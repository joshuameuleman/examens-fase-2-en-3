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39" r:id="rId4"/>
  </p:sldMasterIdLst>
  <p:notesMasterIdLst>
    <p:notesMasterId r:id="rId37"/>
  </p:notesMasterIdLst>
  <p:sldIdLst>
    <p:sldId id="2145709036" r:id="rId5"/>
    <p:sldId id="270" r:id="rId6"/>
    <p:sldId id="2105884341" r:id="rId7"/>
    <p:sldId id="2145709026" r:id="rId8"/>
    <p:sldId id="2135" r:id="rId9"/>
    <p:sldId id="2140" r:id="rId10"/>
    <p:sldId id="323" r:id="rId11"/>
    <p:sldId id="340" r:id="rId12"/>
    <p:sldId id="2145709027" r:id="rId13"/>
    <p:sldId id="300" r:id="rId14"/>
    <p:sldId id="2145709029" r:id="rId15"/>
    <p:sldId id="2145709028" r:id="rId16"/>
    <p:sldId id="303" r:id="rId17"/>
    <p:sldId id="306" r:id="rId18"/>
    <p:sldId id="2105884334" r:id="rId19"/>
    <p:sldId id="310" r:id="rId20"/>
    <p:sldId id="2105884335" r:id="rId21"/>
    <p:sldId id="311" r:id="rId22"/>
    <p:sldId id="2142" r:id="rId23"/>
    <p:sldId id="2105884330" r:id="rId24"/>
    <p:sldId id="2145709032" r:id="rId25"/>
    <p:sldId id="2145709033" r:id="rId26"/>
    <p:sldId id="307" r:id="rId27"/>
    <p:sldId id="308" r:id="rId28"/>
    <p:sldId id="309" r:id="rId29"/>
    <p:sldId id="2145709030" r:id="rId30"/>
    <p:sldId id="312" r:id="rId31"/>
    <p:sldId id="2105884331" r:id="rId32"/>
    <p:sldId id="2145709031" r:id="rId33"/>
    <p:sldId id="2105884332" r:id="rId34"/>
    <p:sldId id="2105884333" r:id="rId35"/>
    <p:sldId id="36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slides" id="{BF44616A-0BBC-F04D-B77A-71B27F00BF89}">
          <p14:sldIdLst>
            <p14:sldId id="2145709036"/>
            <p14:sldId id="270"/>
            <p14:sldId id="2105884341"/>
            <p14:sldId id="2145709026"/>
            <p14:sldId id="2135"/>
            <p14:sldId id="2140"/>
            <p14:sldId id="323"/>
            <p14:sldId id="340"/>
            <p14:sldId id="2145709027"/>
            <p14:sldId id="300"/>
            <p14:sldId id="2145709029"/>
            <p14:sldId id="2145709028"/>
            <p14:sldId id="303"/>
            <p14:sldId id="306"/>
            <p14:sldId id="2105884334"/>
            <p14:sldId id="310"/>
            <p14:sldId id="2105884335"/>
            <p14:sldId id="311"/>
            <p14:sldId id="2142"/>
            <p14:sldId id="2105884330"/>
            <p14:sldId id="2145709032"/>
            <p14:sldId id="2145709033"/>
            <p14:sldId id="307"/>
            <p14:sldId id="308"/>
            <p14:sldId id="309"/>
            <p14:sldId id="2145709030"/>
            <p14:sldId id="312"/>
            <p14:sldId id="2105884331"/>
            <p14:sldId id="2145709031"/>
            <p14:sldId id="2105884332"/>
            <p14:sldId id="2105884333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C4BF"/>
    <a:srgbClr val="EF463C"/>
    <a:srgbClr val="AD9BCB"/>
    <a:srgbClr val="C42828"/>
    <a:srgbClr val="EE7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0" autoAdjust="0"/>
    <p:restoredTop sz="96327"/>
  </p:normalViewPr>
  <p:slideViewPr>
    <p:cSldViewPr snapToGrid="0" snapToObjects="1">
      <p:cViewPr>
        <p:scale>
          <a:sx n="148" d="100"/>
          <a:sy n="148" d="100"/>
        </p:scale>
        <p:origin x="1656" y="1264"/>
      </p:cViewPr>
      <p:guideLst/>
    </p:cSldViewPr>
  </p:slideViewPr>
  <p:outlineViewPr>
    <p:cViewPr>
      <p:scale>
        <a:sx n="33" d="100"/>
        <a:sy n="33" d="100"/>
      </p:scale>
      <p:origin x="0" y="-647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86" d="100"/>
          <a:sy n="86" d="100"/>
        </p:scale>
        <p:origin x="279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2-04T19:38:00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5929 24575,'83'-84'0,"-17"15"0,4 4 0,8-2-2024,-3 14 0,2 1 2024,19-15 0,8-1-782,-26 19 1,2-1-1,1 1 782,0 4 0,2 1 0,13-10 0,-12 4 0,12-10 0,9-7 0,3-1 0,0-1 0,-5 5 0,-8 6 0,13-4 0,-11 6 0,3-2 0,12-8 0,-15 4 0,11-7 0,8-6 0,3-3 0,1-1 0,-5 3 0,-9 5 0,-10 10-776,12-8 1,-10 7 0,-6 4-1,8-6 776,1-2 0,6-4 0,2-1 0,-2 3 0,-6 4 0,-1 5 0,-5 5 0,-1 2 0,9-4 0,9-4 0,8-2 0,3 0 0,-2 0 0,-8 5 0,-7 4 0,-9 3 0,2 1 0,6-2 0,7-2 0,9-4 0,1-1 0,-5 5 0,-16 6 0,-10 5 0,-10 6 0,3-3-647,30-13 0,4-4 0,-4 4 647,-30 12 0,-6 0 0,5 0 0,17-8 0,5-3 0,-1 1-162,-9 3 1,-2 0 0,1 1 161,-5 3 0,-1 0 0,0 1 0,-5 4 0,-3 1 0,1 0 248,36-21 1,1 5-249,-4 6 0,-3 3 0,-11 2 0,-4 2 1471,-11 9 0,-1 2-1471,-5-1 0,-3 2 1037,-12 6 1,0-1-1038,8 3 0,-3 0 0,42-21 0,16 2 0,-30 4 0,-17 3 0,43-12 0,-55 12 0,-6 6 0,2-1 2526,22-12-2526,-13 2 2005,6 0-2005,-1-9 1170,-12 9-1170,15-8 705,-22 10-705,1-5 0,4 4 0,-7-5 0,-9 14 0,5-5 0,-11 11 0,4-5 0,-12 8 0,-2 3 0,-7 3 0,-4 4 0,-2 0 0,-7 4 0,1-3 0,-6 6 0,6-2 0,-9-1 0,2 2 0,-6-2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2-04T19:38:02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24575,'-11'4'0,"15"0"0,15-4 0,73 0 0,-3 0 0,-14 8 0,3 5-628,-6-1 1,2 4 627,14 7 0,5 5-1017,16 9 0,3 2 1017,3-4 0,5 1-1074,-20 1 0,7 4 0,-3 2 1074,-8-3 0,0 1 0,2 2 0,18 6 0,4 5 0,8 3-926,-24-8 1,7 3 0,2 4-1,1 0 1,-4-2 925,-11-6 0,-3-2 0,-1 0 0,3 2 0,6 2-466,8 4 1,7 2 0,5 1 0,-1 2 0,-2-1 0,-5 1 465,4 5 0,-5 1 0,-2-1 0,2 2 0,2-1-263,-8-8 1,6-1 0,0 2 0,-1-1-1,-3 0 1,-6 2 262,-3 1 0,-6 1 0,-3-1 0,0 2 0,6-1-81,-2-4 0,6 1 1,2-1-1,-2 0 0,-7-2 1,-9-2 80,13 15 0,-12-2 0,8 0 174,-10-11 1,9 1-1,4 1 1,-5-1-1,-8-4-174,6 10 0,-10-6 0,6 1 0,24 12 0,6 2 0,-6-4 479,-20-11 0,-4-3 0,-2-1-479,-8-3 0,-4-1 0,1-1 1232,32 17 0,-2-3-1232,-13-5 0,-1-2 0,6 3 0,2-1 0,1 1 0,1-1 0,7 3 0,-1 0 0,-6-2 0,-1 0 0,1 1 0,-5-2 0,-26-16 0,-4-3 1410,12 8 0,-4-2-1410,28 9 0,-42-19 0,1 1 0,48 26 3033,-26-14-3033,2 1 2715,-26-7-2715,0-4 1740,-3 4-1740,-18-9 887,10 7-887,-10-6 19,-6 3-19,1-10 0,-16-5 0,-1-4 0,-1-5 0,-8 0 0,3-5 0,-3 1 0,-2-4 0,2-1 0,-2 1 0,2 1 0,0 0 0,-2 1 0,2-5 0,-1 3 0,0 0 0,0-2 0,-3-6 0,0 3 0,-3-4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54142-DEDA-1343-ACBF-88E53F7A9F8A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F3E68-592D-874C-9621-BB6EA5CE7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F3E68-592D-874C-9621-BB6EA5CE74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25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F3E68-592D-874C-9621-BB6EA5CE74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53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841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A3CD19-6EB2-4B13-A315-EEB1AD09EA13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841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406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3CD19-6EB2-4B13-A315-EEB1AD09EA13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8422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502026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427040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8117225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8217622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53986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3334898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9497333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9373909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6932914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6019946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5501099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l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69DE941-667A-0F4B-8981-ED3A737A3D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2" y="0"/>
            <a:ext cx="12170535" cy="6858000"/>
          </a:xfrm>
          <a:prstGeom prst="rect">
            <a:avLst/>
          </a:prstGeom>
        </p:spPr>
      </p:pic>
      <p:grpSp>
        <p:nvGrpSpPr>
          <p:cNvPr id="2" name="Graphic 8">
            <a:extLst>
              <a:ext uri="{FF2B5EF4-FFF2-40B4-BE49-F238E27FC236}">
                <a16:creationId xmlns:a16="http://schemas.microsoft.com/office/drawing/2014/main" id="{6F510A6C-7376-1140-AF35-E74E24C81C99}"/>
              </a:ext>
            </a:extLst>
          </p:cNvPr>
          <p:cNvGrpSpPr/>
          <p:nvPr/>
        </p:nvGrpSpPr>
        <p:grpSpPr>
          <a:xfrm>
            <a:off x="3115164" y="2656088"/>
            <a:ext cx="5963532" cy="1105518"/>
            <a:chOff x="3115164" y="2656088"/>
            <a:chExt cx="5963532" cy="110551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7F6B3E58-6697-9548-A6F9-C25ADB4C3F9F}"/>
                </a:ext>
              </a:extLst>
            </p:cNvPr>
            <p:cNvSpPr/>
            <p:nvPr/>
          </p:nvSpPr>
          <p:spPr>
            <a:xfrm>
              <a:off x="4000119" y="3026244"/>
              <a:ext cx="714533" cy="735361"/>
            </a:xfrm>
            <a:custGeom>
              <a:avLst/>
              <a:gdLst>
                <a:gd name="connsiteX0" fmla="*/ 378027 w 714533"/>
                <a:gd name="connsiteY0" fmla="*/ 620848 h 735361"/>
                <a:gd name="connsiteX1" fmla="*/ 579435 w 714533"/>
                <a:gd name="connsiteY1" fmla="*/ 518715 h 735361"/>
                <a:gd name="connsiteX2" fmla="*/ 682928 w 714533"/>
                <a:gd name="connsiteY2" fmla="*/ 577519 h 735361"/>
                <a:gd name="connsiteX3" fmla="*/ 374929 w 714533"/>
                <a:gd name="connsiteY3" fmla="*/ 735361 h 735361"/>
                <a:gd name="connsiteX4" fmla="*/ 0 w 714533"/>
                <a:gd name="connsiteY4" fmla="*/ 367681 h 735361"/>
                <a:gd name="connsiteX5" fmla="*/ 366252 w 714533"/>
                <a:gd name="connsiteY5" fmla="*/ 0 h 735361"/>
                <a:gd name="connsiteX6" fmla="*/ 714533 w 714533"/>
                <a:gd name="connsiteY6" fmla="*/ 368919 h 735361"/>
                <a:gd name="connsiteX7" fmla="*/ 710195 w 714533"/>
                <a:gd name="connsiteY7" fmla="*/ 423390 h 735361"/>
                <a:gd name="connsiteX8" fmla="*/ 125183 w 714533"/>
                <a:gd name="connsiteY8" fmla="*/ 423390 h 735361"/>
                <a:gd name="connsiteX9" fmla="*/ 378027 w 714533"/>
                <a:gd name="connsiteY9" fmla="*/ 620848 h 735361"/>
                <a:gd name="connsiteX10" fmla="*/ 125183 w 714533"/>
                <a:gd name="connsiteY10" fmla="*/ 316923 h 735361"/>
                <a:gd name="connsiteX11" fmla="*/ 592449 w 714533"/>
                <a:gd name="connsiteY11" fmla="*/ 316923 h 735361"/>
                <a:gd name="connsiteX12" fmla="*/ 366872 w 714533"/>
                <a:gd name="connsiteY12" fmla="*/ 114513 h 735361"/>
                <a:gd name="connsiteX13" fmla="*/ 125183 w 714533"/>
                <a:gd name="connsiteY13" fmla="*/ 316923 h 73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4533" h="735361">
                  <a:moveTo>
                    <a:pt x="378027" y="620848"/>
                  </a:moveTo>
                  <a:cubicBezTo>
                    <a:pt x="474703" y="620848"/>
                    <a:pt x="544731" y="576281"/>
                    <a:pt x="579435" y="518715"/>
                  </a:cubicBezTo>
                  <a:lnTo>
                    <a:pt x="682928" y="577519"/>
                  </a:lnTo>
                  <a:cubicBezTo>
                    <a:pt x="621576" y="672843"/>
                    <a:pt x="514984" y="735361"/>
                    <a:pt x="374929" y="735361"/>
                  </a:cubicBezTo>
                  <a:cubicBezTo>
                    <a:pt x="149971" y="735361"/>
                    <a:pt x="0" y="577519"/>
                    <a:pt x="0" y="367681"/>
                  </a:cubicBezTo>
                  <a:cubicBezTo>
                    <a:pt x="0" y="160938"/>
                    <a:pt x="148112" y="0"/>
                    <a:pt x="366252" y="0"/>
                  </a:cubicBezTo>
                  <a:cubicBezTo>
                    <a:pt x="577576" y="0"/>
                    <a:pt x="714533" y="173318"/>
                    <a:pt x="714533" y="368919"/>
                  </a:cubicBezTo>
                  <a:cubicBezTo>
                    <a:pt x="714533" y="386869"/>
                    <a:pt x="713294" y="405439"/>
                    <a:pt x="710195" y="423390"/>
                  </a:cubicBezTo>
                  <a:lnTo>
                    <a:pt x="125183" y="423390"/>
                  </a:lnTo>
                  <a:cubicBezTo>
                    <a:pt x="148732" y="549045"/>
                    <a:pt x="248506" y="620229"/>
                    <a:pt x="378027" y="620848"/>
                  </a:cubicBezTo>
                  <a:moveTo>
                    <a:pt x="125183" y="316923"/>
                  </a:moveTo>
                  <a:lnTo>
                    <a:pt x="592449" y="316923"/>
                  </a:lnTo>
                  <a:cubicBezTo>
                    <a:pt x="571379" y="178888"/>
                    <a:pt x="471604" y="114513"/>
                    <a:pt x="366872" y="114513"/>
                  </a:cubicBezTo>
                  <a:cubicBezTo>
                    <a:pt x="235492" y="114513"/>
                    <a:pt x="144394" y="195601"/>
                    <a:pt x="125183" y="316923"/>
                  </a:cubicBezTo>
                </a:path>
              </a:pathLst>
            </a:custGeom>
            <a:solidFill>
              <a:srgbClr val="FFFFFF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AB8E816-A39B-F749-95C9-1C78962333FF}"/>
                </a:ext>
              </a:extLst>
            </p:cNvPr>
            <p:cNvSpPr/>
            <p:nvPr/>
          </p:nvSpPr>
          <p:spPr>
            <a:xfrm>
              <a:off x="4855328" y="2656088"/>
              <a:ext cx="121464" cy="1086948"/>
            </a:xfrm>
            <a:custGeom>
              <a:avLst/>
              <a:gdLst>
                <a:gd name="connsiteX0" fmla="*/ 0 w 121464"/>
                <a:gd name="connsiteY0" fmla="*/ 0 h 1086948"/>
                <a:gd name="connsiteX1" fmla="*/ 121464 w 121464"/>
                <a:gd name="connsiteY1" fmla="*/ 0 h 1086948"/>
                <a:gd name="connsiteX2" fmla="*/ 121464 w 121464"/>
                <a:gd name="connsiteY2" fmla="*/ 1086948 h 1086948"/>
                <a:gd name="connsiteX3" fmla="*/ 0 w 121464"/>
                <a:gd name="connsiteY3" fmla="*/ 1086948 h 1086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4" h="1086948">
                  <a:moveTo>
                    <a:pt x="0" y="0"/>
                  </a:moveTo>
                  <a:lnTo>
                    <a:pt x="121464" y="0"/>
                  </a:lnTo>
                  <a:lnTo>
                    <a:pt x="121464" y="1086948"/>
                  </a:lnTo>
                  <a:lnTo>
                    <a:pt x="0" y="1086948"/>
                  </a:lnTo>
                  <a:close/>
                </a:path>
              </a:pathLst>
            </a:custGeom>
            <a:solidFill>
              <a:srgbClr val="FFFFFF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04DC6FD-F3BD-4E44-8BC3-B757EBBC1471}"/>
                </a:ext>
              </a:extLst>
            </p:cNvPr>
            <p:cNvSpPr/>
            <p:nvPr/>
          </p:nvSpPr>
          <p:spPr>
            <a:xfrm>
              <a:off x="5123665" y="3026244"/>
              <a:ext cx="739941" cy="735361"/>
            </a:xfrm>
            <a:custGeom>
              <a:avLst/>
              <a:gdLst>
                <a:gd name="connsiteX0" fmla="*/ 739942 w 739941"/>
                <a:gd name="connsiteY0" fmla="*/ 18570 h 735361"/>
                <a:gd name="connsiteX1" fmla="*/ 739942 w 739941"/>
                <a:gd name="connsiteY1" fmla="*/ 716792 h 735361"/>
                <a:gd name="connsiteX2" fmla="*/ 618477 w 739941"/>
                <a:gd name="connsiteY2" fmla="*/ 716792 h 735361"/>
                <a:gd name="connsiteX3" fmla="*/ 618477 w 739941"/>
                <a:gd name="connsiteY3" fmla="*/ 596707 h 735361"/>
                <a:gd name="connsiteX4" fmla="*/ 353858 w 739941"/>
                <a:gd name="connsiteY4" fmla="*/ 735361 h 735361"/>
                <a:gd name="connsiteX5" fmla="*/ 0 w 739941"/>
                <a:gd name="connsiteY5" fmla="*/ 367681 h 735361"/>
                <a:gd name="connsiteX6" fmla="*/ 353858 w 739941"/>
                <a:gd name="connsiteY6" fmla="*/ 0 h 735361"/>
                <a:gd name="connsiteX7" fmla="*/ 618477 w 739941"/>
                <a:gd name="connsiteY7" fmla="*/ 138035 h 735361"/>
                <a:gd name="connsiteX8" fmla="*/ 618477 w 739941"/>
                <a:gd name="connsiteY8" fmla="*/ 18570 h 735361"/>
                <a:gd name="connsiteX9" fmla="*/ 739942 w 739941"/>
                <a:gd name="connsiteY9" fmla="*/ 18570 h 735361"/>
                <a:gd name="connsiteX10" fmla="*/ 618477 w 739941"/>
                <a:gd name="connsiteY10" fmla="*/ 367681 h 735361"/>
                <a:gd name="connsiteX11" fmla="*/ 369351 w 739941"/>
                <a:gd name="connsiteY11" fmla="*/ 117608 h 735361"/>
                <a:gd name="connsiteX12" fmla="*/ 121464 w 739941"/>
                <a:gd name="connsiteY12" fmla="*/ 367681 h 735361"/>
                <a:gd name="connsiteX13" fmla="*/ 369351 w 739941"/>
                <a:gd name="connsiteY13" fmla="*/ 617753 h 735361"/>
                <a:gd name="connsiteX14" fmla="*/ 618477 w 739941"/>
                <a:gd name="connsiteY14" fmla="*/ 367681 h 73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941" h="735361">
                  <a:moveTo>
                    <a:pt x="739942" y="18570"/>
                  </a:moveTo>
                  <a:lnTo>
                    <a:pt x="739942" y="716792"/>
                  </a:lnTo>
                  <a:lnTo>
                    <a:pt x="618477" y="716792"/>
                  </a:lnTo>
                  <a:lnTo>
                    <a:pt x="618477" y="596707"/>
                  </a:lnTo>
                  <a:cubicBezTo>
                    <a:pt x="562703" y="682128"/>
                    <a:pt x="472844" y="735361"/>
                    <a:pt x="353858" y="735361"/>
                  </a:cubicBezTo>
                  <a:cubicBezTo>
                    <a:pt x="159267" y="735361"/>
                    <a:pt x="0" y="574424"/>
                    <a:pt x="0" y="367681"/>
                  </a:cubicBezTo>
                  <a:cubicBezTo>
                    <a:pt x="0" y="160938"/>
                    <a:pt x="159267" y="0"/>
                    <a:pt x="353858" y="0"/>
                  </a:cubicBezTo>
                  <a:cubicBezTo>
                    <a:pt x="472844" y="0"/>
                    <a:pt x="562083" y="53233"/>
                    <a:pt x="618477" y="138035"/>
                  </a:cubicBezTo>
                  <a:lnTo>
                    <a:pt x="618477" y="18570"/>
                  </a:lnTo>
                  <a:lnTo>
                    <a:pt x="739942" y="18570"/>
                  </a:lnTo>
                  <a:close/>
                  <a:moveTo>
                    <a:pt x="618477" y="367681"/>
                  </a:moveTo>
                  <a:cubicBezTo>
                    <a:pt x="618477" y="225313"/>
                    <a:pt x="510646" y="117608"/>
                    <a:pt x="369351" y="117608"/>
                  </a:cubicBezTo>
                  <a:cubicBezTo>
                    <a:pt x="229295" y="117608"/>
                    <a:pt x="121464" y="225313"/>
                    <a:pt x="121464" y="367681"/>
                  </a:cubicBezTo>
                  <a:cubicBezTo>
                    <a:pt x="121464" y="510049"/>
                    <a:pt x="229295" y="617753"/>
                    <a:pt x="369351" y="617753"/>
                  </a:cubicBezTo>
                  <a:cubicBezTo>
                    <a:pt x="510646" y="617753"/>
                    <a:pt x="617857" y="510049"/>
                    <a:pt x="618477" y="367681"/>
                  </a:cubicBezTo>
                </a:path>
              </a:pathLst>
            </a:custGeom>
            <a:solidFill>
              <a:srgbClr val="FFFFFF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EC42E9A-EF4F-A148-8175-017CF7DB02E3}"/>
                </a:ext>
              </a:extLst>
            </p:cNvPr>
            <p:cNvSpPr/>
            <p:nvPr/>
          </p:nvSpPr>
          <p:spPr>
            <a:xfrm>
              <a:off x="5989409" y="3044814"/>
              <a:ext cx="1010137" cy="698221"/>
            </a:xfrm>
            <a:custGeom>
              <a:avLst/>
              <a:gdLst>
                <a:gd name="connsiteX0" fmla="*/ 1010138 w 1010137"/>
                <a:gd name="connsiteY0" fmla="*/ 0 h 698221"/>
                <a:gd name="connsiteX1" fmla="*/ 793237 w 1010137"/>
                <a:gd name="connsiteY1" fmla="*/ 698222 h 698221"/>
                <a:gd name="connsiteX2" fmla="*/ 668674 w 1010137"/>
                <a:gd name="connsiteY2" fmla="*/ 698222 h 698221"/>
                <a:gd name="connsiteX3" fmla="*/ 505069 w 1010137"/>
                <a:gd name="connsiteY3" fmla="*/ 181364 h 698221"/>
                <a:gd name="connsiteX4" fmla="*/ 341464 w 1010137"/>
                <a:gd name="connsiteY4" fmla="*/ 698222 h 698221"/>
                <a:gd name="connsiteX5" fmla="*/ 216901 w 1010137"/>
                <a:gd name="connsiteY5" fmla="*/ 698222 h 698221"/>
                <a:gd name="connsiteX6" fmla="*/ 0 w 1010137"/>
                <a:gd name="connsiteY6" fmla="*/ 0 h 698221"/>
                <a:gd name="connsiteX7" fmla="*/ 127042 w 1010137"/>
                <a:gd name="connsiteY7" fmla="*/ 0 h 698221"/>
                <a:gd name="connsiteX8" fmla="*/ 281351 w 1010137"/>
                <a:gd name="connsiteY8" fmla="*/ 530475 h 698221"/>
                <a:gd name="connsiteX9" fmla="*/ 446196 w 1010137"/>
                <a:gd name="connsiteY9" fmla="*/ 0 h 698221"/>
                <a:gd name="connsiteX10" fmla="*/ 563942 w 1010137"/>
                <a:gd name="connsiteY10" fmla="*/ 0 h 698221"/>
                <a:gd name="connsiteX11" fmla="*/ 728787 w 1010137"/>
                <a:gd name="connsiteY11" fmla="*/ 532332 h 698221"/>
                <a:gd name="connsiteX12" fmla="*/ 882477 w 1010137"/>
                <a:gd name="connsiteY12" fmla="*/ 0 h 69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0137" h="698221">
                  <a:moveTo>
                    <a:pt x="1010138" y="0"/>
                  </a:moveTo>
                  <a:lnTo>
                    <a:pt x="793237" y="698222"/>
                  </a:lnTo>
                  <a:lnTo>
                    <a:pt x="668674" y="698222"/>
                  </a:lnTo>
                  <a:lnTo>
                    <a:pt x="505069" y="181364"/>
                  </a:lnTo>
                  <a:lnTo>
                    <a:pt x="341464" y="698222"/>
                  </a:lnTo>
                  <a:lnTo>
                    <a:pt x="216901" y="698222"/>
                  </a:lnTo>
                  <a:lnTo>
                    <a:pt x="0" y="0"/>
                  </a:lnTo>
                  <a:lnTo>
                    <a:pt x="127042" y="0"/>
                  </a:lnTo>
                  <a:lnTo>
                    <a:pt x="281351" y="530475"/>
                  </a:lnTo>
                  <a:lnTo>
                    <a:pt x="446196" y="0"/>
                  </a:lnTo>
                  <a:lnTo>
                    <a:pt x="563942" y="0"/>
                  </a:lnTo>
                  <a:lnTo>
                    <a:pt x="728787" y="532332"/>
                  </a:lnTo>
                  <a:lnTo>
                    <a:pt x="882477" y="0"/>
                  </a:lnTo>
                  <a:close/>
                </a:path>
              </a:pathLst>
            </a:custGeom>
            <a:solidFill>
              <a:srgbClr val="FFFFFF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883D84C-ED83-244C-8530-C62045BEC63B}"/>
                </a:ext>
              </a:extLst>
            </p:cNvPr>
            <p:cNvSpPr/>
            <p:nvPr/>
          </p:nvSpPr>
          <p:spPr>
            <a:xfrm>
              <a:off x="7057800" y="3026244"/>
              <a:ext cx="739941" cy="735361"/>
            </a:xfrm>
            <a:custGeom>
              <a:avLst/>
              <a:gdLst>
                <a:gd name="connsiteX0" fmla="*/ 739941 w 739941"/>
                <a:gd name="connsiteY0" fmla="*/ 18570 h 735361"/>
                <a:gd name="connsiteX1" fmla="*/ 739941 w 739941"/>
                <a:gd name="connsiteY1" fmla="*/ 716792 h 735361"/>
                <a:gd name="connsiteX2" fmla="*/ 618477 w 739941"/>
                <a:gd name="connsiteY2" fmla="*/ 716792 h 735361"/>
                <a:gd name="connsiteX3" fmla="*/ 618477 w 739941"/>
                <a:gd name="connsiteY3" fmla="*/ 596707 h 735361"/>
                <a:gd name="connsiteX4" fmla="*/ 353858 w 739941"/>
                <a:gd name="connsiteY4" fmla="*/ 735361 h 735361"/>
                <a:gd name="connsiteX5" fmla="*/ 0 w 739941"/>
                <a:gd name="connsiteY5" fmla="*/ 367681 h 735361"/>
                <a:gd name="connsiteX6" fmla="*/ 353858 w 739941"/>
                <a:gd name="connsiteY6" fmla="*/ 0 h 735361"/>
                <a:gd name="connsiteX7" fmla="*/ 618477 w 739941"/>
                <a:gd name="connsiteY7" fmla="*/ 138035 h 735361"/>
                <a:gd name="connsiteX8" fmla="*/ 618477 w 739941"/>
                <a:gd name="connsiteY8" fmla="*/ 18570 h 735361"/>
                <a:gd name="connsiteX9" fmla="*/ 739941 w 739941"/>
                <a:gd name="connsiteY9" fmla="*/ 18570 h 735361"/>
                <a:gd name="connsiteX10" fmla="*/ 618477 w 739941"/>
                <a:gd name="connsiteY10" fmla="*/ 367681 h 735361"/>
                <a:gd name="connsiteX11" fmla="*/ 369351 w 739941"/>
                <a:gd name="connsiteY11" fmla="*/ 117608 h 735361"/>
                <a:gd name="connsiteX12" fmla="*/ 121464 w 739941"/>
                <a:gd name="connsiteY12" fmla="*/ 367681 h 735361"/>
                <a:gd name="connsiteX13" fmla="*/ 369351 w 739941"/>
                <a:gd name="connsiteY13" fmla="*/ 617753 h 735361"/>
                <a:gd name="connsiteX14" fmla="*/ 618477 w 739941"/>
                <a:gd name="connsiteY14" fmla="*/ 367681 h 73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941" h="735361">
                  <a:moveTo>
                    <a:pt x="739941" y="18570"/>
                  </a:moveTo>
                  <a:lnTo>
                    <a:pt x="739941" y="716792"/>
                  </a:lnTo>
                  <a:lnTo>
                    <a:pt x="618477" y="716792"/>
                  </a:lnTo>
                  <a:lnTo>
                    <a:pt x="618477" y="596707"/>
                  </a:lnTo>
                  <a:cubicBezTo>
                    <a:pt x="562703" y="682128"/>
                    <a:pt x="472844" y="735361"/>
                    <a:pt x="353858" y="735361"/>
                  </a:cubicBezTo>
                  <a:cubicBezTo>
                    <a:pt x="159267" y="735361"/>
                    <a:pt x="0" y="574424"/>
                    <a:pt x="0" y="367681"/>
                  </a:cubicBezTo>
                  <a:cubicBezTo>
                    <a:pt x="0" y="160938"/>
                    <a:pt x="159887" y="0"/>
                    <a:pt x="353858" y="0"/>
                  </a:cubicBezTo>
                  <a:cubicBezTo>
                    <a:pt x="472844" y="0"/>
                    <a:pt x="562083" y="53233"/>
                    <a:pt x="618477" y="138035"/>
                  </a:cubicBezTo>
                  <a:lnTo>
                    <a:pt x="618477" y="18570"/>
                  </a:lnTo>
                  <a:lnTo>
                    <a:pt x="739941" y="18570"/>
                  </a:lnTo>
                  <a:close/>
                  <a:moveTo>
                    <a:pt x="618477" y="367681"/>
                  </a:moveTo>
                  <a:cubicBezTo>
                    <a:pt x="618477" y="225313"/>
                    <a:pt x="510646" y="117608"/>
                    <a:pt x="369351" y="117608"/>
                  </a:cubicBezTo>
                  <a:cubicBezTo>
                    <a:pt x="229295" y="117608"/>
                    <a:pt x="121464" y="225313"/>
                    <a:pt x="121464" y="367681"/>
                  </a:cubicBezTo>
                  <a:cubicBezTo>
                    <a:pt x="121464" y="510049"/>
                    <a:pt x="229295" y="617753"/>
                    <a:pt x="369351" y="617753"/>
                  </a:cubicBezTo>
                  <a:cubicBezTo>
                    <a:pt x="510646" y="617753"/>
                    <a:pt x="618477" y="510049"/>
                    <a:pt x="618477" y="367681"/>
                  </a:cubicBezTo>
                </a:path>
              </a:pathLst>
            </a:custGeom>
            <a:solidFill>
              <a:srgbClr val="FFFFFF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230DCA0-F9BD-A241-8604-62C94448E89B}"/>
                </a:ext>
              </a:extLst>
            </p:cNvPr>
            <p:cNvSpPr/>
            <p:nvPr/>
          </p:nvSpPr>
          <p:spPr>
            <a:xfrm>
              <a:off x="7982417" y="3031815"/>
              <a:ext cx="339604" cy="710601"/>
            </a:xfrm>
            <a:custGeom>
              <a:avLst/>
              <a:gdLst>
                <a:gd name="connsiteX0" fmla="*/ 339605 w 339604"/>
                <a:gd name="connsiteY0" fmla="*/ 0 h 710601"/>
                <a:gd name="connsiteX1" fmla="*/ 339605 w 339604"/>
                <a:gd name="connsiteY1" fmla="*/ 126893 h 710601"/>
                <a:gd name="connsiteX2" fmla="*/ 121464 w 339604"/>
                <a:gd name="connsiteY2" fmla="*/ 340445 h 710601"/>
                <a:gd name="connsiteX3" fmla="*/ 121464 w 339604"/>
                <a:gd name="connsiteY3" fmla="*/ 710602 h 710601"/>
                <a:gd name="connsiteX4" fmla="*/ 0 w 339604"/>
                <a:gd name="connsiteY4" fmla="*/ 710602 h 710601"/>
                <a:gd name="connsiteX5" fmla="*/ 0 w 339604"/>
                <a:gd name="connsiteY5" fmla="*/ 12999 h 710601"/>
                <a:gd name="connsiteX6" fmla="*/ 121464 w 339604"/>
                <a:gd name="connsiteY6" fmla="*/ 12999 h 710601"/>
                <a:gd name="connsiteX7" fmla="*/ 121464 w 339604"/>
                <a:gd name="connsiteY7" fmla="*/ 130607 h 710601"/>
                <a:gd name="connsiteX8" fmla="*/ 339605 w 339604"/>
                <a:gd name="connsiteY8" fmla="*/ 0 h 71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604" h="710601">
                  <a:moveTo>
                    <a:pt x="339605" y="0"/>
                  </a:moveTo>
                  <a:lnTo>
                    <a:pt x="339605" y="126893"/>
                  </a:lnTo>
                  <a:cubicBezTo>
                    <a:pt x="234872" y="122560"/>
                    <a:pt x="121464" y="175793"/>
                    <a:pt x="121464" y="340445"/>
                  </a:cubicBezTo>
                  <a:lnTo>
                    <a:pt x="121464" y="710602"/>
                  </a:lnTo>
                  <a:lnTo>
                    <a:pt x="0" y="710602"/>
                  </a:lnTo>
                  <a:lnTo>
                    <a:pt x="0" y="12999"/>
                  </a:lnTo>
                  <a:lnTo>
                    <a:pt x="121464" y="12999"/>
                  </a:lnTo>
                  <a:lnTo>
                    <a:pt x="121464" y="130607"/>
                  </a:lnTo>
                  <a:cubicBezTo>
                    <a:pt x="166084" y="32807"/>
                    <a:pt x="251605" y="619"/>
                    <a:pt x="339605" y="0"/>
                  </a:cubicBezTo>
                </a:path>
              </a:pathLst>
            </a:custGeom>
            <a:solidFill>
              <a:srgbClr val="FFFFFF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5E7F6E7-3624-E245-9F24-86183BC2323D}"/>
                </a:ext>
              </a:extLst>
            </p:cNvPr>
            <p:cNvSpPr/>
            <p:nvPr/>
          </p:nvSpPr>
          <p:spPr>
            <a:xfrm>
              <a:off x="8364162" y="3026244"/>
              <a:ext cx="714533" cy="735361"/>
            </a:xfrm>
            <a:custGeom>
              <a:avLst/>
              <a:gdLst>
                <a:gd name="connsiteX0" fmla="*/ 378027 w 714533"/>
                <a:gd name="connsiteY0" fmla="*/ 620848 h 735361"/>
                <a:gd name="connsiteX1" fmla="*/ 579435 w 714533"/>
                <a:gd name="connsiteY1" fmla="*/ 518715 h 735361"/>
                <a:gd name="connsiteX2" fmla="*/ 682928 w 714533"/>
                <a:gd name="connsiteY2" fmla="*/ 577519 h 735361"/>
                <a:gd name="connsiteX3" fmla="*/ 374929 w 714533"/>
                <a:gd name="connsiteY3" fmla="*/ 735361 h 735361"/>
                <a:gd name="connsiteX4" fmla="*/ 0 w 714533"/>
                <a:gd name="connsiteY4" fmla="*/ 367681 h 735361"/>
                <a:gd name="connsiteX5" fmla="*/ 366252 w 714533"/>
                <a:gd name="connsiteY5" fmla="*/ 0 h 735361"/>
                <a:gd name="connsiteX6" fmla="*/ 714533 w 714533"/>
                <a:gd name="connsiteY6" fmla="*/ 368919 h 735361"/>
                <a:gd name="connsiteX7" fmla="*/ 710195 w 714533"/>
                <a:gd name="connsiteY7" fmla="*/ 423390 h 735361"/>
                <a:gd name="connsiteX8" fmla="*/ 123943 w 714533"/>
                <a:gd name="connsiteY8" fmla="*/ 423390 h 735361"/>
                <a:gd name="connsiteX9" fmla="*/ 378027 w 714533"/>
                <a:gd name="connsiteY9" fmla="*/ 620848 h 735361"/>
                <a:gd name="connsiteX10" fmla="*/ 124563 w 714533"/>
                <a:gd name="connsiteY10" fmla="*/ 316923 h 735361"/>
                <a:gd name="connsiteX11" fmla="*/ 591829 w 714533"/>
                <a:gd name="connsiteY11" fmla="*/ 316923 h 735361"/>
                <a:gd name="connsiteX12" fmla="*/ 366872 w 714533"/>
                <a:gd name="connsiteY12" fmla="*/ 114513 h 735361"/>
                <a:gd name="connsiteX13" fmla="*/ 124563 w 714533"/>
                <a:gd name="connsiteY13" fmla="*/ 316923 h 73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4533" h="735361">
                  <a:moveTo>
                    <a:pt x="378027" y="620848"/>
                  </a:moveTo>
                  <a:cubicBezTo>
                    <a:pt x="474703" y="620848"/>
                    <a:pt x="544731" y="576281"/>
                    <a:pt x="579435" y="518715"/>
                  </a:cubicBezTo>
                  <a:lnTo>
                    <a:pt x="682928" y="577519"/>
                  </a:lnTo>
                  <a:cubicBezTo>
                    <a:pt x="621576" y="672843"/>
                    <a:pt x="514984" y="735361"/>
                    <a:pt x="374929" y="735361"/>
                  </a:cubicBezTo>
                  <a:cubicBezTo>
                    <a:pt x="149971" y="735361"/>
                    <a:pt x="0" y="577519"/>
                    <a:pt x="0" y="367681"/>
                  </a:cubicBezTo>
                  <a:cubicBezTo>
                    <a:pt x="0" y="160938"/>
                    <a:pt x="148112" y="0"/>
                    <a:pt x="366252" y="0"/>
                  </a:cubicBezTo>
                  <a:cubicBezTo>
                    <a:pt x="577576" y="0"/>
                    <a:pt x="714533" y="173318"/>
                    <a:pt x="714533" y="368919"/>
                  </a:cubicBezTo>
                  <a:cubicBezTo>
                    <a:pt x="714533" y="386869"/>
                    <a:pt x="713294" y="405439"/>
                    <a:pt x="710195" y="423390"/>
                  </a:cubicBezTo>
                  <a:lnTo>
                    <a:pt x="123943" y="423390"/>
                  </a:lnTo>
                  <a:cubicBezTo>
                    <a:pt x="148112" y="549045"/>
                    <a:pt x="247887" y="620229"/>
                    <a:pt x="378027" y="620848"/>
                  </a:cubicBezTo>
                  <a:moveTo>
                    <a:pt x="124563" y="316923"/>
                  </a:moveTo>
                  <a:lnTo>
                    <a:pt x="591829" y="316923"/>
                  </a:lnTo>
                  <a:cubicBezTo>
                    <a:pt x="570759" y="178888"/>
                    <a:pt x="471604" y="114513"/>
                    <a:pt x="366872" y="114513"/>
                  </a:cubicBezTo>
                  <a:cubicBezTo>
                    <a:pt x="234873" y="114513"/>
                    <a:pt x="144394" y="195601"/>
                    <a:pt x="124563" y="316923"/>
                  </a:cubicBezTo>
                </a:path>
              </a:pathLst>
            </a:custGeom>
            <a:solidFill>
              <a:srgbClr val="FFFFFF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B1A9783-F880-ED42-92A0-4F0B83DD2744}"/>
                </a:ext>
              </a:extLst>
            </p:cNvPr>
            <p:cNvSpPr/>
            <p:nvPr/>
          </p:nvSpPr>
          <p:spPr>
            <a:xfrm>
              <a:off x="3115164" y="2656088"/>
              <a:ext cx="739941" cy="1105518"/>
            </a:xfrm>
            <a:custGeom>
              <a:avLst/>
              <a:gdLst>
                <a:gd name="connsiteX0" fmla="*/ 739942 w 739941"/>
                <a:gd name="connsiteY0" fmla="*/ 0 h 1105518"/>
                <a:gd name="connsiteX1" fmla="*/ 739942 w 739941"/>
                <a:gd name="connsiteY1" fmla="*/ 737837 h 1105518"/>
                <a:gd name="connsiteX2" fmla="*/ 353858 w 739941"/>
                <a:gd name="connsiteY2" fmla="*/ 1105518 h 1105518"/>
                <a:gd name="connsiteX3" fmla="*/ 0 w 739941"/>
                <a:gd name="connsiteY3" fmla="*/ 737837 h 1105518"/>
                <a:gd name="connsiteX4" fmla="*/ 353858 w 739941"/>
                <a:gd name="connsiteY4" fmla="*/ 370157 h 1105518"/>
                <a:gd name="connsiteX5" fmla="*/ 618477 w 739941"/>
                <a:gd name="connsiteY5" fmla="*/ 508192 h 1105518"/>
                <a:gd name="connsiteX6" fmla="*/ 618477 w 739941"/>
                <a:gd name="connsiteY6" fmla="*/ 0 h 1105518"/>
                <a:gd name="connsiteX7" fmla="*/ 739942 w 739941"/>
                <a:gd name="connsiteY7" fmla="*/ 0 h 1105518"/>
                <a:gd name="connsiteX8" fmla="*/ 618477 w 739941"/>
                <a:gd name="connsiteY8" fmla="*/ 737837 h 1105518"/>
                <a:gd name="connsiteX9" fmla="*/ 369351 w 739941"/>
                <a:gd name="connsiteY9" fmla="*/ 487765 h 1105518"/>
                <a:gd name="connsiteX10" fmla="*/ 122084 w 739941"/>
                <a:gd name="connsiteY10" fmla="*/ 737837 h 1105518"/>
                <a:gd name="connsiteX11" fmla="*/ 369351 w 739941"/>
                <a:gd name="connsiteY11" fmla="*/ 987910 h 1105518"/>
                <a:gd name="connsiteX12" fmla="*/ 618477 w 739941"/>
                <a:gd name="connsiteY12" fmla="*/ 737837 h 110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9941" h="1105518">
                  <a:moveTo>
                    <a:pt x="739942" y="0"/>
                  </a:moveTo>
                  <a:lnTo>
                    <a:pt x="739942" y="737837"/>
                  </a:lnTo>
                  <a:cubicBezTo>
                    <a:pt x="739942" y="887633"/>
                    <a:pt x="627153" y="1105518"/>
                    <a:pt x="353858" y="1105518"/>
                  </a:cubicBezTo>
                  <a:cubicBezTo>
                    <a:pt x="159267" y="1105518"/>
                    <a:pt x="0" y="944580"/>
                    <a:pt x="0" y="737837"/>
                  </a:cubicBezTo>
                  <a:cubicBezTo>
                    <a:pt x="0" y="531094"/>
                    <a:pt x="159267" y="370157"/>
                    <a:pt x="353858" y="370157"/>
                  </a:cubicBezTo>
                  <a:cubicBezTo>
                    <a:pt x="472844" y="370157"/>
                    <a:pt x="562083" y="423390"/>
                    <a:pt x="618477" y="508192"/>
                  </a:cubicBezTo>
                  <a:lnTo>
                    <a:pt x="618477" y="0"/>
                  </a:lnTo>
                  <a:lnTo>
                    <a:pt x="739942" y="0"/>
                  </a:lnTo>
                  <a:close/>
                  <a:moveTo>
                    <a:pt x="618477" y="737837"/>
                  </a:moveTo>
                  <a:cubicBezTo>
                    <a:pt x="618477" y="595469"/>
                    <a:pt x="510646" y="487765"/>
                    <a:pt x="369351" y="487765"/>
                  </a:cubicBezTo>
                  <a:cubicBezTo>
                    <a:pt x="229295" y="487765"/>
                    <a:pt x="122084" y="595469"/>
                    <a:pt x="122084" y="737837"/>
                  </a:cubicBezTo>
                  <a:cubicBezTo>
                    <a:pt x="122084" y="880205"/>
                    <a:pt x="229915" y="987910"/>
                    <a:pt x="369351" y="987910"/>
                  </a:cubicBezTo>
                  <a:cubicBezTo>
                    <a:pt x="510646" y="987910"/>
                    <a:pt x="618477" y="880205"/>
                    <a:pt x="618477" y="737837"/>
                  </a:cubicBezTo>
                </a:path>
              </a:pathLst>
            </a:custGeom>
            <a:solidFill>
              <a:srgbClr val="FFFFFF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FCB3A89-27A5-114F-ACAC-9DD94A06C2DF}"/>
                </a:ext>
              </a:extLst>
            </p:cNvPr>
            <p:cNvSpPr/>
            <p:nvPr/>
          </p:nvSpPr>
          <p:spPr>
            <a:xfrm>
              <a:off x="3237248" y="3143852"/>
              <a:ext cx="496392" cy="500144"/>
            </a:xfrm>
            <a:custGeom>
              <a:avLst/>
              <a:gdLst>
                <a:gd name="connsiteX0" fmla="*/ 496393 w 496392"/>
                <a:gd name="connsiteY0" fmla="*/ 250072 h 500144"/>
                <a:gd name="connsiteX1" fmla="*/ 247267 w 496392"/>
                <a:gd name="connsiteY1" fmla="*/ 0 h 500144"/>
                <a:gd name="connsiteX2" fmla="*/ 0 w 496392"/>
                <a:gd name="connsiteY2" fmla="*/ 250072 h 500144"/>
                <a:gd name="connsiteX3" fmla="*/ 247267 w 496392"/>
                <a:gd name="connsiteY3" fmla="*/ 500145 h 500144"/>
                <a:gd name="connsiteX4" fmla="*/ 496393 w 496392"/>
                <a:gd name="connsiteY4" fmla="*/ 250072 h 50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392" h="500144">
                  <a:moveTo>
                    <a:pt x="496393" y="250072"/>
                  </a:moveTo>
                  <a:cubicBezTo>
                    <a:pt x="496393" y="107704"/>
                    <a:pt x="388562" y="0"/>
                    <a:pt x="247267" y="0"/>
                  </a:cubicBezTo>
                  <a:cubicBezTo>
                    <a:pt x="107211" y="0"/>
                    <a:pt x="0" y="107704"/>
                    <a:pt x="0" y="250072"/>
                  </a:cubicBezTo>
                  <a:cubicBezTo>
                    <a:pt x="0" y="392440"/>
                    <a:pt x="107831" y="500145"/>
                    <a:pt x="247267" y="500145"/>
                  </a:cubicBezTo>
                  <a:cubicBezTo>
                    <a:pt x="388562" y="500145"/>
                    <a:pt x="496393" y="392440"/>
                    <a:pt x="496393" y="250072"/>
                  </a:cubicBezTo>
                </a:path>
              </a:pathLst>
            </a:custGeom>
            <a:solidFill>
              <a:schemeClr val="bg2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15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LW_4.0_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004" y="6034341"/>
            <a:ext cx="731001" cy="73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41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8203" y="365129"/>
            <a:ext cx="9334500" cy="13255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203" y="2028536"/>
            <a:ext cx="9334500" cy="3988809"/>
          </a:xfrm>
        </p:spPr>
        <p:txBody>
          <a:bodyPr/>
          <a:lstStyle>
            <a:lvl1pPr algn="l">
              <a:defRPr>
                <a:latin typeface="Gill Sans MT" panose="020B0502020104020203" pitchFamily="34" charset="0"/>
              </a:defRPr>
            </a:lvl1pPr>
            <a:lvl2pPr algn="l">
              <a:defRPr>
                <a:latin typeface="Gill Sans MT" panose="020B0502020104020203" pitchFamily="34" charset="0"/>
              </a:defRPr>
            </a:lvl2pPr>
            <a:lvl3pPr algn="l">
              <a:defRPr>
                <a:latin typeface="Gill Sans MT" panose="020B0502020104020203" pitchFamily="34" charset="0"/>
              </a:defRPr>
            </a:lvl3pPr>
            <a:lvl4pPr algn="l">
              <a:defRPr>
                <a:latin typeface="Gill Sans MT" panose="020B0502020104020203" pitchFamily="34" charset="0"/>
              </a:defRPr>
            </a:lvl4pPr>
            <a:lvl5pPr algn="l"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705" y="63999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 b="0">
                <a:solidFill>
                  <a:schemeClr val="tx2"/>
                </a:solidFill>
              </a:defRPr>
            </a:lvl1pPr>
          </a:lstStyle>
          <a:p>
            <a:fld id="{1C96AA6D-8347-412D-BE88-10FF9D73003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000" y="6034343"/>
            <a:ext cx="731001" cy="73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7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DC75A982-5DD2-D74F-93B6-EA2AFB87C6B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B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E13BBA-720F-D447-8CF0-8E1CB703F3B7}"/>
              </a:ext>
            </a:extLst>
          </p:cNvPr>
          <p:cNvSpPr/>
          <p:nvPr userDrawn="1"/>
        </p:nvSpPr>
        <p:spPr>
          <a:xfrm rot="10800000">
            <a:off x="-4" y="-5"/>
            <a:ext cx="6970646" cy="503582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3000">
                <a:schemeClr val="bg1">
                  <a:alpha val="0"/>
                  <a:lumMod val="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D639D-899D-C743-9AC8-5B3BE3F7B227}"/>
              </a:ext>
            </a:extLst>
          </p:cNvPr>
          <p:cNvSpPr/>
          <p:nvPr userDrawn="1"/>
        </p:nvSpPr>
        <p:spPr>
          <a:xfrm>
            <a:off x="4833257" y="4611189"/>
            <a:ext cx="7358743" cy="224681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</a:schemeClr>
              </a:gs>
              <a:gs pos="61000">
                <a:schemeClr val="bg1">
                  <a:alpha val="0"/>
                  <a:lumMod val="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050072D-645C-7049-9300-002BB71B4A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754" y="2093977"/>
            <a:ext cx="5013457" cy="16557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2E85A13-DE3B-FA46-86C3-C04325393B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243379"/>
            <a:ext cx="5013457" cy="1655762"/>
          </a:xfrm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90000"/>
              </a:lnSpc>
              <a:defRPr sz="5000" b="1" i="0" spc="-1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grpSp>
        <p:nvGrpSpPr>
          <p:cNvPr id="2" name="Graphic 12">
            <a:extLst>
              <a:ext uri="{FF2B5EF4-FFF2-40B4-BE49-F238E27FC236}">
                <a16:creationId xmlns:a16="http://schemas.microsoft.com/office/drawing/2014/main" id="{FFC9FC47-3290-5740-AB8A-3A979E8027E8}"/>
              </a:ext>
            </a:extLst>
          </p:cNvPr>
          <p:cNvGrpSpPr/>
          <p:nvPr/>
        </p:nvGrpSpPr>
        <p:grpSpPr>
          <a:xfrm>
            <a:off x="9566520" y="6132442"/>
            <a:ext cx="2320836" cy="430236"/>
            <a:chOff x="9566520" y="6132442"/>
            <a:chExt cx="2320836" cy="430236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1EBC9CF3-0E13-524C-85D5-BC848C777E76}"/>
                </a:ext>
              </a:extLst>
            </p:cNvPr>
            <p:cNvSpPr/>
            <p:nvPr/>
          </p:nvSpPr>
          <p:spPr>
            <a:xfrm>
              <a:off x="9910919" y="6276496"/>
              <a:ext cx="278075" cy="286181"/>
            </a:xfrm>
            <a:custGeom>
              <a:avLst/>
              <a:gdLst>
                <a:gd name="connsiteX0" fmla="*/ 147117 w 278075"/>
                <a:gd name="connsiteY0" fmla="*/ 241617 h 286181"/>
                <a:gd name="connsiteX1" fmla="*/ 225500 w 278075"/>
                <a:gd name="connsiteY1" fmla="*/ 201869 h 286181"/>
                <a:gd name="connsiteX2" fmla="*/ 265776 w 278075"/>
                <a:gd name="connsiteY2" fmla="*/ 224754 h 286181"/>
                <a:gd name="connsiteX3" fmla="*/ 145911 w 278075"/>
                <a:gd name="connsiteY3" fmla="*/ 286182 h 286181"/>
                <a:gd name="connsiteX4" fmla="*/ 0 w 278075"/>
                <a:gd name="connsiteY4" fmla="*/ 143091 h 286181"/>
                <a:gd name="connsiteX5" fmla="*/ 142535 w 278075"/>
                <a:gd name="connsiteY5" fmla="*/ 0 h 286181"/>
                <a:gd name="connsiteX6" fmla="*/ 278076 w 278075"/>
                <a:gd name="connsiteY6" fmla="*/ 143573 h 286181"/>
                <a:gd name="connsiteX7" fmla="*/ 276388 w 278075"/>
                <a:gd name="connsiteY7" fmla="*/ 164771 h 286181"/>
                <a:gd name="connsiteX8" fmla="*/ 48718 w 278075"/>
                <a:gd name="connsiteY8" fmla="*/ 164771 h 286181"/>
                <a:gd name="connsiteX9" fmla="*/ 147117 w 278075"/>
                <a:gd name="connsiteY9" fmla="*/ 241617 h 286181"/>
                <a:gd name="connsiteX10" fmla="*/ 48718 w 278075"/>
                <a:gd name="connsiteY10" fmla="*/ 123338 h 286181"/>
                <a:gd name="connsiteX11" fmla="*/ 230564 w 278075"/>
                <a:gd name="connsiteY11" fmla="*/ 123338 h 286181"/>
                <a:gd name="connsiteX12" fmla="*/ 142776 w 278075"/>
                <a:gd name="connsiteY12" fmla="*/ 44565 h 286181"/>
                <a:gd name="connsiteX13" fmla="*/ 48718 w 278075"/>
                <a:gd name="connsiteY13" fmla="*/ 123338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075" h="286181">
                  <a:moveTo>
                    <a:pt x="147117" y="241617"/>
                  </a:moveTo>
                  <a:cubicBezTo>
                    <a:pt x="184741" y="241617"/>
                    <a:pt x="211994" y="224272"/>
                    <a:pt x="225500" y="201869"/>
                  </a:cubicBezTo>
                  <a:lnTo>
                    <a:pt x="265776" y="224754"/>
                  </a:lnTo>
                  <a:cubicBezTo>
                    <a:pt x="241900" y="261852"/>
                    <a:pt x="200417" y="286182"/>
                    <a:pt x="145911" y="286182"/>
                  </a:cubicBezTo>
                  <a:cubicBezTo>
                    <a:pt x="58365" y="286182"/>
                    <a:pt x="0" y="224754"/>
                    <a:pt x="0" y="143091"/>
                  </a:cubicBezTo>
                  <a:cubicBezTo>
                    <a:pt x="0" y="62632"/>
                    <a:pt x="57641" y="0"/>
                    <a:pt x="142535" y="0"/>
                  </a:cubicBezTo>
                  <a:cubicBezTo>
                    <a:pt x="224776" y="0"/>
                    <a:pt x="278076" y="67450"/>
                    <a:pt x="278076" y="143573"/>
                  </a:cubicBezTo>
                  <a:cubicBezTo>
                    <a:pt x="278076" y="150559"/>
                    <a:pt x="277594" y="157785"/>
                    <a:pt x="276388" y="164771"/>
                  </a:cubicBezTo>
                  <a:lnTo>
                    <a:pt x="48718" y="164771"/>
                  </a:lnTo>
                  <a:cubicBezTo>
                    <a:pt x="57882" y="213673"/>
                    <a:pt x="96712" y="241376"/>
                    <a:pt x="147117" y="241617"/>
                  </a:cubicBezTo>
                  <a:moveTo>
                    <a:pt x="48718" y="123338"/>
                  </a:moveTo>
                  <a:lnTo>
                    <a:pt x="230564" y="123338"/>
                  </a:lnTo>
                  <a:cubicBezTo>
                    <a:pt x="222364" y="69618"/>
                    <a:pt x="183535" y="44565"/>
                    <a:pt x="142776" y="44565"/>
                  </a:cubicBezTo>
                  <a:cubicBezTo>
                    <a:pt x="91647" y="44565"/>
                    <a:pt x="56194" y="76122"/>
                    <a:pt x="48718" y="123338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C149594-89E4-E84F-BD81-17151BA3F31D}"/>
                </a:ext>
              </a:extLst>
            </p:cNvPr>
            <p:cNvSpPr/>
            <p:nvPr/>
          </p:nvSpPr>
          <p:spPr>
            <a:xfrm>
              <a:off x="10243742" y="6132442"/>
              <a:ext cx="47270" cy="423009"/>
            </a:xfrm>
            <a:custGeom>
              <a:avLst/>
              <a:gdLst>
                <a:gd name="connsiteX0" fmla="*/ 0 w 47270"/>
                <a:gd name="connsiteY0" fmla="*/ 0 h 423009"/>
                <a:gd name="connsiteX1" fmla="*/ 47270 w 47270"/>
                <a:gd name="connsiteY1" fmla="*/ 0 h 423009"/>
                <a:gd name="connsiteX2" fmla="*/ 47270 w 47270"/>
                <a:gd name="connsiteY2" fmla="*/ 423010 h 423009"/>
                <a:gd name="connsiteX3" fmla="*/ 0 w 47270"/>
                <a:gd name="connsiteY3" fmla="*/ 423010 h 42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0" h="423009">
                  <a:moveTo>
                    <a:pt x="0" y="0"/>
                  </a:moveTo>
                  <a:lnTo>
                    <a:pt x="47270" y="0"/>
                  </a:lnTo>
                  <a:lnTo>
                    <a:pt x="47270" y="423010"/>
                  </a:lnTo>
                  <a:lnTo>
                    <a:pt x="0" y="423010"/>
                  </a:lnTo>
                  <a:close/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A2401DE-911B-7F4C-98EB-19E250839A92}"/>
                </a:ext>
              </a:extLst>
            </p:cNvPr>
            <p:cNvSpPr/>
            <p:nvPr/>
          </p:nvSpPr>
          <p:spPr>
            <a:xfrm>
              <a:off x="10348171" y="6276496"/>
              <a:ext cx="287964" cy="286181"/>
            </a:xfrm>
            <a:custGeom>
              <a:avLst/>
              <a:gdLst>
                <a:gd name="connsiteX0" fmla="*/ 287964 w 287964"/>
                <a:gd name="connsiteY0" fmla="*/ 7227 h 286181"/>
                <a:gd name="connsiteX1" fmla="*/ 287964 w 287964"/>
                <a:gd name="connsiteY1" fmla="*/ 278955 h 286181"/>
                <a:gd name="connsiteX2" fmla="*/ 240694 w 287964"/>
                <a:gd name="connsiteY2" fmla="*/ 278955 h 286181"/>
                <a:gd name="connsiteX3" fmla="*/ 240694 w 287964"/>
                <a:gd name="connsiteY3" fmla="*/ 232222 h 286181"/>
                <a:gd name="connsiteX4" fmla="*/ 137712 w 287964"/>
                <a:gd name="connsiteY4" fmla="*/ 286182 h 286181"/>
                <a:gd name="connsiteX5" fmla="*/ 0 w 287964"/>
                <a:gd name="connsiteY5" fmla="*/ 143091 h 286181"/>
                <a:gd name="connsiteX6" fmla="*/ 137712 w 287964"/>
                <a:gd name="connsiteY6" fmla="*/ 0 h 286181"/>
                <a:gd name="connsiteX7" fmla="*/ 240694 w 287964"/>
                <a:gd name="connsiteY7" fmla="*/ 53719 h 286181"/>
                <a:gd name="connsiteX8" fmla="*/ 240694 w 287964"/>
                <a:gd name="connsiteY8" fmla="*/ 7227 h 286181"/>
                <a:gd name="connsiteX9" fmla="*/ 287964 w 287964"/>
                <a:gd name="connsiteY9" fmla="*/ 7227 h 286181"/>
                <a:gd name="connsiteX10" fmla="*/ 240694 w 287964"/>
                <a:gd name="connsiteY10" fmla="*/ 143091 h 286181"/>
                <a:gd name="connsiteX11" fmla="*/ 143741 w 287964"/>
                <a:gd name="connsiteY11" fmla="*/ 45770 h 286181"/>
                <a:gd name="connsiteX12" fmla="*/ 47271 w 287964"/>
                <a:gd name="connsiteY12" fmla="*/ 143091 h 286181"/>
                <a:gd name="connsiteX13" fmla="*/ 143741 w 287964"/>
                <a:gd name="connsiteY13" fmla="*/ 240412 h 286181"/>
                <a:gd name="connsiteX14" fmla="*/ 240694 w 287964"/>
                <a:gd name="connsiteY14" fmla="*/ 143091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964" h="286181">
                  <a:moveTo>
                    <a:pt x="287964" y="7227"/>
                  </a:moveTo>
                  <a:lnTo>
                    <a:pt x="287964" y="278955"/>
                  </a:lnTo>
                  <a:lnTo>
                    <a:pt x="240694" y="278955"/>
                  </a:lnTo>
                  <a:lnTo>
                    <a:pt x="240694" y="232222"/>
                  </a:lnTo>
                  <a:cubicBezTo>
                    <a:pt x="218988" y="265465"/>
                    <a:pt x="184017" y="286182"/>
                    <a:pt x="137712" y="286182"/>
                  </a:cubicBezTo>
                  <a:cubicBezTo>
                    <a:pt x="61982" y="286182"/>
                    <a:pt x="0" y="223550"/>
                    <a:pt x="0" y="143091"/>
                  </a:cubicBezTo>
                  <a:cubicBezTo>
                    <a:pt x="0" y="62632"/>
                    <a:pt x="61982" y="0"/>
                    <a:pt x="137712" y="0"/>
                  </a:cubicBezTo>
                  <a:cubicBezTo>
                    <a:pt x="184017" y="0"/>
                    <a:pt x="218747" y="20717"/>
                    <a:pt x="240694" y="53719"/>
                  </a:cubicBezTo>
                  <a:lnTo>
                    <a:pt x="240694" y="7227"/>
                  </a:lnTo>
                  <a:lnTo>
                    <a:pt x="287964" y="7227"/>
                  </a:lnTo>
                  <a:close/>
                  <a:moveTo>
                    <a:pt x="240694" y="143091"/>
                  </a:moveTo>
                  <a:cubicBezTo>
                    <a:pt x="240694" y="87685"/>
                    <a:pt x="198729" y="45770"/>
                    <a:pt x="143741" y="45770"/>
                  </a:cubicBezTo>
                  <a:cubicBezTo>
                    <a:pt x="89235" y="45770"/>
                    <a:pt x="47271" y="87685"/>
                    <a:pt x="47271" y="143091"/>
                  </a:cubicBezTo>
                  <a:cubicBezTo>
                    <a:pt x="47271" y="198497"/>
                    <a:pt x="89235" y="240412"/>
                    <a:pt x="143741" y="240412"/>
                  </a:cubicBezTo>
                  <a:cubicBezTo>
                    <a:pt x="198729" y="240412"/>
                    <a:pt x="240452" y="198497"/>
                    <a:pt x="240694" y="143091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708B4EA-BC62-CB4C-9C0F-5E697DF8BCF2}"/>
                </a:ext>
              </a:extLst>
            </p:cNvPr>
            <p:cNvSpPr/>
            <p:nvPr/>
          </p:nvSpPr>
          <p:spPr>
            <a:xfrm>
              <a:off x="10685094" y="6283723"/>
              <a:ext cx="393116" cy="271728"/>
            </a:xfrm>
            <a:custGeom>
              <a:avLst/>
              <a:gdLst>
                <a:gd name="connsiteX0" fmla="*/ 393117 w 393116"/>
                <a:gd name="connsiteY0" fmla="*/ 0 h 271728"/>
                <a:gd name="connsiteX1" fmla="*/ 308705 w 393116"/>
                <a:gd name="connsiteY1" fmla="*/ 271728 h 271728"/>
                <a:gd name="connsiteX2" fmla="*/ 260229 w 393116"/>
                <a:gd name="connsiteY2" fmla="*/ 271728 h 271728"/>
                <a:gd name="connsiteX3" fmla="*/ 196558 w 393116"/>
                <a:gd name="connsiteY3" fmla="*/ 70582 h 271728"/>
                <a:gd name="connsiteX4" fmla="*/ 132888 w 393116"/>
                <a:gd name="connsiteY4" fmla="*/ 271728 h 271728"/>
                <a:gd name="connsiteX5" fmla="*/ 84412 w 393116"/>
                <a:gd name="connsiteY5" fmla="*/ 271728 h 271728"/>
                <a:gd name="connsiteX6" fmla="*/ 0 w 393116"/>
                <a:gd name="connsiteY6" fmla="*/ 0 h 271728"/>
                <a:gd name="connsiteX7" fmla="*/ 49441 w 393116"/>
                <a:gd name="connsiteY7" fmla="*/ 0 h 271728"/>
                <a:gd name="connsiteX8" fmla="*/ 109494 w 393116"/>
                <a:gd name="connsiteY8" fmla="*/ 206446 h 271728"/>
                <a:gd name="connsiteX9" fmla="*/ 173647 w 393116"/>
                <a:gd name="connsiteY9" fmla="*/ 0 h 271728"/>
                <a:gd name="connsiteX10" fmla="*/ 219470 w 393116"/>
                <a:gd name="connsiteY10" fmla="*/ 0 h 271728"/>
                <a:gd name="connsiteX11" fmla="*/ 283623 w 393116"/>
                <a:gd name="connsiteY11" fmla="*/ 207169 h 271728"/>
                <a:gd name="connsiteX12" fmla="*/ 343435 w 393116"/>
                <a:gd name="connsiteY12" fmla="*/ 0 h 27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3116" h="271728">
                  <a:moveTo>
                    <a:pt x="393117" y="0"/>
                  </a:moveTo>
                  <a:lnTo>
                    <a:pt x="308705" y="271728"/>
                  </a:lnTo>
                  <a:lnTo>
                    <a:pt x="260229" y="271728"/>
                  </a:lnTo>
                  <a:lnTo>
                    <a:pt x="196558" y="70582"/>
                  </a:lnTo>
                  <a:lnTo>
                    <a:pt x="132888" y="271728"/>
                  </a:lnTo>
                  <a:lnTo>
                    <a:pt x="84412" y="271728"/>
                  </a:lnTo>
                  <a:lnTo>
                    <a:pt x="0" y="0"/>
                  </a:lnTo>
                  <a:lnTo>
                    <a:pt x="49441" y="0"/>
                  </a:lnTo>
                  <a:lnTo>
                    <a:pt x="109494" y="206446"/>
                  </a:lnTo>
                  <a:lnTo>
                    <a:pt x="173647" y="0"/>
                  </a:lnTo>
                  <a:lnTo>
                    <a:pt x="219470" y="0"/>
                  </a:lnTo>
                  <a:lnTo>
                    <a:pt x="283623" y="207169"/>
                  </a:lnTo>
                  <a:lnTo>
                    <a:pt x="343435" y="0"/>
                  </a:lnTo>
                  <a:close/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6A78AF8-4093-3E4D-8051-321EC55CD14E}"/>
                </a:ext>
              </a:extLst>
            </p:cNvPr>
            <p:cNvSpPr/>
            <p:nvPr/>
          </p:nvSpPr>
          <p:spPr>
            <a:xfrm>
              <a:off x="11100881" y="6276496"/>
              <a:ext cx="287964" cy="286181"/>
            </a:xfrm>
            <a:custGeom>
              <a:avLst/>
              <a:gdLst>
                <a:gd name="connsiteX0" fmla="*/ 287964 w 287964"/>
                <a:gd name="connsiteY0" fmla="*/ 7227 h 286181"/>
                <a:gd name="connsiteX1" fmla="*/ 287964 w 287964"/>
                <a:gd name="connsiteY1" fmla="*/ 278955 h 286181"/>
                <a:gd name="connsiteX2" fmla="*/ 240694 w 287964"/>
                <a:gd name="connsiteY2" fmla="*/ 278955 h 286181"/>
                <a:gd name="connsiteX3" fmla="*/ 240694 w 287964"/>
                <a:gd name="connsiteY3" fmla="*/ 232222 h 286181"/>
                <a:gd name="connsiteX4" fmla="*/ 137711 w 287964"/>
                <a:gd name="connsiteY4" fmla="*/ 286182 h 286181"/>
                <a:gd name="connsiteX5" fmla="*/ 0 w 287964"/>
                <a:gd name="connsiteY5" fmla="*/ 143091 h 286181"/>
                <a:gd name="connsiteX6" fmla="*/ 137711 w 287964"/>
                <a:gd name="connsiteY6" fmla="*/ 0 h 286181"/>
                <a:gd name="connsiteX7" fmla="*/ 240694 w 287964"/>
                <a:gd name="connsiteY7" fmla="*/ 53719 h 286181"/>
                <a:gd name="connsiteX8" fmla="*/ 240694 w 287964"/>
                <a:gd name="connsiteY8" fmla="*/ 7227 h 286181"/>
                <a:gd name="connsiteX9" fmla="*/ 287964 w 287964"/>
                <a:gd name="connsiteY9" fmla="*/ 7227 h 286181"/>
                <a:gd name="connsiteX10" fmla="*/ 240694 w 287964"/>
                <a:gd name="connsiteY10" fmla="*/ 143091 h 286181"/>
                <a:gd name="connsiteX11" fmla="*/ 143741 w 287964"/>
                <a:gd name="connsiteY11" fmla="*/ 45770 h 286181"/>
                <a:gd name="connsiteX12" fmla="*/ 47270 w 287964"/>
                <a:gd name="connsiteY12" fmla="*/ 143091 h 286181"/>
                <a:gd name="connsiteX13" fmla="*/ 143741 w 287964"/>
                <a:gd name="connsiteY13" fmla="*/ 240412 h 286181"/>
                <a:gd name="connsiteX14" fmla="*/ 240694 w 287964"/>
                <a:gd name="connsiteY14" fmla="*/ 143091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964" h="286181">
                  <a:moveTo>
                    <a:pt x="287964" y="7227"/>
                  </a:moveTo>
                  <a:lnTo>
                    <a:pt x="287964" y="278955"/>
                  </a:lnTo>
                  <a:lnTo>
                    <a:pt x="240694" y="278955"/>
                  </a:lnTo>
                  <a:lnTo>
                    <a:pt x="240694" y="232222"/>
                  </a:lnTo>
                  <a:cubicBezTo>
                    <a:pt x="218988" y="265465"/>
                    <a:pt x="184017" y="286182"/>
                    <a:pt x="137711" y="286182"/>
                  </a:cubicBezTo>
                  <a:cubicBezTo>
                    <a:pt x="61982" y="286182"/>
                    <a:pt x="0" y="223550"/>
                    <a:pt x="0" y="143091"/>
                  </a:cubicBezTo>
                  <a:cubicBezTo>
                    <a:pt x="0" y="62632"/>
                    <a:pt x="62223" y="0"/>
                    <a:pt x="137711" y="0"/>
                  </a:cubicBezTo>
                  <a:cubicBezTo>
                    <a:pt x="184017" y="0"/>
                    <a:pt x="218747" y="20717"/>
                    <a:pt x="240694" y="53719"/>
                  </a:cubicBezTo>
                  <a:lnTo>
                    <a:pt x="240694" y="7227"/>
                  </a:lnTo>
                  <a:lnTo>
                    <a:pt x="287964" y="7227"/>
                  </a:lnTo>
                  <a:close/>
                  <a:moveTo>
                    <a:pt x="240694" y="143091"/>
                  </a:moveTo>
                  <a:cubicBezTo>
                    <a:pt x="240694" y="87685"/>
                    <a:pt x="198729" y="45770"/>
                    <a:pt x="143741" y="45770"/>
                  </a:cubicBezTo>
                  <a:cubicBezTo>
                    <a:pt x="89235" y="45770"/>
                    <a:pt x="47270" y="87685"/>
                    <a:pt x="47270" y="143091"/>
                  </a:cubicBezTo>
                  <a:cubicBezTo>
                    <a:pt x="47270" y="198497"/>
                    <a:pt x="89235" y="240412"/>
                    <a:pt x="143741" y="240412"/>
                  </a:cubicBezTo>
                  <a:cubicBezTo>
                    <a:pt x="198729" y="240412"/>
                    <a:pt x="240694" y="198497"/>
                    <a:pt x="240694" y="143091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C28A6DA-42FB-DC4F-8BB9-8680BA124F8E}"/>
                </a:ext>
              </a:extLst>
            </p:cNvPr>
            <p:cNvSpPr/>
            <p:nvPr/>
          </p:nvSpPr>
          <p:spPr>
            <a:xfrm>
              <a:off x="11460716" y="6278664"/>
              <a:ext cx="132164" cy="276546"/>
            </a:xfrm>
            <a:custGeom>
              <a:avLst/>
              <a:gdLst>
                <a:gd name="connsiteX0" fmla="*/ 132164 w 132164"/>
                <a:gd name="connsiteY0" fmla="*/ 0 h 276546"/>
                <a:gd name="connsiteX1" fmla="*/ 132164 w 132164"/>
                <a:gd name="connsiteY1" fmla="*/ 49383 h 276546"/>
                <a:gd name="connsiteX2" fmla="*/ 47270 w 132164"/>
                <a:gd name="connsiteY2" fmla="*/ 132492 h 276546"/>
                <a:gd name="connsiteX3" fmla="*/ 47270 w 132164"/>
                <a:gd name="connsiteY3" fmla="*/ 276546 h 276546"/>
                <a:gd name="connsiteX4" fmla="*/ 0 w 132164"/>
                <a:gd name="connsiteY4" fmla="*/ 276546 h 276546"/>
                <a:gd name="connsiteX5" fmla="*/ 0 w 132164"/>
                <a:gd name="connsiteY5" fmla="*/ 5059 h 276546"/>
                <a:gd name="connsiteX6" fmla="*/ 47270 w 132164"/>
                <a:gd name="connsiteY6" fmla="*/ 5059 h 276546"/>
                <a:gd name="connsiteX7" fmla="*/ 47270 w 132164"/>
                <a:gd name="connsiteY7" fmla="*/ 50829 h 276546"/>
                <a:gd name="connsiteX8" fmla="*/ 132164 w 132164"/>
                <a:gd name="connsiteY8" fmla="*/ 0 h 276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164" h="276546">
                  <a:moveTo>
                    <a:pt x="132164" y="0"/>
                  </a:moveTo>
                  <a:lnTo>
                    <a:pt x="132164" y="49383"/>
                  </a:lnTo>
                  <a:cubicBezTo>
                    <a:pt x="91406" y="47697"/>
                    <a:pt x="47270" y="68414"/>
                    <a:pt x="47270" y="132492"/>
                  </a:cubicBezTo>
                  <a:lnTo>
                    <a:pt x="47270" y="276546"/>
                  </a:lnTo>
                  <a:lnTo>
                    <a:pt x="0" y="276546"/>
                  </a:lnTo>
                  <a:lnTo>
                    <a:pt x="0" y="5059"/>
                  </a:lnTo>
                  <a:lnTo>
                    <a:pt x="47270" y="5059"/>
                  </a:lnTo>
                  <a:lnTo>
                    <a:pt x="47270" y="50829"/>
                  </a:lnTo>
                  <a:cubicBezTo>
                    <a:pt x="64635" y="12767"/>
                    <a:pt x="97917" y="241"/>
                    <a:pt x="132164" y="0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B77877D-96D0-C745-A69D-B06DF04A632E}"/>
                </a:ext>
              </a:extLst>
            </p:cNvPr>
            <p:cNvSpPr/>
            <p:nvPr/>
          </p:nvSpPr>
          <p:spPr>
            <a:xfrm>
              <a:off x="11609280" y="6276496"/>
              <a:ext cx="278075" cy="286181"/>
            </a:xfrm>
            <a:custGeom>
              <a:avLst/>
              <a:gdLst>
                <a:gd name="connsiteX0" fmla="*/ 147117 w 278075"/>
                <a:gd name="connsiteY0" fmla="*/ 241617 h 286181"/>
                <a:gd name="connsiteX1" fmla="*/ 225500 w 278075"/>
                <a:gd name="connsiteY1" fmla="*/ 201869 h 286181"/>
                <a:gd name="connsiteX2" fmla="*/ 265776 w 278075"/>
                <a:gd name="connsiteY2" fmla="*/ 224754 h 286181"/>
                <a:gd name="connsiteX3" fmla="*/ 145911 w 278075"/>
                <a:gd name="connsiteY3" fmla="*/ 286182 h 286181"/>
                <a:gd name="connsiteX4" fmla="*/ 0 w 278075"/>
                <a:gd name="connsiteY4" fmla="*/ 143091 h 286181"/>
                <a:gd name="connsiteX5" fmla="*/ 142535 w 278075"/>
                <a:gd name="connsiteY5" fmla="*/ 0 h 286181"/>
                <a:gd name="connsiteX6" fmla="*/ 278076 w 278075"/>
                <a:gd name="connsiteY6" fmla="*/ 143573 h 286181"/>
                <a:gd name="connsiteX7" fmla="*/ 276388 w 278075"/>
                <a:gd name="connsiteY7" fmla="*/ 164771 h 286181"/>
                <a:gd name="connsiteX8" fmla="*/ 48235 w 278075"/>
                <a:gd name="connsiteY8" fmla="*/ 164771 h 286181"/>
                <a:gd name="connsiteX9" fmla="*/ 147117 w 278075"/>
                <a:gd name="connsiteY9" fmla="*/ 241617 h 286181"/>
                <a:gd name="connsiteX10" fmla="*/ 48476 w 278075"/>
                <a:gd name="connsiteY10" fmla="*/ 123338 h 286181"/>
                <a:gd name="connsiteX11" fmla="*/ 230323 w 278075"/>
                <a:gd name="connsiteY11" fmla="*/ 123338 h 286181"/>
                <a:gd name="connsiteX12" fmla="*/ 142776 w 278075"/>
                <a:gd name="connsiteY12" fmla="*/ 44565 h 286181"/>
                <a:gd name="connsiteX13" fmla="*/ 48476 w 278075"/>
                <a:gd name="connsiteY13" fmla="*/ 123338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075" h="286181">
                  <a:moveTo>
                    <a:pt x="147117" y="241617"/>
                  </a:moveTo>
                  <a:cubicBezTo>
                    <a:pt x="184741" y="241617"/>
                    <a:pt x="211994" y="224272"/>
                    <a:pt x="225500" y="201869"/>
                  </a:cubicBezTo>
                  <a:lnTo>
                    <a:pt x="265776" y="224754"/>
                  </a:lnTo>
                  <a:cubicBezTo>
                    <a:pt x="241899" y="261852"/>
                    <a:pt x="200417" y="286182"/>
                    <a:pt x="145911" y="286182"/>
                  </a:cubicBezTo>
                  <a:cubicBezTo>
                    <a:pt x="58365" y="286182"/>
                    <a:pt x="0" y="224754"/>
                    <a:pt x="0" y="143091"/>
                  </a:cubicBezTo>
                  <a:cubicBezTo>
                    <a:pt x="0" y="62632"/>
                    <a:pt x="57641" y="0"/>
                    <a:pt x="142535" y="0"/>
                  </a:cubicBezTo>
                  <a:cubicBezTo>
                    <a:pt x="224776" y="0"/>
                    <a:pt x="278076" y="67450"/>
                    <a:pt x="278076" y="143573"/>
                  </a:cubicBezTo>
                  <a:cubicBezTo>
                    <a:pt x="278076" y="150559"/>
                    <a:pt x="277594" y="157785"/>
                    <a:pt x="276388" y="164771"/>
                  </a:cubicBezTo>
                  <a:lnTo>
                    <a:pt x="48235" y="164771"/>
                  </a:lnTo>
                  <a:cubicBezTo>
                    <a:pt x="57641" y="213673"/>
                    <a:pt x="96470" y="241376"/>
                    <a:pt x="147117" y="241617"/>
                  </a:cubicBezTo>
                  <a:moveTo>
                    <a:pt x="48476" y="123338"/>
                  </a:moveTo>
                  <a:lnTo>
                    <a:pt x="230323" y="123338"/>
                  </a:lnTo>
                  <a:cubicBezTo>
                    <a:pt x="222123" y="69618"/>
                    <a:pt x="183535" y="44565"/>
                    <a:pt x="142776" y="44565"/>
                  </a:cubicBezTo>
                  <a:cubicBezTo>
                    <a:pt x="91406" y="44565"/>
                    <a:pt x="56194" y="76122"/>
                    <a:pt x="48476" y="123338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C354477-3FC0-7A4A-81D1-EB1FD8A443A7}"/>
                </a:ext>
              </a:extLst>
            </p:cNvPr>
            <p:cNvSpPr/>
            <p:nvPr/>
          </p:nvSpPr>
          <p:spPr>
            <a:xfrm>
              <a:off x="9566520" y="6132442"/>
              <a:ext cx="287964" cy="430236"/>
            </a:xfrm>
            <a:custGeom>
              <a:avLst/>
              <a:gdLst>
                <a:gd name="connsiteX0" fmla="*/ 287964 w 287964"/>
                <a:gd name="connsiteY0" fmla="*/ 0 h 430236"/>
                <a:gd name="connsiteX1" fmla="*/ 287964 w 287964"/>
                <a:gd name="connsiteY1" fmla="*/ 287145 h 430236"/>
                <a:gd name="connsiteX2" fmla="*/ 137711 w 287964"/>
                <a:gd name="connsiteY2" fmla="*/ 430236 h 430236"/>
                <a:gd name="connsiteX3" fmla="*/ 0 w 287964"/>
                <a:gd name="connsiteY3" fmla="*/ 287145 h 430236"/>
                <a:gd name="connsiteX4" fmla="*/ 137711 w 287964"/>
                <a:gd name="connsiteY4" fmla="*/ 144055 h 430236"/>
                <a:gd name="connsiteX5" fmla="*/ 240694 w 287964"/>
                <a:gd name="connsiteY5" fmla="*/ 197774 h 430236"/>
                <a:gd name="connsiteX6" fmla="*/ 240694 w 287964"/>
                <a:gd name="connsiteY6" fmla="*/ 0 h 430236"/>
                <a:gd name="connsiteX7" fmla="*/ 287964 w 287964"/>
                <a:gd name="connsiteY7" fmla="*/ 0 h 430236"/>
                <a:gd name="connsiteX8" fmla="*/ 240694 w 287964"/>
                <a:gd name="connsiteY8" fmla="*/ 287145 h 430236"/>
                <a:gd name="connsiteX9" fmla="*/ 143741 w 287964"/>
                <a:gd name="connsiteY9" fmla="*/ 189824 h 430236"/>
                <a:gd name="connsiteX10" fmla="*/ 47512 w 287964"/>
                <a:gd name="connsiteY10" fmla="*/ 287145 h 430236"/>
                <a:gd name="connsiteX11" fmla="*/ 143741 w 287964"/>
                <a:gd name="connsiteY11" fmla="*/ 384467 h 430236"/>
                <a:gd name="connsiteX12" fmla="*/ 240694 w 287964"/>
                <a:gd name="connsiteY12" fmla="*/ 287145 h 43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7964" h="430236">
                  <a:moveTo>
                    <a:pt x="287964" y="0"/>
                  </a:moveTo>
                  <a:lnTo>
                    <a:pt x="287964" y="287145"/>
                  </a:lnTo>
                  <a:cubicBezTo>
                    <a:pt x="287964" y="345442"/>
                    <a:pt x="244070" y="430236"/>
                    <a:pt x="137711" y="430236"/>
                  </a:cubicBezTo>
                  <a:cubicBezTo>
                    <a:pt x="61982" y="430236"/>
                    <a:pt x="0" y="367604"/>
                    <a:pt x="0" y="287145"/>
                  </a:cubicBezTo>
                  <a:cubicBezTo>
                    <a:pt x="0" y="206687"/>
                    <a:pt x="61982" y="144055"/>
                    <a:pt x="137711" y="144055"/>
                  </a:cubicBezTo>
                  <a:cubicBezTo>
                    <a:pt x="184017" y="144055"/>
                    <a:pt x="218747" y="164771"/>
                    <a:pt x="240694" y="197774"/>
                  </a:cubicBezTo>
                  <a:lnTo>
                    <a:pt x="240694" y="0"/>
                  </a:lnTo>
                  <a:lnTo>
                    <a:pt x="287964" y="0"/>
                  </a:lnTo>
                  <a:close/>
                  <a:moveTo>
                    <a:pt x="240694" y="287145"/>
                  </a:moveTo>
                  <a:cubicBezTo>
                    <a:pt x="240694" y="231740"/>
                    <a:pt x="198729" y="189824"/>
                    <a:pt x="143741" y="189824"/>
                  </a:cubicBezTo>
                  <a:cubicBezTo>
                    <a:pt x="89235" y="189824"/>
                    <a:pt x="47512" y="231740"/>
                    <a:pt x="47512" y="287145"/>
                  </a:cubicBezTo>
                  <a:cubicBezTo>
                    <a:pt x="47512" y="342551"/>
                    <a:pt x="89476" y="384467"/>
                    <a:pt x="143741" y="384467"/>
                  </a:cubicBezTo>
                  <a:cubicBezTo>
                    <a:pt x="198729" y="384467"/>
                    <a:pt x="240694" y="342551"/>
                    <a:pt x="240694" y="287145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EEFB3D1-84C0-5C49-BEB2-CF0FC64C78D5}"/>
                </a:ext>
              </a:extLst>
            </p:cNvPr>
            <p:cNvSpPr/>
            <p:nvPr/>
          </p:nvSpPr>
          <p:spPr>
            <a:xfrm>
              <a:off x="9614031" y="6322266"/>
              <a:ext cx="193181" cy="194642"/>
            </a:xfrm>
            <a:custGeom>
              <a:avLst/>
              <a:gdLst>
                <a:gd name="connsiteX0" fmla="*/ 193182 w 193181"/>
                <a:gd name="connsiteY0" fmla="*/ 97321 h 194642"/>
                <a:gd name="connsiteX1" fmla="*/ 96229 w 193181"/>
                <a:gd name="connsiteY1" fmla="*/ 0 h 194642"/>
                <a:gd name="connsiteX2" fmla="*/ 0 w 193181"/>
                <a:gd name="connsiteY2" fmla="*/ 97321 h 194642"/>
                <a:gd name="connsiteX3" fmla="*/ 96229 w 193181"/>
                <a:gd name="connsiteY3" fmla="*/ 194642 h 194642"/>
                <a:gd name="connsiteX4" fmla="*/ 193182 w 193181"/>
                <a:gd name="connsiteY4" fmla="*/ 97321 h 19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181" h="194642">
                  <a:moveTo>
                    <a:pt x="193182" y="97321"/>
                  </a:moveTo>
                  <a:cubicBezTo>
                    <a:pt x="193182" y="41916"/>
                    <a:pt x="151217" y="0"/>
                    <a:pt x="96229" y="0"/>
                  </a:cubicBezTo>
                  <a:cubicBezTo>
                    <a:pt x="41723" y="0"/>
                    <a:pt x="0" y="41916"/>
                    <a:pt x="0" y="97321"/>
                  </a:cubicBezTo>
                  <a:cubicBezTo>
                    <a:pt x="0" y="152727"/>
                    <a:pt x="41965" y="194642"/>
                    <a:pt x="96229" y="194642"/>
                  </a:cubicBezTo>
                  <a:cubicBezTo>
                    <a:pt x="151217" y="194642"/>
                    <a:pt x="193182" y="152727"/>
                    <a:pt x="193182" y="97321"/>
                  </a:cubicBezTo>
                </a:path>
              </a:pathLst>
            </a:custGeom>
            <a:solidFill>
              <a:schemeClr val="bg2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091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401" y="3967065"/>
            <a:ext cx="896504" cy="29088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2" y="365129"/>
            <a:ext cx="9382124" cy="1325563"/>
          </a:xfrm>
        </p:spPr>
        <p:txBody>
          <a:bodyPr/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2" y="2028536"/>
            <a:ext cx="9382124" cy="3988809"/>
          </a:xfrm>
        </p:spPr>
        <p:txBody>
          <a:bodyPr/>
          <a:lstStyle>
            <a:lvl1pPr algn="l">
              <a:defRPr>
                <a:latin typeface="Gill Sans MT" panose="020B0502020104020203" pitchFamily="34" charset="0"/>
              </a:defRPr>
            </a:lvl1pPr>
            <a:lvl2pPr algn="l">
              <a:defRPr>
                <a:latin typeface="Gill Sans MT" panose="020B0502020104020203" pitchFamily="34" charset="0"/>
              </a:defRPr>
            </a:lvl2pPr>
            <a:lvl3pPr algn="l">
              <a:defRPr>
                <a:latin typeface="Gill Sans MT" panose="020B0502020104020203" pitchFamily="34" charset="0"/>
              </a:defRPr>
            </a:lvl3pPr>
            <a:lvl4pPr algn="l">
              <a:defRPr>
                <a:latin typeface="Gill Sans MT" panose="020B0502020104020203" pitchFamily="34" charset="0"/>
              </a:defRPr>
            </a:lvl4pPr>
            <a:lvl5pPr algn="l"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705" y="63999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 b="0">
                <a:solidFill>
                  <a:schemeClr val="tx2"/>
                </a:solidFill>
              </a:defRPr>
            </a:lvl1pPr>
          </a:lstStyle>
          <a:p>
            <a:fld id="{1C96AA6D-8347-412D-BE88-10FF9D73003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1" y="-365"/>
            <a:ext cx="439524" cy="10709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000" y="6034341"/>
            <a:ext cx="731001" cy="73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45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CORN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8986621" y="-9488"/>
            <a:ext cx="3232505" cy="6877543"/>
          </a:xfrm>
          <a:custGeom>
            <a:avLst/>
            <a:gdLst>
              <a:gd name="connsiteX0" fmla="*/ 0 w 4398264"/>
              <a:gd name="connsiteY0" fmla="*/ 6858000 h 6858000"/>
              <a:gd name="connsiteX1" fmla="*/ 1099566 w 4398264"/>
              <a:gd name="connsiteY1" fmla="*/ 0 h 6858000"/>
              <a:gd name="connsiteX2" fmla="*/ 3298698 w 4398264"/>
              <a:gd name="connsiteY2" fmla="*/ 0 h 6858000"/>
              <a:gd name="connsiteX3" fmla="*/ 4398264 w 4398264"/>
              <a:gd name="connsiteY3" fmla="*/ 6858000 h 6858000"/>
              <a:gd name="connsiteX4" fmla="*/ 0 w 4398264"/>
              <a:gd name="connsiteY4" fmla="*/ 6858000 h 6858000"/>
              <a:gd name="connsiteX0" fmla="*/ 0 w 3328416"/>
              <a:gd name="connsiteY0" fmla="*/ 6858000 h 6858000"/>
              <a:gd name="connsiteX1" fmla="*/ 1099566 w 3328416"/>
              <a:gd name="connsiteY1" fmla="*/ 0 h 6858000"/>
              <a:gd name="connsiteX2" fmla="*/ 3298698 w 3328416"/>
              <a:gd name="connsiteY2" fmla="*/ 0 h 6858000"/>
              <a:gd name="connsiteX3" fmla="*/ 3328416 w 3328416"/>
              <a:gd name="connsiteY3" fmla="*/ 6858000 h 6858000"/>
              <a:gd name="connsiteX4" fmla="*/ 0 w 3328416"/>
              <a:gd name="connsiteY4" fmla="*/ 6858000 h 6858000"/>
              <a:gd name="connsiteX0" fmla="*/ 0 w 3318063"/>
              <a:gd name="connsiteY0" fmla="*/ 6858000 h 6858000"/>
              <a:gd name="connsiteX1" fmla="*/ 1089213 w 3318063"/>
              <a:gd name="connsiteY1" fmla="*/ 0 h 6858000"/>
              <a:gd name="connsiteX2" fmla="*/ 3288345 w 3318063"/>
              <a:gd name="connsiteY2" fmla="*/ 0 h 6858000"/>
              <a:gd name="connsiteX3" fmla="*/ 3318063 w 3318063"/>
              <a:gd name="connsiteY3" fmla="*/ 6858000 h 6858000"/>
              <a:gd name="connsiteX4" fmla="*/ 0 w 3318063"/>
              <a:gd name="connsiteY4" fmla="*/ 6858000 h 6858000"/>
              <a:gd name="connsiteX0" fmla="*/ 0 w 3318063"/>
              <a:gd name="connsiteY0" fmla="*/ 6858000 h 6858000"/>
              <a:gd name="connsiteX1" fmla="*/ 1089213 w 3318063"/>
              <a:gd name="connsiteY1" fmla="*/ 0 h 6858000"/>
              <a:gd name="connsiteX2" fmla="*/ 3288346 w 3318063"/>
              <a:gd name="connsiteY2" fmla="*/ 0 h 6858000"/>
              <a:gd name="connsiteX3" fmla="*/ 3318063 w 3318063"/>
              <a:gd name="connsiteY3" fmla="*/ 6858000 h 6858000"/>
              <a:gd name="connsiteX4" fmla="*/ 0 w 3318063"/>
              <a:gd name="connsiteY4" fmla="*/ 6858000 h 6858000"/>
              <a:gd name="connsiteX0" fmla="*/ 0 w 3318063"/>
              <a:gd name="connsiteY0" fmla="*/ 6870700 h 6870700"/>
              <a:gd name="connsiteX1" fmla="*/ 1089213 w 3318063"/>
              <a:gd name="connsiteY1" fmla="*/ 12700 h 6870700"/>
              <a:gd name="connsiteX2" fmla="*/ 3315088 w 3318063"/>
              <a:gd name="connsiteY2" fmla="*/ 0 h 6870700"/>
              <a:gd name="connsiteX3" fmla="*/ 3318063 w 3318063"/>
              <a:gd name="connsiteY3" fmla="*/ 6870700 h 6870700"/>
              <a:gd name="connsiteX4" fmla="*/ 0 w 3318063"/>
              <a:gd name="connsiteY4" fmla="*/ 6870700 h 6870700"/>
              <a:gd name="connsiteX0" fmla="*/ 0 w 4147059"/>
              <a:gd name="connsiteY0" fmla="*/ 6819900 h 6870700"/>
              <a:gd name="connsiteX1" fmla="*/ 1918209 w 4147059"/>
              <a:gd name="connsiteY1" fmla="*/ 12700 h 6870700"/>
              <a:gd name="connsiteX2" fmla="*/ 4144084 w 4147059"/>
              <a:gd name="connsiteY2" fmla="*/ 0 h 6870700"/>
              <a:gd name="connsiteX3" fmla="*/ 4147059 w 4147059"/>
              <a:gd name="connsiteY3" fmla="*/ 6870700 h 6870700"/>
              <a:gd name="connsiteX4" fmla="*/ 0 w 4147059"/>
              <a:gd name="connsiteY4" fmla="*/ 6819900 h 6870700"/>
              <a:gd name="connsiteX0" fmla="*/ 0 w 4105202"/>
              <a:gd name="connsiteY0" fmla="*/ 6819900 h 6870700"/>
              <a:gd name="connsiteX1" fmla="*/ 1876352 w 4105202"/>
              <a:gd name="connsiteY1" fmla="*/ 12700 h 6870700"/>
              <a:gd name="connsiteX2" fmla="*/ 4102227 w 4105202"/>
              <a:gd name="connsiteY2" fmla="*/ 0 h 6870700"/>
              <a:gd name="connsiteX3" fmla="*/ 4105202 w 4105202"/>
              <a:gd name="connsiteY3" fmla="*/ 6870700 h 6870700"/>
              <a:gd name="connsiteX4" fmla="*/ 0 w 4105202"/>
              <a:gd name="connsiteY4" fmla="*/ 6819900 h 6870700"/>
              <a:gd name="connsiteX0" fmla="*/ 0 w 4105202"/>
              <a:gd name="connsiteY0" fmla="*/ 6819900 h 6857447"/>
              <a:gd name="connsiteX1" fmla="*/ 1876352 w 4105202"/>
              <a:gd name="connsiteY1" fmla="*/ 12700 h 6857447"/>
              <a:gd name="connsiteX2" fmla="*/ 4102227 w 4105202"/>
              <a:gd name="connsiteY2" fmla="*/ 0 h 6857447"/>
              <a:gd name="connsiteX3" fmla="*/ 4105202 w 4105202"/>
              <a:gd name="connsiteY3" fmla="*/ 6857447 h 6857447"/>
              <a:gd name="connsiteX4" fmla="*/ 0 w 4105202"/>
              <a:gd name="connsiteY4" fmla="*/ 6819900 h 6857447"/>
              <a:gd name="connsiteX0" fmla="*/ 0 w 4119155"/>
              <a:gd name="connsiteY0" fmla="*/ 6819900 h 6857447"/>
              <a:gd name="connsiteX1" fmla="*/ 1876352 w 4119155"/>
              <a:gd name="connsiteY1" fmla="*/ 12700 h 6857447"/>
              <a:gd name="connsiteX2" fmla="*/ 4102227 w 4119155"/>
              <a:gd name="connsiteY2" fmla="*/ 0 h 6857447"/>
              <a:gd name="connsiteX3" fmla="*/ 4119155 w 4119155"/>
              <a:gd name="connsiteY3" fmla="*/ 6857447 h 6857447"/>
              <a:gd name="connsiteX4" fmla="*/ 0 w 4119155"/>
              <a:gd name="connsiteY4" fmla="*/ 6819900 h 6857447"/>
              <a:gd name="connsiteX0" fmla="*/ 0 w 4119155"/>
              <a:gd name="connsiteY0" fmla="*/ 6819900 h 6857447"/>
              <a:gd name="connsiteX1" fmla="*/ 1876352 w 4119155"/>
              <a:gd name="connsiteY1" fmla="*/ 12700 h 6857447"/>
              <a:gd name="connsiteX2" fmla="*/ 4102227 w 4119155"/>
              <a:gd name="connsiteY2" fmla="*/ 0 h 6857447"/>
              <a:gd name="connsiteX3" fmla="*/ 4119155 w 4119155"/>
              <a:gd name="connsiteY3" fmla="*/ 6857447 h 6857447"/>
              <a:gd name="connsiteX4" fmla="*/ 0 w 4119155"/>
              <a:gd name="connsiteY4" fmla="*/ 6819900 h 6857447"/>
              <a:gd name="connsiteX0" fmla="*/ 0 w 4119155"/>
              <a:gd name="connsiteY0" fmla="*/ 6819900 h 6857447"/>
              <a:gd name="connsiteX1" fmla="*/ 1876352 w 4119155"/>
              <a:gd name="connsiteY1" fmla="*/ 12700 h 6857447"/>
              <a:gd name="connsiteX2" fmla="*/ 4102227 w 4119155"/>
              <a:gd name="connsiteY2" fmla="*/ 0 h 6857447"/>
              <a:gd name="connsiteX3" fmla="*/ 4119155 w 4119155"/>
              <a:gd name="connsiteY3" fmla="*/ 6857447 h 6857447"/>
              <a:gd name="connsiteX4" fmla="*/ 0 w 4119155"/>
              <a:gd name="connsiteY4" fmla="*/ 6819900 h 6857447"/>
              <a:gd name="connsiteX0" fmla="*/ 0 w 4119155"/>
              <a:gd name="connsiteY0" fmla="*/ 6819900 h 6830943"/>
              <a:gd name="connsiteX1" fmla="*/ 1876352 w 4119155"/>
              <a:gd name="connsiteY1" fmla="*/ 12700 h 6830943"/>
              <a:gd name="connsiteX2" fmla="*/ 4102227 w 4119155"/>
              <a:gd name="connsiteY2" fmla="*/ 0 h 6830943"/>
              <a:gd name="connsiteX3" fmla="*/ 4119155 w 4119155"/>
              <a:gd name="connsiteY3" fmla="*/ 6830943 h 6830943"/>
              <a:gd name="connsiteX4" fmla="*/ 0 w 4119155"/>
              <a:gd name="connsiteY4" fmla="*/ 6819900 h 6830943"/>
              <a:gd name="connsiteX0" fmla="*/ 0 w 4119155"/>
              <a:gd name="connsiteY0" fmla="*/ 6820453 h 6831496"/>
              <a:gd name="connsiteX1" fmla="*/ 1806590 w 4119155"/>
              <a:gd name="connsiteY1" fmla="*/ 0 h 6831496"/>
              <a:gd name="connsiteX2" fmla="*/ 4102227 w 4119155"/>
              <a:gd name="connsiteY2" fmla="*/ 553 h 6831496"/>
              <a:gd name="connsiteX3" fmla="*/ 4119155 w 4119155"/>
              <a:gd name="connsiteY3" fmla="*/ 6831496 h 6831496"/>
              <a:gd name="connsiteX4" fmla="*/ 0 w 4119155"/>
              <a:gd name="connsiteY4" fmla="*/ 6820453 h 6831496"/>
              <a:gd name="connsiteX0" fmla="*/ 0 w 4154224"/>
              <a:gd name="connsiteY0" fmla="*/ 6829910 h 6840953"/>
              <a:gd name="connsiteX1" fmla="*/ 1806590 w 4154224"/>
              <a:gd name="connsiteY1" fmla="*/ 9457 h 6840953"/>
              <a:gd name="connsiteX2" fmla="*/ 4154205 w 4154224"/>
              <a:gd name="connsiteY2" fmla="*/ 0 h 6840953"/>
              <a:gd name="connsiteX3" fmla="*/ 4119155 w 4154224"/>
              <a:gd name="connsiteY3" fmla="*/ 6840953 h 6840953"/>
              <a:gd name="connsiteX4" fmla="*/ 0 w 4154224"/>
              <a:gd name="connsiteY4" fmla="*/ 6829910 h 6840953"/>
              <a:gd name="connsiteX0" fmla="*/ 0 w 4180213"/>
              <a:gd name="connsiteY0" fmla="*/ 6849929 h 6849929"/>
              <a:gd name="connsiteX1" fmla="*/ 1832579 w 4180213"/>
              <a:gd name="connsiteY1" fmla="*/ 9457 h 6849929"/>
              <a:gd name="connsiteX2" fmla="*/ 4180194 w 4180213"/>
              <a:gd name="connsiteY2" fmla="*/ 0 h 6849929"/>
              <a:gd name="connsiteX3" fmla="*/ 4145144 w 4180213"/>
              <a:gd name="connsiteY3" fmla="*/ 6840953 h 6849929"/>
              <a:gd name="connsiteX4" fmla="*/ 0 w 4180213"/>
              <a:gd name="connsiteY4" fmla="*/ 6849929 h 6849929"/>
              <a:gd name="connsiteX0" fmla="*/ 0 w 4180223"/>
              <a:gd name="connsiteY0" fmla="*/ 6849929 h 6850963"/>
              <a:gd name="connsiteX1" fmla="*/ 1832579 w 4180223"/>
              <a:gd name="connsiteY1" fmla="*/ 9457 h 6850963"/>
              <a:gd name="connsiteX2" fmla="*/ 4180194 w 4180223"/>
              <a:gd name="connsiteY2" fmla="*/ 0 h 6850963"/>
              <a:gd name="connsiteX3" fmla="*/ 4158140 w 4180223"/>
              <a:gd name="connsiteY3" fmla="*/ 6850963 h 6850963"/>
              <a:gd name="connsiteX4" fmla="*/ 0 w 4180223"/>
              <a:gd name="connsiteY4" fmla="*/ 6849929 h 68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0223" h="6850963">
                <a:moveTo>
                  <a:pt x="0" y="6849929"/>
                </a:moveTo>
                <a:lnTo>
                  <a:pt x="1832579" y="9457"/>
                </a:lnTo>
                <a:lnTo>
                  <a:pt x="4180194" y="0"/>
                </a:lnTo>
                <a:cubicBezTo>
                  <a:pt x="4181186" y="2290233"/>
                  <a:pt x="4157148" y="4560730"/>
                  <a:pt x="4158140" y="6850963"/>
                </a:cubicBezTo>
                <a:lnTo>
                  <a:pt x="0" y="6849929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l-BE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2" y="365129"/>
            <a:ext cx="8168519" cy="13255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8202" y="2028536"/>
            <a:ext cx="8168519" cy="3988809"/>
          </a:xfrm>
        </p:spPr>
        <p:txBody>
          <a:bodyPr/>
          <a:lstStyle>
            <a:lvl1pPr algn="l">
              <a:defRPr>
                <a:latin typeface="Gill Sans MT" panose="020B0502020104020203" pitchFamily="34" charset="0"/>
              </a:defRPr>
            </a:lvl1pPr>
            <a:lvl2pPr algn="l">
              <a:defRPr>
                <a:latin typeface="Gill Sans MT" panose="020B0502020104020203" pitchFamily="34" charset="0"/>
              </a:defRPr>
            </a:lvl2pPr>
            <a:lvl3pPr algn="l">
              <a:defRPr>
                <a:latin typeface="Gill Sans MT" panose="020B0502020104020203" pitchFamily="34" charset="0"/>
              </a:defRPr>
            </a:lvl3pPr>
            <a:lvl4pPr algn="l">
              <a:defRPr>
                <a:latin typeface="Gill Sans MT" panose="020B0502020104020203" pitchFamily="34" charset="0"/>
              </a:defRPr>
            </a:lvl4pPr>
            <a:lvl5pPr algn="l"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705" y="63999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 b="0">
                <a:solidFill>
                  <a:schemeClr val="tx2"/>
                </a:solidFill>
              </a:defRPr>
            </a:lvl1pPr>
          </a:lstStyle>
          <a:p>
            <a:fld id="{1C96AA6D-8347-412D-BE88-10FF9D73003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000" y="6034343"/>
            <a:ext cx="731001" cy="7307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1" y="-365"/>
            <a:ext cx="439524" cy="107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599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gline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9E0E15-4A15-3547-8617-1C2EF2EB5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638"/>
            <a:ext cx="12192000" cy="685800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98F074B-41DA-E54C-9630-B8404CF34A80}"/>
              </a:ext>
            </a:extLst>
          </p:cNvPr>
          <p:cNvGrpSpPr/>
          <p:nvPr userDrawn="1"/>
        </p:nvGrpSpPr>
        <p:grpSpPr>
          <a:xfrm>
            <a:off x="2378988" y="3002898"/>
            <a:ext cx="7434021" cy="552197"/>
            <a:chOff x="2377527" y="3151753"/>
            <a:chExt cx="7434021" cy="552197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C774CBA-6CA8-164F-9EBF-CB3081D0FA2E}"/>
                </a:ext>
              </a:extLst>
            </p:cNvPr>
            <p:cNvSpPr/>
            <p:nvPr/>
          </p:nvSpPr>
          <p:spPr>
            <a:xfrm>
              <a:off x="2377527" y="3181337"/>
              <a:ext cx="3749678" cy="522035"/>
            </a:xfrm>
            <a:custGeom>
              <a:avLst/>
              <a:gdLst>
                <a:gd name="connsiteX0" fmla="*/ 3639633 w 3749678"/>
                <a:gd name="connsiteY0" fmla="*/ 483583 h 522035"/>
                <a:gd name="connsiteX1" fmla="*/ 3652197 w 3749678"/>
                <a:gd name="connsiteY1" fmla="*/ 500741 h 522035"/>
                <a:gd name="connsiteX2" fmla="*/ 3670415 w 3749678"/>
                <a:gd name="connsiteY2" fmla="*/ 512249 h 522035"/>
                <a:gd name="connsiteX3" fmla="*/ 3692298 w 3749678"/>
                <a:gd name="connsiteY3" fmla="*/ 516539 h 522035"/>
                <a:gd name="connsiteX4" fmla="*/ 3732817 w 3749678"/>
                <a:gd name="connsiteY4" fmla="*/ 500009 h 522035"/>
                <a:gd name="connsiteX5" fmla="*/ 3749674 w 3749678"/>
                <a:gd name="connsiteY5" fmla="*/ 460671 h 522035"/>
                <a:gd name="connsiteX6" fmla="*/ 3732503 w 3749678"/>
                <a:gd name="connsiteY6" fmla="*/ 421961 h 522035"/>
                <a:gd name="connsiteX7" fmla="*/ 3692297 w 3749678"/>
                <a:gd name="connsiteY7" fmla="*/ 406163 h 522035"/>
                <a:gd name="connsiteX8" fmla="*/ 3651778 w 3749678"/>
                <a:gd name="connsiteY8" fmla="*/ 422694 h 522035"/>
                <a:gd name="connsiteX9" fmla="*/ 3634711 w 3749678"/>
                <a:gd name="connsiteY9" fmla="*/ 462136 h 522035"/>
                <a:gd name="connsiteX10" fmla="*/ 3639423 w 3749678"/>
                <a:gd name="connsiteY10" fmla="*/ 483688 h 522035"/>
                <a:gd name="connsiteX11" fmla="*/ 3413163 w 3749678"/>
                <a:gd name="connsiteY11" fmla="*/ 237200 h 522035"/>
                <a:gd name="connsiteX12" fmla="*/ 3413163 w 3749678"/>
                <a:gd name="connsiteY12" fmla="*/ 397584 h 522035"/>
                <a:gd name="connsiteX13" fmla="*/ 3417875 w 3749678"/>
                <a:gd name="connsiteY13" fmla="*/ 444559 h 522035"/>
                <a:gd name="connsiteX14" fmla="*/ 3435046 w 3749678"/>
                <a:gd name="connsiteY14" fmla="*/ 483164 h 522035"/>
                <a:gd name="connsiteX15" fmla="*/ 3469074 w 3749678"/>
                <a:gd name="connsiteY15" fmla="*/ 509738 h 522035"/>
                <a:gd name="connsiteX16" fmla="*/ 3524985 w 3749678"/>
                <a:gd name="connsiteY16" fmla="*/ 519363 h 522035"/>
                <a:gd name="connsiteX17" fmla="*/ 3555139 w 3749678"/>
                <a:gd name="connsiteY17" fmla="*/ 516852 h 522035"/>
                <a:gd name="connsiteX18" fmla="*/ 3582361 w 3749678"/>
                <a:gd name="connsiteY18" fmla="*/ 510052 h 522035"/>
                <a:gd name="connsiteX19" fmla="*/ 3579534 w 3749678"/>
                <a:gd name="connsiteY19" fmla="*/ 442676 h 522035"/>
                <a:gd name="connsiteX20" fmla="*/ 3561526 w 3749678"/>
                <a:gd name="connsiteY20" fmla="*/ 448116 h 522035"/>
                <a:gd name="connsiteX21" fmla="*/ 3542889 w 3749678"/>
                <a:gd name="connsiteY21" fmla="*/ 449895 h 522035"/>
                <a:gd name="connsiteX22" fmla="*/ 3506034 w 3749678"/>
                <a:gd name="connsiteY22" fmla="*/ 434829 h 522035"/>
                <a:gd name="connsiteX23" fmla="*/ 3497762 w 3749678"/>
                <a:gd name="connsiteY23" fmla="*/ 396852 h 522035"/>
                <a:gd name="connsiteX24" fmla="*/ 3497762 w 3749678"/>
                <a:gd name="connsiteY24" fmla="*/ 237200 h 522035"/>
                <a:gd name="connsiteX25" fmla="*/ 3583827 w 3749678"/>
                <a:gd name="connsiteY25" fmla="*/ 237200 h 522035"/>
                <a:gd name="connsiteX26" fmla="*/ 3583827 w 3749678"/>
                <a:gd name="connsiteY26" fmla="*/ 168359 h 522035"/>
                <a:gd name="connsiteX27" fmla="*/ 3497762 w 3749678"/>
                <a:gd name="connsiteY27" fmla="*/ 168359 h 522035"/>
                <a:gd name="connsiteX28" fmla="*/ 3497762 w 3749678"/>
                <a:gd name="connsiteY28" fmla="*/ 68865 h 522035"/>
                <a:gd name="connsiteX29" fmla="*/ 3413163 w 3749678"/>
                <a:gd name="connsiteY29" fmla="*/ 68865 h 522035"/>
                <a:gd name="connsiteX30" fmla="*/ 3413163 w 3749678"/>
                <a:gd name="connsiteY30" fmla="*/ 168359 h 522035"/>
                <a:gd name="connsiteX31" fmla="*/ 3352960 w 3749678"/>
                <a:gd name="connsiteY31" fmla="*/ 168359 h 522035"/>
                <a:gd name="connsiteX32" fmla="*/ 3352960 w 3749678"/>
                <a:gd name="connsiteY32" fmla="*/ 237200 h 522035"/>
                <a:gd name="connsiteX33" fmla="*/ 3219989 w 3749678"/>
                <a:gd name="connsiteY33" fmla="*/ 87801 h 522035"/>
                <a:gd name="connsiteX34" fmla="*/ 3259043 w 3749678"/>
                <a:gd name="connsiteY34" fmla="*/ 103180 h 522035"/>
                <a:gd name="connsiteX35" fmla="*/ 3298830 w 3749678"/>
                <a:gd name="connsiteY35" fmla="*/ 88533 h 522035"/>
                <a:gd name="connsiteX36" fmla="*/ 3301625 w 3749678"/>
                <a:gd name="connsiteY36" fmla="*/ 17569 h 522035"/>
                <a:gd name="connsiteX37" fmla="*/ 3298830 w 3749678"/>
                <a:gd name="connsiteY37" fmla="*/ 14775 h 522035"/>
                <a:gd name="connsiteX38" fmla="*/ 3259043 w 3749678"/>
                <a:gd name="connsiteY38" fmla="*/ 24 h 522035"/>
                <a:gd name="connsiteX39" fmla="*/ 3219989 w 3749678"/>
                <a:gd name="connsiteY39" fmla="*/ 15508 h 522035"/>
                <a:gd name="connsiteX40" fmla="*/ 3218249 w 3749678"/>
                <a:gd name="connsiteY40" fmla="*/ 86062 h 522035"/>
                <a:gd name="connsiteX41" fmla="*/ 3219989 w 3749678"/>
                <a:gd name="connsiteY41" fmla="*/ 87801 h 522035"/>
                <a:gd name="connsiteX42" fmla="*/ 3216743 w 3749678"/>
                <a:gd name="connsiteY42" fmla="*/ 512249 h 522035"/>
                <a:gd name="connsiteX43" fmla="*/ 3302704 w 3749678"/>
                <a:gd name="connsiteY43" fmla="*/ 512249 h 522035"/>
                <a:gd name="connsiteX44" fmla="*/ 3302704 w 3749678"/>
                <a:gd name="connsiteY44" fmla="*/ 168359 h 522035"/>
                <a:gd name="connsiteX45" fmla="*/ 3216743 w 3749678"/>
                <a:gd name="connsiteY45" fmla="*/ 168359 h 522035"/>
                <a:gd name="connsiteX46" fmla="*/ 2930385 w 3749678"/>
                <a:gd name="connsiteY46" fmla="*/ 175160 h 522035"/>
                <a:gd name="connsiteX47" fmla="*/ 2884421 w 3749678"/>
                <a:gd name="connsiteY47" fmla="*/ 223599 h 522035"/>
                <a:gd name="connsiteX48" fmla="*/ 2843587 w 3749678"/>
                <a:gd name="connsiteY48" fmla="*/ 176311 h 522035"/>
                <a:gd name="connsiteX49" fmla="*/ 2776893 w 3749678"/>
                <a:gd name="connsiteY49" fmla="*/ 158316 h 522035"/>
                <a:gd name="connsiteX50" fmla="*/ 2738991 w 3749678"/>
                <a:gd name="connsiteY50" fmla="*/ 163756 h 522035"/>
                <a:gd name="connsiteX51" fmla="*/ 2708523 w 3749678"/>
                <a:gd name="connsiteY51" fmla="*/ 178403 h 522035"/>
                <a:gd name="connsiteX52" fmla="*/ 2685593 w 3749678"/>
                <a:gd name="connsiteY52" fmla="*/ 199327 h 522035"/>
                <a:gd name="connsiteX53" fmla="*/ 2670097 w 3749678"/>
                <a:gd name="connsiteY53" fmla="*/ 223704 h 522035"/>
                <a:gd name="connsiteX54" fmla="*/ 2668736 w 3749678"/>
                <a:gd name="connsiteY54" fmla="*/ 223704 h 522035"/>
                <a:gd name="connsiteX55" fmla="*/ 2668736 w 3749678"/>
                <a:gd name="connsiteY55" fmla="*/ 168464 h 522035"/>
                <a:gd name="connsiteX56" fmla="*/ 2586964 w 3749678"/>
                <a:gd name="connsiteY56" fmla="*/ 168464 h 522035"/>
                <a:gd name="connsiteX57" fmla="*/ 2586964 w 3749678"/>
                <a:gd name="connsiteY57" fmla="*/ 512354 h 522035"/>
                <a:gd name="connsiteX58" fmla="*/ 2673029 w 3749678"/>
                <a:gd name="connsiteY58" fmla="*/ 512354 h 522035"/>
                <a:gd name="connsiteX59" fmla="*/ 2673029 w 3749678"/>
                <a:gd name="connsiteY59" fmla="*/ 323094 h 522035"/>
                <a:gd name="connsiteX60" fmla="*/ 2677636 w 3749678"/>
                <a:gd name="connsiteY60" fmla="*/ 289092 h 522035"/>
                <a:gd name="connsiteX61" fmla="*/ 2691247 w 3749678"/>
                <a:gd name="connsiteY61" fmla="*/ 259380 h 522035"/>
                <a:gd name="connsiteX62" fmla="*/ 2714595 w 3749678"/>
                <a:gd name="connsiteY62" fmla="*/ 238456 h 522035"/>
                <a:gd name="connsiteX63" fmla="*/ 2748309 w 3749678"/>
                <a:gd name="connsiteY63" fmla="*/ 230190 h 522035"/>
                <a:gd name="connsiteX64" fmla="*/ 2796681 w 3749678"/>
                <a:gd name="connsiteY64" fmla="*/ 251115 h 522035"/>
                <a:gd name="connsiteX65" fmla="*/ 2812072 w 3749678"/>
                <a:gd name="connsiteY65" fmla="*/ 304471 h 522035"/>
                <a:gd name="connsiteX66" fmla="*/ 2812072 w 3749678"/>
                <a:gd name="connsiteY66" fmla="*/ 512249 h 522035"/>
                <a:gd name="connsiteX67" fmla="*/ 2898137 w 3749678"/>
                <a:gd name="connsiteY67" fmla="*/ 512249 h 522035"/>
                <a:gd name="connsiteX68" fmla="*/ 2898137 w 3749678"/>
                <a:gd name="connsiteY68" fmla="*/ 324559 h 522035"/>
                <a:gd name="connsiteX69" fmla="*/ 2902430 w 3749678"/>
                <a:gd name="connsiteY69" fmla="*/ 291185 h 522035"/>
                <a:gd name="connsiteX70" fmla="*/ 2916041 w 3749678"/>
                <a:gd name="connsiteY70" fmla="*/ 260740 h 522035"/>
                <a:gd name="connsiteX71" fmla="*/ 2939703 w 3749678"/>
                <a:gd name="connsiteY71" fmla="*/ 238560 h 522035"/>
                <a:gd name="connsiteX72" fmla="*/ 2974045 w 3749678"/>
                <a:gd name="connsiteY72" fmla="*/ 229981 h 522035"/>
                <a:gd name="connsiteX73" fmla="*/ 3007445 w 3749678"/>
                <a:gd name="connsiteY73" fmla="*/ 238560 h 522035"/>
                <a:gd name="connsiteX74" fmla="*/ 3027129 w 3749678"/>
                <a:gd name="connsiteY74" fmla="*/ 260426 h 522035"/>
                <a:gd name="connsiteX75" fmla="*/ 3036448 w 3749678"/>
                <a:gd name="connsiteY75" fmla="*/ 290138 h 522035"/>
                <a:gd name="connsiteX76" fmla="*/ 3038542 w 3749678"/>
                <a:gd name="connsiteY76" fmla="*/ 321525 h 522035"/>
                <a:gd name="connsiteX77" fmla="*/ 3038542 w 3749678"/>
                <a:gd name="connsiteY77" fmla="*/ 512144 h 522035"/>
                <a:gd name="connsiteX78" fmla="*/ 3124606 w 3749678"/>
                <a:gd name="connsiteY78" fmla="*/ 512144 h 522035"/>
                <a:gd name="connsiteX79" fmla="*/ 3124606 w 3749678"/>
                <a:gd name="connsiteY79" fmla="*/ 297357 h 522035"/>
                <a:gd name="connsiteX80" fmla="*/ 3117487 w 3749678"/>
                <a:gd name="connsiteY80" fmla="*/ 245779 h 522035"/>
                <a:gd name="connsiteX81" fmla="*/ 3094871 w 3749678"/>
                <a:gd name="connsiteY81" fmla="*/ 201315 h 522035"/>
                <a:gd name="connsiteX82" fmla="*/ 3055399 w 3749678"/>
                <a:gd name="connsiteY82" fmla="*/ 169929 h 522035"/>
                <a:gd name="connsiteX83" fmla="*/ 2930385 w 3749678"/>
                <a:gd name="connsiteY83" fmla="*/ 174951 h 522035"/>
                <a:gd name="connsiteX84" fmla="*/ 2299873 w 3749678"/>
                <a:gd name="connsiteY84" fmla="*/ 174951 h 522035"/>
                <a:gd name="connsiteX85" fmla="*/ 2253909 w 3749678"/>
                <a:gd name="connsiteY85" fmla="*/ 223390 h 522035"/>
                <a:gd name="connsiteX86" fmla="*/ 2213075 w 3749678"/>
                <a:gd name="connsiteY86" fmla="*/ 176101 h 522035"/>
                <a:gd name="connsiteX87" fmla="*/ 2146380 w 3749678"/>
                <a:gd name="connsiteY87" fmla="*/ 158107 h 522035"/>
                <a:gd name="connsiteX88" fmla="*/ 2108479 w 3749678"/>
                <a:gd name="connsiteY88" fmla="*/ 163547 h 522035"/>
                <a:gd name="connsiteX89" fmla="*/ 2078010 w 3749678"/>
                <a:gd name="connsiteY89" fmla="*/ 178194 h 522035"/>
                <a:gd name="connsiteX90" fmla="*/ 2055081 w 3749678"/>
                <a:gd name="connsiteY90" fmla="*/ 199118 h 522035"/>
                <a:gd name="connsiteX91" fmla="*/ 2039585 w 3749678"/>
                <a:gd name="connsiteY91" fmla="*/ 223495 h 522035"/>
                <a:gd name="connsiteX92" fmla="*/ 2038224 w 3749678"/>
                <a:gd name="connsiteY92" fmla="*/ 223495 h 522035"/>
                <a:gd name="connsiteX93" fmla="*/ 2038224 w 3749678"/>
                <a:gd name="connsiteY93" fmla="*/ 168255 h 522035"/>
                <a:gd name="connsiteX94" fmla="*/ 1956452 w 3749678"/>
                <a:gd name="connsiteY94" fmla="*/ 168255 h 522035"/>
                <a:gd name="connsiteX95" fmla="*/ 1956452 w 3749678"/>
                <a:gd name="connsiteY95" fmla="*/ 512144 h 522035"/>
                <a:gd name="connsiteX96" fmla="*/ 2042516 w 3749678"/>
                <a:gd name="connsiteY96" fmla="*/ 512144 h 522035"/>
                <a:gd name="connsiteX97" fmla="*/ 2042516 w 3749678"/>
                <a:gd name="connsiteY97" fmla="*/ 323094 h 522035"/>
                <a:gd name="connsiteX98" fmla="*/ 2047123 w 3749678"/>
                <a:gd name="connsiteY98" fmla="*/ 289092 h 522035"/>
                <a:gd name="connsiteX99" fmla="*/ 2060734 w 3749678"/>
                <a:gd name="connsiteY99" fmla="*/ 259380 h 522035"/>
                <a:gd name="connsiteX100" fmla="*/ 2084083 w 3749678"/>
                <a:gd name="connsiteY100" fmla="*/ 238456 h 522035"/>
                <a:gd name="connsiteX101" fmla="*/ 2117797 w 3749678"/>
                <a:gd name="connsiteY101" fmla="*/ 230190 h 522035"/>
                <a:gd name="connsiteX102" fmla="*/ 2166169 w 3749678"/>
                <a:gd name="connsiteY102" fmla="*/ 251115 h 522035"/>
                <a:gd name="connsiteX103" fmla="*/ 2181560 w 3749678"/>
                <a:gd name="connsiteY103" fmla="*/ 304471 h 522035"/>
                <a:gd name="connsiteX104" fmla="*/ 2181560 w 3749678"/>
                <a:gd name="connsiteY104" fmla="*/ 512249 h 522035"/>
                <a:gd name="connsiteX105" fmla="*/ 2267520 w 3749678"/>
                <a:gd name="connsiteY105" fmla="*/ 512249 h 522035"/>
                <a:gd name="connsiteX106" fmla="*/ 2267520 w 3749678"/>
                <a:gd name="connsiteY106" fmla="*/ 324559 h 522035"/>
                <a:gd name="connsiteX107" fmla="*/ 2271918 w 3749678"/>
                <a:gd name="connsiteY107" fmla="*/ 291185 h 522035"/>
                <a:gd name="connsiteX108" fmla="*/ 2285529 w 3749678"/>
                <a:gd name="connsiteY108" fmla="*/ 260740 h 522035"/>
                <a:gd name="connsiteX109" fmla="*/ 2309191 w 3749678"/>
                <a:gd name="connsiteY109" fmla="*/ 238560 h 522035"/>
                <a:gd name="connsiteX110" fmla="*/ 2343533 w 3749678"/>
                <a:gd name="connsiteY110" fmla="*/ 229981 h 522035"/>
                <a:gd name="connsiteX111" fmla="*/ 2376933 w 3749678"/>
                <a:gd name="connsiteY111" fmla="*/ 238560 h 522035"/>
                <a:gd name="connsiteX112" fmla="*/ 2396617 w 3749678"/>
                <a:gd name="connsiteY112" fmla="*/ 260426 h 522035"/>
                <a:gd name="connsiteX113" fmla="*/ 2405936 w 3749678"/>
                <a:gd name="connsiteY113" fmla="*/ 290138 h 522035"/>
                <a:gd name="connsiteX114" fmla="*/ 2408030 w 3749678"/>
                <a:gd name="connsiteY114" fmla="*/ 321525 h 522035"/>
                <a:gd name="connsiteX115" fmla="*/ 2408029 w 3749678"/>
                <a:gd name="connsiteY115" fmla="*/ 512144 h 522035"/>
                <a:gd name="connsiteX116" fmla="*/ 2494094 w 3749678"/>
                <a:gd name="connsiteY116" fmla="*/ 512144 h 522035"/>
                <a:gd name="connsiteX117" fmla="*/ 2494094 w 3749678"/>
                <a:gd name="connsiteY117" fmla="*/ 297357 h 522035"/>
                <a:gd name="connsiteX118" fmla="*/ 2486869 w 3749678"/>
                <a:gd name="connsiteY118" fmla="*/ 245779 h 522035"/>
                <a:gd name="connsiteX119" fmla="*/ 2464359 w 3749678"/>
                <a:gd name="connsiteY119" fmla="*/ 201315 h 522035"/>
                <a:gd name="connsiteX120" fmla="*/ 2424886 w 3749678"/>
                <a:gd name="connsiteY120" fmla="*/ 169929 h 522035"/>
                <a:gd name="connsiteX121" fmla="*/ 2299873 w 3749678"/>
                <a:gd name="connsiteY121" fmla="*/ 174951 h 522035"/>
                <a:gd name="connsiteX122" fmla="*/ 1600990 w 3749678"/>
                <a:gd name="connsiteY122" fmla="*/ 298927 h 522035"/>
                <a:gd name="connsiteX123" fmla="*/ 1619313 w 3749678"/>
                <a:gd name="connsiteY123" fmla="*/ 263460 h 522035"/>
                <a:gd name="connsiteX124" fmla="*/ 1650095 w 3749678"/>
                <a:gd name="connsiteY124" fmla="*/ 238037 h 522035"/>
                <a:gd name="connsiteX125" fmla="*/ 1738987 w 3749678"/>
                <a:gd name="connsiteY125" fmla="*/ 238037 h 522035"/>
                <a:gd name="connsiteX126" fmla="*/ 1769769 w 3749678"/>
                <a:gd name="connsiteY126" fmla="*/ 263460 h 522035"/>
                <a:gd name="connsiteX127" fmla="*/ 1788092 w 3749678"/>
                <a:gd name="connsiteY127" fmla="*/ 298927 h 522035"/>
                <a:gd name="connsiteX128" fmla="*/ 1794164 w 3749678"/>
                <a:gd name="connsiteY128" fmla="*/ 338683 h 522035"/>
                <a:gd name="connsiteX129" fmla="*/ 1788092 w 3749678"/>
                <a:gd name="connsiteY129" fmla="*/ 378753 h 522035"/>
                <a:gd name="connsiteX130" fmla="*/ 1769769 w 3749678"/>
                <a:gd name="connsiteY130" fmla="*/ 414533 h 522035"/>
                <a:gd name="connsiteX131" fmla="*/ 1738987 w 3749678"/>
                <a:gd name="connsiteY131" fmla="*/ 440374 h 522035"/>
                <a:gd name="connsiteX132" fmla="*/ 1650095 w 3749678"/>
                <a:gd name="connsiteY132" fmla="*/ 440374 h 522035"/>
                <a:gd name="connsiteX133" fmla="*/ 1619313 w 3749678"/>
                <a:gd name="connsiteY133" fmla="*/ 414533 h 522035"/>
                <a:gd name="connsiteX134" fmla="*/ 1600990 w 3749678"/>
                <a:gd name="connsiteY134" fmla="*/ 378753 h 522035"/>
                <a:gd name="connsiteX135" fmla="*/ 1594918 w 3749678"/>
                <a:gd name="connsiteY135" fmla="*/ 338683 h 522035"/>
                <a:gd name="connsiteX136" fmla="*/ 1600990 w 3749678"/>
                <a:gd name="connsiteY136" fmla="*/ 298927 h 522035"/>
                <a:gd name="connsiteX137" fmla="*/ 1522150 w 3749678"/>
                <a:gd name="connsiteY137" fmla="*/ 413173 h 522035"/>
                <a:gd name="connsiteX138" fmla="*/ 1561937 w 3749678"/>
                <a:gd name="connsiteY138" fmla="*/ 470819 h 522035"/>
                <a:gd name="connsiteX139" fmla="*/ 1621407 w 3749678"/>
                <a:gd name="connsiteY139" fmla="*/ 508378 h 522035"/>
                <a:gd name="connsiteX140" fmla="*/ 1767989 w 3749678"/>
                <a:gd name="connsiteY140" fmla="*/ 508378 h 522035"/>
                <a:gd name="connsiteX141" fmla="*/ 1827459 w 3749678"/>
                <a:gd name="connsiteY141" fmla="*/ 470819 h 522035"/>
                <a:gd name="connsiteX142" fmla="*/ 1867246 w 3749678"/>
                <a:gd name="connsiteY142" fmla="*/ 413173 h 522035"/>
                <a:gd name="connsiteX143" fmla="*/ 1882009 w 3749678"/>
                <a:gd name="connsiteY143" fmla="*/ 338683 h 522035"/>
                <a:gd name="connsiteX144" fmla="*/ 1867246 w 3749678"/>
                <a:gd name="connsiteY144" fmla="*/ 264506 h 522035"/>
                <a:gd name="connsiteX145" fmla="*/ 1827459 w 3749678"/>
                <a:gd name="connsiteY145" fmla="*/ 207592 h 522035"/>
                <a:gd name="connsiteX146" fmla="*/ 1767989 w 3749678"/>
                <a:gd name="connsiteY146" fmla="*/ 171080 h 522035"/>
                <a:gd name="connsiteX147" fmla="*/ 1621407 w 3749678"/>
                <a:gd name="connsiteY147" fmla="*/ 171080 h 522035"/>
                <a:gd name="connsiteX148" fmla="*/ 1522150 w 3749678"/>
                <a:gd name="connsiteY148" fmla="*/ 264506 h 522035"/>
                <a:gd name="connsiteX149" fmla="*/ 1507492 w 3749678"/>
                <a:gd name="connsiteY149" fmla="*/ 338683 h 522035"/>
                <a:gd name="connsiteX150" fmla="*/ 1522150 w 3749678"/>
                <a:gd name="connsiteY150" fmla="*/ 413173 h 522035"/>
                <a:gd name="connsiteX151" fmla="*/ 1482782 w 3749678"/>
                <a:gd name="connsiteY151" fmla="*/ 211882 h 522035"/>
                <a:gd name="connsiteX152" fmla="*/ 1426453 w 3749678"/>
                <a:gd name="connsiteY152" fmla="*/ 172440 h 522035"/>
                <a:gd name="connsiteX153" fmla="*/ 1281651 w 3749678"/>
                <a:gd name="connsiteY153" fmla="*/ 171080 h 522035"/>
                <a:gd name="connsiteX154" fmla="*/ 1223227 w 3749678"/>
                <a:gd name="connsiteY154" fmla="*/ 207592 h 522035"/>
                <a:gd name="connsiteX155" fmla="*/ 1183441 w 3749678"/>
                <a:gd name="connsiteY155" fmla="*/ 264925 h 522035"/>
                <a:gd name="connsiteX156" fmla="*/ 1168783 w 3749678"/>
                <a:gd name="connsiteY156" fmla="*/ 340043 h 522035"/>
                <a:gd name="connsiteX157" fmla="*/ 1183441 w 3749678"/>
                <a:gd name="connsiteY157" fmla="*/ 416730 h 522035"/>
                <a:gd name="connsiteX158" fmla="*/ 1283117 w 3749678"/>
                <a:gd name="connsiteY158" fmla="*/ 509843 h 522035"/>
                <a:gd name="connsiteX159" fmla="*/ 1355151 w 3749678"/>
                <a:gd name="connsiteY159" fmla="*/ 521979 h 522035"/>
                <a:gd name="connsiteX160" fmla="*/ 1427186 w 3749678"/>
                <a:gd name="connsiteY160" fmla="*/ 509529 h 522035"/>
                <a:gd name="connsiteX161" fmla="*/ 1482049 w 3749678"/>
                <a:gd name="connsiteY161" fmla="*/ 474062 h 522035"/>
                <a:gd name="connsiteX162" fmla="*/ 1428233 w 3749678"/>
                <a:gd name="connsiteY162" fmla="*/ 420287 h 522035"/>
                <a:gd name="connsiteX163" fmla="*/ 1395985 w 3749678"/>
                <a:gd name="connsiteY163" fmla="*/ 443199 h 522035"/>
                <a:gd name="connsiteX164" fmla="*/ 1355884 w 3749678"/>
                <a:gd name="connsiteY164" fmla="*/ 451150 h 522035"/>
                <a:gd name="connsiteX165" fmla="*/ 1313166 w 3749678"/>
                <a:gd name="connsiteY165" fmla="*/ 441421 h 522035"/>
                <a:gd name="connsiteX166" fmla="*/ 1282698 w 3749678"/>
                <a:gd name="connsiteY166" fmla="*/ 415998 h 522035"/>
                <a:gd name="connsiteX167" fmla="*/ 1264480 w 3749678"/>
                <a:gd name="connsiteY167" fmla="*/ 380531 h 522035"/>
                <a:gd name="connsiteX168" fmla="*/ 1258407 w 3749678"/>
                <a:gd name="connsiteY168" fmla="*/ 340775 h 522035"/>
                <a:gd name="connsiteX169" fmla="*/ 1264061 w 3749678"/>
                <a:gd name="connsiteY169" fmla="*/ 301019 h 522035"/>
                <a:gd name="connsiteX170" fmla="*/ 1281651 w 3749678"/>
                <a:gd name="connsiteY170" fmla="*/ 265657 h 522035"/>
                <a:gd name="connsiteX171" fmla="*/ 1311386 w 3749678"/>
                <a:gd name="connsiteY171" fmla="*/ 240234 h 522035"/>
                <a:gd name="connsiteX172" fmla="*/ 1353266 w 3749678"/>
                <a:gd name="connsiteY172" fmla="*/ 230504 h 522035"/>
                <a:gd name="connsiteX173" fmla="*/ 1394205 w 3749678"/>
                <a:gd name="connsiteY173" fmla="*/ 240234 h 522035"/>
                <a:gd name="connsiteX174" fmla="*/ 1424254 w 3749678"/>
                <a:gd name="connsiteY174" fmla="*/ 264192 h 522035"/>
                <a:gd name="connsiteX175" fmla="*/ 927865 w 3749678"/>
                <a:gd name="connsiteY175" fmla="*/ 263042 h 522035"/>
                <a:gd name="connsiteX176" fmla="*/ 893104 w 3749678"/>
                <a:gd name="connsiteY176" fmla="*/ 205081 h 522035"/>
                <a:gd name="connsiteX177" fmla="*/ 840753 w 3749678"/>
                <a:gd name="connsiteY177" fmla="*/ 169929 h 522035"/>
                <a:gd name="connsiteX178" fmla="*/ 774372 w 3749678"/>
                <a:gd name="connsiteY178" fmla="*/ 158107 h 522035"/>
                <a:gd name="connsiteX179" fmla="*/ 702337 w 3749678"/>
                <a:gd name="connsiteY179" fmla="*/ 171393 h 522035"/>
                <a:gd name="connsiteX180" fmla="*/ 606326 w 3749678"/>
                <a:gd name="connsiteY180" fmla="*/ 266703 h 522035"/>
                <a:gd name="connsiteX181" fmla="*/ 592401 w 3749678"/>
                <a:gd name="connsiteY181" fmla="*/ 342240 h 522035"/>
                <a:gd name="connsiteX182" fmla="*/ 606326 w 3749678"/>
                <a:gd name="connsiteY182" fmla="*/ 417776 h 522035"/>
                <a:gd name="connsiteX183" fmla="*/ 645066 w 3749678"/>
                <a:gd name="connsiteY183" fmla="*/ 474062 h 522035"/>
                <a:gd name="connsiteX184" fmla="*/ 703489 w 3749678"/>
                <a:gd name="connsiteY184" fmla="*/ 509529 h 522035"/>
                <a:gd name="connsiteX185" fmla="*/ 776780 w 3749678"/>
                <a:gd name="connsiteY185" fmla="*/ 521979 h 522035"/>
                <a:gd name="connsiteX186" fmla="*/ 924409 w 3749678"/>
                <a:gd name="connsiteY186" fmla="*/ 453243 h 522035"/>
                <a:gd name="connsiteX187" fmla="*/ 867138 w 3749678"/>
                <a:gd name="connsiteY187" fmla="*/ 407419 h 522035"/>
                <a:gd name="connsiteX188" fmla="*/ 830492 w 3749678"/>
                <a:gd name="connsiteY188" fmla="*/ 440060 h 522035"/>
                <a:gd name="connsiteX189" fmla="*/ 776361 w 3749678"/>
                <a:gd name="connsiteY189" fmla="*/ 451673 h 522035"/>
                <a:gd name="connsiteX190" fmla="*/ 740554 w 3749678"/>
                <a:gd name="connsiteY190" fmla="*/ 445292 h 522035"/>
                <a:gd name="connsiteX191" fmla="*/ 709143 w 3749678"/>
                <a:gd name="connsiteY191" fmla="*/ 427715 h 522035"/>
                <a:gd name="connsiteX192" fmla="*/ 687261 w 3749678"/>
                <a:gd name="connsiteY192" fmla="*/ 401246 h 522035"/>
                <a:gd name="connsiteX193" fmla="*/ 677628 w 3749678"/>
                <a:gd name="connsiteY193" fmla="*/ 367244 h 522035"/>
                <a:gd name="connsiteX194" fmla="*/ 939382 w 3749678"/>
                <a:gd name="connsiteY194" fmla="*/ 367244 h 522035"/>
                <a:gd name="connsiteX195" fmla="*/ 940115 w 3749678"/>
                <a:gd name="connsiteY195" fmla="*/ 355736 h 522035"/>
                <a:gd name="connsiteX196" fmla="*/ 940115 w 3749678"/>
                <a:gd name="connsiteY196" fmla="*/ 344228 h 522035"/>
                <a:gd name="connsiteX197" fmla="*/ 927550 w 3749678"/>
                <a:gd name="connsiteY197" fmla="*/ 262937 h 522035"/>
                <a:gd name="connsiteX198" fmla="*/ 677733 w 3749678"/>
                <a:gd name="connsiteY198" fmla="*/ 305622 h 522035"/>
                <a:gd name="connsiteX199" fmla="*/ 707468 w 3749678"/>
                <a:gd name="connsiteY199" fmla="*/ 245779 h 522035"/>
                <a:gd name="connsiteX200" fmla="*/ 773116 w 3749678"/>
                <a:gd name="connsiteY200" fmla="*/ 222553 h 522035"/>
                <a:gd name="connsiteX201" fmla="*/ 809238 w 3749678"/>
                <a:gd name="connsiteY201" fmla="*/ 229353 h 522035"/>
                <a:gd name="connsiteX202" fmla="*/ 834680 w 3749678"/>
                <a:gd name="connsiteY202" fmla="*/ 247558 h 522035"/>
                <a:gd name="connsiteX203" fmla="*/ 849443 w 3749678"/>
                <a:gd name="connsiteY203" fmla="*/ 274131 h 522035"/>
                <a:gd name="connsiteX204" fmla="*/ 854050 w 3749678"/>
                <a:gd name="connsiteY204" fmla="*/ 305518 h 522035"/>
                <a:gd name="connsiteX205" fmla="*/ 119569 w 3749678"/>
                <a:gd name="connsiteY205" fmla="*/ 511935 h 522035"/>
                <a:gd name="connsiteX206" fmla="*/ 206995 w 3749678"/>
                <a:gd name="connsiteY206" fmla="*/ 511935 h 522035"/>
                <a:gd name="connsiteX207" fmla="*/ 284474 w 3749678"/>
                <a:gd name="connsiteY207" fmla="*/ 271307 h 522035"/>
                <a:gd name="connsiteX208" fmla="*/ 285835 w 3749678"/>
                <a:gd name="connsiteY208" fmla="*/ 271307 h 522035"/>
                <a:gd name="connsiteX209" fmla="*/ 364047 w 3749678"/>
                <a:gd name="connsiteY209" fmla="*/ 511935 h 522035"/>
                <a:gd name="connsiteX210" fmla="*/ 451787 w 3749678"/>
                <a:gd name="connsiteY210" fmla="*/ 511935 h 522035"/>
                <a:gd name="connsiteX211" fmla="*/ 570728 w 3749678"/>
                <a:gd name="connsiteY211" fmla="*/ 168045 h 522035"/>
                <a:gd name="connsiteX212" fmla="*/ 481103 w 3749678"/>
                <a:gd name="connsiteY212" fmla="*/ 168045 h 522035"/>
                <a:gd name="connsiteX213" fmla="*/ 407812 w 3749678"/>
                <a:gd name="connsiteY213" fmla="*/ 414428 h 522035"/>
                <a:gd name="connsiteX214" fmla="*/ 406346 w 3749678"/>
                <a:gd name="connsiteY214" fmla="*/ 414428 h 522035"/>
                <a:gd name="connsiteX215" fmla="*/ 331799 w 3749678"/>
                <a:gd name="connsiteY215" fmla="*/ 168045 h 522035"/>
                <a:gd name="connsiteX216" fmla="*/ 240080 w 3749678"/>
                <a:gd name="connsiteY216" fmla="*/ 168045 h 522035"/>
                <a:gd name="connsiteX217" fmla="*/ 166266 w 3749678"/>
                <a:gd name="connsiteY217" fmla="*/ 414428 h 522035"/>
                <a:gd name="connsiteX218" fmla="*/ 164800 w 3749678"/>
                <a:gd name="connsiteY218" fmla="*/ 414428 h 522035"/>
                <a:gd name="connsiteX219" fmla="*/ 93184 w 3749678"/>
                <a:gd name="connsiteY219" fmla="*/ 168045 h 522035"/>
                <a:gd name="connsiteX220" fmla="*/ 0 w 3749678"/>
                <a:gd name="connsiteY220" fmla="*/ 168045 h 52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</a:cxnLst>
              <a:rect l="l" t="t" r="r" b="b"/>
              <a:pathLst>
                <a:path w="3749678" h="522035">
                  <a:moveTo>
                    <a:pt x="3639633" y="483583"/>
                  </a:moveTo>
                  <a:cubicBezTo>
                    <a:pt x="3642648" y="490074"/>
                    <a:pt x="3646918" y="495905"/>
                    <a:pt x="3652197" y="500741"/>
                  </a:cubicBezTo>
                  <a:cubicBezTo>
                    <a:pt x="3657561" y="505597"/>
                    <a:pt x="3663724" y="509490"/>
                    <a:pt x="3670415" y="512249"/>
                  </a:cubicBezTo>
                  <a:cubicBezTo>
                    <a:pt x="3677361" y="515085"/>
                    <a:pt x="3684794" y="516542"/>
                    <a:pt x="3692298" y="516539"/>
                  </a:cubicBezTo>
                  <a:cubicBezTo>
                    <a:pt x="3707493" y="516771"/>
                    <a:pt x="3722126" y="510802"/>
                    <a:pt x="3732817" y="500009"/>
                  </a:cubicBezTo>
                  <a:cubicBezTo>
                    <a:pt x="3743704" y="489835"/>
                    <a:pt x="3749820" y="475564"/>
                    <a:pt x="3749674" y="460671"/>
                  </a:cubicBezTo>
                  <a:cubicBezTo>
                    <a:pt x="3749883" y="445881"/>
                    <a:pt x="3743610" y="431739"/>
                    <a:pt x="3732503" y="421961"/>
                  </a:cubicBezTo>
                  <a:cubicBezTo>
                    <a:pt x="3721637" y="411719"/>
                    <a:pt x="3707235" y="406060"/>
                    <a:pt x="3692297" y="406163"/>
                  </a:cubicBezTo>
                  <a:cubicBezTo>
                    <a:pt x="3677109" y="405967"/>
                    <a:pt x="3662489" y="411931"/>
                    <a:pt x="3651778" y="422694"/>
                  </a:cubicBezTo>
                  <a:cubicBezTo>
                    <a:pt x="3640787" y="432855"/>
                    <a:pt x="3634590" y="447174"/>
                    <a:pt x="3634711" y="462136"/>
                  </a:cubicBezTo>
                  <a:cubicBezTo>
                    <a:pt x="3634664" y="469580"/>
                    <a:pt x="3636273" y="476942"/>
                    <a:pt x="3639423" y="483688"/>
                  </a:cubicBezTo>
                  <a:moveTo>
                    <a:pt x="3413163" y="237200"/>
                  </a:moveTo>
                  <a:lnTo>
                    <a:pt x="3413163" y="397584"/>
                  </a:lnTo>
                  <a:cubicBezTo>
                    <a:pt x="3413070" y="413365"/>
                    <a:pt x="3414649" y="429111"/>
                    <a:pt x="3417875" y="444559"/>
                  </a:cubicBezTo>
                  <a:cubicBezTo>
                    <a:pt x="3420677" y="458536"/>
                    <a:pt x="3426541" y="471720"/>
                    <a:pt x="3435046" y="483164"/>
                  </a:cubicBezTo>
                  <a:cubicBezTo>
                    <a:pt x="3443897" y="494815"/>
                    <a:pt x="3455622" y="503971"/>
                    <a:pt x="3469074" y="509738"/>
                  </a:cubicBezTo>
                  <a:cubicBezTo>
                    <a:pt x="3486848" y="516764"/>
                    <a:pt x="3505883" y="520041"/>
                    <a:pt x="3524985" y="519363"/>
                  </a:cubicBezTo>
                  <a:cubicBezTo>
                    <a:pt x="3535087" y="519321"/>
                    <a:pt x="3545169" y="518481"/>
                    <a:pt x="3555139" y="516852"/>
                  </a:cubicBezTo>
                  <a:cubicBezTo>
                    <a:pt x="3564411" y="515468"/>
                    <a:pt x="3573528" y="513191"/>
                    <a:pt x="3582361" y="510052"/>
                  </a:cubicBezTo>
                  <a:lnTo>
                    <a:pt x="3579534" y="442676"/>
                  </a:lnTo>
                  <a:cubicBezTo>
                    <a:pt x="3573769" y="445199"/>
                    <a:pt x="3567724" y="447026"/>
                    <a:pt x="3561526" y="448116"/>
                  </a:cubicBezTo>
                  <a:cubicBezTo>
                    <a:pt x="3555375" y="449235"/>
                    <a:pt x="3549140" y="449830"/>
                    <a:pt x="3542889" y="449895"/>
                  </a:cubicBezTo>
                  <a:cubicBezTo>
                    <a:pt x="3523833" y="449895"/>
                    <a:pt x="3511478" y="444873"/>
                    <a:pt x="3506034" y="434829"/>
                  </a:cubicBezTo>
                  <a:cubicBezTo>
                    <a:pt x="3500111" y="423071"/>
                    <a:pt x="3497266" y="410006"/>
                    <a:pt x="3497762" y="396852"/>
                  </a:cubicBezTo>
                  <a:lnTo>
                    <a:pt x="3497762" y="237200"/>
                  </a:lnTo>
                  <a:lnTo>
                    <a:pt x="3583827" y="237200"/>
                  </a:lnTo>
                  <a:lnTo>
                    <a:pt x="3583827" y="168359"/>
                  </a:lnTo>
                  <a:lnTo>
                    <a:pt x="3497762" y="168359"/>
                  </a:lnTo>
                  <a:lnTo>
                    <a:pt x="3497762" y="68865"/>
                  </a:lnTo>
                  <a:lnTo>
                    <a:pt x="3413163" y="68865"/>
                  </a:lnTo>
                  <a:lnTo>
                    <a:pt x="3413163" y="168359"/>
                  </a:lnTo>
                  <a:lnTo>
                    <a:pt x="3352960" y="168359"/>
                  </a:lnTo>
                  <a:lnTo>
                    <a:pt x="3352960" y="237200"/>
                  </a:lnTo>
                  <a:close/>
                  <a:moveTo>
                    <a:pt x="3219989" y="87801"/>
                  </a:moveTo>
                  <a:cubicBezTo>
                    <a:pt x="3230291" y="98147"/>
                    <a:pt x="3244448" y="103722"/>
                    <a:pt x="3259043" y="103180"/>
                  </a:cubicBezTo>
                  <a:cubicBezTo>
                    <a:pt x="3273699" y="103607"/>
                    <a:pt x="3287954" y="98360"/>
                    <a:pt x="3298830" y="88533"/>
                  </a:cubicBezTo>
                  <a:cubicBezTo>
                    <a:pt x="3319213" y="69709"/>
                    <a:pt x="3320465" y="37937"/>
                    <a:pt x="3301625" y="17569"/>
                  </a:cubicBezTo>
                  <a:cubicBezTo>
                    <a:pt x="3300730" y="16602"/>
                    <a:pt x="3299798" y="15670"/>
                    <a:pt x="3298830" y="14775"/>
                  </a:cubicBezTo>
                  <a:cubicBezTo>
                    <a:pt x="3287964" y="4921"/>
                    <a:pt x="3273712" y="-364"/>
                    <a:pt x="3259043" y="24"/>
                  </a:cubicBezTo>
                  <a:cubicBezTo>
                    <a:pt x="3244446" y="-414"/>
                    <a:pt x="3230315" y="5189"/>
                    <a:pt x="3219989" y="15508"/>
                  </a:cubicBezTo>
                  <a:cubicBezTo>
                    <a:pt x="3200011" y="34510"/>
                    <a:pt x="3199232" y="66099"/>
                    <a:pt x="3218249" y="86062"/>
                  </a:cubicBezTo>
                  <a:cubicBezTo>
                    <a:pt x="3218815" y="86656"/>
                    <a:pt x="3219395" y="87236"/>
                    <a:pt x="3219989" y="87801"/>
                  </a:cubicBezTo>
                  <a:moveTo>
                    <a:pt x="3216743" y="512249"/>
                  </a:moveTo>
                  <a:lnTo>
                    <a:pt x="3302704" y="512249"/>
                  </a:lnTo>
                  <a:lnTo>
                    <a:pt x="3302704" y="168359"/>
                  </a:lnTo>
                  <a:lnTo>
                    <a:pt x="3216743" y="168359"/>
                  </a:lnTo>
                  <a:close/>
                  <a:moveTo>
                    <a:pt x="2930385" y="175160"/>
                  </a:moveTo>
                  <a:cubicBezTo>
                    <a:pt x="2910910" y="186791"/>
                    <a:pt x="2895009" y="203548"/>
                    <a:pt x="2884421" y="223599"/>
                  </a:cubicBezTo>
                  <a:cubicBezTo>
                    <a:pt x="2875316" y="204452"/>
                    <a:pt x="2861209" y="188115"/>
                    <a:pt x="2843587" y="176311"/>
                  </a:cubicBezTo>
                  <a:cubicBezTo>
                    <a:pt x="2823684" y="163720"/>
                    <a:pt x="2800433" y="157447"/>
                    <a:pt x="2776893" y="158316"/>
                  </a:cubicBezTo>
                  <a:cubicBezTo>
                    <a:pt x="2764056" y="158205"/>
                    <a:pt x="2751277" y="160039"/>
                    <a:pt x="2738991" y="163756"/>
                  </a:cubicBezTo>
                  <a:cubicBezTo>
                    <a:pt x="2728130" y="167014"/>
                    <a:pt x="2717848" y="171956"/>
                    <a:pt x="2708523" y="178403"/>
                  </a:cubicBezTo>
                  <a:cubicBezTo>
                    <a:pt x="2699998" y="184347"/>
                    <a:pt x="2692289" y="191382"/>
                    <a:pt x="2685593" y="199327"/>
                  </a:cubicBezTo>
                  <a:cubicBezTo>
                    <a:pt x="2679284" y="206668"/>
                    <a:pt x="2674066" y="214878"/>
                    <a:pt x="2670097" y="223704"/>
                  </a:cubicBezTo>
                  <a:lnTo>
                    <a:pt x="2668736" y="223704"/>
                  </a:lnTo>
                  <a:lnTo>
                    <a:pt x="2668736" y="168464"/>
                  </a:lnTo>
                  <a:lnTo>
                    <a:pt x="2586964" y="168464"/>
                  </a:lnTo>
                  <a:lnTo>
                    <a:pt x="2586964" y="512354"/>
                  </a:lnTo>
                  <a:lnTo>
                    <a:pt x="2673029" y="512354"/>
                  </a:lnTo>
                  <a:lnTo>
                    <a:pt x="2673029" y="323094"/>
                  </a:lnTo>
                  <a:cubicBezTo>
                    <a:pt x="2673052" y="311606"/>
                    <a:pt x="2674601" y="300173"/>
                    <a:pt x="2677636" y="289092"/>
                  </a:cubicBezTo>
                  <a:cubicBezTo>
                    <a:pt x="2680475" y="278496"/>
                    <a:pt x="2685076" y="268452"/>
                    <a:pt x="2691247" y="259380"/>
                  </a:cubicBezTo>
                  <a:cubicBezTo>
                    <a:pt x="2697371" y="250753"/>
                    <a:pt x="2705349" y="243604"/>
                    <a:pt x="2714595" y="238456"/>
                  </a:cubicBezTo>
                  <a:cubicBezTo>
                    <a:pt x="2724887" y="232728"/>
                    <a:pt x="2736532" y="229873"/>
                    <a:pt x="2748309" y="230190"/>
                  </a:cubicBezTo>
                  <a:cubicBezTo>
                    <a:pt x="2766925" y="228618"/>
                    <a:pt x="2785089" y="236476"/>
                    <a:pt x="2796681" y="251115"/>
                  </a:cubicBezTo>
                  <a:cubicBezTo>
                    <a:pt x="2807407" y="266790"/>
                    <a:pt x="2812803" y="285497"/>
                    <a:pt x="2812072" y="304471"/>
                  </a:cubicBezTo>
                  <a:lnTo>
                    <a:pt x="2812072" y="512249"/>
                  </a:lnTo>
                  <a:lnTo>
                    <a:pt x="2898137" y="512249"/>
                  </a:lnTo>
                  <a:lnTo>
                    <a:pt x="2898137" y="324559"/>
                  </a:lnTo>
                  <a:cubicBezTo>
                    <a:pt x="2898140" y="313297"/>
                    <a:pt x="2899582" y="302081"/>
                    <a:pt x="2902430" y="291185"/>
                  </a:cubicBezTo>
                  <a:cubicBezTo>
                    <a:pt x="2905099" y="280301"/>
                    <a:pt x="2909709" y="269988"/>
                    <a:pt x="2916041" y="260740"/>
                  </a:cubicBezTo>
                  <a:cubicBezTo>
                    <a:pt x="2922216" y="251711"/>
                    <a:pt x="2930292" y="244141"/>
                    <a:pt x="2939703" y="238560"/>
                  </a:cubicBezTo>
                  <a:cubicBezTo>
                    <a:pt x="2950138" y="232587"/>
                    <a:pt x="2962025" y="229617"/>
                    <a:pt x="2974045" y="229981"/>
                  </a:cubicBezTo>
                  <a:cubicBezTo>
                    <a:pt x="2985792" y="229384"/>
                    <a:pt x="2997443" y="232377"/>
                    <a:pt x="3007445" y="238560"/>
                  </a:cubicBezTo>
                  <a:cubicBezTo>
                    <a:pt x="3015626" y="244212"/>
                    <a:pt x="3022367" y="251701"/>
                    <a:pt x="3027129" y="260426"/>
                  </a:cubicBezTo>
                  <a:cubicBezTo>
                    <a:pt x="3031989" y="269693"/>
                    <a:pt x="3035145" y="279757"/>
                    <a:pt x="3036448" y="290138"/>
                  </a:cubicBezTo>
                  <a:cubicBezTo>
                    <a:pt x="3037836" y="300543"/>
                    <a:pt x="3038536" y="311028"/>
                    <a:pt x="3038542" y="321525"/>
                  </a:cubicBezTo>
                  <a:lnTo>
                    <a:pt x="3038542" y="512144"/>
                  </a:lnTo>
                  <a:lnTo>
                    <a:pt x="3124606" y="512144"/>
                  </a:lnTo>
                  <a:lnTo>
                    <a:pt x="3124606" y="297357"/>
                  </a:lnTo>
                  <a:cubicBezTo>
                    <a:pt x="3124620" y="279919"/>
                    <a:pt x="3122224" y="262562"/>
                    <a:pt x="3117487" y="245779"/>
                  </a:cubicBezTo>
                  <a:cubicBezTo>
                    <a:pt x="3112969" y="229608"/>
                    <a:pt x="3105281" y="214494"/>
                    <a:pt x="3094871" y="201315"/>
                  </a:cubicBezTo>
                  <a:cubicBezTo>
                    <a:pt x="3084196" y="188067"/>
                    <a:pt x="3070715" y="177348"/>
                    <a:pt x="3055399" y="169929"/>
                  </a:cubicBezTo>
                  <a:cubicBezTo>
                    <a:pt x="3015125" y="152553"/>
                    <a:pt x="2969133" y="154401"/>
                    <a:pt x="2930385" y="174951"/>
                  </a:cubicBezTo>
                  <a:moveTo>
                    <a:pt x="2299873" y="174951"/>
                  </a:moveTo>
                  <a:cubicBezTo>
                    <a:pt x="2280398" y="186582"/>
                    <a:pt x="2264497" y="203339"/>
                    <a:pt x="2253909" y="223390"/>
                  </a:cubicBezTo>
                  <a:cubicBezTo>
                    <a:pt x="2244804" y="204243"/>
                    <a:pt x="2230697" y="187906"/>
                    <a:pt x="2213075" y="176101"/>
                  </a:cubicBezTo>
                  <a:cubicBezTo>
                    <a:pt x="2193172" y="163511"/>
                    <a:pt x="2169920" y="157238"/>
                    <a:pt x="2146380" y="158107"/>
                  </a:cubicBezTo>
                  <a:cubicBezTo>
                    <a:pt x="2133544" y="157995"/>
                    <a:pt x="2120765" y="159830"/>
                    <a:pt x="2108479" y="163547"/>
                  </a:cubicBezTo>
                  <a:cubicBezTo>
                    <a:pt x="2097618" y="166805"/>
                    <a:pt x="2087336" y="171747"/>
                    <a:pt x="2078010" y="178194"/>
                  </a:cubicBezTo>
                  <a:cubicBezTo>
                    <a:pt x="2069486" y="184138"/>
                    <a:pt x="2061777" y="191173"/>
                    <a:pt x="2055081" y="199118"/>
                  </a:cubicBezTo>
                  <a:cubicBezTo>
                    <a:pt x="2048772" y="206459"/>
                    <a:pt x="2043553" y="214668"/>
                    <a:pt x="2039585" y="223495"/>
                  </a:cubicBezTo>
                  <a:lnTo>
                    <a:pt x="2038224" y="223495"/>
                  </a:lnTo>
                  <a:lnTo>
                    <a:pt x="2038224" y="168255"/>
                  </a:lnTo>
                  <a:lnTo>
                    <a:pt x="1956452" y="168255"/>
                  </a:lnTo>
                  <a:lnTo>
                    <a:pt x="1956452" y="512144"/>
                  </a:lnTo>
                  <a:lnTo>
                    <a:pt x="2042516" y="512144"/>
                  </a:lnTo>
                  <a:lnTo>
                    <a:pt x="2042516" y="323094"/>
                  </a:lnTo>
                  <a:cubicBezTo>
                    <a:pt x="2042540" y="311606"/>
                    <a:pt x="2044089" y="300173"/>
                    <a:pt x="2047123" y="289092"/>
                  </a:cubicBezTo>
                  <a:cubicBezTo>
                    <a:pt x="2049963" y="278496"/>
                    <a:pt x="2054564" y="268452"/>
                    <a:pt x="2060734" y="259380"/>
                  </a:cubicBezTo>
                  <a:cubicBezTo>
                    <a:pt x="2066831" y="250729"/>
                    <a:pt x="2074815" y="243574"/>
                    <a:pt x="2084083" y="238456"/>
                  </a:cubicBezTo>
                  <a:cubicBezTo>
                    <a:pt x="2094375" y="232728"/>
                    <a:pt x="2106020" y="229873"/>
                    <a:pt x="2117797" y="230190"/>
                  </a:cubicBezTo>
                  <a:cubicBezTo>
                    <a:pt x="2136409" y="228637"/>
                    <a:pt x="2154565" y="236491"/>
                    <a:pt x="2166169" y="251115"/>
                  </a:cubicBezTo>
                  <a:cubicBezTo>
                    <a:pt x="2176894" y="266790"/>
                    <a:pt x="2182290" y="285497"/>
                    <a:pt x="2181560" y="304471"/>
                  </a:cubicBezTo>
                  <a:lnTo>
                    <a:pt x="2181560" y="512249"/>
                  </a:lnTo>
                  <a:lnTo>
                    <a:pt x="2267520" y="512249"/>
                  </a:lnTo>
                  <a:lnTo>
                    <a:pt x="2267520" y="324559"/>
                  </a:lnTo>
                  <a:cubicBezTo>
                    <a:pt x="2267559" y="313292"/>
                    <a:pt x="2269037" y="302077"/>
                    <a:pt x="2271918" y="291185"/>
                  </a:cubicBezTo>
                  <a:cubicBezTo>
                    <a:pt x="2274587" y="280301"/>
                    <a:pt x="2279197" y="269988"/>
                    <a:pt x="2285529" y="260740"/>
                  </a:cubicBezTo>
                  <a:cubicBezTo>
                    <a:pt x="2291704" y="251711"/>
                    <a:pt x="2299780" y="244141"/>
                    <a:pt x="2309191" y="238560"/>
                  </a:cubicBezTo>
                  <a:cubicBezTo>
                    <a:pt x="2319626" y="232587"/>
                    <a:pt x="2331513" y="229617"/>
                    <a:pt x="2343533" y="229981"/>
                  </a:cubicBezTo>
                  <a:cubicBezTo>
                    <a:pt x="2355280" y="229384"/>
                    <a:pt x="2366931" y="232377"/>
                    <a:pt x="2376933" y="238560"/>
                  </a:cubicBezTo>
                  <a:cubicBezTo>
                    <a:pt x="2385114" y="244212"/>
                    <a:pt x="2391855" y="251701"/>
                    <a:pt x="2396617" y="260426"/>
                  </a:cubicBezTo>
                  <a:cubicBezTo>
                    <a:pt x="2401477" y="269693"/>
                    <a:pt x="2404633" y="279757"/>
                    <a:pt x="2405936" y="290138"/>
                  </a:cubicBezTo>
                  <a:cubicBezTo>
                    <a:pt x="2407324" y="300543"/>
                    <a:pt x="2408024" y="311028"/>
                    <a:pt x="2408030" y="321525"/>
                  </a:cubicBezTo>
                  <a:lnTo>
                    <a:pt x="2408029" y="512144"/>
                  </a:lnTo>
                  <a:lnTo>
                    <a:pt x="2494094" y="512144"/>
                  </a:lnTo>
                  <a:lnTo>
                    <a:pt x="2494094" y="297357"/>
                  </a:lnTo>
                  <a:cubicBezTo>
                    <a:pt x="2494124" y="279911"/>
                    <a:pt x="2491692" y="262547"/>
                    <a:pt x="2486869" y="245779"/>
                  </a:cubicBezTo>
                  <a:cubicBezTo>
                    <a:pt x="2482433" y="229596"/>
                    <a:pt x="2474777" y="214474"/>
                    <a:pt x="2464359" y="201315"/>
                  </a:cubicBezTo>
                  <a:cubicBezTo>
                    <a:pt x="2453684" y="188067"/>
                    <a:pt x="2440203" y="177348"/>
                    <a:pt x="2424886" y="169929"/>
                  </a:cubicBezTo>
                  <a:cubicBezTo>
                    <a:pt x="2384613" y="152553"/>
                    <a:pt x="2338620" y="154401"/>
                    <a:pt x="2299873" y="174951"/>
                  </a:cubicBezTo>
                  <a:moveTo>
                    <a:pt x="1600990" y="298927"/>
                  </a:moveTo>
                  <a:cubicBezTo>
                    <a:pt x="1604879" y="286086"/>
                    <a:pt x="1611089" y="274065"/>
                    <a:pt x="1619313" y="263460"/>
                  </a:cubicBezTo>
                  <a:cubicBezTo>
                    <a:pt x="1627550" y="252800"/>
                    <a:pt x="1638067" y="244114"/>
                    <a:pt x="1650095" y="238037"/>
                  </a:cubicBezTo>
                  <a:cubicBezTo>
                    <a:pt x="1678303" y="225060"/>
                    <a:pt x="1710780" y="225060"/>
                    <a:pt x="1738987" y="238037"/>
                  </a:cubicBezTo>
                  <a:cubicBezTo>
                    <a:pt x="1751015" y="244114"/>
                    <a:pt x="1761532" y="252800"/>
                    <a:pt x="1769769" y="263460"/>
                  </a:cubicBezTo>
                  <a:cubicBezTo>
                    <a:pt x="1777993" y="274065"/>
                    <a:pt x="1784203" y="286086"/>
                    <a:pt x="1788092" y="298927"/>
                  </a:cubicBezTo>
                  <a:cubicBezTo>
                    <a:pt x="1792123" y="311794"/>
                    <a:pt x="1794171" y="325200"/>
                    <a:pt x="1794164" y="338683"/>
                  </a:cubicBezTo>
                  <a:cubicBezTo>
                    <a:pt x="1794154" y="352267"/>
                    <a:pt x="1792107" y="365774"/>
                    <a:pt x="1788092" y="378753"/>
                  </a:cubicBezTo>
                  <a:cubicBezTo>
                    <a:pt x="1784250" y="391708"/>
                    <a:pt x="1778037" y="403840"/>
                    <a:pt x="1769769" y="414533"/>
                  </a:cubicBezTo>
                  <a:cubicBezTo>
                    <a:pt x="1761488" y="425259"/>
                    <a:pt x="1750989" y="434074"/>
                    <a:pt x="1738987" y="440374"/>
                  </a:cubicBezTo>
                  <a:cubicBezTo>
                    <a:pt x="1710870" y="453759"/>
                    <a:pt x="1678212" y="453759"/>
                    <a:pt x="1650095" y="440374"/>
                  </a:cubicBezTo>
                  <a:cubicBezTo>
                    <a:pt x="1638094" y="434074"/>
                    <a:pt x="1627594" y="425259"/>
                    <a:pt x="1619313" y="414533"/>
                  </a:cubicBezTo>
                  <a:cubicBezTo>
                    <a:pt x="1611045" y="403840"/>
                    <a:pt x="1604833" y="391708"/>
                    <a:pt x="1600990" y="378753"/>
                  </a:cubicBezTo>
                  <a:cubicBezTo>
                    <a:pt x="1596975" y="365774"/>
                    <a:pt x="1594928" y="352267"/>
                    <a:pt x="1594918" y="338683"/>
                  </a:cubicBezTo>
                  <a:cubicBezTo>
                    <a:pt x="1594912" y="325200"/>
                    <a:pt x="1596959" y="311794"/>
                    <a:pt x="1600990" y="298927"/>
                  </a:cubicBezTo>
                  <a:moveTo>
                    <a:pt x="1522150" y="413173"/>
                  </a:moveTo>
                  <a:cubicBezTo>
                    <a:pt x="1531458" y="434833"/>
                    <a:pt x="1544982" y="454428"/>
                    <a:pt x="1561937" y="470819"/>
                  </a:cubicBezTo>
                  <a:cubicBezTo>
                    <a:pt x="1579101" y="487117"/>
                    <a:pt x="1599309" y="499880"/>
                    <a:pt x="1621407" y="508378"/>
                  </a:cubicBezTo>
                  <a:cubicBezTo>
                    <a:pt x="1668568" y="526589"/>
                    <a:pt x="1720828" y="526589"/>
                    <a:pt x="1767989" y="508378"/>
                  </a:cubicBezTo>
                  <a:cubicBezTo>
                    <a:pt x="1790087" y="499880"/>
                    <a:pt x="1810295" y="487117"/>
                    <a:pt x="1827459" y="470819"/>
                  </a:cubicBezTo>
                  <a:cubicBezTo>
                    <a:pt x="1844457" y="454465"/>
                    <a:pt x="1857988" y="434860"/>
                    <a:pt x="1867246" y="413173"/>
                  </a:cubicBezTo>
                  <a:cubicBezTo>
                    <a:pt x="1877302" y="389640"/>
                    <a:pt x="1882330" y="364269"/>
                    <a:pt x="1882009" y="338683"/>
                  </a:cubicBezTo>
                  <a:cubicBezTo>
                    <a:pt x="1882361" y="313195"/>
                    <a:pt x="1877330" y="287920"/>
                    <a:pt x="1867246" y="264506"/>
                  </a:cubicBezTo>
                  <a:cubicBezTo>
                    <a:pt x="1857978" y="243038"/>
                    <a:pt x="1844442" y="223676"/>
                    <a:pt x="1827459" y="207592"/>
                  </a:cubicBezTo>
                  <a:cubicBezTo>
                    <a:pt x="1810297" y="191547"/>
                    <a:pt x="1790069" y="179128"/>
                    <a:pt x="1767989" y="171080"/>
                  </a:cubicBezTo>
                  <a:cubicBezTo>
                    <a:pt x="1720676" y="153702"/>
                    <a:pt x="1668720" y="153702"/>
                    <a:pt x="1621407" y="171080"/>
                  </a:cubicBezTo>
                  <a:cubicBezTo>
                    <a:pt x="1576787" y="187121"/>
                    <a:pt x="1540839" y="220958"/>
                    <a:pt x="1522150" y="264506"/>
                  </a:cubicBezTo>
                  <a:cubicBezTo>
                    <a:pt x="1512098" y="287927"/>
                    <a:pt x="1507104" y="313202"/>
                    <a:pt x="1507492" y="338683"/>
                  </a:cubicBezTo>
                  <a:cubicBezTo>
                    <a:pt x="1507137" y="364261"/>
                    <a:pt x="1512130" y="389632"/>
                    <a:pt x="1522150" y="413173"/>
                  </a:cubicBezTo>
                  <a:moveTo>
                    <a:pt x="1482782" y="211882"/>
                  </a:moveTo>
                  <a:cubicBezTo>
                    <a:pt x="1467581" y="194258"/>
                    <a:pt x="1448220" y="180701"/>
                    <a:pt x="1426453" y="172440"/>
                  </a:cubicBezTo>
                  <a:cubicBezTo>
                    <a:pt x="1380071" y="153825"/>
                    <a:pt x="1328375" y="153339"/>
                    <a:pt x="1281651" y="171080"/>
                  </a:cubicBezTo>
                  <a:cubicBezTo>
                    <a:pt x="1259975" y="179317"/>
                    <a:pt x="1240126" y="191722"/>
                    <a:pt x="1223227" y="207592"/>
                  </a:cubicBezTo>
                  <a:cubicBezTo>
                    <a:pt x="1206200" y="223800"/>
                    <a:pt x="1192662" y="243309"/>
                    <a:pt x="1183441" y="264925"/>
                  </a:cubicBezTo>
                  <a:cubicBezTo>
                    <a:pt x="1173420" y="288685"/>
                    <a:pt x="1168430" y="314261"/>
                    <a:pt x="1168783" y="340043"/>
                  </a:cubicBezTo>
                  <a:cubicBezTo>
                    <a:pt x="1168330" y="366341"/>
                    <a:pt x="1173321" y="392449"/>
                    <a:pt x="1183441" y="416730"/>
                  </a:cubicBezTo>
                  <a:cubicBezTo>
                    <a:pt x="1202015" y="460441"/>
                    <a:pt x="1238222" y="494264"/>
                    <a:pt x="1283117" y="509843"/>
                  </a:cubicBezTo>
                  <a:cubicBezTo>
                    <a:pt x="1306240" y="518041"/>
                    <a:pt x="1330616" y="522148"/>
                    <a:pt x="1355151" y="521979"/>
                  </a:cubicBezTo>
                  <a:cubicBezTo>
                    <a:pt x="1379715" y="522175"/>
                    <a:pt x="1404115" y="517958"/>
                    <a:pt x="1427186" y="509529"/>
                  </a:cubicBezTo>
                  <a:cubicBezTo>
                    <a:pt x="1447966" y="502092"/>
                    <a:pt x="1466743" y="489954"/>
                    <a:pt x="1482049" y="474062"/>
                  </a:cubicBezTo>
                  <a:lnTo>
                    <a:pt x="1428233" y="420287"/>
                  </a:lnTo>
                  <a:cubicBezTo>
                    <a:pt x="1419710" y="430650"/>
                    <a:pt x="1408579" y="438558"/>
                    <a:pt x="1395985" y="443199"/>
                  </a:cubicBezTo>
                  <a:cubicBezTo>
                    <a:pt x="1383251" y="448393"/>
                    <a:pt x="1369637" y="451092"/>
                    <a:pt x="1355884" y="451150"/>
                  </a:cubicBezTo>
                  <a:cubicBezTo>
                    <a:pt x="1341060" y="451475"/>
                    <a:pt x="1326385" y="448133"/>
                    <a:pt x="1313166" y="441421"/>
                  </a:cubicBezTo>
                  <a:cubicBezTo>
                    <a:pt x="1301282" y="435259"/>
                    <a:pt x="1290885" y="426583"/>
                    <a:pt x="1282698" y="415998"/>
                  </a:cubicBezTo>
                  <a:cubicBezTo>
                    <a:pt x="1274547" y="405362"/>
                    <a:pt x="1268376" y="393349"/>
                    <a:pt x="1264480" y="380531"/>
                  </a:cubicBezTo>
                  <a:cubicBezTo>
                    <a:pt x="1260448" y="367664"/>
                    <a:pt x="1258401" y="354258"/>
                    <a:pt x="1258407" y="340775"/>
                  </a:cubicBezTo>
                  <a:cubicBezTo>
                    <a:pt x="1258428" y="327325"/>
                    <a:pt x="1260331" y="313943"/>
                    <a:pt x="1264061" y="301019"/>
                  </a:cubicBezTo>
                  <a:cubicBezTo>
                    <a:pt x="1267760" y="288275"/>
                    <a:pt x="1273717" y="276298"/>
                    <a:pt x="1281651" y="265657"/>
                  </a:cubicBezTo>
                  <a:cubicBezTo>
                    <a:pt x="1289565" y="255095"/>
                    <a:pt x="1299719" y="246413"/>
                    <a:pt x="1311386" y="240234"/>
                  </a:cubicBezTo>
                  <a:cubicBezTo>
                    <a:pt x="1324294" y="233494"/>
                    <a:pt x="1338706" y="230146"/>
                    <a:pt x="1353266" y="230504"/>
                  </a:cubicBezTo>
                  <a:cubicBezTo>
                    <a:pt x="1367478" y="230575"/>
                    <a:pt x="1381483" y="233904"/>
                    <a:pt x="1394205" y="240234"/>
                  </a:cubicBezTo>
                  <a:cubicBezTo>
                    <a:pt x="1406113" y="245512"/>
                    <a:pt x="1416461" y="253762"/>
                    <a:pt x="1424254" y="264192"/>
                  </a:cubicBezTo>
                  <a:close/>
                  <a:moveTo>
                    <a:pt x="927865" y="263042"/>
                  </a:moveTo>
                  <a:cubicBezTo>
                    <a:pt x="920445" y="241513"/>
                    <a:pt x="908605" y="221771"/>
                    <a:pt x="893104" y="205081"/>
                  </a:cubicBezTo>
                  <a:cubicBezTo>
                    <a:pt x="878432" y="189683"/>
                    <a:pt x="860563" y="177684"/>
                    <a:pt x="840753" y="169929"/>
                  </a:cubicBezTo>
                  <a:cubicBezTo>
                    <a:pt x="819554" y="161900"/>
                    <a:pt x="797042" y="157891"/>
                    <a:pt x="774372" y="158107"/>
                  </a:cubicBezTo>
                  <a:cubicBezTo>
                    <a:pt x="749735" y="157938"/>
                    <a:pt x="725290" y="162446"/>
                    <a:pt x="702337" y="171393"/>
                  </a:cubicBezTo>
                  <a:cubicBezTo>
                    <a:pt x="658387" y="188324"/>
                    <a:pt x="623558" y="222898"/>
                    <a:pt x="606326" y="266703"/>
                  </a:cubicBezTo>
                  <a:cubicBezTo>
                    <a:pt x="596770" y="290725"/>
                    <a:pt x="592038" y="316392"/>
                    <a:pt x="592401" y="342240"/>
                  </a:cubicBezTo>
                  <a:cubicBezTo>
                    <a:pt x="591949" y="368095"/>
                    <a:pt x="596684" y="393779"/>
                    <a:pt x="606326" y="417776"/>
                  </a:cubicBezTo>
                  <a:cubicBezTo>
                    <a:pt x="614995" y="439127"/>
                    <a:pt x="628214" y="458335"/>
                    <a:pt x="645066" y="474062"/>
                  </a:cubicBezTo>
                  <a:cubicBezTo>
                    <a:pt x="661995" y="489637"/>
                    <a:pt x="681855" y="501693"/>
                    <a:pt x="703489" y="509529"/>
                  </a:cubicBezTo>
                  <a:cubicBezTo>
                    <a:pt x="726993" y="517968"/>
                    <a:pt x="751806" y="522183"/>
                    <a:pt x="776780" y="521979"/>
                  </a:cubicBezTo>
                  <a:cubicBezTo>
                    <a:pt x="841276" y="521979"/>
                    <a:pt x="890486" y="499067"/>
                    <a:pt x="924409" y="453243"/>
                  </a:cubicBezTo>
                  <a:lnTo>
                    <a:pt x="867138" y="407419"/>
                  </a:lnTo>
                  <a:cubicBezTo>
                    <a:pt x="857714" y="421074"/>
                    <a:pt x="845147" y="432269"/>
                    <a:pt x="830492" y="440060"/>
                  </a:cubicBezTo>
                  <a:cubicBezTo>
                    <a:pt x="813662" y="448272"/>
                    <a:pt x="795082" y="452258"/>
                    <a:pt x="776361" y="451673"/>
                  </a:cubicBezTo>
                  <a:cubicBezTo>
                    <a:pt x="764137" y="451733"/>
                    <a:pt x="752004" y="449570"/>
                    <a:pt x="740554" y="445292"/>
                  </a:cubicBezTo>
                  <a:cubicBezTo>
                    <a:pt x="729174" y="441227"/>
                    <a:pt x="718557" y="435286"/>
                    <a:pt x="709143" y="427715"/>
                  </a:cubicBezTo>
                  <a:cubicBezTo>
                    <a:pt x="700198" y="420396"/>
                    <a:pt x="692765" y="411406"/>
                    <a:pt x="687261" y="401246"/>
                  </a:cubicBezTo>
                  <a:cubicBezTo>
                    <a:pt x="681726" y="390702"/>
                    <a:pt x="678446" y="379123"/>
                    <a:pt x="677628" y="367244"/>
                  </a:cubicBezTo>
                  <a:lnTo>
                    <a:pt x="939382" y="367244"/>
                  </a:lnTo>
                  <a:cubicBezTo>
                    <a:pt x="939835" y="363424"/>
                    <a:pt x="940079" y="359582"/>
                    <a:pt x="940115" y="355736"/>
                  </a:cubicBezTo>
                  <a:lnTo>
                    <a:pt x="940115" y="344228"/>
                  </a:lnTo>
                  <a:cubicBezTo>
                    <a:pt x="940648" y="316610"/>
                    <a:pt x="936397" y="289107"/>
                    <a:pt x="927550" y="262937"/>
                  </a:cubicBezTo>
                  <a:moveTo>
                    <a:pt x="677733" y="305622"/>
                  </a:moveTo>
                  <a:cubicBezTo>
                    <a:pt x="679049" y="282454"/>
                    <a:pt x="689792" y="260831"/>
                    <a:pt x="707468" y="245779"/>
                  </a:cubicBezTo>
                  <a:cubicBezTo>
                    <a:pt x="725712" y="230171"/>
                    <a:pt x="749108" y="221894"/>
                    <a:pt x="773116" y="222553"/>
                  </a:cubicBezTo>
                  <a:cubicBezTo>
                    <a:pt x="785502" y="222240"/>
                    <a:pt x="797814" y="224558"/>
                    <a:pt x="809238" y="229353"/>
                  </a:cubicBezTo>
                  <a:cubicBezTo>
                    <a:pt x="818961" y="233467"/>
                    <a:pt x="827651" y="239684"/>
                    <a:pt x="834680" y="247558"/>
                  </a:cubicBezTo>
                  <a:cubicBezTo>
                    <a:pt x="841407" y="255286"/>
                    <a:pt x="846436" y="264339"/>
                    <a:pt x="849443" y="274131"/>
                  </a:cubicBezTo>
                  <a:cubicBezTo>
                    <a:pt x="852521" y="284309"/>
                    <a:pt x="854074" y="294886"/>
                    <a:pt x="854050" y="305518"/>
                  </a:cubicBezTo>
                  <a:close/>
                  <a:moveTo>
                    <a:pt x="119569" y="511935"/>
                  </a:moveTo>
                  <a:lnTo>
                    <a:pt x="206995" y="511935"/>
                  </a:lnTo>
                  <a:lnTo>
                    <a:pt x="284474" y="271307"/>
                  </a:lnTo>
                  <a:lnTo>
                    <a:pt x="285835" y="271307"/>
                  </a:lnTo>
                  <a:lnTo>
                    <a:pt x="364047" y="511935"/>
                  </a:lnTo>
                  <a:lnTo>
                    <a:pt x="451787" y="511935"/>
                  </a:lnTo>
                  <a:lnTo>
                    <a:pt x="570728" y="168045"/>
                  </a:lnTo>
                  <a:lnTo>
                    <a:pt x="481103" y="168045"/>
                  </a:lnTo>
                  <a:lnTo>
                    <a:pt x="407812" y="414428"/>
                  </a:lnTo>
                  <a:lnTo>
                    <a:pt x="406346" y="414428"/>
                  </a:lnTo>
                  <a:lnTo>
                    <a:pt x="331799" y="168045"/>
                  </a:lnTo>
                  <a:lnTo>
                    <a:pt x="240080" y="168045"/>
                  </a:lnTo>
                  <a:lnTo>
                    <a:pt x="166266" y="414428"/>
                  </a:lnTo>
                  <a:lnTo>
                    <a:pt x="164800" y="414428"/>
                  </a:lnTo>
                  <a:lnTo>
                    <a:pt x="93184" y="168045"/>
                  </a:lnTo>
                  <a:lnTo>
                    <a:pt x="0" y="168045"/>
                  </a:ln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FC19EDE-9C94-FE4A-A674-6B768536235A}"/>
                </a:ext>
              </a:extLst>
            </p:cNvPr>
            <p:cNvSpPr/>
            <p:nvPr/>
          </p:nvSpPr>
          <p:spPr>
            <a:xfrm>
              <a:off x="9696890" y="3587494"/>
              <a:ext cx="114658" cy="110386"/>
            </a:xfrm>
            <a:custGeom>
              <a:avLst/>
              <a:gdLst>
                <a:gd name="connsiteX0" fmla="*/ 4609 w 114658"/>
                <a:gd name="connsiteY0" fmla="*/ 77426 h 110386"/>
                <a:gd name="connsiteX1" fmla="*/ 17174 w 114658"/>
                <a:gd name="connsiteY1" fmla="*/ 94584 h 110386"/>
                <a:gd name="connsiteX2" fmla="*/ 35497 w 114658"/>
                <a:gd name="connsiteY2" fmla="*/ 106092 h 110386"/>
                <a:gd name="connsiteX3" fmla="*/ 57379 w 114658"/>
                <a:gd name="connsiteY3" fmla="*/ 110382 h 110386"/>
                <a:gd name="connsiteX4" fmla="*/ 97899 w 114658"/>
                <a:gd name="connsiteY4" fmla="*/ 93852 h 110386"/>
                <a:gd name="connsiteX5" fmla="*/ 114651 w 114658"/>
                <a:gd name="connsiteY5" fmla="*/ 54514 h 110386"/>
                <a:gd name="connsiteX6" fmla="*/ 97480 w 114658"/>
                <a:gd name="connsiteY6" fmla="*/ 15804 h 110386"/>
                <a:gd name="connsiteX7" fmla="*/ 57379 w 114658"/>
                <a:gd name="connsiteY7" fmla="*/ 7 h 110386"/>
                <a:gd name="connsiteX8" fmla="*/ 16859 w 114658"/>
                <a:gd name="connsiteY8" fmla="*/ 16537 h 110386"/>
                <a:gd name="connsiteX9" fmla="*/ 3 w 114658"/>
                <a:gd name="connsiteY9" fmla="*/ 55874 h 110386"/>
                <a:gd name="connsiteX10" fmla="*/ 4609 w 114658"/>
                <a:gd name="connsiteY10" fmla="*/ 77426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658" h="110386">
                  <a:moveTo>
                    <a:pt x="4609" y="77426"/>
                  </a:moveTo>
                  <a:cubicBezTo>
                    <a:pt x="7625" y="83917"/>
                    <a:pt x="11895" y="89748"/>
                    <a:pt x="17174" y="94584"/>
                  </a:cubicBezTo>
                  <a:cubicBezTo>
                    <a:pt x="22569" y="99450"/>
                    <a:pt x="28769" y="103344"/>
                    <a:pt x="35497" y="106092"/>
                  </a:cubicBezTo>
                  <a:cubicBezTo>
                    <a:pt x="42440" y="108938"/>
                    <a:pt x="49874" y="110396"/>
                    <a:pt x="57379" y="110382"/>
                  </a:cubicBezTo>
                  <a:cubicBezTo>
                    <a:pt x="72568" y="110578"/>
                    <a:pt x="87188" y="104614"/>
                    <a:pt x="97899" y="93852"/>
                  </a:cubicBezTo>
                  <a:cubicBezTo>
                    <a:pt x="108747" y="83660"/>
                    <a:pt x="114823" y="69392"/>
                    <a:pt x="114651" y="54514"/>
                  </a:cubicBezTo>
                  <a:cubicBezTo>
                    <a:pt x="114917" y="39713"/>
                    <a:pt x="108634" y="25548"/>
                    <a:pt x="97480" y="15804"/>
                  </a:cubicBezTo>
                  <a:cubicBezTo>
                    <a:pt x="86664" y="5550"/>
                    <a:pt x="72288" y="-114"/>
                    <a:pt x="57379" y="7"/>
                  </a:cubicBezTo>
                  <a:cubicBezTo>
                    <a:pt x="42183" y="-226"/>
                    <a:pt x="27550" y="5744"/>
                    <a:pt x="16859" y="16537"/>
                  </a:cubicBezTo>
                  <a:cubicBezTo>
                    <a:pt x="5973" y="26710"/>
                    <a:pt x="-143" y="40981"/>
                    <a:pt x="3" y="55874"/>
                  </a:cubicBezTo>
                  <a:cubicBezTo>
                    <a:pt x="-11" y="63304"/>
                    <a:pt x="1560" y="70651"/>
                    <a:pt x="4609" y="77426"/>
                  </a:cubicBez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EC19E03-DC90-6C4E-9150-F90129AB7185}"/>
                </a:ext>
              </a:extLst>
            </p:cNvPr>
            <p:cNvSpPr/>
            <p:nvPr/>
          </p:nvSpPr>
          <p:spPr>
            <a:xfrm>
              <a:off x="9494923" y="3340368"/>
              <a:ext cx="205215" cy="353218"/>
            </a:xfrm>
            <a:custGeom>
              <a:avLst/>
              <a:gdLst>
                <a:gd name="connsiteX0" fmla="*/ 210 w 205215"/>
                <a:gd name="connsiteY0" fmla="*/ 353218 h 353218"/>
                <a:gd name="connsiteX1" fmla="*/ 86274 w 205215"/>
                <a:gd name="connsiteY1" fmla="*/ 353218 h 353218"/>
                <a:gd name="connsiteX2" fmla="*/ 86274 w 205215"/>
                <a:gd name="connsiteY2" fmla="*/ 169085 h 353218"/>
                <a:gd name="connsiteX3" fmla="*/ 89834 w 205215"/>
                <a:gd name="connsiteY3" fmla="*/ 143976 h 353218"/>
                <a:gd name="connsiteX4" fmla="*/ 103445 w 205215"/>
                <a:gd name="connsiteY4" fmla="*/ 113218 h 353218"/>
                <a:gd name="connsiteX5" fmla="*/ 131400 w 205215"/>
                <a:gd name="connsiteY5" fmla="*/ 87481 h 353218"/>
                <a:gd name="connsiteX6" fmla="*/ 178726 w 205215"/>
                <a:gd name="connsiteY6" fmla="*/ 77019 h 353218"/>
                <a:gd name="connsiteX7" fmla="*/ 190557 w 205215"/>
                <a:gd name="connsiteY7" fmla="*/ 77751 h 353218"/>
                <a:gd name="connsiteX8" fmla="*/ 205215 w 205215"/>
                <a:gd name="connsiteY8" fmla="*/ 80576 h 353218"/>
                <a:gd name="connsiteX9" fmla="*/ 205215 w 205215"/>
                <a:gd name="connsiteY9" fmla="*/ 1796 h 353218"/>
                <a:gd name="connsiteX10" fmla="*/ 194744 w 205215"/>
                <a:gd name="connsiteY10" fmla="*/ 18 h 353218"/>
                <a:gd name="connsiteX11" fmla="*/ 184274 w 205215"/>
                <a:gd name="connsiteY11" fmla="*/ 18 h 353218"/>
                <a:gd name="connsiteX12" fmla="*/ 124071 w 205215"/>
                <a:gd name="connsiteY12" fmla="*/ 18640 h 353218"/>
                <a:gd name="connsiteX13" fmla="*/ 83865 w 205215"/>
                <a:gd name="connsiteY13" fmla="*/ 67394 h 353218"/>
                <a:gd name="connsiteX14" fmla="*/ 82505 w 205215"/>
                <a:gd name="connsiteY14" fmla="*/ 67394 h 353218"/>
                <a:gd name="connsiteX15" fmla="*/ 82505 w 205215"/>
                <a:gd name="connsiteY15" fmla="*/ 10061 h 353218"/>
                <a:gd name="connsiteX16" fmla="*/ 0 w 205215"/>
                <a:gd name="connsiteY16" fmla="*/ 10061 h 35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215" h="353218">
                  <a:moveTo>
                    <a:pt x="210" y="353218"/>
                  </a:moveTo>
                  <a:lnTo>
                    <a:pt x="86274" y="353218"/>
                  </a:lnTo>
                  <a:lnTo>
                    <a:pt x="86274" y="169085"/>
                  </a:lnTo>
                  <a:cubicBezTo>
                    <a:pt x="86565" y="160613"/>
                    <a:pt x="87758" y="152196"/>
                    <a:pt x="89834" y="143976"/>
                  </a:cubicBezTo>
                  <a:cubicBezTo>
                    <a:pt x="92459" y="132981"/>
                    <a:pt x="97071" y="122557"/>
                    <a:pt x="103445" y="113218"/>
                  </a:cubicBezTo>
                  <a:cubicBezTo>
                    <a:pt x="110711" y="102650"/>
                    <a:pt x="120266" y="93853"/>
                    <a:pt x="131400" y="87481"/>
                  </a:cubicBezTo>
                  <a:cubicBezTo>
                    <a:pt x="145935" y="79772"/>
                    <a:pt x="162293" y="76156"/>
                    <a:pt x="178726" y="77019"/>
                  </a:cubicBezTo>
                  <a:cubicBezTo>
                    <a:pt x="182681" y="77008"/>
                    <a:pt x="186633" y="77253"/>
                    <a:pt x="190557" y="77751"/>
                  </a:cubicBezTo>
                  <a:cubicBezTo>
                    <a:pt x="195506" y="78330"/>
                    <a:pt x="200405" y="79274"/>
                    <a:pt x="205215" y="80576"/>
                  </a:cubicBezTo>
                  <a:lnTo>
                    <a:pt x="205215" y="1796"/>
                  </a:lnTo>
                  <a:cubicBezTo>
                    <a:pt x="201824" y="722"/>
                    <a:pt x="198300" y="123"/>
                    <a:pt x="194744" y="18"/>
                  </a:cubicBezTo>
                  <a:cubicBezTo>
                    <a:pt x="190871" y="18"/>
                    <a:pt x="187311" y="18"/>
                    <a:pt x="184274" y="18"/>
                  </a:cubicBezTo>
                  <a:cubicBezTo>
                    <a:pt x="162728" y="-384"/>
                    <a:pt x="141622" y="6144"/>
                    <a:pt x="124071" y="18640"/>
                  </a:cubicBezTo>
                  <a:cubicBezTo>
                    <a:pt x="106764" y="31238"/>
                    <a:pt x="92933" y="48011"/>
                    <a:pt x="83865" y="67394"/>
                  </a:cubicBezTo>
                  <a:lnTo>
                    <a:pt x="82505" y="67394"/>
                  </a:lnTo>
                  <a:lnTo>
                    <a:pt x="82505" y="10061"/>
                  </a:lnTo>
                  <a:lnTo>
                    <a:pt x="0" y="10061"/>
                  </a:ln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9C5931B-EEA8-7F43-BF11-2827FDAB774F}"/>
                </a:ext>
              </a:extLst>
            </p:cNvPr>
            <p:cNvSpPr/>
            <p:nvPr/>
          </p:nvSpPr>
          <p:spPr>
            <a:xfrm>
              <a:off x="9071062" y="3339746"/>
              <a:ext cx="348006" cy="363890"/>
            </a:xfrm>
            <a:custGeom>
              <a:avLst/>
              <a:gdLst>
                <a:gd name="connsiteX0" fmla="*/ 335493 w 348006"/>
                <a:gd name="connsiteY0" fmla="*/ 104947 h 363890"/>
                <a:gd name="connsiteX1" fmla="*/ 300733 w 348006"/>
                <a:gd name="connsiteY1" fmla="*/ 46882 h 363890"/>
                <a:gd name="connsiteX2" fmla="*/ 248382 w 348006"/>
                <a:gd name="connsiteY2" fmla="*/ 11834 h 363890"/>
                <a:gd name="connsiteX3" fmla="*/ 182106 w 348006"/>
                <a:gd name="connsiteY3" fmla="*/ 12 h 363890"/>
                <a:gd name="connsiteX4" fmla="*/ 110071 w 348006"/>
                <a:gd name="connsiteY4" fmla="*/ 13194 h 363890"/>
                <a:gd name="connsiteX5" fmla="*/ 13955 w 348006"/>
                <a:gd name="connsiteY5" fmla="*/ 108504 h 363890"/>
                <a:gd name="connsiteX6" fmla="*/ 30 w 348006"/>
                <a:gd name="connsiteY6" fmla="*/ 184040 h 363890"/>
                <a:gd name="connsiteX7" fmla="*/ 13955 w 348006"/>
                <a:gd name="connsiteY7" fmla="*/ 259577 h 363890"/>
                <a:gd name="connsiteX8" fmla="*/ 52695 w 348006"/>
                <a:gd name="connsiteY8" fmla="*/ 315863 h 363890"/>
                <a:gd name="connsiteX9" fmla="*/ 111118 w 348006"/>
                <a:gd name="connsiteY9" fmla="*/ 351329 h 363890"/>
                <a:gd name="connsiteX10" fmla="*/ 184409 w 348006"/>
                <a:gd name="connsiteY10" fmla="*/ 363884 h 363890"/>
                <a:gd name="connsiteX11" fmla="*/ 332143 w 348006"/>
                <a:gd name="connsiteY11" fmla="*/ 295043 h 363890"/>
                <a:gd name="connsiteX12" fmla="*/ 274767 w 348006"/>
                <a:gd name="connsiteY12" fmla="*/ 249219 h 363890"/>
                <a:gd name="connsiteX13" fmla="*/ 238226 w 348006"/>
                <a:gd name="connsiteY13" fmla="*/ 281861 h 363890"/>
                <a:gd name="connsiteX14" fmla="*/ 183676 w 348006"/>
                <a:gd name="connsiteY14" fmla="*/ 293683 h 363890"/>
                <a:gd name="connsiteX15" fmla="*/ 147869 w 348006"/>
                <a:gd name="connsiteY15" fmla="*/ 287197 h 363890"/>
                <a:gd name="connsiteX16" fmla="*/ 117086 w 348006"/>
                <a:gd name="connsiteY16" fmla="*/ 269620 h 363890"/>
                <a:gd name="connsiteX17" fmla="*/ 95203 w 348006"/>
                <a:gd name="connsiteY17" fmla="*/ 243151 h 363890"/>
                <a:gd name="connsiteX18" fmla="*/ 85466 w 348006"/>
                <a:gd name="connsiteY18" fmla="*/ 209149 h 363890"/>
                <a:gd name="connsiteX19" fmla="*/ 347220 w 348006"/>
                <a:gd name="connsiteY19" fmla="*/ 209149 h 363890"/>
                <a:gd name="connsiteX20" fmla="*/ 347953 w 348006"/>
                <a:gd name="connsiteY20" fmla="*/ 197641 h 363890"/>
                <a:gd name="connsiteX21" fmla="*/ 347953 w 348006"/>
                <a:gd name="connsiteY21" fmla="*/ 186237 h 363890"/>
                <a:gd name="connsiteX22" fmla="*/ 335493 w 348006"/>
                <a:gd name="connsiteY22" fmla="*/ 104947 h 363890"/>
                <a:gd name="connsiteX23" fmla="*/ 85676 w 348006"/>
                <a:gd name="connsiteY23" fmla="*/ 147527 h 363890"/>
                <a:gd name="connsiteX24" fmla="*/ 115516 w 348006"/>
                <a:gd name="connsiteY24" fmla="*/ 87684 h 363890"/>
                <a:gd name="connsiteX25" fmla="*/ 181059 w 348006"/>
                <a:gd name="connsiteY25" fmla="*/ 64458 h 363890"/>
                <a:gd name="connsiteX26" fmla="*/ 217286 w 348006"/>
                <a:gd name="connsiteY26" fmla="*/ 71259 h 363890"/>
                <a:gd name="connsiteX27" fmla="*/ 242728 w 348006"/>
                <a:gd name="connsiteY27" fmla="*/ 89463 h 363890"/>
                <a:gd name="connsiteX28" fmla="*/ 257387 w 348006"/>
                <a:gd name="connsiteY28" fmla="*/ 116036 h 363890"/>
                <a:gd name="connsiteX29" fmla="*/ 262098 w 348006"/>
                <a:gd name="connsiteY29" fmla="*/ 147423 h 36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48006" h="363890">
                  <a:moveTo>
                    <a:pt x="335493" y="104947"/>
                  </a:moveTo>
                  <a:cubicBezTo>
                    <a:pt x="328139" y="83357"/>
                    <a:pt x="316292" y="63568"/>
                    <a:pt x="300733" y="46882"/>
                  </a:cubicBezTo>
                  <a:cubicBezTo>
                    <a:pt x="286102" y="31461"/>
                    <a:pt x="268220" y="19488"/>
                    <a:pt x="248382" y="11834"/>
                  </a:cubicBezTo>
                  <a:cubicBezTo>
                    <a:pt x="227230" y="3765"/>
                    <a:pt x="204745" y="-246"/>
                    <a:pt x="182106" y="12"/>
                  </a:cubicBezTo>
                  <a:cubicBezTo>
                    <a:pt x="157473" y="-211"/>
                    <a:pt x="133025" y="4263"/>
                    <a:pt x="110071" y="13194"/>
                  </a:cubicBezTo>
                  <a:cubicBezTo>
                    <a:pt x="66116" y="30155"/>
                    <a:pt x="31265" y="64714"/>
                    <a:pt x="13955" y="108504"/>
                  </a:cubicBezTo>
                  <a:cubicBezTo>
                    <a:pt x="4399" y="132526"/>
                    <a:pt x="-333" y="158192"/>
                    <a:pt x="30" y="184040"/>
                  </a:cubicBezTo>
                  <a:cubicBezTo>
                    <a:pt x="-422" y="209896"/>
                    <a:pt x="4312" y="235579"/>
                    <a:pt x="13955" y="259577"/>
                  </a:cubicBezTo>
                  <a:cubicBezTo>
                    <a:pt x="22661" y="280907"/>
                    <a:pt x="35876" y="300107"/>
                    <a:pt x="52695" y="315863"/>
                  </a:cubicBezTo>
                  <a:cubicBezTo>
                    <a:pt x="69641" y="331415"/>
                    <a:pt x="89495" y="343468"/>
                    <a:pt x="111118" y="351329"/>
                  </a:cubicBezTo>
                  <a:cubicBezTo>
                    <a:pt x="134608" y="359835"/>
                    <a:pt x="159426" y="364086"/>
                    <a:pt x="184409" y="363884"/>
                  </a:cubicBezTo>
                  <a:cubicBezTo>
                    <a:pt x="248905" y="363884"/>
                    <a:pt x="298150" y="340937"/>
                    <a:pt x="332143" y="295043"/>
                  </a:cubicBezTo>
                  <a:lnTo>
                    <a:pt x="274767" y="249219"/>
                  </a:lnTo>
                  <a:cubicBezTo>
                    <a:pt x="265386" y="262873"/>
                    <a:pt x="252852" y="274069"/>
                    <a:pt x="238226" y="281861"/>
                  </a:cubicBezTo>
                  <a:cubicBezTo>
                    <a:pt x="221288" y="290211"/>
                    <a:pt x="202555" y="294271"/>
                    <a:pt x="183676" y="293683"/>
                  </a:cubicBezTo>
                  <a:cubicBezTo>
                    <a:pt x="171448" y="293688"/>
                    <a:pt x="159317" y="291491"/>
                    <a:pt x="147869" y="287197"/>
                  </a:cubicBezTo>
                  <a:cubicBezTo>
                    <a:pt x="136705" y="283080"/>
                    <a:pt x="126303" y="277141"/>
                    <a:pt x="117086" y="269620"/>
                  </a:cubicBezTo>
                  <a:cubicBezTo>
                    <a:pt x="108059" y="262384"/>
                    <a:pt x="100612" y="253376"/>
                    <a:pt x="95203" y="243151"/>
                  </a:cubicBezTo>
                  <a:cubicBezTo>
                    <a:pt x="89571" y="232640"/>
                    <a:pt x="86251" y="221047"/>
                    <a:pt x="85466" y="209149"/>
                  </a:cubicBezTo>
                  <a:lnTo>
                    <a:pt x="347220" y="209149"/>
                  </a:lnTo>
                  <a:cubicBezTo>
                    <a:pt x="347725" y="205334"/>
                    <a:pt x="347970" y="201489"/>
                    <a:pt x="347953" y="197641"/>
                  </a:cubicBezTo>
                  <a:lnTo>
                    <a:pt x="347953" y="186237"/>
                  </a:lnTo>
                  <a:cubicBezTo>
                    <a:pt x="348536" y="158624"/>
                    <a:pt x="344321" y="131119"/>
                    <a:pt x="335493" y="104947"/>
                  </a:cubicBezTo>
                  <a:close/>
                  <a:moveTo>
                    <a:pt x="85676" y="147527"/>
                  </a:moveTo>
                  <a:cubicBezTo>
                    <a:pt x="87031" y="124346"/>
                    <a:pt x="97811" y="102726"/>
                    <a:pt x="115516" y="87684"/>
                  </a:cubicBezTo>
                  <a:cubicBezTo>
                    <a:pt x="133717" y="72075"/>
                    <a:pt x="157082" y="63795"/>
                    <a:pt x="181059" y="64458"/>
                  </a:cubicBezTo>
                  <a:cubicBezTo>
                    <a:pt x="193474" y="64208"/>
                    <a:pt x="205808" y="66523"/>
                    <a:pt x="217286" y="71259"/>
                  </a:cubicBezTo>
                  <a:cubicBezTo>
                    <a:pt x="227009" y="75372"/>
                    <a:pt x="235699" y="81590"/>
                    <a:pt x="242728" y="89463"/>
                  </a:cubicBezTo>
                  <a:cubicBezTo>
                    <a:pt x="249436" y="97188"/>
                    <a:pt x="254431" y="106245"/>
                    <a:pt x="257387" y="116036"/>
                  </a:cubicBezTo>
                  <a:cubicBezTo>
                    <a:pt x="260545" y="126198"/>
                    <a:pt x="262134" y="136782"/>
                    <a:pt x="262098" y="147423"/>
                  </a:cubicBez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F0E304B-C48A-F04F-A665-461AF5D8A972}"/>
                </a:ext>
              </a:extLst>
            </p:cNvPr>
            <p:cNvSpPr/>
            <p:nvPr/>
          </p:nvSpPr>
          <p:spPr>
            <a:xfrm>
              <a:off x="8688094" y="3349697"/>
              <a:ext cx="367711" cy="343889"/>
            </a:xfrm>
            <a:custGeom>
              <a:avLst/>
              <a:gdLst>
                <a:gd name="connsiteX0" fmla="*/ 139043 w 367711"/>
                <a:gd name="connsiteY0" fmla="*/ 343890 h 343889"/>
                <a:gd name="connsiteX1" fmla="*/ 230762 w 367711"/>
                <a:gd name="connsiteY1" fmla="*/ 343890 h 343889"/>
                <a:gd name="connsiteX2" fmla="*/ 367712 w 367711"/>
                <a:gd name="connsiteY2" fmla="*/ 0 h 343889"/>
                <a:gd name="connsiteX3" fmla="*/ 276621 w 367711"/>
                <a:gd name="connsiteY3" fmla="*/ 0 h 343889"/>
                <a:gd name="connsiteX4" fmla="*/ 185636 w 367711"/>
                <a:gd name="connsiteY4" fmla="*/ 250672 h 343889"/>
                <a:gd name="connsiteX5" fmla="*/ 184170 w 367711"/>
                <a:gd name="connsiteY5" fmla="*/ 250672 h 343889"/>
                <a:gd name="connsiteX6" fmla="*/ 93813 w 367711"/>
                <a:gd name="connsiteY6" fmla="*/ 0 h 343889"/>
                <a:gd name="connsiteX7" fmla="*/ 0 w 367711"/>
                <a:gd name="connsiteY7" fmla="*/ 0 h 343889"/>
                <a:gd name="connsiteX8" fmla="*/ 139043 w 367711"/>
                <a:gd name="connsiteY8" fmla="*/ 343890 h 343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711" h="343889">
                  <a:moveTo>
                    <a:pt x="139043" y="343890"/>
                  </a:moveTo>
                  <a:lnTo>
                    <a:pt x="230762" y="343890"/>
                  </a:lnTo>
                  <a:lnTo>
                    <a:pt x="367712" y="0"/>
                  </a:lnTo>
                  <a:lnTo>
                    <a:pt x="276621" y="0"/>
                  </a:lnTo>
                  <a:lnTo>
                    <a:pt x="185636" y="250672"/>
                  </a:lnTo>
                  <a:lnTo>
                    <a:pt x="184170" y="250672"/>
                  </a:lnTo>
                  <a:lnTo>
                    <a:pt x="93813" y="0"/>
                  </a:lnTo>
                  <a:lnTo>
                    <a:pt x="0" y="0"/>
                  </a:lnTo>
                  <a:lnTo>
                    <a:pt x="139043" y="343890"/>
                  </a:ln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3FDB9DA-9CCA-0043-88CA-6B6B2EBB3829}"/>
                </a:ext>
              </a:extLst>
            </p:cNvPr>
            <p:cNvSpPr/>
            <p:nvPr/>
          </p:nvSpPr>
          <p:spPr>
            <a:xfrm>
              <a:off x="8541115" y="3181337"/>
              <a:ext cx="110354" cy="103210"/>
            </a:xfrm>
            <a:custGeom>
              <a:avLst/>
              <a:gdLst>
                <a:gd name="connsiteX0" fmla="*/ 15369 w 110354"/>
                <a:gd name="connsiteY0" fmla="*/ 87802 h 103210"/>
                <a:gd name="connsiteX1" fmla="*/ 54422 w 110354"/>
                <a:gd name="connsiteY1" fmla="*/ 103181 h 103210"/>
                <a:gd name="connsiteX2" fmla="*/ 94209 w 110354"/>
                <a:gd name="connsiteY2" fmla="*/ 88534 h 103210"/>
                <a:gd name="connsiteX3" fmla="*/ 97005 w 110354"/>
                <a:gd name="connsiteY3" fmla="*/ 17570 h 103210"/>
                <a:gd name="connsiteX4" fmla="*/ 94209 w 110354"/>
                <a:gd name="connsiteY4" fmla="*/ 14776 h 103210"/>
                <a:gd name="connsiteX5" fmla="*/ 54422 w 110354"/>
                <a:gd name="connsiteY5" fmla="*/ 24 h 103210"/>
                <a:gd name="connsiteX6" fmla="*/ 15369 w 110354"/>
                <a:gd name="connsiteY6" fmla="*/ 15508 h 103210"/>
                <a:gd name="connsiteX7" fmla="*/ 14082 w 110354"/>
                <a:gd name="connsiteY7" fmla="*/ 86516 h 103210"/>
                <a:gd name="connsiteX8" fmla="*/ 15369 w 110354"/>
                <a:gd name="connsiteY8" fmla="*/ 87802 h 10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354" h="103210">
                  <a:moveTo>
                    <a:pt x="15369" y="87802"/>
                  </a:moveTo>
                  <a:cubicBezTo>
                    <a:pt x="25713" y="98083"/>
                    <a:pt x="39841" y="103646"/>
                    <a:pt x="54422" y="103181"/>
                  </a:cubicBezTo>
                  <a:cubicBezTo>
                    <a:pt x="69086" y="103652"/>
                    <a:pt x="83356" y="98398"/>
                    <a:pt x="94209" y="88534"/>
                  </a:cubicBezTo>
                  <a:cubicBezTo>
                    <a:pt x="114592" y="69709"/>
                    <a:pt x="115844" y="37937"/>
                    <a:pt x="97005" y="17570"/>
                  </a:cubicBezTo>
                  <a:cubicBezTo>
                    <a:pt x="96110" y="16602"/>
                    <a:pt x="95177" y="15670"/>
                    <a:pt x="94209" y="14776"/>
                  </a:cubicBezTo>
                  <a:cubicBezTo>
                    <a:pt x="83367" y="4883"/>
                    <a:pt x="69098" y="-407"/>
                    <a:pt x="54422" y="24"/>
                  </a:cubicBezTo>
                  <a:cubicBezTo>
                    <a:pt x="39827" y="-401"/>
                    <a:pt x="25702" y="5200"/>
                    <a:pt x="15369" y="15508"/>
                  </a:cubicBezTo>
                  <a:cubicBezTo>
                    <a:pt x="-4610" y="34762"/>
                    <a:pt x="-5185" y="66553"/>
                    <a:pt x="14082" y="86516"/>
                  </a:cubicBezTo>
                  <a:cubicBezTo>
                    <a:pt x="14504" y="86952"/>
                    <a:pt x="14932" y="87381"/>
                    <a:pt x="15369" y="87802"/>
                  </a:cubicBez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8E688AC-D3FF-0644-9469-85479B8E2663}"/>
                </a:ext>
              </a:extLst>
            </p:cNvPr>
            <p:cNvSpPr/>
            <p:nvPr/>
          </p:nvSpPr>
          <p:spPr>
            <a:xfrm>
              <a:off x="8552924" y="3349697"/>
              <a:ext cx="86064" cy="343785"/>
            </a:xfrm>
            <a:custGeom>
              <a:avLst/>
              <a:gdLst>
                <a:gd name="connsiteX0" fmla="*/ 0 w 86064"/>
                <a:gd name="connsiteY0" fmla="*/ 0 h 343785"/>
                <a:gd name="connsiteX1" fmla="*/ 86064 w 86064"/>
                <a:gd name="connsiteY1" fmla="*/ 0 h 343785"/>
                <a:gd name="connsiteX2" fmla="*/ 86064 w 86064"/>
                <a:gd name="connsiteY2" fmla="*/ 343785 h 343785"/>
                <a:gd name="connsiteX3" fmla="*/ 0 w 86064"/>
                <a:gd name="connsiteY3" fmla="*/ 343785 h 343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64" h="343785">
                  <a:moveTo>
                    <a:pt x="0" y="0"/>
                  </a:moveTo>
                  <a:lnTo>
                    <a:pt x="86064" y="0"/>
                  </a:lnTo>
                  <a:lnTo>
                    <a:pt x="86064" y="343785"/>
                  </a:lnTo>
                  <a:lnTo>
                    <a:pt x="0" y="343785"/>
                  </a:ln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463686E-1127-F947-AC29-A8778387AB58}"/>
                </a:ext>
              </a:extLst>
            </p:cNvPr>
            <p:cNvSpPr/>
            <p:nvPr/>
          </p:nvSpPr>
          <p:spPr>
            <a:xfrm>
              <a:off x="8370011" y="3152067"/>
              <a:ext cx="86064" cy="541519"/>
            </a:xfrm>
            <a:custGeom>
              <a:avLst/>
              <a:gdLst>
                <a:gd name="connsiteX0" fmla="*/ 0 w 86064"/>
                <a:gd name="connsiteY0" fmla="*/ 0 h 541519"/>
                <a:gd name="connsiteX1" fmla="*/ 86064 w 86064"/>
                <a:gd name="connsiteY1" fmla="*/ 0 h 541519"/>
                <a:gd name="connsiteX2" fmla="*/ 86064 w 86064"/>
                <a:gd name="connsiteY2" fmla="*/ 541519 h 541519"/>
                <a:gd name="connsiteX3" fmla="*/ 0 w 86064"/>
                <a:gd name="connsiteY3" fmla="*/ 541519 h 54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64" h="541519">
                  <a:moveTo>
                    <a:pt x="0" y="0"/>
                  </a:moveTo>
                  <a:lnTo>
                    <a:pt x="86064" y="0"/>
                  </a:lnTo>
                  <a:lnTo>
                    <a:pt x="86064" y="541519"/>
                  </a:lnTo>
                  <a:lnTo>
                    <a:pt x="0" y="541519"/>
                  </a:ln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E8FC928-C0FA-B94E-8C1A-41C40CF6221F}"/>
                </a:ext>
              </a:extLst>
            </p:cNvPr>
            <p:cNvSpPr/>
            <p:nvPr/>
          </p:nvSpPr>
          <p:spPr>
            <a:xfrm>
              <a:off x="7945107" y="3340042"/>
              <a:ext cx="348130" cy="363908"/>
            </a:xfrm>
            <a:custGeom>
              <a:avLst/>
              <a:gdLst>
                <a:gd name="connsiteX0" fmla="*/ 336013 w 348130"/>
                <a:gd name="connsiteY0" fmla="*/ 104650 h 363908"/>
                <a:gd name="connsiteX1" fmla="*/ 301147 w 348130"/>
                <a:gd name="connsiteY1" fmla="*/ 46586 h 363908"/>
                <a:gd name="connsiteX2" fmla="*/ 248796 w 348130"/>
                <a:gd name="connsiteY2" fmla="*/ 11538 h 363908"/>
                <a:gd name="connsiteX3" fmla="*/ 182101 w 348130"/>
                <a:gd name="connsiteY3" fmla="*/ 29 h 363908"/>
                <a:gd name="connsiteX4" fmla="*/ 110067 w 348130"/>
                <a:gd name="connsiteY4" fmla="*/ 13212 h 363908"/>
                <a:gd name="connsiteX5" fmla="*/ 14056 w 348130"/>
                <a:gd name="connsiteY5" fmla="*/ 108521 h 363908"/>
                <a:gd name="connsiteX6" fmla="*/ 25 w 348130"/>
                <a:gd name="connsiteY6" fmla="*/ 184058 h 363908"/>
                <a:gd name="connsiteX7" fmla="*/ 14056 w 348130"/>
                <a:gd name="connsiteY7" fmla="*/ 259594 h 363908"/>
                <a:gd name="connsiteX8" fmla="*/ 52690 w 348130"/>
                <a:gd name="connsiteY8" fmla="*/ 315881 h 363908"/>
                <a:gd name="connsiteX9" fmla="*/ 111114 w 348130"/>
                <a:gd name="connsiteY9" fmla="*/ 351347 h 363908"/>
                <a:gd name="connsiteX10" fmla="*/ 184405 w 348130"/>
                <a:gd name="connsiteY10" fmla="*/ 363902 h 363908"/>
                <a:gd name="connsiteX11" fmla="*/ 332139 w 348130"/>
                <a:gd name="connsiteY11" fmla="*/ 295061 h 363908"/>
                <a:gd name="connsiteX12" fmla="*/ 274762 w 348130"/>
                <a:gd name="connsiteY12" fmla="*/ 249237 h 363908"/>
                <a:gd name="connsiteX13" fmla="*/ 238221 w 348130"/>
                <a:gd name="connsiteY13" fmla="*/ 281879 h 363908"/>
                <a:gd name="connsiteX14" fmla="*/ 183776 w 348130"/>
                <a:gd name="connsiteY14" fmla="*/ 293701 h 363908"/>
                <a:gd name="connsiteX15" fmla="*/ 147864 w 348130"/>
                <a:gd name="connsiteY15" fmla="*/ 287214 h 363908"/>
                <a:gd name="connsiteX16" fmla="*/ 117082 w 348130"/>
                <a:gd name="connsiteY16" fmla="*/ 269638 h 363908"/>
                <a:gd name="connsiteX17" fmla="*/ 85671 w 348130"/>
                <a:gd name="connsiteY17" fmla="*/ 209167 h 363908"/>
                <a:gd name="connsiteX18" fmla="*/ 347425 w 348130"/>
                <a:gd name="connsiteY18" fmla="*/ 209167 h 363908"/>
                <a:gd name="connsiteX19" fmla="*/ 348053 w 348130"/>
                <a:gd name="connsiteY19" fmla="*/ 197659 h 363908"/>
                <a:gd name="connsiteX20" fmla="*/ 348053 w 348130"/>
                <a:gd name="connsiteY20" fmla="*/ 186255 h 363908"/>
                <a:gd name="connsiteX21" fmla="*/ 336012 w 348130"/>
                <a:gd name="connsiteY21" fmla="*/ 104650 h 363908"/>
                <a:gd name="connsiteX22" fmla="*/ 86195 w 348130"/>
                <a:gd name="connsiteY22" fmla="*/ 147231 h 363908"/>
                <a:gd name="connsiteX23" fmla="*/ 115931 w 348130"/>
                <a:gd name="connsiteY23" fmla="*/ 87388 h 363908"/>
                <a:gd name="connsiteX24" fmla="*/ 181474 w 348130"/>
                <a:gd name="connsiteY24" fmla="*/ 64162 h 363908"/>
                <a:gd name="connsiteX25" fmla="*/ 217701 w 348130"/>
                <a:gd name="connsiteY25" fmla="*/ 70962 h 363908"/>
                <a:gd name="connsiteX26" fmla="*/ 257802 w 348130"/>
                <a:gd name="connsiteY26" fmla="*/ 115740 h 363908"/>
                <a:gd name="connsiteX27" fmla="*/ 262513 w 348130"/>
                <a:gd name="connsiteY27" fmla="*/ 147127 h 363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8130" h="363908">
                  <a:moveTo>
                    <a:pt x="336013" y="104650"/>
                  </a:moveTo>
                  <a:cubicBezTo>
                    <a:pt x="328621" y="83054"/>
                    <a:pt x="316739" y="63266"/>
                    <a:pt x="301147" y="46586"/>
                  </a:cubicBezTo>
                  <a:cubicBezTo>
                    <a:pt x="286517" y="31165"/>
                    <a:pt x="268634" y="19192"/>
                    <a:pt x="248796" y="11538"/>
                  </a:cubicBezTo>
                  <a:cubicBezTo>
                    <a:pt x="227492" y="3524"/>
                    <a:pt x="204861" y="-381"/>
                    <a:pt x="182101" y="29"/>
                  </a:cubicBezTo>
                  <a:cubicBezTo>
                    <a:pt x="157470" y="-186"/>
                    <a:pt x="133023" y="4288"/>
                    <a:pt x="110067" y="13212"/>
                  </a:cubicBezTo>
                  <a:cubicBezTo>
                    <a:pt x="66116" y="30142"/>
                    <a:pt x="31287" y="64716"/>
                    <a:pt x="14056" y="108521"/>
                  </a:cubicBezTo>
                  <a:cubicBezTo>
                    <a:pt x="4464" y="132536"/>
                    <a:pt x="-304" y="158203"/>
                    <a:pt x="25" y="184058"/>
                  </a:cubicBezTo>
                  <a:cubicBezTo>
                    <a:pt x="-393" y="209920"/>
                    <a:pt x="4377" y="235604"/>
                    <a:pt x="14056" y="259594"/>
                  </a:cubicBezTo>
                  <a:cubicBezTo>
                    <a:pt x="22726" y="280918"/>
                    <a:pt x="35905" y="300119"/>
                    <a:pt x="52690" y="315881"/>
                  </a:cubicBezTo>
                  <a:cubicBezTo>
                    <a:pt x="69653" y="331411"/>
                    <a:pt x="89503" y="343461"/>
                    <a:pt x="111114" y="351347"/>
                  </a:cubicBezTo>
                  <a:cubicBezTo>
                    <a:pt x="134604" y="359852"/>
                    <a:pt x="159422" y="364104"/>
                    <a:pt x="184405" y="363902"/>
                  </a:cubicBezTo>
                  <a:cubicBezTo>
                    <a:pt x="249041" y="363902"/>
                    <a:pt x="298285" y="340955"/>
                    <a:pt x="332139" y="295061"/>
                  </a:cubicBezTo>
                  <a:lnTo>
                    <a:pt x="274762" y="249237"/>
                  </a:lnTo>
                  <a:cubicBezTo>
                    <a:pt x="265406" y="262913"/>
                    <a:pt x="252866" y="274114"/>
                    <a:pt x="238221" y="281879"/>
                  </a:cubicBezTo>
                  <a:cubicBezTo>
                    <a:pt x="221315" y="290212"/>
                    <a:pt x="202619" y="294272"/>
                    <a:pt x="183776" y="293701"/>
                  </a:cubicBezTo>
                  <a:cubicBezTo>
                    <a:pt x="171512" y="293716"/>
                    <a:pt x="159346" y="291519"/>
                    <a:pt x="147864" y="287214"/>
                  </a:cubicBezTo>
                  <a:cubicBezTo>
                    <a:pt x="136712" y="283074"/>
                    <a:pt x="126314" y="277136"/>
                    <a:pt x="117082" y="269638"/>
                  </a:cubicBezTo>
                  <a:cubicBezTo>
                    <a:pt x="98596" y="254768"/>
                    <a:pt x="87202" y="232831"/>
                    <a:pt x="85671" y="209167"/>
                  </a:cubicBezTo>
                  <a:lnTo>
                    <a:pt x="347425" y="209167"/>
                  </a:lnTo>
                  <a:cubicBezTo>
                    <a:pt x="347843" y="205345"/>
                    <a:pt x="348052" y="201503"/>
                    <a:pt x="348053" y="197659"/>
                  </a:cubicBezTo>
                  <a:lnTo>
                    <a:pt x="348053" y="186255"/>
                  </a:lnTo>
                  <a:cubicBezTo>
                    <a:pt x="348755" y="158565"/>
                    <a:pt x="344682" y="130960"/>
                    <a:pt x="336012" y="104650"/>
                  </a:cubicBezTo>
                  <a:close/>
                  <a:moveTo>
                    <a:pt x="86195" y="147231"/>
                  </a:moveTo>
                  <a:cubicBezTo>
                    <a:pt x="87511" y="124063"/>
                    <a:pt x="98255" y="102440"/>
                    <a:pt x="115931" y="87388"/>
                  </a:cubicBezTo>
                  <a:cubicBezTo>
                    <a:pt x="134142" y="71796"/>
                    <a:pt x="157500" y="63519"/>
                    <a:pt x="181474" y="64162"/>
                  </a:cubicBezTo>
                  <a:cubicBezTo>
                    <a:pt x="193891" y="63890"/>
                    <a:pt x="206229" y="66206"/>
                    <a:pt x="217701" y="70962"/>
                  </a:cubicBezTo>
                  <a:cubicBezTo>
                    <a:pt x="237153" y="79066"/>
                    <a:pt x="251893" y="95526"/>
                    <a:pt x="257802" y="115740"/>
                  </a:cubicBezTo>
                  <a:cubicBezTo>
                    <a:pt x="260960" y="125902"/>
                    <a:pt x="262549" y="136486"/>
                    <a:pt x="262513" y="147127"/>
                  </a:cubicBez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CAF7841-6C8E-7F4D-8868-514E34AB63C8}"/>
                </a:ext>
              </a:extLst>
            </p:cNvPr>
            <p:cNvSpPr/>
            <p:nvPr/>
          </p:nvSpPr>
          <p:spPr>
            <a:xfrm>
              <a:off x="7498677" y="3151753"/>
              <a:ext cx="370546" cy="552011"/>
            </a:xfrm>
            <a:custGeom>
              <a:avLst/>
              <a:gdLst>
                <a:gd name="connsiteX0" fmla="*/ 284168 w 370546"/>
                <a:gd name="connsiteY0" fmla="*/ 0 h 552011"/>
                <a:gd name="connsiteX1" fmla="*/ 284168 w 370546"/>
                <a:gd name="connsiteY1" fmla="*/ 241675 h 552011"/>
                <a:gd name="connsiteX2" fmla="*/ 281970 w 370546"/>
                <a:gd name="connsiteY2" fmla="*/ 241675 h 552011"/>
                <a:gd name="connsiteX3" fmla="*/ 265532 w 370546"/>
                <a:gd name="connsiteY3" fmla="*/ 223785 h 552011"/>
                <a:gd name="connsiteX4" fmla="*/ 241450 w 370546"/>
                <a:gd name="connsiteY4" fmla="*/ 206627 h 552011"/>
                <a:gd name="connsiteX5" fmla="*/ 208888 w 370546"/>
                <a:gd name="connsiteY5" fmla="*/ 193340 h 552011"/>
                <a:gd name="connsiteX6" fmla="*/ 167008 w 370546"/>
                <a:gd name="connsiteY6" fmla="*/ 188004 h 552011"/>
                <a:gd name="connsiteX7" fmla="*/ 46601 w 370546"/>
                <a:gd name="connsiteY7" fmla="*/ 240315 h 552011"/>
                <a:gd name="connsiteX8" fmla="*/ 12154 w 370546"/>
                <a:gd name="connsiteY8" fmla="*/ 297647 h 552011"/>
                <a:gd name="connsiteX9" fmla="*/ 9 w 370546"/>
                <a:gd name="connsiteY9" fmla="*/ 368580 h 552011"/>
                <a:gd name="connsiteX10" fmla="*/ 11841 w 370546"/>
                <a:gd name="connsiteY10" fmla="*/ 439827 h 552011"/>
                <a:gd name="connsiteX11" fmla="*/ 45450 w 370546"/>
                <a:gd name="connsiteY11" fmla="*/ 497892 h 552011"/>
                <a:gd name="connsiteX12" fmla="*/ 169102 w 370546"/>
                <a:gd name="connsiteY12" fmla="*/ 551981 h 552011"/>
                <a:gd name="connsiteX13" fmla="*/ 237577 w 370546"/>
                <a:gd name="connsiteY13" fmla="*/ 536184 h 552011"/>
                <a:gd name="connsiteX14" fmla="*/ 287415 w 370546"/>
                <a:gd name="connsiteY14" fmla="*/ 490359 h 552011"/>
                <a:gd name="connsiteX15" fmla="*/ 288880 w 370546"/>
                <a:gd name="connsiteY15" fmla="*/ 490359 h 552011"/>
                <a:gd name="connsiteX16" fmla="*/ 288880 w 370546"/>
                <a:gd name="connsiteY16" fmla="*/ 541938 h 552011"/>
                <a:gd name="connsiteX17" fmla="*/ 370547 w 370546"/>
                <a:gd name="connsiteY17" fmla="*/ 541938 h 552011"/>
                <a:gd name="connsiteX18" fmla="*/ 370547 w 370546"/>
                <a:gd name="connsiteY18" fmla="*/ 0 h 552011"/>
                <a:gd name="connsiteX19" fmla="*/ 280189 w 370546"/>
                <a:gd name="connsiteY19" fmla="*/ 409383 h 552011"/>
                <a:gd name="connsiteX20" fmla="*/ 260087 w 370546"/>
                <a:gd name="connsiteY20" fmla="*/ 444744 h 552011"/>
                <a:gd name="connsiteX21" fmla="*/ 228676 w 370546"/>
                <a:gd name="connsiteY21" fmla="*/ 470167 h 552011"/>
                <a:gd name="connsiteX22" fmla="*/ 142612 w 370546"/>
                <a:gd name="connsiteY22" fmla="*/ 470167 h 552011"/>
                <a:gd name="connsiteX23" fmla="*/ 111830 w 370546"/>
                <a:gd name="connsiteY23" fmla="*/ 444430 h 552011"/>
                <a:gd name="connsiteX24" fmla="*/ 93507 w 370546"/>
                <a:gd name="connsiteY24" fmla="*/ 408545 h 552011"/>
                <a:gd name="connsiteX25" fmla="*/ 87434 w 370546"/>
                <a:gd name="connsiteY25" fmla="*/ 368475 h 552011"/>
                <a:gd name="connsiteX26" fmla="*/ 93507 w 370546"/>
                <a:gd name="connsiteY26" fmla="*/ 328719 h 552011"/>
                <a:gd name="connsiteX27" fmla="*/ 111830 w 370546"/>
                <a:gd name="connsiteY27" fmla="*/ 293253 h 552011"/>
                <a:gd name="connsiteX28" fmla="*/ 142612 w 370546"/>
                <a:gd name="connsiteY28" fmla="*/ 267830 h 552011"/>
                <a:gd name="connsiteX29" fmla="*/ 186377 w 370546"/>
                <a:gd name="connsiteY29" fmla="*/ 258205 h 552011"/>
                <a:gd name="connsiteX30" fmla="*/ 228258 w 370546"/>
                <a:gd name="connsiteY30" fmla="*/ 268144 h 552011"/>
                <a:gd name="connsiteX31" fmla="*/ 259668 w 370546"/>
                <a:gd name="connsiteY31" fmla="*/ 293985 h 552011"/>
                <a:gd name="connsiteX32" fmla="*/ 279771 w 370546"/>
                <a:gd name="connsiteY32" fmla="*/ 329766 h 552011"/>
                <a:gd name="connsiteX33" fmla="*/ 286577 w 370546"/>
                <a:gd name="connsiteY33" fmla="*/ 369940 h 552011"/>
                <a:gd name="connsiteX34" fmla="*/ 280190 w 370546"/>
                <a:gd name="connsiteY34" fmla="*/ 409696 h 55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70546" h="552011">
                  <a:moveTo>
                    <a:pt x="284168" y="0"/>
                  </a:moveTo>
                  <a:lnTo>
                    <a:pt x="284168" y="241675"/>
                  </a:lnTo>
                  <a:lnTo>
                    <a:pt x="281970" y="241675"/>
                  </a:lnTo>
                  <a:cubicBezTo>
                    <a:pt x="277053" y="235219"/>
                    <a:pt x="271550" y="229230"/>
                    <a:pt x="265532" y="223785"/>
                  </a:cubicBezTo>
                  <a:cubicBezTo>
                    <a:pt x="258197" y="217153"/>
                    <a:pt x="250115" y="211395"/>
                    <a:pt x="241450" y="206627"/>
                  </a:cubicBezTo>
                  <a:cubicBezTo>
                    <a:pt x="231173" y="200900"/>
                    <a:pt x="220240" y="196438"/>
                    <a:pt x="208888" y="193340"/>
                  </a:cubicBezTo>
                  <a:cubicBezTo>
                    <a:pt x="195240" y="189645"/>
                    <a:pt x="181147" y="187849"/>
                    <a:pt x="167008" y="188004"/>
                  </a:cubicBezTo>
                  <a:cubicBezTo>
                    <a:pt x="121230" y="187423"/>
                    <a:pt x="77397" y="206467"/>
                    <a:pt x="46601" y="240315"/>
                  </a:cubicBezTo>
                  <a:cubicBezTo>
                    <a:pt x="31514" y="257019"/>
                    <a:pt x="19816" y="276489"/>
                    <a:pt x="12154" y="297647"/>
                  </a:cubicBezTo>
                  <a:cubicBezTo>
                    <a:pt x="3890" y="320375"/>
                    <a:pt x="-223" y="344400"/>
                    <a:pt x="9" y="368580"/>
                  </a:cubicBezTo>
                  <a:cubicBezTo>
                    <a:pt x="-209" y="392835"/>
                    <a:pt x="3794" y="416943"/>
                    <a:pt x="11841" y="439827"/>
                  </a:cubicBezTo>
                  <a:cubicBezTo>
                    <a:pt x="19202" y="461162"/>
                    <a:pt x="30614" y="480877"/>
                    <a:pt x="45450" y="497892"/>
                  </a:cubicBezTo>
                  <a:cubicBezTo>
                    <a:pt x="76768" y="533123"/>
                    <a:pt x="121952" y="552888"/>
                    <a:pt x="169102" y="551981"/>
                  </a:cubicBezTo>
                  <a:cubicBezTo>
                    <a:pt x="192845" y="552097"/>
                    <a:pt x="216288" y="546688"/>
                    <a:pt x="237577" y="536184"/>
                  </a:cubicBezTo>
                  <a:cubicBezTo>
                    <a:pt x="258338" y="526139"/>
                    <a:pt x="275674" y="510200"/>
                    <a:pt x="287415" y="490359"/>
                  </a:cubicBezTo>
                  <a:lnTo>
                    <a:pt x="288880" y="490359"/>
                  </a:lnTo>
                  <a:lnTo>
                    <a:pt x="288880" y="541938"/>
                  </a:lnTo>
                  <a:lnTo>
                    <a:pt x="370547" y="541938"/>
                  </a:lnTo>
                  <a:lnTo>
                    <a:pt x="370547" y="0"/>
                  </a:lnTo>
                  <a:close/>
                  <a:moveTo>
                    <a:pt x="280189" y="409383"/>
                  </a:moveTo>
                  <a:cubicBezTo>
                    <a:pt x="275772" y="422328"/>
                    <a:pt x="268952" y="434324"/>
                    <a:pt x="260087" y="444744"/>
                  </a:cubicBezTo>
                  <a:cubicBezTo>
                    <a:pt x="251423" y="455232"/>
                    <a:pt x="240742" y="463877"/>
                    <a:pt x="228676" y="470167"/>
                  </a:cubicBezTo>
                  <a:cubicBezTo>
                    <a:pt x="201505" y="483350"/>
                    <a:pt x="169783" y="483350"/>
                    <a:pt x="142612" y="470167"/>
                  </a:cubicBezTo>
                  <a:cubicBezTo>
                    <a:pt x="130635" y="463875"/>
                    <a:pt x="120141" y="455101"/>
                    <a:pt x="111830" y="444430"/>
                  </a:cubicBezTo>
                  <a:cubicBezTo>
                    <a:pt x="103581" y="433687"/>
                    <a:pt x="97371" y="421525"/>
                    <a:pt x="93507" y="408545"/>
                  </a:cubicBezTo>
                  <a:cubicBezTo>
                    <a:pt x="89491" y="395567"/>
                    <a:pt x="87444" y="382060"/>
                    <a:pt x="87434" y="368475"/>
                  </a:cubicBezTo>
                  <a:cubicBezTo>
                    <a:pt x="87428" y="354992"/>
                    <a:pt x="89476" y="341587"/>
                    <a:pt x="93507" y="328719"/>
                  </a:cubicBezTo>
                  <a:cubicBezTo>
                    <a:pt x="97396" y="315878"/>
                    <a:pt x="103606" y="303858"/>
                    <a:pt x="111830" y="293253"/>
                  </a:cubicBezTo>
                  <a:cubicBezTo>
                    <a:pt x="120097" y="282622"/>
                    <a:pt x="130607" y="273942"/>
                    <a:pt x="142612" y="267830"/>
                  </a:cubicBezTo>
                  <a:cubicBezTo>
                    <a:pt x="156201" y="261116"/>
                    <a:pt x="171223" y="257812"/>
                    <a:pt x="186377" y="258205"/>
                  </a:cubicBezTo>
                  <a:cubicBezTo>
                    <a:pt x="200940" y="258048"/>
                    <a:pt x="215320" y="261460"/>
                    <a:pt x="228258" y="268144"/>
                  </a:cubicBezTo>
                  <a:cubicBezTo>
                    <a:pt x="240253" y="274719"/>
                    <a:pt x="250907" y="283485"/>
                    <a:pt x="259668" y="293985"/>
                  </a:cubicBezTo>
                  <a:cubicBezTo>
                    <a:pt x="268605" y="304512"/>
                    <a:pt x="275430" y="316660"/>
                    <a:pt x="279771" y="329766"/>
                  </a:cubicBezTo>
                  <a:cubicBezTo>
                    <a:pt x="284213" y="342697"/>
                    <a:pt x="286512" y="356268"/>
                    <a:pt x="286577" y="369940"/>
                  </a:cubicBezTo>
                  <a:cubicBezTo>
                    <a:pt x="286655" y="383453"/>
                    <a:pt x="284497" y="396886"/>
                    <a:pt x="280190" y="409696"/>
                  </a:cubicBez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DEA9C2D-3FA6-4648-AB30-50CBE835B013}"/>
                </a:ext>
              </a:extLst>
            </p:cNvPr>
            <p:cNvSpPr/>
            <p:nvPr/>
          </p:nvSpPr>
          <p:spPr>
            <a:xfrm>
              <a:off x="6922697" y="3339746"/>
              <a:ext cx="348700" cy="363896"/>
            </a:xfrm>
            <a:custGeom>
              <a:avLst/>
              <a:gdLst>
                <a:gd name="connsiteX0" fmla="*/ 335489 w 348700"/>
                <a:gd name="connsiteY0" fmla="*/ 104947 h 363896"/>
                <a:gd name="connsiteX1" fmla="*/ 300728 w 348700"/>
                <a:gd name="connsiteY1" fmla="*/ 46882 h 363896"/>
                <a:gd name="connsiteX2" fmla="*/ 248378 w 348700"/>
                <a:gd name="connsiteY2" fmla="*/ 11834 h 363896"/>
                <a:gd name="connsiteX3" fmla="*/ 182101 w 348700"/>
                <a:gd name="connsiteY3" fmla="*/ 12 h 363896"/>
                <a:gd name="connsiteX4" fmla="*/ 110067 w 348700"/>
                <a:gd name="connsiteY4" fmla="*/ 13194 h 363896"/>
                <a:gd name="connsiteX5" fmla="*/ 14056 w 348700"/>
                <a:gd name="connsiteY5" fmla="*/ 108504 h 363896"/>
                <a:gd name="connsiteX6" fmla="*/ 25 w 348700"/>
                <a:gd name="connsiteY6" fmla="*/ 184040 h 363896"/>
                <a:gd name="connsiteX7" fmla="*/ 14056 w 348700"/>
                <a:gd name="connsiteY7" fmla="*/ 259577 h 363896"/>
                <a:gd name="connsiteX8" fmla="*/ 52690 w 348700"/>
                <a:gd name="connsiteY8" fmla="*/ 315863 h 363896"/>
                <a:gd name="connsiteX9" fmla="*/ 111114 w 348700"/>
                <a:gd name="connsiteY9" fmla="*/ 351329 h 363896"/>
                <a:gd name="connsiteX10" fmla="*/ 185033 w 348700"/>
                <a:gd name="connsiteY10" fmla="*/ 363884 h 363896"/>
                <a:gd name="connsiteX11" fmla="*/ 332662 w 348700"/>
                <a:gd name="connsiteY11" fmla="*/ 295043 h 363896"/>
                <a:gd name="connsiteX12" fmla="*/ 275286 w 348700"/>
                <a:gd name="connsiteY12" fmla="*/ 249219 h 363896"/>
                <a:gd name="connsiteX13" fmla="*/ 238745 w 348700"/>
                <a:gd name="connsiteY13" fmla="*/ 281861 h 363896"/>
                <a:gd name="connsiteX14" fmla="*/ 184300 w 348700"/>
                <a:gd name="connsiteY14" fmla="*/ 293683 h 363896"/>
                <a:gd name="connsiteX15" fmla="*/ 148388 w 348700"/>
                <a:gd name="connsiteY15" fmla="*/ 287197 h 363896"/>
                <a:gd name="connsiteX16" fmla="*/ 117606 w 348700"/>
                <a:gd name="connsiteY16" fmla="*/ 269620 h 363896"/>
                <a:gd name="connsiteX17" fmla="*/ 86195 w 348700"/>
                <a:gd name="connsiteY17" fmla="*/ 209149 h 363896"/>
                <a:gd name="connsiteX18" fmla="*/ 347949 w 348700"/>
                <a:gd name="connsiteY18" fmla="*/ 209149 h 363896"/>
                <a:gd name="connsiteX19" fmla="*/ 348682 w 348700"/>
                <a:gd name="connsiteY19" fmla="*/ 197641 h 363896"/>
                <a:gd name="connsiteX20" fmla="*/ 348682 w 348700"/>
                <a:gd name="connsiteY20" fmla="*/ 186237 h 363896"/>
                <a:gd name="connsiteX21" fmla="*/ 335489 w 348700"/>
                <a:gd name="connsiteY21" fmla="*/ 104947 h 363896"/>
                <a:gd name="connsiteX22" fmla="*/ 85672 w 348700"/>
                <a:gd name="connsiteY22" fmla="*/ 147527 h 363896"/>
                <a:gd name="connsiteX23" fmla="*/ 115407 w 348700"/>
                <a:gd name="connsiteY23" fmla="*/ 87684 h 363896"/>
                <a:gd name="connsiteX24" fmla="*/ 180950 w 348700"/>
                <a:gd name="connsiteY24" fmla="*/ 64458 h 363896"/>
                <a:gd name="connsiteX25" fmla="*/ 217177 w 348700"/>
                <a:gd name="connsiteY25" fmla="*/ 71259 h 363896"/>
                <a:gd name="connsiteX26" fmla="*/ 257278 w 348700"/>
                <a:gd name="connsiteY26" fmla="*/ 116036 h 363896"/>
                <a:gd name="connsiteX27" fmla="*/ 261990 w 348700"/>
                <a:gd name="connsiteY27" fmla="*/ 147423 h 363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8700" h="363896">
                  <a:moveTo>
                    <a:pt x="335489" y="104947"/>
                  </a:moveTo>
                  <a:cubicBezTo>
                    <a:pt x="328094" y="83375"/>
                    <a:pt x="316252" y="63594"/>
                    <a:pt x="300728" y="46882"/>
                  </a:cubicBezTo>
                  <a:cubicBezTo>
                    <a:pt x="286071" y="31493"/>
                    <a:pt x="268196" y="19526"/>
                    <a:pt x="248378" y="11834"/>
                  </a:cubicBezTo>
                  <a:cubicBezTo>
                    <a:pt x="227226" y="3765"/>
                    <a:pt x="204741" y="-246"/>
                    <a:pt x="182101" y="12"/>
                  </a:cubicBezTo>
                  <a:cubicBezTo>
                    <a:pt x="157470" y="-203"/>
                    <a:pt x="133023" y="4270"/>
                    <a:pt x="110067" y="13194"/>
                  </a:cubicBezTo>
                  <a:cubicBezTo>
                    <a:pt x="66116" y="30124"/>
                    <a:pt x="31287" y="64699"/>
                    <a:pt x="14056" y="108504"/>
                  </a:cubicBezTo>
                  <a:cubicBezTo>
                    <a:pt x="4464" y="132519"/>
                    <a:pt x="-304" y="158185"/>
                    <a:pt x="25" y="184040"/>
                  </a:cubicBezTo>
                  <a:cubicBezTo>
                    <a:pt x="-393" y="209903"/>
                    <a:pt x="4377" y="235587"/>
                    <a:pt x="14056" y="259577"/>
                  </a:cubicBezTo>
                  <a:cubicBezTo>
                    <a:pt x="22726" y="280901"/>
                    <a:pt x="35905" y="300101"/>
                    <a:pt x="52690" y="315863"/>
                  </a:cubicBezTo>
                  <a:cubicBezTo>
                    <a:pt x="69653" y="331393"/>
                    <a:pt x="89503" y="343444"/>
                    <a:pt x="111114" y="351329"/>
                  </a:cubicBezTo>
                  <a:cubicBezTo>
                    <a:pt x="134802" y="359906"/>
                    <a:pt x="159840" y="364159"/>
                    <a:pt x="185033" y="363884"/>
                  </a:cubicBezTo>
                  <a:cubicBezTo>
                    <a:pt x="249529" y="363884"/>
                    <a:pt x="298739" y="340937"/>
                    <a:pt x="332662" y="295043"/>
                  </a:cubicBezTo>
                  <a:lnTo>
                    <a:pt x="275286" y="249219"/>
                  </a:lnTo>
                  <a:cubicBezTo>
                    <a:pt x="265930" y="262895"/>
                    <a:pt x="253390" y="274097"/>
                    <a:pt x="238745" y="281861"/>
                  </a:cubicBezTo>
                  <a:cubicBezTo>
                    <a:pt x="221839" y="290195"/>
                    <a:pt x="203143" y="294254"/>
                    <a:pt x="184300" y="293683"/>
                  </a:cubicBezTo>
                  <a:cubicBezTo>
                    <a:pt x="172036" y="293699"/>
                    <a:pt x="159870" y="291501"/>
                    <a:pt x="148388" y="287197"/>
                  </a:cubicBezTo>
                  <a:cubicBezTo>
                    <a:pt x="137236" y="283056"/>
                    <a:pt x="126838" y="277118"/>
                    <a:pt x="117606" y="269620"/>
                  </a:cubicBezTo>
                  <a:cubicBezTo>
                    <a:pt x="99120" y="254750"/>
                    <a:pt x="87726" y="232813"/>
                    <a:pt x="86195" y="209149"/>
                  </a:cubicBezTo>
                  <a:lnTo>
                    <a:pt x="347949" y="209149"/>
                  </a:lnTo>
                  <a:cubicBezTo>
                    <a:pt x="348401" y="205329"/>
                    <a:pt x="348646" y="201487"/>
                    <a:pt x="348682" y="197641"/>
                  </a:cubicBezTo>
                  <a:lnTo>
                    <a:pt x="348682" y="186237"/>
                  </a:lnTo>
                  <a:cubicBezTo>
                    <a:pt x="349030" y="158581"/>
                    <a:pt x="344566" y="131075"/>
                    <a:pt x="335489" y="104947"/>
                  </a:cubicBezTo>
                  <a:close/>
                  <a:moveTo>
                    <a:pt x="85672" y="147527"/>
                  </a:moveTo>
                  <a:cubicBezTo>
                    <a:pt x="86988" y="124359"/>
                    <a:pt x="97731" y="102736"/>
                    <a:pt x="115407" y="87684"/>
                  </a:cubicBezTo>
                  <a:cubicBezTo>
                    <a:pt x="133619" y="72092"/>
                    <a:pt x="156977" y="63815"/>
                    <a:pt x="180950" y="64458"/>
                  </a:cubicBezTo>
                  <a:cubicBezTo>
                    <a:pt x="193368" y="64186"/>
                    <a:pt x="205705" y="66502"/>
                    <a:pt x="217177" y="71259"/>
                  </a:cubicBezTo>
                  <a:cubicBezTo>
                    <a:pt x="236629" y="79362"/>
                    <a:pt x="251370" y="95822"/>
                    <a:pt x="257278" y="116036"/>
                  </a:cubicBezTo>
                  <a:cubicBezTo>
                    <a:pt x="260437" y="126198"/>
                    <a:pt x="262026" y="136782"/>
                    <a:pt x="261990" y="147423"/>
                  </a:cubicBez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A6600E0-DEC2-EB4E-AB9A-C7A2D8793CFE}"/>
                </a:ext>
              </a:extLst>
            </p:cNvPr>
            <p:cNvSpPr/>
            <p:nvPr/>
          </p:nvSpPr>
          <p:spPr>
            <a:xfrm>
              <a:off x="6330740" y="3349697"/>
              <a:ext cx="570622" cy="343889"/>
            </a:xfrm>
            <a:custGeom>
              <a:avLst/>
              <a:gdLst>
                <a:gd name="connsiteX0" fmla="*/ 119778 w 570622"/>
                <a:gd name="connsiteY0" fmla="*/ 343890 h 343889"/>
                <a:gd name="connsiteX1" fmla="*/ 207204 w 570622"/>
                <a:gd name="connsiteY1" fmla="*/ 343890 h 343889"/>
                <a:gd name="connsiteX2" fmla="*/ 284578 w 570622"/>
                <a:gd name="connsiteY2" fmla="*/ 103156 h 343889"/>
                <a:gd name="connsiteX3" fmla="*/ 286044 w 570622"/>
                <a:gd name="connsiteY3" fmla="*/ 103156 h 343889"/>
                <a:gd name="connsiteX4" fmla="*/ 364152 w 570622"/>
                <a:gd name="connsiteY4" fmla="*/ 343890 h 343889"/>
                <a:gd name="connsiteX5" fmla="*/ 451577 w 570622"/>
                <a:gd name="connsiteY5" fmla="*/ 343890 h 343889"/>
                <a:gd name="connsiteX6" fmla="*/ 570623 w 570622"/>
                <a:gd name="connsiteY6" fmla="*/ 0 h 343889"/>
                <a:gd name="connsiteX7" fmla="*/ 480998 w 570622"/>
                <a:gd name="connsiteY7" fmla="*/ 0 h 343889"/>
                <a:gd name="connsiteX8" fmla="*/ 407917 w 570622"/>
                <a:gd name="connsiteY8" fmla="*/ 246383 h 343889"/>
                <a:gd name="connsiteX9" fmla="*/ 406451 w 570622"/>
                <a:gd name="connsiteY9" fmla="*/ 246383 h 343889"/>
                <a:gd name="connsiteX10" fmla="*/ 331903 w 570622"/>
                <a:gd name="connsiteY10" fmla="*/ 0 h 343889"/>
                <a:gd name="connsiteX11" fmla="*/ 240185 w 570622"/>
                <a:gd name="connsiteY11" fmla="*/ 0 h 343889"/>
                <a:gd name="connsiteX12" fmla="*/ 166370 w 570622"/>
                <a:gd name="connsiteY12" fmla="*/ 246383 h 343889"/>
                <a:gd name="connsiteX13" fmla="*/ 164905 w 570622"/>
                <a:gd name="connsiteY13" fmla="*/ 246383 h 343889"/>
                <a:gd name="connsiteX14" fmla="*/ 93184 w 570622"/>
                <a:gd name="connsiteY14" fmla="*/ 0 h 343889"/>
                <a:gd name="connsiteX15" fmla="*/ 0 w 570622"/>
                <a:gd name="connsiteY15" fmla="*/ 0 h 343889"/>
                <a:gd name="connsiteX16" fmla="*/ 119778 w 570622"/>
                <a:gd name="connsiteY16" fmla="*/ 343890 h 343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70622" h="343889">
                  <a:moveTo>
                    <a:pt x="119778" y="343890"/>
                  </a:moveTo>
                  <a:lnTo>
                    <a:pt x="207204" y="343890"/>
                  </a:lnTo>
                  <a:lnTo>
                    <a:pt x="284578" y="103156"/>
                  </a:lnTo>
                  <a:lnTo>
                    <a:pt x="286044" y="103156"/>
                  </a:lnTo>
                  <a:lnTo>
                    <a:pt x="364152" y="343890"/>
                  </a:lnTo>
                  <a:lnTo>
                    <a:pt x="451577" y="343890"/>
                  </a:lnTo>
                  <a:lnTo>
                    <a:pt x="570623" y="0"/>
                  </a:lnTo>
                  <a:lnTo>
                    <a:pt x="480998" y="0"/>
                  </a:lnTo>
                  <a:lnTo>
                    <a:pt x="407917" y="246383"/>
                  </a:lnTo>
                  <a:lnTo>
                    <a:pt x="406451" y="246383"/>
                  </a:lnTo>
                  <a:lnTo>
                    <a:pt x="331903" y="0"/>
                  </a:lnTo>
                  <a:lnTo>
                    <a:pt x="240185" y="0"/>
                  </a:lnTo>
                  <a:lnTo>
                    <a:pt x="166370" y="246383"/>
                  </a:lnTo>
                  <a:lnTo>
                    <a:pt x="164905" y="246383"/>
                  </a:lnTo>
                  <a:lnTo>
                    <a:pt x="93184" y="0"/>
                  </a:lnTo>
                  <a:lnTo>
                    <a:pt x="0" y="0"/>
                  </a:lnTo>
                  <a:lnTo>
                    <a:pt x="119778" y="343890"/>
                  </a:lnTo>
                  <a:close/>
                </a:path>
              </a:pathLst>
            </a:custGeom>
            <a:solidFill>
              <a:schemeClr val="bg1"/>
            </a:solidFill>
            <a:ln w="104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7" name="Graphic 17">
            <a:extLst>
              <a:ext uri="{FF2B5EF4-FFF2-40B4-BE49-F238E27FC236}">
                <a16:creationId xmlns:a16="http://schemas.microsoft.com/office/drawing/2014/main" id="{F4B81E5F-8D6A-A442-BB73-D14DF0C23E54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8F600C7-521B-434C-9937-390E3C086C7A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93D037E-E946-5746-A60D-0BE6A5586D68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8C25F08-37F7-D041-B004-7EB505B4BD90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E6C661B0-8B11-1644-BA65-D8E783E7DD84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50341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 tea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AB30-02AF-B04D-833C-3121DC7DDB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243379"/>
            <a:ext cx="5662246" cy="1655762"/>
          </a:xfrm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90000"/>
              </a:lnSpc>
              <a:defRPr sz="5000" b="1" i="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92CA4-6B7B-884B-B4DC-BFB8E4485B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754" y="2093977"/>
            <a:ext cx="5662246" cy="16557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9D993982-6323-8747-AEAD-6F97BB8937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05200" y="1110086"/>
            <a:ext cx="4637828" cy="4637828"/>
          </a:xfrm>
          <a:prstGeom prst="ellipse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grpSp>
        <p:nvGrpSpPr>
          <p:cNvPr id="11" name="Graphic 17">
            <a:extLst>
              <a:ext uri="{FF2B5EF4-FFF2-40B4-BE49-F238E27FC236}">
                <a16:creationId xmlns:a16="http://schemas.microsoft.com/office/drawing/2014/main" id="{39D7A76C-0A6E-434D-83B6-79FCAF1D5E0C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BC86300-D72F-3B40-82FB-4A79766F383C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A2617C8-4FC4-C846-BA3C-146261468559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A4591A3-85FA-0347-8990-43417692CA4F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0160603-1384-1C44-B8BA-1851FD6F788C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266263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 purp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AB30-02AF-B04D-833C-3121DC7DDB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243379"/>
            <a:ext cx="5662246" cy="1655762"/>
          </a:xfrm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90000"/>
              </a:lnSpc>
              <a:defRPr sz="5000" b="1" i="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92CA4-6B7B-884B-B4DC-BFB8E4485B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754" y="2093977"/>
            <a:ext cx="5662246" cy="16557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9D993982-6323-8747-AEAD-6F97BB8937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05200" y="1110086"/>
            <a:ext cx="4637828" cy="4637828"/>
          </a:xfrm>
          <a:prstGeom prst="ellipse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grpSp>
        <p:nvGrpSpPr>
          <p:cNvPr id="11" name="Graphic 17">
            <a:extLst>
              <a:ext uri="{FF2B5EF4-FFF2-40B4-BE49-F238E27FC236}">
                <a16:creationId xmlns:a16="http://schemas.microsoft.com/office/drawing/2014/main" id="{39D7A76C-0A6E-434D-83B6-79FCAF1D5E0C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BC86300-D72F-3B40-82FB-4A79766F383C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A2617C8-4FC4-C846-BA3C-146261468559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1B89C72-6725-F843-8AED-A8EEC9F2CB0E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7AF9A8DD-A972-AB42-8869-3BAF60F34A40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5908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 g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AB30-02AF-B04D-833C-3121DC7DDB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243379"/>
            <a:ext cx="5662246" cy="1655762"/>
          </a:xfrm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90000"/>
              </a:lnSpc>
              <a:defRPr sz="5000" b="1" i="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92CA4-6B7B-884B-B4DC-BFB8E4485B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754" y="2093977"/>
            <a:ext cx="5662246" cy="16557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9D993982-6323-8747-AEAD-6F97BB8937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05200" y="1110086"/>
            <a:ext cx="4637828" cy="4637828"/>
          </a:xfrm>
          <a:prstGeom prst="ellipse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grpSp>
        <p:nvGrpSpPr>
          <p:cNvPr id="11" name="Graphic 17">
            <a:extLst>
              <a:ext uri="{FF2B5EF4-FFF2-40B4-BE49-F238E27FC236}">
                <a16:creationId xmlns:a16="http://schemas.microsoft.com/office/drawing/2014/main" id="{39D7A76C-0A6E-434D-83B6-79FCAF1D5E0C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BC86300-D72F-3B40-82FB-4A79766F383C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A2617C8-4FC4-C846-BA3C-146261468559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2CE2D1-9CE1-9B4C-81AB-6BDA39961A5A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2C945AD-71D0-6348-A16D-24468CEE1BAA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193253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tea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AB30-02AF-B04D-833C-3121DC7DDB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243379"/>
            <a:ext cx="5662246" cy="1655762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90000"/>
              </a:lnSpc>
              <a:defRPr sz="11500" b="0" i="0" spc="-100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GB" dirty="0"/>
              <a:t>1</a:t>
            </a:r>
            <a:endParaRPr lang="en-US" dirty="0"/>
          </a:p>
        </p:txBody>
      </p:sp>
      <p:grpSp>
        <p:nvGrpSpPr>
          <p:cNvPr id="11" name="Graphic 17">
            <a:extLst>
              <a:ext uri="{FF2B5EF4-FFF2-40B4-BE49-F238E27FC236}">
                <a16:creationId xmlns:a16="http://schemas.microsoft.com/office/drawing/2014/main" id="{39D7A76C-0A6E-434D-83B6-79FCAF1D5E0C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BC86300-D72F-3B40-82FB-4A79766F383C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A2617C8-4FC4-C846-BA3C-146261468559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12CE0B0-4CD6-2848-99C0-323558486C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"/>
          <a:stretch/>
        </p:blipFill>
        <p:spPr>
          <a:xfrm>
            <a:off x="8443912" y="4037076"/>
            <a:ext cx="3748088" cy="1874761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61B08FFC-8D59-1342-9759-41CC1586FC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754" y="4079940"/>
            <a:ext cx="5662246" cy="16557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861DF28-8CEE-4F44-8D75-C1DD7B8842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754" y="2229342"/>
            <a:ext cx="5676533" cy="1655762"/>
          </a:xfrm>
        </p:spPr>
        <p:txBody>
          <a:bodyPr lIns="0" tIns="0" rIns="0" bIns="0" anchor="b"/>
          <a:lstStyle>
            <a:lvl1pPr>
              <a:defRPr sz="5000" spc="-1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44FACD-B1C8-8E4E-81CF-DC775F86A8AD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6E558B-2FBC-C549-8059-19E17CDF6AFD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102081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purp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AB30-02AF-B04D-833C-3121DC7DDB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243379"/>
            <a:ext cx="5662246" cy="1655762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90000"/>
              </a:lnSpc>
              <a:defRPr sz="11500" b="0" i="0" spc="-100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GB" dirty="0"/>
              <a:t>1</a:t>
            </a:r>
            <a:endParaRPr lang="en-US" dirty="0"/>
          </a:p>
        </p:txBody>
      </p:sp>
      <p:grpSp>
        <p:nvGrpSpPr>
          <p:cNvPr id="11" name="Graphic 17">
            <a:extLst>
              <a:ext uri="{FF2B5EF4-FFF2-40B4-BE49-F238E27FC236}">
                <a16:creationId xmlns:a16="http://schemas.microsoft.com/office/drawing/2014/main" id="{39D7A76C-0A6E-434D-83B6-79FCAF1D5E0C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BC86300-D72F-3B40-82FB-4A79766F383C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A2617C8-4FC4-C846-BA3C-146261468559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12CE0B0-4CD6-2848-99C0-323558486C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6"/>
          <a:stretch/>
        </p:blipFill>
        <p:spPr>
          <a:xfrm>
            <a:off x="8443912" y="4037076"/>
            <a:ext cx="3748088" cy="1874761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61B08FFC-8D59-1342-9759-41CC1586FC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754" y="4079940"/>
            <a:ext cx="5662246" cy="16557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861DF28-8CEE-4F44-8D75-C1DD7B8842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754" y="2229342"/>
            <a:ext cx="5676533" cy="1655762"/>
          </a:xfrm>
        </p:spPr>
        <p:txBody>
          <a:bodyPr lIns="0" tIns="0" rIns="0" bIns="0" anchor="b"/>
          <a:lstStyle>
            <a:lvl1pPr>
              <a:defRPr sz="5000" spc="-1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2134EE-A235-F146-AC00-55FFFF80934E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0938A90-F1C0-FA46-A7A0-D43126F5E401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379737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g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AB30-02AF-B04D-833C-3121DC7DDB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243379"/>
            <a:ext cx="5662246" cy="1655762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90000"/>
              </a:lnSpc>
              <a:defRPr sz="11500" b="0" i="0" spc="-10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dirty="0"/>
              <a:t>1</a:t>
            </a:r>
            <a:endParaRPr lang="en-US" dirty="0"/>
          </a:p>
        </p:txBody>
      </p:sp>
      <p:grpSp>
        <p:nvGrpSpPr>
          <p:cNvPr id="11" name="Graphic 17">
            <a:extLst>
              <a:ext uri="{FF2B5EF4-FFF2-40B4-BE49-F238E27FC236}">
                <a16:creationId xmlns:a16="http://schemas.microsoft.com/office/drawing/2014/main" id="{39D7A76C-0A6E-434D-83B6-79FCAF1D5E0C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BC86300-D72F-3B40-82FB-4A79766F383C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A2617C8-4FC4-C846-BA3C-146261468559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12CE0B0-4CD6-2848-99C0-323558486C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1"/>
          <a:stretch/>
        </p:blipFill>
        <p:spPr>
          <a:xfrm>
            <a:off x="8443912" y="4037076"/>
            <a:ext cx="3748088" cy="1874761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61B08FFC-8D59-1342-9759-41CC1586FC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754" y="4079940"/>
            <a:ext cx="5662246" cy="16557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861DF28-8CEE-4F44-8D75-C1DD7B8842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754" y="2229342"/>
            <a:ext cx="5676533" cy="1655762"/>
          </a:xfrm>
        </p:spPr>
        <p:txBody>
          <a:bodyPr lIns="0" tIns="0" rIns="0" bIns="0" anchor="b"/>
          <a:lstStyle>
            <a:lvl1pPr>
              <a:defRPr sz="5000" spc="-1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0741EC-E109-CB49-801F-D7F8254122E4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FA53B2C4-4227-0445-AE9F-50C9DD7D221C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156386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light gra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AB30-02AF-B04D-833C-3121DC7DDB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243379"/>
            <a:ext cx="5662246" cy="1655762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90000"/>
              </a:lnSpc>
              <a:defRPr sz="11500" b="0" i="0" spc="-100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GB" dirty="0"/>
              <a:t>1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61B08FFC-8D59-1342-9759-41CC1586FC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754" y="4079940"/>
            <a:ext cx="5662246" cy="16557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861DF28-8CEE-4F44-8D75-C1DD7B8842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754" y="2229342"/>
            <a:ext cx="5676533" cy="1655762"/>
          </a:xfrm>
        </p:spPr>
        <p:txBody>
          <a:bodyPr lIns="0" tIns="0" rIns="0" bIns="0" anchor="b"/>
          <a:lstStyle>
            <a:lvl1pPr>
              <a:defRPr sz="5000" spc="-100" baseline="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040877-26D6-DC4F-A911-58A40E6601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0679"/>
          <a:stretch/>
        </p:blipFill>
        <p:spPr>
          <a:xfrm>
            <a:off x="8443912" y="4018037"/>
            <a:ext cx="3748088" cy="1893800"/>
          </a:xfrm>
          <a:prstGeom prst="rect">
            <a:avLst/>
          </a:prstGeom>
        </p:spPr>
      </p:pic>
      <p:grpSp>
        <p:nvGrpSpPr>
          <p:cNvPr id="20" name="Graphic 36">
            <a:extLst>
              <a:ext uri="{FF2B5EF4-FFF2-40B4-BE49-F238E27FC236}">
                <a16:creationId xmlns:a16="http://schemas.microsoft.com/office/drawing/2014/main" id="{ECB507C7-C9E3-364F-8AFF-9D0EC65D75CA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42AA743-1681-C948-A713-0B265B5E6A29}"/>
                </a:ext>
              </a:extLst>
            </p:cNvPr>
            <p:cNvSpPr/>
            <p:nvPr/>
          </p:nvSpPr>
          <p:spPr>
            <a:xfrm>
              <a:off x="11645345" y="6313298"/>
              <a:ext cx="214355" cy="215145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427DD5E-A3BB-3A4D-82E3-0C0CF0A3865A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3B3836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23A4CF9-BF3D-9B4A-B255-6F5B2678EA74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tx2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A5B7946-0812-BB45-9775-8E703E9B9545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121897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Re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EAD9949-42AE-0E43-BDB0-437EAD35A37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360609"/>
            <a:ext cx="10234246" cy="1022713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90000"/>
              </a:lnSpc>
              <a:defRPr sz="4000" b="0" i="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grpSp>
        <p:nvGrpSpPr>
          <p:cNvPr id="13" name="Graphic 17">
            <a:extLst>
              <a:ext uri="{FF2B5EF4-FFF2-40B4-BE49-F238E27FC236}">
                <a16:creationId xmlns:a16="http://schemas.microsoft.com/office/drawing/2014/main" id="{0E48C6BD-B499-604A-8E25-39DE1D17443C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1A55BF8-BAB1-C244-A1A4-6F8FEFC1BA3D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BF35FA2-40EC-854C-94E1-FDF934EA55C5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D89A43A-1E24-C348-A098-D4CE996BBAAD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8BF08E8-77FA-3541-A2AB-75D2C6570979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69620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EAD9949-42AE-0E43-BDB0-437EAD35A37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360609"/>
            <a:ext cx="10234246" cy="1022713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90000"/>
              </a:lnSpc>
              <a:defRPr sz="4000" b="0" i="0" spc="-10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F47F9CE-71BA-2948-B1E6-C0365A5B7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866" y="6196817"/>
            <a:ext cx="2887306" cy="3672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 b="1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we commit. we deliver.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996D3C1-CCDB-694C-A194-31C6F9193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755" y="6218083"/>
            <a:ext cx="31423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accent2"/>
                </a:solidFill>
                <a:latin typeface="+mn-lt"/>
              </a:defRPr>
            </a:lvl1pPr>
          </a:lstStyle>
          <a:p>
            <a:fld id="{A217A898-970D-3041-86C6-F4A1585794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aphic 36">
            <a:extLst>
              <a:ext uri="{FF2B5EF4-FFF2-40B4-BE49-F238E27FC236}">
                <a16:creationId xmlns:a16="http://schemas.microsoft.com/office/drawing/2014/main" id="{4B7705F0-7F44-BD4B-BA32-7B4168599E69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E3A25CA-0285-564E-BAA3-D5223FA06823}"/>
                </a:ext>
              </a:extLst>
            </p:cNvPr>
            <p:cNvSpPr/>
            <p:nvPr/>
          </p:nvSpPr>
          <p:spPr>
            <a:xfrm>
              <a:off x="11645345" y="6313298"/>
              <a:ext cx="214355" cy="215145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66E7D70-EC24-0F47-8F3C-586D48BFF088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3B3836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42E0CBD-8450-404E-8EBA-0499365966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3388" y="1489075"/>
            <a:ext cx="10234246" cy="4449763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81921ABA-9BF4-D548-8C97-2FEF3E719B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3388" y="5001488"/>
            <a:ext cx="10234246" cy="937602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accent4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Avenir Light" panose="020B0402020203020204" pitchFamily="34" charset="77"/>
              </a:defRPr>
            </a:lvl2pPr>
            <a:lvl3pPr marL="180000" indent="-180000"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defRPr sz="2000" b="0" i="0">
                <a:latin typeface="Avenir Light" panose="020B0402020203020204" pitchFamily="34" charset="77"/>
              </a:defRPr>
            </a:lvl3pPr>
            <a:lvl4pPr marL="0" indent="0">
              <a:spcBef>
                <a:spcPts val="0"/>
              </a:spcBef>
              <a:spcAft>
                <a:spcPts val="1000"/>
              </a:spcAft>
              <a:buFontTx/>
              <a:buNone/>
              <a:defRPr sz="1400" b="0" i="0">
                <a:latin typeface="Avenir Light" panose="020B0402020203020204" pitchFamily="34" charset="77"/>
              </a:defRPr>
            </a:lvl4pPr>
            <a:lvl5pPr marL="180000" indent="-180000"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defRPr sz="1400" b="0" i="0"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715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Icons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EAD9949-42AE-0E43-BDB0-437EAD35A37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360609"/>
            <a:ext cx="10234246" cy="1022713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90000"/>
              </a:lnSpc>
              <a:defRPr sz="4000" b="0" i="0" spc="-10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F47F9CE-71BA-2948-B1E6-C0365A5B7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866" y="6196817"/>
            <a:ext cx="2887306" cy="3672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 b="1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we commit. we deliver.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996D3C1-CCDB-694C-A194-31C6F9193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755" y="6218083"/>
            <a:ext cx="31423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accent2"/>
                </a:solidFill>
                <a:latin typeface="+mn-lt"/>
              </a:defRPr>
            </a:lvl1pPr>
          </a:lstStyle>
          <a:p>
            <a:fld id="{A217A898-970D-3041-86C6-F4A1585794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21FA036-C023-DD49-A73A-3CFE772AA8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388" y="3640666"/>
            <a:ext cx="2649781" cy="527296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None/>
              <a:defRPr sz="2000" b="0" i="0">
                <a:solidFill>
                  <a:schemeClr val="bg1"/>
                </a:solidFill>
                <a:latin typeface="Avenir Light" panose="020B0402020203020204" pitchFamily="34" charset="77"/>
              </a:defRPr>
            </a:lvl2pPr>
            <a:lvl3pPr marL="180000" indent="-1800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defRPr sz="2000" b="0" i="0">
                <a:solidFill>
                  <a:schemeClr val="bg1"/>
                </a:solidFill>
                <a:latin typeface="Avenir Light" panose="020B0402020203020204" pitchFamily="34" charset="77"/>
              </a:defRPr>
            </a:lvl3pPr>
            <a:lvl4pPr marL="0" indent="0">
              <a:spcBef>
                <a:spcPts val="0"/>
              </a:spcBef>
              <a:spcAft>
                <a:spcPts val="1000"/>
              </a:spcAft>
              <a:buFontTx/>
              <a:buNone/>
              <a:defRPr sz="1400" b="0" i="0">
                <a:solidFill>
                  <a:schemeClr val="bg1"/>
                </a:solidFill>
                <a:latin typeface="Avenir Light" panose="020B0402020203020204" pitchFamily="34" charset="77"/>
              </a:defRPr>
            </a:lvl4pPr>
            <a:lvl5pPr marL="180000" indent="-1800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defRPr sz="1400" b="0" i="0">
                <a:solidFill>
                  <a:schemeClr val="bg1"/>
                </a:solidFill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00785B-6EC9-294C-BEFF-7DE053ED167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388" y="2582924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F5DA4AE1-DF8B-C64A-A802-A87D4BF36F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40711" y="3640666"/>
            <a:ext cx="2649781" cy="527296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None/>
              <a:defRPr sz="2000" b="0" i="0">
                <a:solidFill>
                  <a:schemeClr val="bg1"/>
                </a:solidFill>
                <a:latin typeface="Avenir Light" panose="020B0402020203020204" pitchFamily="34" charset="77"/>
              </a:defRPr>
            </a:lvl2pPr>
            <a:lvl3pPr marL="180000" indent="-1800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defRPr sz="2000" b="0" i="0">
                <a:solidFill>
                  <a:schemeClr val="bg1"/>
                </a:solidFill>
                <a:latin typeface="Avenir Light" panose="020B0402020203020204" pitchFamily="34" charset="77"/>
              </a:defRPr>
            </a:lvl3pPr>
            <a:lvl4pPr marL="0" indent="0">
              <a:spcBef>
                <a:spcPts val="0"/>
              </a:spcBef>
              <a:spcAft>
                <a:spcPts val="1000"/>
              </a:spcAft>
              <a:buFontTx/>
              <a:buNone/>
              <a:defRPr sz="1400" b="0" i="0">
                <a:solidFill>
                  <a:schemeClr val="bg1"/>
                </a:solidFill>
                <a:latin typeface="Avenir Light" panose="020B0402020203020204" pitchFamily="34" charset="77"/>
              </a:defRPr>
            </a:lvl4pPr>
            <a:lvl5pPr marL="180000" indent="-1800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defRPr sz="1400" b="0" i="0">
                <a:solidFill>
                  <a:schemeClr val="bg1"/>
                </a:solidFill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A528E3D8-972E-2A4B-966F-4886BFBA339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40711" y="2582924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DEE83EE-76C5-F746-B1A9-A8D195D3E8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54079" y="3640666"/>
            <a:ext cx="2649781" cy="527296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None/>
              <a:defRPr sz="2000" b="0" i="0">
                <a:solidFill>
                  <a:schemeClr val="bg1"/>
                </a:solidFill>
                <a:latin typeface="Avenir Light" panose="020B0402020203020204" pitchFamily="34" charset="77"/>
              </a:defRPr>
            </a:lvl2pPr>
            <a:lvl3pPr marL="180000" indent="-1800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defRPr sz="2000" b="0" i="0">
                <a:solidFill>
                  <a:schemeClr val="bg1"/>
                </a:solidFill>
                <a:latin typeface="Avenir Light" panose="020B0402020203020204" pitchFamily="34" charset="77"/>
              </a:defRPr>
            </a:lvl3pPr>
            <a:lvl4pPr marL="0" indent="0">
              <a:spcBef>
                <a:spcPts val="0"/>
              </a:spcBef>
              <a:spcAft>
                <a:spcPts val="1000"/>
              </a:spcAft>
              <a:buFontTx/>
              <a:buNone/>
              <a:defRPr sz="1400" b="0" i="0">
                <a:solidFill>
                  <a:schemeClr val="bg1"/>
                </a:solidFill>
                <a:latin typeface="Avenir Light" panose="020B0402020203020204" pitchFamily="34" charset="77"/>
              </a:defRPr>
            </a:lvl4pPr>
            <a:lvl5pPr marL="180000" indent="-1800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defRPr sz="1400" b="0" i="0">
                <a:solidFill>
                  <a:schemeClr val="bg1"/>
                </a:solidFill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EF9AAED6-B79C-5944-B79A-B61616CE93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54079" y="2582924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A68164A-3B39-5146-9F92-C7354C84EB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9679" y="3640666"/>
            <a:ext cx="2649781" cy="527296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None/>
              <a:defRPr sz="2000" b="0" i="0">
                <a:solidFill>
                  <a:schemeClr val="bg1"/>
                </a:solidFill>
                <a:latin typeface="Avenir Light" panose="020B0402020203020204" pitchFamily="34" charset="77"/>
              </a:defRPr>
            </a:lvl2pPr>
            <a:lvl3pPr marL="180000" indent="-1800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defRPr sz="2000" b="0" i="0">
                <a:solidFill>
                  <a:schemeClr val="bg1"/>
                </a:solidFill>
                <a:latin typeface="Avenir Light" panose="020B0402020203020204" pitchFamily="34" charset="77"/>
              </a:defRPr>
            </a:lvl3pPr>
            <a:lvl4pPr marL="0" indent="0">
              <a:spcBef>
                <a:spcPts val="0"/>
              </a:spcBef>
              <a:spcAft>
                <a:spcPts val="1000"/>
              </a:spcAft>
              <a:buFontTx/>
              <a:buNone/>
              <a:defRPr sz="1400" b="0" i="0">
                <a:solidFill>
                  <a:schemeClr val="bg1"/>
                </a:solidFill>
                <a:latin typeface="Avenir Light" panose="020B0402020203020204" pitchFamily="34" charset="77"/>
              </a:defRPr>
            </a:lvl4pPr>
            <a:lvl5pPr marL="180000" indent="-1800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defRPr sz="1400" b="0" i="0">
                <a:solidFill>
                  <a:schemeClr val="bg1"/>
                </a:solidFill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2530F6B9-E0C6-6E42-8049-F7CF69B6FFE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149679" y="2582924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28" name="Graphic 36">
            <a:extLst>
              <a:ext uri="{FF2B5EF4-FFF2-40B4-BE49-F238E27FC236}">
                <a16:creationId xmlns:a16="http://schemas.microsoft.com/office/drawing/2014/main" id="{E239E27C-1C6A-7945-BC35-CCA19015ED92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048D841-6486-F241-BF73-2448DD4FB867}"/>
                </a:ext>
              </a:extLst>
            </p:cNvPr>
            <p:cNvSpPr/>
            <p:nvPr/>
          </p:nvSpPr>
          <p:spPr>
            <a:xfrm>
              <a:off x="11645345" y="6313298"/>
              <a:ext cx="214355" cy="215145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EB69106-2602-3845-AE30-B62CDCFF9ED4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3B3836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8EA2BA7-F205-6B49-A849-C89AF7D11B8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3388" y="1473201"/>
            <a:ext cx="10234612" cy="1022714"/>
          </a:xfrm>
        </p:spPr>
        <p:txBody>
          <a:bodyPr lIns="0" tIns="0" rIns="0" bIns="0"/>
          <a:lstStyle>
            <a:lvl2pPr marL="0" indent="0">
              <a:buFontTx/>
              <a:buNone/>
              <a:defRPr/>
            </a:lvl2pPr>
          </a:lstStyle>
          <a:p>
            <a:pPr lvl="1"/>
            <a:r>
              <a:rPr lang="en-GB"/>
              <a:t>Second level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837D99-6E3B-0246-A029-590049D08A5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33388" y="4202113"/>
            <a:ext cx="2658086" cy="1550987"/>
          </a:xfrm>
        </p:spPr>
        <p:txBody>
          <a:bodyPr lIns="0" tIns="0" rIns="0" bIns="0"/>
          <a:lstStyle>
            <a:lvl1pPr>
              <a:spcAft>
                <a:spcPts val="500"/>
              </a:spcAft>
              <a:defRPr sz="1400" b="0">
                <a:solidFill>
                  <a:schemeClr val="tx1"/>
                </a:solidFill>
              </a:defRPr>
            </a:lvl1pPr>
            <a:lvl2pPr>
              <a:spcAft>
                <a:spcPts val="500"/>
              </a:spcAft>
              <a:defRPr sz="1400"/>
            </a:lvl2pPr>
            <a:lvl3pPr>
              <a:spcAft>
                <a:spcPts val="500"/>
              </a:spcAft>
              <a:defRPr sz="1400"/>
            </a:lvl3pPr>
            <a:lvl4pPr>
              <a:spcAft>
                <a:spcPts val="500"/>
              </a:spcAft>
              <a:defRPr sz="1400"/>
            </a:lvl4pPr>
            <a:lvl5pPr>
              <a:spcAft>
                <a:spcPts val="500"/>
              </a:spcAft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843495E-39DE-5040-A839-DA98EB36C53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340711" y="4202113"/>
            <a:ext cx="2649781" cy="1550987"/>
          </a:xfrm>
        </p:spPr>
        <p:txBody>
          <a:bodyPr lIns="0" tIns="0" rIns="0" bIns="0"/>
          <a:lstStyle>
            <a:lvl1pPr>
              <a:spcAft>
                <a:spcPts val="500"/>
              </a:spcAft>
              <a:defRPr sz="1400" b="0">
                <a:solidFill>
                  <a:schemeClr val="tx1"/>
                </a:solidFill>
              </a:defRPr>
            </a:lvl1pPr>
            <a:lvl2pPr>
              <a:spcAft>
                <a:spcPts val="500"/>
              </a:spcAft>
              <a:defRPr sz="1400"/>
            </a:lvl2pPr>
            <a:lvl3pPr>
              <a:spcAft>
                <a:spcPts val="500"/>
              </a:spcAft>
              <a:defRPr sz="1400"/>
            </a:lvl3pPr>
            <a:lvl4pPr>
              <a:spcAft>
                <a:spcPts val="500"/>
              </a:spcAft>
              <a:defRPr sz="1400"/>
            </a:lvl4pPr>
            <a:lvl5pPr>
              <a:spcAft>
                <a:spcPts val="500"/>
              </a:spcAft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05A10AC3-555D-CF43-8A73-9799D065152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254079" y="4202113"/>
            <a:ext cx="2649781" cy="1550987"/>
          </a:xfrm>
        </p:spPr>
        <p:txBody>
          <a:bodyPr lIns="0" tIns="0" rIns="0" bIns="0"/>
          <a:lstStyle>
            <a:lvl1pPr>
              <a:spcAft>
                <a:spcPts val="500"/>
              </a:spcAft>
              <a:defRPr sz="1400" b="0">
                <a:solidFill>
                  <a:schemeClr val="tx1"/>
                </a:solidFill>
              </a:defRPr>
            </a:lvl1pPr>
            <a:lvl2pPr>
              <a:spcAft>
                <a:spcPts val="500"/>
              </a:spcAft>
              <a:defRPr sz="1400"/>
            </a:lvl2pPr>
            <a:lvl3pPr>
              <a:spcAft>
                <a:spcPts val="500"/>
              </a:spcAft>
              <a:defRPr sz="1400"/>
            </a:lvl3pPr>
            <a:lvl4pPr>
              <a:spcAft>
                <a:spcPts val="500"/>
              </a:spcAft>
              <a:defRPr sz="1400"/>
            </a:lvl4pPr>
            <a:lvl5pPr>
              <a:spcAft>
                <a:spcPts val="500"/>
              </a:spcAft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C8D77ED-EF58-E84E-9C58-3F29853C528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149679" y="4202113"/>
            <a:ext cx="2649781" cy="1550987"/>
          </a:xfrm>
        </p:spPr>
        <p:txBody>
          <a:bodyPr lIns="0" tIns="0" rIns="0" bIns="0"/>
          <a:lstStyle>
            <a:lvl1pPr>
              <a:spcAft>
                <a:spcPts val="500"/>
              </a:spcAft>
              <a:defRPr sz="1400" b="0">
                <a:solidFill>
                  <a:schemeClr val="tx1"/>
                </a:solidFill>
              </a:defRPr>
            </a:lvl1pPr>
            <a:lvl2pPr>
              <a:spcAft>
                <a:spcPts val="500"/>
              </a:spcAft>
              <a:defRPr sz="1400"/>
            </a:lvl2pPr>
            <a:lvl3pPr>
              <a:spcAft>
                <a:spcPts val="500"/>
              </a:spcAft>
              <a:defRPr sz="1400"/>
            </a:lvl3pPr>
            <a:lvl4pPr>
              <a:spcAft>
                <a:spcPts val="500"/>
              </a:spcAft>
              <a:defRPr sz="1400"/>
            </a:lvl4pPr>
            <a:lvl5pPr>
              <a:spcAft>
                <a:spcPts val="500"/>
              </a:spcAft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3EE32-0B49-3F4F-9331-2E9A86198C2F}" type="datetimeFigureOut">
              <a:rPr lang="en-BE" smtClean="0"/>
              <a:t>21/11/2024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D7BF1-E6E2-D849-B7F4-BFC9C578135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580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  <p:sldLayoutId id="2147484049" r:id="rId10"/>
    <p:sldLayoutId id="2147484050" r:id="rId11"/>
    <p:sldLayoutId id="2147484051" r:id="rId12"/>
    <p:sldLayoutId id="2147484052" r:id="rId13"/>
    <p:sldLayoutId id="2147484053" r:id="rId14"/>
    <p:sldLayoutId id="2147484054" r:id="rId15"/>
    <p:sldLayoutId id="2147484055" r:id="rId16"/>
    <p:sldLayoutId id="2147484056" r:id="rId17"/>
    <p:sldLayoutId id="2147484059" r:id="rId18"/>
    <p:sldLayoutId id="2147483708" r:id="rId19"/>
    <p:sldLayoutId id="2147483709" r:id="rId20"/>
    <p:sldLayoutId id="2147483710" r:id="rId21"/>
    <p:sldLayoutId id="2147483716" r:id="rId22"/>
    <p:sldLayoutId id="2147483717" r:id="rId23"/>
    <p:sldLayoutId id="2147483713" r:id="rId24"/>
    <p:sldLayoutId id="2147483714" r:id="rId25"/>
    <p:sldLayoutId id="2147483665" r:id="rId26"/>
    <p:sldLayoutId id="2147484060" r:id="rId27"/>
    <p:sldLayoutId id="2147484061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18" Type="http://schemas.openxmlformats.org/officeDocument/2006/relationships/image" Target="../media/image2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3.jpeg"/><Relationship Id="rId11" Type="http://schemas.openxmlformats.org/officeDocument/2006/relationships/image" Target="../media/image38.png"/><Relationship Id="rId5" Type="http://schemas.openxmlformats.org/officeDocument/2006/relationships/image" Target="../media/image32.jpeg"/><Relationship Id="rId10" Type="http://schemas.openxmlformats.org/officeDocument/2006/relationships/image" Target="../media/image37.png"/><Relationship Id="rId4" Type="http://schemas.openxmlformats.org/officeDocument/2006/relationships/image" Target="../media/image31.tiff"/><Relationship Id="rId9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mailto:caro.weytjens@delaware.pro" TargetMode="Externa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0.png"/><Relationship Id="rId4" Type="http://schemas.openxmlformats.org/officeDocument/2006/relationships/customXml" Target="../ink/ink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rxmarbles.com/#mergeMap" TargetMode="Externa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trongbrew.io/A-scalable-angular-architecture-part2/" TargetMode="External"/><Relationship Id="rId2" Type="http://schemas.openxmlformats.org/officeDocument/2006/relationships/hyperlink" Target="https://blog.strongbrew.io/A-scalable-angular2-architecture/" TargetMode="Externa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medium.com/@thomasburlesonIA/ngrx-facades-better-state-management-82a04b9a1e39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5.png"/><Relationship Id="rId5" Type="http://schemas.openxmlformats.org/officeDocument/2006/relationships/hyperlink" Target="https://bit.ly/4eBKKm9" TargetMode="External"/><Relationship Id="rId4" Type="http://schemas.openxmlformats.org/officeDocument/2006/relationships/hyperlink" Target="https://github.com/pmestrum/angular-ngrx-excercise/tree/v18/start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id="{40498331-F1FF-C645-AFCC-97F634C65BE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2DC9D0D-6C95-DF42-B246-3EA212DCA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Paul Mestrum / 21.11.24</a:t>
            </a:r>
          </a:p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45629E-CE28-2F46-B2F6-2319401817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NGRX</a:t>
            </a:r>
            <a:br>
              <a:rPr lang="en-US" dirty="0"/>
            </a:br>
            <a:r>
              <a:rPr lang="en-US" dirty="0"/>
              <a:t>Redux for Angular</a:t>
            </a:r>
            <a:endParaRPr lang="en-B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D4940C-FD2D-1E45-8CE9-08DDB1CAC661}"/>
              </a:ext>
            </a:extLst>
          </p:cNvPr>
          <p:cNvSpPr/>
          <p:nvPr/>
        </p:nvSpPr>
        <p:spPr>
          <a:xfrm>
            <a:off x="4833257" y="4611189"/>
            <a:ext cx="7358743" cy="224681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</a:schemeClr>
              </a:gs>
              <a:gs pos="61000">
                <a:schemeClr val="bg1">
                  <a:alpha val="0"/>
                  <a:lumMod val="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aphic 12">
            <a:extLst>
              <a:ext uri="{FF2B5EF4-FFF2-40B4-BE49-F238E27FC236}">
                <a16:creationId xmlns:a16="http://schemas.microsoft.com/office/drawing/2014/main" id="{9BBD6613-938B-EF4D-BAF7-2E50210276FB}"/>
              </a:ext>
            </a:extLst>
          </p:cNvPr>
          <p:cNvGrpSpPr/>
          <p:nvPr/>
        </p:nvGrpSpPr>
        <p:grpSpPr>
          <a:xfrm>
            <a:off x="9566520" y="6132442"/>
            <a:ext cx="2320836" cy="430236"/>
            <a:chOff x="9566520" y="6132442"/>
            <a:chExt cx="2320836" cy="43023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E2F0CF9-99C0-D146-AB14-CA180BBB398E}"/>
                </a:ext>
              </a:extLst>
            </p:cNvPr>
            <p:cNvSpPr/>
            <p:nvPr/>
          </p:nvSpPr>
          <p:spPr>
            <a:xfrm>
              <a:off x="9910919" y="6276496"/>
              <a:ext cx="278075" cy="286181"/>
            </a:xfrm>
            <a:custGeom>
              <a:avLst/>
              <a:gdLst>
                <a:gd name="connsiteX0" fmla="*/ 147117 w 278075"/>
                <a:gd name="connsiteY0" fmla="*/ 241617 h 286181"/>
                <a:gd name="connsiteX1" fmla="*/ 225500 w 278075"/>
                <a:gd name="connsiteY1" fmla="*/ 201869 h 286181"/>
                <a:gd name="connsiteX2" fmla="*/ 265776 w 278075"/>
                <a:gd name="connsiteY2" fmla="*/ 224754 h 286181"/>
                <a:gd name="connsiteX3" fmla="*/ 145911 w 278075"/>
                <a:gd name="connsiteY3" fmla="*/ 286182 h 286181"/>
                <a:gd name="connsiteX4" fmla="*/ 0 w 278075"/>
                <a:gd name="connsiteY4" fmla="*/ 143091 h 286181"/>
                <a:gd name="connsiteX5" fmla="*/ 142535 w 278075"/>
                <a:gd name="connsiteY5" fmla="*/ 0 h 286181"/>
                <a:gd name="connsiteX6" fmla="*/ 278076 w 278075"/>
                <a:gd name="connsiteY6" fmla="*/ 143573 h 286181"/>
                <a:gd name="connsiteX7" fmla="*/ 276388 w 278075"/>
                <a:gd name="connsiteY7" fmla="*/ 164771 h 286181"/>
                <a:gd name="connsiteX8" fmla="*/ 48718 w 278075"/>
                <a:gd name="connsiteY8" fmla="*/ 164771 h 286181"/>
                <a:gd name="connsiteX9" fmla="*/ 147117 w 278075"/>
                <a:gd name="connsiteY9" fmla="*/ 241617 h 286181"/>
                <a:gd name="connsiteX10" fmla="*/ 48718 w 278075"/>
                <a:gd name="connsiteY10" fmla="*/ 123338 h 286181"/>
                <a:gd name="connsiteX11" fmla="*/ 230564 w 278075"/>
                <a:gd name="connsiteY11" fmla="*/ 123338 h 286181"/>
                <a:gd name="connsiteX12" fmla="*/ 142776 w 278075"/>
                <a:gd name="connsiteY12" fmla="*/ 44565 h 286181"/>
                <a:gd name="connsiteX13" fmla="*/ 48718 w 278075"/>
                <a:gd name="connsiteY13" fmla="*/ 123338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075" h="286181">
                  <a:moveTo>
                    <a:pt x="147117" y="241617"/>
                  </a:moveTo>
                  <a:cubicBezTo>
                    <a:pt x="184741" y="241617"/>
                    <a:pt x="211994" y="224272"/>
                    <a:pt x="225500" y="201869"/>
                  </a:cubicBezTo>
                  <a:lnTo>
                    <a:pt x="265776" y="224754"/>
                  </a:lnTo>
                  <a:cubicBezTo>
                    <a:pt x="241900" y="261852"/>
                    <a:pt x="200417" y="286182"/>
                    <a:pt x="145911" y="286182"/>
                  </a:cubicBezTo>
                  <a:cubicBezTo>
                    <a:pt x="58365" y="286182"/>
                    <a:pt x="0" y="224754"/>
                    <a:pt x="0" y="143091"/>
                  </a:cubicBezTo>
                  <a:cubicBezTo>
                    <a:pt x="0" y="62632"/>
                    <a:pt x="57641" y="0"/>
                    <a:pt x="142535" y="0"/>
                  </a:cubicBezTo>
                  <a:cubicBezTo>
                    <a:pt x="224776" y="0"/>
                    <a:pt x="278076" y="67450"/>
                    <a:pt x="278076" y="143573"/>
                  </a:cubicBezTo>
                  <a:cubicBezTo>
                    <a:pt x="278076" y="150559"/>
                    <a:pt x="277594" y="157785"/>
                    <a:pt x="276388" y="164771"/>
                  </a:cubicBezTo>
                  <a:lnTo>
                    <a:pt x="48718" y="164771"/>
                  </a:lnTo>
                  <a:cubicBezTo>
                    <a:pt x="57882" y="213673"/>
                    <a:pt x="96712" y="241376"/>
                    <a:pt x="147117" y="241617"/>
                  </a:cubicBezTo>
                  <a:moveTo>
                    <a:pt x="48718" y="123338"/>
                  </a:moveTo>
                  <a:lnTo>
                    <a:pt x="230564" y="123338"/>
                  </a:lnTo>
                  <a:cubicBezTo>
                    <a:pt x="222364" y="69618"/>
                    <a:pt x="183535" y="44565"/>
                    <a:pt x="142776" y="44565"/>
                  </a:cubicBezTo>
                  <a:cubicBezTo>
                    <a:pt x="91647" y="44565"/>
                    <a:pt x="56194" y="76122"/>
                    <a:pt x="48718" y="123338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FC52C7A-4848-3648-8677-C848AF988369}"/>
                </a:ext>
              </a:extLst>
            </p:cNvPr>
            <p:cNvSpPr/>
            <p:nvPr/>
          </p:nvSpPr>
          <p:spPr>
            <a:xfrm>
              <a:off x="10243742" y="6132442"/>
              <a:ext cx="47270" cy="423009"/>
            </a:xfrm>
            <a:custGeom>
              <a:avLst/>
              <a:gdLst>
                <a:gd name="connsiteX0" fmla="*/ 0 w 47270"/>
                <a:gd name="connsiteY0" fmla="*/ 0 h 423009"/>
                <a:gd name="connsiteX1" fmla="*/ 47270 w 47270"/>
                <a:gd name="connsiteY1" fmla="*/ 0 h 423009"/>
                <a:gd name="connsiteX2" fmla="*/ 47270 w 47270"/>
                <a:gd name="connsiteY2" fmla="*/ 423010 h 423009"/>
                <a:gd name="connsiteX3" fmla="*/ 0 w 47270"/>
                <a:gd name="connsiteY3" fmla="*/ 423010 h 42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0" h="423009">
                  <a:moveTo>
                    <a:pt x="0" y="0"/>
                  </a:moveTo>
                  <a:lnTo>
                    <a:pt x="47270" y="0"/>
                  </a:lnTo>
                  <a:lnTo>
                    <a:pt x="47270" y="423010"/>
                  </a:lnTo>
                  <a:lnTo>
                    <a:pt x="0" y="423010"/>
                  </a:lnTo>
                  <a:close/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CB1AADC-8AB4-AC46-85D3-E2F66CED7E18}"/>
                </a:ext>
              </a:extLst>
            </p:cNvPr>
            <p:cNvSpPr/>
            <p:nvPr/>
          </p:nvSpPr>
          <p:spPr>
            <a:xfrm>
              <a:off x="10348171" y="6276496"/>
              <a:ext cx="287964" cy="286181"/>
            </a:xfrm>
            <a:custGeom>
              <a:avLst/>
              <a:gdLst>
                <a:gd name="connsiteX0" fmla="*/ 287964 w 287964"/>
                <a:gd name="connsiteY0" fmla="*/ 7227 h 286181"/>
                <a:gd name="connsiteX1" fmla="*/ 287964 w 287964"/>
                <a:gd name="connsiteY1" fmla="*/ 278955 h 286181"/>
                <a:gd name="connsiteX2" fmla="*/ 240694 w 287964"/>
                <a:gd name="connsiteY2" fmla="*/ 278955 h 286181"/>
                <a:gd name="connsiteX3" fmla="*/ 240694 w 287964"/>
                <a:gd name="connsiteY3" fmla="*/ 232222 h 286181"/>
                <a:gd name="connsiteX4" fmla="*/ 137712 w 287964"/>
                <a:gd name="connsiteY4" fmla="*/ 286182 h 286181"/>
                <a:gd name="connsiteX5" fmla="*/ 0 w 287964"/>
                <a:gd name="connsiteY5" fmla="*/ 143091 h 286181"/>
                <a:gd name="connsiteX6" fmla="*/ 137712 w 287964"/>
                <a:gd name="connsiteY6" fmla="*/ 0 h 286181"/>
                <a:gd name="connsiteX7" fmla="*/ 240694 w 287964"/>
                <a:gd name="connsiteY7" fmla="*/ 53719 h 286181"/>
                <a:gd name="connsiteX8" fmla="*/ 240694 w 287964"/>
                <a:gd name="connsiteY8" fmla="*/ 7227 h 286181"/>
                <a:gd name="connsiteX9" fmla="*/ 287964 w 287964"/>
                <a:gd name="connsiteY9" fmla="*/ 7227 h 286181"/>
                <a:gd name="connsiteX10" fmla="*/ 240694 w 287964"/>
                <a:gd name="connsiteY10" fmla="*/ 143091 h 286181"/>
                <a:gd name="connsiteX11" fmla="*/ 143741 w 287964"/>
                <a:gd name="connsiteY11" fmla="*/ 45770 h 286181"/>
                <a:gd name="connsiteX12" fmla="*/ 47271 w 287964"/>
                <a:gd name="connsiteY12" fmla="*/ 143091 h 286181"/>
                <a:gd name="connsiteX13" fmla="*/ 143741 w 287964"/>
                <a:gd name="connsiteY13" fmla="*/ 240412 h 286181"/>
                <a:gd name="connsiteX14" fmla="*/ 240694 w 287964"/>
                <a:gd name="connsiteY14" fmla="*/ 143091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964" h="286181">
                  <a:moveTo>
                    <a:pt x="287964" y="7227"/>
                  </a:moveTo>
                  <a:lnTo>
                    <a:pt x="287964" y="278955"/>
                  </a:lnTo>
                  <a:lnTo>
                    <a:pt x="240694" y="278955"/>
                  </a:lnTo>
                  <a:lnTo>
                    <a:pt x="240694" y="232222"/>
                  </a:lnTo>
                  <a:cubicBezTo>
                    <a:pt x="218988" y="265465"/>
                    <a:pt x="184017" y="286182"/>
                    <a:pt x="137712" y="286182"/>
                  </a:cubicBezTo>
                  <a:cubicBezTo>
                    <a:pt x="61982" y="286182"/>
                    <a:pt x="0" y="223550"/>
                    <a:pt x="0" y="143091"/>
                  </a:cubicBezTo>
                  <a:cubicBezTo>
                    <a:pt x="0" y="62632"/>
                    <a:pt x="61982" y="0"/>
                    <a:pt x="137712" y="0"/>
                  </a:cubicBezTo>
                  <a:cubicBezTo>
                    <a:pt x="184017" y="0"/>
                    <a:pt x="218747" y="20717"/>
                    <a:pt x="240694" y="53719"/>
                  </a:cubicBezTo>
                  <a:lnTo>
                    <a:pt x="240694" y="7227"/>
                  </a:lnTo>
                  <a:lnTo>
                    <a:pt x="287964" y="7227"/>
                  </a:lnTo>
                  <a:close/>
                  <a:moveTo>
                    <a:pt x="240694" y="143091"/>
                  </a:moveTo>
                  <a:cubicBezTo>
                    <a:pt x="240694" y="87685"/>
                    <a:pt x="198729" y="45770"/>
                    <a:pt x="143741" y="45770"/>
                  </a:cubicBezTo>
                  <a:cubicBezTo>
                    <a:pt x="89235" y="45770"/>
                    <a:pt x="47271" y="87685"/>
                    <a:pt x="47271" y="143091"/>
                  </a:cubicBezTo>
                  <a:cubicBezTo>
                    <a:pt x="47271" y="198497"/>
                    <a:pt x="89235" y="240412"/>
                    <a:pt x="143741" y="240412"/>
                  </a:cubicBezTo>
                  <a:cubicBezTo>
                    <a:pt x="198729" y="240412"/>
                    <a:pt x="240452" y="198497"/>
                    <a:pt x="240694" y="143091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A00A45C-D988-D446-8D30-8A8C1500705F}"/>
                </a:ext>
              </a:extLst>
            </p:cNvPr>
            <p:cNvSpPr/>
            <p:nvPr/>
          </p:nvSpPr>
          <p:spPr>
            <a:xfrm>
              <a:off x="10685094" y="6283723"/>
              <a:ext cx="393116" cy="271728"/>
            </a:xfrm>
            <a:custGeom>
              <a:avLst/>
              <a:gdLst>
                <a:gd name="connsiteX0" fmla="*/ 393117 w 393116"/>
                <a:gd name="connsiteY0" fmla="*/ 0 h 271728"/>
                <a:gd name="connsiteX1" fmla="*/ 308705 w 393116"/>
                <a:gd name="connsiteY1" fmla="*/ 271728 h 271728"/>
                <a:gd name="connsiteX2" fmla="*/ 260229 w 393116"/>
                <a:gd name="connsiteY2" fmla="*/ 271728 h 271728"/>
                <a:gd name="connsiteX3" fmla="*/ 196558 w 393116"/>
                <a:gd name="connsiteY3" fmla="*/ 70582 h 271728"/>
                <a:gd name="connsiteX4" fmla="*/ 132888 w 393116"/>
                <a:gd name="connsiteY4" fmla="*/ 271728 h 271728"/>
                <a:gd name="connsiteX5" fmla="*/ 84412 w 393116"/>
                <a:gd name="connsiteY5" fmla="*/ 271728 h 271728"/>
                <a:gd name="connsiteX6" fmla="*/ 0 w 393116"/>
                <a:gd name="connsiteY6" fmla="*/ 0 h 271728"/>
                <a:gd name="connsiteX7" fmla="*/ 49441 w 393116"/>
                <a:gd name="connsiteY7" fmla="*/ 0 h 271728"/>
                <a:gd name="connsiteX8" fmla="*/ 109494 w 393116"/>
                <a:gd name="connsiteY8" fmla="*/ 206446 h 271728"/>
                <a:gd name="connsiteX9" fmla="*/ 173647 w 393116"/>
                <a:gd name="connsiteY9" fmla="*/ 0 h 271728"/>
                <a:gd name="connsiteX10" fmla="*/ 219470 w 393116"/>
                <a:gd name="connsiteY10" fmla="*/ 0 h 271728"/>
                <a:gd name="connsiteX11" fmla="*/ 283623 w 393116"/>
                <a:gd name="connsiteY11" fmla="*/ 207169 h 271728"/>
                <a:gd name="connsiteX12" fmla="*/ 343435 w 393116"/>
                <a:gd name="connsiteY12" fmla="*/ 0 h 27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3116" h="271728">
                  <a:moveTo>
                    <a:pt x="393117" y="0"/>
                  </a:moveTo>
                  <a:lnTo>
                    <a:pt x="308705" y="271728"/>
                  </a:lnTo>
                  <a:lnTo>
                    <a:pt x="260229" y="271728"/>
                  </a:lnTo>
                  <a:lnTo>
                    <a:pt x="196558" y="70582"/>
                  </a:lnTo>
                  <a:lnTo>
                    <a:pt x="132888" y="271728"/>
                  </a:lnTo>
                  <a:lnTo>
                    <a:pt x="84412" y="271728"/>
                  </a:lnTo>
                  <a:lnTo>
                    <a:pt x="0" y="0"/>
                  </a:lnTo>
                  <a:lnTo>
                    <a:pt x="49441" y="0"/>
                  </a:lnTo>
                  <a:lnTo>
                    <a:pt x="109494" y="206446"/>
                  </a:lnTo>
                  <a:lnTo>
                    <a:pt x="173647" y="0"/>
                  </a:lnTo>
                  <a:lnTo>
                    <a:pt x="219470" y="0"/>
                  </a:lnTo>
                  <a:lnTo>
                    <a:pt x="283623" y="207169"/>
                  </a:lnTo>
                  <a:lnTo>
                    <a:pt x="343435" y="0"/>
                  </a:lnTo>
                  <a:close/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E54B139-EF6B-CF4D-BF4D-48AD58C38707}"/>
                </a:ext>
              </a:extLst>
            </p:cNvPr>
            <p:cNvSpPr/>
            <p:nvPr/>
          </p:nvSpPr>
          <p:spPr>
            <a:xfrm>
              <a:off x="11100881" y="6276496"/>
              <a:ext cx="287964" cy="286181"/>
            </a:xfrm>
            <a:custGeom>
              <a:avLst/>
              <a:gdLst>
                <a:gd name="connsiteX0" fmla="*/ 287964 w 287964"/>
                <a:gd name="connsiteY0" fmla="*/ 7227 h 286181"/>
                <a:gd name="connsiteX1" fmla="*/ 287964 w 287964"/>
                <a:gd name="connsiteY1" fmla="*/ 278955 h 286181"/>
                <a:gd name="connsiteX2" fmla="*/ 240694 w 287964"/>
                <a:gd name="connsiteY2" fmla="*/ 278955 h 286181"/>
                <a:gd name="connsiteX3" fmla="*/ 240694 w 287964"/>
                <a:gd name="connsiteY3" fmla="*/ 232222 h 286181"/>
                <a:gd name="connsiteX4" fmla="*/ 137711 w 287964"/>
                <a:gd name="connsiteY4" fmla="*/ 286182 h 286181"/>
                <a:gd name="connsiteX5" fmla="*/ 0 w 287964"/>
                <a:gd name="connsiteY5" fmla="*/ 143091 h 286181"/>
                <a:gd name="connsiteX6" fmla="*/ 137711 w 287964"/>
                <a:gd name="connsiteY6" fmla="*/ 0 h 286181"/>
                <a:gd name="connsiteX7" fmla="*/ 240694 w 287964"/>
                <a:gd name="connsiteY7" fmla="*/ 53719 h 286181"/>
                <a:gd name="connsiteX8" fmla="*/ 240694 w 287964"/>
                <a:gd name="connsiteY8" fmla="*/ 7227 h 286181"/>
                <a:gd name="connsiteX9" fmla="*/ 287964 w 287964"/>
                <a:gd name="connsiteY9" fmla="*/ 7227 h 286181"/>
                <a:gd name="connsiteX10" fmla="*/ 240694 w 287964"/>
                <a:gd name="connsiteY10" fmla="*/ 143091 h 286181"/>
                <a:gd name="connsiteX11" fmla="*/ 143741 w 287964"/>
                <a:gd name="connsiteY11" fmla="*/ 45770 h 286181"/>
                <a:gd name="connsiteX12" fmla="*/ 47270 w 287964"/>
                <a:gd name="connsiteY12" fmla="*/ 143091 h 286181"/>
                <a:gd name="connsiteX13" fmla="*/ 143741 w 287964"/>
                <a:gd name="connsiteY13" fmla="*/ 240412 h 286181"/>
                <a:gd name="connsiteX14" fmla="*/ 240694 w 287964"/>
                <a:gd name="connsiteY14" fmla="*/ 143091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964" h="286181">
                  <a:moveTo>
                    <a:pt x="287964" y="7227"/>
                  </a:moveTo>
                  <a:lnTo>
                    <a:pt x="287964" y="278955"/>
                  </a:lnTo>
                  <a:lnTo>
                    <a:pt x="240694" y="278955"/>
                  </a:lnTo>
                  <a:lnTo>
                    <a:pt x="240694" y="232222"/>
                  </a:lnTo>
                  <a:cubicBezTo>
                    <a:pt x="218988" y="265465"/>
                    <a:pt x="184017" y="286182"/>
                    <a:pt x="137711" y="286182"/>
                  </a:cubicBezTo>
                  <a:cubicBezTo>
                    <a:pt x="61982" y="286182"/>
                    <a:pt x="0" y="223550"/>
                    <a:pt x="0" y="143091"/>
                  </a:cubicBezTo>
                  <a:cubicBezTo>
                    <a:pt x="0" y="62632"/>
                    <a:pt x="62223" y="0"/>
                    <a:pt x="137711" y="0"/>
                  </a:cubicBezTo>
                  <a:cubicBezTo>
                    <a:pt x="184017" y="0"/>
                    <a:pt x="218747" y="20717"/>
                    <a:pt x="240694" y="53719"/>
                  </a:cubicBezTo>
                  <a:lnTo>
                    <a:pt x="240694" y="7227"/>
                  </a:lnTo>
                  <a:lnTo>
                    <a:pt x="287964" y="7227"/>
                  </a:lnTo>
                  <a:close/>
                  <a:moveTo>
                    <a:pt x="240694" y="143091"/>
                  </a:moveTo>
                  <a:cubicBezTo>
                    <a:pt x="240694" y="87685"/>
                    <a:pt x="198729" y="45770"/>
                    <a:pt x="143741" y="45770"/>
                  </a:cubicBezTo>
                  <a:cubicBezTo>
                    <a:pt x="89235" y="45770"/>
                    <a:pt x="47270" y="87685"/>
                    <a:pt x="47270" y="143091"/>
                  </a:cubicBezTo>
                  <a:cubicBezTo>
                    <a:pt x="47270" y="198497"/>
                    <a:pt x="89235" y="240412"/>
                    <a:pt x="143741" y="240412"/>
                  </a:cubicBezTo>
                  <a:cubicBezTo>
                    <a:pt x="198729" y="240412"/>
                    <a:pt x="240694" y="198497"/>
                    <a:pt x="240694" y="143091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B414262-0A97-F24C-BD92-915761FE3D38}"/>
                </a:ext>
              </a:extLst>
            </p:cNvPr>
            <p:cNvSpPr/>
            <p:nvPr/>
          </p:nvSpPr>
          <p:spPr>
            <a:xfrm>
              <a:off x="11460716" y="6278664"/>
              <a:ext cx="132164" cy="276546"/>
            </a:xfrm>
            <a:custGeom>
              <a:avLst/>
              <a:gdLst>
                <a:gd name="connsiteX0" fmla="*/ 132164 w 132164"/>
                <a:gd name="connsiteY0" fmla="*/ 0 h 276546"/>
                <a:gd name="connsiteX1" fmla="*/ 132164 w 132164"/>
                <a:gd name="connsiteY1" fmla="*/ 49383 h 276546"/>
                <a:gd name="connsiteX2" fmla="*/ 47270 w 132164"/>
                <a:gd name="connsiteY2" fmla="*/ 132492 h 276546"/>
                <a:gd name="connsiteX3" fmla="*/ 47270 w 132164"/>
                <a:gd name="connsiteY3" fmla="*/ 276546 h 276546"/>
                <a:gd name="connsiteX4" fmla="*/ 0 w 132164"/>
                <a:gd name="connsiteY4" fmla="*/ 276546 h 276546"/>
                <a:gd name="connsiteX5" fmla="*/ 0 w 132164"/>
                <a:gd name="connsiteY5" fmla="*/ 5059 h 276546"/>
                <a:gd name="connsiteX6" fmla="*/ 47270 w 132164"/>
                <a:gd name="connsiteY6" fmla="*/ 5059 h 276546"/>
                <a:gd name="connsiteX7" fmla="*/ 47270 w 132164"/>
                <a:gd name="connsiteY7" fmla="*/ 50829 h 276546"/>
                <a:gd name="connsiteX8" fmla="*/ 132164 w 132164"/>
                <a:gd name="connsiteY8" fmla="*/ 0 h 276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164" h="276546">
                  <a:moveTo>
                    <a:pt x="132164" y="0"/>
                  </a:moveTo>
                  <a:lnTo>
                    <a:pt x="132164" y="49383"/>
                  </a:lnTo>
                  <a:cubicBezTo>
                    <a:pt x="91406" y="47697"/>
                    <a:pt x="47270" y="68414"/>
                    <a:pt x="47270" y="132492"/>
                  </a:cubicBezTo>
                  <a:lnTo>
                    <a:pt x="47270" y="276546"/>
                  </a:lnTo>
                  <a:lnTo>
                    <a:pt x="0" y="276546"/>
                  </a:lnTo>
                  <a:lnTo>
                    <a:pt x="0" y="5059"/>
                  </a:lnTo>
                  <a:lnTo>
                    <a:pt x="47270" y="5059"/>
                  </a:lnTo>
                  <a:lnTo>
                    <a:pt x="47270" y="50829"/>
                  </a:lnTo>
                  <a:cubicBezTo>
                    <a:pt x="64635" y="12767"/>
                    <a:pt x="97917" y="241"/>
                    <a:pt x="132164" y="0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D3D5DB6-662E-D347-A2D4-68975CAD8506}"/>
                </a:ext>
              </a:extLst>
            </p:cNvPr>
            <p:cNvSpPr/>
            <p:nvPr/>
          </p:nvSpPr>
          <p:spPr>
            <a:xfrm>
              <a:off x="11609280" y="6276496"/>
              <a:ext cx="278075" cy="286181"/>
            </a:xfrm>
            <a:custGeom>
              <a:avLst/>
              <a:gdLst>
                <a:gd name="connsiteX0" fmla="*/ 147117 w 278075"/>
                <a:gd name="connsiteY0" fmla="*/ 241617 h 286181"/>
                <a:gd name="connsiteX1" fmla="*/ 225500 w 278075"/>
                <a:gd name="connsiteY1" fmla="*/ 201869 h 286181"/>
                <a:gd name="connsiteX2" fmla="*/ 265776 w 278075"/>
                <a:gd name="connsiteY2" fmla="*/ 224754 h 286181"/>
                <a:gd name="connsiteX3" fmla="*/ 145911 w 278075"/>
                <a:gd name="connsiteY3" fmla="*/ 286182 h 286181"/>
                <a:gd name="connsiteX4" fmla="*/ 0 w 278075"/>
                <a:gd name="connsiteY4" fmla="*/ 143091 h 286181"/>
                <a:gd name="connsiteX5" fmla="*/ 142535 w 278075"/>
                <a:gd name="connsiteY5" fmla="*/ 0 h 286181"/>
                <a:gd name="connsiteX6" fmla="*/ 278076 w 278075"/>
                <a:gd name="connsiteY6" fmla="*/ 143573 h 286181"/>
                <a:gd name="connsiteX7" fmla="*/ 276388 w 278075"/>
                <a:gd name="connsiteY7" fmla="*/ 164771 h 286181"/>
                <a:gd name="connsiteX8" fmla="*/ 48235 w 278075"/>
                <a:gd name="connsiteY8" fmla="*/ 164771 h 286181"/>
                <a:gd name="connsiteX9" fmla="*/ 147117 w 278075"/>
                <a:gd name="connsiteY9" fmla="*/ 241617 h 286181"/>
                <a:gd name="connsiteX10" fmla="*/ 48476 w 278075"/>
                <a:gd name="connsiteY10" fmla="*/ 123338 h 286181"/>
                <a:gd name="connsiteX11" fmla="*/ 230323 w 278075"/>
                <a:gd name="connsiteY11" fmla="*/ 123338 h 286181"/>
                <a:gd name="connsiteX12" fmla="*/ 142776 w 278075"/>
                <a:gd name="connsiteY12" fmla="*/ 44565 h 286181"/>
                <a:gd name="connsiteX13" fmla="*/ 48476 w 278075"/>
                <a:gd name="connsiteY13" fmla="*/ 123338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075" h="286181">
                  <a:moveTo>
                    <a:pt x="147117" y="241617"/>
                  </a:moveTo>
                  <a:cubicBezTo>
                    <a:pt x="184741" y="241617"/>
                    <a:pt x="211994" y="224272"/>
                    <a:pt x="225500" y="201869"/>
                  </a:cubicBezTo>
                  <a:lnTo>
                    <a:pt x="265776" y="224754"/>
                  </a:lnTo>
                  <a:cubicBezTo>
                    <a:pt x="241899" y="261852"/>
                    <a:pt x="200417" y="286182"/>
                    <a:pt x="145911" y="286182"/>
                  </a:cubicBezTo>
                  <a:cubicBezTo>
                    <a:pt x="58365" y="286182"/>
                    <a:pt x="0" y="224754"/>
                    <a:pt x="0" y="143091"/>
                  </a:cubicBezTo>
                  <a:cubicBezTo>
                    <a:pt x="0" y="62632"/>
                    <a:pt x="57641" y="0"/>
                    <a:pt x="142535" y="0"/>
                  </a:cubicBezTo>
                  <a:cubicBezTo>
                    <a:pt x="224776" y="0"/>
                    <a:pt x="278076" y="67450"/>
                    <a:pt x="278076" y="143573"/>
                  </a:cubicBezTo>
                  <a:cubicBezTo>
                    <a:pt x="278076" y="150559"/>
                    <a:pt x="277594" y="157785"/>
                    <a:pt x="276388" y="164771"/>
                  </a:cubicBezTo>
                  <a:lnTo>
                    <a:pt x="48235" y="164771"/>
                  </a:lnTo>
                  <a:cubicBezTo>
                    <a:pt x="57641" y="213673"/>
                    <a:pt x="96470" y="241376"/>
                    <a:pt x="147117" y="241617"/>
                  </a:cubicBezTo>
                  <a:moveTo>
                    <a:pt x="48476" y="123338"/>
                  </a:moveTo>
                  <a:lnTo>
                    <a:pt x="230323" y="123338"/>
                  </a:lnTo>
                  <a:cubicBezTo>
                    <a:pt x="222123" y="69618"/>
                    <a:pt x="183535" y="44565"/>
                    <a:pt x="142776" y="44565"/>
                  </a:cubicBezTo>
                  <a:cubicBezTo>
                    <a:pt x="91406" y="44565"/>
                    <a:pt x="56194" y="76122"/>
                    <a:pt x="48476" y="123338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611BEF5-B1FF-0147-BA4A-F8AADBF9D4D8}"/>
                </a:ext>
              </a:extLst>
            </p:cNvPr>
            <p:cNvSpPr/>
            <p:nvPr/>
          </p:nvSpPr>
          <p:spPr>
            <a:xfrm>
              <a:off x="9566520" y="6132442"/>
              <a:ext cx="287964" cy="430236"/>
            </a:xfrm>
            <a:custGeom>
              <a:avLst/>
              <a:gdLst>
                <a:gd name="connsiteX0" fmla="*/ 287964 w 287964"/>
                <a:gd name="connsiteY0" fmla="*/ 0 h 430236"/>
                <a:gd name="connsiteX1" fmla="*/ 287964 w 287964"/>
                <a:gd name="connsiteY1" fmla="*/ 287145 h 430236"/>
                <a:gd name="connsiteX2" fmla="*/ 137711 w 287964"/>
                <a:gd name="connsiteY2" fmla="*/ 430236 h 430236"/>
                <a:gd name="connsiteX3" fmla="*/ 0 w 287964"/>
                <a:gd name="connsiteY3" fmla="*/ 287145 h 430236"/>
                <a:gd name="connsiteX4" fmla="*/ 137711 w 287964"/>
                <a:gd name="connsiteY4" fmla="*/ 144055 h 430236"/>
                <a:gd name="connsiteX5" fmla="*/ 240694 w 287964"/>
                <a:gd name="connsiteY5" fmla="*/ 197774 h 430236"/>
                <a:gd name="connsiteX6" fmla="*/ 240694 w 287964"/>
                <a:gd name="connsiteY6" fmla="*/ 0 h 430236"/>
                <a:gd name="connsiteX7" fmla="*/ 287964 w 287964"/>
                <a:gd name="connsiteY7" fmla="*/ 0 h 430236"/>
                <a:gd name="connsiteX8" fmla="*/ 240694 w 287964"/>
                <a:gd name="connsiteY8" fmla="*/ 287145 h 430236"/>
                <a:gd name="connsiteX9" fmla="*/ 143741 w 287964"/>
                <a:gd name="connsiteY9" fmla="*/ 189824 h 430236"/>
                <a:gd name="connsiteX10" fmla="*/ 47512 w 287964"/>
                <a:gd name="connsiteY10" fmla="*/ 287145 h 430236"/>
                <a:gd name="connsiteX11" fmla="*/ 143741 w 287964"/>
                <a:gd name="connsiteY11" fmla="*/ 384467 h 430236"/>
                <a:gd name="connsiteX12" fmla="*/ 240694 w 287964"/>
                <a:gd name="connsiteY12" fmla="*/ 287145 h 43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7964" h="430236">
                  <a:moveTo>
                    <a:pt x="287964" y="0"/>
                  </a:moveTo>
                  <a:lnTo>
                    <a:pt x="287964" y="287145"/>
                  </a:lnTo>
                  <a:cubicBezTo>
                    <a:pt x="287964" y="345442"/>
                    <a:pt x="244070" y="430236"/>
                    <a:pt x="137711" y="430236"/>
                  </a:cubicBezTo>
                  <a:cubicBezTo>
                    <a:pt x="61982" y="430236"/>
                    <a:pt x="0" y="367604"/>
                    <a:pt x="0" y="287145"/>
                  </a:cubicBezTo>
                  <a:cubicBezTo>
                    <a:pt x="0" y="206687"/>
                    <a:pt x="61982" y="144055"/>
                    <a:pt x="137711" y="144055"/>
                  </a:cubicBezTo>
                  <a:cubicBezTo>
                    <a:pt x="184017" y="144055"/>
                    <a:pt x="218747" y="164771"/>
                    <a:pt x="240694" y="197774"/>
                  </a:cubicBezTo>
                  <a:lnTo>
                    <a:pt x="240694" y="0"/>
                  </a:lnTo>
                  <a:lnTo>
                    <a:pt x="287964" y="0"/>
                  </a:lnTo>
                  <a:close/>
                  <a:moveTo>
                    <a:pt x="240694" y="287145"/>
                  </a:moveTo>
                  <a:cubicBezTo>
                    <a:pt x="240694" y="231740"/>
                    <a:pt x="198729" y="189824"/>
                    <a:pt x="143741" y="189824"/>
                  </a:cubicBezTo>
                  <a:cubicBezTo>
                    <a:pt x="89235" y="189824"/>
                    <a:pt x="47512" y="231740"/>
                    <a:pt x="47512" y="287145"/>
                  </a:cubicBezTo>
                  <a:cubicBezTo>
                    <a:pt x="47512" y="342551"/>
                    <a:pt x="89476" y="384467"/>
                    <a:pt x="143741" y="384467"/>
                  </a:cubicBezTo>
                  <a:cubicBezTo>
                    <a:pt x="198729" y="384467"/>
                    <a:pt x="240694" y="342551"/>
                    <a:pt x="240694" y="287145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5CAD963-A67F-CE44-A76E-215558291737}"/>
                </a:ext>
              </a:extLst>
            </p:cNvPr>
            <p:cNvSpPr/>
            <p:nvPr/>
          </p:nvSpPr>
          <p:spPr>
            <a:xfrm>
              <a:off x="9614031" y="6322266"/>
              <a:ext cx="193181" cy="194642"/>
            </a:xfrm>
            <a:custGeom>
              <a:avLst/>
              <a:gdLst>
                <a:gd name="connsiteX0" fmla="*/ 193182 w 193181"/>
                <a:gd name="connsiteY0" fmla="*/ 97321 h 194642"/>
                <a:gd name="connsiteX1" fmla="*/ 96229 w 193181"/>
                <a:gd name="connsiteY1" fmla="*/ 0 h 194642"/>
                <a:gd name="connsiteX2" fmla="*/ 0 w 193181"/>
                <a:gd name="connsiteY2" fmla="*/ 97321 h 194642"/>
                <a:gd name="connsiteX3" fmla="*/ 96229 w 193181"/>
                <a:gd name="connsiteY3" fmla="*/ 194642 h 194642"/>
                <a:gd name="connsiteX4" fmla="*/ 193182 w 193181"/>
                <a:gd name="connsiteY4" fmla="*/ 97321 h 19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181" h="194642">
                  <a:moveTo>
                    <a:pt x="193182" y="97321"/>
                  </a:moveTo>
                  <a:cubicBezTo>
                    <a:pt x="193182" y="41916"/>
                    <a:pt x="151217" y="0"/>
                    <a:pt x="96229" y="0"/>
                  </a:cubicBezTo>
                  <a:cubicBezTo>
                    <a:pt x="41723" y="0"/>
                    <a:pt x="0" y="41916"/>
                    <a:pt x="0" y="97321"/>
                  </a:cubicBezTo>
                  <a:cubicBezTo>
                    <a:pt x="0" y="152727"/>
                    <a:pt x="41965" y="194642"/>
                    <a:pt x="96229" y="194642"/>
                  </a:cubicBezTo>
                  <a:cubicBezTo>
                    <a:pt x="151217" y="194642"/>
                    <a:pt x="193182" y="152727"/>
                    <a:pt x="193182" y="97321"/>
                  </a:cubicBezTo>
                </a:path>
              </a:pathLst>
            </a:custGeom>
            <a:solidFill>
              <a:schemeClr val="bg2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E2A758A0-4162-D241-ADE3-743CF46F2FF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4051688"/>
            <a:ext cx="12191997" cy="135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1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76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F0F01B-0C67-7847-B144-69B767F9B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ten industries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95D605-6EDF-8148-9DA8-3BEFE6927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we commit. we deliver.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2E6C7B-8734-C84E-83A1-C7537365D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217A898-970D-3041-86C6-F4A15857945A}" type="slidenum">
              <a:rPr lang="en-US" smtClean="0"/>
              <a:t>3</a:t>
            </a:fld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95B3A4D-A81D-584D-9A9C-43A34059B3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754" y="2901704"/>
            <a:ext cx="1940844" cy="527296"/>
          </a:xfrm>
        </p:spPr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manufacturing</a:t>
            </a:r>
          </a:p>
        </p:txBody>
      </p:sp>
      <p:pic>
        <p:nvPicPr>
          <p:cNvPr id="76" name="Picture Placeholder 75">
            <a:extLst>
              <a:ext uri="{FF2B5EF4-FFF2-40B4-BE49-F238E27FC236}">
                <a16:creationId xmlns:a16="http://schemas.microsoft.com/office/drawing/2014/main" id="{9E4D6AF8-BF55-6747-A60E-BB4B679907A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433753" y="1843962"/>
            <a:ext cx="868363" cy="868362"/>
          </a:xfrm>
        </p:spPr>
      </p:pic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1A3FB5F-597A-B94B-93C4-CA12C56E70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12826" y="2901704"/>
            <a:ext cx="1940845" cy="527296"/>
          </a:xfrm>
        </p:spPr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automotive</a:t>
            </a:r>
          </a:p>
        </p:txBody>
      </p:sp>
      <p:pic>
        <p:nvPicPr>
          <p:cNvPr id="78" name="Picture Placeholder 77">
            <a:extLst>
              <a:ext uri="{FF2B5EF4-FFF2-40B4-BE49-F238E27FC236}">
                <a16:creationId xmlns:a16="http://schemas.microsoft.com/office/drawing/2014/main" id="{AF8C45B7-96BB-5248-9BD4-0C301D21909F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2613390" y="1843901"/>
            <a:ext cx="868363" cy="868362"/>
          </a:xfrm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370E6FF-21D3-1245-B624-250309648B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1899" y="2901704"/>
            <a:ext cx="1940845" cy="527296"/>
          </a:xfrm>
        </p:spPr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pharma</a:t>
            </a:r>
          </a:p>
        </p:txBody>
      </p:sp>
      <p:pic>
        <p:nvPicPr>
          <p:cNvPr id="80" name="Picture Placeholder 79">
            <a:extLst>
              <a:ext uri="{FF2B5EF4-FFF2-40B4-BE49-F238E27FC236}">
                <a16:creationId xmlns:a16="http://schemas.microsoft.com/office/drawing/2014/main" id="{C298FFD0-7696-7048-B13B-F5214C80CE9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4610691" y="1843901"/>
            <a:ext cx="868363" cy="868362"/>
          </a:xfrm>
        </p:spPr>
      </p:pic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5C00C91-7CB3-1443-9900-E733F27763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50045" y="2901704"/>
            <a:ext cx="1940846" cy="527296"/>
          </a:xfrm>
        </p:spPr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retail</a:t>
            </a:r>
          </a:p>
        </p:txBody>
      </p:sp>
      <p:pic>
        <p:nvPicPr>
          <p:cNvPr id="85" name="Picture Placeholder 84">
            <a:extLst>
              <a:ext uri="{FF2B5EF4-FFF2-40B4-BE49-F238E27FC236}">
                <a16:creationId xmlns:a16="http://schemas.microsoft.com/office/drawing/2014/main" id="{B6C8282D-3741-5240-B047-9D14D4B11010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8984944" y="1843962"/>
            <a:ext cx="868363" cy="868362"/>
          </a:xfrm>
        </p:spPr>
      </p:pic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AF66DFF3-A825-4C4E-BCB5-F8CA5A041522}"/>
              </a:ext>
            </a:extLst>
          </p:cNvPr>
          <p:cNvSpPr txBox="1">
            <a:spLocks/>
          </p:cNvSpPr>
          <p:nvPr/>
        </p:nvSpPr>
        <p:spPr>
          <a:xfrm>
            <a:off x="433753" y="4690747"/>
            <a:ext cx="1940845" cy="5272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System Font Regular"/>
              <a:buChar char="-"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chemeClr val="tx1"/>
                </a:solidFill>
              </a:rPr>
              <a:t>aerospace</a:t>
            </a:r>
          </a:p>
        </p:txBody>
      </p:sp>
      <p:sp>
        <p:nvSpPr>
          <p:cNvPr id="51" name="Text Placeholder 30">
            <a:extLst>
              <a:ext uri="{FF2B5EF4-FFF2-40B4-BE49-F238E27FC236}">
                <a16:creationId xmlns:a16="http://schemas.microsoft.com/office/drawing/2014/main" id="{7DF6D431-67D5-334F-B7BC-6A876E094162}"/>
              </a:ext>
            </a:extLst>
          </p:cNvPr>
          <p:cNvSpPr txBox="1">
            <a:spLocks/>
          </p:cNvSpPr>
          <p:nvPr/>
        </p:nvSpPr>
        <p:spPr>
          <a:xfrm>
            <a:off x="2612826" y="4690747"/>
            <a:ext cx="1940845" cy="5272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System Font Regular"/>
              <a:buChar char="-"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chemeClr val="tx1"/>
                </a:solidFill>
              </a:rPr>
              <a:t>utilities</a:t>
            </a:r>
          </a:p>
        </p:txBody>
      </p:sp>
      <p:sp>
        <p:nvSpPr>
          <p:cNvPr id="53" name="Text Placeholder 32">
            <a:extLst>
              <a:ext uri="{FF2B5EF4-FFF2-40B4-BE49-F238E27FC236}">
                <a16:creationId xmlns:a16="http://schemas.microsoft.com/office/drawing/2014/main" id="{DE18358A-8B64-2B45-8AE8-4FCD51A35BEA}"/>
              </a:ext>
            </a:extLst>
          </p:cNvPr>
          <p:cNvSpPr txBox="1">
            <a:spLocks/>
          </p:cNvSpPr>
          <p:nvPr/>
        </p:nvSpPr>
        <p:spPr>
          <a:xfrm>
            <a:off x="4791899" y="4690747"/>
            <a:ext cx="1940845" cy="5272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System Font Regular"/>
              <a:buChar char="-"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chemeClr val="tx1"/>
                </a:solidFill>
              </a:rPr>
              <a:t>food</a:t>
            </a:r>
          </a:p>
        </p:txBody>
      </p:sp>
      <p:sp>
        <p:nvSpPr>
          <p:cNvPr id="55" name="Text Placeholder 34">
            <a:extLst>
              <a:ext uri="{FF2B5EF4-FFF2-40B4-BE49-F238E27FC236}">
                <a16:creationId xmlns:a16="http://schemas.microsoft.com/office/drawing/2014/main" id="{073A5C39-BFA9-4445-B26F-10B5091C3653}"/>
              </a:ext>
            </a:extLst>
          </p:cNvPr>
          <p:cNvSpPr txBox="1">
            <a:spLocks/>
          </p:cNvSpPr>
          <p:nvPr/>
        </p:nvSpPr>
        <p:spPr>
          <a:xfrm>
            <a:off x="6732744" y="4690747"/>
            <a:ext cx="1940846" cy="5272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System Font Regular"/>
              <a:buChar char="-"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chemeClr val="tx1"/>
                </a:solidFill>
              </a:rPr>
              <a:t>healthcare</a:t>
            </a:r>
          </a:p>
        </p:txBody>
      </p:sp>
      <p:sp>
        <p:nvSpPr>
          <p:cNvPr id="57" name="Text Placeholder 34">
            <a:extLst>
              <a:ext uri="{FF2B5EF4-FFF2-40B4-BE49-F238E27FC236}">
                <a16:creationId xmlns:a16="http://schemas.microsoft.com/office/drawing/2014/main" id="{BDA0E1A7-001A-A947-936F-0EB9506EDBAB}"/>
              </a:ext>
            </a:extLst>
          </p:cNvPr>
          <p:cNvSpPr txBox="1">
            <a:spLocks/>
          </p:cNvSpPr>
          <p:nvPr/>
        </p:nvSpPr>
        <p:spPr>
          <a:xfrm>
            <a:off x="6732743" y="2901704"/>
            <a:ext cx="1940846" cy="5272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System Font Regular"/>
              <a:buChar char="-"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chemeClr val="tx1"/>
                </a:solidFill>
              </a:rPr>
              <a:t>chemicals</a:t>
            </a:r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1BCC7214-2D5F-2447-98B1-9DA09DD7757D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3753" y="3633004"/>
            <a:ext cx="868363" cy="868363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0C92D317-7636-E24F-B23C-86C24C1C6122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85826" y="3633004"/>
            <a:ext cx="868363" cy="868363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4DEEC516-FEB2-CB4D-8F0E-2F5AAAE810AB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71184" y="3633004"/>
            <a:ext cx="868363" cy="868363"/>
          </a:xfrm>
          <a:prstGeom prst="rect">
            <a:avLst/>
          </a:prstGeom>
        </p:spPr>
      </p:pic>
      <p:sp>
        <p:nvSpPr>
          <p:cNvPr id="26" name="Text Placeholder 34">
            <a:extLst>
              <a:ext uri="{FF2B5EF4-FFF2-40B4-BE49-F238E27FC236}">
                <a16:creationId xmlns:a16="http://schemas.microsoft.com/office/drawing/2014/main" id="{81094C7C-1255-4F40-9CF1-6A4713881CDD}"/>
              </a:ext>
            </a:extLst>
          </p:cNvPr>
          <p:cNvSpPr txBox="1">
            <a:spLocks/>
          </p:cNvSpPr>
          <p:nvPr/>
        </p:nvSpPr>
        <p:spPr>
          <a:xfrm>
            <a:off x="9150045" y="4690747"/>
            <a:ext cx="1940846" cy="5272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Tx/>
              <a:buNone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System Font Regular"/>
              <a:buChar char="-"/>
              <a:defRPr sz="1400" b="0" i="0" kern="1200">
                <a:solidFill>
                  <a:schemeClr val="bg1"/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chemeClr val="tx1"/>
                </a:solidFill>
              </a:rPr>
              <a:t>print &amp; packaging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A520DFE4-A810-D140-B311-0D76C883AD66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50045" y="3633004"/>
            <a:ext cx="868363" cy="868363"/>
          </a:xfrm>
          <a:prstGeom prst="rect">
            <a:avLst/>
          </a:prstGeom>
        </p:spPr>
      </p:pic>
      <p:grpSp>
        <p:nvGrpSpPr>
          <p:cNvPr id="28" name="Picture Placeholder 75">
            <a:extLst>
              <a:ext uri="{FF2B5EF4-FFF2-40B4-BE49-F238E27FC236}">
                <a16:creationId xmlns:a16="http://schemas.microsoft.com/office/drawing/2014/main" id="{608743AA-EE09-734E-BD2B-DC18A1B40AFC}"/>
              </a:ext>
            </a:extLst>
          </p:cNvPr>
          <p:cNvGrpSpPr>
            <a:grpSpLocks noChangeAspect="1"/>
          </p:cNvGrpSpPr>
          <p:nvPr/>
        </p:nvGrpSpPr>
        <p:grpSpPr>
          <a:xfrm>
            <a:off x="6736827" y="3690696"/>
            <a:ext cx="689548" cy="738355"/>
            <a:chOff x="1595297" y="4823562"/>
            <a:chExt cx="689548" cy="738355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7AEB00B-9079-9543-9E45-A3967ADF4C28}"/>
                </a:ext>
              </a:extLst>
            </p:cNvPr>
            <p:cNvSpPr/>
            <p:nvPr/>
          </p:nvSpPr>
          <p:spPr>
            <a:xfrm>
              <a:off x="1750430" y="5125256"/>
              <a:ext cx="455568" cy="436662"/>
            </a:xfrm>
            <a:custGeom>
              <a:avLst/>
              <a:gdLst>
                <a:gd name="connsiteX0" fmla="*/ 230240 w 455568"/>
                <a:gd name="connsiteY0" fmla="*/ 436662 h 436662"/>
                <a:gd name="connsiteX1" fmla="*/ 0 w 455568"/>
                <a:gd name="connsiteY1" fmla="*/ 129014 h 436662"/>
                <a:gd name="connsiteX2" fmla="*/ 0 w 455568"/>
                <a:gd name="connsiteY2" fmla="*/ 39697 h 436662"/>
                <a:gd name="connsiteX3" fmla="*/ 39697 w 455568"/>
                <a:gd name="connsiteY3" fmla="*/ 0 h 436662"/>
                <a:gd name="connsiteX4" fmla="*/ 79393 w 455568"/>
                <a:gd name="connsiteY4" fmla="*/ 39697 h 436662"/>
                <a:gd name="connsiteX5" fmla="*/ 79393 w 455568"/>
                <a:gd name="connsiteY5" fmla="*/ 128170 h 436662"/>
                <a:gd name="connsiteX6" fmla="*/ 120281 w 455568"/>
                <a:gd name="connsiteY6" fmla="*/ 302537 h 436662"/>
                <a:gd name="connsiteX7" fmla="*/ 230240 w 455568"/>
                <a:gd name="connsiteY7" fmla="*/ 357120 h 436662"/>
                <a:gd name="connsiteX8" fmla="*/ 337024 w 455568"/>
                <a:gd name="connsiteY8" fmla="*/ 300453 h 436662"/>
                <a:gd name="connsiteX9" fmla="*/ 376175 w 455568"/>
                <a:gd name="connsiteY9" fmla="*/ 121372 h 436662"/>
                <a:gd name="connsiteX10" fmla="*/ 415871 w 455568"/>
                <a:gd name="connsiteY10" fmla="*/ 81676 h 436662"/>
                <a:gd name="connsiteX11" fmla="*/ 415871 w 455568"/>
                <a:gd name="connsiteY11" fmla="*/ 81676 h 436662"/>
                <a:gd name="connsiteX12" fmla="*/ 455568 w 455568"/>
                <a:gd name="connsiteY12" fmla="*/ 121372 h 436662"/>
                <a:gd name="connsiteX13" fmla="*/ 230240 w 455568"/>
                <a:gd name="connsiteY13" fmla="*/ 436662 h 436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5568" h="436662">
                  <a:moveTo>
                    <a:pt x="230240" y="436662"/>
                  </a:moveTo>
                  <a:cubicBezTo>
                    <a:pt x="145885" y="436662"/>
                    <a:pt x="3771" y="396668"/>
                    <a:pt x="0" y="129014"/>
                  </a:cubicBezTo>
                  <a:lnTo>
                    <a:pt x="0" y="39697"/>
                  </a:lnTo>
                  <a:cubicBezTo>
                    <a:pt x="0" y="17773"/>
                    <a:pt x="17773" y="0"/>
                    <a:pt x="39697" y="0"/>
                  </a:cubicBezTo>
                  <a:cubicBezTo>
                    <a:pt x="61621" y="0"/>
                    <a:pt x="79393" y="17773"/>
                    <a:pt x="79393" y="39697"/>
                  </a:cubicBezTo>
                  <a:lnTo>
                    <a:pt x="79393" y="128170"/>
                  </a:lnTo>
                  <a:cubicBezTo>
                    <a:pt x="80485" y="205082"/>
                    <a:pt x="94279" y="263784"/>
                    <a:pt x="120281" y="302537"/>
                  </a:cubicBezTo>
                  <a:cubicBezTo>
                    <a:pt x="145091" y="339356"/>
                    <a:pt x="180917" y="357120"/>
                    <a:pt x="230240" y="357120"/>
                  </a:cubicBezTo>
                  <a:cubicBezTo>
                    <a:pt x="277827" y="357120"/>
                    <a:pt x="312760" y="338612"/>
                    <a:pt x="337024" y="300453"/>
                  </a:cubicBezTo>
                  <a:cubicBezTo>
                    <a:pt x="362628" y="260360"/>
                    <a:pt x="376175" y="198384"/>
                    <a:pt x="376175" y="121372"/>
                  </a:cubicBezTo>
                  <a:cubicBezTo>
                    <a:pt x="376175" y="99448"/>
                    <a:pt x="393949" y="81676"/>
                    <a:pt x="415871" y="81676"/>
                  </a:cubicBezTo>
                  <a:lnTo>
                    <a:pt x="415871" y="81676"/>
                  </a:lnTo>
                  <a:cubicBezTo>
                    <a:pt x="437794" y="81676"/>
                    <a:pt x="455568" y="99448"/>
                    <a:pt x="455568" y="121372"/>
                  </a:cubicBezTo>
                  <a:cubicBezTo>
                    <a:pt x="455518" y="321790"/>
                    <a:pt x="373396" y="436662"/>
                    <a:pt x="230240" y="436662"/>
                  </a:cubicBezTo>
                  <a:close/>
                </a:path>
              </a:pathLst>
            </a:custGeom>
            <a:solidFill>
              <a:srgbClr val="EF463C"/>
            </a:solidFill>
            <a:ln w="4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6997730-0700-C243-8ED9-E58E39CAA51E}"/>
                </a:ext>
              </a:extLst>
            </p:cNvPr>
            <p:cNvSpPr/>
            <p:nvPr/>
          </p:nvSpPr>
          <p:spPr>
            <a:xfrm>
              <a:off x="1595297" y="4823562"/>
              <a:ext cx="389409" cy="379300"/>
            </a:xfrm>
            <a:custGeom>
              <a:avLst/>
              <a:gdLst>
                <a:gd name="connsiteX0" fmla="*/ 194680 w 389409"/>
                <a:gd name="connsiteY0" fmla="*/ 379301 h 379300"/>
                <a:gd name="connsiteX1" fmla="*/ 63781 w 389409"/>
                <a:gd name="connsiteY1" fmla="*/ 328191 h 379300"/>
                <a:gd name="connsiteX2" fmla="*/ 68 w 389409"/>
                <a:gd name="connsiteY2" fmla="*/ 119090 h 379300"/>
                <a:gd name="connsiteX3" fmla="*/ 68 w 389409"/>
                <a:gd name="connsiteY3" fmla="*/ 39697 h 379300"/>
                <a:gd name="connsiteX4" fmla="*/ 39765 w 389409"/>
                <a:gd name="connsiteY4" fmla="*/ 0 h 379300"/>
                <a:gd name="connsiteX5" fmla="*/ 111070 w 389409"/>
                <a:gd name="connsiteY5" fmla="*/ 0 h 379300"/>
                <a:gd name="connsiteX6" fmla="*/ 150766 w 389409"/>
                <a:gd name="connsiteY6" fmla="*/ 39697 h 379300"/>
                <a:gd name="connsiteX7" fmla="*/ 111070 w 389409"/>
                <a:gd name="connsiteY7" fmla="*/ 79393 h 379300"/>
                <a:gd name="connsiteX8" fmla="*/ 79461 w 389409"/>
                <a:gd name="connsiteY8" fmla="*/ 79393 h 379300"/>
                <a:gd name="connsiteX9" fmla="*/ 79461 w 389409"/>
                <a:gd name="connsiteY9" fmla="*/ 119884 h 379300"/>
                <a:gd name="connsiteX10" fmla="*/ 120349 w 389409"/>
                <a:gd name="connsiteY10" fmla="*/ 272368 h 379300"/>
                <a:gd name="connsiteX11" fmla="*/ 194780 w 389409"/>
                <a:gd name="connsiteY11" fmla="*/ 299808 h 379300"/>
                <a:gd name="connsiteX12" fmla="*/ 271196 w 389409"/>
                <a:gd name="connsiteY12" fmla="*/ 273559 h 379300"/>
                <a:gd name="connsiteX13" fmla="*/ 310049 w 389409"/>
                <a:gd name="connsiteY13" fmla="*/ 119735 h 379300"/>
                <a:gd name="connsiteX14" fmla="*/ 310049 w 389409"/>
                <a:gd name="connsiteY14" fmla="*/ 79492 h 379300"/>
                <a:gd name="connsiteX15" fmla="*/ 282658 w 389409"/>
                <a:gd name="connsiteY15" fmla="*/ 79492 h 379300"/>
                <a:gd name="connsiteX16" fmla="*/ 242961 w 389409"/>
                <a:gd name="connsiteY16" fmla="*/ 39796 h 379300"/>
                <a:gd name="connsiteX17" fmla="*/ 282658 w 389409"/>
                <a:gd name="connsiteY17" fmla="*/ 99 h 379300"/>
                <a:gd name="connsiteX18" fmla="*/ 349646 w 389409"/>
                <a:gd name="connsiteY18" fmla="*/ 99 h 379300"/>
                <a:gd name="connsiteX19" fmla="*/ 389343 w 389409"/>
                <a:gd name="connsiteY19" fmla="*/ 39796 h 379300"/>
                <a:gd name="connsiteX20" fmla="*/ 389343 w 389409"/>
                <a:gd name="connsiteY20" fmla="*/ 119189 h 379300"/>
                <a:gd name="connsiteX21" fmla="*/ 327664 w 389409"/>
                <a:gd name="connsiteY21" fmla="*/ 329481 h 379300"/>
                <a:gd name="connsiteX22" fmla="*/ 194680 w 389409"/>
                <a:gd name="connsiteY22" fmla="*/ 379301 h 37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89409" h="379300">
                  <a:moveTo>
                    <a:pt x="194680" y="379301"/>
                  </a:moveTo>
                  <a:cubicBezTo>
                    <a:pt x="141983" y="379301"/>
                    <a:pt x="96680" y="361636"/>
                    <a:pt x="63781" y="328191"/>
                  </a:cubicBezTo>
                  <a:cubicBezTo>
                    <a:pt x="20065" y="283533"/>
                    <a:pt x="-1371" y="213468"/>
                    <a:pt x="68" y="119090"/>
                  </a:cubicBezTo>
                  <a:lnTo>
                    <a:pt x="68" y="39697"/>
                  </a:lnTo>
                  <a:cubicBezTo>
                    <a:pt x="68" y="17773"/>
                    <a:pt x="17841" y="0"/>
                    <a:pt x="39765" y="0"/>
                  </a:cubicBezTo>
                  <a:lnTo>
                    <a:pt x="111070" y="0"/>
                  </a:lnTo>
                  <a:cubicBezTo>
                    <a:pt x="132993" y="0"/>
                    <a:pt x="150766" y="17773"/>
                    <a:pt x="150766" y="39697"/>
                  </a:cubicBezTo>
                  <a:cubicBezTo>
                    <a:pt x="150766" y="61620"/>
                    <a:pt x="132993" y="79393"/>
                    <a:pt x="111070" y="79393"/>
                  </a:cubicBezTo>
                  <a:lnTo>
                    <a:pt x="79461" y="79393"/>
                  </a:lnTo>
                  <a:lnTo>
                    <a:pt x="79461" y="119884"/>
                  </a:lnTo>
                  <a:cubicBezTo>
                    <a:pt x="78320" y="191337"/>
                    <a:pt x="92462" y="243935"/>
                    <a:pt x="120349" y="272368"/>
                  </a:cubicBezTo>
                  <a:cubicBezTo>
                    <a:pt x="138510" y="290827"/>
                    <a:pt x="162824" y="299808"/>
                    <a:pt x="194780" y="299808"/>
                  </a:cubicBezTo>
                  <a:cubicBezTo>
                    <a:pt x="228820" y="299808"/>
                    <a:pt x="253779" y="291224"/>
                    <a:pt x="271196" y="273559"/>
                  </a:cubicBezTo>
                  <a:cubicBezTo>
                    <a:pt x="298040" y="246317"/>
                    <a:pt x="310892" y="194612"/>
                    <a:pt x="310049" y="119735"/>
                  </a:cubicBezTo>
                  <a:lnTo>
                    <a:pt x="310049" y="79492"/>
                  </a:lnTo>
                  <a:lnTo>
                    <a:pt x="282658" y="79492"/>
                  </a:lnTo>
                  <a:cubicBezTo>
                    <a:pt x="260734" y="79492"/>
                    <a:pt x="242961" y="61720"/>
                    <a:pt x="242961" y="39796"/>
                  </a:cubicBezTo>
                  <a:cubicBezTo>
                    <a:pt x="242961" y="17872"/>
                    <a:pt x="260734" y="99"/>
                    <a:pt x="282658" y="99"/>
                  </a:cubicBezTo>
                  <a:lnTo>
                    <a:pt x="349646" y="99"/>
                  </a:lnTo>
                  <a:cubicBezTo>
                    <a:pt x="371570" y="99"/>
                    <a:pt x="389343" y="17872"/>
                    <a:pt x="389343" y="39796"/>
                  </a:cubicBezTo>
                  <a:lnTo>
                    <a:pt x="389343" y="119189"/>
                  </a:lnTo>
                  <a:cubicBezTo>
                    <a:pt x="390732" y="217190"/>
                    <a:pt x="370536" y="285964"/>
                    <a:pt x="327664" y="329481"/>
                  </a:cubicBezTo>
                  <a:cubicBezTo>
                    <a:pt x="295014" y="362479"/>
                    <a:pt x="250305" y="379301"/>
                    <a:pt x="194680" y="379301"/>
                  </a:cubicBezTo>
                  <a:close/>
                </a:path>
              </a:pathLst>
            </a:custGeom>
            <a:solidFill>
              <a:srgbClr val="C42828"/>
            </a:solidFill>
            <a:ln w="4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1E6FF5F-62B3-FE49-A396-9887970739B4}"/>
                </a:ext>
              </a:extLst>
            </p:cNvPr>
            <p:cNvSpPr/>
            <p:nvPr/>
          </p:nvSpPr>
          <p:spPr>
            <a:xfrm>
              <a:off x="2054803" y="5045168"/>
              <a:ext cx="230041" cy="230041"/>
            </a:xfrm>
            <a:custGeom>
              <a:avLst/>
              <a:gdLst>
                <a:gd name="connsiteX0" fmla="*/ 114823 w 230041"/>
                <a:gd name="connsiteY0" fmla="*/ 230041 h 230041"/>
                <a:gd name="connsiteX1" fmla="*/ 0 w 230041"/>
                <a:gd name="connsiteY1" fmla="*/ 114822 h 230041"/>
                <a:gd name="connsiteX2" fmla="*/ 115220 w 230041"/>
                <a:gd name="connsiteY2" fmla="*/ 0 h 230041"/>
                <a:gd name="connsiteX3" fmla="*/ 230042 w 230041"/>
                <a:gd name="connsiteY3" fmla="*/ 115020 h 230041"/>
                <a:gd name="connsiteX4" fmla="*/ 114823 w 230041"/>
                <a:gd name="connsiteY4" fmla="*/ 230041 h 230041"/>
                <a:gd name="connsiteX5" fmla="*/ 114823 w 230041"/>
                <a:gd name="connsiteY5" fmla="*/ 79393 h 230041"/>
                <a:gd name="connsiteX6" fmla="*/ 79393 w 230041"/>
                <a:gd name="connsiteY6" fmla="*/ 115218 h 230041"/>
                <a:gd name="connsiteX7" fmla="*/ 115220 w 230041"/>
                <a:gd name="connsiteY7" fmla="*/ 150647 h 230041"/>
                <a:gd name="connsiteX8" fmla="*/ 150649 w 230041"/>
                <a:gd name="connsiteY8" fmla="*/ 115020 h 230041"/>
                <a:gd name="connsiteX9" fmla="*/ 114922 w 230041"/>
                <a:gd name="connsiteY9" fmla="*/ 79392 h 230041"/>
                <a:gd name="connsiteX10" fmla="*/ 114823 w 230041"/>
                <a:gd name="connsiteY10" fmla="*/ 79393 h 230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0041" h="230041">
                  <a:moveTo>
                    <a:pt x="114823" y="230041"/>
                  </a:moveTo>
                  <a:cubicBezTo>
                    <a:pt x="51298" y="229932"/>
                    <a:pt x="-109" y="178346"/>
                    <a:pt x="0" y="114822"/>
                  </a:cubicBezTo>
                  <a:cubicBezTo>
                    <a:pt x="109" y="51298"/>
                    <a:pt x="51695" y="-109"/>
                    <a:pt x="115220" y="0"/>
                  </a:cubicBezTo>
                  <a:cubicBezTo>
                    <a:pt x="178665" y="109"/>
                    <a:pt x="230042" y="51574"/>
                    <a:pt x="230042" y="115020"/>
                  </a:cubicBezTo>
                  <a:cubicBezTo>
                    <a:pt x="229958" y="178588"/>
                    <a:pt x="178392" y="230071"/>
                    <a:pt x="114823" y="230041"/>
                  </a:cubicBezTo>
                  <a:close/>
                  <a:moveTo>
                    <a:pt x="114823" y="79393"/>
                  </a:moveTo>
                  <a:cubicBezTo>
                    <a:pt x="95148" y="79502"/>
                    <a:pt x="79284" y="95542"/>
                    <a:pt x="79393" y="115218"/>
                  </a:cubicBezTo>
                  <a:cubicBezTo>
                    <a:pt x="79503" y="134895"/>
                    <a:pt x="95545" y="150757"/>
                    <a:pt x="115220" y="150647"/>
                  </a:cubicBezTo>
                  <a:cubicBezTo>
                    <a:pt x="134820" y="150538"/>
                    <a:pt x="150649" y="134619"/>
                    <a:pt x="150649" y="115020"/>
                  </a:cubicBezTo>
                  <a:cubicBezTo>
                    <a:pt x="150624" y="95317"/>
                    <a:pt x="134626" y="79365"/>
                    <a:pt x="114922" y="79392"/>
                  </a:cubicBezTo>
                  <a:cubicBezTo>
                    <a:pt x="114887" y="79392"/>
                    <a:pt x="114857" y="79393"/>
                    <a:pt x="114823" y="79393"/>
                  </a:cubicBezTo>
                  <a:close/>
                </a:path>
              </a:pathLst>
            </a:custGeom>
            <a:solidFill>
              <a:srgbClr val="C42828"/>
            </a:solidFill>
            <a:ln w="4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ADB4FF1-282D-7140-9D1F-B3D2C593C28F}"/>
              </a:ext>
            </a:extLst>
          </p:cNvPr>
          <p:cNvGrpSpPr/>
          <p:nvPr/>
        </p:nvGrpSpPr>
        <p:grpSpPr>
          <a:xfrm>
            <a:off x="6744657" y="1868839"/>
            <a:ext cx="630380" cy="804955"/>
            <a:chOff x="6724837" y="2607801"/>
            <a:chExt cx="630380" cy="804955"/>
          </a:xfrm>
        </p:grpSpPr>
        <p:grpSp>
          <p:nvGrpSpPr>
            <p:cNvPr id="19" name="Graphic 16">
              <a:extLst>
                <a:ext uri="{FF2B5EF4-FFF2-40B4-BE49-F238E27FC236}">
                  <a16:creationId xmlns:a16="http://schemas.microsoft.com/office/drawing/2014/main" id="{BD92C9F4-FBF1-9942-99C0-A3945D38F1D4}"/>
                </a:ext>
              </a:extLst>
            </p:cNvPr>
            <p:cNvGrpSpPr/>
            <p:nvPr/>
          </p:nvGrpSpPr>
          <p:grpSpPr>
            <a:xfrm>
              <a:off x="6724837" y="2607801"/>
              <a:ext cx="630380" cy="804955"/>
              <a:chOff x="6724837" y="2607801"/>
              <a:chExt cx="630380" cy="804955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683A7B8B-9002-3C40-A9F4-BCE7F19707BA}"/>
                  </a:ext>
                </a:extLst>
              </p:cNvPr>
              <p:cNvSpPr/>
              <p:nvPr/>
            </p:nvSpPr>
            <p:spPr>
              <a:xfrm>
                <a:off x="6887856" y="2706347"/>
                <a:ext cx="303443" cy="77080"/>
              </a:xfrm>
              <a:custGeom>
                <a:avLst/>
                <a:gdLst>
                  <a:gd name="connsiteX0" fmla="*/ 264904 w 303443"/>
                  <a:gd name="connsiteY0" fmla="*/ 77081 h 77080"/>
                  <a:gd name="connsiteX1" fmla="*/ 38540 w 303443"/>
                  <a:gd name="connsiteY1" fmla="*/ 77081 h 77080"/>
                  <a:gd name="connsiteX2" fmla="*/ 0 w 303443"/>
                  <a:gd name="connsiteY2" fmla="*/ 38540 h 77080"/>
                  <a:gd name="connsiteX3" fmla="*/ 38540 w 303443"/>
                  <a:gd name="connsiteY3" fmla="*/ 0 h 77080"/>
                  <a:gd name="connsiteX4" fmla="*/ 264904 w 303443"/>
                  <a:gd name="connsiteY4" fmla="*/ 0 h 77080"/>
                  <a:gd name="connsiteX5" fmla="*/ 303444 w 303443"/>
                  <a:gd name="connsiteY5" fmla="*/ 38540 h 77080"/>
                  <a:gd name="connsiteX6" fmla="*/ 264904 w 303443"/>
                  <a:gd name="connsiteY6" fmla="*/ 77081 h 7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3443" h="77080">
                    <a:moveTo>
                      <a:pt x="264904" y="77081"/>
                    </a:moveTo>
                    <a:lnTo>
                      <a:pt x="38540" y="77081"/>
                    </a:lnTo>
                    <a:cubicBezTo>
                      <a:pt x="17075" y="77081"/>
                      <a:pt x="0" y="60006"/>
                      <a:pt x="0" y="38540"/>
                    </a:cubicBezTo>
                    <a:cubicBezTo>
                      <a:pt x="0" y="17075"/>
                      <a:pt x="17075" y="0"/>
                      <a:pt x="38540" y="0"/>
                    </a:cubicBezTo>
                    <a:lnTo>
                      <a:pt x="264904" y="0"/>
                    </a:lnTo>
                    <a:cubicBezTo>
                      <a:pt x="286369" y="0"/>
                      <a:pt x="303444" y="17075"/>
                      <a:pt x="303444" y="38540"/>
                    </a:cubicBezTo>
                    <a:cubicBezTo>
                      <a:pt x="303444" y="60006"/>
                      <a:pt x="286369" y="77081"/>
                      <a:pt x="264904" y="77081"/>
                    </a:cubicBezTo>
                    <a:close/>
                  </a:path>
                </a:pathLst>
              </a:custGeom>
              <a:solidFill>
                <a:srgbClr val="C42828"/>
              </a:solidFill>
              <a:ln w="48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4E52CBA-E56E-E749-8D97-363B1A0E9955}"/>
                  </a:ext>
                </a:extLst>
              </p:cNvPr>
              <p:cNvSpPr/>
              <p:nvPr/>
            </p:nvSpPr>
            <p:spPr>
              <a:xfrm>
                <a:off x="6724837" y="2607801"/>
                <a:ext cx="630380" cy="804955"/>
              </a:xfrm>
              <a:custGeom>
                <a:avLst/>
                <a:gdLst>
                  <a:gd name="connsiteX0" fmla="*/ 545495 w 630380"/>
                  <a:gd name="connsiteY0" fmla="*/ 804956 h 804955"/>
                  <a:gd name="connsiteX1" fmla="*/ 84962 w 630380"/>
                  <a:gd name="connsiteY1" fmla="*/ 804956 h 804955"/>
                  <a:gd name="connsiteX2" fmla="*/ 42519 w 630380"/>
                  <a:gd name="connsiteY2" fmla="*/ 793735 h 804955"/>
                  <a:gd name="connsiteX3" fmla="*/ 10321 w 630380"/>
                  <a:gd name="connsiteY3" fmla="*/ 679090 h 804955"/>
                  <a:gd name="connsiteX4" fmla="*/ 136187 w 630380"/>
                  <a:gd name="connsiteY4" fmla="*/ 420528 h 804955"/>
                  <a:gd name="connsiteX5" fmla="*/ 190826 w 630380"/>
                  <a:gd name="connsiteY5" fmla="*/ 182945 h 804955"/>
                  <a:gd name="connsiteX6" fmla="*/ 190826 w 630380"/>
                  <a:gd name="connsiteY6" fmla="*/ 175139 h 804955"/>
                  <a:gd name="connsiteX7" fmla="*/ 161067 w 630380"/>
                  <a:gd name="connsiteY7" fmla="*/ 137574 h 804955"/>
                  <a:gd name="connsiteX8" fmla="*/ 161067 w 630380"/>
                  <a:gd name="connsiteY8" fmla="*/ 38540 h 804955"/>
                  <a:gd name="connsiteX9" fmla="*/ 199607 w 630380"/>
                  <a:gd name="connsiteY9" fmla="*/ 0 h 804955"/>
                  <a:gd name="connsiteX10" fmla="*/ 429874 w 630380"/>
                  <a:gd name="connsiteY10" fmla="*/ 0 h 804955"/>
                  <a:gd name="connsiteX11" fmla="*/ 468414 w 630380"/>
                  <a:gd name="connsiteY11" fmla="*/ 38540 h 804955"/>
                  <a:gd name="connsiteX12" fmla="*/ 468414 w 630380"/>
                  <a:gd name="connsiteY12" fmla="*/ 137086 h 804955"/>
                  <a:gd name="connsiteX13" fmla="*/ 438655 w 630380"/>
                  <a:gd name="connsiteY13" fmla="*/ 174651 h 804955"/>
                  <a:gd name="connsiteX14" fmla="*/ 438655 w 630380"/>
                  <a:gd name="connsiteY14" fmla="*/ 180017 h 804955"/>
                  <a:gd name="connsiteX15" fmla="*/ 493294 w 630380"/>
                  <a:gd name="connsiteY15" fmla="*/ 418089 h 804955"/>
                  <a:gd name="connsiteX16" fmla="*/ 619160 w 630380"/>
                  <a:gd name="connsiteY16" fmla="*/ 678602 h 804955"/>
                  <a:gd name="connsiteX17" fmla="*/ 630381 w 630380"/>
                  <a:gd name="connsiteY17" fmla="*/ 720070 h 804955"/>
                  <a:gd name="connsiteX18" fmla="*/ 545495 w 630380"/>
                  <a:gd name="connsiteY18" fmla="*/ 804956 h 804955"/>
                  <a:gd name="connsiteX19" fmla="*/ 238148 w 630380"/>
                  <a:gd name="connsiteY19" fmla="*/ 99522 h 804955"/>
                  <a:gd name="connsiteX20" fmla="*/ 267907 w 630380"/>
                  <a:gd name="connsiteY20" fmla="*/ 137086 h 804955"/>
                  <a:gd name="connsiteX21" fmla="*/ 267907 w 630380"/>
                  <a:gd name="connsiteY21" fmla="*/ 182457 h 804955"/>
                  <a:gd name="connsiteX22" fmla="*/ 205462 w 630380"/>
                  <a:gd name="connsiteY22" fmla="*/ 453702 h 804955"/>
                  <a:gd name="connsiteX23" fmla="*/ 79108 w 630380"/>
                  <a:gd name="connsiteY23" fmla="*/ 713240 h 804955"/>
                  <a:gd name="connsiteX24" fmla="*/ 77644 w 630380"/>
                  <a:gd name="connsiteY24" fmla="*/ 715679 h 804955"/>
                  <a:gd name="connsiteX25" fmla="*/ 81059 w 630380"/>
                  <a:gd name="connsiteY25" fmla="*/ 726412 h 804955"/>
                  <a:gd name="connsiteX26" fmla="*/ 84962 w 630380"/>
                  <a:gd name="connsiteY26" fmla="*/ 727387 h 804955"/>
                  <a:gd name="connsiteX27" fmla="*/ 545495 w 630380"/>
                  <a:gd name="connsiteY27" fmla="*/ 727387 h 804955"/>
                  <a:gd name="connsiteX28" fmla="*/ 553300 w 630380"/>
                  <a:gd name="connsiteY28" fmla="*/ 719582 h 804955"/>
                  <a:gd name="connsiteX29" fmla="*/ 552812 w 630380"/>
                  <a:gd name="connsiteY29" fmla="*/ 717630 h 804955"/>
                  <a:gd name="connsiteX30" fmla="*/ 550373 w 630380"/>
                  <a:gd name="connsiteY30" fmla="*/ 713727 h 804955"/>
                  <a:gd name="connsiteX31" fmla="*/ 423532 w 630380"/>
                  <a:gd name="connsiteY31" fmla="*/ 451263 h 804955"/>
                  <a:gd name="connsiteX32" fmla="*/ 361574 w 630380"/>
                  <a:gd name="connsiteY32" fmla="*/ 180017 h 804955"/>
                  <a:gd name="connsiteX33" fmla="*/ 361574 w 630380"/>
                  <a:gd name="connsiteY33" fmla="*/ 137086 h 804955"/>
                  <a:gd name="connsiteX34" fmla="*/ 391333 w 630380"/>
                  <a:gd name="connsiteY34" fmla="*/ 99522 h 804955"/>
                  <a:gd name="connsiteX35" fmla="*/ 391333 w 630380"/>
                  <a:gd name="connsiteY35" fmla="*/ 77081 h 804955"/>
                  <a:gd name="connsiteX36" fmla="*/ 238148 w 630380"/>
                  <a:gd name="connsiteY36" fmla="*/ 77081 h 804955"/>
                  <a:gd name="connsiteX37" fmla="*/ 238148 w 630380"/>
                  <a:gd name="connsiteY37" fmla="*/ 99522 h 80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630380" h="804955">
                    <a:moveTo>
                      <a:pt x="545495" y="804956"/>
                    </a:moveTo>
                    <a:lnTo>
                      <a:pt x="84962" y="804956"/>
                    </a:lnTo>
                    <a:cubicBezTo>
                      <a:pt x="70327" y="804956"/>
                      <a:pt x="55203" y="801053"/>
                      <a:pt x="42519" y="793735"/>
                    </a:cubicBezTo>
                    <a:cubicBezTo>
                      <a:pt x="2515" y="770318"/>
                      <a:pt x="-11632" y="719094"/>
                      <a:pt x="10321" y="679090"/>
                    </a:cubicBezTo>
                    <a:lnTo>
                      <a:pt x="136187" y="420528"/>
                    </a:lnTo>
                    <a:cubicBezTo>
                      <a:pt x="172288" y="345887"/>
                      <a:pt x="190826" y="265879"/>
                      <a:pt x="190826" y="182945"/>
                    </a:cubicBezTo>
                    <a:lnTo>
                      <a:pt x="190826" y="175139"/>
                    </a:lnTo>
                    <a:cubicBezTo>
                      <a:pt x="173751" y="171236"/>
                      <a:pt x="161067" y="156113"/>
                      <a:pt x="161067" y="137574"/>
                    </a:cubicBezTo>
                    <a:lnTo>
                      <a:pt x="161067" y="38540"/>
                    </a:lnTo>
                    <a:cubicBezTo>
                      <a:pt x="161067" y="17075"/>
                      <a:pt x="178142" y="0"/>
                      <a:pt x="199607" y="0"/>
                    </a:cubicBezTo>
                    <a:lnTo>
                      <a:pt x="429874" y="0"/>
                    </a:lnTo>
                    <a:cubicBezTo>
                      <a:pt x="451339" y="0"/>
                      <a:pt x="468414" y="17075"/>
                      <a:pt x="468414" y="38540"/>
                    </a:cubicBezTo>
                    <a:lnTo>
                      <a:pt x="468414" y="137086"/>
                    </a:lnTo>
                    <a:cubicBezTo>
                      <a:pt x="468414" y="155137"/>
                      <a:pt x="455730" y="170748"/>
                      <a:pt x="438655" y="174651"/>
                    </a:cubicBezTo>
                    <a:lnTo>
                      <a:pt x="438655" y="180017"/>
                    </a:lnTo>
                    <a:cubicBezTo>
                      <a:pt x="438655" y="262464"/>
                      <a:pt x="457193" y="342472"/>
                      <a:pt x="493294" y="418089"/>
                    </a:cubicBezTo>
                    <a:lnTo>
                      <a:pt x="619160" y="678602"/>
                    </a:lnTo>
                    <a:cubicBezTo>
                      <a:pt x="626478" y="690798"/>
                      <a:pt x="630381" y="704946"/>
                      <a:pt x="630381" y="720070"/>
                    </a:cubicBezTo>
                    <a:cubicBezTo>
                      <a:pt x="630381" y="766903"/>
                      <a:pt x="592328" y="804956"/>
                      <a:pt x="545495" y="804956"/>
                    </a:cubicBezTo>
                    <a:close/>
                    <a:moveTo>
                      <a:pt x="238148" y="99522"/>
                    </a:moveTo>
                    <a:cubicBezTo>
                      <a:pt x="255223" y="103425"/>
                      <a:pt x="267907" y="118548"/>
                      <a:pt x="267907" y="137086"/>
                    </a:cubicBezTo>
                    <a:lnTo>
                      <a:pt x="267907" y="182457"/>
                    </a:lnTo>
                    <a:cubicBezTo>
                      <a:pt x="267907" y="277100"/>
                      <a:pt x="246929" y="368328"/>
                      <a:pt x="205462" y="453702"/>
                    </a:cubicBezTo>
                    <a:lnTo>
                      <a:pt x="79108" y="713240"/>
                    </a:lnTo>
                    <a:cubicBezTo>
                      <a:pt x="78620" y="714215"/>
                      <a:pt x="78132" y="714703"/>
                      <a:pt x="77644" y="715679"/>
                    </a:cubicBezTo>
                    <a:cubicBezTo>
                      <a:pt x="75693" y="719582"/>
                      <a:pt x="76669" y="724460"/>
                      <a:pt x="81059" y="726412"/>
                    </a:cubicBezTo>
                    <a:cubicBezTo>
                      <a:pt x="82035" y="726900"/>
                      <a:pt x="83987" y="727387"/>
                      <a:pt x="84962" y="727387"/>
                    </a:cubicBezTo>
                    <a:lnTo>
                      <a:pt x="545495" y="727387"/>
                    </a:lnTo>
                    <a:cubicBezTo>
                      <a:pt x="549885" y="727387"/>
                      <a:pt x="553300" y="723972"/>
                      <a:pt x="553300" y="719582"/>
                    </a:cubicBezTo>
                    <a:cubicBezTo>
                      <a:pt x="553300" y="718118"/>
                      <a:pt x="553300" y="717630"/>
                      <a:pt x="552812" y="717630"/>
                    </a:cubicBezTo>
                    <a:cubicBezTo>
                      <a:pt x="551837" y="716167"/>
                      <a:pt x="551349" y="715191"/>
                      <a:pt x="550373" y="713727"/>
                    </a:cubicBezTo>
                    <a:lnTo>
                      <a:pt x="423532" y="451263"/>
                    </a:lnTo>
                    <a:cubicBezTo>
                      <a:pt x="382552" y="365401"/>
                      <a:pt x="361574" y="274173"/>
                      <a:pt x="361574" y="180017"/>
                    </a:cubicBezTo>
                    <a:lnTo>
                      <a:pt x="361574" y="137086"/>
                    </a:lnTo>
                    <a:cubicBezTo>
                      <a:pt x="361574" y="119036"/>
                      <a:pt x="374258" y="103425"/>
                      <a:pt x="391333" y="99522"/>
                    </a:cubicBezTo>
                    <a:lnTo>
                      <a:pt x="391333" y="77081"/>
                    </a:lnTo>
                    <a:lnTo>
                      <a:pt x="238148" y="77081"/>
                    </a:lnTo>
                    <a:lnTo>
                      <a:pt x="238148" y="99522"/>
                    </a:lnTo>
                    <a:close/>
                  </a:path>
                </a:pathLst>
              </a:custGeom>
              <a:solidFill>
                <a:srgbClr val="C42828"/>
              </a:solidFill>
              <a:ln w="48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A15ED4DC-C0A8-3A48-AD72-F944A1B12477}"/>
                  </a:ext>
                </a:extLst>
              </p:cNvPr>
              <p:cNvSpPr/>
              <p:nvPr/>
            </p:nvSpPr>
            <p:spPr>
              <a:xfrm>
                <a:off x="6914688" y="3198346"/>
                <a:ext cx="77568" cy="77324"/>
              </a:xfrm>
              <a:custGeom>
                <a:avLst/>
                <a:gdLst>
                  <a:gd name="connsiteX0" fmla="*/ 38540 w 77568"/>
                  <a:gd name="connsiteY0" fmla="*/ 77325 h 77324"/>
                  <a:gd name="connsiteX1" fmla="*/ 31223 w 77568"/>
                  <a:gd name="connsiteY1" fmla="*/ 76837 h 77324"/>
                  <a:gd name="connsiteX2" fmla="*/ 23905 w 77568"/>
                  <a:gd name="connsiteY2" fmla="*/ 74397 h 77324"/>
                  <a:gd name="connsiteX3" fmla="*/ 17075 w 77568"/>
                  <a:gd name="connsiteY3" fmla="*/ 70982 h 77324"/>
                  <a:gd name="connsiteX4" fmla="*/ 11221 w 77568"/>
                  <a:gd name="connsiteY4" fmla="*/ 66104 h 77324"/>
                  <a:gd name="connsiteX5" fmla="*/ 0 w 77568"/>
                  <a:gd name="connsiteY5" fmla="*/ 38784 h 77324"/>
                  <a:gd name="connsiteX6" fmla="*/ 11221 w 77568"/>
                  <a:gd name="connsiteY6" fmla="*/ 11465 h 77324"/>
                  <a:gd name="connsiteX7" fmla="*/ 17075 w 77568"/>
                  <a:gd name="connsiteY7" fmla="*/ 6586 h 77324"/>
                  <a:gd name="connsiteX8" fmla="*/ 23905 w 77568"/>
                  <a:gd name="connsiteY8" fmla="*/ 3171 h 77324"/>
                  <a:gd name="connsiteX9" fmla="*/ 31223 w 77568"/>
                  <a:gd name="connsiteY9" fmla="*/ 732 h 77324"/>
                  <a:gd name="connsiteX10" fmla="*/ 46346 w 77568"/>
                  <a:gd name="connsiteY10" fmla="*/ 732 h 77324"/>
                  <a:gd name="connsiteX11" fmla="*/ 53664 w 77568"/>
                  <a:gd name="connsiteY11" fmla="*/ 3171 h 77324"/>
                  <a:gd name="connsiteX12" fmla="*/ 60494 w 77568"/>
                  <a:gd name="connsiteY12" fmla="*/ 6586 h 77324"/>
                  <a:gd name="connsiteX13" fmla="*/ 66348 w 77568"/>
                  <a:gd name="connsiteY13" fmla="*/ 11465 h 77324"/>
                  <a:gd name="connsiteX14" fmla="*/ 77568 w 77568"/>
                  <a:gd name="connsiteY14" fmla="*/ 38784 h 77324"/>
                  <a:gd name="connsiteX15" fmla="*/ 66348 w 77568"/>
                  <a:gd name="connsiteY15" fmla="*/ 66104 h 77324"/>
                  <a:gd name="connsiteX16" fmla="*/ 60494 w 77568"/>
                  <a:gd name="connsiteY16" fmla="*/ 70982 h 77324"/>
                  <a:gd name="connsiteX17" fmla="*/ 53664 w 77568"/>
                  <a:gd name="connsiteY17" fmla="*/ 74397 h 77324"/>
                  <a:gd name="connsiteX18" fmla="*/ 46346 w 77568"/>
                  <a:gd name="connsiteY18" fmla="*/ 76837 h 77324"/>
                  <a:gd name="connsiteX19" fmla="*/ 38540 w 77568"/>
                  <a:gd name="connsiteY19" fmla="*/ 77325 h 7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7568" h="77324">
                    <a:moveTo>
                      <a:pt x="38540" y="77325"/>
                    </a:moveTo>
                    <a:cubicBezTo>
                      <a:pt x="36101" y="77325"/>
                      <a:pt x="33662" y="77325"/>
                      <a:pt x="31223" y="76837"/>
                    </a:cubicBezTo>
                    <a:cubicBezTo>
                      <a:pt x="28783" y="76349"/>
                      <a:pt x="26344" y="75861"/>
                      <a:pt x="23905" y="74397"/>
                    </a:cubicBezTo>
                    <a:cubicBezTo>
                      <a:pt x="21465" y="72934"/>
                      <a:pt x="19514" y="72446"/>
                      <a:pt x="17075" y="70982"/>
                    </a:cubicBezTo>
                    <a:cubicBezTo>
                      <a:pt x="15123" y="69519"/>
                      <a:pt x="13172" y="68055"/>
                      <a:pt x="11221" y="66104"/>
                    </a:cubicBezTo>
                    <a:cubicBezTo>
                      <a:pt x="3903" y="58786"/>
                      <a:pt x="0" y="49029"/>
                      <a:pt x="0" y="38784"/>
                    </a:cubicBezTo>
                    <a:cubicBezTo>
                      <a:pt x="0" y="28539"/>
                      <a:pt x="4391" y="18782"/>
                      <a:pt x="11221" y="11465"/>
                    </a:cubicBezTo>
                    <a:cubicBezTo>
                      <a:pt x="13172" y="9513"/>
                      <a:pt x="15123" y="8050"/>
                      <a:pt x="17075" y="6586"/>
                    </a:cubicBezTo>
                    <a:cubicBezTo>
                      <a:pt x="19026" y="5122"/>
                      <a:pt x="21465" y="4147"/>
                      <a:pt x="23905" y="3171"/>
                    </a:cubicBezTo>
                    <a:cubicBezTo>
                      <a:pt x="26344" y="2195"/>
                      <a:pt x="28783" y="1707"/>
                      <a:pt x="31223" y="732"/>
                    </a:cubicBezTo>
                    <a:cubicBezTo>
                      <a:pt x="36101" y="-244"/>
                      <a:pt x="41467" y="-244"/>
                      <a:pt x="46346" y="732"/>
                    </a:cubicBezTo>
                    <a:cubicBezTo>
                      <a:pt x="48785" y="1220"/>
                      <a:pt x="51224" y="1707"/>
                      <a:pt x="53664" y="3171"/>
                    </a:cubicBezTo>
                    <a:cubicBezTo>
                      <a:pt x="56103" y="4147"/>
                      <a:pt x="58054" y="5122"/>
                      <a:pt x="60494" y="6586"/>
                    </a:cubicBezTo>
                    <a:cubicBezTo>
                      <a:pt x="62445" y="8050"/>
                      <a:pt x="64396" y="9513"/>
                      <a:pt x="66348" y="11465"/>
                    </a:cubicBezTo>
                    <a:cubicBezTo>
                      <a:pt x="73666" y="18782"/>
                      <a:pt x="77568" y="28539"/>
                      <a:pt x="77568" y="38784"/>
                    </a:cubicBezTo>
                    <a:cubicBezTo>
                      <a:pt x="77568" y="49029"/>
                      <a:pt x="73178" y="58786"/>
                      <a:pt x="66348" y="66104"/>
                    </a:cubicBezTo>
                    <a:cubicBezTo>
                      <a:pt x="64396" y="68055"/>
                      <a:pt x="62445" y="69519"/>
                      <a:pt x="60494" y="70982"/>
                    </a:cubicBezTo>
                    <a:cubicBezTo>
                      <a:pt x="58542" y="72446"/>
                      <a:pt x="56103" y="73422"/>
                      <a:pt x="53664" y="74397"/>
                    </a:cubicBezTo>
                    <a:cubicBezTo>
                      <a:pt x="51224" y="75373"/>
                      <a:pt x="48785" y="75861"/>
                      <a:pt x="46346" y="76837"/>
                    </a:cubicBezTo>
                    <a:cubicBezTo>
                      <a:pt x="43419" y="77325"/>
                      <a:pt x="40980" y="77325"/>
                      <a:pt x="38540" y="77325"/>
                    </a:cubicBezTo>
                    <a:close/>
                  </a:path>
                </a:pathLst>
              </a:custGeom>
              <a:solidFill>
                <a:srgbClr val="EF463C"/>
              </a:solidFill>
              <a:ln w="48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9E52AA55-6114-E64F-92C0-FD955B3F792A}"/>
                  </a:ext>
                </a:extLst>
              </p:cNvPr>
              <p:cNvSpPr/>
              <p:nvPr/>
            </p:nvSpPr>
            <p:spPr>
              <a:xfrm>
                <a:off x="7058604" y="3107117"/>
                <a:ext cx="78056" cy="77324"/>
              </a:xfrm>
              <a:custGeom>
                <a:avLst/>
                <a:gdLst>
                  <a:gd name="connsiteX0" fmla="*/ 39028 w 78056"/>
                  <a:gd name="connsiteY0" fmla="*/ 77325 h 77324"/>
                  <a:gd name="connsiteX1" fmla="*/ 31710 w 78056"/>
                  <a:gd name="connsiteY1" fmla="*/ 76837 h 77324"/>
                  <a:gd name="connsiteX2" fmla="*/ 24393 w 78056"/>
                  <a:gd name="connsiteY2" fmla="*/ 74397 h 77324"/>
                  <a:gd name="connsiteX3" fmla="*/ 17563 w 78056"/>
                  <a:gd name="connsiteY3" fmla="*/ 70982 h 77324"/>
                  <a:gd name="connsiteX4" fmla="*/ 11708 w 78056"/>
                  <a:gd name="connsiteY4" fmla="*/ 66104 h 77324"/>
                  <a:gd name="connsiteX5" fmla="*/ 6830 w 78056"/>
                  <a:gd name="connsiteY5" fmla="*/ 60250 h 77324"/>
                  <a:gd name="connsiteX6" fmla="*/ 3415 w 78056"/>
                  <a:gd name="connsiteY6" fmla="*/ 53420 h 77324"/>
                  <a:gd name="connsiteX7" fmla="*/ 976 w 78056"/>
                  <a:gd name="connsiteY7" fmla="*/ 46102 h 77324"/>
                  <a:gd name="connsiteX8" fmla="*/ 0 w 78056"/>
                  <a:gd name="connsiteY8" fmla="*/ 38784 h 77324"/>
                  <a:gd name="connsiteX9" fmla="*/ 976 w 78056"/>
                  <a:gd name="connsiteY9" fmla="*/ 31466 h 77324"/>
                  <a:gd name="connsiteX10" fmla="*/ 3415 w 78056"/>
                  <a:gd name="connsiteY10" fmla="*/ 24149 h 77324"/>
                  <a:gd name="connsiteX11" fmla="*/ 6830 w 78056"/>
                  <a:gd name="connsiteY11" fmla="*/ 17319 h 77324"/>
                  <a:gd name="connsiteX12" fmla="*/ 11708 w 78056"/>
                  <a:gd name="connsiteY12" fmla="*/ 11465 h 77324"/>
                  <a:gd name="connsiteX13" fmla="*/ 17563 w 78056"/>
                  <a:gd name="connsiteY13" fmla="*/ 6586 h 77324"/>
                  <a:gd name="connsiteX14" fmla="*/ 24393 w 78056"/>
                  <a:gd name="connsiteY14" fmla="*/ 3171 h 77324"/>
                  <a:gd name="connsiteX15" fmla="*/ 31710 w 78056"/>
                  <a:gd name="connsiteY15" fmla="*/ 732 h 77324"/>
                  <a:gd name="connsiteX16" fmla="*/ 46834 w 78056"/>
                  <a:gd name="connsiteY16" fmla="*/ 732 h 77324"/>
                  <a:gd name="connsiteX17" fmla="*/ 54152 w 78056"/>
                  <a:gd name="connsiteY17" fmla="*/ 3171 h 77324"/>
                  <a:gd name="connsiteX18" fmla="*/ 60982 w 78056"/>
                  <a:gd name="connsiteY18" fmla="*/ 6586 h 77324"/>
                  <a:gd name="connsiteX19" fmla="*/ 66836 w 78056"/>
                  <a:gd name="connsiteY19" fmla="*/ 11465 h 77324"/>
                  <a:gd name="connsiteX20" fmla="*/ 71714 w 78056"/>
                  <a:gd name="connsiteY20" fmla="*/ 17319 h 77324"/>
                  <a:gd name="connsiteX21" fmla="*/ 75129 w 78056"/>
                  <a:gd name="connsiteY21" fmla="*/ 24149 h 77324"/>
                  <a:gd name="connsiteX22" fmla="*/ 77081 w 78056"/>
                  <a:gd name="connsiteY22" fmla="*/ 31466 h 77324"/>
                  <a:gd name="connsiteX23" fmla="*/ 78056 w 78056"/>
                  <a:gd name="connsiteY23" fmla="*/ 38784 h 77324"/>
                  <a:gd name="connsiteX24" fmla="*/ 77081 w 78056"/>
                  <a:gd name="connsiteY24" fmla="*/ 46102 h 77324"/>
                  <a:gd name="connsiteX25" fmla="*/ 75129 w 78056"/>
                  <a:gd name="connsiteY25" fmla="*/ 53420 h 77324"/>
                  <a:gd name="connsiteX26" fmla="*/ 71714 w 78056"/>
                  <a:gd name="connsiteY26" fmla="*/ 60250 h 77324"/>
                  <a:gd name="connsiteX27" fmla="*/ 66836 w 78056"/>
                  <a:gd name="connsiteY27" fmla="*/ 66104 h 77324"/>
                  <a:gd name="connsiteX28" fmla="*/ 60982 w 78056"/>
                  <a:gd name="connsiteY28" fmla="*/ 70982 h 77324"/>
                  <a:gd name="connsiteX29" fmla="*/ 54152 w 78056"/>
                  <a:gd name="connsiteY29" fmla="*/ 74397 h 77324"/>
                  <a:gd name="connsiteX30" fmla="*/ 46834 w 78056"/>
                  <a:gd name="connsiteY30" fmla="*/ 76837 h 77324"/>
                  <a:gd name="connsiteX31" fmla="*/ 39028 w 78056"/>
                  <a:gd name="connsiteY31" fmla="*/ 77325 h 7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78056" h="77324">
                    <a:moveTo>
                      <a:pt x="39028" y="77325"/>
                    </a:moveTo>
                    <a:cubicBezTo>
                      <a:pt x="36589" y="77325"/>
                      <a:pt x="34150" y="77325"/>
                      <a:pt x="31710" y="76837"/>
                    </a:cubicBezTo>
                    <a:cubicBezTo>
                      <a:pt x="29271" y="76349"/>
                      <a:pt x="26832" y="75861"/>
                      <a:pt x="24393" y="74397"/>
                    </a:cubicBezTo>
                    <a:cubicBezTo>
                      <a:pt x="21953" y="73422"/>
                      <a:pt x="20002" y="72446"/>
                      <a:pt x="17563" y="70982"/>
                    </a:cubicBezTo>
                    <a:cubicBezTo>
                      <a:pt x="15611" y="69519"/>
                      <a:pt x="13660" y="68055"/>
                      <a:pt x="11708" y="66104"/>
                    </a:cubicBezTo>
                    <a:cubicBezTo>
                      <a:pt x="9757" y="64153"/>
                      <a:pt x="8293" y="62201"/>
                      <a:pt x="6830" y="60250"/>
                    </a:cubicBezTo>
                    <a:cubicBezTo>
                      <a:pt x="5366" y="58298"/>
                      <a:pt x="4391" y="55859"/>
                      <a:pt x="3415" y="53420"/>
                    </a:cubicBezTo>
                    <a:cubicBezTo>
                      <a:pt x="2439" y="50981"/>
                      <a:pt x="1464" y="48541"/>
                      <a:pt x="976" y="46102"/>
                    </a:cubicBezTo>
                    <a:cubicBezTo>
                      <a:pt x="488" y="43663"/>
                      <a:pt x="0" y="41223"/>
                      <a:pt x="0" y="38784"/>
                    </a:cubicBezTo>
                    <a:cubicBezTo>
                      <a:pt x="0" y="36345"/>
                      <a:pt x="0" y="33906"/>
                      <a:pt x="976" y="31466"/>
                    </a:cubicBezTo>
                    <a:cubicBezTo>
                      <a:pt x="1464" y="29027"/>
                      <a:pt x="1951" y="26588"/>
                      <a:pt x="3415" y="24149"/>
                    </a:cubicBezTo>
                    <a:cubicBezTo>
                      <a:pt x="4391" y="21709"/>
                      <a:pt x="5366" y="19758"/>
                      <a:pt x="6830" y="17319"/>
                    </a:cubicBezTo>
                    <a:cubicBezTo>
                      <a:pt x="8293" y="15367"/>
                      <a:pt x="9757" y="13416"/>
                      <a:pt x="11708" y="11465"/>
                    </a:cubicBezTo>
                    <a:cubicBezTo>
                      <a:pt x="13660" y="9513"/>
                      <a:pt x="15611" y="8050"/>
                      <a:pt x="17563" y="6586"/>
                    </a:cubicBezTo>
                    <a:cubicBezTo>
                      <a:pt x="19514" y="5122"/>
                      <a:pt x="21953" y="4147"/>
                      <a:pt x="24393" y="3171"/>
                    </a:cubicBezTo>
                    <a:cubicBezTo>
                      <a:pt x="26832" y="2195"/>
                      <a:pt x="29271" y="1707"/>
                      <a:pt x="31710" y="732"/>
                    </a:cubicBezTo>
                    <a:cubicBezTo>
                      <a:pt x="36589" y="-244"/>
                      <a:pt x="41955" y="-244"/>
                      <a:pt x="46834" y="732"/>
                    </a:cubicBezTo>
                    <a:cubicBezTo>
                      <a:pt x="49273" y="1220"/>
                      <a:pt x="51712" y="1707"/>
                      <a:pt x="54152" y="3171"/>
                    </a:cubicBezTo>
                    <a:cubicBezTo>
                      <a:pt x="56591" y="4147"/>
                      <a:pt x="58542" y="5122"/>
                      <a:pt x="60982" y="6586"/>
                    </a:cubicBezTo>
                    <a:cubicBezTo>
                      <a:pt x="62933" y="8050"/>
                      <a:pt x="64884" y="9513"/>
                      <a:pt x="66836" y="11465"/>
                    </a:cubicBezTo>
                    <a:cubicBezTo>
                      <a:pt x="68787" y="13416"/>
                      <a:pt x="70251" y="15367"/>
                      <a:pt x="71714" y="17319"/>
                    </a:cubicBezTo>
                    <a:cubicBezTo>
                      <a:pt x="73178" y="19270"/>
                      <a:pt x="74153" y="21709"/>
                      <a:pt x="75129" y="24149"/>
                    </a:cubicBezTo>
                    <a:cubicBezTo>
                      <a:pt x="76105" y="26588"/>
                      <a:pt x="76593" y="29027"/>
                      <a:pt x="77081" y="31466"/>
                    </a:cubicBezTo>
                    <a:cubicBezTo>
                      <a:pt x="77568" y="33906"/>
                      <a:pt x="78056" y="36345"/>
                      <a:pt x="78056" y="38784"/>
                    </a:cubicBezTo>
                    <a:cubicBezTo>
                      <a:pt x="78056" y="41223"/>
                      <a:pt x="78056" y="43663"/>
                      <a:pt x="77081" y="46102"/>
                    </a:cubicBezTo>
                    <a:cubicBezTo>
                      <a:pt x="76593" y="48541"/>
                      <a:pt x="76105" y="50981"/>
                      <a:pt x="75129" y="53420"/>
                    </a:cubicBezTo>
                    <a:cubicBezTo>
                      <a:pt x="74153" y="55859"/>
                      <a:pt x="73178" y="57810"/>
                      <a:pt x="71714" y="60250"/>
                    </a:cubicBezTo>
                    <a:cubicBezTo>
                      <a:pt x="70251" y="62201"/>
                      <a:pt x="68787" y="64153"/>
                      <a:pt x="66836" y="66104"/>
                    </a:cubicBezTo>
                    <a:cubicBezTo>
                      <a:pt x="64884" y="68055"/>
                      <a:pt x="62933" y="69519"/>
                      <a:pt x="60982" y="70982"/>
                    </a:cubicBezTo>
                    <a:cubicBezTo>
                      <a:pt x="59030" y="72446"/>
                      <a:pt x="56591" y="73422"/>
                      <a:pt x="54152" y="74397"/>
                    </a:cubicBezTo>
                    <a:cubicBezTo>
                      <a:pt x="51712" y="75373"/>
                      <a:pt x="49273" y="75861"/>
                      <a:pt x="46834" y="76837"/>
                    </a:cubicBezTo>
                    <a:cubicBezTo>
                      <a:pt x="43907" y="76837"/>
                      <a:pt x="41467" y="77325"/>
                      <a:pt x="39028" y="77325"/>
                    </a:cubicBezTo>
                    <a:close/>
                  </a:path>
                </a:pathLst>
              </a:custGeom>
              <a:solidFill>
                <a:srgbClr val="EF463C"/>
              </a:solidFill>
              <a:ln w="48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6894598-70B6-5F4E-8B74-4F53324071BA}"/>
                  </a:ext>
                </a:extLst>
              </p:cNvPr>
              <p:cNvSpPr/>
              <p:nvPr/>
            </p:nvSpPr>
            <p:spPr>
              <a:xfrm>
                <a:off x="7073240" y="3237374"/>
                <a:ext cx="78056" cy="76836"/>
              </a:xfrm>
              <a:custGeom>
                <a:avLst/>
                <a:gdLst>
                  <a:gd name="connsiteX0" fmla="*/ 39028 w 78056"/>
                  <a:gd name="connsiteY0" fmla="*/ 76837 h 76836"/>
                  <a:gd name="connsiteX1" fmla="*/ 11708 w 78056"/>
                  <a:gd name="connsiteY1" fmla="*/ 65616 h 76836"/>
                  <a:gd name="connsiteX2" fmla="*/ 6830 w 78056"/>
                  <a:gd name="connsiteY2" fmla="*/ 59762 h 76836"/>
                  <a:gd name="connsiteX3" fmla="*/ 3415 w 78056"/>
                  <a:gd name="connsiteY3" fmla="*/ 52932 h 76836"/>
                  <a:gd name="connsiteX4" fmla="*/ 976 w 78056"/>
                  <a:gd name="connsiteY4" fmla="*/ 45614 h 76836"/>
                  <a:gd name="connsiteX5" fmla="*/ 0 w 78056"/>
                  <a:gd name="connsiteY5" fmla="*/ 38296 h 76836"/>
                  <a:gd name="connsiteX6" fmla="*/ 976 w 78056"/>
                  <a:gd name="connsiteY6" fmla="*/ 30979 h 76836"/>
                  <a:gd name="connsiteX7" fmla="*/ 3415 w 78056"/>
                  <a:gd name="connsiteY7" fmla="*/ 23661 h 76836"/>
                  <a:gd name="connsiteX8" fmla="*/ 6830 w 78056"/>
                  <a:gd name="connsiteY8" fmla="*/ 16831 h 76836"/>
                  <a:gd name="connsiteX9" fmla="*/ 11708 w 78056"/>
                  <a:gd name="connsiteY9" fmla="*/ 10977 h 76836"/>
                  <a:gd name="connsiteX10" fmla="*/ 17563 w 78056"/>
                  <a:gd name="connsiteY10" fmla="*/ 6098 h 76836"/>
                  <a:gd name="connsiteX11" fmla="*/ 24393 w 78056"/>
                  <a:gd name="connsiteY11" fmla="*/ 2683 h 76836"/>
                  <a:gd name="connsiteX12" fmla="*/ 31710 w 78056"/>
                  <a:gd name="connsiteY12" fmla="*/ 732 h 76836"/>
                  <a:gd name="connsiteX13" fmla="*/ 46834 w 78056"/>
                  <a:gd name="connsiteY13" fmla="*/ 732 h 76836"/>
                  <a:gd name="connsiteX14" fmla="*/ 54152 w 78056"/>
                  <a:gd name="connsiteY14" fmla="*/ 2683 h 76836"/>
                  <a:gd name="connsiteX15" fmla="*/ 60982 w 78056"/>
                  <a:gd name="connsiteY15" fmla="*/ 6098 h 76836"/>
                  <a:gd name="connsiteX16" fmla="*/ 66836 w 78056"/>
                  <a:gd name="connsiteY16" fmla="*/ 10977 h 76836"/>
                  <a:gd name="connsiteX17" fmla="*/ 71714 w 78056"/>
                  <a:gd name="connsiteY17" fmla="*/ 16831 h 76836"/>
                  <a:gd name="connsiteX18" fmla="*/ 75129 w 78056"/>
                  <a:gd name="connsiteY18" fmla="*/ 23661 h 76836"/>
                  <a:gd name="connsiteX19" fmla="*/ 77081 w 78056"/>
                  <a:gd name="connsiteY19" fmla="*/ 30979 h 76836"/>
                  <a:gd name="connsiteX20" fmla="*/ 78056 w 78056"/>
                  <a:gd name="connsiteY20" fmla="*/ 38296 h 76836"/>
                  <a:gd name="connsiteX21" fmla="*/ 77081 w 78056"/>
                  <a:gd name="connsiteY21" fmla="*/ 45614 h 76836"/>
                  <a:gd name="connsiteX22" fmla="*/ 75129 w 78056"/>
                  <a:gd name="connsiteY22" fmla="*/ 52932 h 76836"/>
                  <a:gd name="connsiteX23" fmla="*/ 71714 w 78056"/>
                  <a:gd name="connsiteY23" fmla="*/ 59762 h 76836"/>
                  <a:gd name="connsiteX24" fmla="*/ 66836 w 78056"/>
                  <a:gd name="connsiteY24" fmla="*/ 65616 h 76836"/>
                  <a:gd name="connsiteX25" fmla="*/ 39028 w 78056"/>
                  <a:gd name="connsiteY25" fmla="*/ 76837 h 76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8056" h="76836">
                    <a:moveTo>
                      <a:pt x="39028" y="76837"/>
                    </a:moveTo>
                    <a:cubicBezTo>
                      <a:pt x="28783" y="76837"/>
                      <a:pt x="19026" y="72934"/>
                      <a:pt x="11708" y="65616"/>
                    </a:cubicBezTo>
                    <a:cubicBezTo>
                      <a:pt x="9757" y="63665"/>
                      <a:pt x="8293" y="61713"/>
                      <a:pt x="6830" y="59762"/>
                    </a:cubicBezTo>
                    <a:cubicBezTo>
                      <a:pt x="5366" y="57810"/>
                      <a:pt x="4391" y="55371"/>
                      <a:pt x="3415" y="52932"/>
                    </a:cubicBezTo>
                    <a:cubicBezTo>
                      <a:pt x="2439" y="50493"/>
                      <a:pt x="1464" y="48053"/>
                      <a:pt x="976" y="45614"/>
                    </a:cubicBezTo>
                    <a:cubicBezTo>
                      <a:pt x="488" y="43175"/>
                      <a:pt x="0" y="40736"/>
                      <a:pt x="0" y="38296"/>
                    </a:cubicBezTo>
                    <a:cubicBezTo>
                      <a:pt x="0" y="35857"/>
                      <a:pt x="488" y="33418"/>
                      <a:pt x="976" y="30979"/>
                    </a:cubicBezTo>
                    <a:cubicBezTo>
                      <a:pt x="1464" y="28539"/>
                      <a:pt x="1951" y="26100"/>
                      <a:pt x="3415" y="23661"/>
                    </a:cubicBezTo>
                    <a:cubicBezTo>
                      <a:pt x="4391" y="21222"/>
                      <a:pt x="5366" y="19270"/>
                      <a:pt x="6830" y="16831"/>
                    </a:cubicBezTo>
                    <a:cubicBezTo>
                      <a:pt x="8293" y="14879"/>
                      <a:pt x="9757" y="12928"/>
                      <a:pt x="11708" y="10977"/>
                    </a:cubicBezTo>
                    <a:cubicBezTo>
                      <a:pt x="13660" y="9025"/>
                      <a:pt x="15611" y="7562"/>
                      <a:pt x="17563" y="6098"/>
                    </a:cubicBezTo>
                    <a:cubicBezTo>
                      <a:pt x="19514" y="4635"/>
                      <a:pt x="21953" y="3659"/>
                      <a:pt x="24393" y="2683"/>
                    </a:cubicBezTo>
                    <a:cubicBezTo>
                      <a:pt x="26832" y="1707"/>
                      <a:pt x="29271" y="1220"/>
                      <a:pt x="31710" y="732"/>
                    </a:cubicBezTo>
                    <a:cubicBezTo>
                      <a:pt x="36589" y="-244"/>
                      <a:pt x="41955" y="-244"/>
                      <a:pt x="46834" y="732"/>
                    </a:cubicBezTo>
                    <a:cubicBezTo>
                      <a:pt x="49273" y="1220"/>
                      <a:pt x="51712" y="1707"/>
                      <a:pt x="54152" y="2683"/>
                    </a:cubicBezTo>
                    <a:cubicBezTo>
                      <a:pt x="56591" y="3659"/>
                      <a:pt x="58542" y="4635"/>
                      <a:pt x="60982" y="6098"/>
                    </a:cubicBezTo>
                    <a:cubicBezTo>
                      <a:pt x="62933" y="7562"/>
                      <a:pt x="64884" y="9025"/>
                      <a:pt x="66836" y="10977"/>
                    </a:cubicBezTo>
                    <a:cubicBezTo>
                      <a:pt x="68787" y="12928"/>
                      <a:pt x="70251" y="14879"/>
                      <a:pt x="71714" y="16831"/>
                    </a:cubicBezTo>
                    <a:cubicBezTo>
                      <a:pt x="73178" y="18782"/>
                      <a:pt x="74153" y="21222"/>
                      <a:pt x="75129" y="23661"/>
                    </a:cubicBezTo>
                    <a:cubicBezTo>
                      <a:pt x="76105" y="26100"/>
                      <a:pt x="76593" y="28539"/>
                      <a:pt x="77081" y="30979"/>
                    </a:cubicBezTo>
                    <a:cubicBezTo>
                      <a:pt x="77568" y="33418"/>
                      <a:pt x="78056" y="35857"/>
                      <a:pt x="78056" y="38296"/>
                    </a:cubicBezTo>
                    <a:cubicBezTo>
                      <a:pt x="78056" y="40736"/>
                      <a:pt x="77568" y="43175"/>
                      <a:pt x="77081" y="45614"/>
                    </a:cubicBezTo>
                    <a:cubicBezTo>
                      <a:pt x="76593" y="48053"/>
                      <a:pt x="76105" y="50493"/>
                      <a:pt x="75129" y="52932"/>
                    </a:cubicBezTo>
                    <a:cubicBezTo>
                      <a:pt x="74153" y="55371"/>
                      <a:pt x="73178" y="57323"/>
                      <a:pt x="71714" y="59762"/>
                    </a:cubicBezTo>
                    <a:cubicBezTo>
                      <a:pt x="70251" y="61713"/>
                      <a:pt x="68787" y="63665"/>
                      <a:pt x="66836" y="65616"/>
                    </a:cubicBezTo>
                    <a:cubicBezTo>
                      <a:pt x="59030" y="72934"/>
                      <a:pt x="49273" y="76837"/>
                      <a:pt x="39028" y="76837"/>
                    </a:cubicBezTo>
                    <a:close/>
                  </a:path>
                </a:pathLst>
              </a:custGeom>
              <a:solidFill>
                <a:srgbClr val="EF463C"/>
              </a:solidFill>
              <a:ln w="48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6" name="Graphic 16">
              <a:extLst>
                <a:ext uri="{FF2B5EF4-FFF2-40B4-BE49-F238E27FC236}">
                  <a16:creationId xmlns:a16="http://schemas.microsoft.com/office/drawing/2014/main" id="{EAABE7BF-B96C-F54A-BBB4-1B4FA4A27571}"/>
                </a:ext>
              </a:extLst>
            </p:cNvPr>
            <p:cNvGrpSpPr/>
            <p:nvPr/>
          </p:nvGrpSpPr>
          <p:grpSpPr>
            <a:xfrm>
              <a:off x="6877080" y="2949745"/>
              <a:ext cx="322025" cy="145907"/>
              <a:chOff x="6877080" y="2949745"/>
              <a:chExt cx="322025" cy="145907"/>
            </a:xfrm>
            <a:solidFill>
              <a:srgbClr val="EF463C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649DB8E7-7E08-FD49-87AE-5F00E6010DC8}"/>
                  </a:ext>
                </a:extLst>
              </p:cNvPr>
              <p:cNvSpPr/>
              <p:nvPr/>
            </p:nvSpPr>
            <p:spPr>
              <a:xfrm>
                <a:off x="6877080" y="2949745"/>
                <a:ext cx="322025" cy="145907"/>
              </a:xfrm>
              <a:custGeom>
                <a:avLst/>
                <a:gdLst>
                  <a:gd name="connsiteX0" fmla="*/ 322026 w 322025"/>
                  <a:gd name="connsiteY0" fmla="*/ 37604 h 145907"/>
                  <a:gd name="connsiteX1" fmla="*/ 283485 w 322025"/>
                  <a:gd name="connsiteY1" fmla="*/ 76145 h 145907"/>
                  <a:gd name="connsiteX2" fmla="*/ 259581 w 322025"/>
                  <a:gd name="connsiteY2" fmla="*/ 79072 h 145907"/>
                  <a:gd name="connsiteX3" fmla="*/ 245921 w 322025"/>
                  <a:gd name="connsiteY3" fmla="*/ 85902 h 145907"/>
                  <a:gd name="connsiteX4" fmla="*/ 237140 w 322025"/>
                  <a:gd name="connsiteY4" fmla="*/ 93220 h 145907"/>
                  <a:gd name="connsiteX5" fmla="*/ 222504 w 322025"/>
                  <a:gd name="connsiteY5" fmla="*/ 107367 h 145907"/>
                  <a:gd name="connsiteX6" fmla="*/ 192257 w 322025"/>
                  <a:gd name="connsiteY6" fmla="*/ 130296 h 145907"/>
                  <a:gd name="connsiteX7" fmla="*/ 167377 w 322025"/>
                  <a:gd name="connsiteY7" fmla="*/ 140541 h 145907"/>
                  <a:gd name="connsiteX8" fmla="*/ 132739 w 322025"/>
                  <a:gd name="connsiteY8" fmla="*/ 145908 h 145907"/>
                  <a:gd name="connsiteX9" fmla="*/ 132739 w 322025"/>
                  <a:gd name="connsiteY9" fmla="*/ 145908 h 145907"/>
                  <a:gd name="connsiteX10" fmla="*/ 128349 w 322025"/>
                  <a:gd name="connsiteY10" fmla="*/ 145908 h 145907"/>
                  <a:gd name="connsiteX11" fmla="*/ 61025 w 322025"/>
                  <a:gd name="connsiteY11" fmla="*/ 129808 h 145907"/>
                  <a:gd name="connsiteX12" fmla="*/ 21021 w 322025"/>
                  <a:gd name="connsiteY12" fmla="*/ 95659 h 145907"/>
                  <a:gd name="connsiteX13" fmla="*/ 7849 w 322025"/>
                  <a:gd name="connsiteY13" fmla="*/ 74193 h 145907"/>
                  <a:gd name="connsiteX14" fmla="*/ 1507 w 322025"/>
                  <a:gd name="connsiteY14" fmla="*/ 58582 h 145907"/>
                  <a:gd name="connsiteX15" fmla="*/ 27851 w 322025"/>
                  <a:gd name="connsiteY15" fmla="*/ 10773 h 145907"/>
                  <a:gd name="connsiteX16" fmla="*/ 75173 w 322025"/>
                  <a:gd name="connsiteY16" fmla="*/ 36629 h 145907"/>
                  <a:gd name="connsiteX17" fmla="*/ 75173 w 322025"/>
                  <a:gd name="connsiteY17" fmla="*/ 36629 h 145907"/>
                  <a:gd name="connsiteX18" fmla="*/ 75173 w 322025"/>
                  <a:gd name="connsiteY18" fmla="*/ 37117 h 145907"/>
                  <a:gd name="connsiteX19" fmla="*/ 77124 w 322025"/>
                  <a:gd name="connsiteY19" fmla="*/ 41507 h 145907"/>
                  <a:gd name="connsiteX20" fmla="*/ 87369 w 322025"/>
                  <a:gd name="connsiteY20" fmla="*/ 55167 h 145907"/>
                  <a:gd name="connsiteX21" fmla="*/ 99565 w 322025"/>
                  <a:gd name="connsiteY21" fmla="*/ 63461 h 145907"/>
                  <a:gd name="connsiteX22" fmla="*/ 127861 w 322025"/>
                  <a:gd name="connsiteY22" fmla="*/ 69315 h 145907"/>
                  <a:gd name="connsiteX23" fmla="*/ 130300 w 322025"/>
                  <a:gd name="connsiteY23" fmla="*/ 69315 h 145907"/>
                  <a:gd name="connsiteX24" fmla="*/ 148838 w 322025"/>
                  <a:gd name="connsiteY24" fmla="*/ 65900 h 145907"/>
                  <a:gd name="connsiteX25" fmla="*/ 160547 w 322025"/>
                  <a:gd name="connsiteY25" fmla="*/ 59070 h 145907"/>
                  <a:gd name="connsiteX26" fmla="*/ 169328 w 322025"/>
                  <a:gd name="connsiteY26" fmla="*/ 51264 h 145907"/>
                  <a:gd name="connsiteX27" fmla="*/ 185427 w 322025"/>
                  <a:gd name="connsiteY27" fmla="*/ 36141 h 145907"/>
                  <a:gd name="connsiteX28" fmla="*/ 219089 w 322025"/>
                  <a:gd name="connsiteY28" fmla="*/ 13212 h 145907"/>
                  <a:gd name="connsiteX29" fmla="*/ 245921 w 322025"/>
                  <a:gd name="connsiteY29" fmla="*/ 3943 h 145907"/>
                  <a:gd name="connsiteX30" fmla="*/ 282510 w 322025"/>
                  <a:gd name="connsiteY30" fmla="*/ 40 h 145907"/>
                  <a:gd name="connsiteX31" fmla="*/ 322026 w 322025"/>
                  <a:gd name="connsiteY31" fmla="*/ 37604 h 145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22025" h="145907">
                    <a:moveTo>
                      <a:pt x="322026" y="37604"/>
                    </a:moveTo>
                    <a:cubicBezTo>
                      <a:pt x="322026" y="59070"/>
                      <a:pt x="304951" y="76145"/>
                      <a:pt x="283485" y="76145"/>
                    </a:cubicBezTo>
                    <a:cubicBezTo>
                      <a:pt x="272753" y="76145"/>
                      <a:pt x="265435" y="77608"/>
                      <a:pt x="259581" y="79072"/>
                    </a:cubicBezTo>
                    <a:cubicBezTo>
                      <a:pt x="254214" y="81023"/>
                      <a:pt x="250312" y="82975"/>
                      <a:pt x="245921" y="85902"/>
                    </a:cubicBezTo>
                    <a:cubicBezTo>
                      <a:pt x="242994" y="87853"/>
                      <a:pt x="240554" y="90292"/>
                      <a:pt x="237140" y="93220"/>
                    </a:cubicBezTo>
                    <a:cubicBezTo>
                      <a:pt x="232749" y="97122"/>
                      <a:pt x="228358" y="102001"/>
                      <a:pt x="222504" y="107367"/>
                    </a:cubicBezTo>
                    <a:cubicBezTo>
                      <a:pt x="214698" y="114685"/>
                      <a:pt x="204941" y="122979"/>
                      <a:pt x="192257" y="130296"/>
                    </a:cubicBezTo>
                    <a:cubicBezTo>
                      <a:pt x="184939" y="134687"/>
                      <a:pt x="176646" y="138102"/>
                      <a:pt x="167377" y="140541"/>
                    </a:cubicBezTo>
                    <a:cubicBezTo>
                      <a:pt x="156644" y="143468"/>
                      <a:pt x="145423" y="145420"/>
                      <a:pt x="132739" y="145908"/>
                    </a:cubicBezTo>
                    <a:lnTo>
                      <a:pt x="132739" y="145908"/>
                    </a:lnTo>
                    <a:cubicBezTo>
                      <a:pt x="131276" y="145908"/>
                      <a:pt x="129812" y="145908"/>
                      <a:pt x="128349" y="145908"/>
                    </a:cubicBezTo>
                    <a:cubicBezTo>
                      <a:pt x="102004" y="145908"/>
                      <a:pt x="79075" y="139566"/>
                      <a:pt x="61025" y="129808"/>
                    </a:cubicBezTo>
                    <a:cubicBezTo>
                      <a:pt x="42974" y="120051"/>
                      <a:pt x="29802" y="107367"/>
                      <a:pt x="21021" y="95659"/>
                    </a:cubicBezTo>
                    <a:cubicBezTo>
                      <a:pt x="15167" y="87853"/>
                      <a:pt x="10776" y="80535"/>
                      <a:pt x="7849" y="74193"/>
                    </a:cubicBezTo>
                    <a:cubicBezTo>
                      <a:pt x="3946" y="65900"/>
                      <a:pt x="1995" y="60533"/>
                      <a:pt x="1507" y="58582"/>
                    </a:cubicBezTo>
                    <a:cubicBezTo>
                      <a:pt x="-4347" y="38092"/>
                      <a:pt x="7361" y="16627"/>
                      <a:pt x="27851" y="10773"/>
                    </a:cubicBezTo>
                    <a:cubicBezTo>
                      <a:pt x="47853" y="4918"/>
                      <a:pt x="69318" y="16627"/>
                      <a:pt x="75173" y="36629"/>
                    </a:cubicBezTo>
                    <a:cubicBezTo>
                      <a:pt x="75173" y="36629"/>
                      <a:pt x="75173" y="36629"/>
                      <a:pt x="75173" y="36629"/>
                    </a:cubicBezTo>
                    <a:lnTo>
                      <a:pt x="75173" y="37117"/>
                    </a:lnTo>
                    <a:cubicBezTo>
                      <a:pt x="75660" y="38092"/>
                      <a:pt x="76148" y="39556"/>
                      <a:pt x="77124" y="41507"/>
                    </a:cubicBezTo>
                    <a:cubicBezTo>
                      <a:pt x="79075" y="45410"/>
                      <a:pt x="82490" y="50776"/>
                      <a:pt x="87369" y="55167"/>
                    </a:cubicBezTo>
                    <a:cubicBezTo>
                      <a:pt x="90784" y="58094"/>
                      <a:pt x="94687" y="61021"/>
                      <a:pt x="99565" y="63461"/>
                    </a:cubicBezTo>
                    <a:cubicBezTo>
                      <a:pt x="106395" y="66388"/>
                      <a:pt x="114689" y="68827"/>
                      <a:pt x="127861" y="69315"/>
                    </a:cubicBezTo>
                    <a:cubicBezTo>
                      <a:pt x="128836" y="69315"/>
                      <a:pt x="129324" y="69315"/>
                      <a:pt x="130300" y="69315"/>
                    </a:cubicBezTo>
                    <a:cubicBezTo>
                      <a:pt x="139081" y="68827"/>
                      <a:pt x="144448" y="67851"/>
                      <a:pt x="148838" y="65900"/>
                    </a:cubicBezTo>
                    <a:cubicBezTo>
                      <a:pt x="153229" y="64436"/>
                      <a:pt x="156644" y="61997"/>
                      <a:pt x="160547" y="59070"/>
                    </a:cubicBezTo>
                    <a:cubicBezTo>
                      <a:pt x="162986" y="57119"/>
                      <a:pt x="165913" y="54191"/>
                      <a:pt x="169328" y="51264"/>
                    </a:cubicBezTo>
                    <a:cubicBezTo>
                      <a:pt x="173719" y="46874"/>
                      <a:pt x="179085" y="41995"/>
                      <a:pt x="185427" y="36141"/>
                    </a:cubicBezTo>
                    <a:cubicBezTo>
                      <a:pt x="193721" y="28335"/>
                      <a:pt x="204941" y="19554"/>
                      <a:pt x="219089" y="13212"/>
                    </a:cubicBezTo>
                    <a:cubicBezTo>
                      <a:pt x="226895" y="9309"/>
                      <a:pt x="236164" y="6382"/>
                      <a:pt x="245921" y="3943"/>
                    </a:cubicBezTo>
                    <a:cubicBezTo>
                      <a:pt x="257141" y="1503"/>
                      <a:pt x="269338" y="40"/>
                      <a:pt x="282510" y="40"/>
                    </a:cubicBezTo>
                    <a:cubicBezTo>
                      <a:pt x="304951" y="-936"/>
                      <a:pt x="322026" y="16139"/>
                      <a:pt x="322026" y="37604"/>
                    </a:cubicBezTo>
                    <a:close/>
                  </a:path>
                </a:pathLst>
              </a:custGeom>
              <a:solidFill>
                <a:srgbClr val="EF463C"/>
              </a:solidFill>
              <a:ln w="48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D17D7CA8-F619-944D-A009-5FACFCFC63CE}"/>
                  </a:ext>
                </a:extLst>
              </p:cNvPr>
              <p:cNvSpPr/>
              <p:nvPr/>
            </p:nvSpPr>
            <p:spPr>
              <a:xfrm>
                <a:off x="6952374" y="2985886"/>
                <a:ext cx="365" cy="4878"/>
              </a:xfrm>
              <a:custGeom>
                <a:avLst/>
                <a:gdLst>
                  <a:gd name="connsiteX0" fmla="*/ 366 w 365"/>
                  <a:gd name="connsiteY0" fmla="*/ 0 h 4878"/>
                  <a:gd name="connsiteX1" fmla="*/ 366 w 365"/>
                  <a:gd name="connsiteY1" fmla="*/ 0 h 4878"/>
                  <a:gd name="connsiteX2" fmla="*/ 366 w 365"/>
                  <a:gd name="connsiteY2" fmla="*/ 0 h 4878"/>
                  <a:gd name="connsiteX3" fmla="*/ 366 w 365"/>
                  <a:gd name="connsiteY3" fmla="*/ 0 h 4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5" h="4878">
                    <a:moveTo>
                      <a:pt x="366" y="0"/>
                    </a:moveTo>
                    <a:cubicBezTo>
                      <a:pt x="-122" y="0"/>
                      <a:pt x="-122" y="0"/>
                      <a:pt x="366" y="0"/>
                    </a:cubicBezTo>
                    <a:lnTo>
                      <a:pt x="366" y="0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EF463C"/>
              </a:solidFill>
              <a:ln w="48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89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041812D8-AA9E-3DC1-0909-DA82DF3C2D04}"/>
              </a:ext>
            </a:extLst>
          </p:cNvPr>
          <p:cNvSpPr/>
          <p:nvPr/>
        </p:nvSpPr>
        <p:spPr>
          <a:xfrm>
            <a:off x="8513545" y="4971531"/>
            <a:ext cx="6726" cy="10744"/>
          </a:xfrm>
          <a:custGeom>
            <a:avLst/>
            <a:gdLst>
              <a:gd name="connsiteX0" fmla="*/ 0 w 6726"/>
              <a:gd name="connsiteY0" fmla="*/ 9402 h 10744"/>
              <a:gd name="connsiteX1" fmla="*/ 1345 w 6726"/>
              <a:gd name="connsiteY1" fmla="*/ 4029 h 10744"/>
              <a:gd name="connsiteX2" fmla="*/ 0 w 6726"/>
              <a:gd name="connsiteY2" fmla="*/ 0 h 10744"/>
              <a:gd name="connsiteX3" fmla="*/ 4036 w 6726"/>
              <a:gd name="connsiteY3" fmla="*/ 0 h 10744"/>
              <a:gd name="connsiteX4" fmla="*/ 6727 w 6726"/>
              <a:gd name="connsiteY4" fmla="*/ 4029 h 10744"/>
              <a:gd name="connsiteX5" fmla="*/ 1345 w 6726"/>
              <a:gd name="connsiteY5" fmla="*/ 10745 h 10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" h="10744">
                <a:moveTo>
                  <a:pt x="0" y="9402"/>
                </a:moveTo>
                <a:lnTo>
                  <a:pt x="1345" y="4029"/>
                </a:lnTo>
                <a:lnTo>
                  <a:pt x="0" y="0"/>
                </a:lnTo>
                <a:lnTo>
                  <a:pt x="4036" y="0"/>
                </a:lnTo>
                <a:lnTo>
                  <a:pt x="6727" y="4029"/>
                </a:lnTo>
                <a:lnTo>
                  <a:pt x="1345" y="1074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4" name="Graphic 5">
            <a:extLst>
              <a:ext uri="{FF2B5EF4-FFF2-40B4-BE49-F238E27FC236}">
                <a16:creationId xmlns:a16="http://schemas.microsoft.com/office/drawing/2014/main" id="{C80B273F-9773-3A73-D6DC-97DDD3E6CC62}"/>
              </a:ext>
            </a:extLst>
          </p:cNvPr>
          <p:cNvGrpSpPr/>
          <p:nvPr/>
        </p:nvGrpSpPr>
        <p:grpSpPr>
          <a:xfrm>
            <a:off x="8463766" y="4935268"/>
            <a:ext cx="39015" cy="29547"/>
            <a:chOff x="8463766" y="4935268"/>
            <a:chExt cx="39015" cy="29547"/>
          </a:xfrm>
          <a:solidFill>
            <a:srgbClr val="E5E5E4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0970B13-A05F-ABD7-D94C-87237BF2A9B3}"/>
                </a:ext>
              </a:extLst>
            </p:cNvPr>
            <p:cNvSpPr/>
            <p:nvPr/>
          </p:nvSpPr>
          <p:spPr>
            <a:xfrm>
              <a:off x="8463766" y="4935268"/>
              <a:ext cx="9417" cy="16116"/>
            </a:xfrm>
            <a:custGeom>
              <a:avLst/>
              <a:gdLst>
                <a:gd name="connsiteX0" fmla="*/ 6727 w 9417"/>
                <a:gd name="connsiteY0" fmla="*/ 14774 h 16116"/>
                <a:gd name="connsiteX1" fmla="*/ 8072 w 9417"/>
                <a:gd name="connsiteY1" fmla="*/ 12088 h 16116"/>
                <a:gd name="connsiteX2" fmla="*/ 6727 w 9417"/>
                <a:gd name="connsiteY2" fmla="*/ 6715 h 16116"/>
                <a:gd name="connsiteX3" fmla="*/ 9417 w 9417"/>
                <a:gd name="connsiteY3" fmla="*/ 5372 h 16116"/>
                <a:gd name="connsiteX4" fmla="*/ 6727 w 9417"/>
                <a:gd name="connsiteY4" fmla="*/ 0 h 16116"/>
                <a:gd name="connsiteX5" fmla="*/ 4036 w 9417"/>
                <a:gd name="connsiteY5" fmla="*/ 0 h 16116"/>
                <a:gd name="connsiteX6" fmla="*/ 0 w 9417"/>
                <a:gd name="connsiteY6" fmla="*/ 5372 h 16116"/>
                <a:gd name="connsiteX7" fmla="*/ 1345 w 9417"/>
                <a:gd name="connsiteY7" fmla="*/ 9401 h 16116"/>
                <a:gd name="connsiteX8" fmla="*/ 1345 w 9417"/>
                <a:gd name="connsiteY8" fmla="*/ 14774 h 16116"/>
                <a:gd name="connsiteX9" fmla="*/ 4036 w 9417"/>
                <a:gd name="connsiteY9" fmla="*/ 16117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17" h="16116">
                  <a:moveTo>
                    <a:pt x="6727" y="14774"/>
                  </a:moveTo>
                  <a:lnTo>
                    <a:pt x="8072" y="12088"/>
                  </a:lnTo>
                  <a:lnTo>
                    <a:pt x="6727" y="6715"/>
                  </a:lnTo>
                  <a:lnTo>
                    <a:pt x="9417" y="5372"/>
                  </a:lnTo>
                  <a:lnTo>
                    <a:pt x="6727" y="0"/>
                  </a:lnTo>
                  <a:lnTo>
                    <a:pt x="4036" y="0"/>
                  </a:lnTo>
                  <a:lnTo>
                    <a:pt x="0" y="5372"/>
                  </a:lnTo>
                  <a:lnTo>
                    <a:pt x="1345" y="9401"/>
                  </a:lnTo>
                  <a:lnTo>
                    <a:pt x="1345" y="14774"/>
                  </a:lnTo>
                  <a:lnTo>
                    <a:pt x="4036" y="161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0A3BABB-D372-D057-9BCE-20C67B4B5EA8}"/>
                </a:ext>
              </a:extLst>
            </p:cNvPr>
            <p:cNvSpPr/>
            <p:nvPr/>
          </p:nvSpPr>
          <p:spPr>
            <a:xfrm>
              <a:off x="8471839" y="4960787"/>
              <a:ext cx="6726" cy="4029"/>
            </a:xfrm>
            <a:custGeom>
              <a:avLst/>
              <a:gdLst>
                <a:gd name="connsiteX0" fmla="*/ 1345 w 6726"/>
                <a:gd name="connsiteY0" fmla="*/ 0 h 4029"/>
                <a:gd name="connsiteX1" fmla="*/ 4036 w 6726"/>
                <a:gd name="connsiteY1" fmla="*/ 0 h 4029"/>
                <a:gd name="connsiteX2" fmla="*/ 6727 w 6726"/>
                <a:gd name="connsiteY2" fmla="*/ 4029 h 4029"/>
                <a:gd name="connsiteX3" fmla="*/ 1345 w 6726"/>
                <a:gd name="connsiteY3" fmla="*/ 4029 h 4029"/>
                <a:gd name="connsiteX4" fmla="*/ 0 w 6726"/>
                <a:gd name="connsiteY4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4029">
                  <a:moveTo>
                    <a:pt x="1345" y="0"/>
                  </a:moveTo>
                  <a:lnTo>
                    <a:pt x="4036" y="0"/>
                  </a:lnTo>
                  <a:lnTo>
                    <a:pt x="6727" y="4029"/>
                  </a:lnTo>
                  <a:lnTo>
                    <a:pt x="1345" y="4029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F78299C-956B-C921-A493-8C00A493E9E0}"/>
                </a:ext>
              </a:extLst>
            </p:cNvPr>
            <p:cNvSpPr/>
            <p:nvPr/>
          </p:nvSpPr>
          <p:spPr>
            <a:xfrm>
              <a:off x="8493365" y="4956757"/>
              <a:ext cx="9417" cy="8058"/>
            </a:xfrm>
            <a:custGeom>
              <a:avLst/>
              <a:gdLst>
                <a:gd name="connsiteX0" fmla="*/ 6727 w 9417"/>
                <a:gd name="connsiteY0" fmla="*/ 8059 h 8058"/>
                <a:gd name="connsiteX1" fmla="*/ 9418 w 9417"/>
                <a:gd name="connsiteY1" fmla="*/ 5373 h 8058"/>
                <a:gd name="connsiteX2" fmla="*/ 6727 w 9417"/>
                <a:gd name="connsiteY2" fmla="*/ 0 h 8058"/>
                <a:gd name="connsiteX3" fmla="*/ 4036 w 9417"/>
                <a:gd name="connsiteY3" fmla="*/ 1343 h 8058"/>
                <a:gd name="connsiteX4" fmla="*/ 0 w 9417"/>
                <a:gd name="connsiteY4" fmla="*/ 2686 h 8058"/>
                <a:gd name="connsiteX5" fmla="*/ 4036 w 9417"/>
                <a:gd name="connsiteY5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8058">
                  <a:moveTo>
                    <a:pt x="6727" y="8059"/>
                  </a:moveTo>
                  <a:lnTo>
                    <a:pt x="9418" y="5373"/>
                  </a:lnTo>
                  <a:lnTo>
                    <a:pt x="6727" y="0"/>
                  </a:lnTo>
                  <a:lnTo>
                    <a:pt x="4036" y="1343"/>
                  </a:lnTo>
                  <a:lnTo>
                    <a:pt x="0" y="2686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61" name="Graphic 5">
            <a:extLst>
              <a:ext uri="{FF2B5EF4-FFF2-40B4-BE49-F238E27FC236}">
                <a16:creationId xmlns:a16="http://schemas.microsoft.com/office/drawing/2014/main" id="{59A99EB4-5372-E100-1C4B-320B80562BBD}"/>
              </a:ext>
            </a:extLst>
          </p:cNvPr>
          <p:cNvGrpSpPr/>
          <p:nvPr/>
        </p:nvGrpSpPr>
        <p:grpSpPr>
          <a:xfrm>
            <a:off x="8548525" y="4760668"/>
            <a:ext cx="247549" cy="134307"/>
            <a:chOff x="8548525" y="4760668"/>
            <a:chExt cx="247549" cy="134307"/>
          </a:xfrm>
          <a:solidFill>
            <a:srgbClr val="E5E5E4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83B6EFB-4458-2ACA-35E7-BE51D3DD093E}"/>
                </a:ext>
              </a:extLst>
            </p:cNvPr>
            <p:cNvSpPr/>
            <p:nvPr/>
          </p:nvSpPr>
          <p:spPr>
            <a:xfrm>
              <a:off x="8786657" y="4760668"/>
              <a:ext cx="9417" cy="6715"/>
            </a:xfrm>
            <a:custGeom>
              <a:avLst/>
              <a:gdLst>
                <a:gd name="connsiteX0" fmla="*/ 4036 w 9417"/>
                <a:gd name="connsiteY0" fmla="*/ 6715 h 6715"/>
                <a:gd name="connsiteX1" fmla="*/ 9417 w 9417"/>
                <a:gd name="connsiteY1" fmla="*/ 5372 h 6715"/>
                <a:gd name="connsiteX2" fmla="*/ 8072 w 9417"/>
                <a:gd name="connsiteY2" fmla="*/ 2686 h 6715"/>
                <a:gd name="connsiteX3" fmla="*/ 2691 w 9417"/>
                <a:gd name="connsiteY3" fmla="*/ 0 h 6715"/>
                <a:gd name="connsiteX4" fmla="*/ 0 w 9417"/>
                <a:gd name="connsiteY4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6715">
                  <a:moveTo>
                    <a:pt x="4036" y="6715"/>
                  </a:moveTo>
                  <a:lnTo>
                    <a:pt x="9417" y="5372"/>
                  </a:lnTo>
                  <a:lnTo>
                    <a:pt x="8072" y="2686"/>
                  </a:lnTo>
                  <a:lnTo>
                    <a:pt x="2691" y="0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1689989-8C1B-71AE-B5C5-18EA7BBFE889}"/>
                </a:ext>
              </a:extLst>
            </p:cNvPr>
            <p:cNvSpPr/>
            <p:nvPr/>
          </p:nvSpPr>
          <p:spPr>
            <a:xfrm>
              <a:off x="8555252" y="4892290"/>
              <a:ext cx="1345" cy="2686"/>
            </a:xfrm>
            <a:custGeom>
              <a:avLst/>
              <a:gdLst>
                <a:gd name="connsiteX0" fmla="*/ 0 w 1345"/>
                <a:gd name="connsiteY0" fmla="*/ 0 h 2686"/>
                <a:gd name="connsiteX1" fmla="*/ 1345 w 1345"/>
                <a:gd name="connsiteY1" fmla="*/ 0 h 2686"/>
                <a:gd name="connsiteX2" fmla="*/ 0 w 1345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" h="2686">
                  <a:moveTo>
                    <a:pt x="0" y="0"/>
                  </a:moveTo>
                  <a:lnTo>
                    <a:pt x="1345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9D1BCD3-3C7E-A40B-F3BB-CF60083DB869}"/>
                </a:ext>
              </a:extLst>
            </p:cNvPr>
            <p:cNvSpPr/>
            <p:nvPr/>
          </p:nvSpPr>
          <p:spPr>
            <a:xfrm>
              <a:off x="8548525" y="4881545"/>
              <a:ext cx="8072" cy="4029"/>
            </a:xfrm>
            <a:custGeom>
              <a:avLst/>
              <a:gdLst>
                <a:gd name="connsiteX0" fmla="*/ 0 w 8072"/>
                <a:gd name="connsiteY0" fmla="*/ 2686 h 4029"/>
                <a:gd name="connsiteX1" fmla="*/ 2691 w 8072"/>
                <a:gd name="connsiteY1" fmla="*/ 0 h 4029"/>
                <a:gd name="connsiteX2" fmla="*/ 6727 w 8072"/>
                <a:gd name="connsiteY2" fmla="*/ 1343 h 4029"/>
                <a:gd name="connsiteX3" fmla="*/ 8072 w 8072"/>
                <a:gd name="connsiteY3" fmla="*/ 2686 h 4029"/>
                <a:gd name="connsiteX4" fmla="*/ 6727 w 8072"/>
                <a:gd name="connsiteY4" fmla="*/ 4029 h 4029"/>
                <a:gd name="connsiteX5" fmla="*/ 2691 w 8072"/>
                <a:gd name="connsiteY5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4029">
                  <a:moveTo>
                    <a:pt x="0" y="2686"/>
                  </a:moveTo>
                  <a:lnTo>
                    <a:pt x="2691" y="0"/>
                  </a:lnTo>
                  <a:lnTo>
                    <a:pt x="6727" y="1343"/>
                  </a:lnTo>
                  <a:lnTo>
                    <a:pt x="8072" y="2686"/>
                  </a:lnTo>
                  <a:lnTo>
                    <a:pt x="6727" y="4029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69" name="Graphic 5">
            <a:extLst>
              <a:ext uri="{FF2B5EF4-FFF2-40B4-BE49-F238E27FC236}">
                <a16:creationId xmlns:a16="http://schemas.microsoft.com/office/drawing/2014/main" id="{11B335DD-D0D6-DF49-37E8-3E315D3E1B44}"/>
              </a:ext>
            </a:extLst>
          </p:cNvPr>
          <p:cNvGrpSpPr/>
          <p:nvPr/>
        </p:nvGrpSpPr>
        <p:grpSpPr>
          <a:xfrm>
            <a:off x="9744565" y="4274474"/>
            <a:ext cx="53815" cy="188030"/>
            <a:chOff x="9744565" y="4274474"/>
            <a:chExt cx="53815" cy="188030"/>
          </a:xfrm>
          <a:solidFill>
            <a:srgbClr val="E5E5E4"/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B65551C-A3DF-41CB-87B9-8C12739E49B7}"/>
                </a:ext>
              </a:extLst>
            </p:cNvPr>
            <p:cNvSpPr/>
            <p:nvPr/>
          </p:nvSpPr>
          <p:spPr>
            <a:xfrm>
              <a:off x="9759364" y="4274474"/>
              <a:ext cx="8072" cy="34920"/>
            </a:xfrm>
            <a:custGeom>
              <a:avLst/>
              <a:gdLst>
                <a:gd name="connsiteX0" fmla="*/ 2691 w 8072"/>
                <a:gd name="connsiteY0" fmla="*/ 34920 h 34920"/>
                <a:gd name="connsiteX1" fmla="*/ 8072 w 8072"/>
                <a:gd name="connsiteY1" fmla="*/ 29548 h 34920"/>
                <a:gd name="connsiteX2" fmla="*/ 8072 w 8072"/>
                <a:gd name="connsiteY2" fmla="*/ 22832 h 34920"/>
                <a:gd name="connsiteX3" fmla="*/ 4036 w 8072"/>
                <a:gd name="connsiteY3" fmla="*/ 20146 h 34920"/>
                <a:gd name="connsiteX4" fmla="*/ 8072 w 8072"/>
                <a:gd name="connsiteY4" fmla="*/ 14774 h 34920"/>
                <a:gd name="connsiteX5" fmla="*/ 8072 w 8072"/>
                <a:gd name="connsiteY5" fmla="*/ 9401 h 34920"/>
                <a:gd name="connsiteX6" fmla="*/ 6727 w 8072"/>
                <a:gd name="connsiteY6" fmla="*/ 6715 h 34920"/>
                <a:gd name="connsiteX7" fmla="*/ 8072 w 8072"/>
                <a:gd name="connsiteY7" fmla="*/ 2686 h 34920"/>
                <a:gd name="connsiteX8" fmla="*/ 8072 w 8072"/>
                <a:gd name="connsiteY8" fmla="*/ 0 h 34920"/>
                <a:gd name="connsiteX9" fmla="*/ 2691 w 8072"/>
                <a:gd name="connsiteY9" fmla="*/ 5372 h 34920"/>
                <a:gd name="connsiteX10" fmla="*/ 2691 w 8072"/>
                <a:gd name="connsiteY10" fmla="*/ 14774 h 34920"/>
                <a:gd name="connsiteX11" fmla="*/ 1345 w 8072"/>
                <a:gd name="connsiteY11" fmla="*/ 17460 h 34920"/>
                <a:gd name="connsiteX12" fmla="*/ 2691 w 8072"/>
                <a:gd name="connsiteY12" fmla="*/ 21489 h 34920"/>
                <a:gd name="connsiteX13" fmla="*/ 0 w 8072"/>
                <a:gd name="connsiteY13" fmla="*/ 32234 h 3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072" h="34920">
                  <a:moveTo>
                    <a:pt x="2691" y="34920"/>
                  </a:moveTo>
                  <a:lnTo>
                    <a:pt x="8072" y="29548"/>
                  </a:lnTo>
                  <a:lnTo>
                    <a:pt x="8072" y="22832"/>
                  </a:lnTo>
                  <a:lnTo>
                    <a:pt x="4036" y="20146"/>
                  </a:lnTo>
                  <a:lnTo>
                    <a:pt x="8072" y="14774"/>
                  </a:lnTo>
                  <a:lnTo>
                    <a:pt x="8072" y="9401"/>
                  </a:lnTo>
                  <a:lnTo>
                    <a:pt x="6727" y="6715"/>
                  </a:lnTo>
                  <a:lnTo>
                    <a:pt x="8072" y="2686"/>
                  </a:lnTo>
                  <a:lnTo>
                    <a:pt x="8072" y="0"/>
                  </a:lnTo>
                  <a:lnTo>
                    <a:pt x="2691" y="5372"/>
                  </a:lnTo>
                  <a:lnTo>
                    <a:pt x="2691" y="14774"/>
                  </a:lnTo>
                  <a:lnTo>
                    <a:pt x="1345" y="17460"/>
                  </a:lnTo>
                  <a:lnTo>
                    <a:pt x="2691" y="21489"/>
                  </a:lnTo>
                  <a:lnTo>
                    <a:pt x="0" y="3223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218BD35-7C27-E1E6-531C-64F59CEAAF6B}"/>
                </a:ext>
              </a:extLst>
            </p:cNvPr>
            <p:cNvSpPr/>
            <p:nvPr/>
          </p:nvSpPr>
          <p:spPr>
            <a:xfrm>
              <a:off x="9755328" y="4312080"/>
              <a:ext cx="9417" cy="26861"/>
            </a:xfrm>
            <a:custGeom>
              <a:avLst/>
              <a:gdLst>
                <a:gd name="connsiteX0" fmla="*/ 4036 w 9417"/>
                <a:gd name="connsiteY0" fmla="*/ 26862 h 26861"/>
                <a:gd name="connsiteX1" fmla="*/ 6727 w 9417"/>
                <a:gd name="connsiteY1" fmla="*/ 18803 h 26861"/>
                <a:gd name="connsiteX2" fmla="*/ 6727 w 9417"/>
                <a:gd name="connsiteY2" fmla="*/ 13431 h 26861"/>
                <a:gd name="connsiteX3" fmla="*/ 5381 w 9417"/>
                <a:gd name="connsiteY3" fmla="*/ 10745 h 26861"/>
                <a:gd name="connsiteX4" fmla="*/ 6727 w 9417"/>
                <a:gd name="connsiteY4" fmla="*/ 5372 h 26861"/>
                <a:gd name="connsiteX5" fmla="*/ 9417 w 9417"/>
                <a:gd name="connsiteY5" fmla="*/ 2686 h 26861"/>
                <a:gd name="connsiteX6" fmla="*/ 9417 w 9417"/>
                <a:gd name="connsiteY6" fmla="*/ 0 h 26861"/>
                <a:gd name="connsiteX7" fmla="*/ 2691 w 9417"/>
                <a:gd name="connsiteY7" fmla="*/ 2686 h 26861"/>
                <a:gd name="connsiteX8" fmla="*/ 2691 w 9417"/>
                <a:gd name="connsiteY8" fmla="*/ 9401 h 26861"/>
                <a:gd name="connsiteX9" fmla="*/ 0 w 9417"/>
                <a:gd name="connsiteY9" fmla="*/ 13431 h 26861"/>
                <a:gd name="connsiteX10" fmla="*/ 4036 w 9417"/>
                <a:gd name="connsiteY10" fmla="*/ 18803 h 26861"/>
                <a:gd name="connsiteX11" fmla="*/ 2691 w 9417"/>
                <a:gd name="connsiteY11" fmla="*/ 22832 h 2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17" h="26861">
                  <a:moveTo>
                    <a:pt x="4036" y="26862"/>
                  </a:moveTo>
                  <a:lnTo>
                    <a:pt x="6727" y="18803"/>
                  </a:lnTo>
                  <a:lnTo>
                    <a:pt x="6727" y="13431"/>
                  </a:lnTo>
                  <a:lnTo>
                    <a:pt x="5381" y="10745"/>
                  </a:lnTo>
                  <a:lnTo>
                    <a:pt x="6727" y="5372"/>
                  </a:lnTo>
                  <a:lnTo>
                    <a:pt x="9417" y="2686"/>
                  </a:lnTo>
                  <a:lnTo>
                    <a:pt x="9417" y="0"/>
                  </a:lnTo>
                  <a:lnTo>
                    <a:pt x="2691" y="2686"/>
                  </a:lnTo>
                  <a:lnTo>
                    <a:pt x="2691" y="9401"/>
                  </a:lnTo>
                  <a:lnTo>
                    <a:pt x="0" y="13431"/>
                  </a:lnTo>
                  <a:lnTo>
                    <a:pt x="4036" y="18803"/>
                  </a:lnTo>
                  <a:lnTo>
                    <a:pt x="2691" y="2283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902B3BD1-C1B8-5BA0-D7D9-A5325BC24701}"/>
                </a:ext>
              </a:extLst>
            </p:cNvPr>
            <p:cNvSpPr/>
            <p:nvPr/>
          </p:nvSpPr>
          <p:spPr>
            <a:xfrm>
              <a:off x="9744565" y="4332227"/>
              <a:ext cx="5381" cy="2686"/>
            </a:xfrm>
            <a:custGeom>
              <a:avLst/>
              <a:gdLst>
                <a:gd name="connsiteX0" fmla="*/ 0 w 5381"/>
                <a:gd name="connsiteY0" fmla="*/ 1343 h 2686"/>
                <a:gd name="connsiteX1" fmla="*/ 5382 w 5381"/>
                <a:gd name="connsiteY1" fmla="*/ 2686 h 2686"/>
                <a:gd name="connsiteX2" fmla="*/ 4036 w 5381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2686">
                  <a:moveTo>
                    <a:pt x="0" y="1343"/>
                  </a:moveTo>
                  <a:lnTo>
                    <a:pt x="5382" y="2686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47C48F7A-981D-6AF5-622F-334E385A385E}"/>
                </a:ext>
              </a:extLst>
            </p:cNvPr>
            <p:cNvSpPr/>
            <p:nvPr/>
          </p:nvSpPr>
          <p:spPr>
            <a:xfrm>
              <a:off x="9753983" y="4351030"/>
              <a:ext cx="8072" cy="12087"/>
            </a:xfrm>
            <a:custGeom>
              <a:avLst/>
              <a:gdLst>
                <a:gd name="connsiteX0" fmla="*/ 0 w 8072"/>
                <a:gd name="connsiteY0" fmla="*/ 12088 h 12087"/>
                <a:gd name="connsiteX1" fmla="*/ 5381 w 8072"/>
                <a:gd name="connsiteY1" fmla="*/ 12088 h 12087"/>
                <a:gd name="connsiteX2" fmla="*/ 8072 w 8072"/>
                <a:gd name="connsiteY2" fmla="*/ 5372 h 12087"/>
                <a:gd name="connsiteX3" fmla="*/ 6727 w 8072"/>
                <a:gd name="connsiteY3" fmla="*/ 0 h 12087"/>
                <a:gd name="connsiteX4" fmla="*/ 1345 w 8072"/>
                <a:gd name="connsiteY4" fmla="*/ 2686 h 12087"/>
                <a:gd name="connsiteX5" fmla="*/ 1345 w 8072"/>
                <a:gd name="connsiteY5" fmla="*/ 8059 h 12087"/>
                <a:gd name="connsiteX6" fmla="*/ 0 w 8072"/>
                <a:gd name="connsiteY6" fmla="*/ 12088 h 12087"/>
                <a:gd name="connsiteX7" fmla="*/ 0 w 8072"/>
                <a:gd name="connsiteY7" fmla="*/ 1208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" h="12087">
                  <a:moveTo>
                    <a:pt x="0" y="12088"/>
                  </a:moveTo>
                  <a:lnTo>
                    <a:pt x="5381" y="12088"/>
                  </a:lnTo>
                  <a:lnTo>
                    <a:pt x="8072" y="5372"/>
                  </a:lnTo>
                  <a:lnTo>
                    <a:pt x="6727" y="0"/>
                  </a:lnTo>
                  <a:lnTo>
                    <a:pt x="1345" y="2686"/>
                  </a:lnTo>
                  <a:lnTo>
                    <a:pt x="1345" y="8059"/>
                  </a:lnTo>
                  <a:cubicBezTo>
                    <a:pt x="0" y="8059"/>
                    <a:pt x="0" y="12088"/>
                    <a:pt x="0" y="12088"/>
                  </a:cubicBezTo>
                  <a:lnTo>
                    <a:pt x="0" y="120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73CD4A3-0263-FB2C-61E5-BA16B2FE11F5}"/>
                </a:ext>
              </a:extLst>
            </p:cNvPr>
            <p:cNvSpPr/>
            <p:nvPr/>
          </p:nvSpPr>
          <p:spPr>
            <a:xfrm>
              <a:off x="9764745" y="4394008"/>
              <a:ext cx="4036" cy="4029"/>
            </a:xfrm>
            <a:custGeom>
              <a:avLst/>
              <a:gdLst>
                <a:gd name="connsiteX0" fmla="*/ 4036 w 4036"/>
                <a:gd name="connsiteY0" fmla="*/ 0 h 4029"/>
                <a:gd name="connsiteX1" fmla="*/ 0 w 4036"/>
                <a:gd name="connsiteY1" fmla="*/ 2686 h 4029"/>
                <a:gd name="connsiteX2" fmla="*/ 2691 w 4036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4029">
                  <a:moveTo>
                    <a:pt x="4036" y="0"/>
                  </a:moveTo>
                  <a:lnTo>
                    <a:pt x="0" y="2686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D047B37-3C84-3781-9CAC-642E073A14EE}"/>
                </a:ext>
              </a:extLst>
            </p:cNvPr>
            <p:cNvSpPr/>
            <p:nvPr/>
          </p:nvSpPr>
          <p:spPr>
            <a:xfrm>
              <a:off x="9775509" y="4415497"/>
              <a:ext cx="5381" cy="8058"/>
            </a:xfrm>
            <a:custGeom>
              <a:avLst/>
              <a:gdLst>
                <a:gd name="connsiteX0" fmla="*/ 0 w 5381"/>
                <a:gd name="connsiteY0" fmla="*/ 0 h 8058"/>
                <a:gd name="connsiteX1" fmla="*/ 4036 w 5381"/>
                <a:gd name="connsiteY1" fmla="*/ 1343 h 8058"/>
                <a:gd name="connsiteX2" fmla="*/ 5381 w 5381"/>
                <a:gd name="connsiteY2" fmla="*/ 8059 h 8058"/>
                <a:gd name="connsiteX3" fmla="*/ 1345 w 5381"/>
                <a:gd name="connsiteY3" fmla="*/ 4029 h 8058"/>
                <a:gd name="connsiteX4" fmla="*/ 0 w 5381"/>
                <a:gd name="connsiteY4" fmla="*/ 0 h 8058"/>
                <a:gd name="connsiteX5" fmla="*/ 0 w 5381"/>
                <a:gd name="connsiteY5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8058">
                  <a:moveTo>
                    <a:pt x="0" y="0"/>
                  </a:moveTo>
                  <a:lnTo>
                    <a:pt x="4036" y="1343"/>
                  </a:lnTo>
                  <a:lnTo>
                    <a:pt x="5381" y="8059"/>
                  </a:lnTo>
                  <a:lnTo>
                    <a:pt x="1345" y="402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0DB8944-50D9-790B-E469-1964226124FF}"/>
                </a:ext>
              </a:extLst>
            </p:cNvPr>
            <p:cNvSpPr/>
            <p:nvPr/>
          </p:nvSpPr>
          <p:spPr>
            <a:xfrm>
              <a:off x="9787617" y="4418183"/>
              <a:ext cx="4035" cy="8058"/>
            </a:xfrm>
            <a:custGeom>
              <a:avLst/>
              <a:gdLst>
                <a:gd name="connsiteX0" fmla="*/ 1345 w 4035"/>
                <a:gd name="connsiteY0" fmla="*/ 0 h 8058"/>
                <a:gd name="connsiteX1" fmla="*/ 0 w 4035"/>
                <a:gd name="connsiteY1" fmla="*/ 5372 h 8058"/>
                <a:gd name="connsiteX2" fmla="*/ 1345 w 4035"/>
                <a:gd name="connsiteY2" fmla="*/ 8059 h 8058"/>
                <a:gd name="connsiteX3" fmla="*/ 4036 w 4035"/>
                <a:gd name="connsiteY3" fmla="*/ 6715 h 8058"/>
                <a:gd name="connsiteX4" fmla="*/ 4036 w 4035"/>
                <a:gd name="connsiteY4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8058">
                  <a:moveTo>
                    <a:pt x="1345" y="0"/>
                  </a:moveTo>
                  <a:lnTo>
                    <a:pt x="0" y="5372"/>
                  </a:lnTo>
                  <a:lnTo>
                    <a:pt x="1345" y="8059"/>
                  </a:lnTo>
                  <a:lnTo>
                    <a:pt x="4036" y="6715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7C185FD9-35EE-0EB7-280A-FFFFF8FEFA24}"/>
                </a:ext>
              </a:extLst>
            </p:cNvPr>
            <p:cNvSpPr/>
            <p:nvPr/>
          </p:nvSpPr>
          <p:spPr>
            <a:xfrm>
              <a:off x="9780890" y="4427585"/>
              <a:ext cx="8072" cy="6715"/>
            </a:xfrm>
            <a:custGeom>
              <a:avLst/>
              <a:gdLst>
                <a:gd name="connsiteX0" fmla="*/ 1345 w 8072"/>
                <a:gd name="connsiteY0" fmla="*/ 4029 h 6715"/>
                <a:gd name="connsiteX1" fmla="*/ 5381 w 8072"/>
                <a:gd name="connsiteY1" fmla="*/ 6715 h 6715"/>
                <a:gd name="connsiteX2" fmla="*/ 8072 w 8072"/>
                <a:gd name="connsiteY2" fmla="*/ 5372 h 6715"/>
                <a:gd name="connsiteX3" fmla="*/ 5381 w 8072"/>
                <a:gd name="connsiteY3" fmla="*/ 0 h 6715"/>
                <a:gd name="connsiteX4" fmla="*/ 0 w 8072"/>
                <a:gd name="connsiteY4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6715">
                  <a:moveTo>
                    <a:pt x="1345" y="4029"/>
                  </a:moveTo>
                  <a:lnTo>
                    <a:pt x="5381" y="6715"/>
                  </a:lnTo>
                  <a:lnTo>
                    <a:pt x="8072" y="5372"/>
                  </a:lnTo>
                  <a:lnTo>
                    <a:pt x="5381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B23BD6D-25E7-B49D-8858-FD387CA9C4D4}"/>
                </a:ext>
              </a:extLst>
            </p:cNvPr>
            <p:cNvSpPr/>
            <p:nvPr/>
          </p:nvSpPr>
          <p:spPr>
            <a:xfrm>
              <a:off x="9790308" y="4441016"/>
              <a:ext cx="5381" cy="4029"/>
            </a:xfrm>
            <a:custGeom>
              <a:avLst/>
              <a:gdLst>
                <a:gd name="connsiteX0" fmla="*/ 1345 w 5381"/>
                <a:gd name="connsiteY0" fmla="*/ 4029 h 4029"/>
                <a:gd name="connsiteX1" fmla="*/ 5381 w 5381"/>
                <a:gd name="connsiteY1" fmla="*/ 0 h 4029"/>
                <a:gd name="connsiteX2" fmla="*/ 2691 w 5381"/>
                <a:gd name="connsiteY2" fmla="*/ 0 h 4029"/>
                <a:gd name="connsiteX3" fmla="*/ 0 w 5381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1345" y="4029"/>
                  </a:moveTo>
                  <a:lnTo>
                    <a:pt x="5381" y="0"/>
                  </a:lnTo>
                  <a:lnTo>
                    <a:pt x="2691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3A7D4FF-DC6A-709B-22D5-4A1CA2E819EC}"/>
                </a:ext>
              </a:extLst>
            </p:cNvPr>
            <p:cNvSpPr/>
            <p:nvPr/>
          </p:nvSpPr>
          <p:spPr>
            <a:xfrm>
              <a:off x="9791653" y="4446388"/>
              <a:ext cx="6726" cy="16116"/>
            </a:xfrm>
            <a:custGeom>
              <a:avLst/>
              <a:gdLst>
                <a:gd name="connsiteX0" fmla="*/ 4036 w 6726"/>
                <a:gd name="connsiteY0" fmla="*/ 0 h 16116"/>
                <a:gd name="connsiteX1" fmla="*/ 0 w 6726"/>
                <a:gd name="connsiteY1" fmla="*/ 4029 h 16116"/>
                <a:gd name="connsiteX2" fmla="*/ 0 w 6726"/>
                <a:gd name="connsiteY2" fmla="*/ 9401 h 16116"/>
                <a:gd name="connsiteX3" fmla="*/ 2691 w 6726"/>
                <a:gd name="connsiteY3" fmla="*/ 10745 h 16116"/>
                <a:gd name="connsiteX4" fmla="*/ 4036 w 6726"/>
                <a:gd name="connsiteY4" fmla="*/ 16117 h 16116"/>
                <a:gd name="connsiteX5" fmla="*/ 6727 w 6726"/>
                <a:gd name="connsiteY5" fmla="*/ 12088 h 16116"/>
                <a:gd name="connsiteX6" fmla="*/ 5382 w 6726"/>
                <a:gd name="connsiteY6" fmla="*/ 8058 h 16116"/>
                <a:gd name="connsiteX7" fmla="*/ 5382 w 6726"/>
                <a:gd name="connsiteY7" fmla="*/ 2686 h 16116"/>
                <a:gd name="connsiteX8" fmla="*/ 4036 w 6726"/>
                <a:gd name="connsiteY8" fmla="*/ 0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26" h="16116">
                  <a:moveTo>
                    <a:pt x="4036" y="0"/>
                  </a:moveTo>
                  <a:lnTo>
                    <a:pt x="0" y="4029"/>
                  </a:lnTo>
                  <a:lnTo>
                    <a:pt x="0" y="9401"/>
                  </a:lnTo>
                  <a:lnTo>
                    <a:pt x="2691" y="10745"/>
                  </a:lnTo>
                  <a:lnTo>
                    <a:pt x="4036" y="16117"/>
                  </a:lnTo>
                  <a:lnTo>
                    <a:pt x="6727" y="12088"/>
                  </a:lnTo>
                  <a:lnTo>
                    <a:pt x="5382" y="8058"/>
                  </a:lnTo>
                  <a:lnTo>
                    <a:pt x="5382" y="2686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96" name="Graphic 5">
            <a:extLst>
              <a:ext uri="{FF2B5EF4-FFF2-40B4-BE49-F238E27FC236}">
                <a16:creationId xmlns:a16="http://schemas.microsoft.com/office/drawing/2014/main" id="{82C61EF4-D5E4-D479-CB5F-C7CE5B382CAC}"/>
              </a:ext>
            </a:extLst>
          </p:cNvPr>
          <p:cNvGrpSpPr/>
          <p:nvPr/>
        </p:nvGrpSpPr>
        <p:grpSpPr>
          <a:xfrm>
            <a:off x="7918889" y="1429837"/>
            <a:ext cx="3419947" cy="2060280"/>
            <a:chOff x="7918889" y="1429837"/>
            <a:chExt cx="3419947" cy="2060280"/>
          </a:xfrm>
          <a:solidFill>
            <a:srgbClr val="E5E5E4"/>
          </a:solidFill>
        </p:grpSpPr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54E4221E-FAB6-3475-C8AB-C96BBDF894BD}"/>
                </a:ext>
              </a:extLst>
            </p:cNvPr>
            <p:cNvSpPr/>
            <p:nvPr/>
          </p:nvSpPr>
          <p:spPr>
            <a:xfrm>
              <a:off x="7918889" y="1650102"/>
              <a:ext cx="3419947" cy="1840015"/>
            </a:xfrm>
            <a:custGeom>
              <a:avLst/>
              <a:gdLst>
                <a:gd name="connsiteX0" fmla="*/ 2654428 w 3419947"/>
                <a:gd name="connsiteY0" fmla="*/ 1672131 h 1840015"/>
                <a:gd name="connsiteX1" fmla="*/ 2654428 w 3419947"/>
                <a:gd name="connsiteY1" fmla="*/ 1672131 h 1840015"/>
                <a:gd name="connsiteX2" fmla="*/ 2649047 w 3419947"/>
                <a:gd name="connsiteY2" fmla="*/ 1666759 h 1840015"/>
                <a:gd name="connsiteX3" fmla="*/ 2649047 w 3419947"/>
                <a:gd name="connsiteY3" fmla="*/ 1666759 h 1840015"/>
                <a:gd name="connsiteX4" fmla="*/ 2650392 w 3419947"/>
                <a:gd name="connsiteY4" fmla="*/ 1664072 h 1840015"/>
                <a:gd name="connsiteX5" fmla="*/ 2650392 w 3419947"/>
                <a:gd name="connsiteY5" fmla="*/ 1661386 h 1840015"/>
                <a:gd name="connsiteX6" fmla="*/ 2647702 w 3419947"/>
                <a:gd name="connsiteY6" fmla="*/ 1660043 h 1840015"/>
                <a:gd name="connsiteX7" fmla="*/ 2646356 w 3419947"/>
                <a:gd name="connsiteY7" fmla="*/ 1656014 h 1840015"/>
                <a:gd name="connsiteX8" fmla="*/ 2646356 w 3419947"/>
                <a:gd name="connsiteY8" fmla="*/ 1654671 h 1840015"/>
                <a:gd name="connsiteX9" fmla="*/ 2649047 w 3419947"/>
                <a:gd name="connsiteY9" fmla="*/ 1653328 h 1840015"/>
                <a:gd name="connsiteX10" fmla="*/ 2655773 w 3419947"/>
                <a:gd name="connsiteY10" fmla="*/ 1654671 h 1840015"/>
                <a:gd name="connsiteX11" fmla="*/ 2657119 w 3419947"/>
                <a:gd name="connsiteY11" fmla="*/ 1654671 h 1840015"/>
                <a:gd name="connsiteX12" fmla="*/ 2657119 w 3419947"/>
                <a:gd name="connsiteY12" fmla="*/ 1650642 h 1840015"/>
                <a:gd name="connsiteX13" fmla="*/ 2655773 w 3419947"/>
                <a:gd name="connsiteY13" fmla="*/ 1647956 h 1840015"/>
                <a:gd name="connsiteX14" fmla="*/ 2655773 w 3419947"/>
                <a:gd name="connsiteY14" fmla="*/ 1643926 h 1840015"/>
                <a:gd name="connsiteX15" fmla="*/ 2657119 w 3419947"/>
                <a:gd name="connsiteY15" fmla="*/ 1641240 h 1840015"/>
                <a:gd name="connsiteX16" fmla="*/ 2657119 w 3419947"/>
                <a:gd name="connsiteY16" fmla="*/ 1635868 h 1840015"/>
                <a:gd name="connsiteX17" fmla="*/ 2657119 w 3419947"/>
                <a:gd name="connsiteY17" fmla="*/ 1631839 h 1840015"/>
                <a:gd name="connsiteX18" fmla="*/ 2654428 w 3419947"/>
                <a:gd name="connsiteY18" fmla="*/ 1629152 h 1840015"/>
                <a:gd name="connsiteX19" fmla="*/ 2654428 w 3419947"/>
                <a:gd name="connsiteY19" fmla="*/ 1619751 h 1840015"/>
                <a:gd name="connsiteX20" fmla="*/ 2654428 w 3419947"/>
                <a:gd name="connsiteY20" fmla="*/ 1615722 h 1840015"/>
                <a:gd name="connsiteX21" fmla="*/ 2654428 w 3419947"/>
                <a:gd name="connsiteY21" fmla="*/ 1609006 h 1840015"/>
                <a:gd name="connsiteX22" fmla="*/ 2654428 w 3419947"/>
                <a:gd name="connsiteY22" fmla="*/ 1603634 h 1840015"/>
                <a:gd name="connsiteX23" fmla="*/ 2651738 w 3419947"/>
                <a:gd name="connsiteY23" fmla="*/ 1599605 h 1840015"/>
                <a:gd name="connsiteX24" fmla="*/ 2650392 w 3419947"/>
                <a:gd name="connsiteY24" fmla="*/ 1596919 h 1840015"/>
                <a:gd name="connsiteX25" fmla="*/ 2649047 w 3419947"/>
                <a:gd name="connsiteY25" fmla="*/ 1592889 h 1840015"/>
                <a:gd name="connsiteX26" fmla="*/ 2642320 w 3419947"/>
                <a:gd name="connsiteY26" fmla="*/ 1583488 h 1840015"/>
                <a:gd name="connsiteX27" fmla="*/ 2640975 w 3419947"/>
                <a:gd name="connsiteY27" fmla="*/ 1579459 h 1840015"/>
                <a:gd name="connsiteX28" fmla="*/ 2642320 w 3419947"/>
                <a:gd name="connsiteY28" fmla="*/ 1576772 h 1840015"/>
                <a:gd name="connsiteX29" fmla="*/ 2645011 w 3419947"/>
                <a:gd name="connsiteY29" fmla="*/ 1575429 h 1840015"/>
                <a:gd name="connsiteX30" fmla="*/ 2647702 w 3419947"/>
                <a:gd name="connsiteY30" fmla="*/ 1575429 h 1840015"/>
                <a:gd name="connsiteX31" fmla="*/ 2650392 w 3419947"/>
                <a:gd name="connsiteY31" fmla="*/ 1572743 h 1840015"/>
                <a:gd name="connsiteX32" fmla="*/ 2651738 w 3419947"/>
                <a:gd name="connsiteY32" fmla="*/ 1568714 h 1840015"/>
                <a:gd name="connsiteX33" fmla="*/ 2657119 w 3419947"/>
                <a:gd name="connsiteY33" fmla="*/ 1560656 h 1840015"/>
                <a:gd name="connsiteX34" fmla="*/ 2659809 w 3419947"/>
                <a:gd name="connsiteY34" fmla="*/ 1560656 h 1840015"/>
                <a:gd name="connsiteX35" fmla="*/ 2663845 w 3419947"/>
                <a:gd name="connsiteY35" fmla="*/ 1561998 h 1840015"/>
                <a:gd name="connsiteX36" fmla="*/ 2666536 w 3419947"/>
                <a:gd name="connsiteY36" fmla="*/ 1563342 h 1840015"/>
                <a:gd name="connsiteX37" fmla="*/ 2682681 w 3419947"/>
                <a:gd name="connsiteY37" fmla="*/ 1566028 h 1840015"/>
                <a:gd name="connsiteX38" fmla="*/ 2685372 w 3419947"/>
                <a:gd name="connsiteY38" fmla="*/ 1567371 h 1840015"/>
                <a:gd name="connsiteX39" fmla="*/ 2688063 w 3419947"/>
                <a:gd name="connsiteY39" fmla="*/ 1567371 h 1840015"/>
                <a:gd name="connsiteX40" fmla="*/ 2690753 w 3419947"/>
                <a:gd name="connsiteY40" fmla="*/ 1564685 h 1840015"/>
                <a:gd name="connsiteX41" fmla="*/ 2690753 w 3419947"/>
                <a:gd name="connsiteY41" fmla="*/ 1560656 h 1840015"/>
                <a:gd name="connsiteX42" fmla="*/ 2689408 w 3419947"/>
                <a:gd name="connsiteY42" fmla="*/ 1557969 h 1840015"/>
                <a:gd name="connsiteX43" fmla="*/ 2689408 w 3419947"/>
                <a:gd name="connsiteY43" fmla="*/ 1555283 h 1840015"/>
                <a:gd name="connsiteX44" fmla="*/ 2690753 w 3419947"/>
                <a:gd name="connsiteY44" fmla="*/ 1553940 h 1840015"/>
                <a:gd name="connsiteX45" fmla="*/ 2689408 w 3419947"/>
                <a:gd name="connsiteY45" fmla="*/ 1551254 h 1840015"/>
                <a:gd name="connsiteX46" fmla="*/ 2689408 w 3419947"/>
                <a:gd name="connsiteY46" fmla="*/ 1548568 h 1840015"/>
                <a:gd name="connsiteX47" fmla="*/ 2692099 w 3419947"/>
                <a:gd name="connsiteY47" fmla="*/ 1543195 h 1840015"/>
                <a:gd name="connsiteX48" fmla="*/ 2693444 w 3419947"/>
                <a:gd name="connsiteY48" fmla="*/ 1541852 h 1840015"/>
                <a:gd name="connsiteX49" fmla="*/ 2692099 w 3419947"/>
                <a:gd name="connsiteY49" fmla="*/ 1537823 h 1840015"/>
                <a:gd name="connsiteX50" fmla="*/ 2690753 w 3419947"/>
                <a:gd name="connsiteY50" fmla="*/ 1535137 h 1840015"/>
                <a:gd name="connsiteX51" fmla="*/ 2692099 w 3419947"/>
                <a:gd name="connsiteY51" fmla="*/ 1533794 h 1840015"/>
                <a:gd name="connsiteX52" fmla="*/ 2696135 w 3419947"/>
                <a:gd name="connsiteY52" fmla="*/ 1532451 h 1840015"/>
                <a:gd name="connsiteX53" fmla="*/ 2694790 w 3419947"/>
                <a:gd name="connsiteY53" fmla="*/ 1529765 h 1840015"/>
                <a:gd name="connsiteX54" fmla="*/ 2694790 w 3419947"/>
                <a:gd name="connsiteY54" fmla="*/ 1527079 h 1840015"/>
                <a:gd name="connsiteX55" fmla="*/ 2693444 w 3419947"/>
                <a:gd name="connsiteY55" fmla="*/ 1524392 h 1840015"/>
                <a:gd name="connsiteX56" fmla="*/ 2694790 w 3419947"/>
                <a:gd name="connsiteY56" fmla="*/ 1520363 h 1840015"/>
                <a:gd name="connsiteX57" fmla="*/ 2697480 w 3419947"/>
                <a:gd name="connsiteY57" fmla="*/ 1519020 h 1840015"/>
                <a:gd name="connsiteX58" fmla="*/ 2697480 w 3419947"/>
                <a:gd name="connsiteY58" fmla="*/ 1517677 h 1840015"/>
                <a:gd name="connsiteX59" fmla="*/ 2696135 w 3419947"/>
                <a:gd name="connsiteY59" fmla="*/ 1514991 h 1840015"/>
                <a:gd name="connsiteX60" fmla="*/ 2693444 w 3419947"/>
                <a:gd name="connsiteY60" fmla="*/ 1509619 h 1840015"/>
                <a:gd name="connsiteX61" fmla="*/ 2693444 w 3419947"/>
                <a:gd name="connsiteY61" fmla="*/ 1504246 h 1840015"/>
                <a:gd name="connsiteX62" fmla="*/ 2694790 w 3419947"/>
                <a:gd name="connsiteY62" fmla="*/ 1502903 h 1840015"/>
                <a:gd name="connsiteX63" fmla="*/ 2696135 w 3419947"/>
                <a:gd name="connsiteY63" fmla="*/ 1501560 h 1840015"/>
                <a:gd name="connsiteX64" fmla="*/ 2696135 w 3419947"/>
                <a:gd name="connsiteY64" fmla="*/ 1500217 h 1840015"/>
                <a:gd name="connsiteX65" fmla="*/ 2694790 w 3419947"/>
                <a:gd name="connsiteY65" fmla="*/ 1498874 h 1840015"/>
                <a:gd name="connsiteX66" fmla="*/ 2694790 w 3419947"/>
                <a:gd name="connsiteY66" fmla="*/ 1496188 h 1840015"/>
                <a:gd name="connsiteX67" fmla="*/ 2692099 w 3419947"/>
                <a:gd name="connsiteY67" fmla="*/ 1494845 h 1840015"/>
                <a:gd name="connsiteX68" fmla="*/ 2690753 w 3419947"/>
                <a:gd name="connsiteY68" fmla="*/ 1492159 h 1840015"/>
                <a:gd name="connsiteX69" fmla="*/ 2692099 w 3419947"/>
                <a:gd name="connsiteY69" fmla="*/ 1488129 h 1840015"/>
                <a:gd name="connsiteX70" fmla="*/ 2692099 w 3419947"/>
                <a:gd name="connsiteY70" fmla="*/ 1484100 h 1840015"/>
                <a:gd name="connsiteX71" fmla="*/ 2689408 w 3419947"/>
                <a:gd name="connsiteY71" fmla="*/ 1476042 h 1840015"/>
                <a:gd name="connsiteX72" fmla="*/ 2686717 w 3419947"/>
                <a:gd name="connsiteY72" fmla="*/ 1473356 h 1840015"/>
                <a:gd name="connsiteX73" fmla="*/ 2686717 w 3419947"/>
                <a:gd name="connsiteY73" fmla="*/ 1470669 h 1840015"/>
                <a:gd name="connsiteX74" fmla="*/ 2690753 w 3419947"/>
                <a:gd name="connsiteY74" fmla="*/ 1466640 h 1840015"/>
                <a:gd name="connsiteX75" fmla="*/ 2694790 w 3419947"/>
                <a:gd name="connsiteY75" fmla="*/ 1465297 h 1840015"/>
                <a:gd name="connsiteX76" fmla="*/ 2696135 w 3419947"/>
                <a:gd name="connsiteY76" fmla="*/ 1463954 h 1840015"/>
                <a:gd name="connsiteX77" fmla="*/ 2696135 w 3419947"/>
                <a:gd name="connsiteY77" fmla="*/ 1459925 h 1840015"/>
                <a:gd name="connsiteX78" fmla="*/ 2697480 w 3419947"/>
                <a:gd name="connsiteY78" fmla="*/ 1454552 h 1840015"/>
                <a:gd name="connsiteX79" fmla="*/ 2694790 w 3419947"/>
                <a:gd name="connsiteY79" fmla="*/ 1453209 h 1840015"/>
                <a:gd name="connsiteX80" fmla="*/ 2692099 w 3419947"/>
                <a:gd name="connsiteY80" fmla="*/ 1450523 h 1840015"/>
                <a:gd name="connsiteX81" fmla="*/ 2692099 w 3419947"/>
                <a:gd name="connsiteY81" fmla="*/ 1446494 h 1840015"/>
                <a:gd name="connsiteX82" fmla="*/ 2688063 w 3419947"/>
                <a:gd name="connsiteY82" fmla="*/ 1441122 h 1840015"/>
                <a:gd name="connsiteX83" fmla="*/ 2686717 w 3419947"/>
                <a:gd name="connsiteY83" fmla="*/ 1438435 h 1840015"/>
                <a:gd name="connsiteX84" fmla="*/ 2689408 w 3419947"/>
                <a:gd name="connsiteY84" fmla="*/ 1435749 h 1840015"/>
                <a:gd name="connsiteX85" fmla="*/ 2686717 w 3419947"/>
                <a:gd name="connsiteY85" fmla="*/ 1430377 h 1840015"/>
                <a:gd name="connsiteX86" fmla="*/ 2685372 w 3419947"/>
                <a:gd name="connsiteY86" fmla="*/ 1427691 h 1840015"/>
                <a:gd name="connsiteX87" fmla="*/ 2681336 w 3419947"/>
                <a:gd name="connsiteY87" fmla="*/ 1427691 h 1840015"/>
                <a:gd name="connsiteX88" fmla="*/ 2678645 w 3419947"/>
                <a:gd name="connsiteY88" fmla="*/ 1425005 h 1840015"/>
                <a:gd name="connsiteX89" fmla="*/ 2673263 w 3419947"/>
                <a:gd name="connsiteY89" fmla="*/ 1423662 h 1840015"/>
                <a:gd name="connsiteX90" fmla="*/ 2670572 w 3419947"/>
                <a:gd name="connsiteY90" fmla="*/ 1426348 h 1840015"/>
                <a:gd name="connsiteX91" fmla="*/ 2666536 w 3419947"/>
                <a:gd name="connsiteY91" fmla="*/ 1426348 h 1840015"/>
                <a:gd name="connsiteX92" fmla="*/ 2663845 w 3419947"/>
                <a:gd name="connsiteY92" fmla="*/ 1429034 h 1840015"/>
                <a:gd name="connsiteX93" fmla="*/ 2663845 w 3419947"/>
                <a:gd name="connsiteY93" fmla="*/ 1433063 h 1840015"/>
                <a:gd name="connsiteX94" fmla="*/ 2661155 w 3419947"/>
                <a:gd name="connsiteY94" fmla="*/ 1434406 h 1840015"/>
                <a:gd name="connsiteX95" fmla="*/ 2658464 w 3419947"/>
                <a:gd name="connsiteY95" fmla="*/ 1434406 h 1840015"/>
                <a:gd name="connsiteX96" fmla="*/ 2657119 w 3419947"/>
                <a:gd name="connsiteY96" fmla="*/ 1439779 h 1840015"/>
                <a:gd name="connsiteX97" fmla="*/ 2649047 w 3419947"/>
                <a:gd name="connsiteY97" fmla="*/ 1439779 h 1840015"/>
                <a:gd name="connsiteX98" fmla="*/ 2646356 w 3419947"/>
                <a:gd name="connsiteY98" fmla="*/ 1439779 h 1840015"/>
                <a:gd name="connsiteX99" fmla="*/ 2645011 w 3419947"/>
                <a:gd name="connsiteY99" fmla="*/ 1443808 h 1840015"/>
                <a:gd name="connsiteX100" fmla="*/ 2645011 w 3419947"/>
                <a:gd name="connsiteY100" fmla="*/ 1447837 h 1840015"/>
                <a:gd name="connsiteX101" fmla="*/ 2642320 w 3419947"/>
                <a:gd name="connsiteY101" fmla="*/ 1449180 h 1840015"/>
                <a:gd name="connsiteX102" fmla="*/ 2640975 w 3419947"/>
                <a:gd name="connsiteY102" fmla="*/ 1454552 h 1840015"/>
                <a:gd name="connsiteX103" fmla="*/ 2640975 w 3419947"/>
                <a:gd name="connsiteY103" fmla="*/ 1457239 h 1840015"/>
                <a:gd name="connsiteX104" fmla="*/ 2638284 w 3419947"/>
                <a:gd name="connsiteY104" fmla="*/ 1458582 h 1840015"/>
                <a:gd name="connsiteX105" fmla="*/ 2635593 w 3419947"/>
                <a:gd name="connsiteY105" fmla="*/ 1461268 h 1840015"/>
                <a:gd name="connsiteX106" fmla="*/ 2628866 w 3419947"/>
                <a:gd name="connsiteY106" fmla="*/ 1462611 h 1840015"/>
                <a:gd name="connsiteX107" fmla="*/ 2626175 w 3419947"/>
                <a:gd name="connsiteY107" fmla="*/ 1463954 h 1840015"/>
                <a:gd name="connsiteX108" fmla="*/ 2622139 w 3419947"/>
                <a:gd name="connsiteY108" fmla="*/ 1462611 h 1840015"/>
                <a:gd name="connsiteX109" fmla="*/ 2619448 w 3419947"/>
                <a:gd name="connsiteY109" fmla="*/ 1465297 h 1840015"/>
                <a:gd name="connsiteX110" fmla="*/ 2616757 w 3419947"/>
                <a:gd name="connsiteY110" fmla="*/ 1466640 h 1840015"/>
                <a:gd name="connsiteX111" fmla="*/ 2615412 w 3419947"/>
                <a:gd name="connsiteY111" fmla="*/ 1462611 h 1840015"/>
                <a:gd name="connsiteX112" fmla="*/ 2612721 w 3419947"/>
                <a:gd name="connsiteY112" fmla="*/ 1459925 h 1840015"/>
                <a:gd name="connsiteX113" fmla="*/ 2608685 w 3419947"/>
                <a:gd name="connsiteY113" fmla="*/ 1459925 h 1840015"/>
                <a:gd name="connsiteX114" fmla="*/ 2604649 w 3419947"/>
                <a:gd name="connsiteY114" fmla="*/ 1462611 h 1840015"/>
                <a:gd name="connsiteX115" fmla="*/ 2600613 w 3419947"/>
                <a:gd name="connsiteY115" fmla="*/ 1463954 h 1840015"/>
                <a:gd name="connsiteX116" fmla="*/ 2599267 w 3419947"/>
                <a:gd name="connsiteY116" fmla="*/ 1461268 h 1840015"/>
                <a:gd name="connsiteX117" fmla="*/ 2595232 w 3419947"/>
                <a:gd name="connsiteY117" fmla="*/ 1455895 h 1840015"/>
                <a:gd name="connsiteX118" fmla="*/ 2592541 w 3419947"/>
                <a:gd name="connsiteY118" fmla="*/ 1454552 h 1840015"/>
                <a:gd name="connsiteX119" fmla="*/ 2587160 w 3419947"/>
                <a:gd name="connsiteY119" fmla="*/ 1447837 h 1840015"/>
                <a:gd name="connsiteX120" fmla="*/ 2587160 w 3419947"/>
                <a:gd name="connsiteY120" fmla="*/ 1443808 h 1840015"/>
                <a:gd name="connsiteX121" fmla="*/ 2588505 w 3419947"/>
                <a:gd name="connsiteY121" fmla="*/ 1442465 h 1840015"/>
                <a:gd name="connsiteX122" fmla="*/ 2589850 w 3419947"/>
                <a:gd name="connsiteY122" fmla="*/ 1437092 h 1840015"/>
                <a:gd name="connsiteX123" fmla="*/ 2588505 w 3419947"/>
                <a:gd name="connsiteY123" fmla="*/ 1433063 h 1840015"/>
                <a:gd name="connsiteX124" fmla="*/ 2587160 w 3419947"/>
                <a:gd name="connsiteY124" fmla="*/ 1429034 h 1840015"/>
                <a:gd name="connsiteX125" fmla="*/ 2583123 w 3419947"/>
                <a:gd name="connsiteY125" fmla="*/ 1429034 h 1840015"/>
                <a:gd name="connsiteX126" fmla="*/ 2583123 w 3419947"/>
                <a:gd name="connsiteY126" fmla="*/ 1426348 h 1840015"/>
                <a:gd name="connsiteX127" fmla="*/ 2583123 w 3419947"/>
                <a:gd name="connsiteY127" fmla="*/ 1422319 h 1840015"/>
                <a:gd name="connsiteX128" fmla="*/ 2585814 w 3419947"/>
                <a:gd name="connsiteY128" fmla="*/ 1419632 h 1840015"/>
                <a:gd name="connsiteX129" fmla="*/ 2585814 w 3419947"/>
                <a:gd name="connsiteY129" fmla="*/ 1416946 h 1840015"/>
                <a:gd name="connsiteX130" fmla="*/ 2583123 w 3419947"/>
                <a:gd name="connsiteY130" fmla="*/ 1415603 h 1840015"/>
                <a:gd name="connsiteX131" fmla="*/ 2580433 w 3419947"/>
                <a:gd name="connsiteY131" fmla="*/ 1415603 h 1840015"/>
                <a:gd name="connsiteX132" fmla="*/ 2577742 w 3419947"/>
                <a:gd name="connsiteY132" fmla="*/ 1416946 h 1840015"/>
                <a:gd name="connsiteX133" fmla="*/ 2575051 w 3419947"/>
                <a:gd name="connsiteY133" fmla="*/ 1416946 h 1840015"/>
                <a:gd name="connsiteX134" fmla="*/ 2572360 w 3419947"/>
                <a:gd name="connsiteY134" fmla="*/ 1418289 h 1840015"/>
                <a:gd name="connsiteX135" fmla="*/ 2568324 w 3419947"/>
                <a:gd name="connsiteY135" fmla="*/ 1416946 h 1840015"/>
                <a:gd name="connsiteX136" fmla="*/ 2565633 w 3419947"/>
                <a:gd name="connsiteY136" fmla="*/ 1415603 h 1840015"/>
                <a:gd name="connsiteX137" fmla="*/ 2562942 w 3419947"/>
                <a:gd name="connsiteY137" fmla="*/ 1415603 h 1840015"/>
                <a:gd name="connsiteX138" fmla="*/ 2561597 w 3419947"/>
                <a:gd name="connsiteY138" fmla="*/ 1414260 h 1840015"/>
                <a:gd name="connsiteX139" fmla="*/ 2556215 w 3419947"/>
                <a:gd name="connsiteY139" fmla="*/ 1411574 h 1840015"/>
                <a:gd name="connsiteX140" fmla="*/ 2556215 w 3419947"/>
                <a:gd name="connsiteY140" fmla="*/ 1408888 h 1840015"/>
                <a:gd name="connsiteX141" fmla="*/ 2553525 w 3419947"/>
                <a:gd name="connsiteY141" fmla="*/ 1406202 h 1840015"/>
                <a:gd name="connsiteX142" fmla="*/ 2552179 w 3419947"/>
                <a:gd name="connsiteY142" fmla="*/ 1406202 h 1840015"/>
                <a:gd name="connsiteX143" fmla="*/ 2549488 w 3419947"/>
                <a:gd name="connsiteY143" fmla="*/ 1403516 h 1840015"/>
                <a:gd name="connsiteX144" fmla="*/ 2548143 w 3419947"/>
                <a:gd name="connsiteY144" fmla="*/ 1400829 h 1840015"/>
                <a:gd name="connsiteX145" fmla="*/ 2545452 w 3419947"/>
                <a:gd name="connsiteY145" fmla="*/ 1400829 h 1840015"/>
                <a:gd name="connsiteX146" fmla="*/ 2542762 w 3419947"/>
                <a:gd name="connsiteY146" fmla="*/ 1398143 h 1840015"/>
                <a:gd name="connsiteX147" fmla="*/ 2541416 w 3419947"/>
                <a:gd name="connsiteY147" fmla="*/ 1395457 h 1840015"/>
                <a:gd name="connsiteX148" fmla="*/ 2538726 w 3419947"/>
                <a:gd name="connsiteY148" fmla="*/ 1394114 h 1840015"/>
                <a:gd name="connsiteX149" fmla="*/ 2536035 w 3419947"/>
                <a:gd name="connsiteY149" fmla="*/ 1394114 h 1840015"/>
                <a:gd name="connsiteX150" fmla="*/ 2534690 w 3419947"/>
                <a:gd name="connsiteY150" fmla="*/ 1396800 h 1840015"/>
                <a:gd name="connsiteX151" fmla="*/ 2531999 w 3419947"/>
                <a:gd name="connsiteY151" fmla="*/ 1395457 h 1840015"/>
                <a:gd name="connsiteX152" fmla="*/ 2529308 w 3419947"/>
                <a:gd name="connsiteY152" fmla="*/ 1396800 h 1840015"/>
                <a:gd name="connsiteX153" fmla="*/ 2527963 w 3419947"/>
                <a:gd name="connsiteY153" fmla="*/ 1398143 h 1840015"/>
                <a:gd name="connsiteX154" fmla="*/ 2525272 w 3419947"/>
                <a:gd name="connsiteY154" fmla="*/ 1396800 h 1840015"/>
                <a:gd name="connsiteX155" fmla="*/ 2523927 w 3419947"/>
                <a:gd name="connsiteY155" fmla="*/ 1395457 h 1840015"/>
                <a:gd name="connsiteX156" fmla="*/ 2521236 w 3419947"/>
                <a:gd name="connsiteY156" fmla="*/ 1394114 h 1840015"/>
                <a:gd name="connsiteX157" fmla="*/ 2515854 w 3419947"/>
                <a:gd name="connsiteY157" fmla="*/ 1394114 h 1840015"/>
                <a:gd name="connsiteX158" fmla="*/ 2514509 w 3419947"/>
                <a:gd name="connsiteY158" fmla="*/ 1392771 h 1840015"/>
                <a:gd name="connsiteX159" fmla="*/ 2517200 w 3419947"/>
                <a:gd name="connsiteY159" fmla="*/ 1390085 h 1840015"/>
                <a:gd name="connsiteX160" fmla="*/ 2517200 w 3419947"/>
                <a:gd name="connsiteY160" fmla="*/ 1388742 h 1840015"/>
                <a:gd name="connsiteX161" fmla="*/ 2514509 w 3419947"/>
                <a:gd name="connsiteY161" fmla="*/ 1388742 h 1840015"/>
                <a:gd name="connsiteX162" fmla="*/ 2511818 w 3419947"/>
                <a:gd name="connsiteY162" fmla="*/ 1391428 h 1840015"/>
                <a:gd name="connsiteX163" fmla="*/ 2506437 w 3419947"/>
                <a:gd name="connsiteY163" fmla="*/ 1390085 h 1840015"/>
                <a:gd name="connsiteX164" fmla="*/ 2503746 w 3419947"/>
                <a:gd name="connsiteY164" fmla="*/ 1391428 h 1840015"/>
                <a:gd name="connsiteX165" fmla="*/ 2501055 w 3419947"/>
                <a:gd name="connsiteY165" fmla="*/ 1390085 h 1840015"/>
                <a:gd name="connsiteX166" fmla="*/ 2498364 w 3419947"/>
                <a:gd name="connsiteY166" fmla="*/ 1391428 h 1840015"/>
                <a:gd name="connsiteX167" fmla="*/ 2495673 w 3419947"/>
                <a:gd name="connsiteY167" fmla="*/ 1391428 h 1840015"/>
                <a:gd name="connsiteX168" fmla="*/ 2494328 w 3419947"/>
                <a:gd name="connsiteY168" fmla="*/ 1388742 h 1840015"/>
                <a:gd name="connsiteX169" fmla="*/ 2490292 w 3419947"/>
                <a:gd name="connsiteY169" fmla="*/ 1387398 h 1840015"/>
                <a:gd name="connsiteX170" fmla="*/ 2484910 w 3419947"/>
                <a:gd name="connsiteY170" fmla="*/ 1382026 h 1840015"/>
                <a:gd name="connsiteX171" fmla="*/ 2482220 w 3419947"/>
                <a:gd name="connsiteY171" fmla="*/ 1376654 h 1840015"/>
                <a:gd name="connsiteX172" fmla="*/ 2482220 w 3419947"/>
                <a:gd name="connsiteY172" fmla="*/ 1372625 h 1840015"/>
                <a:gd name="connsiteX173" fmla="*/ 2480875 w 3419947"/>
                <a:gd name="connsiteY173" fmla="*/ 1368595 h 1840015"/>
                <a:gd name="connsiteX174" fmla="*/ 2478184 w 3419947"/>
                <a:gd name="connsiteY174" fmla="*/ 1368595 h 1840015"/>
                <a:gd name="connsiteX175" fmla="*/ 2475493 w 3419947"/>
                <a:gd name="connsiteY175" fmla="*/ 1367252 h 1840015"/>
                <a:gd name="connsiteX176" fmla="*/ 2475493 w 3419947"/>
                <a:gd name="connsiteY176" fmla="*/ 1361880 h 1840015"/>
                <a:gd name="connsiteX177" fmla="*/ 2474148 w 3419947"/>
                <a:gd name="connsiteY177" fmla="*/ 1360537 h 1840015"/>
                <a:gd name="connsiteX178" fmla="*/ 2472803 w 3419947"/>
                <a:gd name="connsiteY178" fmla="*/ 1355165 h 1840015"/>
                <a:gd name="connsiteX179" fmla="*/ 2471457 w 3419947"/>
                <a:gd name="connsiteY179" fmla="*/ 1349792 h 1840015"/>
                <a:gd name="connsiteX180" fmla="*/ 2460694 w 3419947"/>
                <a:gd name="connsiteY180" fmla="*/ 1341734 h 1840015"/>
                <a:gd name="connsiteX181" fmla="*/ 2455312 w 3419947"/>
                <a:gd name="connsiteY181" fmla="*/ 1335019 h 1840015"/>
                <a:gd name="connsiteX182" fmla="*/ 2455312 w 3419947"/>
                <a:gd name="connsiteY182" fmla="*/ 1332332 h 1840015"/>
                <a:gd name="connsiteX183" fmla="*/ 2452622 w 3419947"/>
                <a:gd name="connsiteY183" fmla="*/ 1328303 h 1840015"/>
                <a:gd name="connsiteX184" fmla="*/ 2449931 w 3419947"/>
                <a:gd name="connsiteY184" fmla="*/ 1329646 h 1840015"/>
                <a:gd name="connsiteX185" fmla="*/ 2448585 w 3419947"/>
                <a:gd name="connsiteY185" fmla="*/ 1328303 h 1840015"/>
                <a:gd name="connsiteX186" fmla="*/ 2449931 w 3419947"/>
                <a:gd name="connsiteY186" fmla="*/ 1325617 h 1840015"/>
                <a:gd name="connsiteX187" fmla="*/ 2449931 w 3419947"/>
                <a:gd name="connsiteY187" fmla="*/ 1322931 h 1840015"/>
                <a:gd name="connsiteX188" fmla="*/ 2447240 w 3419947"/>
                <a:gd name="connsiteY188" fmla="*/ 1320245 h 1840015"/>
                <a:gd name="connsiteX189" fmla="*/ 2445895 w 3419947"/>
                <a:gd name="connsiteY189" fmla="*/ 1316216 h 1840015"/>
                <a:gd name="connsiteX190" fmla="*/ 2443204 w 3419947"/>
                <a:gd name="connsiteY190" fmla="*/ 1314872 h 1840015"/>
                <a:gd name="connsiteX191" fmla="*/ 2441858 w 3419947"/>
                <a:gd name="connsiteY191" fmla="*/ 1310843 h 1840015"/>
                <a:gd name="connsiteX192" fmla="*/ 2439168 w 3419947"/>
                <a:gd name="connsiteY192" fmla="*/ 1306814 h 1840015"/>
                <a:gd name="connsiteX193" fmla="*/ 2436477 w 3419947"/>
                <a:gd name="connsiteY193" fmla="*/ 1302785 h 1840015"/>
                <a:gd name="connsiteX194" fmla="*/ 2431095 w 3419947"/>
                <a:gd name="connsiteY194" fmla="*/ 1298756 h 1840015"/>
                <a:gd name="connsiteX195" fmla="*/ 2431095 w 3419947"/>
                <a:gd name="connsiteY195" fmla="*/ 1296069 h 1840015"/>
                <a:gd name="connsiteX196" fmla="*/ 2432441 w 3419947"/>
                <a:gd name="connsiteY196" fmla="*/ 1292040 h 1840015"/>
                <a:gd name="connsiteX197" fmla="*/ 2431095 w 3419947"/>
                <a:gd name="connsiteY197" fmla="*/ 1289354 h 1840015"/>
                <a:gd name="connsiteX198" fmla="*/ 2424369 w 3419947"/>
                <a:gd name="connsiteY198" fmla="*/ 1289354 h 1840015"/>
                <a:gd name="connsiteX199" fmla="*/ 2423023 w 3419947"/>
                <a:gd name="connsiteY199" fmla="*/ 1288011 h 1840015"/>
                <a:gd name="connsiteX200" fmla="*/ 2423023 w 3419947"/>
                <a:gd name="connsiteY200" fmla="*/ 1285325 h 1840015"/>
                <a:gd name="connsiteX201" fmla="*/ 2421678 w 3419947"/>
                <a:gd name="connsiteY201" fmla="*/ 1282639 h 1840015"/>
                <a:gd name="connsiteX202" fmla="*/ 2421678 w 3419947"/>
                <a:gd name="connsiteY202" fmla="*/ 1278609 h 1840015"/>
                <a:gd name="connsiteX203" fmla="*/ 2420333 w 3419947"/>
                <a:gd name="connsiteY203" fmla="*/ 1275923 h 1840015"/>
                <a:gd name="connsiteX204" fmla="*/ 2417642 w 3419947"/>
                <a:gd name="connsiteY204" fmla="*/ 1274580 h 1840015"/>
                <a:gd name="connsiteX205" fmla="*/ 2417642 w 3419947"/>
                <a:gd name="connsiteY205" fmla="*/ 1271894 h 1840015"/>
                <a:gd name="connsiteX206" fmla="*/ 2416297 w 3419947"/>
                <a:gd name="connsiteY206" fmla="*/ 1270551 h 1840015"/>
                <a:gd name="connsiteX207" fmla="*/ 2413606 w 3419947"/>
                <a:gd name="connsiteY207" fmla="*/ 1270551 h 1840015"/>
                <a:gd name="connsiteX208" fmla="*/ 2409570 w 3419947"/>
                <a:gd name="connsiteY208" fmla="*/ 1269208 h 1840015"/>
                <a:gd name="connsiteX209" fmla="*/ 2408224 w 3419947"/>
                <a:gd name="connsiteY209" fmla="*/ 1266522 h 1840015"/>
                <a:gd name="connsiteX210" fmla="*/ 2409570 w 3419947"/>
                <a:gd name="connsiteY210" fmla="*/ 1263835 h 1840015"/>
                <a:gd name="connsiteX211" fmla="*/ 2406879 w 3419947"/>
                <a:gd name="connsiteY211" fmla="*/ 1261149 h 1840015"/>
                <a:gd name="connsiteX212" fmla="*/ 2402843 w 3419947"/>
                <a:gd name="connsiteY212" fmla="*/ 1259806 h 1840015"/>
                <a:gd name="connsiteX213" fmla="*/ 2400152 w 3419947"/>
                <a:gd name="connsiteY213" fmla="*/ 1262492 h 1840015"/>
                <a:gd name="connsiteX214" fmla="*/ 2398807 w 3419947"/>
                <a:gd name="connsiteY214" fmla="*/ 1259806 h 1840015"/>
                <a:gd name="connsiteX215" fmla="*/ 2396116 w 3419947"/>
                <a:gd name="connsiteY215" fmla="*/ 1259806 h 1840015"/>
                <a:gd name="connsiteX216" fmla="*/ 2394770 w 3419947"/>
                <a:gd name="connsiteY216" fmla="*/ 1257120 h 1840015"/>
                <a:gd name="connsiteX217" fmla="*/ 2394770 w 3419947"/>
                <a:gd name="connsiteY217" fmla="*/ 1254434 h 1840015"/>
                <a:gd name="connsiteX218" fmla="*/ 2393425 w 3419947"/>
                <a:gd name="connsiteY218" fmla="*/ 1251748 h 1840015"/>
                <a:gd name="connsiteX219" fmla="*/ 2390734 w 3419947"/>
                <a:gd name="connsiteY219" fmla="*/ 1250405 h 1840015"/>
                <a:gd name="connsiteX220" fmla="*/ 2388043 w 3419947"/>
                <a:gd name="connsiteY220" fmla="*/ 1250405 h 1840015"/>
                <a:gd name="connsiteX221" fmla="*/ 2385353 w 3419947"/>
                <a:gd name="connsiteY221" fmla="*/ 1247719 h 1840015"/>
                <a:gd name="connsiteX222" fmla="*/ 2384007 w 3419947"/>
                <a:gd name="connsiteY222" fmla="*/ 1249062 h 1840015"/>
                <a:gd name="connsiteX223" fmla="*/ 2379971 w 3419947"/>
                <a:gd name="connsiteY223" fmla="*/ 1249062 h 1840015"/>
                <a:gd name="connsiteX224" fmla="*/ 2377280 w 3419947"/>
                <a:gd name="connsiteY224" fmla="*/ 1247719 h 1840015"/>
                <a:gd name="connsiteX225" fmla="*/ 2374589 w 3419947"/>
                <a:gd name="connsiteY225" fmla="*/ 1249062 h 1840015"/>
                <a:gd name="connsiteX226" fmla="*/ 2374589 w 3419947"/>
                <a:gd name="connsiteY226" fmla="*/ 1251748 h 1840015"/>
                <a:gd name="connsiteX227" fmla="*/ 2371899 w 3419947"/>
                <a:gd name="connsiteY227" fmla="*/ 1253091 h 1840015"/>
                <a:gd name="connsiteX228" fmla="*/ 2367863 w 3419947"/>
                <a:gd name="connsiteY228" fmla="*/ 1250405 h 1840015"/>
                <a:gd name="connsiteX229" fmla="*/ 2366517 w 3419947"/>
                <a:gd name="connsiteY229" fmla="*/ 1249062 h 1840015"/>
                <a:gd name="connsiteX230" fmla="*/ 2363827 w 3419947"/>
                <a:gd name="connsiteY230" fmla="*/ 1250405 h 1840015"/>
                <a:gd name="connsiteX231" fmla="*/ 2357100 w 3419947"/>
                <a:gd name="connsiteY231" fmla="*/ 1250405 h 1840015"/>
                <a:gd name="connsiteX232" fmla="*/ 2355755 w 3419947"/>
                <a:gd name="connsiteY232" fmla="*/ 1247719 h 1840015"/>
                <a:gd name="connsiteX233" fmla="*/ 2353064 w 3419947"/>
                <a:gd name="connsiteY233" fmla="*/ 1245032 h 1840015"/>
                <a:gd name="connsiteX234" fmla="*/ 2344992 w 3419947"/>
                <a:gd name="connsiteY234" fmla="*/ 1243689 h 1840015"/>
                <a:gd name="connsiteX235" fmla="*/ 2340955 w 3419947"/>
                <a:gd name="connsiteY235" fmla="*/ 1241003 h 1840015"/>
                <a:gd name="connsiteX236" fmla="*/ 2336919 w 3419947"/>
                <a:gd name="connsiteY236" fmla="*/ 1241003 h 1840015"/>
                <a:gd name="connsiteX237" fmla="*/ 2334228 w 3419947"/>
                <a:gd name="connsiteY237" fmla="*/ 1239660 h 1840015"/>
                <a:gd name="connsiteX238" fmla="*/ 2332883 w 3419947"/>
                <a:gd name="connsiteY238" fmla="*/ 1241003 h 1840015"/>
                <a:gd name="connsiteX239" fmla="*/ 2324811 w 3419947"/>
                <a:gd name="connsiteY239" fmla="*/ 1242346 h 1840015"/>
                <a:gd name="connsiteX240" fmla="*/ 2323465 w 3419947"/>
                <a:gd name="connsiteY240" fmla="*/ 1246375 h 1840015"/>
                <a:gd name="connsiteX241" fmla="*/ 2320774 w 3419947"/>
                <a:gd name="connsiteY241" fmla="*/ 1246375 h 1840015"/>
                <a:gd name="connsiteX242" fmla="*/ 2318084 w 3419947"/>
                <a:gd name="connsiteY242" fmla="*/ 1249062 h 1840015"/>
                <a:gd name="connsiteX243" fmla="*/ 2312702 w 3419947"/>
                <a:gd name="connsiteY243" fmla="*/ 1249062 h 1840015"/>
                <a:gd name="connsiteX244" fmla="*/ 2310012 w 3419947"/>
                <a:gd name="connsiteY244" fmla="*/ 1249062 h 1840015"/>
                <a:gd name="connsiteX245" fmla="*/ 2304631 w 3419947"/>
                <a:gd name="connsiteY245" fmla="*/ 1247719 h 1840015"/>
                <a:gd name="connsiteX246" fmla="*/ 2301940 w 3419947"/>
                <a:gd name="connsiteY246" fmla="*/ 1250405 h 1840015"/>
                <a:gd name="connsiteX247" fmla="*/ 2297904 w 3419947"/>
                <a:gd name="connsiteY247" fmla="*/ 1250405 h 1840015"/>
                <a:gd name="connsiteX248" fmla="*/ 2295213 w 3419947"/>
                <a:gd name="connsiteY248" fmla="*/ 1254434 h 1840015"/>
                <a:gd name="connsiteX249" fmla="*/ 2291177 w 3419947"/>
                <a:gd name="connsiteY249" fmla="*/ 1255777 h 1840015"/>
                <a:gd name="connsiteX250" fmla="*/ 2287140 w 3419947"/>
                <a:gd name="connsiteY250" fmla="*/ 1255777 h 1840015"/>
                <a:gd name="connsiteX251" fmla="*/ 2285795 w 3419947"/>
                <a:gd name="connsiteY251" fmla="*/ 1257120 h 1840015"/>
                <a:gd name="connsiteX252" fmla="*/ 2283104 w 3419947"/>
                <a:gd name="connsiteY252" fmla="*/ 1257120 h 1840015"/>
                <a:gd name="connsiteX253" fmla="*/ 2280413 w 3419947"/>
                <a:gd name="connsiteY253" fmla="*/ 1258463 h 1840015"/>
                <a:gd name="connsiteX254" fmla="*/ 2273686 w 3419947"/>
                <a:gd name="connsiteY254" fmla="*/ 1259806 h 1840015"/>
                <a:gd name="connsiteX255" fmla="*/ 2270996 w 3419947"/>
                <a:gd name="connsiteY255" fmla="*/ 1262492 h 1840015"/>
                <a:gd name="connsiteX256" fmla="*/ 2270996 w 3419947"/>
                <a:gd name="connsiteY256" fmla="*/ 1265179 h 1840015"/>
                <a:gd name="connsiteX257" fmla="*/ 2266959 w 3419947"/>
                <a:gd name="connsiteY257" fmla="*/ 1269208 h 1840015"/>
                <a:gd name="connsiteX258" fmla="*/ 2265614 w 3419947"/>
                <a:gd name="connsiteY258" fmla="*/ 1274580 h 1840015"/>
                <a:gd name="connsiteX259" fmla="*/ 2262923 w 3419947"/>
                <a:gd name="connsiteY259" fmla="*/ 1277266 h 1840015"/>
                <a:gd name="connsiteX260" fmla="*/ 2262923 w 3419947"/>
                <a:gd name="connsiteY260" fmla="*/ 1279952 h 1840015"/>
                <a:gd name="connsiteX261" fmla="*/ 2261578 w 3419947"/>
                <a:gd name="connsiteY261" fmla="*/ 1282639 h 1840015"/>
                <a:gd name="connsiteX262" fmla="*/ 2261578 w 3419947"/>
                <a:gd name="connsiteY262" fmla="*/ 1289354 h 1840015"/>
                <a:gd name="connsiteX263" fmla="*/ 2262923 w 3419947"/>
                <a:gd name="connsiteY263" fmla="*/ 1290697 h 1840015"/>
                <a:gd name="connsiteX264" fmla="*/ 2265614 w 3419947"/>
                <a:gd name="connsiteY264" fmla="*/ 1290697 h 1840015"/>
                <a:gd name="connsiteX265" fmla="*/ 2270996 w 3419947"/>
                <a:gd name="connsiteY265" fmla="*/ 1286668 h 1840015"/>
                <a:gd name="connsiteX266" fmla="*/ 2275032 w 3419947"/>
                <a:gd name="connsiteY266" fmla="*/ 1285325 h 1840015"/>
                <a:gd name="connsiteX267" fmla="*/ 2277723 w 3419947"/>
                <a:gd name="connsiteY267" fmla="*/ 1286668 h 1840015"/>
                <a:gd name="connsiteX268" fmla="*/ 2281759 w 3419947"/>
                <a:gd name="connsiteY268" fmla="*/ 1293383 h 1840015"/>
                <a:gd name="connsiteX269" fmla="*/ 2284450 w 3419947"/>
                <a:gd name="connsiteY269" fmla="*/ 1298756 h 1840015"/>
                <a:gd name="connsiteX270" fmla="*/ 2288486 w 3419947"/>
                <a:gd name="connsiteY270" fmla="*/ 1301442 h 1840015"/>
                <a:gd name="connsiteX271" fmla="*/ 2288486 w 3419947"/>
                <a:gd name="connsiteY271" fmla="*/ 1305471 h 1840015"/>
                <a:gd name="connsiteX272" fmla="*/ 2289831 w 3419947"/>
                <a:gd name="connsiteY272" fmla="*/ 1308157 h 1840015"/>
                <a:gd name="connsiteX273" fmla="*/ 2289831 w 3419947"/>
                <a:gd name="connsiteY273" fmla="*/ 1314872 h 1840015"/>
                <a:gd name="connsiteX274" fmla="*/ 2287140 w 3419947"/>
                <a:gd name="connsiteY274" fmla="*/ 1317559 h 1840015"/>
                <a:gd name="connsiteX275" fmla="*/ 2284450 w 3419947"/>
                <a:gd name="connsiteY275" fmla="*/ 1322931 h 1840015"/>
                <a:gd name="connsiteX276" fmla="*/ 2283104 w 3419947"/>
                <a:gd name="connsiteY276" fmla="*/ 1328303 h 1840015"/>
                <a:gd name="connsiteX277" fmla="*/ 2280413 w 3419947"/>
                <a:gd name="connsiteY277" fmla="*/ 1330989 h 1840015"/>
                <a:gd name="connsiteX278" fmla="*/ 2277723 w 3419947"/>
                <a:gd name="connsiteY278" fmla="*/ 1336362 h 1840015"/>
                <a:gd name="connsiteX279" fmla="*/ 2277723 w 3419947"/>
                <a:gd name="connsiteY279" fmla="*/ 1341734 h 1840015"/>
                <a:gd name="connsiteX280" fmla="*/ 2280413 w 3419947"/>
                <a:gd name="connsiteY280" fmla="*/ 1345763 h 1840015"/>
                <a:gd name="connsiteX281" fmla="*/ 2279068 w 3419947"/>
                <a:gd name="connsiteY281" fmla="*/ 1348449 h 1840015"/>
                <a:gd name="connsiteX282" fmla="*/ 2280413 w 3419947"/>
                <a:gd name="connsiteY282" fmla="*/ 1353822 h 1840015"/>
                <a:gd name="connsiteX283" fmla="*/ 2283104 w 3419947"/>
                <a:gd name="connsiteY283" fmla="*/ 1356508 h 1840015"/>
                <a:gd name="connsiteX284" fmla="*/ 2283104 w 3419947"/>
                <a:gd name="connsiteY284" fmla="*/ 1361880 h 1840015"/>
                <a:gd name="connsiteX285" fmla="*/ 2280413 w 3419947"/>
                <a:gd name="connsiteY285" fmla="*/ 1363223 h 1840015"/>
                <a:gd name="connsiteX286" fmla="*/ 2279068 w 3419947"/>
                <a:gd name="connsiteY286" fmla="*/ 1365909 h 1840015"/>
                <a:gd name="connsiteX287" fmla="*/ 2280413 w 3419947"/>
                <a:gd name="connsiteY287" fmla="*/ 1369939 h 1840015"/>
                <a:gd name="connsiteX288" fmla="*/ 2280413 w 3419947"/>
                <a:gd name="connsiteY288" fmla="*/ 1377997 h 1840015"/>
                <a:gd name="connsiteX289" fmla="*/ 2279068 w 3419947"/>
                <a:gd name="connsiteY289" fmla="*/ 1380683 h 1840015"/>
                <a:gd name="connsiteX290" fmla="*/ 2279068 w 3419947"/>
                <a:gd name="connsiteY290" fmla="*/ 1387398 h 1840015"/>
                <a:gd name="connsiteX291" fmla="*/ 2281759 w 3419947"/>
                <a:gd name="connsiteY291" fmla="*/ 1387398 h 1840015"/>
                <a:gd name="connsiteX292" fmla="*/ 2283104 w 3419947"/>
                <a:gd name="connsiteY292" fmla="*/ 1388742 h 1840015"/>
                <a:gd name="connsiteX293" fmla="*/ 2285795 w 3419947"/>
                <a:gd name="connsiteY293" fmla="*/ 1387398 h 1840015"/>
                <a:gd name="connsiteX294" fmla="*/ 2288486 w 3419947"/>
                <a:gd name="connsiteY294" fmla="*/ 1388742 h 1840015"/>
                <a:gd name="connsiteX295" fmla="*/ 2289831 w 3419947"/>
                <a:gd name="connsiteY295" fmla="*/ 1394114 h 1840015"/>
                <a:gd name="connsiteX296" fmla="*/ 2288486 w 3419947"/>
                <a:gd name="connsiteY296" fmla="*/ 1399486 h 1840015"/>
                <a:gd name="connsiteX297" fmla="*/ 2284450 w 3419947"/>
                <a:gd name="connsiteY297" fmla="*/ 1403516 h 1840015"/>
                <a:gd name="connsiteX298" fmla="*/ 2275032 w 3419947"/>
                <a:gd name="connsiteY298" fmla="*/ 1404859 h 1840015"/>
                <a:gd name="connsiteX299" fmla="*/ 2269650 w 3419947"/>
                <a:gd name="connsiteY299" fmla="*/ 1408888 h 1840015"/>
                <a:gd name="connsiteX300" fmla="*/ 2257542 w 3419947"/>
                <a:gd name="connsiteY300" fmla="*/ 1420975 h 1840015"/>
                <a:gd name="connsiteX301" fmla="*/ 2254851 w 3419947"/>
                <a:gd name="connsiteY301" fmla="*/ 1420975 h 1840015"/>
                <a:gd name="connsiteX302" fmla="*/ 2250815 w 3419947"/>
                <a:gd name="connsiteY302" fmla="*/ 1418289 h 1840015"/>
                <a:gd name="connsiteX303" fmla="*/ 2242743 w 3419947"/>
                <a:gd name="connsiteY303" fmla="*/ 1416946 h 1840015"/>
                <a:gd name="connsiteX304" fmla="*/ 2238707 w 3419947"/>
                <a:gd name="connsiteY304" fmla="*/ 1418289 h 1840015"/>
                <a:gd name="connsiteX305" fmla="*/ 2237362 w 3419947"/>
                <a:gd name="connsiteY305" fmla="*/ 1416946 h 1840015"/>
                <a:gd name="connsiteX306" fmla="*/ 2233325 w 3419947"/>
                <a:gd name="connsiteY306" fmla="*/ 1416946 h 1840015"/>
                <a:gd name="connsiteX307" fmla="*/ 2230635 w 3419947"/>
                <a:gd name="connsiteY307" fmla="*/ 1418289 h 1840015"/>
                <a:gd name="connsiteX308" fmla="*/ 2227944 w 3419947"/>
                <a:gd name="connsiteY308" fmla="*/ 1415603 h 1840015"/>
                <a:gd name="connsiteX309" fmla="*/ 2218526 w 3419947"/>
                <a:gd name="connsiteY309" fmla="*/ 1412917 h 1840015"/>
                <a:gd name="connsiteX310" fmla="*/ 2210454 w 3419947"/>
                <a:gd name="connsiteY310" fmla="*/ 1414260 h 1840015"/>
                <a:gd name="connsiteX311" fmla="*/ 2210454 w 3419947"/>
                <a:gd name="connsiteY311" fmla="*/ 1416946 h 1840015"/>
                <a:gd name="connsiteX312" fmla="*/ 2205072 w 3419947"/>
                <a:gd name="connsiteY312" fmla="*/ 1419632 h 1840015"/>
                <a:gd name="connsiteX313" fmla="*/ 2201036 w 3419947"/>
                <a:gd name="connsiteY313" fmla="*/ 1419632 h 1840015"/>
                <a:gd name="connsiteX314" fmla="*/ 2198345 w 3419947"/>
                <a:gd name="connsiteY314" fmla="*/ 1418289 h 1840015"/>
                <a:gd name="connsiteX315" fmla="*/ 2192964 w 3419947"/>
                <a:gd name="connsiteY315" fmla="*/ 1420975 h 1840015"/>
                <a:gd name="connsiteX316" fmla="*/ 2188928 w 3419947"/>
                <a:gd name="connsiteY316" fmla="*/ 1419632 h 1840015"/>
                <a:gd name="connsiteX317" fmla="*/ 2186237 w 3419947"/>
                <a:gd name="connsiteY317" fmla="*/ 1415603 h 1840015"/>
                <a:gd name="connsiteX318" fmla="*/ 2179510 w 3419947"/>
                <a:gd name="connsiteY318" fmla="*/ 1411574 h 1840015"/>
                <a:gd name="connsiteX319" fmla="*/ 2174129 w 3419947"/>
                <a:gd name="connsiteY319" fmla="*/ 1411574 h 1840015"/>
                <a:gd name="connsiteX320" fmla="*/ 2166056 w 3419947"/>
                <a:gd name="connsiteY320" fmla="*/ 1412917 h 1840015"/>
                <a:gd name="connsiteX321" fmla="*/ 2164711 w 3419947"/>
                <a:gd name="connsiteY321" fmla="*/ 1411574 h 1840015"/>
                <a:gd name="connsiteX322" fmla="*/ 2160675 w 3419947"/>
                <a:gd name="connsiteY322" fmla="*/ 1411574 h 1840015"/>
                <a:gd name="connsiteX323" fmla="*/ 2156639 w 3419947"/>
                <a:gd name="connsiteY323" fmla="*/ 1415603 h 1840015"/>
                <a:gd name="connsiteX324" fmla="*/ 2153948 w 3419947"/>
                <a:gd name="connsiteY324" fmla="*/ 1420975 h 1840015"/>
                <a:gd name="connsiteX325" fmla="*/ 2149912 w 3419947"/>
                <a:gd name="connsiteY325" fmla="*/ 1425005 h 1840015"/>
                <a:gd name="connsiteX326" fmla="*/ 2144530 w 3419947"/>
                <a:gd name="connsiteY326" fmla="*/ 1427691 h 1840015"/>
                <a:gd name="connsiteX327" fmla="*/ 2141839 w 3419947"/>
                <a:gd name="connsiteY327" fmla="*/ 1433063 h 1840015"/>
                <a:gd name="connsiteX328" fmla="*/ 2141839 w 3419947"/>
                <a:gd name="connsiteY328" fmla="*/ 1435749 h 1840015"/>
                <a:gd name="connsiteX329" fmla="*/ 2140494 w 3419947"/>
                <a:gd name="connsiteY329" fmla="*/ 1441122 h 1840015"/>
                <a:gd name="connsiteX330" fmla="*/ 2135113 w 3419947"/>
                <a:gd name="connsiteY330" fmla="*/ 1446494 h 1840015"/>
                <a:gd name="connsiteX331" fmla="*/ 2123005 w 3419947"/>
                <a:gd name="connsiteY331" fmla="*/ 1446494 h 1840015"/>
                <a:gd name="connsiteX332" fmla="*/ 2118968 w 3419947"/>
                <a:gd name="connsiteY332" fmla="*/ 1446494 h 1840015"/>
                <a:gd name="connsiteX333" fmla="*/ 2114932 w 3419947"/>
                <a:gd name="connsiteY333" fmla="*/ 1451866 h 1840015"/>
                <a:gd name="connsiteX334" fmla="*/ 2108205 w 3419947"/>
                <a:gd name="connsiteY334" fmla="*/ 1451866 h 1840015"/>
                <a:gd name="connsiteX335" fmla="*/ 2098787 w 3419947"/>
                <a:gd name="connsiteY335" fmla="*/ 1457239 h 1840015"/>
                <a:gd name="connsiteX336" fmla="*/ 2094751 w 3419947"/>
                <a:gd name="connsiteY336" fmla="*/ 1463954 h 1840015"/>
                <a:gd name="connsiteX337" fmla="*/ 2092060 w 3419947"/>
                <a:gd name="connsiteY337" fmla="*/ 1463954 h 1840015"/>
                <a:gd name="connsiteX338" fmla="*/ 2086679 w 3419947"/>
                <a:gd name="connsiteY338" fmla="*/ 1461268 h 1840015"/>
                <a:gd name="connsiteX339" fmla="*/ 2081297 w 3419947"/>
                <a:gd name="connsiteY339" fmla="*/ 1461268 h 1840015"/>
                <a:gd name="connsiteX340" fmla="*/ 2078607 w 3419947"/>
                <a:gd name="connsiteY340" fmla="*/ 1462611 h 1840015"/>
                <a:gd name="connsiteX341" fmla="*/ 2071880 w 3419947"/>
                <a:gd name="connsiteY341" fmla="*/ 1463954 h 1840015"/>
                <a:gd name="connsiteX342" fmla="*/ 2055736 w 3419947"/>
                <a:gd name="connsiteY342" fmla="*/ 1463954 h 1840015"/>
                <a:gd name="connsiteX343" fmla="*/ 2044972 w 3419947"/>
                <a:gd name="connsiteY343" fmla="*/ 1461268 h 1840015"/>
                <a:gd name="connsiteX344" fmla="*/ 2032864 w 3419947"/>
                <a:gd name="connsiteY344" fmla="*/ 1462611 h 1840015"/>
                <a:gd name="connsiteX345" fmla="*/ 2028828 w 3419947"/>
                <a:gd name="connsiteY345" fmla="*/ 1462611 h 1840015"/>
                <a:gd name="connsiteX346" fmla="*/ 2024791 w 3419947"/>
                <a:gd name="connsiteY346" fmla="*/ 1457239 h 1840015"/>
                <a:gd name="connsiteX347" fmla="*/ 2022101 w 3419947"/>
                <a:gd name="connsiteY347" fmla="*/ 1455895 h 1840015"/>
                <a:gd name="connsiteX348" fmla="*/ 2019410 w 3419947"/>
                <a:gd name="connsiteY348" fmla="*/ 1454552 h 1840015"/>
                <a:gd name="connsiteX349" fmla="*/ 2014029 w 3419947"/>
                <a:gd name="connsiteY349" fmla="*/ 1450523 h 1840015"/>
                <a:gd name="connsiteX350" fmla="*/ 2011338 w 3419947"/>
                <a:gd name="connsiteY350" fmla="*/ 1442465 h 1840015"/>
                <a:gd name="connsiteX351" fmla="*/ 2008648 w 3419947"/>
                <a:gd name="connsiteY351" fmla="*/ 1439779 h 1840015"/>
                <a:gd name="connsiteX352" fmla="*/ 2003266 w 3419947"/>
                <a:gd name="connsiteY352" fmla="*/ 1441122 h 1840015"/>
                <a:gd name="connsiteX353" fmla="*/ 1995194 w 3419947"/>
                <a:gd name="connsiteY353" fmla="*/ 1441122 h 1840015"/>
                <a:gd name="connsiteX354" fmla="*/ 1985776 w 3419947"/>
                <a:gd name="connsiteY354" fmla="*/ 1437092 h 1840015"/>
                <a:gd name="connsiteX355" fmla="*/ 1980394 w 3419947"/>
                <a:gd name="connsiteY355" fmla="*/ 1429034 h 1840015"/>
                <a:gd name="connsiteX356" fmla="*/ 1969631 w 3419947"/>
                <a:gd name="connsiteY356" fmla="*/ 1429034 h 1840015"/>
                <a:gd name="connsiteX357" fmla="*/ 1961559 w 3419947"/>
                <a:gd name="connsiteY357" fmla="*/ 1427691 h 1840015"/>
                <a:gd name="connsiteX358" fmla="*/ 1956178 w 3419947"/>
                <a:gd name="connsiteY358" fmla="*/ 1425005 h 1840015"/>
                <a:gd name="connsiteX359" fmla="*/ 1949451 w 3419947"/>
                <a:gd name="connsiteY359" fmla="*/ 1426348 h 1840015"/>
                <a:gd name="connsiteX360" fmla="*/ 1942724 w 3419947"/>
                <a:gd name="connsiteY360" fmla="*/ 1426348 h 1840015"/>
                <a:gd name="connsiteX361" fmla="*/ 1937342 w 3419947"/>
                <a:gd name="connsiteY361" fmla="*/ 1429034 h 1840015"/>
                <a:gd name="connsiteX362" fmla="*/ 1926579 w 3419947"/>
                <a:gd name="connsiteY362" fmla="*/ 1430377 h 1840015"/>
                <a:gd name="connsiteX363" fmla="*/ 1919852 w 3419947"/>
                <a:gd name="connsiteY363" fmla="*/ 1433063 h 1840015"/>
                <a:gd name="connsiteX364" fmla="*/ 1915816 w 3419947"/>
                <a:gd name="connsiteY364" fmla="*/ 1438435 h 1840015"/>
                <a:gd name="connsiteX365" fmla="*/ 1913125 w 3419947"/>
                <a:gd name="connsiteY365" fmla="*/ 1439779 h 1840015"/>
                <a:gd name="connsiteX366" fmla="*/ 1910434 w 3419947"/>
                <a:gd name="connsiteY366" fmla="*/ 1438435 h 1840015"/>
                <a:gd name="connsiteX367" fmla="*/ 1906398 w 3419947"/>
                <a:gd name="connsiteY367" fmla="*/ 1438435 h 1840015"/>
                <a:gd name="connsiteX368" fmla="*/ 1902363 w 3419947"/>
                <a:gd name="connsiteY368" fmla="*/ 1441122 h 1840015"/>
                <a:gd name="connsiteX369" fmla="*/ 1894291 w 3419947"/>
                <a:gd name="connsiteY369" fmla="*/ 1441122 h 1840015"/>
                <a:gd name="connsiteX370" fmla="*/ 1892945 w 3419947"/>
                <a:gd name="connsiteY370" fmla="*/ 1442465 h 1840015"/>
                <a:gd name="connsiteX371" fmla="*/ 1888909 w 3419947"/>
                <a:gd name="connsiteY371" fmla="*/ 1442465 h 1840015"/>
                <a:gd name="connsiteX372" fmla="*/ 1880836 w 3419947"/>
                <a:gd name="connsiteY372" fmla="*/ 1438435 h 1840015"/>
                <a:gd name="connsiteX373" fmla="*/ 1872764 w 3419947"/>
                <a:gd name="connsiteY373" fmla="*/ 1435749 h 1840015"/>
                <a:gd name="connsiteX374" fmla="*/ 1871419 w 3419947"/>
                <a:gd name="connsiteY374" fmla="*/ 1433063 h 1840015"/>
                <a:gd name="connsiteX375" fmla="*/ 1866037 w 3419947"/>
                <a:gd name="connsiteY375" fmla="*/ 1427691 h 1840015"/>
                <a:gd name="connsiteX376" fmla="*/ 1863347 w 3419947"/>
                <a:gd name="connsiteY376" fmla="*/ 1427691 h 1840015"/>
                <a:gd name="connsiteX377" fmla="*/ 1860656 w 3419947"/>
                <a:gd name="connsiteY377" fmla="*/ 1425005 h 1840015"/>
                <a:gd name="connsiteX378" fmla="*/ 1860656 w 3419947"/>
                <a:gd name="connsiteY378" fmla="*/ 1419632 h 1840015"/>
                <a:gd name="connsiteX379" fmla="*/ 1857965 w 3419947"/>
                <a:gd name="connsiteY379" fmla="*/ 1414260 h 1840015"/>
                <a:gd name="connsiteX380" fmla="*/ 1855274 w 3419947"/>
                <a:gd name="connsiteY380" fmla="*/ 1411574 h 1840015"/>
                <a:gd name="connsiteX381" fmla="*/ 1855274 w 3419947"/>
                <a:gd name="connsiteY381" fmla="*/ 1407545 h 1840015"/>
                <a:gd name="connsiteX382" fmla="*/ 1852583 w 3419947"/>
                <a:gd name="connsiteY382" fmla="*/ 1403516 h 1840015"/>
                <a:gd name="connsiteX383" fmla="*/ 1852583 w 3419947"/>
                <a:gd name="connsiteY383" fmla="*/ 1400829 h 1840015"/>
                <a:gd name="connsiteX384" fmla="*/ 1851238 w 3419947"/>
                <a:gd name="connsiteY384" fmla="*/ 1396800 h 1840015"/>
                <a:gd name="connsiteX385" fmla="*/ 1847202 w 3419947"/>
                <a:gd name="connsiteY385" fmla="*/ 1395457 h 1840015"/>
                <a:gd name="connsiteX386" fmla="*/ 1836439 w 3419947"/>
                <a:gd name="connsiteY386" fmla="*/ 1395457 h 1840015"/>
                <a:gd name="connsiteX387" fmla="*/ 1832403 w 3419947"/>
                <a:gd name="connsiteY387" fmla="*/ 1394114 h 1840015"/>
                <a:gd name="connsiteX388" fmla="*/ 1828367 w 3419947"/>
                <a:gd name="connsiteY388" fmla="*/ 1392771 h 1840015"/>
                <a:gd name="connsiteX389" fmla="*/ 1821640 w 3419947"/>
                <a:gd name="connsiteY389" fmla="*/ 1391428 h 1840015"/>
                <a:gd name="connsiteX390" fmla="*/ 1818949 w 3419947"/>
                <a:gd name="connsiteY390" fmla="*/ 1388742 h 1840015"/>
                <a:gd name="connsiteX391" fmla="*/ 1814913 w 3419947"/>
                <a:gd name="connsiteY391" fmla="*/ 1386056 h 1840015"/>
                <a:gd name="connsiteX392" fmla="*/ 1805495 w 3419947"/>
                <a:gd name="connsiteY392" fmla="*/ 1386056 h 1840015"/>
                <a:gd name="connsiteX393" fmla="*/ 1798768 w 3419947"/>
                <a:gd name="connsiteY393" fmla="*/ 1386056 h 1840015"/>
                <a:gd name="connsiteX394" fmla="*/ 1792041 w 3419947"/>
                <a:gd name="connsiteY394" fmla="*/ 1384712 h 1840015"/>
                <a:gd name="connsiteX395" fmla="*/ 1790696 w 3419947"/>
                <a:gd name="connsiteY395" fmla="*/ 1383369 h 1840015"/>
                <a:gd name="connsiteX396" fmla="*/ 1783970 w 3419947"/>
                <a:gd name="connsiteY396" fmla="*/ 1380683 h 1840015"/>
                <a:gd name="connsiteX397" fmla="*/ 1777243 w 3419947"/>
                <a:gd name="connsiteY397" fmla="*/ 1379340 h 1840015"/>
                <a:gd name="connsiteX398" fmla="*/ 1773206 w 3419947"/>
                <a:gd name="connsiteY398" fmla="*/ 1376654 h 1840015"/>
                <a:gd name="connsiteX399" fmla="*/ 1767825 w 3419947"/>
                <a:gd name="connsiteY399" fmla="*/ 1376654 h 1840015"/>
                <a:gd name="connsiteX400" fmla="*/ 1765134 w 3419947"/>
                <a:gd name="connsiteY400" fmla="*/ 1379340 h 1840015"/>
                <a:gd name="connsiteX401" fmla="*/ 1763789 w 3419947"/>
                <a:gd name="connsiteY401" fmla="*/ 1383369 h 1840015"/>
                <a:gd name="connsiteX402" fmla="*/ 1765134 w 3419947"/>
                <a:gd name="connsiteY402" fmla="*/ 1387398 h 1840015"/>
                <a:gd name="connsiteX403" fmla="*/ 1763789 w 3419947"/>
                <a:gd name="connsiteY403" fmla="*/ 1391428 h 1840015"/>
                <a:gd name="connsiteX404" fmla="*/ 1761098 w 3419947"/>
                <a:gd name="connsiteY404" fmla="*/ 1390085 h 1840015"/>
                <a:gd name="connsiteX405" fmla="*/ 1757062 w 3419947"/>
                <a:gd name="connsiteY405" fmla="*/ 1391428 h 1840015"/>
                <a:gd name="connsiteX406" fmla="*/ 1754371 w 3419947"/>
                <a:gd name="connsiteY406" fmla="*/ 1395457 h 1840015"/>
                <a:gd name="connsiteX407" fmla="*/ 1754371 w 3419947"/>
                <a:gd name="connsiteY407" fmla="*/ 1399486 h 1840015"/>
                <a:gd name="connsiteX408" fmla="*/ 1748990 w 3419947"/>
                <a:gd name="connsiteY408" fmla="*/ 1404859 h 1840015"/>
                <a:gd name="connsiteX409" fmla="*/ 1748990 w 3419947"/>
                <a:gd name="connsiteY409" fmla="*/ 1416946 h 1840015"/>
                <a:gd name="connsiteX410" fmla="*/ 1750335 w 3419947"/>
                <a:gd name="connsiteY410" fmla="*/ 1423662 h 1840015"/>
                <a:gd name="connsiteX411" fmla="*/ 1758407 w 3419947"/>
                <a:gd name="connsiteY411" fmla="*/ 1425005 h 1840015"/>
                <a:gd name="connsiteX412" fmla="*/ 1761098 w 3419947"/>
                <a:gd name="connsiteY412" fmla="*/ 1427691 h 1840015"/>
                <a:gd name="connsiteX413" fmla="*/ 1766479 w 3419947"/>
                <a:gd name="connsiteY413" fmla="*/ 1429034 h 1840015"/>
                <a:gd name="connsiteX414" fmla="*/ 1767825 w 3419947"/>
                <a:gd name="connsiteY414" fmla="*/ 1431720 h 1840015"/>
                <a:gd name="connsiteX415" fmla="*/ 1766479 w 3419947"/>
                <a:gd name="connsiteY415" fmla="*/ 1439779 h 1840015"/>
                <a:gd name="connsiteX416" fmla="*/ 1766479 w 3419947"/>
                <a:gd name="connsiteY416" fmla="*/ 1447837 h 1840015"/>
                <a:gd name="connsiteX417" fmla="*/ 1771861 w 3419947"/>
                <a:gd name="connsiteY417" fmla="*/ 1451866 h 1840015"/>
                <a:gd name="connsiteX418" fmla="*/ 1774552 w 3419947"/>
                <a:gd name="connsiteY418" fmla="*/ 1454552 h 1840015"/>
                <a:gd name="connsiteX419" fmla="*/ 1769170 w 3419947"/>
                <a:gd name="connsiteY419" fmla="*/ 1462611 h 1840015"/>
                <a:gd name="connsiteX420" fmla="*/ 1761098 w 3419947"/>
                <a:gd name="connsiteY420" fmla="*/ 1463954 h 1840015"/>
                <a:gd name="connsiteX421" fmla="*/ 1755717 w 3419947"/>
                <a:gd name="connsiteY421" fmla="*/ 1462611 h 1840015"/>
                <a:gd name="connsiteX422" fmla="*/ 1754371 w 3419947"/>
                <a:gd name="connsiteY422" fmla="*/ 1463954 h 1840015"/>
                <a:gd name="connsiteX423" fmla="*/ 1748990 w 3419947"/>
                <a:gd name="connsiteY423" fmla="*/ 1463954 h 1840015"/>
                <a:gd name="connsiteX424" fmla="*/ 1744953 w 3419947"/>
                <a:gd name="connsiteY424" fmla="*/ 1462611 h 1840015"/>
                <a:gd name="connsiteX425" fmla="*/ 1734190 w 3419947"/>
                <a:gd name="connsiteY425" fmla="*/ 1462611 h 1840015"/>
                <a:gd name="connsiteX426" fmla="*/ 1730154 w 3419947"/>
                <a:gd name="connsiteY426" fmla="*/ 1463954 h 1840015"/>
                <a:gd name="connsiteX427" fmla="*/ 1726118 w 3419947"/>
                <a:gd name="connsiteY427" fmla="*/ 1461268 h 1840015"/>
                <a:gd name="connsiteX428" fmla="*/ 1720737 w 3419947"/>
                <a:gd name="connsiteY428" fmla="*/ 1459925 h 1840015"/>
                <a:gd name="connsiteX429" fmla="*/ 1716701 w 3419947"/>
                <a:gd name="connsiteY429" fmla="*/ 1459925 h 1840015"/>
                <a:gd name="connsiteX430" fmla="*/ 1711319 w 3419947"/>
                <a:gd name="connsiteY430" fmla="*/ 1463954 h 1840015"/>
                <a:gd name="connsiteX431" fmla="*/ 1705937 w 3419947"/>
                <a:gd name="connsiteY431" fmla="*/ 1465297 h 1840015"/>
                <a:gd name="connsiteX432" fmla="*/ 1703247 w 3419947"/>
                <a:gd name="connsiteY432" fmla="*/ 1466640 h 1840015"/>
                <a:gd name="connsiteX433" fmla="*/ 1693829 w 3419947"/>
                <a:gd name="connsiteY433" fmla="*/ 1462611 h 1840015"/>
                <a:gd name="connsiteX434" fmla="*/ 1688448 w 3419947"/>
                <a:gd name="connsiteY434" fmla="*/ 1458582 h 1840015"/>
                <a:gd name="connsiteX435" fmla="*/ 1676339 w 3419947"/>
                <a:gd name="connsiteY435" fmla="*/ 1451866 h 1840015"/>
                <a:gd name="connsiteX436" fmla="*/ 1674994 w 3419947"/>
                <a:gd name="connsiteY436" fmla="*/ 1449180 h 1840015"/>
                <a:gd name="connsiteX437" fmla="*/ 1673648 w 3419947"/>
                <a:gd name="connsiteY437" fmla="*/ 1445151 h 1840015"/>
                <a:gd name="connsiteX438" fmla="*/ 1672303 w 3419947"/>
                <a:gd name="connsiteY438" fmla="*/ 1441122 h 1840015"/>
                <a:gd name="connsiteX439" fmla="*/ 1664231 w 3419947"/>
                <a:gd name="connsiteY439" fmla="*/ 1441122 h 1840015"/>
                <a:gd name="connsiteX440" fmla="*/ 1660195 w 3419947"/>
                <a:gd name="connsiteY440" fmla="*/ 1443808 h 1840015"/>
                <a:gd name="connsiteX441" fmla="*/ 1654813 w 3419947"/>
                <a:gd name="connsiteY441" fmla="*/ 1443808 h 1840015"/>
                <a:gd name="connsiteX442" fmla="*/ 1652122 w 3419947"/>
                <a:gd name="connsiteY442" fmla="*/ 1445151 h 1840015"/>
                <a:gd name="connsiteX443" fmla="*/ 1646741 w 3419947"/>
                <a:gd name="connsiteY443" fmla="*/ 1445151 h 1840015"/>
                <a:gd name="connsiteX444" fmla="*/ 1644050 w 3419947"/>
                <a:gd name="connsiteY444" fmla="*/ 1442465 h 1840015"/>
                <a:gd name="connsiteX445" fmla="*/ 1644050 w 3419947"/>
                <a:gd name="connsiteY445" fmla="*/ 1439779 h 1840015"/>
                <a:gd name="connsiteX446" fmla="*/ 1641360 w 3419947"/>
                <a:gd name="connsiteY446" fmla="*/ 1435749 h 1840015"/>
                <a:gd name="connsiteX447" fmla="*/ 1640014 w 3419947"/>
                <a:gd name="connsiteY447" fmla="*/ 1435749 h 1840015"/>
                <a:gd name="connsiteX448" fmla="*/ 1635978 w 3419947"/>
                <a:gd name="connsiteY448" fmla="*/ 1438435 h 1840015"/>
                <a:gd name="connsiteX449" fmla="*/ 1630596 w 3419947"/>
                <a:gd name="connsiteY449" fmla="*/ 1438435 h 1840015"/>
                <a:gd name="connsiteX450" fmla="*/ 1626560 w 3419947"/>
                <a:gd name="connsiteY450" fmla="*/ 1438435 h 1840015"/>
                <a:gd name="connsiteX451" fmla="*/ 1621179 w 3419947"/>
                <a:gd name="connsiteY451" fmla="*/ 1439779 h 1840015"/>
                <a:gd name="connsiteX452" fmla="*/ 1611761 w 3419947"/>
                <a:gd name="connsiteY452" fmla="*/ 1441122 h 1840015"/>
                <a:gd name="connsiteX453" fmla="*/ 1607725 w 3419947"/>
                <a:gd name="connsiteY453" fmla="*/ 1442465 h 1840015"/>
                <a:gd name="connsiteX454" fmla="*/ 1605034 w 3419947"/>
                <a:gd name="connsiteY454" fmla="*/ 1449180 h 1840015"/>
                <a:gd name="connsiteX455" fmla="*/ 1600998 w 3419947"/>
                <a:gd name="connsiteY455" fmla="*/ 1450523 h 1840015"/>
                <a:gd name="connsiteX456" fmla="*/ 1592926 w 3419947"/>
                <a:gd name="connsiteY456" fmla="*/ 1447837 h 1840015"/>
                <a:gd name="connsiteX457" fmla="*/ 1591580 w 3419947"/>
                <a:gd name="connsiteY457" fmla="*/ 1450523 h 1840015"/>
                <a:gd name="connsiteX458" fmla="*/ 1591580 w 3419947"/>
                <a:gd name="connsiteY458" fmla="*/ 1454552 h 1840015"/>
                <a:gd name="connsiteX459" fmla="*/ 1594271 w 3419947"/>
                <a:gd name="connsiteY459" fmla="*/ 1455895 h 1840015"/>
                <a:gd name="connsiteX460" fmla="*/ 1591580 w 3419947"/>
                <a:gd name="connsiteY460" fmla="*/ 1457239 h 1840015"/>
                <a:gd name="connsiteX461" fmla="*/ 1587544 w 3419947"/>
                <a:gd name="connsiteY461" fmla="*/ 1462611 h 1840015"/>
                <a:gd name="connsiteX462" fmla="*/ 1583508 w 3419947"/>
                <a:gd name="connsiteY462" fmla="*/ 1463954 h 1840015"/>
                <a:gd name="connsiteX463" fmla="*/ 1579472 w 3419947"/>
                <a:gd name="connsiteY463" fmla="*/ 1467983 h 1840015"/>
                <a:gd name="connsiteX464" fmla="*/ 1579472 w 3419947"/>
                <a:gd name="connsiteY464" fmla="*/ 1472012 h 1840015"/>
                <a:gd name="connsiteX465" fmla="*/ 1572745 w 3419947"/>
                <a:gd name="connsiteY465" fmla="*/ 1474698 h 1840015"/>
                <a:gd name="connsiteX466" fmla="*/ 1571400 w 3419947"/>
                <a:gd name="connsiteY466" fmla="*/ 1480071 h 1840015"/>
                <a:gd name="connsiteX467" fmla="*/ 1571400 w 3419947"/>
                <a:gd name="connsiteY467" fmla="*/ 1485443 h 1840015"/>
                <a:gd name="connsiteX468" fmla="*/ 1563327 w 3419947"/>
                <a:gd name="connsiteY468" fmla="*/ 1488129 h 1840015"/>
                <a:gd name="connsiteX469" fmla="*/ 1559291 w 3419947"/>
                <a:gd name="connsiteY469" fmla="*/ 1493502 h 1840015"/>
                <a:gd name="connsiteX470" fmla="*/ 1557946 w 3419947"/>
                <a:gd name="connsiteY470" fmla="*/ 1496188 h 1840015"/>
                <a:gd name="connsiteX471" fmla="*/ 1545838 w 3419947"/>
                <a:gd name="connsiteY471" fmla="*/ 1496188 h 1840015"/>
                <a:gd name="connsiteX472" fmla="*/ 1540456 w 3419947"/>
                <a:gd name="connsiteY472" fmla="*/ 1498874 h 1840015"/>
                <a:gd name="connsiteX473" fmla="*/ 1536420 w 3419947"/>
                <a:gd name="connsiteY473" fmla="*/ 1508275 h 1840015"/>
                <a:gd name="connsiteX474" fmla="*/ 1536420 w 3419947"/>
                <a:gd name="connsiteY474" fmla="*/ 1509619 h 1840015"/>
                <a:gd name="connsiteX475" fmla="*/ 1533729 w 3419947"/>
                <a:gd name="connsiteY475" fmla="*/ 1509619 h 1840015"/>
                <a:gd name="connsiteX476" fmla="*/ 1528348 w 3419947"/>
                <a:gd name="connsiteY476" fmla="*/ 1508275 h 1840015"/>
                <a:gd name="connsiteX477" fmla="*/ 1525657 w 3419947"/>
                <a:gd name="connsiteY477" fmla="*/ 1508275 h 1840015"/>
                <a:gd name="connsiteX478" fmla="*/ 1524312 w 3419947"/>
                <a:gd name="connsiteY478" fmla="*/ 1506932 h 1840015"/>
                <a:gd name="connsiteX479" fmla="*/ 1516239 w 3419947"/>
                <a:gd name="connsiteY479" fmla="*/ 1504246 h 1840015"/>
                <a:gd name="connsiteX480" fmla="*/ 1510858 w 3419947"/>
                <a:gd name="connsiteY480" fmla="*/ 1498874 h 1840015"/>
                <a:gd name="connsiteX481" fmla="*/ 1506822 w 3419947"/>
                <a:gd name="connsiteY481" fmla="*/ 1497531 h 1840015"/>
                <a:gd name="connsiteX482" fmla="*/ 1505476 w 3419947"/>
                <a:gd name="connsiteY482" fmla="*/ 1493502 h 1840015"/>
                <a:gd name="connsiteX483" fmla="*/ 1508167 w 3419947"/>
                <a:gd name="connsiteY483" fmla="*/ 1486786 h 1840015"/>
                <a:gd name="connsiteX484" fmla="*/ 1505476 w 3419947"/>
                <a:gd name="connsiteY484" fmla="*/ 1485443 h 1840015"/>
                <a:gd name="connsiteX485" fmla="*/ 1500095 w 3419947"/>
                <a:gd name="connsiteY485" fmla="*/ 1488129 h 1840015"/>
                <a:gd name="connsiteX486" fmla="*/ 1497404 w 3419947"/>
                <a:gd name="connsiteY486" fmla="*/ 1492159 h 1840015"/>
                <a:gd name="connsiteX487" fmla="*/ 1492023 w 3419947"/>
                <a:gd name="connsiteY487" fmla="*/ 1493502 h 1840015"/>
                <a:gd name="connsiteX488" fmla="*/ 1479914 w 3419947"/>
                <a:gd name="connsiteY488" fmla="*/ 1494845 h 1840015"/>
                <a:gd name="connsiteX489" fmla="*/ 1475878 w 3419947"/>
                <a:gd name="connsiteY489" fmla="*/ 1497531 h 1840015"/>
                <a:gd name="connsiteX490" fmla="*/ 1474533 w 3419947"/>
                <a:gd name="connsiteY490" fmla="*/ 1500217 h 1840015"/>
                <a:gd name="connsiteX491" fmla="*/ 1470497 w 3419947"/>
                <a:gd name="connsiteY491" fmla="*/ 1498874 h 1840015"/>
                <a:gd name="connsiteX492" fmla="*/ 1465115 w 3419947"/>
                <a:gd name="connsiteY492" fmla="*/ 1496188 h 1840015"/>
                <a:gd name="connsiteX493" fmla="*/ 1462424 w 3419947"/>
                <a:gd name="connsiteY493" fmla="*/ 1496188 h 1840015"/>
                <a:gd name="connsiteX494" fmla="*/ 1461079 w 3419947"/>
                <a:gd name="connsiteY494" fmla="*/ 1494845 h 1840015"/>
                <a:gd name="connsiteX495" fmla="*/ 1458388 w 3419947"/>
                <a:gd name="connsiteY495" fmla="*/ 1492159 h 1840015"/>
                <a:gd name="connsiteX496" fmla="*/ 1457043 w 3419947"/>
                <a:gd name="connsiteY496" fmla="*/ 1488129 h 1840015"/>
                <a:gd name="connsiteX497" fmla="*/ 1457043 w 3419947"/>
                <a:gd name="connsiteY497" fmla="*/ 1484100 h 1840015"/>
                <a:gd name="connsiteX498" fmla="*/ 1458388 w 3419947"/>
                <a:gd name="connsiteY498" fmla="*/ 1481414 h 1840015"/>
                <a:gd name="connsiteX499" fmla="*/ 1458388 w 3419947"/>
                <a:gd name="connsiteY499" fmla="*/ 1478728 h 1840015"/>
                <a:gd name="connsiteX500" fmla="*/ 1454352 w 3419947"/>
                <a:gd name="connsiteY500" fmla="*/ 1477385 h 1840015"/>
                <a:gd name="connsiteX501" fmla="*/ 1453007 w 3419947"/>
                <a:gd name="connsiteY501" fmla="*/ 1477385 h 1840015"/>
                <a:gd name="connsiteX502" fmla="*/ 1446280 w 3419947"/>
                <a:gd name="connsiteY502" fmla="*/ 1473356 h 1840015"/>
                <a:gd name="connsiteX503" fmla="*/ 1440898 w 3419947"/>
                <a:gd name="connsiteY503" fmla="*/ 1472012 h 1840015"/>
                <a:gd name="connsiteX504" fmla="*/ 1438208 w 3419947"/>
                <a:gd name="connsiteY504" fmla="*/ 1472012 h 1840015"/>
                <a:gd name="connsiteX505" fmla="*/ 1435517 w 3419947"/>
                <a:gd name="connsiteY505" fmla="*/ 1466640 h 1840015"/>
                <a:gd name="connsiteX506" fmla="*/ 1431481 w 3419947"/>
                <a:gd name="connsiteY506" fmla="*/ 1458582 h 1840015"/>
                <a:gd name="connsiteX507" fmla="*/ 1423408 w 3419947"/>
                <a:gd name="connsiteY507" fmla="*/ 1453209 h 1840015"/>
                <a:gd name="connsiteX508" fmla="*/ 1415336 w 3419947"/>
                <a:gd name="connsiteY508" fmla="*/ 1451866 h 1840015"/>
                <a:gd name="connsiteX509" fmla="*/ 1405919 w 3419947"/>
                <a:gd name="connsiteY509" fmla="*/ 1451866 h 1840015"/>
                <a:gd name="connsiteX510" fmla="*/ 1397846 w 3419947"/>
                <a:gd name="connsiteY510" fmla="*/ 1453209 h 1840015"/>
                <a:gd name="connsiteX511" fmla="*/ 1396501 w 3419947"/>
                <a:gd name="connsiteY511" fmla="*/ 1455895 h 1840015"/>
                <a:gd name="connsiteX512" fmla="*/ 1397846 w 3419947"/>
                <a:gd name="connsiteY512" fmla="*/ 1458582 h 1840015"/>
                <a:gd name="connsiteX513" fmla="*/ 1396501 w 3419947"/>
                <a:gd name="connsiteY513" fmla="*/ 1461268 h 1840015"/>
                <a:gd name="connsiteX514" fmla="*/ 1391119 w 3419947"/>
                <a:gd name="connsiteY514" fmla="*/ 1462611 h 1840015"/>
                <a:gd name="connsiteX515" fmla="*/ 1387083 w 3419947"/>
                <a:gd name="connsiteY515" fmla="*/ 1461268 h 1840015"/>
                <a:gd name="connsiteX516" fmla="*/ 1381702 w 3419947"/>
                <a:gd name="connsiteY516" fmla="*/ 1463954 h 1840015"/>
                <a:gd name="connsiteX517" fmla="*/ 1374975 w 3419947"/>
                <a:gd name="connsiteY517" fmla="*/ 1459925 h 1840015"/>
                <a:gd name="connsiteX518" fmla="*/ 1370939 w 3419947"/>
                <a:gd name="connsiteY518" fmla="*/ 1461268 h 1840015"/>
                <a:gd name="connsiteX519" fmla="*/ 1366903 w 3419947"/>
                <a:gd name="connsiteY519" fmla="*/ 1463954 h 1840015"/>
                <a:gd name="connsiteX520" fmla="*/ 1362866 w 3419947"/>
                <a:gd name="connsiteY520" fmla="*/ 1463954 h 1840015"/>
                <a:gd name="connsiteX521" fmla="*/ 1358830 w 3419947"/>
                <a:gd name="connsiteY521" fmla="*/ 1459925 h 1840015"/>
                <a:gd name="connsiteX522" fmla="*/ 1353449 w 3419947"/>
                <a:gd name="connsiteY522" fmla="*/ 1458582 h 1840015"/>
                <a:gd name="connsiteX523" fmla="*/ 1353449 w 3419947"/>
                <a:gd name="connsiteY523" fmla="*/ 1454552 h 1840015"/>
                <a:gd name="connsiteX524" fmla="*/ 1353449 w 3419947"/>
                <a:gd name="connsiteY524" fmla="*/ 1450523 h 1840015"/>
                <a:gd name="connsiteX525" fmla="*/ 1345377 w 3419947"/>
                <a:gd name="connsiteY525" fmla="*/ 1446494 h 1840015"/>
                <a:gd name="connsiteX526" fmla="*/ 1341340 w 3419947"/>
                <a:gd name="connsiteY526" fmla="*/ 1447837 h 1840015"/>
                <a:gd name="connsiteX527" fmla="*/ 1341340 w 3419947"/>
                <a:gd name="connsiteY527" fmla="*/ 1453209 h 1840015"/>
                <a:gd name="connsiteX528" fmla="*/ 1342686 w 3419947"/>
                <a:gd name="connsiteY528" fmla="*/ 1454552 h 1840015"/>
                <a:gd name="connsiteX529" fmla="*/ 1341340 w 3419947"/>
                <a:gd name="connsiteY529" fmla="*/ 1457239 h 1840015"/>
                <a:gd name="connsiteX530" fmla="*/ 1337304 w 3419947"/>
                <a:gd name="connsiteY530" fmla="*/ 1459925 h 1840015"/>
                <a:gd name="connsiteX531" fmla="*/ 1330577 w 3419947"/>
                <a:gd name="connsiteY531" fmla="*/ 1461268 h 1840015"/>
                <a:gd name="connsiteX532" fmla="*/ 1267345 w 3419947"/>
                <a:gd name="connsiteY532" fmla="*/ 1382026 h 1840015"/>
                <a:gd name="connsiteX533" fmla="*/ 1220256 w 3419947"/>
                <a:gd name="connsiteY533" fmla="*/ 1347106 h 1840015"/>
                <a:gd name="connsiteX534" fmla="*/ 1218911 w 3419947"/>
                <a:gd name="connsiteY534" fmla="*/ 1343077 h 1840015"/>
                <a:gd name="connsiteX535" fmla="*/ 1222947 w 3419947"/>
                <a:gd name="connsiteY535" fmla="*/ 1341734 h 1840015"/>
                <a:gd name="connsiteX536" fmla="*/ 1226983 w 3419947"/>
                <a:gd name="connsiteY536" fmla="*/ 1336362 h 1840015"/>
                <a:gd name="connsiteX537" fmla="*/ 1226983 w 3419947"/>
                <a:gd name="connsiteY537" fmla="*/ 1332332 h 1840015"/>
                <a:gd name="connsiteX538" fmla="*/ 1224293 w 3419947"/>
                <a:gd name="connsiteY538" fmla="*/ 1330989 h 1840015"/>
                <a:gd name="connsiteX539" fmla="*/ 1217566 w 3419947"/>
                <a:gd name="connsiteY539" fmla="*/ 1332332 h 1840015"/>
                <a:gd name="connsiteX540" fmla="*/ 1212184 w 3419947"/>
                <a:gd name="connsiteY540" fmla="*/ 1333675 h 1840015"/>
                <a:gd name="connsiteX541" fmla="*/ 1208148 w 3419947"/>
                <a:gd name="connsiteY541" fmla="*/ 1337705 h 1840015"/>
                <a:gd name="connsiteX542" fmla="*/ 1204112 w 3419947"/>
                <a:gd name="connsiteY542" fmla="*/ 1339048 h 1840015"/>
                <a:gd name="connsiteX543" fmla="*/ 1198731 w 3419947"/>
                <a:gd name="connsiteY543" fmla="*/ 1344420 h 1840015"/>
                <a:gd name="connsiteX544" fmla="*/ 1198731 w 3419947"/>
                <a:gd name="connsiteY544" fmla="*/ 1348449 h 1840015"/>
                <a:gd name="connsiteX545" fmla="*/ 1194694 w 3419947"/>
                <a:gd name="connsiteY545" fmla="*/ 1351135 h 1840015"/>
                <a:gd name="connsiteX546" fmla="*/ 1192004 w 3419947"/>
                <a:gd name="connsiteY546" fmla="*/ 1355165 h 1840015"/>
                <a:gd name="connsiteX547" fmla="*/ 1186622 w 3419947"/>
                <a:gd name="connsiteY547" fmla="*/ 1357851 h 1840015"/>
                <a:gd name="connsiteX548" fmla="*/ 1178550 w 3419947"/>
                <a:gd name="connsiteY548" fmla="*/ 1359194 h 1840015"/>
                <a:gd name="connsiteX549" fmla="*/ 1173168 w 3419947"/>
                <a:gd name="connsiteY549" fmla="*/ 1360537 h 1840015"/>
                <a:gd name="connsiteX550" fmla="*/ 1174514 w 3419947"/>
                <a:gd name="connsiteY550" fmla="*/ 1365909 h 1840015"/>
                <a:gd name="connsiteX551" fmla="*/ 1171823 w 3419947"/>
                <a:gd name="connsiteY551" fmla="*/ 1368595 h 1840015"/>
                <a:gd name="connsiteX552" fmla="*/ 1169132 w 3419947"/>
                <a:gd name="connsiteY552" fmla="*/ 1367252 h 1840015"/>
                <a:gd name="connsiteX553" fmla="*/ 1158369 w 3419947"/>
                <a:gd name="connsiteY553" fmla="*/ 1364566 h 1840015"/>
                <a:gd name="connsiteX554" fmla="*/ 1152988 w 3419947"/>
                <a:gd name="connsiteY554" fmla="*/ 1365909 h 1840015"/>
                <a:gd name="connsiteX555" fmla="*/ 1150297 w 3419947"/>
                <a:gd name="connsiteY555" fmla="*/ 1369939 h 1840015"/>
                <a:gd name="connsiteX556" fmla="*/ 1146261 w 3419947"/>
                <a:gd name="connsiteY556" fmla="*/ 1369939 h 1840015"/>
                <a:gd name="connsiteX557" fmla="*/ 1142225 w 3419947"/>
                <a:gd name="connsiteY557" fmla="*/ 1365909 h 1840015"/>
                <a:gd name="connsiteX558" fmla="*/ 1142225 w 3419947"/>
                <a:gd name="connsiteY558" fmla="*/ 1359194 h 1840015"/>
                <a:gd name="connsiteX559" fmla="*/ 1144916 w 3419947"/>
                <a:gd name="connsiteY559" fmla="*/ 1356508 h 1840015"/>
                <a:gd name="connsiteX560" fmla="*/ 1147606 w 3419947"/>
                <a:gd name="connsiteY560" fmla="*/ 1351135 h 1840015"/>
                <a:gd name="connsiteX561" fmla="*/ 1144916 w 3419947"/>
                <a:gd name="connsiteY561" fmla="*/ 1349792 h 1840015"/>
                <a:gd name="connsiteX562" fmla="*/ 1140879 w 3419947"/>
                <a:gd name="connsiteY562" fmla="*/ 1352479 h 1840015"/>
                <a:gd name="connsiteX563" fmla="*/ 1138189 w 3419947"/>
                <a:gd name="connsiteY563" fmla="*/ 1352479 h 1840015"/>
                <a:gd name="connsiteX564" fmla="*/ 1128771 w 3419947"/>
                <a:gd name="connsiteY564" fmla="*/ 1347106 h 1840015"/>
                <a:gd name="connsiteX565" fmla="*/ 1123390 w 3419947"/>
                <a:gd name="connsiteY565" fmla="*/ 1348449 h 1840015"/>
                <a:gd name="connsiteX566" fmla="*/ 1124735 w 3419947"/>
                <a:gd name="connsiteY566" fmla="*/ 1351135 h 1840015"/>
                <a:gd name="connsiteX567" fmla="*/ 1127425 w 3419947"/>
                <a:gd name="connsiteY567" fmla="*/ 1352479 h 1840015"/>
                <a:gd name="connsiteX568" fmla="*/ 1123390 w 3419947"/>
                <a:gd name="connsiteY568" fmla="*/ 1356508 h 1840015"/>
                <a:gd name="connsiteX569" fmla="*/ 1120699 w 3419947"/>
                <a:gd name="connsiteY569" fmla="*/ 1356508 h 1840015"/>
                <a:gd name="connsiteX570" fmla="*/ 1118008 w 3419947"/>
                <a:gd name="connsiteY570" fmla="*/ 1349792 h 1840015"/>
                <a:gd name="connsiteX571" fmla="*/ 1116663 w 3419947"/>
                <a:gd name="connsiteY571" fmla="*/ 1341734 h 1840015"/>
                <a:gd name="connsiteX572" fmla="*/ 1107245 w 3419947"/>
                <a:gd name="connsiteY572" fmla="*/ 1335019 h 1840015"/>
                <a:gd name="connsiteX573" fmla="*/ 1105899 w 3419947"/>
                <a:gd name="connsiteY573" fmla="*/ 1336362 h 1840015"/>
                <a:gd name="connsiteX574" fmla="*/ 1107245 w 3419947"/>
                <a:gd name="connsiteY574" fmla="*/ 1341734 h 1840015"/>
                <a:gd name="connsiteX575" fmla="*/ 1107245 w 3419947"/>
                <a:gd name="connsiteY575" fmla="*/ 1345763 h 1840015"/>
                <a:gd name="connsiteX576" fmla="*/ 1104554 w 3419947"/>
                <a:gd name="connsiteY576" fmla="*/ 1345763 h 1840015"/>
                <a:gd name="connsiteX577" fmla="*/ 1103209 w 3419947"/>
                <a:gd name="connsiteY577" fmla="*/ 1340391 h 1840015"/>
                <a:gd name="connsiteX578" fmla="*/ 1100518 w 3419947"/>
                <a:gd name="connsiteY578" fmla="*/ 1341734 h 1840015"/>
                <a:gd name="connsiteX579" fmla="*/ 1099173 w 3419947"/>
                <a:gd name="connsiteY579" fmla="*/ 1347106 h 1840015"/>
                <a:gd name="connsiteX580" fmla="*/ 1096482 w 3419947"/>
                <a:gd name="connsiteY580" fmla="*/ 1348449 h 1840015"/>
                <a:gd name="connsiteX581" fmla="*/ 1092446 w 3419947"/>
                <a:gd name="connsiteY581" fmla="*/ 1345763 h 1840015"/>
                <a:gd name="connsiteX582" fmla="*/ 1087064 w 3419947"/>
                <a:gd name="connsiteY582" fmla="*/ 1349792 h 1840015"/>
                <a:gd name="connsiteX583" fmla="*/ 1084374 w 3419947"/>
                <a:gd name="connsiteY583" fmla="*/ 1347106 h 1840015"/>
                <a:gd name="connsiteX584" fmla="*/ 1081683 w 3419947"/>
                <a:gd name="connsiteY584" fmla="*/ 1341734 h 1840015"/>
                <a:gd name="connsiteX585" fmla="*/ 1085719 w 3419947"/>
                <a:gd name="connsiteY585" fmla="*/ 1340391 h 1840015"/>
                <a:gd name="connsiteX586" fmla="*/ 1085719 w 3419947"/>
                <a:gd name="connsiteY586" fmla="*/ 1339048 h 1840015"/>
                <a:gd name="connsiteX587" fmla="*/ 1084374 w 3419947"/>
                <a:gd name="connsiteY587" fmla="*/ 1333675 h 1840015"/>
                <a:gd name="connsiteX588" fmla="*/ 1085719 w 3419947"/>
                <a:gd name="connsiteY588" fmla="*/ 1329646 h 1840015"/>
                <a:gd name="connsiteX589" fmla="*/ 1085719 w 3419947"/>
                <a:gd name="connsiteY589" fmla="*/ 1326960 h 1840015"/>
                <a:gd name="connsiteX590" fmla="*/ 1081683 w 3419947"/>
                <a:gd name="connsiteY590" fmla="*/ 1325617 h 1840015"/>
                <a:gd name="connsiteX591" fmla="*/ 1077647 w 3419947"/>
                <a:gd name="connsiteY591" fmla="*/ 1321588 h 1840015"/>
                <a:gd name="connsiteX592" fmla="*/ 1076301 w 3419947"/>
                <a:gd name="connsiteY592" fmla="*/ 1316216 h 1840015"/>
                <a:gd name="connsiteX593" fmla="*/ 1074956 w 3419947"/>
                <a:gd name="connsiteY593" fmla="*/ 1314872 h 1840015"/>
                <a:gd name="connsiteX594" fmla="*/ 1072265 w 3419947"/>
                <a:gd name="connsiteY594" fmla="*/ 1308157 h 1840015"/>
                <a:gd name="connsiteX595" fmla="*/ 1066884 w 3419947"/>
                <a:gd name="connsiteY595" fmla="*/ 1308157 h 1840015"/>
                <a:gd name="connsiteX596" fmla="*/ 1061502 w 3419947"/>
                <a:gd name="connsiteY596" fmla="*/ 1310843 h 1840015"/>
                <a:gd name="connsiteX597" fmla="*/ 1054775 w 3419947"/>
                <a:gd name="connsiteY597" fmla="*/ 1310843 h 1840015"/>
                <a:gd name="connsiteX598" fmla="*/ 1048048 w 3419947"/>
                <a:gd name="connsiteY598" fmla="*/ 1306814 h 1840015"/>
                <a:gd name="connsiteX599" fmla="*/ 1041321 w 3419947"/>
                <a:gd name="connsiteY599" fmla="*/ 1308157 h 1840015"/>
                <a:gd name="connsiteX600" fmla="*/ 1034595 w 3419947"/>
                <a:gd name="connsiteY600" fmla="*/ 1305471 h 1840015"/>
                <a:gd name="connsiteX601" fmla="*/ 1030559 w 3419947"/>
                <a:gd name="connsiteY601" fmla="*/ 1306814 h 1840015"/>
                <a:gd name="connsiteX602" fmla="*/ 1027868 w 3419947"/>
                <a:gd name="connsiteY602" fmla="*/ 1306814 h 1840015"/>
                <a:gd name="connsiteX603" fmla="*/ 1022486 w 3419947"/>
                <a:gd name="connsiteY603" fmla="*/ 1309500 h 1840015"/>
                <a:gd name="connsiteX604" fmla="*/ 1021141 w 3419947"/>
                <a:gd name="connsiteY604" fmla="*/ 1314872 h 1840015"/>
                <a:gd name="connsiteX605" fmla="*/ 1014414 w 3419947"/>
                <a:gd name="connsiteY605" fmla="*/ 1314872 h 1840015"/>
                <a:gd name="connsiteX606" fmla="*/ 1011723 w 3419947"/>
                <a:gd name="connsiteY606" fmla="*/ 1316216 h 1840015"/>
                <a:gd name="connsiteX607" fmla="*/ 1014414 w 3419947"/>
                <a:gd name="connsiteY607" fmla="*/ 1320245 h 1840015"/>
                <a:gd name="connsiteX608" fmla="*/ 1014414 w 3419947"/>
                <a:gd name="connsiteY608" fmla="*/ 1324274 h 1840015"/>
                <a:gd name="connsiteX609" fmla="*/ 1007687 w 3419947"/>
                <a:gd name="connsiteY609" fmla="*/ 1325617 h 1840015"/>
                <a:gd name="connsiteX610" fmla="*/ 1004996 w 3419947"/>
                <a:gd name="connsiteY610" fmla="*/ 1324274 h 1840015"/>
                <a:gd name="connsiteX611" fmla="*/ 1000960 w 3419947"/>
                <a:gd name="connsiteY611" fmla="*/ 1329646 h 1840015"/>
                <a:gd name="connsiteX612" fmla="*/ 994233 w 3419947"/>
                <a:gd name="connsiteY612" fmla="*/ 1330989 h 1840015"/>
                <a:gd name="connsiteX613" fmla="*/ 991542 w 3419947"/>
                <a:gd name="connsiteY613" fmla="*/ 1332332 h 1840015"/>
                <a:gd name="connsiteX614" fmla="*/ 988852 w 3419947"/>
                <a:gd name="connsiteY614" fmla="*/ 1332332 h 1840015"/>
                <a:gd name="connsiteX615" fmla="*/ 978089 w 3419947"/>
                <a:gd name="connsiteY615" fmla="*/ 1340391 h 1840015"/>
                <a:gd name="connsiteX616" fmla="*/ 972707 w 3419947"/>
                <a:gd name="connsiteY616" fmla="*/ 1341734 h 1840015"/>
                <a:gd name="connsiteX617" fmla="*/ 967326 w 3419947"/>
                <a:gd name="connsiteY617" fmla="*/ 1344420 h 1840015"/>
                <a:gd name="connsiteX618" fmla="*/ 963290 w 3419947"/>
                <a:gd name="connsiteY618" fmla="*/ 1343077 h 1840015"/>
                <a:gd name="connsiteX619" fmla="*/ 960599 w 3419947"/>
                <a:gd name="connsiteY619" fmla="*/ 1340391 h 1840015"/>
                <a:gd name="connsiteX620" fmla="*/ 957908 w 3419947"/>
                <a:gd name="connsiteY620" fmla="*/ 1343077 h 1840015"/>
                <a:gd name="connsiteX621" fmla="*/ 956563 w 3419947"/>
                <a:gd name="connsiteY621" fmla="*/ 1345763 h 1840015"/>
                <a:gd name="connsiteX622" fmla="*/ 951181 w 3419947"/>
                <a:gd name="connsiteY622" fmla="*/ 1345763 h 1840015"/>
                <a:gd name="connsiteX623" fmla="*/ 948491 w 3419947"/>
                <a:gd name="connsiteY623" fmla="*/ 1348449 h 1840015"/>
                <a:gd name="connsiteX624" fmla="*/ 948491 w 3419947"/>
                <a:gd name="connsiteY624" fmla="*/ 1353822 h 1840015"/>
                <a:gd name="connsiteX625" fmla="*/ 945800 w 3419947"/>
                <a:gd name="connsiteY625" fmla="*/ 1355165 h 1840015"/>
                <a:gd name="connsiteX626" fmla="*/ 941764 w 3419947"/>
                <a:gd name="connsiteY626" fmla="*/ 1353822 h 1840015"/>
                <a:gd name="connsiteX627" fmla="*/ 937727 w 3419947"/>
                <a:gd name="connsiteY627" fmla="*/ 1353822 h 1840015"/>
                <a:gd name="connsiteX628" fmla="*/ 933691 w 3419947"/>
                <a:gd name="connsiteY628" fmla="*/ 1356508 h 1840015"/>
                <a:gd name="connsiteX629" fmla="*/ 926964 w 3419947"/>
                <a:gd name="connsiteY629" fmla="*/ 1356508 h 1840015"/>
                <a:gd name="connsiteX630" fmla="*/ 920238 w 3419947"/>
                <a:gd name="connsiteY630" fmla="*/ 1360537 h 1840015"/>
                <a:gd name="connsiteX631" fmla="*/ 918892 w 3419947"/>
                <a:gd name="connsiteY631" fmla="*/ 1363223 h 1840015"/>
                <a:gd name="connsiteX632" fmla="*/ 912165 w 3419947"/>
                <a:gd name="connsiteY632" fmla="*/ 1363223 h 1840015"/>
                <a:gd name="connsiteX633" fmla="*/ 905438 w 3419947"/>
                <a:gd name="connsiteY633" fmla="*/ 1365909 h 1840015"/>
                <a:gd name="connsiteX634" fmla="*/ 900057 w 3419947"/>
                <a:gd name="connsiteY634" fmla="*/ 1365909 h 1840015"/>
                <a:gd name="connsiteX635" fmla="*/ 890639 w 3419947"/>
                <a:gd name="connsiteY635" fmla="*/ 1368595 h 1840015"/>
                <a:gd name="connsiteX636" fmla="*/ 890639 w 3419947"/>
                <a:gd name="connsiteY636" fmla="*/ 1372625 h 1840015"/>
                <a:gd name="connsiteX637" fmla="*/ 887949 w 3419947"/>
                <a:gd name="connsiteY637" fmla="*/ 1375311 h 1840015"/>
                <a:gd name="connsiteX638" fmla="*/ 885258 w 3419947"/>
                <a:gd name="connsiteY638" fmla="*/ 1369939 h 1840015"/>
                <a:gd name="connsiteX639" fmla="*/ 879876 w 3419947"/>
                <a:gd name="connsiteY639" fmla="*/ 1369939 h 1840015"/>
                <a:gd name="connsiteX640" fmla="*/ 875840 w 3419947"/>
                <a:gd name="connsiteY640" fmla="*/ 1372625 h 1840015"/>
                <a:gd name="connsiteX641" fmla="*/ 875840 w 3419947"/>
                <a:gd name="connsiteY641" fmla="*/ 1375311 h 1840015"/>
                <a:gd name="connsiteX642" fmla="*/ 874495 w 3419947"/>
                <a:gd name="connsiteY642" fmla="*/ 1377997 h 1840015"/>
                <a:gd name="connsiteX643" fmla="*/ 869113 w 3419947"/>
                <a:gd name="connsiteY643" fmla="*/ 1375311 h 1840015"/>
                <a:gd name="connsiteX644" fmla="*/ 859696 w 3419947"/>
                <a:gd name="connsiteY644" fmla="*/ 1382026 h 1840015"/>
                <a:gd name="connsiteX645" fmla="*/ 858350 w 3419947"/>
                <a:gd name="connsiteY645" fmla="*/ 1379340 h 1840015"/>
                <a:gd name="connsiteX646" fmla="*/ 854314 w 3419947"/>
                <a:gd name="connsiteY646" fmla="*/ 1379340 h 1840015"/>
                <a:gd name="connsiteX647" fmla="*/ 851623 w 3419947"/>
                <a:gd name="connsiteY647" fmla="*/ 1382026 h 1840015"/>
                <a:gd name="connsiteX648" fmla="*/ 846242 w 3419947"/>
                <a:gd name="connsiteY648" fmla="*/ 1382026 h 1840015"/>
                <a:gd name="connsiteX649" fmla="*/ 844896 w 3419947"/>
                <a:gd name="connsiteY649" fmla="*/ 1383369 h 1840015"/>
                <a:gd name="connsiteX650" fmla="*/ 847587 w 3419947"/>
                <a:gd name="connsiteY650" fmla="*/ 1390085 h 1840015"/>
                <a:gd name="connsiteX651" fmla="*/ 844896 w 3419947"/>
                <a:gd name="connsiteY651" fmla="*/ 1392771 h 1840015"/>
                <a:gd name="connsiteX652" fmla="*/ 850278 w 3419947"/>
                <a:gd name="connsiteY652" fmla="*/ 1394114 h 1840015"/>
                <a:gd name="connsiteX653" fmla="*/ 857005 w 3419947"/>
                <a:gd name="connsiteY653" fmla="*/ 1392771 h 1840015"/>
                <a:gd name="connsiteX654" fmla="*/ 858350 w 3419947"/>
                <a:gd name="connsiteY654" fmla="*/ 1398143 h 1840015"/>
                <a:gd name="connsiteX655" fmla="*/ 851623 w 3419947"/>
                <a:gd name="connsiteY655" fmla="*/ 1398143 h 1840015"/>
                <a:gd name="connsiteX656" fmla="*/ 848933 w 3419947"/>
                <a:gd name="connsiteY656" fmla="*/ 1399486 h 1840015"/>
                <a:gd name="connsiteX657" fmla="*/ 848933 w 3419947"/>
                <a:gd name="connsiteY657" fmla="*/ 1402172 h 1840015"/>
                <a:gd name="connsiteX658" fmla="*/ 855660 w 3419947"/>
                <a:gd name="connsiteY658" fmla="*/ 1402172 h 1840015"/>
                <a:gd name="connsiteX659" fmla="*/ 861041 w 3419947"/>
                <a:gd name="connsiteY659" fmla="*/ 1404859 h 1840015"/>
                <a:gd name="connsiteX660" fmla="*/ 863732 w 3419947"/>
                <a:gd name="connsiteY660" fmla="*/ 1402172 h 1840015"/>
                <a:gd name="connsiteX661" fmla="*/ 867768 w 3419947"/>
                <a:gd name="connsiteY661" fmla="*/ 1402172 h 1840015"/>
                <a:gd name="connsiteX662" fmla="*/ 871804 w 3419947"/>
                <a:gd name="connsiteY662" fmla="*/ 1406202 h 1840015"/>
                <a:gd name="connsiteX663" fmla="*/ 877185 w 3419947"/>
                <a:gd name="connsiteY663" fmla="*/ 1407545 h 1840015"/>
                <a:gd name="connsiteX664" fmla="*/ 877185 w 3419947"/>
                <a:gd name="connsiteY664" fmla="*/ 1412917 h 1840015"/>
                <a:gd name="connsiteX665" fmla="*/ 874495 w 3419947"/>
                <a:gd name="connsiteY665" fmla="*/ 1414260 h 1840015"/>
                <a:gd name="connsiteX666" fmla="*/ 870458 w 3419947"/>
                <a:gd name="connsiteY666" fmla="*/ 1412917 h 1840015"/>
                <a:gd name="connsiteX667" fmla="*/ 859696 w 3419947"/>
                <a:gd name="connsiteY667" fmla="*/ 1414260 h 1840015"/>
                <a:gd name="connsiteX668" fmla="*/ 852969 w 3419947"/>
                <a:gd name="connsiteY668" fmla="*/ 1419632 h 1840015"/>
                <a:gd name="connsiteX669" fmla="*/ 847587 w 3419947"/>
                <a:gd name="connsiteY669" fmla="*/ 1427691 h 1840015"/>
                <a:gd name="connsiteX670" fmla="*/ 847587 w 3419947"/>
                <a:gd name="connsiteY670" fmla="*/ 1433063 h 1840015"/>
                <a:gd name="connsiteX671" fmla="*/ 851623 w 3419947"/>
                <a:gd name="connsiteY671" fmla="*/ 1433063 h 1840015"/>
                <a:gd name="connsiteX672" fmla="*/ 852969 w 3419947"/>
                <a:gd name="connsiteY672" fmla="*/ 1438435 h 1840015"/>
                <a:gd name="connsiteX673" fmla="*/ 848933 w 3419947"/>
                <a:gd name="connsiteY673" fmla="*/ 1443808 h 1840015"/>
                <a:gd name="connsiteX674" fmla="*/ 847587 w 3419947"/>
                <a:gd name="connsiteY674" fmla="*/ 1449180 h 1840015"/>
                <a:gd name="connsiteX675" fmla="*/ 842206 w 3419947"/>
                <a:gd name="connsiteY675" fmla="*/ 1449180 h 1840015"/>
                <a:gd name="connsiteX676" fmla="*/ 840860 w 3419947"/>
                <a:gd name="connsiteY676" fmla="*/ 1451866 h 1840015"/>
                <a:gd name="connsiteX677" fmla="*/ 842206 w 3419947"/>
                <a:gd name="connsiteY677" fmla="*/ 1454552 h 1840015"/>
                <a:gd name="connsiteX678" fmla="*/ 842206 w 3419947"/>
                <a:gd name="connsiteY678" fmla="*/ 1457239 h 1840015"/>
                <a:gd name="connsiteX679" fmla="*/ 848933 w 3419947"/>
                <a:gd name="connsiteY679" fmla="*/ 1457239 h 1840015"/>
                <a:gd name="connsiteX680" fmla="*/ 852969 w 3419947"/>
                <a:gd name="connsiteY680" fmla="*/ 1459925 h 1840015"/>
                <a:gd name="connsiteX681" fmla="*/ 858350 w 3419947"/>
                <a:gd name="connsiteY681" fmla="*/ 1461268 h 1840015"/>
                <a:gd name="connsiteX682" fmla="*/ 859696 w 3419947"/>
                <a:gd name="connsiteY682" fmla="*/ 1463954 h 1840015"/>
                <a:gd name="connsiteX683" fmla="*/ 865077 w 3419947"/>
                <a:gd name="connsiteY683" fmla="*/ 1467983 h 1840015"/>
                <a:gd name="connsiteX684" fmla="*/ 873149 w 3419947"/>
                <a:gd name="connsiteY684" fmla="*/ 1467983 h 1840015"/>
                <a:gd name="connsiteX685" fmla="*/ 875840 w 3419947"/>
                <a:gd name="connsiteY685" fmla="*/ 1469326 h 1840015"/>
                <a:gd name="connsiteX686" fmla="*/ 877185 w 3419947"/>
                <a:gd name="connsiteY686" fmla="*/ 1489472 h 1840015"/>
                <a:gd name="connsiteX687" fmla="*/ 874495 w 3419947"/>
                <a:gd name="connsiteY687" fmla="*/ 1493502 h 1840015"/>
                <a:gd name="connsiteX688" fmla="*/ 866422 w 3419947"/>
                <a:gd name="connsiteY688" fmla="*/ 1496188 h 1840015"/>
                <a:gd name="connsiteX689" fmla="*/ 859696 w 3419947"/>
                <a:gd name="connsiteY689" fmla="*/ 1502903 h 1840015"/>
                <a:gd name="connsiteX690" fmla="*/ 851623 w 3419947"/>
                <a:gd name="connsiteY690" fmla="*/ 1497531 h 1840015"/>
                <a:gd name="connsiteX691" fmla="*/ 848933 w 3419947"/>
                <a:gd name="connsiteY691" fmla="*/ 1500217 h 1840015"/>
                <a:gd name="connsiteX692" fmla="*/ 848933 w 3419947"/>
                <a:gd name="connsiteY692" fmla="*/ 1505589 h 1840015"/>
                <a:gd name="connsiteX693" fmla="*/ 846242 w 3419947"/>
                <a:gd name="connsiteY693" fmla="*/ 1510962 h 1840015"/>
                <a:gd name="connsiteX694" fmla="*/ 840860 w 3419947"/>
                <a:gd name="connsiteY694" fmla="*/ 1512305 h 1840015"/>
                <a:gd name="connsiteX695" fmla="*/ 831443 w 3419947"/>
                <a:gd name="connsiteY695" fmla="*/ 1506932 h 1840015"/>
                <a:gd name="connsiteX696" fmla="*/ 823370 w 3419947"/>
                <a:gd name="connsiteY696" fmla="*/ 1506932 h 1840015"/>
                <a:gd name="connsiteX697" fmla="*/ 819334 w 3419947"/>
                <a:gd name="connsiteY697" fmla="*/ 1505589 h 1840015"/>
                <a:gd name="connsiteX698" fmla="*/ 816643 w 3419947"/>
                <a:gd name="connsiteY698" fmla="*/ 1506932 h 1840015"/>
                <a:gd name="connsiteX699" fmla="*/ 811262 w 3419947"/>
                <a:gd name="connsiteY699" fmla="*/ 1505589 h 1840015"/>
                <a:gd name="connsiteX700" fmla="*/ 805881 w 3419947"/>
                <a:gd name="connsiteY700" fmla="*/ 1500217 h 1840015"/>
                <a:gd name="connsiteX701" fmla="*/ 809917 w 3419947"/>
                <a:gd name="connsiteY701" fmla="*/ 1498874 h 1840015"/>
                <a:gd name="connsiteX702" fmla="*/ 811262 w 3419947"/>
                <a:gd name="connsiteY702" fmla="*/ 1494845 h 1840015"/>
                <a:gd name="connsiteX703" fmla="*/ 807226 w 3419947"/>
                <a:gd name="connsiteY703" fmla="*/ 1493502 h 1840015"/>
                <a:gd name="connsiteX704" fmla="*/ 800499 w 3419947"/>
                <a:gd name="connsiteY704" fmla="*/ 1490816 h 1840015"/>
                <a:gd name="connsiteX705" fmla="*/ 797808 w 3419947"/>
                <a:gd name="connsiteY705" fmla="*/ 1494845 h 1840015"/>
                <a:gd name="connsiteX706" fmla="*/ 792427 w 3419947"/>
                <a:gd name="connsiteY706" fmla="*/ 1494845 h 1840015"/>
                <a:gd name="connsiteX707" fmla="*/ 788391 w 3419947"/>
                <a:gd name="connsiteY707" fmla="*/ 1496188 h 1840015"/>
                <a:gd name="connsiteX708" fmla="*/ 789736 w 3419947"/>
                <a:gd name="connsiteY708" fmla="*/ 1502903 h 1840015"/>
                <a:gd name="connsiteX709" fmla="*/ 783009 w 3419947"/>
                <a:gd name="connsiteY709" fmla="*/ 1504246 h 1840015"/>
                <a:gd name="connsiteX710" fmla="*/ 781664 w 3419947"/>
                <a:gd name="connsiteY710" fmla="*/ 1501560 h 1840015"/>
                <a:gd name="connsiteX711" fmla="*/ 773592 w 3419947"/>
                <a:gd name="connsiteY711" fmla="*/ 1494845 h 1840015"/>
                <a:gd name="connsiteX712" fmla="*/ 766865 w 3419947"/>
                <a:gd name="connsiteY712" fmla="*/ 1496188 h 1840015"/>
                <a:gd name="connsiteX713" fmla="*/ 764174 w 3419947"/>
                <a:gd name="connsiteY713" fmla="*/ 1500217 h 1840015"/>
                <a:gd name="connsiteX714" fmla="*/ 761483 w 3419947"/>
                <a:gd name="connsiteY714" fmla="*/ 1496188 h 1840015"/>
                <a:gd name="connsiteX715" fmla="*/ 757447 w 3419947"/>
                <a:gd name="connsiteY715" fmla="*/ 1497531 h 1840015"/>
                <a:gd name="connsiteX716" fmla="*/ 757447 w 3419947"/>
                <a:gd name="connsiteY716" fmla="*/ 1502903 h 1840015"/>
                <a:gd name="connsiteX717" fmla="*/ 752065 w 3419947"/>
                <a:gd name="connsiteY717" fmla="*/ 1502903 h 1840015"/>
                <a:gd name="connsiteX718" fmla="*/ 752065 w 3419947"/>
                <a:gd name="connsiteY718" fmla="*/ 1512305 h 1840015"/>
                <a:gd name="connsiteX719" fmla="*/ 745339 w 3419947"/>
                <a:gd name="connsiteY719" fmla="*/ 1517677 h 1840015"/>
                <a:gd name="connsiteX720" fmla="*/ 741303 w 3419947"/>
                <a:gd name="connsiteY720" fmla="*/ 1516334 h 1840015"/>
                <a:gd name="connsiteX721" fmla="*/ 738612 w 3419947"/>
                <a:gd name="connsiteY721" fmla="*/ 1510962 h 1840015"/>
                <a:gd name="connsiteX722" fmla="*/ 729194 w 3419947"/>
                <a:gd name="connsiteY722" fmla="*/ 1509619 h 1840015"/>
                <a:gd name="connsiteX723" fmla="*/ 725158 w 3419947"/>
                <a:gd name="connsiteY723" fmla="*/ 1504246 h 1840015"/>
                <a:gd name="connsiteX724" fmla="*/ 719777 w 3419947"/>
                <a:gd name="connsiteY724" fmla="*/ 1506932 h 1840015"/>
                <a:gd name="connsiteX725" fmla="*/ 719777 w 3419947"/>
                <a:gd name="connsiteY725" fmla="*/ 1513648 h 1840015"/>
                <a:gd name="connsiteX726" fmla="*/ 717086 w 3419947"/>
                <a:gd name="connsiteY726" fmla="*/ 1519020 h 1840015"/>
                <a:gd name="connsiteX727" fmla="*/ 714395 w 3419947"/>
                <a:gd name="connsiteY727" fmla="*/ 1517677 h 1840015"/>
                <a:gd name="connsiteX728" fmla="*/ 714395 w 3419947"/>
                <a:gd name="connsiteY728" fmla="*/ 1512305 h 1840015"/>
                <a:gd name="connsiteX729" fmla="*/ 713050 w 3419947"/>
                <a:gd name="connsiteY729" fmla="*/ 1508275 h 1840015"/>
                <a:gd name="connsiteX730" fmla="*/ 709013 w 3419947"/>
                <a:gd name="connsiteY730" fmla="*/ 1508275 h 1840015"/>
                <a:gd name="connsiteX731" fmla="*/ 702286 w 3419947"/>
                <a:gd name="connsiteY731" fmla="*/ 1502903 h 1840015"/>
                <a:gd name="connsiteX732" fmla="*/ 698250 w 3419947"/>
                <a:gd name="connsiteY732" fmla="*/ 1497531 h 1840015"/>
                <a:gd name="connsiteX733" fmla="*/ 692869 w 3419947"/>
                <a:gd name="connsiteY733" fmla="*/ 1497531 h 1840015"/>
                <a:gd name="connsiteX734" fmla="*/ 687488 w 3419947"/>
                <a:gd name="connsiteY734" fmla="*/ 1490816 h 1840015"/>
                <a:gd name="connsiteX735" fmla="*/ 684797 w 3419947"/>
                <a:gd name="connsiteY735" fmla="*/ 1490816 h 1840015"/>
                <a:gd name="connsiteX736" fmla="*/ 682106 w 3419947"/>
                <a:gd name="connsiteY736" fmla="*/ 1486786 h 1840015"/>
                <a:gd name="connsiteX737" fmla="*/ 678070 w 3419947"/>
                <a:gd name="connsiteY737" fmla="*/ 1486786 h 1840015"/>
                <a:gd name="connsiteX738" fmla="*/ 668652 w 3419947"/>
                <a:gd name="connsiteY738" fmla="*/ 1489472 h 1840015"/>
                <a:gd name="connsiteX739" fmla="*/ 663271 w 3419947"/>
                <a:gd name="connsiteY739" fmla="*/ 1485443 h 1840015"/>
                <a:gd name="connsiteX740" fmla="*/ 660580 w 3419947"/>
                <a:gd name="connsiteY740" fmla="*/ 1478728 h 1840015"/>
                <a:gd name="connsiteX741" fmla="*/ 655198 w 3419947"/>
                <a:gd name="connsiteY741" fmla="*/ 1478728 h 1840015"/>
                <a:gd name="connsiteX742" fmla="*/ 649817 w 3419947"/>
                <a:gd name="connsiteY742" fmla="*/ 1482757 h 1840015"/>
                <a:gd name="connsiteX743" fmla="*/ 644435 w 3419947"/>
                <a:gd name="connsiteY743" fmla="*/ 1482757 h 1840015"/>
                <a:gd name="connsiteX744" fmla="*/ 643090 w 3419947"/>
                <a:gd name="connsiteY744" fmla="*/ 1485443 h 1840015"/>
                <a:gd name="connsiteX745" fmla="*/ 640399 w 3419947"/>
                <a:gd name="connsiteY745" fmla="*/ 1489472 h 1840015"/>
                <a:gd name="connsiteX746" fmla="*/ 640399 w 3419947"/>
                <a:gd name="connsiteY746" fmla="*/ 1485443 h 1840015"/>
                <a:gd name="connsiteX747" fmla="*/ 636363 w 3419947"/>
                <a:gd name="connsiteY747" fmla="*/ 1488129 h 1840015"/>
                <a:gd name="connsiteX748" fmla="*/ 635018 w 3419947"/>
                <a:gd name="connsiteY748" fmla="*/ 1492159 h 1840015"/>
                <a:gd name="connsiteX749" fmla="*/ 629636 w 3419947"/>
                <a:gd name="connsiteY749" fmla="*/ 1494845 h 1840015"/>
                <a:gd name="connsiteX750" fmla="*/ 626946 w 3419947"/>
                <a:gd name="connsiteY750" fmla="*/ 1492159 h 1840015"/>
                <a:gd name="connsiteX751" fmla="*/ 630982 w 3419947"/>
                <a:gd name="connsiteY751" fmla="*/ 1488129 h 1840015"/>
                <a:gd name="connsiteX752" fmla="*/ 630982 w 3419947"/>
                <a:gd name="connsiteY752" fmla="*/ 1485443 h 1840015"/>
                <a:gd name="connsiteX753" fmla="*/ 624255 w 3419947"/>
                <a:gd name="connsiteY753" fmla="*/ 1482757 h 1840015"/>
                <a:gd name="connsiteX754" fmla="*/ 616182 w 3419947"/>
                <a:gd name="connsiteY754" fmla="*/ 1478728 h 1840015"/>
                <a:gd name="connsiteX755" fmla="*/ 614837 w 3419947"/>
                <a:gd name="connsiteY755" fmla="*/ 1481414 h 1840015"/>
                <a:gd name="connsiteX756" fmla="*/ 616182 w 3419947"/>
                <a:gd name="connsiteY756" fmla="*/ 1486786 h 1840015"/>
                <a:gd name="connsiteX757" fmla="*/ 616182 w 3419947"/>
                <a:gd name="connsiteY757" fmla="*/ 1492159 h 1840015"/>
                <a:gd name="connsiteX758" fmla="*/ 610801 w 3419947"/>
                <a:gd name="connsiteY758" fmla="*/ 1490816 h 1840015"/>
                <a:gd name="connsiteX759" fmla="*/ 606765 w 3419947"/>
                <a:gd name="connsiteY759" fmla="*/ 1493502 h 1840015"/>
                <a:gd name="connsiteX760" fmla="*/ 604074 w 3419947"/>
                <a:gd name="connsiteY760" fmla="*/ 1500217 h 1840015"/>
                <a:gd name="connsiteX761" fmla="*/ 600038 w 3419947"/>
                <a:gd name="connsiteY761" fmla="*/ 1500217 h 1840015"/>
                <a:gd name="connsiteX762" fmla="*/ 591966 w 3419947"/>
                <a:gd name="connsiteY762" fmla="*/ 1505589 h 1840015"/>
                <a:gd name="connsiteX763" fmla="*/ 590620 w 3419947"/>
                <a:gd name="connsiteY763" fmla="*/ 1510962 h 1840015"/>
                <a:gd name="connsiteX764" fmla="*/ 594656 w 3419947"/>
                <a:gd name="connsiteY764" fmla="*/ 1516334 h 1840015"/>
                <a:gd name="connsiteX765" fmla="*/ 594656 w 3419947"/>
                <a:gd name="connsiteY765" fmla="*/ 1523049 h 1840015"/>
                <a:gd name="connsiteX766" fmla="*/ 586584 w 3419947"/>
                <a:gd name="connsiteY766" fmla="*/ 1523049 h 1840015"/>
                <a:gd name="connsiteX767" fmla="*/ 578512 w 3419947"/>
                <a:gd name="connsiteY767" fmla="*/ 1524392 h 1840015"/>
                <a:gd name="connsiteX768" fmla="*/ 583893 w 3419947"/>
                <a:gd name="connsiteY768" fmla="*/ 1544539 h 1840015"/>
                <a:gd name="connsiteX769" fmla="*/ 581202 w 3419947"/>
                <a:gd name="connsiteY769" fmla="*/ 1547225 h 1840015"/>
                <a:gd name="connsiteX770" fmla="*/ 582548 w 3419947"/>
                <a:gd name="connsiteY770" fmla="*/ 1555283 h 1840015"/>
                <a:gd name="connsiteX771" fmla="*/ 574476 w 3419947"/>
                <a:gd name="connsiteY771" fmla="*/ 1556626 h 1840015"/>
                <a:gd name="connsiteX772" fmla="*/ 566404 w 3419947"/>
                <a:gd name="connsiteY772" fmla="*/ 1551254 h 1840015"/>
                <a:gd name="connsiteX773" fmla="*/ 565058 w 3419947"/>
                <a:gd name="connsiteY773" fmla="*/ 1545882 h 1840015"/>
                <a:gd name="connsiteX774" fmla="*/ 551604 w 3419947"/>
                <a:gd name="connsiteY774" fmla="*/ 1533794 h 1840015"/>
                <a:gd name="connsiteX775" fmla="*/ 547568 w 3419947"/>
                <a:gd name="connsiteY775" fmla="*/ 1539166 h 1840015"/>
                <a:gd name="connsiteX776" fmla="*/ 547568 w 3419947"/>
                <a:gd name="connsiteY776" fmla="*/ 1545882 h 1840015"/>
                <a:gd name="connsiteX777" fmla="*/ 540841 w 3419947"/>
                <a:gd name="connsiteY777" fmla="*/ 1553940 h 1840015"/>
                <a:gd name="connsiteX778" fmla="*/ 535460 w 3419947"/>
                <a:gd name="connsiteY778" fmla="*/ 1556626 h 1840015"/>
                <a:gd name="connsiteX779" fmla="*/ 536805 w 3419947"/>
                <a:gd name="connsiteY779" fmla="*/ 1568714 h 1840015"/>
                <a:gd name="connsiteX780" fmla="*/ 540841 w 3419947"/>
                <a:gd name="connsiteY780" fmla="*/ 1572743 h 1840015"/>
                <a:gd name="connsiteX781" fmla="*/ 538151 w 3419947"/>
                <a:gd name="connsiteY781" fmla="*/ 1588860 h 1840015"/>
                <a:gd name="connsiteX782" fmla="*/ 534114 w 3419947"/>
                <a:gd name="connsiteY782" fmla="*/ 1598262 h 1840015"/>
                <a:gd name="connsiteX783" fmla="*/ 544878 w 3419947"/>
                <a:gd name="connsiteY783" fmla="*/ 1602291 h 1840015"/>
                <a:gd name="connsiteX784" fmla="*/ 548914 w 3419947"/>
                <a:gd name="connsiteY784" fmla="*/ 1609006 h 1840015"/>
                <a:gd name="connsiteX785" fmla="*/ 547568 w 3419947"/>
                <a:gd name="connsiteY785" fmla="*/ 1613035 h 1840015"/>
                <a:gd name="connsiteX786" fmla="*/ 555640 w 3419947"/>
                <a:gd name="connsiteY786" fmla="*/ 1619751 h 1840015"/>
                <a:gd name="connsiteX787" fmla="*/ 556986 w 3419947"/>
                <a:gd name="connsiteY787" fmla="*/ 1615722 h 1840015"/>
                <a:gd name="connsiteX788" fmla="*/ 573131 w 3419947"/>
                <a:gd name="connsiteY788" fmla="*/ 1621094 h 1840015"/>
                <a:gd name="connsiteX789" fmla="*/ 585239 w 3419947"/>
                <a:gd name="connsiteY789" fmla="*/ 1631839 h 1840015"/>
                <a:gd name="connsiteX790" fmla="*/ 596002 w 3419947"/>
                <a:gd name="connsiteY790" fmla="*/ 1649298 h 1840015"/>
                <a:gd name="connsiteX791" fmla="*/ 586584 w 3419947"/>
                <a:gd name="connsiteY791" fmla="*/ 1649298 h 1840015"/>
                <a:gd name="connsiteX792" fmla="*/ 586584 w 3419947"/>
                <a:gd name="connsiteY792" fmla="*/ 1653328 h 1840015"/>
                <a:gd name="connsiteX793" fmla="*/ 596002 w 3419947"/>
                <a:gd name="connsiteY793" fmla="*/ 1660043 h 1840015"/>
                <a:gd name="connsiteX794" fmla="*/ 602729 w 3419947"/>
                <a:gd name="connsiteY794" fmla="*/ 1657357 h 1840015"/>
                <a:gd name="connsiteX795" fmla="*/ 609455 w 3419947"/>
                <a:gd name="connsiteY795" fmla="*/ 1661386 h 1840015"/>
                <a:gd name="connsiteX796" fmla="*/ 609455 w 3419947"/>
                <a:gd name="connsiteY796" fmla="*/ 1661386 h 1840015"/>
                <a:gd name="connsiteX797" fmla="*/ 609455 w 3419947"/>
                <a:gd name="connsiteY797" fmla="*/ 1661386 h 1840015"/>
                <a:gd name="connsiteX798" fmla="*/ 609455 w 3419947"/>
                <a:gd name="connsiteY798" fmla="*/ 1662729 h 1840015"/>
                <a:gd name="connsiteX799" fmla="*/ 609455 w 3419947"/>
                <a:gd name="connsiteY799" fmla="*/ 1665416 h 1840015"/>
                <a:gd name="connsiteX800" fmla="*/ 605420 w 3419947"/>
                <a:gd name="connsiteY800" fmla="*/ 1666759 h 1840015"/>
                <a:gd name="connsiteX801" fmla="*/ 608110 w 3419947"/>
                <a:gd name="connsiteY801" fmla="*/ 1668102 h 1840015"/>
                <a:gd name="connsiteX802" fmla="*/ 608110 w 3419947"/>
                <a:gd name="connsiteY802" fmla="*/ 1670788 h 1840015"/>
                <a:gd name="connsiteX803" fmla="*/ 605420 w 3419947"/>
                <a:gd name="connsiteY803" fmla="*/ 1670788 h 1840015"/>
                <a:gd name="connsiteX804" fmla="*/ 608110 w 3419947"/>
                <a:gd name="connsiteY804" fmla="*/ 1672131 h 1840015"/>
                <a:gd name="connsiteX805" fmla="*/ 608110 w 3419947"/>
                <a:gd name="connsiteY805" fmla="*/ 1674817 h 1840015"/>
                <a:gd name="connsiteX806" fmla="*/ 604074 w 3419947"/>
                <a:gd name="connsiteY806" fmla="*/ 1673474 h 1840015"/>
                <a:gd name="connsiteX807" fmla="*/ 602729 w 3419947"/>
                <a:gd name="connsiteY807" fmla="*/ 1674817 h 1840015"/>
                <a:gd name="connsiteX808" fmla="*/ 597347 w 3419947"/>
                <a:gd name="connsiteY808" fmla="*/ 1673474 h 1840015"/>
                <a:gd name="connsiteX809" fmla="*/ 594656 w 3419947"/>
                <a:gd name="connsiteY809" fmla="*/ 1674817 h 1840015"/>
                <a:gd name="connsiteX810" fmla="*/ 602729 w 3419947"/>
                <a:gd name="connsiteY810" fmla="*/ 1678846 h 1840015"/>
                <a:gd name="connsiteX811" fmla="*/ 604074 w 3419947"/>
                <a:gd name="connsiteY811" fmla="*/ 1681532 h 1840015"/>
                <a:gd name="connsiteX812" fmla="*/ 602729 w 3419947"/>
                <a:gd name="connsiteY812" fmla="*/ 1682875 h 1840015"/>
                <a:gd name="connsiteX813" fmla="*/ 600038 w 3419947"/>
                <a:gd name="connsiteY813" fmla="*/ 1680189 h 1840015"/>
                <a:gd name="connsiteX814" fmla="*/ 596002 w 3419947"/>
                <a:gd name="connsiteY814" fmla="*/ 1681532 h 1840015"/>
                <a:gd name="connsiteX815" fmla="*/ 593311 w 3419947"/>
                <a:gd name="connsiteY815" fmla="*/ 1680189 h 1840015"/>
                <a:gd name="connsiteX816" fmla="*/ 590620 w 3419947"/>
                <a:gd name="connsiteY816" fmla="*/ 1680189 h 1840015"/>
                <a:gd name="connsiteX817" fmla="*/ 594656 w 3419947"/>
                <a:gd name="connsiteY817" fmla="*/ 1681532 h 1840015"/>
                <a:gd name="connsiteX818" fmla="*/ 596002 w 3419947"/>
                <a:gd name="connsiteY818" fmla="*/ 1684219 h 1840015"/>
                <a:gd name="connsiteX819" fmla="*/ 591966 w 3419947"/>
                <a:gd name="connsiteY819" fmla="*/ 1686905 h 1840015"/>
                <a:gd name="connsiteX820" fmla="*/ 587929 w 3419947"/>
                <a:gd name="connsiteY820" fmla="*/ 1686905 h 1840015"/>
                <a:gd name="connsiteX821" fmla="*/ 585239 w 3419947"/>
                <a:gd name="connsiteY821" fmla="*/ 1688248 h 1840015"/>
                <a:gd name="connsiteX822" fmla="*/ 582548 w 3419947"/>
                <a:gd name="connsiteY822" fmla="*/ 1685562 h 1840015"/>
                <a:gd name="connsiteX823" fmla="*/ 581202 w 3419947"/>
                <a:gd name="connsiteY823" fmla="*/ 1688248 h 1840015"/>
                <a:gd name="connsiteX824" fmla="*/ 579857 w 3419947"/>
                <a:gd name="connsiteY824" fmla="*/ 1689591 h 1840015"/>
                <a:gd name="connsiteX825" fmla="*/ 577167 w 3419947"/>
                <a:gd name="connsiteY825" fmla="*/ 1688248 h 1840015"/>
                <a:gd name="connsiteX826" fmla="*/ 574476 w 3419947"/>
                <a:gd name="connsiteY826" fmla="*/ 1686905 h 1840015"/>
                <a:gd name="connsiteX827" fmla="*/ 574476 w 3419947"/>
                <a:gd name="connsiteY827" fmla="*/ 1689591 h 1840015"/>
                <a:gd name="connsiteX828" fmla="*/ 571785 w 3419947"/>
                <a:gd name="connsiteY828" fmla="*/ 1693620 h 1840015"/>
                <a:gd name="connsiteX829" fmla="*/ 570440 w 3419947"/>
                <a:gd name="connsiteY829" fmla="*/ 1698992 h 1840015"/>
                <a:gd name="connsiteX830" fmla="*/ 567749 w 3419947"/>
                <a:gd name="connsiteY830" fmla="*/ 1700335 h 1840015"/>
                <a:gd name="connsiteX831" fmla="*/ 566404 w 3419947"/>
                <a:gd name="connsiteY831" fmla="*/ 1705708 h 1840015"/>
                <a:gd name="connsiteX832" fmla="*/ 565058 w 3419947"/>
                <a:gd name="connsiteY832" fmla="*/ 1709737 h 1840015"/>
                <a:gd name="connsiteX833" fmla="*/ 565058 w 3419947"/>
                <a:gd name="connsiteY833" fmla="*/ 1719139 h 1840015"/>
                <a:gd name="connsiteX834" fmla="*/ 562367 w 3419947"/>
                <a:gd name="connsiteY834" fmla="*/ 1720482 h 1840015"/>
                <a:gd name="connsiteX835" fmla="*/ 561022 w 3419947"/>
                <a:gd name="connsiteY835" fmla="*/ 1725854 h 1840015"/>
                <a:gd name="connsiteX836" fmla="*/ 563713 w 3419947"/>
                <a:gd name="connsiteY836" fmla="*/ 1735256 h 1840015"/>
                <a:gd name="connsiteX837" fmla="*/ 567749 w 3419947"/>
                <a:gd name="connsiteY837" fmla="*/ 1735256 h 1840015"/>
                <a:gd name="connsiteX838" fmla="*/ 570440 w 3419947"/>
                <a:gd name="connsiteY838" fmla="*/ 1733912 h 1840015"/>
                <a:gd name="connsiteX839" fmla="*/ 573131 w 3419947"/>
                <a:gd name="connsiteY839" fmla="*/ 1737942 h 1840015"/>
                <a:gd name="connsiteX840" fmla="*/ 578512 w 3419947"/>
                <a:gd name="connsiteY840" fmla="*/ 1739285 h 1840015"/>
                <a:gd name="connsiteX841" fmla="*/ 578512 w 3419947"/>
                <a:gd name="connsiteY841" fmla="*/ 1747343 h 1840015"/>
                <a:gd name="connsiteX842" fmla="*/ 583893 w 3419947"/>
                <a:gd name="connsiteY842" fmla="*/ 1751372 h 1840015"/>
                <a:gd name="connsiteX843" fmla="*/ 586584 w 3419947"/>
                <a:gd name="connsiteY843" fmla="*/ 1748686 h 1840015"/>
                <a:gd name="connsiteX844" fmla="*/ 589275 w 3419947"/>
                <a:gd name="connsiteY844" fmla="*/ 1748686 h 1840015"/>
                <a:gd name="connsiteX845" fmla="*/ 587929 w 3419947"/>
                <a:gd name="connsiteY845" fmla="*/ 1752716 h 1840015"/>
                <a:gd name="connsiteX846" fmla="*/ 586584 w 3419947"/>
                <a:gd name="connsiteY846" fmla="*/ 1758088 h 1840015"/>
                <a:gd name="connsiteX847" fmla="*/ 583893 w 3419947"/>
                <a:gd name="connsiteY847" fmla="*/ 1756745 h 1840015"/>
                <a:gd name="connsiteX848" fmla="*/ 583893 w 3419947"/>
                <a:gd name="connsiteY848" fmla="*/ 1760774 h 1840015"/>
                <a:gd name="connsiteX849" fmla="*/ 587929 w 3419947"/>
                <a:gd name="connsiteY849" fmla="*/ 1760774 h 1840015"/>
                <a:gd name="connsiteX850" fmla="*/ 587929 w 3419947"/>
                <a:gd name="connsiteY850" fmla="*/ 1763460 h 1840015"/>
                <a:gd name="connsiteX851" fmla="*/ 589275 w 3419947"/>
                <a:gd name="connsiteY851" fmla="*/ 1767489 h 1840015"/>
                <a:gd name="connsiteX852" fmla="*/ 589275 w 3419947"/>
                <a:gd name="connsiteY852" fmla="*/ 1775548 h 1840015"/>
                <a:gd name="connsiteX853" fmla="*/ 593311 w 3419947"/>
                <a:gd name="connsiteY853" fmla="*/ 1779577 h 1840015"/>
                <a:gd name="connsiteX854" fmla="*/ 594656 w 3419947"/>
                <a:gd name="connsiteY854" fmla="*/ 1787635 h 1840015"/>
                <a:gd name="connsiteX855" fmla="*/ 604074 w 3419947"/>
                <a:gd name="connsiteY855" fmla="*/ 1799723 h 1840015"/>
                <a:gd name="connsiteX856" fmla="*/ 617528 w 3419947"/>
                <a:gd name="connsiteY856" fmla="*/ 1810468 h 1840015"/>
                <a:gd name="connsiteX857" fmla="*/ 620219 w 3419947"/>
                <a:gd name="connsiteY857" fmla="*/ 1811811 h 1840015"/>
                <a:gd name="connsiteX858" fmla="*/ 620219 w 3419947"/>
                <a:gd name="connsiteY858" fmla="*/ 1811811 h 1840015"/>
                <a:gd name="connsiteX859" fmla="*/ 612146 w 3419947"/>
                <a:gd name="connsiteY859" fmla="*/ 1822556 h 1840015"/>
                <a:gd name="connsiteX860" fmla="*/ 604074 w 3419947"/>
                <a:gd name="connsiteY860" fmla="*/ 1826585 h 1840015"/>
                <a:gd name="connsiteX861" fmla="*/ 601383 w 3419947"/>
                <a:gd name="connsiteY861" fmla="*/ 1830614 h 1840015"/>
                <a:gd name="connsiteX862" fmla="*/ 589275 w 3419947"/>
                <a:gd name="connsiteY862" fmla="*/ 1829271 h 1840015"/>
                <a:gd name="connsiteX863" fmla="*/ 586584 w 3419947"/>
                <a:gd name="connsiteY863" fmla="*/ 1822556 h 1840015"/>
                <a:gd name="connsiteX864" fmla="*/ 574476 w 3419947"/>
                <a:gd name="connsiteY864" fmla="*/ 1813154 h 1840015"/>
                <a:gd name="connsiteX865" fmla="*/ 566404 w 3419947"/>
                <a:gd name="connsiteY865" fmla="*/ 1811811 h 1840015"/>
                <a:gd name="connsiteX866" fmla="*/ 563713 w 3419947"/>
                <a:gd name="connsiteY866" fmla="*/ 1821212 h 1840015"/>
                <a:gd name="connsiteX867" fmla="*/ 570440 w 3419947"/>
                <a:gd name="connsiteY867" fmla="*/ 1825242 h 1840015"/>
                <a:gd name="connsiteX868" fmla="*/ 574476 w 3419947"/>
                <a:gd name="connsiteY868" fmla="*/ 1830614 h 1840015"/>
                <a:gd name="connsiteX869" fmla="*/ 573131 w 3419947"/>
                <a:gd name="connsiteY869" fmla="*/ 1840016 h 1840015"/>
                <a:gd name="connsiteX870" fmla="*/ 563713 w 3419947"/>
                <a:gd name="connsiteY870" fmla="*/ 1834643 h 1840015"/>
                <a:gd name="connsiteX871" fmla="*/ 554295 w 3419947"/>
                <a:gd name="connsiteY871" fmla="*/ 1834643 h 1840015"/>
                <a:gd name="connsiteX872" fmla="*/ 539496 w 3419947"/>
                <a:gd name="connsiteY872" fmla="*/ 1826585 h 1840015"/>
                <a:gd name="connsiteX873" fmla="*/ 530078 w 3419947"/>
                <a:gd name="connsiteY873" fmla="*/ 1830614 h 1840015"/>
                <a:gd name="connsiteX874" fmla="*/ 530078 w 3419947"/>
                <a:gd name="connsiteY874" fmla="*/ 1834643 h 1840015"/>
                <a:gd name="connsiteX875" fmla="*/ 535460 w 3419947"/>
                <a:gd name="connsiteY875" fmla="*/ 1838672 h 1840015"/>
                <a:gd name="connsiteX876" fmla="*/ 528733 w 3419947"/>
                <a:gd name="connsiteY876" fmla="*/ 1833300 h 1840015"/>
                <a:gd name="connsiteX877" fmla="*/ 513934 w 3419947"/>
                <a:gd name="connsiteY877" fmla="*/ 1833300 h 1840015"/>
                <a:gd name="connsiteX878" fmla="*/ 511243 w 3419947"/>
                <a:gd name="connsiteY878" fmla="*/ 1831957 h 1840015"/>
                <a:gd name="connsiteX879" fmla="*/ 499135 w 3419947"/>
                <a:gd name="connsiteY879" fmla="*/ 1834643 h 1840015"/>
                <a:gd name="connsiteX880" fmla="*/ 491062 w 3419947"/>
                <a:gd name="connsiteY880" fmla="*/ 1837329 h 1840015"/>
                <a:gd name="connsiteX881" fmla="*/ 491062 w 3419947"/>
                <a:gd name="connsiteY881" fmla="*/ 1837329 h 1840015"/>
                <a:gd name="connsiteX882" fmla="*/ 485681 w 3419947"/>
                <a:gd name="connsiteY882" fmla="*/ 1835986 h 1840015"/>
                <a:gd name="connsiteX883" fmla="*/ 474918 w 3419947"/>
                <a:gd name="connsiteY883" fmla="*/ 1826585 h 1840015"/>
                <a:gd name="connsiteX884" fmla="*/ 470882 w 3419947"/>
                <a:gd name="connsiteY884" fmla="*/ 1825242 h 1840015"/>
                <a:gd name="connsiteX885" fmla="*/ 466845 w 3419947"/>
                <a:gd name="connsiteY885" fmla="*/ 1827928 h 1840015"/>
                <a:gd name="connsiteX886" fmla="*/ 464155 w 3419947"/>
                <a:gd name="connsiteY886" fmla="*/ 1827928 h 1840015"/>
                <a:gd name="connsiteX887" fmla="*/ 457428 w 3419947"/>
                <a:gd name="connsiteY887" fmla="*/ 1825242 h 1840015"/>
                <a:gd name="connsiteX888" fmla="*/ 454737 w 3419947"/>
                <a:gd name="connsiteY888" fmla="*/ 1827928 h 1840015"/>
                <a:gd name="connsiteX889" fmla="*/ 452047 w 3419947"/>
                <a:gd name="connsiteY889" fmla="*/ 1826585 h 1840015"/>
                <a:gd name="connsiteX890" fmla="*/ 450701 w 3419947"/>
                <a:gd name="connsiteY890" fmla="*/ 1821212 h 1840015"/>
                <a:gd name="connsiteX891" fmla="*/ 448010 w 3419947"/>
                <a:gd name="connsiteY891" fmla="*/ 1821212 h 1840015"/>
                <a:gd name="connsiteX892" fmla="*/ 448010 w 3419947"/>
                <a:gd name="connsiteY892" fmla="*/ 1821212 h 1840015"/>
                <a:gd name="connsiteX893" fmla="*/ 448010 w 3419947"/>
                <a:gd name="connsiteY893" fmla="*/ 1819869 h 1840015"/>
                <a:gd name="connsiteX894" fmla="*/ 446665 w 3419947"/>
                <a:gd name="connsiteY894" fmla="*/ 1815840 h 1840015"/>
                <a:gd name="connsiteX895" fmla="*/ 448010 w 3419947"/>
                <a:gd name="connsiteY895" fmla="*/ 1813154 h 1840015"/>
                <a:gd name="connsiteX896" fmla="*/ 443974 w 3419947"/>
                <a:gd name="connsiteY896" fmla="*/ 1805095 h 1840015"/>
                <a:gd name="connsiteX897" fmla="*/ 442629 w 3419947"/>
                <a:gd name="connsiteY897" fmla="*/ 1794351 h 1840015"/>
                <a:gd name="connsiteX898" fmla="*/ 439938 w 3419947"/>
                <a:gd name="connsiteY898" fmla="*/ 1790322 h 1840015"/>
                <a:gd name="connsiteX899" fmla="*/ 434556 w 3419947"/>
                <a:gd name="connsiteY899" fmla="*/ 1782263 h 1840015"/>
                <a:gd name="connsiteX900" fmla="*/ 427830 w 3419947"/>
                <a:gd name="connsiteY900" fmla="*/ 1780920 h 1840015"/>
                <a:gd name="connsiteX901" fmla="*/ 427830 w 3419947"/>
                <a:gd name="connsiteY901" fmla="*/ 1778234 h 1840015"/>
                <a:gd name="connsiteX902" fmla="*/ 421103 w 3419947"/>
                <a:gd name="connsiteY902" fmla="*/ 1772862 h 1840015"/>
                <a:gd name="connsiteX903" fmla="*/ 418412 w 3419947"/>
                <a:gd name="connsiteY903" fmla="*/ 1774205 h 1840015"/>
                <a:gd name="connsiteX904" fmla="*/ 415721 w 3419947"/>
                <a:gd name="connsiteY904" fmla="*/ 1772862 h 1840015"/>
                <a:gd name="connsiteX905" fmla="*/ 410340 w 3419947"/>
                <a:gd name="connsiteY905" fmla="*/ 1771519 h 1840015"/>
                <a:gd name="connsiteX906" fmla="*/ 406304 w 3419947"/>
                <a:gd name="connsiteY906" fmla="*/ 1766146 h 1840015"/>
                <a:gd name="connsiteX907" fmla="*/ 403613 w 3419947"/>
                <a:gd name="connsiteY907" fmla="*/ 1766146 h 1840015"/>
                <a:gd name="connsiteX908" fmla="*/ 398232 w 3419947"/>
                <a:gd name="connsiteY908" fmla="*/ 1764803 h 1840015"/>
                <a:gd name="connsiteX909" fmla="*/ 396886 w 3419947"/>
                <a:gd name="connsiteY909" fmla="*/ 1760774 h 1840015"/>
                <a:gd name="connsiteX910" fmla="*/ 392850 w 3419947"/>
                <a:gd name="connsiteY910" fmla="*/ 1760774 h 1840015"/>
                <a:gd name="connsiteX911" fmla="*/ 388814 w 3419947"/>
                <a:gd name="connsiteY911" fmla="*/ 1756745 h 1840015"/>
                <a:gd name="connsiteX912" fmla="*/ 387468 w 3419947"/>
                <a:gd name="connsiteY912" fmla="*/ 1754059 h 1840015"/>
                <a:gd name="connsiteX913" fmla="*/ 382087 w 3419947"/>
                <a:gd name="connsiteY913" fmla="*/ 1752716 h 1840015"/>
                <a:gd name="connsiteX914" fmla="*/ 379396 w 3419947"/>
                <a:gd name="connsiteY914" fmla="*/ 1746000 h 1840015"/>
                <a:gd name="connsiteX915" fmla="*/ 363252 w 3419947"/>
                <a:gd name="connsiteY915" fmla="*/ 1733912 h 1840015"/>
                <a:gd name="connsiteX916" fmla="*/ 356525 w 3419947"/>
                <a:gd name="connsiteY916" fmla="*/ 1732569 h 1840015"/>
                <a:gd name="connsiteX917" fmla="*/ 347107 w 3419947"/>
                <a:gd name="connsiteY917" fmla="*/ 1727197 h 1840015"/>
                <a:gd name="connsiteX918" fmla="*/ 337690 w 3419947"/>
                <a:gd name="connsiteY918" fmla="*/ 1728540 h 1840015"/>
                <a:gd name="connsiteX919" fmla="*/ 332308 w 3419947"/>
                <a:gd name="connsiteY919" fmla="*/ 1723168 h 1840015"/>
                <a:gd name="connsiteX920" fmla="*/ 332308 w 3419947"/>
                <a:gd name="connsiteY920" fmla="*/ 1719139 h 1840015"/>
                <a:gd name="connsiteX921" fmla="*/ 325581 w 3419947"/>
                <a:gd name="connsiteY921" fmla="*/ 1713766 h 1840015"/>
                <a:gd name="connsiteX922" fmla="*/ 322890 w 3419947"/>
                <a:gd name="connsiteY922" fmla="*/ 1713766 h 1840015"/>
                <a:gd name="connsiteX923" fmla="*/ 316164 w 3419947"/>
                <a:gd name="connsiteY923" fmla="*/ 1712423 h 1840015"/>
                <a:gd name="connsiteX924" fmla="*/ 320199 w 3419947"/>
                <a:gd name="connsiteY924" fmla="*/ 1709737 h 1840015"/>
                <a:gd name="connsiteX925" fmla="*/ 324236 w 3419947"/>
                <a:gd name="connsiteY925" fmla="*/ 1708394 h 1840015"/>
                <a:gd name="connsiteX926" fmla="*/ 322890 w 3419947"/>
                <a:gd name="connsiteY926" fmla="*/ 1704365 h 1840015"/>
                <a:gd name="connsiteX927" fmla="*/ 322890 w 3419947"/>
                <a:gd name="connsiteY927" fmla="*/ 1701679 h 1840015"/>
                <a:gd name="connsiteX928" fmla="*/ 328272 w 3419947"/>
                <a:gd name="connsiteY928" fmla="*/ 1703022 h 1840015"/>
                <a:gd name="connsiteX929" fmla="*/ 332308 w 3419947"/>
                <a:gd name="connsiteY929" fmla="*/ 1705708 h 1840015"/>
                <a:gd name="connsiteX930" fmla="*/ 333653 w 3419947"/>
                <a:gd name="connsiteY930" fmla="*/ 1704365 h 1840015"/>
                <a:gd name="connsiteX931" fmla="*/ 339035 w 3419947"/>
                <a:gd name="connsiteY931" fmla="*/ 1705708 h 1840015"/>
                <a:gd name="connsiteX932" fmla="*/ 340380 w 3419947"/>
                <a:gd name="connsiteY932" fmla="*/ 1697649 h 1840015"/>
                <a:gd name="connsiteX933" fmla="*/ 337690 w 3419947"/>
                <a:gd name="connsiteY933" fmla="*/ 1696306 h 1840015"/>
                <a:gd name="connsiteX934" fmla="*/ 337690 w 3419947"/>
                <a:gd name="connsiteY934" fmla="*/ 1690934 h 1840015"/>
                <a:gd name="connsiteX935" fmla="*/ 343071 w 3419947"/>
                <a:gd name="connsiteY935" fmla="*/ 1685562 h 1840015"/>
                <a:gd name="connsiteX936" fmla="*/ 343071 w 3419947"/>
                <a:gd name="connsiteY936" fmla="*/ 1684219 h 1840015"/>
                <a:gd name="connsiteX937" fmla="*/ 345762 w 3419947"/>
                <a:gd name="connsiteY937" fmla="*/ 1682875 h 1840015"/>
                <a:gd name="connsiteX938" fmla="*/ 349798 w 3419947"/>
                <a:gd name="connsiteY938" fmla="*/ 1682875 h 1840015"/>
                <a:gd name="connsiteX939" fmla="*/ 352488 w 3419947"/>
                <a:gd name="connsiteY939" fmla="*/ 1680189 h 1840015"/>
                <a:gd name="connsiteX940" fmla="*/ 355179 w 3419947"/>
                <a:gd name="connsiteY940" fmla="*/ 1678846 h 1840015"/>
                <a:gd name="connsiteX941" fmla="*/ 355179 w 3419947"/>
                <a:gd name="connsiteY941" fmla="*/ 1677503 h 1840015"/>
                <a:gd name="connsiteX942" fmla="*/ 349798 w 3419947"/>
                <a:gd name="connsiteY942" fmla="*/ 1676160 h 1840015"/>
                <a:gd name="connsiteX943" fmla="*/ 348452 w 3419947"/>
                <a:gd name="connsiteY943" fmla="*/ 1673474 h 1840015"/>
                <a:gd name="connsiteX944" fmla="*/ 345762 w 3419947"/>
                <a:gd name="connsiteY944" fmla="*/ 1676160 h 1840015"/>
                <a:gd name="connsiteX945" fmla="*/ 341726 w 3419947"/>
                <a:gd name="connsiteY945" fmla="*/ 1672131 h 1840015"/>
                <a:gd name="connsiteX946" fmla="*/ 337690 w 3419947"/>
                <a:gd name="connsiteY946" fmla="*/ 1664072 h 1840015"/>
                <a:gd name="connsiteX947" fmla="*/ 347107 w 3419947"/>
                <a:gd name="connsiteY947" fmla="*/ 1662729 h 1840015"/>
                <a:gd name="connsiteX948" fmla="*/ 353834 w 3419947"/>
                <a:gd name="connsiteY948" fmla="*/ 1664072 h 1840015"/>
                <a:gd name="connsiteX949" fmla="*/ 356525 w 3419947"/>
                <a:gd name="connsiteY949" fmla="*/ 1660043 h 1840015"/>
                <a:gd name="connsiteX950" fmla="*/ 353834 w 3419947"/>
                <a:gd name="connsiteY950" fmla="*/ 1660043 h 1840015"/>
                <a:gd name="connsiteX951" fmla="*/ 351143 w 3419947"/>
                <a:gd name="connsiteY951" fmla="*/ 1657357 h 1840015"/>
                <a:gd name="connsiteX952" fmla="*/ 356525 w 3419947"/>
                <a:gd name="connsiteY952" fmla="*/ 1653328 h 1840015"/>
                <a:gd name="connsiteX953" fmla="*/ 369979 w 3419947"/>
                <a:gd name="connsiteY953" fmla="*/ 1646612 h 1840015"/>
                <a:gd name="connsiteX954" fmla="*/ 371324 w 3419947"/>
                <a:gd name="connsiteY954" fmla="*/ 1642583 h 1840015"/>
                <a:gd name="connsiteX955" fmla="*/ 369979 w 3419947"/>
                <a:gd name="connsiteY955" fmla="*/ 1639897 h 1840015"/>
                <a:gd name="connsiteX956" fmla="*/ 363252 w 3419947"/>
                <a:gd name="connsiteY956" fmla="*/ 1641240 h 1840015"/>
                <a:gd name="connsiteX957" fmla="*/ 357870 w 3419947"/>
                <a:gd name="connsiteY957" fmla="*/ 1645269 h 1840015"/>
                <a:gd name="connsiteX958" fmla="*/ 352488 w 3419947"/>
                <a:gd name="connsiteY958" fmla="*/ 1643926 h 1840015"/>
                <a:gd name="connsiteX959" fmla="*/ 351143 w 3419947"/>
                <a:gd name="connsiteY959" fmla="*/ 1643926 h 1840015"/>
                <a:gd name="connsiteX960" fmla="*/ 351143 w 3419947"/>
                <a:gd name="connsiteY960" fmla="*/ 1643926 h 1840015"/>
                <a:gd name="connsiteX961" fmla="*/ 352488 w 3419947"/>
                <a:gd name="connsiteY961" fmla="*/ 1631839 h 1840015"/>
                <a:gd name="connsiteX962" fmla="*/ 355179 w 3419947"/>
                <a:gd name="connsiteY962" fmla="*/ 1630495 h 1840015"/>
                <a:gd name="connsiteX963" fmla="*/ 360561 w 3419947"/>
                <a:gd name="connsiteY963" fmla="*/ 1621094 h 1840015"/>
                <a:gd name="connsiteX964" fmla="*/ 372669 w 3419947"/>
                <a:gd name="connsiteY964" fmla="*/ 1619751 h 1840015"/>
                <a:gd name="connsiteX965" fmla="*/ 378051 w 3419947"/>
                <a:gd name="connsiteY965" fmla="*/ 1615722 h 1840015"/>
                <a:gd name="connsiteX966" fmla="*/ 376705 w 3419947"/>
                <a:gd name="connsiteY966" fmla="*/ 1609006 h 1840015"/>
                <a:gd name="connsiteX967" fmla="*/ 379396 w 3419947"/>
                <a:gd name="connsiteY967" fmla="*/ 1599605 h 1840015"/>
                <a:gd name="connsiteX968" fmla="*/ 378051 w 3419947"/>
                <a:gd name="connsiteY968" fmla="*/ 1591546 h 1840015"/>
                <a:gd name="connsiteX969" fmla="*/ 369979 w 3419947"/>
                <a:gd name="connsiteY969" fmla="*/ 1586174 h 1840015"/>
                <a:gd name="connsiteX970" fmla="*/ 371324 w 3419947"/>
                <a:gd name="connsiteY970" fmla="*/ 1575429 h 1840015"/>
                <a:gd name="connsiteX971" fmla="*/ 376705 w 3419947"/>
                <a:gd name="connsiteY971" fmla="*/ 1574086 h 1840015"/>
                <a:gd name="connsiteX972" fmla="*/ 380741 w 3419947"/>
                <a:gd name="connsiteY972" fmla="*/ 1568714 h 1840015"/>
                <a:gd name="connsiteX973" fmla="*/ 380741 w 3419947"/>
                <a:gd name="connsiteY973" fmla="*/ 1561998 h 1840015"/>
                <a:gd name="connsiteX974" fmla="*/ 376705 w 3419947"/>
                <a:gd name="connsiteY974" fmla="*/ 1560656 h 1840015"/>
                <a:gd name="connsiteX975" fmla="*/ 374015 w 3419947"/>
                <a:gd name="connsiteY975" fmla="*/ 1555283 h 1840015"/>
                <a:gd name="connsiteX976" fmla="*/ 369979 w 3419947"/>
                <a:gd name="connsiteY976" fmla="*/ 1559312 h 1840015"/>
                <a:gd name="connsiteX977" fmla="*/ 361906 w 3419947"/>
                <a:gd name="connsiteY977" fmla="*/ 1557969 h 1840015"/>
                <a:gd name="connsiteX978" fmla="*/ 355179 w 3419947"/>
                <a:gd name="connsiteY978" fmla="*/ 1553940 h 1840015"/>
                <a:gd name="connsiteX979" fmla="*/ 349798 w 3419947"/>
                <a:gd name="connsiteY979" fmla="*/ 1555283 h 1840015"/>
                <a:gd name="connsiteX980" fmla="*/ 344417 w 3419947"/>
                <a:gd name="connsiteY980" fmla="*/ 1552597 h 1840015"/>
                <a:gd name="connsiteX981" fmla="*/ 337690 w 3419947"/>
                <a:gd name="connsiteY981" fmla="*/ 1552597 h 1840015"/>
                <a:gd name="connsiteX982" fmla="*/ 328272 w 3419947"/>
                <a:gd name="connsiteY982" fmla="*/ 1551254 h 1840015"/>
                <a:gd name="connsiteX983" fmla="*/ 324236 w 3419947"/>
                <a:gd name="connsiteY983" fmla="*/ 1555283 h 1840015"/>
                <a:gd name="connsiteX984" fmla="*/ 321545 w 3419947"/>
                <a:gd name="connsiteY984" fmla="*/ 1549911 h 1840015"/>
                <a:gd name="connsiteX985" fmla="*/ 313473 w 3419947"/>
                <a:gd name="connsiteY985" fmla="*/ 1544539 h 1840015"/>
                <a:gd name="connsiteX986" fmla="*/ 308091 w 3419947"/>
                <a:gd name="connsiteY986" fmla="*/ 1532451 h 1840015"/>
                <a:gd name="connsiteX987" fmla="*/ 304055 w 3419947"/>
                <a:gd name="connsiteY987" fmla="*/ 1532451 h 1840015"/>
                <a:gd name="connsiteX988" fmla="*/ 295983 w 3419947"/>
                <a:gd name="connsiteY988" fmla="*/ 1539166 h 1840015"/>
                <a:gd name="connsiteX989" fmla="*/ 290601 w 3419947"/>
                <a:gd name="connsiteY989" fmla="*/ 1537823 h 1840015"/>
                <a:gd name="connsiteX990" fmla="*/ 283875 w 3419947"/>
                <a:gd name="connsiteY990" fmla="*/ 1539166 h 1840015"/>
                <a:gd name="connsiteX991" fmla="*/ 277148 w 3419947"/>
                <a:gd name="connsiteY991" fmla="*/ 1535137 h 1840015"/>
                <a:gd name="connsiteX992" fmla="*/ 271766 w 3419947"/>
                <a:gd name="connsiteY992" fmla="*/ 1540509 h 1840015"/>
                <a:gd name="connsiteX993" fmla="*/ 259658 w 3419947"/>
                <a:gd name="connsiteY993" fmla="*/ 1528422 h 1840015"/>
                <a:gd name="connsiteX994" fmla="*/ 256967 w 3419947"/>
                <a:gd name="connsiteY994" fmla="*/ 1520363 h 1840015"/>
                <a:gd name="connsiteX995" fmla="*/ 256967 w 3419947"/>
                <a:gd name="connsiteY995" fmla="*/ 1513648 h 1840015"/>
                <a:gd name="connsiteX996" fmla="*/ 251585 w 3419947"/>
                <a:gd name="connsiteY996" fmla="*/ 1512305 h 1840015"/>
                <a:gd name="connsiteX997" fmla="*/ 250240 w 3419947"/>
                <a:gd name="connsiteY997" fmla="*/ 1506932 h 1840015"/>
                <a:gd name="connsiteX998" fmla="*/ 244858 w 3419947"/>
                <a:gd name="connsiteY998" fmla="*/ 1502903 h 1840015"/>
                <a:gd name="connsiteX999" fmla="*/ 230059 w 3419947"/>
                <a:gd name="connsiteY999" fmla="*/ 1504246 h 1840015"/>
                <a:gd name="connsiteX1000" fmla="*/ 223333 w 3419947"/>
                <a:gd name="connsiteY1000" fmla="*/ 1494845 h 1840015"/>
                <a:gd name="connsiteX1001" fmla="*/ 226023 w 3419947"/>
                <a:gd name="connsiteY1001" fmla="*/ 1489472 h 1840015"/>
                <a:gd name="connsiteX1002" fmla="*/ 220642 w 3419947"/>
                <a:gd name="connsiteY1002" fmla="*/ 1485443 h 1840015"/>
                <a:gd name="connsiteX1003" fmla="*/ 216606 w 3419947"/>
                <a:gd name="connsiteY1003" fmla="*/ 1473356 h 1840015"/>
                <a:gd name="connsiteX1004" fmla="*/ 211224 w 3419947"/>
                <a:gd name="connsiteY1004" fmla="*/ 1473356 h 1840015"/>
                <a:gd name="connsiteX1005" fmla="*/ 204497 w 3419947"/>
                <a:gd name="connsiteY1005" fmla="*/ 1477385 h 1840015"/>
                <a:gd name="connsiteX1006" fmla="*/ 191043 w 3419947"/>
                <a:gd name="connsiteY1006" fmla="*/ 1477385 h 1840015"/>
                <a:gd name="connsiteX1007" fmla="*/ 177589 w 3419947"/>
                <a:gd name="connsiteY1007" fmla="*/ 1473356 h 1840015"/>
                <a:gd name="connsiteX1008" fmla="*/ 173554 w 3419947"/>
                <a:gd name="connsiteY1008" fmla="*/ 1477385 h 1840015"/>
                <a:gd name="connsiteX1009" fmla="*/ 173554 w 3419947"/>
                <a:gd name="connsiteY1009" fmla="*/ 1482757 h 1840015"/>
                <a:gd name="connsiteX1010" fmla="*/ 166827 w 3419947"/>
                <a:gd name="connsiteY1010" fmla="*/ 1484100 h 1840015"/>
                <a:gd name="connsiteX1011" fmla="*/ 162791 w 3419947"/>
                <a:gd name="connsiteY1011" fmla="*/ 1482757 h 1840015"/>
                <a:gd name="connsiteX1012" fmla="*/ 162791 w 3419947"/>
                <a:gd name="connsiteY1012" fmla="*/ 1476042 h 1840015"/>
                <a:gd name="connsiteX1013" fmla="*/ 156064 w 3419947"/>
                <a:gd name="connsiteY1013" fmla="*/ 1469326 h 1840015"/>
                <a:gd name="connsiteX1014" fmla="*/ 157409 w 3419947"/>
                <a:gd name="connsiteY1014" fmla="*/ 1462611 h 1840015"/>
                <a:gd name="connsiteX1015" fmla="*/ 152027 w 3419947"/>
                <a:gd name="connsiteY1015" fmla="*/ 1454552 h 1840015"/>
                <a:gd name="connsiteX1016" fmla="*/ 152027 w 3419947"/>
                <a:gd name="connsiteY1016" fmla="*/ 1447837 h 1840015"/>
                <a:gd name="connsiteX1017" fmla="*/ 154718 w 3419947"/>
                <a:gd name="connsiteY1017" fmla="*/ 1443808 h 1840015"/>
                <a:gd name="connsiteX1018" fmla="*/ 160100 w 3419947"/>
                <a:gd name="connsiteY1018" fmla="*/ 1449180 h 1840015"/>
                <a:gd name="connsiteX1019" fmla="*/ 173554 w 3419947"/>
                <a:gd name="connsiteY1019" fmla="*/ 1447837 h 1840015"/>
                <a:gd name="connsiteX1020" fmla="*/ 178935 w 3419947"/>
                <a:gd name="connsiteY1020" fmla="*/ 1439779 h 1840015"/>
                <a:gd name="connsiteX1021" fmla="*/ 181626 w 3419947"/>
                <a:gd name="connsiteY1021" fmla="*/ 1437092 h 1840015"/>
                <a:gd name="connsiteX1022" fmla="*/ 174899 w 3419947"/>
                <a:gd name="connsiteY1022" fmla="*/ 1433063 h 1840015"/>
                <a:gd name="connsiteX1023" fmla="*/ 173554 w 3419947"/>
                <a:gd name="connsiteY1023" fmla="*/ 1427691 h 1840015"/>
                <a:gd name="connsiteX1024" fmla="*/ 164136 w 3419947"/>
                <a:gd name="connsiteY1024" fmla="*/ 1419632 h 1840015"/>
                <a:gd name="connsiteX1025" fmla="*/ 156064 w 3419947"/>
                <a:gd name="connsiteY1025" fmla="*/ 1416946 h 1840015"/>
                <a:gd name="connsiteX1026" fmla="*/ 153373 w 3419947"/>
                <a:gd name="connsiteY1026" fmla="*/ 1408888 h 1840015"/>
                <a:gd name="connsiteX1027" fmla="*/ 147991 w 3419947"/>
                <a:gd name="connsiteY1027" fmla="*/ 1404859 h 1840015"/>
                <a:gd name="connsiteX1028" fmla="*/ 141265 w 3419947"/>
                <a:gd name="connsiteY1028" fmla="*/ 1395457 h 1840015"/>
                <a:gd name="connsiteX1029" fmla="*/ 138574 w 3419947"/>
                <a:gd name="connsiteY1029" fmla="*/ 1388742 h 1840015"/>
                <a:gd name="connsiteX1030" fmla="*/ 131847 w 3419947"/>
                <a:gd name="connsiteY1030" fmla="*/ 1382026 h 1840015"/>
                <a:gd name="connsiteX1031" fmla="*/ 131847 w 3419947"/>
                <a:gd name="connsiteY1031" fmla="*/ 1373968 h 1840015"/>
                <a:gd name="connsiteX1032" fmla="*/ 127811 w 3419947"/>
                <a:gd name="connsiteY1032" fmla="*/ 1368595 h 1840015"/>
                <a:gd name="connsiteX1033" fmla="*/ 129156 w 3419947"/>
                <a:gd name="connsiteY1033" fmla="*/ 1361880 h 1840015"/>
                <a:gd name="connsiteX1034" fmla="*/ 127811 w 3419947"/>
                <a:gd name="connsiteY1034" fmla="*/ 1356508 h 1840015"/>
                <a:gd name="connsiteX1035" fmla="*/ 117048 w 3419947"/>
                <a:gd name="connsiteY1035" fmla="*/ 1352479 h 1840015"/>
                <a:gd name="connsiteX1036" fmla="*/ 113012 w 3419947"/>
                <a:gd name="connsiteY1036" fmla="*/ 1352479 h 1840015"/>
                <a:gd name="connsiteX1037" fmla="*/ 110321 w 3419947"/>
                <a:gd name="connsiteY1037" fmla="*/ 1348449 h 1840015"/>
                <a:gd name="connsiteX1038" fmla="*/ 102249 w 3419947"/>
                <a:gd name="connsiteY1038" fmla="*/ 1351135 h 1840015"/>
                <a:gd name="connsiteX1039" fmla="*/ 95522 w 3419947"/>
                <a:gd name="connsiteY1039" fmla="*/ 1356508 h 1840015"/>
                <a:gd name="connsiteX1040" fmla="*/ 90140 w 3419947"/>
                <a:gd name="connsiteY1040" fmla="*/ 1348449 h 1840015"/>
                <a:gd name="connsiteX1041" fmla="*/ 84759 w 3419947"/>
                <a:gd name="connsiteY1041" fmla="*/ 1347106 h 1840015"/>
                <a:gd name="connsiteX1042" fmla="*/ 78032 w 3419947"/>
                <a:gd name="connsiteY1042" fmla="*/ 1349792 h 1840015"/>
                <a:gd name="connsiteX1043" fmla="*/ 72650 w 3419947"/>
                <a:gd name="connsiteY1043" fmla="*/ 1341734 h 1840015"/>
                <a:gd name="connsiteX1044" fmla="*/ 67269 w 3419947"/>
                <a:gd name="connsiteY1044" fmla="*/ 1344420 h 1840015"/>
                <a:gd name="connsiteX1045" fmla="*/ 63232 w 3419947"/>
                <a:gd name="connsiteY1045" fmla="*/ 1341734 h 1840015"/>
                <a:gd name="connsiteX1046" fmla="*/ 61887 w 3419947"/>
                <a:gd name="connsiteY1046" fmla="*/ 1341734 h 1840015"/>
                <a:gd name="connsiteX1047" fmla="*/ 60542 w 3419947"/>
                <a:gd name="connsiteY1047" fmla="*/ 1333675 h 1840015"/>
                <a:gd name="connsiteX1048" fmla="*/ 56506 w 3419947"/>
                <a:gd name="connsiteY1048" fmla="*/ 1328303 h 1840015"/>
                <a:gd name="connsiteX1049" fmla="*/ 53815 w 3419947"/>
                <a:gd name="connsiteY1049" fmla="*/ 1320245 h 1840015"/>
                <a:gd name="connsiteX1050" fmla="*/ 52470 w 3419947"/>
                <a:gd name="connsiteY1050" fmla="*/ 1317559 h 1840015"/>
                <a:gd name="connsiteX1051" fmla="*/ 49779 w 3419947"/>
                <a:gd name="connsiteY1051" fmla="*/ 1310843 h 1840015"/>
                <a:gd name="connsiteX1052" fmla="*/ 51124 w 3419947"/>
                <a:gd name="connsiteY1052" fmla="*/ 1308157 h 1840015"/>
                <a:gd name="connsiteX1053" fmla="*/ 49779 w 3419947"/>
                <a:gd name="connsiteY1053" fmla="*/ 1304128 h 1840015"/>
                <a:gd name="connsiteX1054" fmla="*/ 47088 w 3419947"/>
                <a:gd name="connsiteY1054" fmla="*/ 1302785 h 1840015"/>
                <a:gd name="connsiteX1055" fmla="*/ 48434 w 3419947"/>
                <a:gd name="connsiteY1055" fmla="*/ 1300098 h 1840015"/>
                <a:gd name="connsiteX1056" fmla="*/ 47088 w 3419947"/>
                <a:gd name="connsiteY1056" fmla="*/ 1296069 h 1840015"/>
                <a:gd name="connsiteX1057" fmla="*/ 41707 w 3419947"/>
                <a:gd name="connsiteY1057" fmla="*/ 1294726 h 1840015"/>
                <a:gd name="connsiteX1058" fmla="*/ 45743 w 3419947"/>
                <a:gd name="connsiteY1058" fmla="*/ 1289354 h 1840015"/>
                <a:gd name="connsiteX1059" fmla="*/ 44397 w 3419947"/>
                <a:gd name="connsiteY1059" fmla="*/ 1283982 h 1840015"/>
                <a:gd name="connsiteX1060" fmla="*/ 48434 w 3419947"/>
                <a:gd name="connsiteY1060" fmla="*/ 1279952 h 1840015"/>
                <a:gd name="connsiteX1061" fmla="*/ 48434 w 3419947"/>
                <a:gd name="connsiteY1061" fmla="*/ 1274580 h 1840015"/>
                <a:gd name="connsiteX1062" fmla="*/ 36325 w 3419947"/>
                <a:gd name="connsiteY1062" fmla="*/ 1253091 h 1840015"/>
                <a:gd name="connsiteX1063" fmla="*/ 37670 w 3419947"/>
                <a:gd name="connsiteY1063" fmla="*/ 1234288 h 1840015"/>
                <a:gd name="connsiteX1064" fmla="*/ 40361 w 3419947"/>
                <a:gd name="connsiteY1064" fmla="*/ 1231602 h 1840015"/>
                <a:gd name="connsiteX1065" fmla="*/ 41707 w 3419947"/>
                <a:gd name="connsiteY1065" fmla="*/ 1223543 h 1840015"/>
                <a:gd name="connsiteX1066" fmla="*/ 45743 w 3419947"/>
                <a:gd name="connsiteY1066" fmla="*/ 1218171 h 1840015"/>
                <a:gd name="connsiteX1067" fmla="*/ 45743 w 3419947"/>
                <a:gd name="connsiteY1067" fmla="*/ 1216828 h 1840015"/>
                <a:gd name="connsiteX1068" fmla="*/ 45743 w 3419947"/>
                <a:gd name="connsiteY1068" fmla="*/ 1215485 h 1840015"/>
                <a:gd name="connsiteX1069" fmla="*/ 43052 w 3419947"/>
                <a:gd name="connsiteY1069" fmla="*/ 1211456 h 1840015"/>
                <a:gd name="connsiteX1070" fmla="*/ 43052 w 3419947"/>
                <a:gd name="connsiteY1070" fmla="*/ 1211456 h 1840015"/>
                <a:gd name="connsiteX1071" fmla="*/ 44397 w 3419947"/>
                <a:gd name="connsiteY1071" fmla="*/ 1206083 h 1840015"/>
                <a:gd name="connsiteX1072" fmla="*/ 41707 w 3419947"/>
                <a:gd name="connsiteY1072" fmla="*/ 1202054 h 1840015"/>
                <a:gd name="connsiteX1073" fmla="*/ 41707 w 3419947"/>
                <a:gd name="connsiteY1073" fmla="*/ 1199368 h 1840015"/>
                <a:gd name="connsiteX1074" fmla="*/ 44397 w 3419947"/>
                <a:gd name="connsiteY1074" fmla="*/ 1198025 h 1840015"/>
                <a:gd name="connsiteX1075" fmla="*/ 47088 w 3419947"/>
                <a:gd name="connsiteY1075" fmla="*/ 1202054 h 1840015"/>
                <a:gd name="connsiteX1076" fmla="*/ 52470 w 3419947"/>
                <a:gd name="connsiteY1076" fmla="*/ 1200711 h 1840015"/>
                <a:gd name="connsiteX1077" fmla="*/ 52470 w 3419947"/>
                <a:gd name="connsiteY1077" fmla="*/ 1195339 h 1840015"/>
                <a:gd name="connsiteX1078" fmla="*/ 55161 w 3419947"/>
                <a:gd name="connsiteY1078" fmla="*/ 1192652 h 1840015"/>
                <a:gd name="connsiteX1079" fmla="*/ 60542 w 3419947"/>
                <a:gd name="connsiteY1079" fmla="*/ 1195339 h 1840015"/>
                <a:gd name="connsiteX1080" fmla="*/ 67269 w 3419947"/>
                <a:gd name="connsiteY1080" fmla="*/ 1191309 h 1840015"/>
                <a:gd name="connsiteX1081" fmla="*/ 68614 w 3419947"/>
                <a:gd name="connsiteY1081" fmla="*/ 1187280 h 1840015"/>
                <a:gd name="connsiteX1082" fmla="*/ 71305 w 3419947"/>
                <a:gd name="connsiteY1082" fmla="*/ 1185937 h 1840015"/>
                <a:gd name="connsiteX1083" fmla="*/ 79377 w 3419947"/>
                <a:gd name="connsiteY1083" fmla="*/ 1188623 h 1840015"/>
                <a:gd name="connsiteX1084" fmla="*/ 82068 w 3419947"/>
                <a:gd name="connsiteY1084" fmla="*/ 1184594 h 1840015"/>
                <a:gd name="connsiteX1085" fmla="*/ 78032 w 3419947"/>
                <a:gd name="connsiteY1085" fmla="*/ 1177879 h 1840015"/>
                <a:gd name="connsiteX1086" fmla="*/ 73996 w 3419947"/>
                <a:gd name="connsiteY1086" fmla="*/ 1177879 h 1840015"/>
                <a:gd name="connsiteX1087" fmla="*/ 71305 w 3419947"/>
                <a:gd name="connsiteY1087" fmla="*/ 1179222 h 1840015"/>
                <a:gd name="connsiteX1088" fmla="*/ 65923 w 3419947"/>
                <a:gd name="connsiteY1088" fmla="*/ 1179222 h 1840015"/>
                <a:gd name="connsiteX1089" fmla="*/ 63232 w 3419947"/>
                <a:gd name="connsiteY1089" fmla="*/ 1173849 h 1840015"/>
                <a:gd name="connsiteX1090" fmla="*/ 56506 w 3419947"/>
                <a:gd name="connsiteY1090" fmla="*/ 1173849 h 1840015"/>
                <a:gd name="connsiteX1091" fmla="*/ 49779 w 3419947"/>
                <a:gd name="connsiteY1091" fmla="*/ 1167134 h 1840015"/>
                <a:gd name="connsiteX1092" fmla="*/ 51124 w 3419947"/>
                <a:gd name="connsiteY1092" fmla="*/ 1164448 h 1840015"/>
                <a:gd name="connsiteX1093" fmla="*/ 56506 w 3419947"/>
                <a:gd name="connsiteY1093" fmla="*/ 1168477 h 1840015"/>
                <a:gd name="connsiteX1094" fmla="*/ 56506 w 3419947"/>
                <a:gd name="connsiteY1094" fmla="*/ 1164448 h 1840015"/>
                <a:gd name="connsiteX1095" fmla="*/ 55161 w 3419947"/>
                <a:gd name="connsiteY1095" fmla="*/ 1161762 h 1840015"/>
                <a:gd name="connsiteX1096" fmla="*/ 59196 w 3419947"/>
                <a:gd name="connsiteY1096" fmla="*/ 1159075 h 1840015"/>
                <a:gd name="connsiteX1097" fmla="*/ 53815 w 3419947"/>
                <a:gd name="connsiteY1097" fmla="*/ 1160419 h 1840015"/>
                <a:gd name="connsiteX1098" fmla="*/ 47088 w 3419947"/>
                <a:gd name="connsiteY1098" fmla="*/ 1164448 h 1840015"/>
                <a:gd name="connsiteX1099" fmla="*/ 45743 w 3419947"/>
                <a:gd name="connsiteY1099" fmla="*/ 1165791 h 1840015"/>
                <a:gd name="connsiteX1100" fmla="*/ 45743 w 3419947"/>
                <a:gd name="connsiteY1100" fmla="*/ 1165791 h 1840015"/>
                <a:gd name="connsiteX1101" fmla="*/ 44397 w 3419947"/>
                <a:gd name="connsiteY1101" fmla="*/ 1159075 h 1840015"/>
                <a:gd name="connsiteX1102" fmla="*/ 56506 w 3419947"/>
                <a:gd name="connsiteY1102" fmla="*/ 1148331 h 1840015"/>
                <a:gd name="connsiteX1103" fmla="*/ 63232 w 3419947"/>
                <a:gd name="connsiteY1103" fmla="*/ 1145645 h 1840015"/>
                <a:gd name="connsiteX1104" fmla="*/ 69959 w 3419947"/>
                <a:gd name="connsiteY1104" fmla="*/ 1133557 h 1840015"/>
                <a:gd name="connsiteX1105" fmla="*/ 76686 w 3419947"/>
                <a:gd name="connsiteY1105" fmla="*/ 1122812 h 1840015"/>
                <a:gd name="connsiteX1106" fmla="*/ 82068 w 3419947"/>
                <a:gd name="connsiteY1106" fmla="*/ 1109382 h 1840015"/>
                <a:gd name="connsiteX1107" fmla="*/ 92831 w 3419947"/>
                <a:gd name="connsiteY1107" fmla="*/ 1091922 h 1840015"/>
                <a:gd name="connsiteX1108" fmla="*/ 100903 w 3419947"/>
                <a:gd name="connsiteY1108" fmla="*/ 1073119 h 1840015"/>
                <a:gd name="connsiteX1109" fmla="*/ 99558 w 3419947"/>
                <a:gd name="connsiteY1109" fmla="*/ 1065060 h 1840015"/>
                <a:gd name="connsiteX1110" fmla="*/ 88795 w 3419947"/>
                <a:gd name="connsiteY1110" fmla="*/ 1051629 h 1840015"/>
                <a:gd name="connsiteX1111" fmla="*/ 82068 w 3419947"/>
                <a:gd name="connsiteY1111" fmla="*/ 1048943 h 1840015"/>
                <a:gd name="connsiteX1112" fmla="*/ 69959 w 3419947"/>
                <a:gd name="connsiteY1112" fmla="*/ 1032826 h 1840015"/>
                <a:gd name="connsiteX1113" fmla="*/ 71305 w 3419947"/>
                <a:gd name="connsiteY1113" fmla="*/ 1024768 h 1840015"/>
                <a:gd name="connsiteX1114" fmla="*/ 76686 w 3419947"/>
                <a:gd name="connsiteY1114" fmla="*/ 1018052 h 1840015"/>
                <a:gd name="connsiteX1115" fmla="*/ 76686 w 3419947"/>
                <a:gd name="connsiteY1115" fmla="*/ 1009994 h 1840015"/>
                <a:gd name="connsiteX1116" fmla="*/ 68614 w 3419947"/>
                <a:gd name="connsiteY1116" fmla="*/ 1004622 h 1840015"/>
                <a:gd name="connsiteX1117" fmla="*/ 65923 w 3419947"/>
                <a:gd name="connsiteY1117" fmla="*/ 999249 h 1840015"/>
                <a:gd name="connsiteX1118" fmla="*/ 65923 w 3419947"/>
                <a:gd name="connsiteY1118" fmla="*/ 989848 h 1840015"/>
                <a:gd name="connsiteX1119" fmla="*/ 67269 w 3419947"/>
                <a:gd name="connsiteY1119" fmla="*/ 987162 h 1840015"/>
                <a:gd name="connsiteX1120" fmla="*/ 64578 w 3419947"/>
                <a:gd name="connsiteY1120" fmla="*/ 981789 h 1840015"/>
                <a:gd name="connsiteX1121" fmla="*/ 57851 w 3419947"/>
                <a:gd name="connsiteY1121" fmla="*/ 980446 h 1840015"/>
                <a:gd name="connsiteX1122" fmla="*/ 55161 w 3419947"/>
                <a:gd name="connsiteY1122" fmla="*/ 976417 h 1840015"/>
                <a:gd name="connsiteX1123" fmla="*/ 55161 w 3419947"/>
                <a:gd name="connsiteY1123" fmla="*/ 968358 h 1840015"/>
                <a:gd name="connsiteX1124" fmla="*/ 59196 w 3419947"/>
                <a:gd name="connsiteY1124" fmla="*/ 964329 h 1840015"/>
                <a:gd name="connsiteX1125" fmla="*/ 53815 w 3419947"/>
                <a:gd name="connsiteY1125" fmla="*/ 962986 h 1840015"/>
                <a:gd name="connsiteX1126" fmla="*/ 53815 w 3419947"/>
                <a:gd name="connsiteY1126" fmla="*/ 958957 h 1840015"/>
                <a:gd name="connsiteX1127" fmla="*/ 55161 w 3419947"/>
                <a:gd name="connsiteY1127" fmla="*/ 942840 h 1840015"/>
                <a:gd name="connsiteX1128" fmla="*/ 60542 w 3419947"/>
                <a:gd name="connsiteY1128" fmla="*/ 941497 h 1840015"/>
                <a:gd name="connsiteX1129" fmla="*/ 48434 w 3419947"/>
                <a:gd name="connsiteY1129" fmla="*/ 914635 h 1840015"/>
                <a:gd name="connsiteX1130" fmla="*/ 37670 w 3419947"/>
                <a:gd name="connsiteY1130" fmla="*/ 894489 h 1840015"/>
                <a:gd name="connsiteX1131" fmla="*/ 34980 w 3419947"/>
                <a:gd name="connsiteY1131" fmla="*/ 887774 h 1840015"/>
                <a:gd name="connsiteX1132" fmla="*/ 28253 w 3419947"/>
                <a:gd name="connsiteY1132" fmla="*/ 881058 h 1840015"/>
                <a:gd name="connsiteX1133" fmla="*/ 32289 w 3419947"/>
                <a:gd name="connsiteY1133" fmla="*/ 868971 h 1840015"/>
                <a:gd name="connsiteX1134" fmla="*/ 37670 w 3419947"/>
                <a:gd name="connsiteY1134" fmla="*/ 860912 h 1840015"/>
                <a:gd name="connsiteX1135" fmla="*/ 40361 w 3419947"/>
                <a:gd name="connsiteY1135" fmla="*/ 852854 h 1840015"/>
                <a:gd name="connsiteX1136" fmla="*/ 37670 w 3419947"/>
                <a:gd name="connsiteY1136" fmla="*/ 850168 h 1840015"/>
                <a:gd name="connsiteX1137" fmla="*/ 25562 w 3419947"/>
                <a:gd name="connsiteY1137" fmla="*/ 842109 h 1840015"/>
                <a:gd name="connsiteX1138" fmla="*/ 24217 w 3419947"/>
                <a:gd name="connsiteY1138" fmla="*/ 836737 h 1840015"/>
                <a:gd name="connsiteX1139" fmla="*/ 20181 w 3419947"/>
                <a:gd name="connsiteY1139" fmla="*/ 831365 h 1840015"/>
                <a:gd name="connsiteX1140" fmla="*/ 13454 w 3419947"/>
                <a:gd name="connsiteY1140" fmla="*/ 827335 h 1840015"/>
                <a:gd name="connsiteX1141" fmla="*/ 9417 w 3419947"/>
                <a:gd name="connsiteY1141" fmla="*/ 827335 h 1840015"/>
                <a:gd name="connsiteX1142" fmla="*/ 5381 w 3419947"/>
                <a:gd name="connsiteY1142" fmla="*/ 815248 h 1840015"/>
                <a:gd name="connsiteX1143" fmla="*/ 1345 w 3419947"/>
                <a:gd name="connsiteY1143" fmla="*/ 811219 h 1840015"/>
                <a:gd name="connsiteX1144" fmla="*/ 2691 w 3419947"/>
                <a:gd name="connsiteY1144" fmla="*/ 801817 h 1840015"/>
                <a:gd name="connsiteX1145" fmla="*/ 4036 w 3419947"/>
                <a:gd name="connsiteY1145" fmla="*/ 795102 h 1840015"/>
                <a:gd name="connsiteX1146" fmla="*/ 0 w 3419947"/>
                <a:gd name="connsiteY1146" fmla="*/ 793758 h 1840015"/>
                <a:gd name="connsiteX1147" fmla="*/ 4036 w 3419947"/>
                <a:gd name="connsiteY1147" fmla="*/ 791072 h 1840015"/>
                <a:gd name="connsiteX1148" fmla="*/ 10763 w 3419947"/>
                <a:gd name="connsiteY1148" fmla="*/ 788386 h 1840015"/>
                <a:gd name="connsiteX1149" fmla="*/ 10763 w 3419947"/>
                <a:gd name="connsiteY1149" fmla="*/ 788386 h 1840015"/>
                <a:gd name="connsiteX1150" fmla="*/ 13454 w 3419947"/>
                <a:gd name="connsiteY1150" fmla="*/ 788386 h 1840015"/>
                <a:gd name="connsiteX1151" fmla="*/ 13454 w 3419947"/>
                <a:gd name="connsiteY1151" fmla="*/ 778985 h 1840015"/>
                <a:gd name="connsiteX1152" fmla="*/ 20181 w 3419947"/>
                <a:gd name="connsiteY1152" fmla="*/ 772269 h 1840015"/>
                <a:gd name="connsiteX1153" fmla="*/ 26908 w 3419947"/>
                <a:gd name="connsiteY1153" fmla="*/ 770926 h 1840015"/>
                <a:gd name="connsiteX1154" fmla="*/ 30943 w 3419947"/>
                <a:gd name="connsiteY1154" fmla="*/ 765554 h 1840015"/>
                <a:gd name="connsiteX1155" fmla="*/ 30943 w 3419947"/>
                <a:gd name="connsiteY1155" fmla="*/ 757495 h 1840015"/>
                <a:gd name="connsiteX1156" fmla="*/ 34980 w 3419947"/>
                <a:gd name="connsiteY1156" fmla="*/ 757495 h 1840015"/>
                <a:gd name="connsiteX1157" fmla="*/ 40361 w 3419947"/>
                <a:gd name="connsiteY1157" fmla="*/ 760182 h 1840015"/>
                <a:gd name="connsiteX1158" fmla="*/ 43052 w 3419947"/>
                <a:gd name="connsiteY1158" fmla="*/ 756152 h 1840015"/>
                <a:gd name="connsiteX1159" fmla="*/ 43052 w 3419947"/>
                <a:gd name="connsiteY1159" fmla="*/ 750780 h 1840015"/>
                <a:gd name="connsiteX1160" fmla="*/ 43052 w 3419947"/>
                <a:gd name="connsiteY1160" fmla="*/ 750780 h 1840015"/>
                <a:gd name="connsiteX1161" fmla="*/ 48434 w 3419947"/>
                <a:gd name="connsiteY1161" fmla="*/ 752123 h 1840015"/>
                <a:gd name="connsiteX1162" fmla="*/ 51124 w 3419947"/>
                <a:gd name="connsiteY1162" fmla="*/ 753466 h 1840015"/>
                <a:gd name="connsiteX1163" fmla="*/ 51124 w 3419947"/>
                <a:gd name="connsiteY1163" fmla="*/ 758838 h 1840015"/>
                <a:gd name="connsiteX1164" fmla="*/ 53815 w 3419947"/>
                <a:gd name="connsiteY1164" fmla="*/ 761525 h 1840015"/>
                <a:gd name="connsiteX1165" fmla="*/ 53815 w 3419947"/>
                <a:gd name="connsiteY1165" fmla="*/ 754809 h 1840015"/>
                <a:gd name="connsiteX1166" fmla="*/ 55161 w 3419947"/>
                <a:gd name="connsiteY1166" fmla="*/ 750780 h 1840015"/>
                <a:gd name="connsiteX1167" fmla="*/ 59196 w 3419947"/>
                <a:gd name="connsiteY1167" fmla="*/ 750780 h 1840015"/>
                <a:gd name="connsiteX1168" fmla="*/ 61887 w 3419947"/>
                <a:gd name="connsiteY1168" fmla="*/ 749437 h 1840015"/>
                <a:gd name="connsiteX1169" fmla="*/ 57851 w 3419947"/>
                <a:gd name="connsiteY1169" fmla="*/ 746751 h 1840015"/>
                <a:gd name="connsiteX1170" fmla="*/ 57851 w 3419947"/>
                <a:gd name="connsiteY1170" fmla="*/ 744065 h 1840015"/>
                <a:gd name="connsiteX1171" fmla="*/ 60542 w 3419947"/>
                <a:gd name="connsiteY1171" fmla="*/ 744065 h 1840015"/>
                <a:gd name="connsiteX1172" fmla="*/ 63232 w 3419947"/>
                <a:gd name="connsiteY1172" fmla="*/ 742722 h 1840015"/>
                <a:gd name="connsiteX1173" fmla="*/ 63232 w 3419947"/>
                <a:gd name="connsiteY1173" fmla="*/ 737349 h 1840015"/>
                <a:gd name="connsiteX1174" fmla="*/ 61887 w 3419947"/>
                <a:gd name="connsiteY1174" fmla="*/ 737349 h 1840015"/>
                <a:gd name="connsiteX1175" fmla="*/ 60542 w 3419947"/>
                <a:gd name="connsiteY1175" fmla="*/ 734663 h 1840015"/>
                <a:gd name="connsiteX1176" fmla="*/ 61887 w 3419947"/>
                <a:gd name="connsiteY1176" fmla="*/ 733320 h 1840015"/>
                <a:gd name="connsiteX1177" fmla="*/ 67269 w 3419947"/>
                <a:gd name="connsiteY1177" fmla="*/ 733320 h 1840015"/>
                <a:gd name="connsiteX1178" fmla="*/ 72650 w 3419947"/>
                <a:gd name="connsiteY1178" fmla="*/ 736006 h 1840015"/>
                <a:gd name="connsiteX1179" fmla="*/ 75341 w 3419947"/>
                <a:gd name="connsiteY1179" fmla="*/ 740035 h 1840015"/>
                <a:gd name="connsiteX1180" fmla="*/ 78032 w 3419947"/>
                <a:gd name="connsiteY1180" fmla="*/ 742722 h 1840015"/>
                <a:gd name="connsiteX1181" fmla="*/ 79377 w 3419947"/>
                <a:gd name="connsiteY1181" fmla="*/ 740035 h 1840015"/>
                <a:gd name="connsiteX1182" fmla="*/ 83413 w 3419947"/>
                <a:gd name="connsiteY1182" fmla="*/ 741379 h 1840015"/>
                <a:gd name="connsiteX1183" fmla="*/ 84759 w 3419947"/>
                <a:gd name="connsiteY1183" fmla="*/ 742722 h 1840015"/>
                <a:gd name="connsiteX1184" fmla="*/ 87449 w 3419947"/>
                <a:gd name="connsiteY1184" fmla="*/ 745408 h 1840015"/>
                <a:gd name="connsiteX1185" fmla="*/ 87449 w 3419947"/>
                <a:gd name="connsiteY1185" fmla="*/ 748094 h 1840015"/>
                <a:gd name="connsiteX1186" fmla="*/ 83413 w 3419947"/>
                <a:gd name="connsiteY1186" fmla="*/ 752123 h 1840015"/>
                <a:gd name="connsiteX1187" fmla="*/ 79377 w 3419947"/>
                <a:gd name="connsiteY1187" fmla="*/ 750780 h 1840015"/>
                <a:gd name="connsiteX1188" fmla="*/ 72650 w 3419947"/>
                <a:gd name="connsiteY1188" fmla="*/ 752123 h 1840015"/>
                <a:gd name="connsiteX1189" fmla="*/ 68614 w 3419947"/>
                <a:gd name="connsiteY1189" fmla="*/ 748094 h 1840015"/>
                <a:gd name="connsiteX1190" fmla="*/ 68614 w 3419947"/>
                <a:gd name="connsiteY1190" fmla="*/ 745408 h 1840015"/>
                <a:gd name="connsiteX1191" fmla="*/ 65923 w 3419947"/>
                <a:gd name="connsiteY1191" fmla="*/ 749437 h 1840015"/>
                <a:gd name="connsiteX1192" fmla="*/ 65923 w 3419947"/>
                <a:gd name="connsiteY1192" fmla="*/ 754809 h 1840015"/>
                <a:gd name="connsiteX1193" fmla="*/ 67269 w 3419947"/>
                <a:gd name="connsiteY1193" fmla="*/ 758838 h 1840015"/>
                <a:gd name="connsiteX1194" fmla="*/ 71305 w 3419947"/>
                <a:gd name="connsiteY1194" fmla="*/ 754809 h 1840015"/>
                <a:gd name="connsiteX1195" fmla="*/ 72650 w 3419947"/>
                <a:gd name="connsiteY1195" fmla="*/ 756152 h 1840015"/>
                <a:gd name="connsiteX1196" fmla="*/ 73996 w 3419947"/>
                <a:gd name="connsiteY1196" fmla="*/ 760182 h 1840015"/>
                <a:gd name="connsiteX1197" fmla="*/ 78032 w 3419947"/>
                <a:gd name="connsiteY1197" fmla="*/ 756152 h 1840015"/>
                <a:gd name="connsiteX1198" fmla="*/ 82068 w 3419947"/>
                <a:gd name="connsiteY1198" fmla="*/ 757495 h 1840015"/>
                <a:gd name="connsiteX1199" fmla="*/ 82068 w 3419947"/>
                <a:gd name="connsiteY1199" fmla="*/ 761525 h 1840015"/>
                <a:gd name="connsiteX1200" fmla="*/ 83413 w 3419947"/>
                <a:gd name="connsiteY1200" fmla="*/ 761525 h 1840015"/>
                <a:gd name="connsiteX1201" fmla="*/ 86104 w 3419947"/>
                <a:gd name="connsiteY1201" fmla="*/ 758838 h 1840015"/>
                <a:gd name="connsiteX1202" fmla="*/ 87449 w 3419947"/>
                <a:gd name="connsiteY1202" fmla="*/ 760182 h 1840015"/>
                <a:gd name="connsiteX1203" fmla="*/ 87449 w 3419947"/>
                <a:gd name="connsiteY1203" fmla="*/ 762868 h 1840015"/>
                <a:gd name="connsiteX1204" fmla="*/ 87449 w 3419947"/>
                <a:gd name="connsiteY1204" fmla="*/ 764211 h 1840015"/>
                <a:gd name="connsiteX1205" fmla="*/ 91485 w 3419947"/>
                <a:gd name="connsiteY1205" fmla="*/ 758838 h 1840015"/>
                <a:gd name="connsiteX1206" fmla="*/ 94176 w 3419947"/>
                <a:gd name="connsiteY1206" fmla="*/ 756152 h 1840015"/>
                <a:gd name="connsiteX1207" fmla="*/ 96867 w 3419947"/>
                <a:gd name="connsiteY1207" fmla="*/ 757495 h 1840015"/>
                <a:gd name="connsiteX1208" fmla="*/ 95522 w 3419947"/>
                <a:gd name="connsiteY1208" fmla="*/ 758838 h 1840015"/>
                <a:gd name="connsiteX1209" fmla="*/ 94176 w 3419947"/>
                <a:gd name="connsiteY1209" fmla="*/ 761525 h 1840015"/>
                <a:gd name="connsiteX1210" fmla="*/ 98212 w 3419947"/>
                <a:gd name="connsiteY1210" fmla="*/ 761525 h 1840015"/>
                <a:gd name="connsiteX1211" fmla="*/ 99558 w 3419947"/>
                <a:gd name="connsiteY1211" fmla="*/ 764211 h 1840015"/>
                <a:gd name="connsiteX1212" fmla="*/ 96867 w 3419947"/>
                <a:gd name="connsiteY1212" fmla="*/ 766897 h 1840015"/>
                <a:gd name="connsiteX1213" fmla="*/ 94176 w 3419947"/>
                <a:gd name="connsiteY1213" fmla="*/ 772269 h 1840015"/>
                <a:gd name="connsiteX1214" fmla="*/ 99558 w 3419947"/>
                <a:gd name="connsiteY1214" fmla="*/ 772269 h 1840015"/>
                <a:gd name="connsiteX1215" fmla="*/ 102249 w 3419947"/>
                <a:gd name="connsiteY1215" fmla="*/ 765554 h 1840015"/>
                <a:gd name="connsiteX1216" fmla="*/ 100903 w 3419947"/>
                <a:gd name="connsiteY1216" fmla="*/ 762868 h 1840015"/>
                <a:gd name="connsiteX1217" fmla="*/ 102249 w 3419947"/>
                <a:gd name="connsiteY1217" fmla="*/ 760182 h 1840015"/>
                <a:gd name="connsiteX1218" fmla="*/ 107630 w 3419947"/>
                <a:gd name="connsiteY1218" fmla="*/ 760182 h 1840015"/>
                <a:gd name="connsiteX1219" fmla="*/ 111666 w 3419947"/>
                <a:gd name="connsiteY1219" fmla="*/ 762868 h 1840015"/>
                <a:gd name="connsiteX1220" fmla="*/ 113012 w 3419947"/>
                <a:gd name="connsiteY1220" fmla="*/ 760182 h 1840015"/>
                <a:gd name="connsiteX1221" fmla="*/ 110321 w 3419947"/>
                <a:gd name="connsiteY1221" fmla="*/ 756152 h 1840015"/>
                <a:gd name="connsiteX1222" fmla="*/ 110321 w 3419947"/>
                <a:gd name="connsiteY1222" fmla="*/ 754809 h 1840015"/>
                <a:gd name="connsiteX1223" fmla="*/ 115702 w 3419947"/>
                <a:gd name="connsiteY1223" fmla="*/ 757495 h 1840015"/>
                <a:gd name="connsiteX1224" fmla="*/ 118393 w 3419947"/>
                <a:gd name="connsiteY1224" fmla="*/ 761525 h 1840015"/>
                <a:gd name="connsiteX1225" fmla="*/ 126465 w 3419947"/>
                <a:gd name="connsiteY1225" fmla="*/ 761525 h 1840015"/>
                <a:gd name="connsiteX1226" fmla="*/ 131847 w 3419947"/>
                <a:gd name="connsiteY1226" fmla="*/ 764211 h 1840015"/>
                <a:gd name="connsiteX1227" fmla="*/ 135883 w 3419947"/>
                <a:gd name="connsiteY1227" fmla="*/ 761525 h 1840015"/>
                <a:gd name="connsiteX1228" fmla="*/ 135883 w 3419947"/>
                <a:gd name="connsiteY1228" fmla="*/ 758838 h 1840015"/>
                <a:gd name="connsiteX1229" fmla="*/ 142610 w 3419947"/>
                <a:gd name="connsiteY1229" fmla="*/ 760182 h 1840015"/>
                <a:gd name="connsiteX1230" fmla="*/ 147991 w 3419947"/>
                <a:gd name="connsiteY1230" fmla="*/ 762868 h 1840015"/>
                <a:gd name="connsiteX1231" fmla="*/ 149337 w 3419947"/>
                <a:gd name="connsiteY1231" fmla="*/ 760182 h 1840015"/>
                <a:gd name="connsiteX1232" fmla="*/ 156064 w 3419947"/>
                <a:gd name="connsiteY1232" fmla="*/ 762868 h 1840015"/>
                <a:gd name="connsiteX1233" fmla="*/ 182971 w 3419947"/>
                <a:gd name="connsiteY1233" fmla="*/ 777642 h 1840015"/>
                <a:gd name="connsiteX1234" fmla="*/ 200461 w 3419947"/>
                <a:gd name="connsiteY1234" fmla="*/ 789729 h 1840015"/>
                <a:gd name="connsiteX1235" fmla="*/ 204497 w 3419947"/>
                <a:gd name="connsiteY1235" fmla="*/ 793758 h 1840015"/>
                <a:gd name="connsiteX1236" fmla="*/ 209879 w 3419947"/>
                <a:gd name="connsiteY1236" fmla="*/ 795102 h 1840015"/>
                <a:gd name="connsiteX1237" fmla="*/ 216606 w 3419947"/>
                <a:gd name="connsiteY1237" fmla="*/ 804503 h 1840015"/>
                <a:gd name="connsiteX1238" fmla="*/ 220642 w 3419947"/>
                <a:gd name="connsiteY1238" fmla="*/ 805846 h 1840015"/>
                <a:gd name="connsiteX1239" fmla="*/ 219296 w 3419947"/>
                <a:gd name="connsiteY1239" fmla="*/ 803160 h 1840015"/>
                <a:gd name="connsiteX1240" fmla="*/ 219296 w 3419947"/>
                <a:gd name="connsiteY1240" fmla="*/ 800474 h 1840015"/>
                <a:gd name="connsiteX1241" fmla="*/ 221987 w 3419947"/>
                <a:gd name="connsiteY1241" fmla="*/ 800474 h 1840015"/>
                <a:gd name="connsiteX1242" fmla="*/ 230059 w 3419947"/>
                <a:gd name="connsiteY1242" fmla="*/ 807189 h 1840015"/>
                <a:gd name="connsiteX1243" fmla="*/ 234095 w 3419947"/>
                <a:gd name="connsiteY1243" fmla="*/ 807189 h 1840015"/>
                <a:gd name="connsiteX1244" fmla="*/ 240822 w 3419947"/>
                <a:gd name="connsiteY1244" fmla="*/ 812562 h 1840015"/>
                <a:gd name="connsiteX1245" fmla="*/ 244858 w 3419947"/>
                <a:gd name="connsiteY1245" fmla="*/ 811219 h 1840015"/>
                <a:gd name="connsiteX1246" fmla="*/ 240822 w 3419947"/>
                <a:gd name="connsiteY1246" fmla="*/ 805846 h 1840015"/>
                <a:gd name="connsiteX1247" fmla="*/ 239477 w 3419947"/>
                <a:gd name="connsiteY1247" fmla="*/ 803160 h 1840015"/>
                <a:gd name="connsiteX1248" fmla="*/ 242168 w 3419947"/>
                <a:gd name="connsiteY1248" fmla="*/ 803160 h 1840015"/>
                <a:gd name="connsiteX1249" fmla="*/ 247549 w 3419947"/>
                <a:gd name="connsiteY1249" fmla="*/ 808532 h 1840015"/>
                <a:gd name="connsiteX1250" fmla="*/ 247549 w 3419947"/>
                <a:gd name="connsiteY1250" fmla="*/ 813905 h 1840015"/>
                <a:gd name="connsiteX1251" fmla="*/ 258312 w 3419947"/>
                <a:gd name="connsiteY1251" fmla="*/ 820620 h 1840015"/>
                <a:gd name="connsiteX1252" fmla="*/ 258312 w 3419947"/>
                <a:gd name="connsiteY1252" fmla="*/ 823306 h 1840015"/>
                <a:gd name="connsiteX1253" fmla="*/ 263694 w 3419947"/>
                <a:gd name="connsiteY1253" fmla="*/ 825992 h 1840015"/>
                <a:gd name="connsiteX1254" fmla="*/ 265039 w 3419947"/>
                <a:gd name="connsiteY1254" fmla="*/ 823306 h 1840015"/>
                <a:gd name="connsiteX1255" fmla="*/ 269075 w 3419947"/>
                <a:gd name="connsiteY1255" fmla="*/ 824649 h 1840015"/>
                <a:gd name="connsiteX1256" fmla="*/ 274457 w 3419947"/>
                <a:gd name="connsiteY1256" fmla="*/ 830022 h 1840015"/>
                <a:gd name="connsiteX1257" fmla="*/ 275802 w 3419947"/>
                <a:gd name="connsiteY1257" fmla="*/ 836737 h 1840015"/>
                <a:gd name="connsiteX1258" fmla="*/ 278493 w 3419947"/>
                <a:gd name="connsiteY1258" fmla="*/ 839423 h 1840015"/>
                <a:gd name="connsiteX1259" fmla="*/ 282529 w 3419947"/>
                <a:gd name="connsiteY1259" fmla="*/ 846138 h 1840015"/>
                <a:gd name="connsiteX1260" fmla="*/ 283875 w 3419947"/>
                <a:gd name="connsiteY1260" fmla="*/ 846138 h 1840015"/>
                <a:gd name="connsiteX1261" fmla="*/ 285220 w 3419947"/>
                <a:gd name="connsiteY1261" fmla="*/ 847482 h 1840015"/>
                <a:gd name="connsiteX1262" fmla="*/ 285220 w 3419947"/>
                <a:gd name="connsiteY1262" fmla="*/ 854197 h 1840015"/>
                <a:gd name="connsiteX1263" fmla="*/ 285220 w 3419947"/>
                <a:gd name="connsiteY1263" fmla="*/ 859569 h 1840015"/>
                <a:gd name="connsiteX1264" fmla="*/ 283875 w 3419947"/>
                <a:gd name="connsiteY1264" fmla="*/ 867628 h 1840015"/>
                <a:gd name="connsiteX1265" fmla="*/ 282529 w 3419947"/>
                <a:gd name="connsiteY1265" fmla="*/ 871657 h 1840015"/>
                <a:gd name="connsiteX1266" fmla="*/ 282529 w 3419947"/>
                <a:gd name="connsiteY1266" fmla="*/ 875686 h 1840015"/>
                <a:gd name="connsiteX1267" fmla="*/ 277148 w 3419947"/>
                <a:gd name="connsiteY1267" fmla="*/ 882402 h 1840015"/>
                <a:gd name="connsiteX1268" fmla="*/ 275802 w 3419947"/>
                <a:gd name="connsiteY1268" fmla="*/ 886431 h 1840015"/>
                <a:gd name="connsiteX1269" fmla="*/ 266384 w 3419947"/>
                <a:gd name="connsiteY1269" fmla="*/ 899862 h 1840015"/>
                <a:gd name="connsiteX1270" fmla="*/ 259658 w 3419947"/>
                <a:gd name="connsiteY1270" fmla="*/ 903891 h 1840015"/>
                <a:gd name="connsiteX1271" fmla="*/ 251585 w 3419947"/>
                <a:gd name="connsiteY1271" fmla="*/ 905234 h 1840015"/>
                <a:gd name="connsiteX1272" fmla="*/ 247549 w 3419947"/>
                <a:gd name="connsiteY1272" fmla="*/ 907920 h 1840015"/>
                <a:gd name="connsiteX1273" fmla="*/ 239477 w 3419947"/>
                <a:gd name="connsiteY1273" fmla="*/ 907920 h 1840015"/>
                <a:gd name="connsiteX1274" fmla="*/ 238131 w 3419947"/>
                <a:gd name="connsiteY1274" fmla="*/ 910606 h 1840015"/>
                <a:gd name="connsiteX1275" fmla="*/ 226023 w 3419947"/>
                <a:gd name="connsiteY1275" fmla="*/ 911949 h 1840015"/>
                <a:gd name="connsiteX1276" fmla="*/ 211224 w 3419947"/>
                <a:gd name="connsiteY1276" fmla="*/ 910606 h 1840015"/>
                <a:gd name="connsiteX1277" fmla="*/ 203152 w 3419947"/>
                <a:gd name="connsiteY1277" fmla="*/ 907920 h 1840015"/>
                <a:gd name="connsiteX1278" fmla="*/ 196425 w 3419947"/>
                <a:gd name="connsiteY1278" fmla="*/ 903891 h 1840015"/>
                <a:gd name="connsiteX1279" fmla="*/ 192389 w 3419947"/>
                <a:gd name="connsiteY1279" fmla="*/ 906577 h 1840015"/>
                <a:gd name="connsiteX1280" fmla="*/ 188353 w 3419947"/>
                <a:gd name="connsiteY1280" fmla="*/ 905234 h 1840015"/>
                <a:gd name="connsiteX1281" fmla="*/ 181626 w 3419947"/>
                <a:gd name="connsiteY1281" fmla="*/ 905234 h 1840015"/>
                <a:gd name="connsiteX1282" fmla="*/ 180280 w 3419947"/>
                <a:gd name="connsiteY1282" fmla="*/ 902548 h 1840015"/>
                <a:gd name="connsiteX1283" fmla="*/ 176244 w 3419947"/>
                <a:gd name="connsiteY1283" fmla="*/ 901205 h 1840015"/>
                <a:gd name="connsiteX1284" fmla="*/ 172208 w 3419947"/>
                <a:gd name="connsiteY1284" fmla="*/ 903891 h 1840015"/>
                <a:gd name="connsiteX1285" fmla="*/ 165481 w 3419947"/>
                <a:gd name="connsiteY1285" fmla="*/ 897175 h 1840015"/>
                <a:gd name="connsiteX1286" fmla="*/ 165481 w 3419947"/>
                <a:gd name="connsiteY1286" fmla="*/ 894489 h 1840015"/>
                <a:gd name="connsiteX1287" fmla="*/ 160100 w 3419947"/>
                <a:gd name="connsiteY1287" fmla="*/ 895832 h 1840015"/>
                <a:gd name="connsiteX1288" fmla="*/ 156064 w 3419947"/>
                <a:gd name="connsiteY1288" fmla="*/ 895832 h 1840015"/>
                <a:gd name="connsiteX1289" fmla="*/ 158754 w 3419947"/>
                <a:gd name="connsiteY1289" fmla="*/ 894489 h 1840015"/>
                <a:gd name="connsiteX1290" fmla="*/ 150682 w 3419947"/>
                <a:gd name="connsiteY1290" fmla="*/ 894489 h 1840015"/>
                <a:gd name="connsiteX1291" fmla="*/ 147991 w 3419947"/>
                <a:gd name="connsiteY1291" fmla="*/ 897175 h 1840015"/>
                <a:gd name="connsiteX1292" fmla="*/ 142610 w 3419947"/>
                <a:gd name="connsiteY1292" fmla="*/ 897175 h 1840015"/>
                <a:gd name="connsiteX1293" fmla="*/ 142610 w 3419947"/>
                <a:gd name="connsiteY1293" fmla="*/ 894489 h 1840015"/>
                <a:gd name="connsiteX1294" fmla="*/ 141265 w 3419947"/>
                <a:gd name="connsiteY1294" fmla="*/ 893146 h 1840015"/>
                <a:gd name="connsiteX1295" fmla="*/ 143955 w 3419947"/>
                <a:gd name="connsiteY1295" fmla="*/ 890460 h 1840015"/>
                <a:gd name="connsiteX1296" fmla="*/ 141265 w 3419947"/>
                <a:gd name="connsiteY1296" fmla="*/ 886431 h 1840015"/>
                <a:gd name="connsiteX1297" fmla="*/ 139919 w 3419947"/>
                <a:gd name="connsiteY1297" fmla="*/ 889117 h 1840015"/>
                <a:gd name="connsiteX1298" fmla="*/ 131847 w 3419947"/>
                <a:gd name="connsiteY1298" fmla="*/ 889117 h 1840015"/>
                <a:gd name="connsiteX1299" fmla="*/ 126465 w 3419947"/>
                <a:gd name="connsiteY1299" fmla="*/ 885088 h 1840015"/>
                <a:gd name="connsiteX1300" fmla="*/ 119738 w 3419947"/>
                <a:gd name="connsiteY1300" fmla="*/ 885088 h 1840015"/>
                <a:gd name="connsiteX1301" fmla="*/ 115702 w 3419947"/>
                <a:gd name="connsiteY1301" fmla="*/ 885088 h 1840015"/>
                <a:gd name="connsiteX1302" fmla="*/ 104939 w 3419947"/>
                <a:gd name="connsiteY1302" fmla="*/ 875686 h 1840015"/>
                <a:gd name="connsiteX1303" fmla="*/ 103594 w 3419947"/>
                <a:gd name="connsiteY1303" fmla="*/ 870314 h 1840015"/>
                <a:gd name="connsiteX1304" fmla="*/ 96867 w 3419947"/>
                <a:gd name="connsiteY1304" fmla="*/ 870314 h 1840015"/>
                <a:gd name="connsiteX1305" fmla="*/ 95522 w 3419947"/>
                <a:gd name="connsiteY1305" fmla="*/ 868971 h 1840015"/>
                <a:gd name="connsiteX1306" fmla="*/ 90140 w 3419947"/>
                <a:gd name="connsiteY1306" fmla="*/ 868971 h 1840015"/>
                <a:gd name="connsiteX1307" fmla="*/ 88795 w 3419947"/>
                <a:gd name="connsiteY1307" fmla="*/ 870314 h 1840015"/>
                <a:gd name="connsiteX1308" fmla="*/ 94176 w 3419947"/>
                <a:gd name="connsiteY1308" fmla="*/ 874343 h 1840015"/>
                <a:gd name="connsiteX1309" fmla="*/ 95522 w 3419947"/>
                <a:gd name="connsiteY1309" fmla="*/ 882402 h 1840015"/>
                <a:gd name="connsiteX1310" fmla="*/ 102249 w 3419947"/>
                <a:gd name="connsiteY1310" fmla="*/ 886431 h 1840015"/>
                <a:gd name="connsiteX1311" fmla="*/ 103594 w 3419947"/>
                <a:gd name="connsiteY1311" fmla="*/ 890460 h 1840015"/>
                <a:gd name="connsiteX1312" fmla="*/ 111666 w 3419947"/>
                <a:gd name="connsiteY1312" fmla="*/ 891803 h 1840015"/>
                <a:gd name="connsiteX1313" fmla="*/ 113012 w 3419947"/>
                <a:gd name="connsiteY1313" fmla="*/ 893146 h 1840015"/>
                <a:gd name="connsiteX1314" fmla="*/ 107630 w 3419947"/>
                <a:gd name="connsiteY1314" fmla="*/ 895832 h 1840015"/>
                <a:gd name="connsiteX1315" fmla="*/ 106285 w 3419947"/>
                <a:gd name="connsiteY1315" fmla="*/ 898519 h 1840015"/>
                <a:gd name="connsiteX1316" fmla="*/ 107630 w 3419947"/>
                <a:gd name="connsiteY1316" fmla="*/ 899862 h 1840015"/>
                <a:gd name="connsiteX1317" fmla="*/ 115702 w 3419947"/>
                <a:gd name="connsiteY1317" fmla="*/ 897175 h 1840015"/>
                <a:gd name="connsiteX1318" fmla="*/ 119738 w 3419947"/>
                <a:gd name="connsiteY1318" fmla="*/ 894489 h 1840015"/>
                <a:gd name="connsiteX1319" fmla="*/ 123774 w 3419947"/>
                <a:gd name="connsiteY1319" fmla="*/ 897175 h 1840015"/>
                <a:gd name="connsiteX1320" fmla="*/ 119738 w 3419947"/>
                <a:gd name="connsiteY1320" fmla="*/ 898519 h 1840015"/>
                <a:gd name="connsiteX1321" fmla="*/ 119738 w 3419947"/>
                <a:gd name="connsiteY1321" fmla="*/ 899862 h 1840015"/>
                <a:gd name="connsiteX1322" fmla="*/ 125120 w 3419947"/>
                <a:gd name="connsiteY1322" fmla="*/ 899862 h 1840015"/>
                <a:gd name="connsiteX1323" fmla="*/ 123774 w 3419947"/>
                <a:gd name="connsiteY1323" fmla="*/ 903891 h 1840015"/>
                <a:gd name="connsiteX1324" fmla="*/ 118393 w 3419947"/>
                <a:gd name="connsiteY1324" fmla="*/ 905234 h 1840015"/>
                <a:gd name="connsiteX1325" fmla="*/ 115702 w 3419947"/>
                <a:gd name="connsiteY1325" fmla="*/ 907920 h 1840015"/>
                <a:gd name="connsiteX1326" fmla="*/ 122429 w 3419947"/>
                <a:gd name="connsiteY1326" fmla="*/ 909263 h 1840015"/>
                <a:gd name="connsiteX1327" fmla="*/ 125120 w 3419947"/>
                <a:gd name="connsiteY1327" fmla="*/ 907920 h 1840015"/>
                <a:gd name="connsiteX1328" fmla="*/ 129156 w 3419947"/>
                <a:gd name="connsiteY1328" fmla="*/ 907920 h 1840015"/>
                <a:gd name="connsiteX1329" fmla="*/ 131847 w 3419947"/>
                <a:gd name="connsiteY1329" fmla="*/ 910606 h 1840015"/>
                <a:gd name="connsiteX1330" fmla="*/ 134538 w 3419947"/>
                <a:gd name="connsiteY1330" fmla="*/ 907920 h 1840015"/>
                <a:gd name="connsiteX1331" fmla="*/ 146646 w 3419947"/>
                <a:gd name="connsiteY1331" fmla="*/ 913292 h 1840015"/>
                <a:gd name="connsiteX1332" fmla="*/ 152027 w 3419947"/>
                <a:gd name="connsiteY1332" fmla="*/ 921351 h 1840015"/>
                <a:gd name="connsiteX1333" fmla="*/ 154718 w 3419947"/>
                <a:gd name="connsiteY1333" fmla="*/ 921351 h 1840015"/>
                <a:gd name="connsiteX1334" fmla="*/ 153373 w 3419947"/>
                <a:gd name="connsiteY1334" fmla="*/ 924037 h 1840015"/>
                <a:gd name="connsiteX1335" fmla="*/ 153373 w 3419947"/>
                <a:gd name="connsiteY1335" fmla="*/ 928066 h 1840015"/>
                <a:gd name="connsiteX1336" fmla="*/ 154718 w 3419947"/>
                <a:gd name="connsiteY1336" fmla="*/ 928066 h 1840015"/>
                <a:gd name="connsiteX1337" fmla="*/ 154718 w 3419947"/>
                <a:gd name="connsiteY1337" fmla="*/ 933438 h 1840015"/>
                <a:gd name="connsiteX1338" fmla="*/ 153373 w 3419947"/>
                <a:gd name="connsiteY1338" fmla="*/ 941497 h 1840015"/>
                <a:gd name="connsiteX1339" fmla="*/ 149337 w 3419947"/>
                <a:gd name="connsiteY1339" fmla="*/ 942840 h 1840015"/>
                <a:gd name="connsiteX1340" fmla="*/ 147991 w 3419947"/>
                <a:gd name="connsiteY1340" fmla="*/ 946869 h 1840015"/>
                <a:gd name="connsiteX1341" fmla="*/ 152027 w 3419947"/>
                <a:gd name="connsiteY1341" fmla="*/ 948212 h 1840015"/>
                <a:gd name="connsiteX1342" fmla="*/ 152027 w 3419947"/>
                <a:gd name="connsiteY1342" fmla="*/ 953585 h 1840015"/>
                <a:gd name="connsiteX1343" fmla="*/ 158754 w 3419947"/>
                <a:gd name="connsiteY1343" fmla="*/ 960300 h 1840015"/>
                <a:gd name="connsiteX1344" fmla="*/ 158754 w 3419947"/>
                <a:gd name="connsiteY1344" fmla="*/ 964329 h 1840015"/>
                <a:gd name="connsiteX1345" fmla="*/ 164136 w 3419947"/>
                <a:gd name="connsiteY1345" fmla="*/ 968358 h 1840015"/>
                <a:gd name="connsiteX1346" fmla="*/ 164136 w 3419947"/>
                <a:gd name="connsiteY1346" fmla="*/ 973731 h 1840015"/>
                <a:gd name="connsiteX1347" fmla="*/ 165481 w 3419947"/>
                <a:gd name="connsiteY1347" fmla="*/ 979103 h 1840015"/>
                <a:gd name="connsiteX1348" fmla="*/ 162791 w 3419947"/>
                <a:gd name="connsiteY1348" fmla="*/ 983132 h 1840015"/>
                <a:gd name="connsiteX1349" fmla="*/ 165481 w 3419947"/>
                <a:gd name="connsiteY1349" fmla="*/ 985819 h 1840015"/>
                <a:gd name="connsiteX1350" fmla="*/ 168172 w 3419947"/>
                <a:gd name="connsiteY1350" fmla="*/ 989848 h 1840015"/>
                <a:gd name="connsiteX1351" fmla="*/ 178935 w 3419947"/>
                <a:gd name="connsiteY1351" fmla="*/ 993877 h 1840015"/>
                <a:gd name="connsiteX1352" fmla="*/ 184316 w 3419947"/>
                <a:gd name="connsiteY1352" fmla="*/ 989848 h 1840015"/>
                <a:gd name="connsiteX1353" fmla="*/ 185662 w 3419947"/>
                <a:gd name="connsiteY1353" fmla="*/ 989848 h 1840015"/>
                <a:gd name="connsiteX1354" fmla="*/ 189698 w 3419947"/>
                <a:gd name="connsiteY1354" fmla="*/ 995220 h 1840015"/>
                <a:gd name="connsiteX1355" fmla="*/ 193734 w 3419947"/>
                <a:gd name="connsiteY1355" fmla="*/ 997906 h 1840015"/>
                <a:gd name="connsiteX1356" fmla="*/ 193734 w 3419947"/>
                <a:gd name="connsiteY1356" fmla="*/ 1004622 h 1840015"/>
                <a:gd name="connsiteX1357" fmla="*/ 196425 w 3419947"/>
                <a:gd name="connsiteY1357" fmla="*/ 1005965 h 1840015"/>
                <a:gd name="connsiteX1358" fmla="*/ 204497 w 3419947"/>
                <a:gd name="connsiteY1358" fmla="*/ 1005965 h 1840015"/>
                <a:gd name="connsiteX1359" fmla="*/ 207188 w 3419947"/>
                <a:gd name="connsiteY1359" fmla="*/ 1008651 h 1840015"/>
                <a:gd name="connsiteX1360" fmla="*/ 213915 w 3419947"/>
                <a:gd name="connsiteY1360" fmla="*/ 1008651 h 1840015"/>
                <a:gd name="connsiteX1361" fmla="*/ 217951 w 3419947"/>
                <a:gd name="connsiteY1361" fmla="*/ 1012680 h 1840015"/>
                <a:gd name="connsiteX1362" fmla="*/ 220642 w 3419947"/>
                <a:gd name="connsiteY1362" fmla="*/ 1012680 h 1840015"/>
                <a:gd name="connsiteX1363" fmla="*/ 226023 w 3419947"/>
                <a:gd name="connsiteY1363" fmla="*/ 1007308 h 1840015"/>
                <a:gd name="connsiteX1364" fmla="*/ 230059 w 3419947"/>
                <a:gd name="connsiteY1364" fmla="*/ 1007308 h 1840015"/>
                <a:gd name="connsiteX1365" fmla="*/ 232750 w 3419947"/>
                <a:gd name="connsiteY1365" fmla="*/ 1005965 h 1840015"/>
                <a:gd name="connsiteX1366" fmla="*/ 232750 w 3419947"/>
                <a:gd name="connsiteY1366" fmla="*/ 997906 h 1840015"/>
                <a:gd name="connsiteX1367" fmla="*/ 228714 w 3419947"/>
                <a:gd name="connsiteY1367" fmla="*/ 995220 h 1840015"/>
                <a:gd name="connsiteX1368" fmla="*/ 230059 w 3419947"/>
                <a:gd name="connsiteY1368" fmla="*/ 992534 h 1840015"/>
                <a:gd name="connsiteX1369" fmla="*/ 230059 w 3419947"/>
                <a:gd name="connsiteY1369" fmla="*/ 991191 h 1840015"/>
                <a:gd name="connsiteX1370" fmla="*/ 224678 w 3419947"/>
                <a:gd name="connsiteY1370" fmla="*/ 988505 h 1840015"/>
                <a:gd name="connsiteX1371" fmla="*/ 224678 w 3419947"/>
                <a:gd name="connsiteY1371" fmla="*/ 984475 h 1840015"/>
                <a:gd name="connsiteX1372" fmla="*/ 220642 w 3419947"/>
                <a:gd name="connsiteY1372" fmla="*/ 987162 h 1840015"/>
                <a:gd name="connsiteX1373" fmla="*/ 217951 w 3419947"/>
                <a:gd name="connsiteY1373" fmla="*/ 987162 h 1840015"/>
                <a:gd name="connsiteX1374" fmla="*/ 212569 w 3419947"/>
                <a:gd name="connsiteY1374" fmla="*/ 989848 h 1840015"/>
                <a:gd name="connsiteX1375" fmla="*/ 205842 w 3419947"/>
                <a:gd name="connsiteY1375" fmla="*/ 987162 h 1840015"/>
                <a:gd name="connsiteX1376" fmla="*/ 201806 w 3419947"/>
                <a:gd name="connsiteY1376" fmla="*/ 981789 h 1840015"/>
                <a:gd name="connsiteX1377" fmla="*/ 195080 w 3419947"/>
                <a:gd name="connsiteY1377" fmla="*/ 979103 h 1840015"/>
                <a:gd name="connsiteX1378" fmla="*/ 193734 w 3419947"/>
                <a:gd name="connsiteY1378" fmla="*/ 973731 h 1840015"/>
                <a:gd name="connsiteX1379" fmla="*/ 191043 w 3419947"/>
                <a:gd name="connsiteY1379" fmla="*/ 967015 h 1840015"/>
                <a:gd name="connsiteX1380" fmla="*/ 196425 w 3419947"/>
                <a:gd name="connsiteY1380" fmla="*/ 967015 h 1840015"/>
                <a:gd name="connsiteX1381" fmla="*/ 199116 w 3419947"/>
                <a:gd name="connsiteY1381" fmla="*/ 964329 h 1840015"/>
                <a:gd name="connsiteX1382" fmla="*/ 197770 w 3419947"/>
                <a:gd name="connsiteY1382" fmla="*/ 961643 h 1840015"/>
                <a:gd name="connsiteX1383" fmla="*/ 199116 w 3419947"/>
                <a:gd name="connsiteY1383" fmla="*/ 958957 h 1840015"/>
                <a:gd name="connsiteX1384" fmla="*/ 197770 w 3419947"/>
                <a:gd name="connsiteY1384" fmla="*/ 956271 h 1840015"/>
                <a:gd name="connsiteX1385" fmla="*/ 199116 w 3419947"/>
                <a:gd name="connsiteY1385" fmla="*/ 953585 h 1840015"/>
                <a:gd name="connsiteX1386" fmla="*/ 204497 w 3419947"/>
                <a:gd name="connsiteY1386" fmla="*/ 953585 h 1840015"/>
                <a:gd name="connsiteX1387" fmla="*/ 209879 w 3419947"/>
                <a:gd name="connsiteY1387" fmla="*/ 957614 h 1840015"/>
                <a:gd name="connsiteX1388" fmla="*/ 216606 w 3419947"/>
                <a:gd name="connsiteY1388" fmla="*/ 958957 h 1840015"/>
                <a:gd name="connsiteX1389" fmla="*/ 220642 w 3419947"/>
                <a:gd name="connsiteY1389" fmla="*/ 964329 h 1840015"/>
                <a:gd name="connsiteX1390" fmla="*/ 226023 w 3419947"/>
                <a:gd name="connsiteY1390" fmla="*/ 968358 h 1840015"/>
                <a:gd name="connsiteX1391" fmla="*/ 235441 w 3419947"/>
                <a:gd name="connsiteY1391" fmla="*/ 968358 h 1840015"/>
                <a:gd name="connsiteX1392" fmla="*/ 236786 w 3419947"/>
                <a:gd name="connsiteY1392" fmla="*/ 971045 h 1840015"/>
                <a:gd name="connsiteX1393" fmla="*/ 242168 w 3419947"/>
                <a:gd name="connsiteY1393" fmla="*/ 971045 h 1840015"/>
                <a:gd name="connsiteX1394" fmla="*/ 258312 w 3419947"/>
                <a:gd name="connsiteY1394" fmla="*/ 979103 h 1840015"/>
                <a:gd name="connsiteX1395" fmla="*/ 265039 w 3419947"/>
                <a:gd name="connsiteY1395" fmla="*/ 985819 h 1840015"/>
                <a:gd name="connsiteX1396" fmla="*/ 267730 w 3419947"/>
                <a:gd name="connsiteY1396" fmla="*/ 981789 h 1840015"/>
                <a:gd name="connsiteX1397" fmla="*/ 271766 w 3419947"/>
                <a:gd name="connsiteY1397" fmla="*/ 977760 h 1840015"/>
                <a:gd name="connsiteX1398" fmla="*/ 271766 w 3419947"/>
                <a:gd name="connsiteY1398" fmla="*/ 972388 h 1840015"/>
                <a:gd name="connsiteX1399" fmla="*/ 275802 w 3419947"/>
                <a:gd name="connsiteY1399" fmla="*/ 972388 h 1840015"/>
                <a:gd name="connsiteX1400" fmla="*/ 279838 w 3419947"/>
                <a:gd name="connsiteY1400" fmla="*/ 968358 h 1840015"/>
                <a:gd name="connsiteX1401" fmla="*/ 273111 w 3419947"/>
                <a:gd name="connsiteY1401" fmla="*/ 957614 h 1840015"/>
                <a:gd name="connsiteX1402" fmla="*/ 261003 w 3419947"/>
                <a:gd name="connsiteY1402" fmla="*/ 945526 h 1840015"/>
                <a:gd name="connsiteX1403" fmla="*/ 258312 w 3419947"/>
                <a:gd name="connsiteY1403" fmla="*/ 937468 h 1840015"/>
                <a:gd name="connsiteX1404" fmla="*/ 258312 w 3419947"/>
                <a:gd name="connsiteY1404" fmla="*/ 933438 h 1840015"/>
                <a:gd name="connsiteX1405" fmla="*/ 265039 w 3419947"/>
                <a:gd name="connsiteY1405" fmla="*/ 928066 h 1840015"/>
                <a:gd name="connsiteX1406" fmla="*/ 270421 w 3419947"/>
                <a:gd name="connsiteY1406" fmla="*/ 920008 h 1840015"/>
                <a:gd name="connsiteX1407" fmla="*/ 271766 w 3419947"/>
                <a:gd name="connsiteY1407" fmla="*/ 913292 h 1840015"/>
                <a:gd name="connsiteX1408" fmla="*/ 275802 w 3419947"/>
                <a:gd name="connsiteY1408" fmla="*/ 909263 h 1840015"/>
                <a:gd name="connsiteX1409" fmla="*/ 282529 w 3419947"/>
                <a:gd name="connsiteY1409" fmla="*/ 907920 h 1840015"/>
                <a:gd name="connsiteX1410" fmla="*/ 290601 w 3419947"/>
                <a:gd name="connsiteY1410" fmla="*/ 901205 h 1840015"/>
                <a:gd name="connsiteX1411" fmla="*/ 295983 w 3419947"/>
                <a:gd name="connsiteY1411" fmla="*/ 889117 h 1840015"/>
                <a:gd name="connsiteX1412" fmla="*/ 300019 w 3419947"/>
                <a:gd name="connsiteY1412" fmla="*/ 886431 h 1840015"/>
                <a:gd name="connsiteX1413" fmla="*/ 306746 w 3419947"/>
                <a:gd name="connsiteY1413" fmla="*/ 887774 h 1840015"/>
                <a:gd name="connsiteX1414" fmla="*/ 312127 w 3419947"/>
                <a:gd name="connsiteY1414" fmla="*/ 891803 h 1840015"/>
                <a:gd name="connsiteX1415" fmla="*/ 320199 w 3419947"/>
                <a:gd name="connsiteY1415" fmla="*/ 890460 h 1840015"/>
                <a:gd name="connsiteX1416" fmla="*/ 328272 w 3419947"/>
                <a:gd name="connsiteY1416" fmla="*/ 891803 h 1840015"/>
                <a:gd name="connsiteX1417" fmla="*/ 330963 w 3419947"/>
                <a:gd name="connsiteY1417" fmla="*/ 895832 h 1840015"/>
                <a:gd name="connsiteX1418" fmla="*/ 334999 w 3419947"/>
                <a:gd name="connsiteY1418" fmla="*/ 898519 h 1840015"/>
                <a:gd name="connsiteX1419" fmla="*/ 341726 w 3419947"/>
                <a:gd name="connsiteY1419" fmla="*/ 893146 h 1840015"/>
                <a:gd name="connsiteX1420" fmla="*/ 348452 w 3419947"/>
                <a:gd name="connsiteY1420" fmla="*/ 898519 h 1840015"/>
                <a:gd name="connsiteX1421" fmla="*/ 349798 w 3419947"/>
                <a:gd name="connsiteY1421" fmla="*/ 905234 h 1840015"/>
                <a:gd name="connsiteX1422" fmla="*/ 352488 w 3419947"/>
                <a:gd name="connsiteY1422" fmla="*/ 907920 h 1840015"/>
                <a:gd name="connsiteX1423" fmla="*/ 351143 w 3419947"/>
                <a:gd name="connsiteY1423" fmla="*/ 898519 h 1840015"/>
                <a:gd name="connsiteX1424" fmla="*/ 347107 w 3419947"/>
                <a:gd name="connsiteY1424" fmla="*/ 891803 h 1840015"/>
                <a:gd name="connsiteX1425" fmla="*/ 349798 w 3419947"/>
                <a:gd name="connsiteY1425" fmla="*/ 889117 h 1840015"/>
                <a:gd name="connsiteX1426" fmla="*/ 349798 w 3419947"/>
                <a:gd name="connsiteY1426" fmla="*/ 877029 h 1840015"/>
                <a:gd name="connsiteX1427" fmla="*/ 351143 w 3419947"/>
                <a:gd name="connsiteY1427" fmla="*/ 873000 h 1840015"/>
                <a:gd name="connsiteX1428" fmla="*/ 348452 w 3419947"/>
                <a:gd name="connsiteY1428" fmla="*/ 871657 h 1840015"/>
                <a:gd name="connsiteX1429" fmla="*/ 348452 w 3419947"/>
                <a:gd name="connsiteY1429" fmla="*/ 868971 h 1840015"/>
                <a:gd name="connsiteX1430" fmla="*/ 349798 w 3419947"/>
                <a:gd name="connsiteY1430" fmla="*/ 866285 h 1840015"/>
                <a:gd name="connsiteX1431" fmla="*/ 348452 w 3419947"/>
                <a:gd name="connsiteY1431" fmla="*/ 862255 h 1840015"/>
                <a:gd name="connsiteX1432" fmla="*/ 349798 w 3419947"/>
                <a:gd name="connsiteY1432" fmla="*/ 859569 h 1840015"/>
                <a:gd name="connsiteX1433" fmla="*/ 345762 w 3419947"/>
                <a:gd name="connsiteY1433" fmla="*/ 855540 h 1840015"/>
                <a:gd name="connsiteX1434" fmla="*/ 340380 w 3419947"/>
                <a:gd name="connsiteY1434" fmla="*/ 852854 h 1840015"/>
                <a:gd name="connsiteX1435" fmla="*/ 332308 w 3419947"/>
                <a:gd name="connsiteY1435" fmla="*/ 852854 h 1840015"/>
                <a:gd name="connsiteX1436" fmla="*/ 329617 w 3419947"/>
                <a:gd name="connsiteY1436" fmla="*/ 846138 h 1840015"/>
                <a:gd name="connsiteX1437" fmla="*/ 330963 w 3419947"/>
                <a:gd name="connsiteY1437" fmla="*/ 839423 h 1840015"/>
                <a:gd name="connsiteX1438" fmla="*/ 330963 w 3419947"/>
                <a:gd name="connsiteY1438" fmla="*/ 827335 h 1840015"/>
                <a:gd name="connsiteX1439" fmla="*/ 332308 w 3419947"/>
                <a:gd name="connsiteY1439" fmla="*/ 825992 h 1840015"/>
                <a:gd name="connsiteX1440" fmla="*/ 330963 w 3419947"/>
                <a:gd name="connsiteY1440" fmla="*/ 821963 h 1840015"/>
                <a:gd name="connsiteX1441" fmla="*/ 330963 w 3419947"/>
                <a:gd name="connsiteY1441" fmla="*/ 816591 h 1840015"/>
                <a:gd name="connsiteX1442" fmla="*/ 333653 w 3419947"/>
                <a:gd name="connsiteY1442" fmla="*/ 815248 h 1840015"/>
                <a:gd name="connsiteX1443" fmla="*/ 330963 w 3419947"/>
                <a:gd name="connsiteY1443" fmla="*/ 811219 h 1840015"/>
                <a:gd name="connsiteX1444" fmla="*/ 330963 w 3419947"/>
                <a:gd name="connsiteY1444" fmla="*/ 804503 h 1840015"/>
                <a:gd name="connsiteX1445" fmla="*/ 326926 w 3419947"/>
                <a:gd name="connsiteY1445" fmla="*/ 793758 h 1840015"/>
                <a:gd name="connsiteX1446" fmla="*/ 318854 w 3419947"/>
                <a:gd name="connsiteY1446" fmla="*/ 788386 h 1840015"/>
                <a:gd name="connsiteX1447" fmla="*/ 305400 w 3419947"/>
                <a:gd name="connsiteY1447" fmla="*/ 777642 h 1840015"/>
                <a:gd name="connsiteX1448" fmla="*/ 305400 w 3419947"/>
                <a:gd name="connsiteY1448" fmla="*/ 774955 h 1840015"/>
                <a:gd name="connsiteX1449" fmla="*/ 310782 w 3419947"/>
                <a:gd name="connsiteY1449" fmla="*/ 774955 h 1840015"/>
                <a:gd name="connsiteX1450" fmla="*/ 321545 w 3419947"/>
                <a:gd name="connsiteY1450" fmla="*/ 781671 h 1840015"/>
                <a:gd name="connsiteX1451" fmla="*/ 328272 w 3419947"/>
                <a:gd name="connsiteY1451" fmla="*/ 781671 h 1840015"/>
                <a:gd name="connsiteX1452" fmla="*/ 332308 w 3419947"/>
                <a:gd name="connsiteY1452" fmla="*/ 778985 h 1840015"/>
                <a:gd name="connsiteX1453" fmla="*/ 341726 w 3419947"/>
                <a:gd name="connsiteY1453" fmla="*/ 777642 h 1840015"/>
                <a:gd name="connsiteX1454" fmla="*/ 355179 w 3419947"/>
                <a:gd name="connsiteY1454" fmla="*/ 778985 h 1840015"/>
                <a:gd name="connsiteX1455" fmla="*/ 361906 w 3419947"/>
                <a:gd name="connsiteY1455" fmla="*/ 783014 h 1840015"/>
                <a:gd name="connsiteX1456" fmla="*/ 361906 w 3419947"/>
                <a:gd name="connsiteY1456" fmla="*/ 787043 h 1840015"/>
                <a:gd name="connsiteX1457" fmla="*/ 367288 w 3419947"/>
                <a:gd name="connsiteY1457" fmla="*/ 793758 h 1840015"/>
                <a:gd name="connsiteX1458" fmla="*/ 372669 w 3419947"/>
                <a:gd name="connsiteY1458" fmla="*/ 795102 h 1840015"/>
                <a:gd name="connsiteX1459" fmla="*/ 374015 w 3419947"/>
                <a:gd name="connsiteY1459" fmla="*/ 799131 h 1840015"/>
                <a:gd name="connsiteX1460" fmla="*/ 380741 w 3419947"/>
                <a:gd name="connsiteY1460" fmla="*/ 808532 h 1840015"/>
                <a:gd name="connsiteX1461" fmla="*/ 379396 w 3419947"/>
                <a:gd name="connsiteY1461" fmla="*/ 812562 h 1840015"/>
                <a:gd name="connsiteX1462" fmla="*/ 369979 w 3419947"/>
                <a:gd name="connsiteY1462" fmla="*/ 812562 h 1840015"/>
                <a:gd name="connsiteX1463" fmla="*/ 367288 w 3419947"/>
                <a:gd name="connsiteY1463" fmla="*/ 816591 h 1840015"/>
                <a:gd name="connsiteX1464" fmla="*/ 359215 w 3419947"/>
                <a:gd name="connsiteY1464" fmla="*/ 816591 h 1840015"/>
                <a:gd name="connsiteX1465" fmla="*/ 356525 w 3419947"/>
                <a:gd name="connsiteY1465" fmla="*/ 819277 h 1840015"/>
                <a:gd name="connsiteX1466" fmla="*/ 357870 w 3419947"/>
                <a:gd name="connsiteY1466" fmla="*/ 821963 h 1840015"/>
                <a:gd name="connsiteX1467" fmla="*/ 355179 w 3419947"/>
                <a:gd name="connsiteY1467" fmla="*/ 825992 h 1840015"/>
                <a:gd name="connsiteX1468" fmla="*/ 352488 w 3419947"/>
                <a:gd name="connsiteY1468" fmla="*/ 824649 h 1840015"/>
                <a:gd name="connsiteX1469" fmla="*/ 351143 w 3419947"/>
                <a:gd name="connsiteY1469" fmla="*/ 827335 h 1840015"/>
                <a:gd name="connsiteX1470" fmla="*/ 351143 w 3419947"/>
                <a:gd name="connsiteY1470" fmla="*/ 835394 h 1840015"/>
                <a:gd name="connsiteX1471" fmla="*/ 355179 w 3419947"/>
                <a:gd name="connsiteY1471" fmla="*/ 838080 h 1840015"/>
                <a:gd name="connsiteX1472" fmla="*/ 365942 w 3419947"/>
                <a:gd name="connsiteY1472" fmla="*/ 847482 h 1840015"/>
                <a:gd name="connsiteX1473" fmla="*/ 376705 w 3419947"/>
                <a:gd name="connsiteY1473" fmla="*/ 860912 h 1840015"/>
                <a:gd name="connsiteX1474" fmla="*/ 382087 w 3419947"/>
                <a:gd name="connsiteY1474" fmla="*/ 860912 h 1840015"/>
                <a:gd name="connsiteX1475" fmla="*/ 388814 w 3419947"/>
                <a:gd name="connsiteY1475" fmla="*/ 855540 h 1840015"/>
                <a:gd name="connsiteX1476" fmla="*/ 391505 w 3419947"/>
                <a:gd name="connsiteY1476" fmla="*/ 860912 h 1840015"/>
                <a:gd name="connsiteX1477" fmla="*/ 394195 w 3419947"/>
                <a:gd name="connsiteY1477" fmla="*/ 858226 h 1840015"/>
                <a:gd name="connsiteX1478" fmla="*/ 399577 w 3419947"/>
                <a:gd name="connsiteY1478" fmla="*/ 858226 h 1840015"/>
                <a:gd name="connsiteX1479" fmla="*/ 400922 w 3419947"/>
                <a:gd name="connsiteY1479" fmla="*/ 855540 h 1840015"/>
                <a:gd name="connsiteX1480" fmla="*/ 410340 w 3419947"/>
                <a:gd name="connsiteY1480" fmla="*/ 851511 h 1840015"/>
                <a:gd name="connsiteX1481" fmla="*/ 411685 w 3419947"/>
                <a:gd name="connsiteY1481" fmla="*/ 846138 h 1840015"/>
                <a:gd name="connsiteX1482" fmla="*/ 408994 w 3419947"/>
                <a:gd name="connsiteY1482" fmla="*/ 838080 h 1840015"/>
                <a:gd name="connsiteX1483" fmla="*/ 411685 w 3419947"/>
                <a:gd name="connsiteY1483" fmla="*/ 832708 h 1840015"/>
                <a:gd name="connsiteX1484" fmla="*/ 411685 w 3419947"/>
                <a:gd name="connsiteY1484" fmla="*/ 828679 h 1840015"/>
                <a:gd name="connsiteX1485" fmla="*/ 407649 w 3419947"/>
                <a:gd name="connsiteY1485" fmla="*/ 823306 h 1840015"/>
                <a:gd name="connsiteX1486" fmla="*/ 410340 w 3419947"/>
                <a:gd name="connsiteY1486" fmla="*/ 820620 h 1840015"/>
                <a:gd name="connsiteX1487" fmla="*/ 423794 w 3419947"/>
                <a:gd name="connsiteY1487" fmla="*/ 819277 h 1840015"/>
                <a:gd name="connsiteX1488" fmla="*/ 426484 w 3419947"/>
                <a:gd name="connsiteY1488" fmla="*/ 816591 h 1840015"/>
                <a:gd name="connsiteX1489" fmla="*/ 434556 w 3419947"/>
                <a:gd name="connsiteY1489" fmla="*/ 819277 h 1840015"/>
                <a:gd name="connsiteX1490" fmla="*/ 433211 w 3419947"/>
                <a:gd name="connsiteY1490" fmla="*/ 815248 h 1840015"/>
                <a:gd name="connsiteX1491" fmla="*/ 426484 w 3419947"/>
                <a:gd name="connsiteY1491" fmla="*/ 809875 h 1840015"/>
                <a:gd name="connsiteX1492" fmla="*/ 423794 w 3419947"/>
                <a:gd name="connsiteY1492" fmla="*/ 804503 h 1840015"/>
                <a:gd name="connsiteX1493" fmla="*/ 426484 w 3419947"/>
                <a:gd name="connsiteY1493" fmla="*/ 804503 h 1840015"/>
                <a:gd name="connsiteX1494" fmla="*/ 430521 w 3419947"/>
                <a:gd name="connsiteY1494" fmla="*/ 808532 h 1840015"/>
                <a:gd name="connsiteX1495" fmla="*/ 434556 w 3419947"/>
                <a:gd name="connsiteY1495" fmla="*/ 805846 h 1840015"/>
                <a:gd name="connsiteX1496" fmla="*/ 443974 w 3419947"/>
                <a:gd name="connsiteY1496" fmla="*/ 793758 h 1840015"/>
                <a:gd name="connsiteX1497" fmla="*/ 446665 w 3419947"/>
                <a:gd name="connsiteY1497" fmla="*/ 792415 h 1840015"/>
                <a:gd name="connsiteX1498" fmla="*/ 457428 w 3419947"/>
                <a:gd name="connsiteY1498" fmla="*/ 778985 h 1840015"/>
                <a:gd name="connsiteX1499" fmla="*/ 457428 w 3419947"/>
                <a:gd name="connsiteY1499" fmla="*/ 777642 h 1840015"/>
                <a:gd name="connsiteX1500" fmla="*/ 460119 w 3419947"/>
                <a:gd name="connsiteY1500" fmla="*/ 776299 h 1840015"/>
                <a:gd name="connsiteX1501" fmla="*/ 465500 w 3419947"/>
                <a:gd name="connsiteY1501" fmla="*/ 777642 h 1840015"/>
                <a:gd name="connsiteX1502" fmla="*/ 472227 w 3419947"/>
                <a:gd name="connsiteY1502" fmla="*/ 774955 h 1840015"/>
                <a:gd name="connsiteX1503" fmla="*/ 473572 w 3419947"/>
                <a:gd name="connsiteY1503" fmla="*/ 772269 h 1840015"/>
                <a:gd name="connsiteX1504" fmla="*/ 484336 w 3419947"/>
                <a:gd name="connsiteY1504" fmla="*/ 769583 h 1840015"/>
                <a:gd name="connsiteX1505" fmla="*/ 484336 w 3419947"/>
                <a:gd name="connsiteY1505" fmla="*/ 773612 h 1840015"/>
                <a:gd name="connsiteX1506" fmla="*/ 485681 w 3419947"/>
                <a:gd name="connsiteY1506" fmla="*/ 773612 h 1840015"/>
                <a:gd name="connsiteX1507" fmla="*/ 487026 w 3419947"/>
                <a:gd name="connsiteY1507" fmla="*/ 777642 h 1840015"/>
                <a:gd name="connsiteX1508" fmla="*/ 485681 w 3419947"/>
                <a:gd name="connsiteY1508" fmla="*/ 780328 h 1840015"/>
                <a:gd name="connsiteX1509" fmla="*/ 488372 w 3419947"/>
                <a:gd name="connsiteY1509" fmla="*/ 781671 h 1840015"/>
                <a:gd name="connsiteX1510" fmla="*/ 493753 w 3419947"/>
                <a:gd name="connsiteY1510" fmla="*/ 776299 h 1840015"/>
                <a:gd name="connsiteX1511" fmla="*/ 493753 w 3419947"/>
                <a:gd name="connsiteY1511" fmla="*/ 772269 h 1840015"/>
                <a:gd name="connsiteX1512" fmla="*/ 491062 w 3419947"/>
                <a:gd name="connsiteY1512" fmla="*/ 770926 h 1840015"/>
                <a:gd name="connsiteX1513" fmla="*/ 487026 w 3419947"/>
                <a:gd name="connsiteY1513" fmla="*/ 766897 h 1840015"/>
                <a:gd name="connsiteX1514" fmla="*/ 487026 w 3419947"/>
                <a:gd name="connsiteY1514" fmla="*/ 764211 h 1840015"/>
                <a:gd name="connsiteX1515" fmla="*/ 496444 w 3419947"/>
                <a:gd name="connsiteY1515" fmla="*/ 754809 h 1840015"/>
                <a:gd name="connsiteX1516" fmla="*/ 497789 w 3419947"/>
                <a:gd name="connsiteY1516" fmla="*/ 754809 h 1840015"/>
                <a:gd name="connsiteX1517" fmla="*/ 499135 w 3419947"/>
                <a:gd name="connsiteY1517" fmla="*/ 757495 h 1840015"/>
                <a:gd name="connsiteX1518" fmla="*/ 497789 w 3419947"/>
                <a:gd name="connsiteY1518" fmla="*/ 758838 h 1840015"/>
                <a:gd name="connsiteX1519" fmla="*/ 496444 w 3419947"/>
                <a:gd name="connsiteY1519" fmla="*/ 761525 h 1840015"/>
                <a:gd name="connsiteX1520" fmla="*/ 501825 w 3419947"/>
                <a:gd name="connsiteY1520" fmla="*/ 766897 h 1840015"/>
                <a:gd name="connsiteX1521" fmla="*/ 504516 w 3419947"/>
                <a:gd name="connsiteY1521" fmla="*/ 765554 h 1840015"/>
                <a:gd name="connsiteX1522" fmla="*/ 507207 w 3419947"/>
                <a:gd name="connsiteY1522" fmla="*/ 761525 h 1840015"/>
                <a:gd name="connsiteX1523" fmla="*/ 505862 w 3419947"/>
                <a:gd name="connsiteY1523" fmla="*/ 758838 h 1840015"/>
                <a:gd name="connsiteX1524" fmla="*/ 504516 w 3419947"/>
                <a:gd name="connsiteY1524" fmla="*/ 753466 h 1840015"/>
                <a:gd name="connsiteX1525" fmla="*/ 509898 w 3419947"/>
                <a:gd name="connsiteY1525" fmla="*/ 750780 h 1840015"/>
                <a:gd name="connsiteX1526" fmla="*/ 513934 w 3419947"/>
                <a:gd name="connsiteY1526" fmla="*/ 748094 h 1840015"/>
                <a:gd name="connsiteX1527" fmla="*/ 527387 w 3419947"/>
                <a:gd name="connsiteY1527" fmla="*/ 742722 h 1840015"/>
                <a:gd name="connsiteX1528" fmla="*/ 536805 w 3419947"/>
                <a:gd name="connsiteY1528" fmla="*/ 741379 h 1840015"/>
                <a:gd name="connsiteX1529" fmla="*/ 538151 w 3419947"/>
                <a:gd name="connsiteY1529" fmla="*/ 744065 h 1840015"/>
                <a:gd name="connsiteX1530" fmla="*/ 532769 w 3419947"/>
                <a:gd name="connsiteY1530" fmla="*/ 746751 h 1840015"/>
                <a:gd name="connsiteX1531" fmla="*/ 528733 w 3419947"/>
                <a:gd name="connsiteY1531" fmla="*/ 746751 h 1840015"/>
                <a:gd name="connsiteX1532" fmla="*/ 519315 w 3419947"/>
                <a:gd name="connsiteY1532" fmla="*/ 750780 h 1840015"/>
                <a:gd name="connsiteX1533" fmla="*/ 520661 w 3419947"/>
                <a:gd name="connsiteY1533" fmla="*/ 753466 h 1840015"/>
                <a:gd name="connsiteX1534" fmla="*/ 524697 w 3419947"/>
                <a:gd name="connsiteY1534" fmla="*/ 754809 h 1840015"/>
                <a:gd name="connsiteX1535" fmla="*/ 527387 w 3419947"/>
                <a:gd name="connsiteY1535" fmla="*/ 753466 h 1840015"/>
                <a:gd name="connsiteX1536" fmla="*/ 532769 w 3419947"/>
                <a:gd name="connsiteY1536" fmla="*/ 758838 h 1840015"/>
                <a:gd name="connsiteX1537" fmla="*/ 530078 w 3419947"/>
                <a:gd name="connsiteY1537" fmla="*/ 760182 h 1840015"/>
                <a:gd name="connsiteX1538" fmla="*/ 528733 w 3419947"/>
                <a:gd name="connsiteY1538" fmla="*/ 762868 h 1840015"/>
                <a:gd name="connsiteX1539" fmla="*/ 532769 w 3419947"/>
                <a:gd name="connsiteY1539" fmla="*/ 768240 h 1840015"/>
                <a:gd name="connsiteX1540" fmla="*/ 530078 w 3419947"/>
                <a:gd name="connsiteY1540" fmla="*/ 772269 h 1840015"/>
                <a:gd name="connsiteX1541" fmla="*/ 524697 w 3419947"/>
                <a:gd name="connsiteY1541" fmla="*/ 772269 h 1840015"/>
                <a:gd name="connsiteX1542" fmla="*/ 519315 w 3419947"/>
                <a:gd name="connsiteY1542" fmla="*/ 777642 h 1840015"/>
                <a:gd name="connsiteX1543" fmla="*/ 520661 w 3419947"/>
                <a:gd name="connsiteY1543" fmla="*/ 781671 h 1840015"/>
                <a:gd name="connsiteX1544" fmla="*/ 524697 w 3419947"/>
                <a:gd name="connsiteY1544" fmla="*/ 783014 h 1840015"/>
                <a:gd name="connsiteX1545" fmla="*/ 527387 w 3419947"/>
                <a:gd name="connsiteY1545" fmla="*/ 781671 h 1840015"/>
                <a:gd name="connsiteX1546" fmla="*/ 530078 w 3419947"/>
                <a:gd name="connsiteY1546" fmla="*/ 781671 h 1840015"/>
                <a:gd name="connsiteX1547" fmla="*/ 534114 w 3419947"/>
                <a:gd name="connsiteY1547" fmla="*/ 778985 h 1840015"/>
                <a:gd name="connsiteX1548" fmla="*/ 539496 w 3419947"/>
                <a:gd name="connsiteY1548" fmla="*/ 781671 h 1840015"/>
                <a:gd name="connsiteX1549" fmla="*/ 539496 w 3419947"/>
                <a:gd name="connsiteY1549" fmla="*/ 788386 h 1840015"/>
                <a:gd name="connsiteX1550" fmla="*/ 542187 w 3419947"/>
                <a:gd name="connsiteY1550" fmla="*/ 781671 h 1840015"/>
                <a:gd name="connsiteX1551" fmla="*/ 547568 w 3419947"/>
                <a:gd name="connsiteY1551" fmla="*/ 774955 h 1840015"/>
                <a:gd name="connsiteX1552" fmla="*/ 550259 w 3419947"/>
                <a:gd name="connsiteY1552" fmla="*/ 774955 h 1840015"/>
                <a:gd name="connsiteX1553" fmla="*/ 552950 w 3419947"/>
                <a:gd name="connsiteY1553" fmla="*/ 778985 h 1840015"/>
                <a:gd name="connsiteX1554" fmla="*/ 556986 w 3419947"/>
                <a:gd name="connsiteY1554" fmla="*/ 781671 h 1840015"/>
                <a:gd name="connsiteX1555" fmla="*/ 558331 w 3419947"/>
                <a:gd name="connsiteY1555" fmla="*/ 778985 h 1840015"/>
                <a:gd name="connsiteX1556" fmla="*/ 556986 w 3419947"/>
                <a:gd name="connsiteY1556" fmla="*/ 776299 h 1840015"/>
                <a:gd name="connsiteX1557" fmla="*/ 558331 w 3419947"/>
                <a:gd name="connsiteY1557" fmla="*/ 773612 h 1840015"/>
                <a:gd name="connsiteX1558" fmla="*/ 554295 w 3419947"/>
                <a:gd name="connsiteY1558" fmla="*/ 770926 h 1840015"/>
                <a:gd name="connsiteX1559" fmla="*/ 554295 w 3419947"/>
                <a:gd name="connsiteY1559" fmla="*/ 768240 h 1840015"/>
                <a:gd name="connsiteX1560" fmla="*/ 558331 w 3419947"/>
                <a:gd name="connsiteY1560" fmla="*/ 762868 h 1840015"/>
                <a:gd name="connsiteX1561" fmla="*/ 563713 w 3419947"/>
                <a:gd name="connsiteY1561" fmla="*/ 761525 h 1840015"/>
                <a:gd name="connsiteX1562" fmla="*/ 565058 w 3419947"/>
                <a:gd name="connsiteY1562" fmla="*/ 758838 h 1840015"/>
                <a:gd name="connsiteX1563" fmla="*/ 571785 w 3419947"/>
                <a:gd name="connsiteY1563" fmla="*/ 754809 h 1840015"/>
                <a:gd name="connsiteX1564" fmla="*/ 574476 w 3419947"/>
                <a:gd name="connsiteY1564" fmla="*/ 757495 h 1840015"/>
                <a:gd name="connsiteX1565" fmla="*/ 577167 w 3419947"/>
                <a:gd name="connsiteY1565" fmla="*/ 757495 h 1840015"/>
                <a:gd name="connsiteX1566" fmla="*/ 579857 w 3419947"/>
                <a:gd name="connsiteY1566" fmla="*/ 756152 h 1840015"/>
                <a:gd name="connsiteX1567" fmla="*/ 583893 w 3419947"/>
                <a:gd name="connsiteY1567" fmla="*/ 757495 h 1840015"/>
                <a:gd name="connsiteX1568" fmla="*/ 594656 w 3419947"/>
                <a:gd name="connsiteY1568" fmla="*/ 757495 h 1840015"/>
                <a:gd name="connsiteX1569" fmla="*/ 598693 w 3419947"/>
                <a:gd name="connsiteY1569" fmla="*/ 754809 h 1840015"/>
                <a:gd name="connsiteX1570" fmla="*/ 598693 w 3419947"/>
                <a:gd name="connsiteY1570" fmla="*/ 752123 h 1840015"/>
                <a:gd name="connsiteX1571" fmla="*/ 601383 w 3419947"/>
                <a:gd name="connsiteY1571" fmla="*/ 749437 h 1840015"/>
                <a:gd name="connsiteX1572" fmla="*/ 608110 w 3419947"/>
                <a:gd name="connsiteY1572" fmla="*/ 749437 h 1840015"/>
                <a:gd name="connsiteX1573" fmla="*/ 608110 w 3419947"/>
                <a:gd name="connsiteY1573" fmla="*/ 746751 h 1840015"/>
                <a:gd name="connsiteX1574" fmla="*/ 613492 w 3419947"/>
                <a:gd name="connsiteY1574" fmla="*/ 742722 h 1840015"/>
                <a:gd name="connsiteX1575" fmla="*/ 617528 w 3419947"/>
                <a:gd name="connsiteY1575" fmla="*/ 741379 h 1840015"/>
                <a:gd name="connsiteX1576" fmla="*/ 624255 w 3419947"/>
                <a:gd name="connsiteY1576" fmla="*/ 734663 h 1840015"/>
                <a:gd name="connsiteX1577" fmla="*/ 626946 w 3419947"/>
                <a:gd name="connsiteY1577" fmla="*/ 734663 h 1840015"/>
                <a:gd name="connsiteX1578" fmla="*/ 630982 w 3419947"/>
                <a:gd name="connsiteY1578" fmla="*/ 731977 h 1840015"/>
                <a:gd name="connsiteX1579" fmla="*/ 632327 w 3419947"/>
                <a:gd name="connsiteY1579" fmla="*/ 733320 h 1840015"/>
                <a:gd name="connsiteX1580" fmla="*/ 628291 w 3419947"/>
                <a:gd name="connsiteY1580" fmla="*/ 737349 h 1840015"/>
                <a:gd name="connsiteX1581" fmla="*/ 632327 w 3419947"/>
                <a:gd name="connsiteY1581" fmla="*/ 738692 h 1840015"/>
                <a:gd name="connsiteX1582" fmla="*/ 637708 w 3419947"/>
                <a:gd name="connsiteY1582" fmla="*/ 744065 h 1840015"/>
                <a:gd name="connsiteX1583" fmla="*/ 637708 w 3419947"/>
                <a:gd name="connsiteY1583" fmla="*/ 746751 h 1840015"/>
                <a:gd name="connsiteX1584" fmla="*/ 633672 w 3419947"/>
                <a:gd name="connsiteY1584" fmla="*/ 750780 h 1840015"/>
                <a:gd name="connsiteX1585" fmla="*/ 636363 w 3419947"/>
                <a:gd name="connsiteY1585" fmla="*/ 756152 h 1840015"/>
                <a:gd name="connsiteX1586" fmla="*/ 635018 w 3419947"/>
                <a:gd name="connsiteY1586" fmla="*/ 760182 h 1840015"/>
                <a:gd name="connsiteX1587" fmla="*/ 637708 w 3419947"/>
                <a:gd name="connsiteY1587" fmla="*/ 764211 h 1840015"/>
                <a:gd name="connsiteX1588" fmla="*/ 651162 w 3419947"/>
                <a:gd name="connsiteY1588" fmla="*/ 764211 h 1840015"/>
                <a:gd name="connsiteX1589" fmla="*/ 653853 w 3419947"/>
                <a:gd name="connsiteY1589" fmla="*/ 761525 h 1840015"/>
                <a:gd name="connsiteX1590" fmla="*/ 653853 w 3419947"/>
                <a:gd name="connsiteY1590" fmla="*/ 758838 h 1840015"/>
                <a:gd name="connsiteX1591" fmla="*/ 652508 w 3419947"/>
                <a:gd name="connsiteY1591" fmla="*/ 757495 h 1840015"/>
                <a:gd name="connsiteX1592" fmla="*/ 647126 w 3419947"/>
                <a:gd name="connsiteY1592" fmla="*/ 750780 h 1840015"/>
                <a:gd name="connsiteX1593" fmla="*/ 647126 w 3419947"/>
                <a:gd name="connsiteY1593" fmla="*/ 748094 h 1840015"/>
                <a:gd name="connsiteX1594" fmla="*/ 651162 w 3419947"/>
                <a:gd name="connsiteY1594" fmla="*/ 745408 h 1840015"/>
                <a:gd name="connsiteX1595" fmla="*/ 657889 w 3419947"/>
                <a:gd name="connsiteY1595" fmla="*/ 748094 h 1840015"/>
                <a:gd name="connsiteX1596" fmla="*/ 663271 w 3419947"/>
                <a:gd name="connsiteY1596" fmla="*/ 745408 h 1840015"/>
                <a:gd name="connsiteX1597" fmla="*/ 665961 w 3419947"/>
                <a:gd name="connsiteY1597" fmla="*/ 737349 h 1840015"/>
                <a:gd name="connsiteX1598" fmla="*/ 669997 w 3419947"/>
                <a:gd name="connsiteY1598" fmla="*/ 737349 h 1840015"/>
                <a:gd name="connsiteX1599" fmla="*/ 672688 w 3419947"/>
                <a:gd name="connsiteY1599" fmla="*/ 740035 h 1840015"/>
                <a:gd name="connsiteX1600" fmla="*/ 679415 w 3419947"/>
                <a:gd name="connsiteY1600" fmla="*/ 741379 h 1840015"/>
                <a:gd name="connsiteX1601" fmla="*/ 672688 w 3419947"/>
                <a:gd name="connsiteY1601" fmla="*/ 733320 h 1840015"/>
                <a:gd name="connsiteX1602" fmla="*/ 667307 w 3419947"/>
                <a:gd name="connsiteY1602" fmla="*/ 731977 h 1840015"/>
                <a:gd name="connsiteX1603" fmla="*/ 667307 w 3419947"/>
                <a:gd name="connsiteY1603" fmla="*/ 727948 h 1840015"/>
                <a:gd name="connsiteX1604" fmla="*/ 663271 w 3419947"/>
                <a:gd name="connsiteY1604" fmla="*/ 719889 h 1840015"/>
                <a:gd name="connsiteX1605" fmla="*/ 660580 w 3419947"/>
                <a:gd name="connsiteY1605" fmla="*/ 719889 h 1840015"/>
                <a:gd name="connsiteX1606" fmla="*/ 659235 w 3419947"/>
                <a:gd name="connsiteY1606" fmla="*/ 723919 h 1840015"/>
                <a:gd name="connsiteX1607" fmla="*/ 656544 w 3419947"/>
                <a:gd name="connsiteY1607" fmla="*/ 719889 h 1840015"/>
                <a:gd name="connsiteX1608" fmla="*/ 653853 w 3419947"/>
                <a:gd name="connsiteY1608" fmla="*/ 710488 h 1840015"/>
                <a:gd name="connsiteX1609" fmla="*/ 649817 w 3419947"/>
                <a:gd name="connsiteY1609" fmla="*/ 707802 h 1840015"/>
                <a:gd name="connsiteX1610" fmla="*/ 645781 w 3419947"/>
                <a:gd name="connsiteY1610" fmla="*/ 702429 h 1840015"/>
                <a:gd name="connsiteX1611" fmla="*/ 645781 w 3419947"/>
                <a:gd name="connsiteY1611" fmla="*/ 699743 h 1840015"/>
                <a:gd name="connsiteX1612" fmla="*/ 651162 w 3419947"/>
                <a:gd name="connsiteY1612" fmla="*/ 697057 h 1840015"/>
                <a:gd name="connsiteX1613" fmla="*/ 651162 w 3419947"/>
                <a:gd name="connsiteY1613" fmla="*/ 693028 h 1840015"/>
                <a:gd name="connsiteX1614" fmla="*/ 648471 w 3419947"/>
                <a:gd name="connsiteY1614" fmla="*/ 687655 h 1840015"/>
                <a:gd name="connsiteX1615" fmla="*/ 651162 w 3419947"/>
                <a:gd name="connsiteY1615" fmla="*/ 684969 h 1840015"/>
                <a:gd name="connsiteX1616" fmla="*/ 655198 w 3419947"/>
                <a:gd name="connsiteY1616" fmla="*/ 686312 h 1840015"/>
                <a:gd name="connsiteX1617" fmla="*/ 657889 w 3419947"/>
                <a:gd name="connsiteY1617" fmla="*/ 684969 h 1840015"/>
                <a:gd name="connsiteX1618" fmla="*/ 661925 w 3419947"/>
                <a:gd name="connsiteY1618" fmla="*/ 687655 h 1840015"/>
                <a:gd name="connsiteX1619" fmla="*/ 667307 w 3419947"/>
                <a:gd name="connsiteY1619" fmla="*/ 686312 h 1840015"/>
                <a:gd name="connsiteX1620" fmla="*/ 672688 w 3419947"/>
                <a:gd name="connsiteY1620" fmla="*/ 687655 h 1840015"/>
                <a:gd name="connsiteX1621" fmla="*/ 692869 w 3419947"/>
                <a:gd name="connsiteY1621" fmla="*/ 684969 h 1840015"/>
                <a:gd name="connsiteX1622" fmla="*/ 718431 w 3419947"/>
                <a:gd name="connsiteY1622" fmla="*/ 686312 h 1840015"/>
                <a:gd name="connsiteX1623" fmla="*/ 725158 w 3419947"/>
                <a:gd name="connsiteY1623" fmla="*/ 691685 h 1840015"/>
                <a:gd name="connsiteX1624" fmla="*/ 741303 w 3419947"/>
                <a:gd name="connsiteY1624" fmla="*/ 697057 h 1840015"/>
                <a:gd name="connsiteX1625" fmla="*/ 742648 w 3419947"/>
                <a:gd name="connsiteY1625" fmla="*/ 701086 h 1840015"/>
                <a:gd name="connsiteX1626" fmla="*/ 741303 w 3419947"/>
                <a:gd name="connsiteY1626" fmla="*/ 703772 h 1840015"/>
                <a:gd name="connsiteX1627" fmla="*/ 743993 w 3419947"/>
                <a:gd name="connsiteY1627" fmla="*/ 709145 h 1840015"/>
                <a:gd name="connsiteX1628" fmla="*/ 749375 w 3419947"/>
                <a:gd name="connsiteY1628" fmla="*/ 705115 h 1840015"/>
                <a:gd name="connsiteX1629" fmla="*/ 757447 w 3419947"/>
                <a:gd name="connsiteY1629" fmla="*/ 702429 h 1840015"/>
                <a:gd name="connsiteX1630" fmla="*/ 761483 w 3419947"/>
                <a:gd name="connsiteY1630" fmla="*/ 706458 h 1840015"/>
                <a:gd name="connsiteX1631" fmla="*/ 765519 w 3419947"/>
                <a:gd name="connsiteY1631" fmla="*/ 706458 h 1840015"/>
                <a:gd name="connsiteX1632" fmla="*/ 766865 w 3419947"/>
                <a:gd name="connsiteY1632" fmla="*/ 711831 h 1840015"/>
                <a:gd name="connsiteX1633" fmla="*/ 774937 w 3419947"/>
                <a:gd name="connsiteY1633" fmla="*/ 713174 h 1840015"/>
                <a:gd name="connsiteX1634" fmla="*/ 789736 w 3419947"/>
                <a:gd name="connsiteY1634" fmla="*/ 721232 h 1840015"/>
                <a:gd name="connsiteX1635" fmla="*/ 803190 w 3419947"/>
                <a:gd name="connsiteY1635" fmla="*/ 722575 h 1840015"/>
                <a:gd name="connsiteX1636" fmla="*/ 808571 w 3419947"/>
                <a:gd name="connsiteY1636" fmla="*/ 726605 h 1840015"/>
                <a:gd name="connsiteX1637" fmla="*/ 811262 w 3419947"/>
                <a:gd name="connsiteY1637" fmla="*/ 733320 h 1840015"/>
                <a:gd name="connsiteX1638" fmla="*/ 819334 w 3419947"/>
                <a:gd name="connsiteY1638" fmla="*/ 734663 h 1840015"/>
                <a:gd name="connsiteX1639" fmla="*/ 826061 w 3419947"/>
                <a:gd name="connsiteY1639" fmla="*/ 740035 h 1840015"/>
                <a:gd name="connsiteX1640" fmla="*/ 832788 w 3419947"/>
                <a:gd name="connsiteY1640" fmla="*/ 752123 h 1840015"/>
                <a:gd name="connsiteX1641" fmla="*/ 838169 w 3419947"/>
                <a:gd name="connsiteY1641" fmla="*/ 753466 h 1840015"/>
                <a:gd name="connsiteX1642" fmla="*/ 838169 w 3419947"/>
                <a:gd name="connsiteY1642" fmla="*/ 750780 h 1840015"/>
                <a:gd name="connsiteX1643" fmla="*/ 836824 w 3419947"/>
                <a:gd name="connsiteY1643" fmla="*/ 744065 h 1840015"/>
                <a:gd name="connsiteX1644" fmla="*/ 839515 w 3419947"/>
                <a:gd name="connsiteY1644" fmla="*/ 744065 h 1840015"/>
                <a:gd name="connsiteX1645" fmla="*/ 840860 w 3419947"/>
                <a:gd name="connsiteY1645" fmla="*/ 741379 h 1840015"/>
                <a:gd name="connsiteX1646" fmla="*/ 836824 w 3419947"/>
                <a:gd name="connsiteY1646" fmla="*/ 736006 h 1840015"/>
                <a:gd name="connsiteX1647" fmla="*/ 838169 w 3419947"/>
                <a:gd name="connsiteY1647" fmla="*/ 731977 h 1840015"/>
                <a:gd name="connsiteX1648" fmla="*/ 838169 w 3419947"/>
                <a:gd name="connsiteY1648" fmla="*/ 718546 h 1840015"/>
                <a:gd name="connsiteX1649" fmla="*/ 843551 w 3419947"/>
                <a:gd name="connsiteY1649" fmla="*/ 714517 h 1840015"/>
                <a:gd name="connsiteX1650" fmla="*/ 838169 w 3419947"/>
                <a:gd name="connsiteY1650" fmla="*/ 714517 h 1840015"/>
                <a:gd name="connsiteX1651" fmla="*/ 836824 w 3419947"/>
                <a:gd name="connsiteY1651" fmla="*/ 711831 h 1840015"/>
                <a:gd name="connsiteX1652" fmla="*/ 831443 w 3419947"/>
                <a:gd name="connsiteY1652" fmla="*/ 711831 h 1840015"/>
                <a:gd name="connsiteX1653" fmla="*/ 827407 w 3419947"/>
                <a:gd name="connsiteY1653" fmla="*/ 714517 h 1840015"/>
                <a:gd name="connsiteX1654" fmla="*/ 822025 w 3419947"/>
                <a:gd name="connsiteY1654" fmla="*/ 713174 h 1840015"/>
                <a:gd name="connsiteX1655" fmla="*/ 811262 w 3419947"/>
                <a:gd name="connsiteY1655" fmla="*/ 701086 h 1840015"/>
                <a:gd name="connsiteX1656" fmla="*/ 808571 w 3419947"/>
                <a:gd name="connsiteY1656" fmla="*/ 701086 h 1840015"/>
                <a:gd name="connsiteX1657" fmla="*/ 804535 w 3419947"/>
                <a:gd name="connsiteY1657" fmla="*/ 695714 h 1840015"/>
                <a:gd name="connsiteX1658" fmla="*/ 804535 w 3419947"/>
                <a:gd name="connsiteY1658" fmla="*/ 686312 h 1840015"/>
                <a:gd name="connsiteX1659" fmla="*/ 801845 w 3419947"/>
                <a:gd name="connsiteY1659" fmla="*/ 683626 h 1840015"/>
                <a:gd name="connsiteX1660" fmla="*/ 796463 w 3419947"/>
                <a:gd name="connsiteY1660" fmla="*/ 690342 h 1840015"/>
                <a:gd name="connsiteX1661" fmla="*/ 791081 w 3419947"/>
                <a:gd name="connsiteY1661" fmla="*/ 686312 h 1840015"/>
                <a:gd name="connsiteX1662" fmla="*/ 784354 w 3419947"/>
                <a:gd name="connsiteY1662" fmla="*/ 686312 h 1840015"/>
                <a:gd name="connsiteX1663" fmla="*/ 778973 w 3419947"/>
                <a:gd name="connsiteY1663" fmla="*/ 683626 h 1840015"/>
                <a:gd name="connsiteX1664" fmla="*/ 776282 w 3419947"/>
                <a:gd name="connsiteY1664" fmla="*/ 687655 h 1840015"/>
                <a:gd name="connsiteX1665" fmla="*/ 774937 w 3419947"/>
                <a:gd name="connsiteY1665" fmla="*/ 678254 h 1840015"/>
                <a:gd name="connsiteX1666" fmla="*/ 770901 w 3419947"/>
                <a:gd name="connsiteY1666" fmla="*/ 674225 h 1840015"/>
                <a:gd name="connsiteX1667" fmla="*/ 766865 w 3419947"/>
                <a:gd name="connsiteY1667" fmla="*/ 663480 h 1840015"/>
                <a:gd name="connsiteX1668" fmla="*/ 766865 w 3419947"/>
                <a:gd name="connsiteY1668" fmla="*/ 659451 h 1840015"/>
                <a:gd name="connsiteX1669" fmla="*/ 770901 w 3419947"/>
                <a:gd name="connsiteY1669" fmla="*/ 662137 h 1840015"/>
                <a:gd name="connsiteX1670" fmla="*/ 774937 w 3419947"/>
                <a:gd name="connsiteY1670" fmla="*/ 658108 h 1840015"/>
                <a:gd name="connsiteX1671" fmla="*/ 774937 w 3419947"/>
                <a:gd name="connsiteY1671" fmla="*/ 652735 h 1840015"/>
                <a:gd name="connsiteX1672" fmla="*/ 766865 w 3419947"/>
                <a:gd name="connsiteY1672" fmla="*/ 647363 h 1840015"/>
                <a:gd name="connsiteX1673" fmla="*/ 766865 w 3419947"/>
                <a:gd name="connsiteY1673" fmla="*/ 640648 h 1840015"/>
                <a:gd name="connsiteX1674" fmla="*/ 770901 w 3419947"/>
                <a:gd name="connsiteY1674" fmla="*/ 635275 h 1840015"/>
                <a:gd name="connsiteX1675" fmla="*/ 774937 w 3419947"/>
                <a:gd name="connsiteY1675" fmla="*/ 636619 h 1840015"/>
                <a:gd name="connsiteX1676" fmla="*/ 769555 w 3419947"/>
                <a:gd name="connsiteY1676" fmla="*/ 632589 h 1840015"/>
                <a:gd name="connsiteX1677" fmla="*/ 764174 w 3419947"/>
                <a:gd name="connsiteY1677" fmla="*/ 632589 h 1840015"/>
                <a:gd name="connsiteX1678" fmla="*/ 760138 w 3419947"/>
                <a:gd name="connsiteY1678" fmla="*/ 623188 h 1840015"/>
                <a:gd name="connsiteX1679" fmla="*/ 756101 w 3419947"/>
                <a:gd name="connsiteY1679" fmla="*/ 620502 h 1840015"/>
                <a:gd name="connsiteX1680" fmla="*/ 753411 w 3419947"/>
                <a:gd name="connsiteY1680" fmla="*/ 623188 h 1840015"/>
                <a:gd name="connsiteX1681" fmla="*/ 746684 w 3419947"/>
                <a:gd name="connsiteY1681" fmla="*/ 617815 h 1840015"/>
                <a:gd name="connsiteX1682" fmla="*/ 748030 w 3419947"/>
                <a:gd name="connsiteY1682" fmla="*/ 609757 h 1840015"/>
                <a:gd name="connsiteX1683" fmla="*/ 750720 w 3419947"/>
                <a:gd name="connsiteY1683" fmla="*/ 605728 h 1840015"/>
                <a:gd name="connsiteX1684" fmla="*/ 748030 w 3419947"/>
                <a:gd name="connsiteY1684" fmla="*/ 600355 h 1840015"/>
                <a:gd name="connsiteX1685" fmla="*/ 746684 w 3419947"/>
                <a:gd name="connsiteY1685" fmla="*/ 596326 h 1840015"/>
                <a:gd name="connsiteX1686" fmla="*/ 750720 w 3419947"/>
                <a:gd name="connsiteY1686" fmla="*/ 593640 h 1840015"/>
                <a:gd name="connsiteX1687" fmla="*/ 760138 w 3419947"/>
                <a:gd name="connsiteY1687" fmla="*/ 578866 h 1840015"/>
                <a:gd name="connsiteX1688" fmla="*/ 765519 w 3419947"/>
                <a:gd name="connsiteY1688" fmla="*/ 574837 h 1840015"/>
                <a:gd name="connsiteX1689" fmla="*/ 766865 w 3419947"/>
                <a:gd name="connsiteY1689" fmla="*/ 572151 h 1840015"/>
                <a:gd name="connsiteX1690" fmla="*/ 764174 w 3419947"/>
                <a:gd name="connsiteY1690" fmla="*/ 565435 h 1840015"/>
                <a:gd name="connsiteX1691" fmla="*/ 764174 w 3419947"/>
                <a:gd name="connsiteY1691" fmla="*/ 560063 h 1840015"/>
                <a:gd name="connsiteX1692" fmla="*/ 768210 w 3419947"/>
                <a:gd name="connsiteY1692" fmla="*/ 553348 h 1840015"/>
                <a:gd name="connsiteX1693" fmla="*/ 764174 w 3419947"/>
                <a:gd name="connsiteY1693" fmla="*/ 547975 h 1840015"/>
                <a:gd name="connsiteX1694" fmla="*/ 764174 w 3419947"/>
                <a:gd name="connsiteY1694" fmla="*/ 539917 h 1840015"/>
                <a:gd name="connsiteX1695" fmla="*/ 765519 w 3419947"/>
                <a:gd name="connsiteY1695" fmla="*/ 535888 h 1840015"/>
                <a:gd name="connsiteX1696" fmla="*/ 764174 w 3419947"/>
                <a:gd name="connsiteY1696" fmla="*/ 531858 h 1840015"/>
                <a:gd name="connsiteX1697" fmla="*/ 764174 w 3419947"/>
                <a:gd name="connsiteY1697" fmla="*/ 526486 h 1840015"/>
                <a:gd name="connsiteX1698" fmla="*/ 761483 w 3419947"/>
                <a:gd name="connsiteY1698" fmla="*/ 523800 h 1840015"/>
                <a:gd name="connsiteX1699" fmla="*/ 764174 w 3419947"/>
                <a:gd name="connsiteY1699" fmla="*/ 514399 h 1840015"/>
                <a:gd name="connsiteX1700" fmla="*/ 765519 w 3419947"/>
                <a:gd name="connsiteY1700" fmla="*/ 511712 h 1840015"/>
                <a:gd name="connsiteX1701" fmla="*/ 761483 w 3419947"/>
                <a:gd name="connsiteY1701" fmla="*/ 506340 h 1840015"/>
                <a:gd name="connsiteX1702" fmla="*/ 762828 w 3419947"/>
                <a:gd name="connsiteY1702" fmla="*/ 496938 h 1840015"/>
                <a:gd name="connsiteX1703" fmla="*/ 761483 w 3419947"/>
                <a:gd name="connsiteY1703" fmla="*/ 486194 h 1840015"/>
                <a:gd name="connsiteX1704" fmla="*/ 765519 w 3419947"/>
                <a:gd name="connsiteY1704" fmla="*/ 484851 h 1840015"/>
                <a:gd name="connsiteX1705" fmla="*/ 769555 w 3419947"/>
                <a:gd name="connsiteY1705" fmla="*/ 487537 h 1840015"/>
                <a:gd name="connsiteX1706" fmla="*/ 768210 w 3419947"/>
                <a:gd name="connsiteY1706" fmla="*/ 490223 h 1840015"/>
                <a:gd name="connsiteX1707" fmla="*/ 769555 w 3419947"/>
                <a:gd name="connsiteY1707" fmla="*/ 492909 h 1840015"/>
                <a:gd name="connsiteX1708" fmla="*/ 774937 w 3419947"/>
                <a:gd name="connsiteY1708" fmla="*/ 490223 h 1840015"/>
                <a:gd name="connsiteX1709" fmla="*/ 781664 w 3419947"/>
                <a:gd name="connsiteY1709" fmla="*/ 490223 h 1840015"/>
                <a:gd name="connsiteX1710" fmla="*/ 788391 w 3419947"/>
                <a:gd name="connsiteY1710" fmla="*/ 487537 h 1840015"/>
                <a:gd name="connsiteX1711" fmla="*/ 792427 w 3419947"/>
                <a:gd name="connsiteY1711" fmla="*/ 487537 h 1840015"/>
                <a:gd name="connsiteX1712" fmla="*/ 796463 w 3419947"/>
                <a:gd name="connsiteY1712" fmla="*/ 490223 h 1840015"/>
                <a:gd name="connsiteX1713" fmla="*/ 799154 w 3419947"/>
                <a:gd name="connsiteY1713" fmla="*/ 487537 h 1840015"/>
                <a:gd name="connsiteX1714" fmla="*/ 805881 w 3419947"/>
                <a:gd name="connsiteY1714" fmla="*/ 487537 h 1840015"/>
                <a:gd name="connsiteX1715" fmla="*/ 820680 w 3419947"/>
                <a:gd name="connsiteY1715" fmla="*/ 494252 h 1840015"/>
                <a:gd name="connsiteX1716" fmla="*/ 827407 w 3419947"/>
                <a:gd name="connsiteY1716" fmla="*/ 494252 h 1840015"/>
                <a:gd name="connsiteX1717" fmla="*/ 832788 w 3419947"/>
                <a:gd name="connsiteY1717" fmla="*/ 495595 h 1840015"/>
                <a:gd name="connsiteX1718" fmla="*/ 834134 w 3419947"/>
                <a:gd name="connsiteY1718" fmla="*/ 499625 h 1840015"/>
                <a:gd name="connsiteX1719" fmla="*/ 830097 w 3419947"/>
                <a:gd name="connsiteY1719" fmla="*/ 500968 h 1840015"/>
                <a:gd name="connsiteX1720" fmla="*/ 832788 w 3419947"/>
                <a:gd name="connsiteY1720" fmla="*/ 506340 h 1840015"/>
                <a:gd name="connsiteX1721" fmla="*/ 832788 w 3419947"/>
                <a:gd name="connsiteY1721" fmla="*/ 513055 h 1840015"/>
                <a:gd name="connsiteX1722" fmla="*/ 835479 w 3419947"/>
                <a:gd name="connsiteY1722" fmla="*/ 515742 h 1840015"/>
                <a:gd name="connsiteX1723" fmla="*/ 835479 w 3419947"/>
                <a:gd name="connsiteY1723" fmla="*/ 525143 h 1840015"/>
                <a:gd name="connsiteX1724" fmla="*/ 838169 w 3419947"/>
                <a:gd name="connsiteY1724" fmla="*/ 533202 h 1840015"/>
                <a:gd name="connsiteX1725" fmla="*/ 835479 w 3419947"/>
                <a:gd name="connsiteY1725" fmla="*/ 547975 h 1840015"/>
                <a:gd name="connsiteX1726" fmla="*/ 838169 w 3419947"/>
                <a:gd name="connsiteY1726" fmla="*/ 552005 h 1840015"/>
                <a:gd name="connsiteX1727" fmla="*/ 836824 w 3419947"/>
                <a:gd name="connsiteY1727" fmla="*/ 556034 h 1840015"/>
                <a:gd name="connsiteX1728" fmla="*/ 839515 w 3419947"/>
                <a:gd name="connsiteY1728" fmla="*/ 560063 h 1840015"/>
                <a:gd name="connsiteX1729" fmla="*/ 838169 w 3419947"/>
                <a:gd name="connsiteY1729" fmla="*/ 565435 h 1840015"/>
                <a:gd name="connsiteX1730" fmla="*/ 835479 w 3419947"/>
                <a:gd name="connsiteY1730" fmla="*/ 566779 h 1840015"/>
                <a:gd name="connsiteX1731" fmla="*/ 836824 w 3419947"/>
                <a:gd name="connsiteY1731" fmla="*/ 572151 h 1840015"/>
                <a:gd name="connsiteX1732" fmla="*/ 842206 w 3419947"/>
                <a:gd name="connsiteY1732" fmla="*/ 577523 h 1840015"/>
                <a:gd name="connsiteX1733" fmla="*/ 846242 w 3419947"/>
                <a:gd name="connsiteY1733" fmla="*/ 584238 h 1840015"/>
                <a:gd name="connsiteX1734" fmla="*/ 852969 w 3419947"/>
                <a:gd name="connsiteY1734" fmla="*/ 585582 h 1840015"/>
                <a:gd name="connsiteX1735" fmla="*/ 852969 w 3419947"/>
                <a:gd name="connsiteY1735" fmla="*/ 586925 h 1840015"/>
                <a:gd name="connsiteX1736" fmla="*/ 857005 w 3419947"/>
                <a:gd name="connsiteY1736" fmla="*/ 585582 h 1840015"/>
                <a:gd name="connsiteX1737" fmla="*/ 859696 w 3419947"/>
                <a:gd name="connsiteY1737" fmla="*/ 588268 h 1840015"/>
                <a:gd name="connsiteX1738" fmla="*/ 862387 w 3419947"/>
                <a:gd name="connsiteY1738" fmla="*/ 597669 h 1840015"/>
                <a:gd name="connsiteX1739" fmla="*/ 869113 w 3419947"/>
                <a:gd name="connsiteY1739" fmla="*/ 601699 h 1840015"/>
                <a:gd name="connsiteX1740" fmla="*/ 871804 w 3419947"/>
                <a:gd name="connsiteY1740" fmla="*/ 607071 h 1840015"/>
                <a:gd name="connsiteX1741" fmla="*/ 873149 w 3419947"/>
                <a:gd name="connsiteY1741" fmla="*/ 623188 h 1840015"/>
                <a:gd name="connsiteX1742" fmla="*/ 877185 w 3419947"/>
                <a:gd name="connsiteY1742" fmla="*/ 627217 h 1840015"/>
                <a:gd name="connsiteX1743" fmla="*/ 877185 w 3419947"/>
                <a:gd name="connsiteY1743" fmla="*/ 631246 h 1840015"/>
                <a:gd name="connsiteX1744" fmla="*/ 875840 w 3419947"/>
                <a:gd name="connsiteY1744" fmla="*/ 635275 h 1840015"/>
                <a:gd name="connsiteX1745" fmla="*/ 881222 w 3419947"/>
                <a:gd name="connsiteY1745" fmla="*/ 640648 h 1840015"/>
                <a:gd name="connsiteX1746" fmla="*/ 881222 w 3419947"/>
                <a:gd name="connsiteY1746" fmla="*/ 648706 h 1840015"/>
                <a:gd name="connsiteX1747" fmla="*/ 889294 w 3419947"/>
                <a:gd name="connsiteY1747" fmla="*/ 660794 h 1840015"/>
                <a:gd name="connsiteX1748" fmla="*/ 887949 w 3419947"/>
                <a:gd name="connsiteY1748" fmla="*/ 667509 h 1840015"/>
                <a:gd name="connsiteX1749" fmla="*/ 890639 w 3419947"/>
                <a:gd name="connsiteY1749" fmla="*/ 672882 h 1840015"/>
                <a:gd name="connsiteX1750" fmla="*/ 896021 w 3419947"/>
                <a:gd name="connsiteY1750" fmla="*/ 675568 h 1840015"/>
                <a:gd name="connsiteX1751" fmla="*/ 893330 w 3419947"/>
                <a:gd name="connsiteY1751" fmla="*/ 679597 h 1840015"/>
                <a:gd name="connsiteX1752" fmla="*/ 896021 w 3419947"/>
                <a:gd name="connsiteY1752" fmla="*/ 682283 h 1840015"/>
                <a:gd name="connsiteX1753" fmla="*/ 898711 w 3419947"/>
                <a:gd name="connsiteY1753" fmla="*/ 693028 h 1840015"/>
                <a:gd name="connsiteX1754" fmla="*/ 909475 w 3419947"/>
                <a:gd name="connsiteY1754" fmla="*/ 706458 h 1840015"/>
                <a:gd name="connsiteX1755" fmla="*/ 917547 w 3419947"/>
                <a:gd name="connsiteY1755" fmla="*/ 709145 h 1840015"/>
                <a:gd name="connsiteX1756" fmla="*/ 921583 w 3419947"/>
                <a:gd name="connsiteY1756" fmla="*/ 713174 h 1840015"/>
                <a:gd name="connsiteX1757" fmla="*/ 925619 w 3419947"/>
                <a:gd name="connsiteY1757" fmla="*/ 714517 h 1840015"/>
                <a:gd name="connsiteX1758" fmla="*/ 933691 w 3419947"/>
                <a:gd name="connsiteY1758" fmla="*/ 722575 h 1840015"/>
                <a:gd name="connsiteX1759" fmla="*/ 933691 w 3419947"/>
                <a:gd name="connsiteY1759" fmla="*/ 726605 h 1840015"/>
                <a:gd name="connsiteX1760" fmla="*/ 931000 w 3419947"/>
                <a:gd name="connsiteY1760" fmla="*/ 725262 h 1840015"/>
                <a:gd name="connsiteX1761" fmla="*/ 931000 w 3419947"/>
                <a:gd name="connsiteY1761" fmla="*/ 730634 h 1840015"/>
                <a:gd name="connsiteX1762" fmla="*/ 929655 w 3419947"/>
                <a:gd name="connsiteY1762" fmla="*/ 737349 h 1840015"/>
                <a:gd name="connsiteX1763" fmla="*/ 932346 w 3419947"/>
                <a:gd name="connsiteY1763" fmla="*/ 746751 h 1840015"/>
                <a:gd name="connsiteX1764" fmla="*/ 937727 w 3419947"/>
                <a:gd name="connsiteY1764" fmla="*/ 752123 h 1840015"/>
                <a:gd name="connsiteX1765" fmla="*/ 939073 w 3419947"/>
                <a:gd name="connsiteY1765" fmla="*/ 760182 h 1840015"/>
                <a:gd name="connsiteX1766" fmla="*/ 933691 w 3419947"/>
                <a:gd name="connsiteY1766" fmla="*/ 764211 h 1840015"/>
                <a:gd name="connsiteX1767" fmla="*/ 933691 w 3419947"/>
                <a:gd name="connsiteY1767" fmla="*/ 766897 h 1840015"/>
                <a:gd name="connsiteX1768" fmla="*/ 929655 w 3419947"/>
                <a:gd name="connsiteY1768" fmla="*/ 770926 h 1840015"/>
                <a:gd name="connsiteX1769" fmla="*/ 932346 w 3419947"/>
                <a:gd name="connsiteY1769" fmla="*/ 773612 h 1840015"/>
                <a:gd name="connsiteX1770" fmla="*/ 932346 w 3419947"/>
                <a:gd name="connsiteY1770" fmla="*/ 784357 h 1840015"/>
                <a:gd name="connsiteX1771" fmla="*/ 926964 w 3419947"/>
                <a:gd name="connsiteY1771" fmla="*/ 787043 h 1840015"/>
                <a:gd name="connsiteX1772" fmla="*/ 928310 w 3419947"/>
                <a:gd name="connsiteY1772" fmla="*/ 789729 h 1840015"/>
                <a:gd name="connsiteX1773" fmla="*/ 932346 w 3419947"/>
                <a:gd name="connsiteY1773" fmla="*/ 788386 h 1840015"/>
                <a:gd name="connsiteX1774" fmla="*/ 933691 w 3419947"/>
                <a:gd name="connsiteY1774" fmla="*/ 791072 h 1840015"/>
                <a:gd name="connsiteX1775" fmla="*/ 926964 w 3419947"/>
                <a:gd name="connsiteY1775" fmla="*/ 795102 h 1840015"/>
                <a:gd name="connsiteX1776" fmla="*/ 926964 w 3419947"/>
                <a:gd name="connsiteY1776" fmla="*/ 805846 h 1840015"/>
                <a:gd name="connsiteX1777" fmla="*/ 924274 w 3419947"/>
                <a:gd name="connsiteY1777" fmla="*/ 808532 h 1840015"/>
                <a:gd name="connsiteX1778" fmla="*/ 917547 w 3419947"/>
                <a:gd name="connsiteY1778" fmla="*/ 805846 h 1840015"/>
                <a:gd name="connsiteX1779" fmla="*/ 917547 w 3419947"/>
                <a:gd name="connsiteY1779" fmla="*/ 809875 h 1840015"/>
                <a:gd name="connsiteX1780" fmla="*/ 922928 w 3419947"/>
                <a:gd name="connsiteY1780" fmla="*/ 815248 h 1840015"/>
                <a:gd name="connsiteX1781" fmla="*/ 922928 w 3419947"/>
                <a:gd name="connsiteY1781" fmla="*/ 819277 h 1840015"/>
                <a:gd name="connsiteX1782" fmla="*/ 917547 w 3419947"/>
                <a:gd name="connsiteY1782" fmla="*/ 821963 h 1840015"/>
                <a:gd name="connsiteX1783" fmla="*/ 913511 w 3419947"/>
                <a:gd name="connsiteY1783" fmla="*/ 827335 h 1840015"/>
                <a:gd name="connsiteX1784" fmla="*/ 904093 w 3419947"/>
                <a:gd name="connsiteY1784" fmla="*/ 827335 h 1840015"/>
                <a:gd name="connsiteX1785" fmla="*/ 898711 w 3419947"/>
                <a:gd name="connsiteY1785" fmla="*/ 823306 h 1840015"/>
                <a:gd name="connsiteX1786" fmla="*/ 906784 w 3419947"/>
                <a:gd name="connsiteY1786" fmla="*/ 819277 h 1840015"/>
                <a:gd name="connsiteX1787" fmla="*/ 906784 w 3419947"/>
                <a:gd name="connsiteY1787" fmla="*/ 815248 h 1840015"/>
                <a:gd name="connsiteX1788" fmla="*/ 901402 w 3419947"/>
                <a:gd name="connsiteY1788" fmla="*/ 815248 h 1840015"/>
                <a:gd name="connsiteX1789" fmla="*/ 900057 w 3419947"/>
                <a:gd name="connsiteY1789" fmla="*/ 817934 h 1840015"/>
                <a:gd name="connsiteX1790" fmla="*/ 896021 w 3419947"/>
                <a:gd name="connsiteY1790" fmla="*/ 817934 h 1840015"/>
                <a:gd name="connsiteX1791" fmla="*/ 883912 w 3419947"/>
                <a:gd name="connsiteY1791" fmla="*/ 811219 h 1840015"/>
                <a:gd name="connsiteX1792" fmla="*/ 881222 w 3419947"/>
                <a:gd name="connsiteY1792" fmla="*/ 813905 h 1840015"/>
                <a:gd name="connsiteX1793" fmla="*/ 866422 w 3419947"/>
                <a:gd name="connsiteY1793" fmla="*/ 816591 h 1840015"/>
                <a:gd name="connsiteX1794" fmla="*/ 858350 w 3419947"/>
                <a:gd name="connsiteY1794" fmla="*/ 816591 h 1840015"/>
                <a:gd name="connsiteX1795" fmla="*/ 854314 w 3419947"/>
                <a:gd name="connsiteY1795" fmla="*/ 823306 h 1840015"/>
                <a:gd name="connsiteX1796" fmla="*/ 858350 w 3419947"/>
                <a:gd name="connsiteY1796" fmla="*/ 823306 h 1840015"/>
                <a:gd name="connsiteX1797" fmla="*/ 859696 w 3419947"/>
                <a:gd name="connsiteY1797" fmla="*/ 825992 h 1840015"/>
                <a:gd name="connsiteX1798" fmla="*/ 862387 w 3419947"/>
                <a:gd name="connsiteY1798" fmla="*/ 820620 h 1840015"/>
                <a:gd name="connsiteX1799" fmla="*/ 870458 w 3419947"/>
                <a:gd name="connsiteY1799" fmla="*/ 819277 h 1840015"/>
                <a:gd name="connsiteX1800" fmla="*/ 873149 w 3419947"/>
                <a:gd name="connsiteY1800" fmla="*/ 824649 h 1840015"/>
                <a:gd name="connsiteX1801" fmla="*/ 879876 w 3419947"/>
                <a:gd name="connsiteY1801" fmla="*/ 831365 h 1840015"/>
                <a:gd name="connsiteX1802" fmla="*/ 898711 w 3419947"/>
                <a:gd name="connsiteY1802" fmla="*/ 834051 h 1840015"/>
                <a:gd name="connsiteX1803" fmla="*/ 906784 w 3419947"/>
                <a:gd name="connsiteY1803" fmla="*/ 836737 h 1840015"/>
                <a:gd name="connsiteX1804" fmla="*/ 916202 w 3419947"/>
                <a:gd name="connsiteY1804" fmla="*/ 835394 h 1840015"/>
                <a:gd name="connsiteX1805" fmla="*/ 925619 w 3419947"/>
                <a:gd name="connsiteY1805" fmla="*/ 835394 h 1840015"/>
                <a:gd name="connsiteX1806" fmla="*/ 926964 w 3419947"/>
                <a:gd name="connsiteY1806" fmla="*/ 838080 h 1840015"/>
                <a:gd name="connsiteX1807" fmla="*/ 937727 w 3419947"/>
                <a:gd name="connsiteY1807" fmla="*/ 840766 h 1840015"/>
                <a:gd name="connsiteX1808" fmla="*/ 945800 w 3419947"/>
                <a:gd name="connsiteY1808" fmla="*/ 836737 h 1840015"/>
                <a:gd name="connsiteX1809" fmla="*/ 945800 w 3419947"/>
                <a:gd name="connsiteY1809" fmla="*/ 831365 h 1840015"/>
                <a:gd name="connsiteX1810" fmla="*/ 943109 w 3419947"/>
                <a:gd name="connsiteY1810" fmla="*/ 827335 h 1840015"/>
                <a:gd name="connsiteX1811" fmla="*/ 943109 w 3419947"/>
                <a:gd name="connsiteY1811" fmla="*/ 820620 h 1840015"/>
                <a:gd name="connsiteX1812" fmla="*/ 945800 w 3419947"/>
                <a:gd name="connsiteY1812" fmla="*/ 816591 h 1840015"/>
                <a:gd name="connsiteX1813" fmla="*/ 951181 w 3419947"/>
                <a:gd name="connsiteY1813" fmla="*/ 813905 h 1840015"/>
                <a:gd name="connsiteX1814" fmla="*/ 951181 w 3419947"/>
                <a:gd name="connsiteY1814" fmla="*/ 809875 h 1840015"/>
                <a:gd name="connsiteX1815" fmla="*/ 957908 w 3419947"/>
                <a:gd name="connsiteY1815" fmla="*/ 803160 h 1840015"/>
                <a:gd name="connsiteX1816" fmla="*/ 957908 w 3419947"/>
                <a:gd name="connsiteY1816" fmla="*/ 799131 h 1840015"/>
                <a:gd name="connsiteX1817" fmla="*/ 961944 w 3419947"/>
                <a:gd name="connsiteY1817" fmla="*/ 787043 h 1840015"/>
                <a:gd name="connsiteX1818" fmla="*/ 957908 w 3419947"/>
                <a:gd name="connsiteY1818" fmla="*/ 778985 h 1840015"/>
                <a:gd name="connsiteX1819" fmla="*/ 959253 w 3419947"/>
                <a:gd name="connsiteY1819" fmla="*/ 770926 h 1840015"/>
                <a:gd name="connsiteX1820" fmla="*/ 967326 w 3419947"/>
                <a:gd name="connsiteY1820" fmla="*/ 756152 h 1840015"/>
                <a:gd name="connsiteX1821" fmla="*/ 968671 w 3419947"/>
                <a:gd name="connsiteY1821" fmla="*/ 752123 h 1840015"/>
                <a:gd name="connsiteX1822" fmla="*/ 960599 w 3419947"/>
                <a:gd name="connsiteY1822" fmla="*/ 733320 h 1840015"/>
                <a:gd name="connsiteX1823" fmla="*/ 949836 w 3419947"/>
                <a:gd name="connsiteY1823" fmla="*/ 726605 h 1840015"/>
                <a:gd name="connsiteX1824" fmla="*/ 947145 w 3419947"/>
                <a:gd name="connsiteY1824" fmla="*/ 722575 h 1840015"/>
                <a:gd name="connsiteX1825" fmla="*/ 945800 w 3419947"/>
                <a:gd name="connsiteY1825" fmla="*/ 707802 h 1840015"/>
                <a:gd name="connsiteX1826" fmla="*/ 953872 w 3419947"/>
                <a:gd name="connsiteY1826" fmla="*/ 701086 h 1840015"/>
                <a:gd name="connsiteX1827" fmla="*/ 957908 w 3419947"/>
                <a:gd name="connsiteY1827" fmla="*/ 695714 h 1840015"/>
                <a:gd name="connsiteX1828" fmla="*/ 964635 w 3419947"/>
                <a:gd name="connsiteY1828" fmla="*/ 694371 h 1840015"/>
                <a:gd name="connsiteX1829" fmla="*/ 975398 w 3419947"/>
                <a:gd name="connsiteY1829" fmla="*/ 683626 h 1840015"/>
                <a:gd name="connsiteX1830" fmla="*/ 982125 w 3419947"/>
                <a:gd name="connsiteY1830" fmla="*/ 683626 h 1840015"/>
                <a:gd name="connsiteX1831" fmla="*/ 990197 w 3419947"/>
                <a:gd name="connsiteY1831" fmla="*/ 691685 h 1840015"/>
                <a:gd name="connsiteX1832" fmla="*/ 990197 w 3419947"/>
                <a:gd name="connsiteY1832" fmla="*/ 698400 h 1840015"/>
                <a:gd name="connsiteX1833" fmla="*/ 998269 w 3419947"/>
                <a:gd name="connsiteY1833" fmla="*/ 702429 h 1840015"/>
                <a:gd name="connsiteX1834" fmla="*/ 1000960 w 3419947"/>
                <a:gd name="connsiteY1834" fmla="*/ 706458 h 1840015"/>
                <a:gd name="connsiteX1835" fmla="*/ 1003651 w 3419947"/>
                <a:gd name="connsiteY1835" fmla="*/ 706458 h 1840015"/>
                <a:gd name="connsiteX1836" fmla="*/ 1010378 w 3419947"/>
                <a:gd name="connsiteY1836" fmla="*/ 714517 h 1840015"/>
                <a:gd name="connsiteX1837" fmla="*/ 1009032 w 3419947"/>
                <a:gd name="connsiteY1837" fmla="*/ 721232 h 1840015"/>
                <a:gd name="connsiteX1838" fmla="*/ 1013068 w 3419947"/>
                <a:gd name="connsiteY1838" fmla="*/ 723919 h 1840015"/>
                <a:gd name="connsiteX1839" fmla="*/ 1014414 w 3419947"/>
                <a:gd name="connsiteY1839" fmla="*/ 729291 h 1840015"/>
                <a:gd name="connsiteX1840" fmla="*/ 1019795 w 3419947"/>
                <a:gd name="connsiteY1840" fmla="*/ 734663 h 1840015"/>
                <a:gd name="connsiteX1841" fmla="*/ 1021141 w 3419947"/>
                <a:gd name="connsiteY1841" fmla="*/ 741379 h 1840015"/>
                <a:gd name="connsiteX1842" fmla="*/ 1018450 w 3419947"/>
                <a:gd name="connsiteY1842" fmla="*/ 744065 h 1840015"/>
                <a:gd name="connsiteX1843" fmla="*/ 1022486 w 3419947"/>
                <a:gd name="connsiteY1843" fmla="*/ 749437 h 1840015"/>
                <a:gd name="connsiteX1844" fmla="*/ 1029213 w 3419947"/>
                <a:gd name="connsiteY1844" fmla="*/ 749437 h 1840015"/>
                <a:gd name="connsiteX1845" fmla="*/ 1035940 w 3419947"/>
                <a:gd name="connsiteY1845" fmla="*/ 754809 h 1840015"/>
                <a:gd name="connsiteX1846" fmla="*/ 1042667 w 3419947"/>
                <a:gd name="connsiteY1846" fmla="*/ 753466 h 1840015"/>
                <a:gd name="connsiteX1847" fmla="*/ 1046703 w 3419947"/>
                <a:gd name="connsiteY1847" fmla="*/ 752123 h 1840015"/>
                <a:gd name="connsiteX1848" fmla="*/ 1054775 w 3419947"/>
                <a:gd name="connsiteY1848" fmla="*/ 750780 h 1840015"/>
                <a:gd name="connsiteX1849" fmla="*/ 1056121 w 3419947"/>
                <a:gd name="connsiteY1849" fmla="*/ 748094 h 1840015"/>
                <a:gd name="connsiteX1850" fmla="*/ 1058811 w 3419947"/>
                <a:gd name="connsiteY1850" fmla="*/ 746751 h 1840015"/>
                <a:gd name="connsiteX1851" fmla="*/ 1054775 w 3419947"/>
                <a:gd name="connsiteY1851" fmla="*/ 745408 h 1840015"/>
                <a:gd name="connsiteX1852" fmla="*/ 1049394 w 3419947"/>
                <a:gd name="connsiteY1852" fmla="*/ 746751 h 1840015"/>
                <a:gd name="connsiteX1853" fmla="*/ 1048048 w 3419947"/>
                <a:gd name="connsiteY1853" fmla="*/ 742722 h 1840015"/>
                <a:gd name="connsiteX1854" fmla="*/ 1044012 w 3419947"/>
                <a:gd name="connsiteY1854" fmla="*/ 749437 h 1840015"/>
                <a:gd name="connsiteX1855" fmla="*/ 1037285 w 3419947"/>
                <a:gd name="connsiteY1855" fmla="*/ 749437 h 1840015"/>
                <a:gd name="connsiteX1856" fmla="*/ 1034595 w 3419947"/>
                <a:gd name="connsiteY1856" fmla="*/ 745408 h 1840015"/>
                <a:gd name="connsiteX1857" fmla="*/ 1029213 w 3419947"/>
                <a:gd name="connsiteY1857" fmla="*/ 745408 h 1840015"/>
                <a:gd name="connsiteX1858" fmla="*/ 1026522 w 3419947"/>
                <a:gd name="connsiteY1858" fmla="*/ 741379 h 1840015"/>
                <a:gd name="connsiteX1859" fmla="*/ 1027868 w 3419947"/>
                <a:gd name="connsiteY1859" fmla="*/ 737349 h 1840015"/>
                <a:gd name="connsiteX1860" fmla="*/ 1025177 w 3419947"/>
                <a:gd name="connsiteY1860" fmla="*/ 734663 h 1840015"/>
                <a:gd name="connsiteX1861" fmla="*/ 1021141 w 3419947"/>
                <a:gd name="connsiteY1861" fmla="*/ 726605 h 1840015"/>
                <a:gd name="connsiteX1862" fmla="*/ 1021141 w 3419947"/>
                <a:gd name="connsiteY1862" fmla="*/ 718546 h 1840015"/>
                <a:gd name="connsiteX1863" fmla="*/ 1026522 w 3419947"/>
                <a:gd name="connsiteY1863" fmla="*/ 717203 h 1840015"/>
                <a:gd name="connsiteX1864" fmla="*/ 1030559 w 3419947"/>
                <a:gd name="connsiteY1864" fmla="*/ 713174 h 1840015"/>
                <a:gd name="connsiteX1865" fmla="*/ 1026522 w 3419947"/>
                <a:gd name="connsiteY1865" fmla="*/ 710488 h 1840015"/>
                <a:gd name="connsiteX1866" fmla="*/ 1025177 w 3419947"/>
                <a:gd name="connsiteY1866" fmla="*/ 706458 h 1840015"/>
                <a:gd name="connsiteX1867" fmla="*/ 1023832 w 3419947"/>
                <a:gd name="connsiteY1867" fmla="*/ 705115 h 1840015"/>
                <a:gd name="connsiteX1868" fmla="*/ 1022486 w 3419947"/>
                <a:gd name="connsiteY1868" fmla="*/ 701086 h 1840015"/>
                <a:gd name="connsiteX1869" fmla="*/ 1014414 w 3419947"/>
                <a:gd name="connsiteY1869" fmla="*/ 697057 h 1840015"/>
                <a:gd name="connsiteX1870" fmla="*/ 1014414 w 3419947"/>
                <a:gd name="connsiteY1870" fmla="*/ 693028 h 1840015"/>
                <a:gd name="connsiteX1871" fmla="*/ 1009032 w 3419947"/>
                <a:gd name="connsiteY1871" fmla="*/ 684969 h 1840015"/>
                <a:gd name="connsiteX1872" fmla="*/ 999615 w 3419947"/>
                <a:gd name="connsiteY1872" fmla="*/ 684969 h 1840015"/>
                <a:gd name="connsiteX1873" fmla="*/ 987506 w 3419947"/>
                <a:gd name="connsiteY1873" fmla="*/ 679597 h 1840015"/>
                <a:gd name="connsiteX1874" fmla="*/ 984815 w 3419947"/>
                <a:gd name="connsiteY1874" fmla="*/ 674225 h 1840015"/>
                <a:gd name="connsiteX1875" fmla="*/ 979434 w 3419947"/>
                <a:gd name="connsiteY1875" fmla="*/ 676911 h 1840015"/>
                <a:gd name="connsiteX1876" fmla="*/ 970017 w 3419947"/>
                <a:gd name="connsiteY1876" fmla="*/ 671538 h 1840015"/>
                <a:gd name="connsiteX1877" fmla="*/ 965980 w 3419947"/>
                <a:gd name="connsiteY1877" fmla="*/ 672882 h 1840015"/>
                <a:gd name="connsiteX1878" fmla="*/ 959253 w 3419947"/>
                <a:gd name="connsiteY1878" fmla="*/ 670195 h 1840015"/>
                <a:gd name="connsiteX1879" fmla="*/ 952527 w 3419947"/>
                <a:gd name="connsiteY1879" fmla="*/ 676911 h 1840015"/>
                <a:gd name="connsiteX1880" fmla="*/ 951181 w 3419947"/>
                <a:gd name="connsiteY1880" fmla="*/ 683626 h 1840015"/>
                <a:gd name="connsiteX1881" fmla="*/ 947145 w 3419947"/>
                <a:gd name="connsiteY1881" fmla="*/ 686312 h 1840015"/>
                <a:gd name="connsiteX1882" fmla="*/ 937727 w 3419947"/>
                <a:gd name="connsiteY1882" fmla="*/ 683626 h 1840015"/>
                <a:gd name="connsiteX1883" fmla="*/ 929655 w 3419947"/>
                <a:gd name="connsiteY1883" fmla="*/ 687655 h 1840015"/>
                <a:gd name="connsiteX1884" fmla="*/ 922928 w 3419947"/>
                <a:gd name="connsiteY1884" fmla="*/ 684969 h 1840015"/>
                <a:gd name="connsiteX1885" fmla="*/ 920238 w 3419947"/>
                <a:gd name="connsiteY1885" fmla="*/ 680940 h 1840015"/>
                <a:gd name="connsiteX1886" fmla="*/ 926964 w 3419947"/>
                <a:gd name="connsiteY1886" fmla="*/ 670195 h 1840015"/>
                <a:gd name="connsiteX1887" fmla="*/ 925619 w 3419947"/>
                <a:gd name="connsiteY1887" fmla="*/ 664823 h 1840015"/>
                <a:gd name="connsiteX1888" fmla="*/ 916202 w 3419947"/>
                <a:gd name="connsiteY1888" fmla="*/ 654079 h 1840015"/>
                <a:gd name="connsiteX1889" fmla="*/ 913511 w 3419947"/>
                <a:gd name="connsiteY1889" fmla="*/ 648706 h 1840015"/>
                <a:gd name="connsiteX1890" fmla="*/ 914856 w 3419947"/>
                <a:gd name="connsiteY1890" fmla="*/ 636619 h 1840015"/>
                <a:gd name="connsiteX1891" fmla="*/ 909475 w 3419947"/>
                <a:gd name="connsiteY1891" fmla="*/ 627217 h 1840015"/>
                <a:gd name="connsiteX1892" fmla="*/ 910820 w 3419947"/>
                <a:gd name="connsiteY1892" fmla="*/ 620502 h 1840015"/>
                <a:gd name="connsiteX1893" fmla="*/ 912165 w 3419947"/>
                <a:gd name="connsiteY1893" fmla="*/ 603042 h 1840015"/>
                <a:gd name="connsiteX1894" fmla="*/ 906784 w 3419947"/>
                <a:gd name="connsiteY1894" fmla="*/ 592297 h 1840015"/>
                <a:gd name="connsiteX1895" fmla="*/ 901402 w 3419947"/>
                <a:gd name="connsiteY1895" fmla="*/ 586925 h 1840015"/>
                <a:gd name="connsiteX1896" fmla="*/ 894675 w 3419947"/>
                <a:gd name="connsiteY1896" fmla="*/ 586925 h 1840015"/>
                <a:gd name="connsiteX1897" fmla="*/ 891985 w 3419947"/>
                <a:gd name="connsiteY1897" fmla="*/ 580209 h 1840015"/>
                <a:gd name="connsiteX1898" fmla="*/ 879876 w 3419947"/>
                <a:gd name="connsiteY1898" fmla="*/ 569465 h 1840015"/>
                <a:gd name="connsiteX1899" fmla="*/ 870458 w 3419947"/>
                <a:gd name="connsiteY1899" fmla="*/ 564092 h 1840015"/>
                <a:gd name="connsiteX1900" fmla="*/ 870458 w 3419947"/>
                <a:gd name="connsiteY1900" fmla="*/ 557377 h 1840015"/>
                <a:gd name="connsiteX1901" fmla="*/ 874495 w 3419947"/>
                <a:gd name="connsiteY1901" fmla="*/ 547975 h 1840015"/>
                <a:gd name="connsiteX1902" fmla="*/ 873149 w 3419947"/>
                <a:gd name="connsiteY1902" fmla="*/ 539917 h 1840015"/>
                <a:gd name="connsiteX1903" fmla="*/ 869113 w 3419947"/>
                <a:gd name="connsiteY1903" fmla="*/ 535888 h 1840015"/>
                <a:gd name="connsiteX1904" fmla="*/ 869113 w 3419947"/>
                <a:gd name="connsiteY1904" fmla="*/ 533202 h 1840015"/>
                <a:gd name="connsiteX1905" fmla="*/ 874495 w 3419947"/>
                <a:gd name="connsiteY1905" fmla="*/ 527829 h 1840015"/>
                <a:gd name="connsiteX1906" fmla="*/ 882567 w 3419947"/>
                <a:gd name="connsiteY1906" fmla="*/ 517085 h 1840015"/>
                <a:gd name="connsiteX1907" fmla="*/ 885258 w 3419947"/>
                <a:gd name="connsiteY1907" fmla="*/ 506340 h 1840015"/>
                <a:gd name="connsiteX1908" fmla="*/ 882567 w 3419947"/>
                <a:gd name="connsiteY1908" fmla="*/ 492909 h 1840015"/>
                <a:gd name="connsiteX1909" fmla="*/ 871804 w 3419947"/>
                <a:gd name="connsiteY1909" fmla="*/ 471420 h 1840015"/>
                <a:gd name="connsiteX1910" fmla="*/ 873149 w 3419947"/>
                <a:gd name="connsiteY1910" fmla="*/ 468734 h 1840015"/>
                <a:gd name="connsiteX1911" fmla="*/ 879876 w 3419947"/>
                <a:gd name="connsiteY1911" fmla="*/ 474106 h 1840015"/>
                <a:gd name="connsiteX1912" fmla="*/ 881222 w 3419947"/>
                <a:gd name="connsiteY1912" fmla="*/ 480822 h 1840015"/>
                <a:gd name="connsiteX1913" fmla="*/ 885258 w 3419947"/>
                <a:gd name="connsiteY1913" fmla="*/ 482165 h 1840015"/>
                <a:gd name="connsiteX1914" fmla="*/ 887949 w 3419947"/>
                <a:gd name="connsiteY1914" fmla="*/ 484851 h 1840015"/>
                <a:gd name="connsiteX1915" fmla="*/ 887949 w 3419947"/>
                <a:gd name="connsiteY1915" fmla="*/ 492909 h 1840015"/>
                <a:gd name="connsiteX1916" fmla="*/ 893330 w 3419947"/>
                <a:gd name="connsiteY1916" fmla="*/ 498282 h 1840015"/>
                <a:gd name="connsiteX1917" fmla="*/ 893330 w 3419947"/>
                <a:gd name="connsiteY1917" fmla="*/ 509026 h 1840015"/>
                <a:gd name="connsiteX1918" fmla="*/ 897366 w 3419947"/>
                <a:gd name="connsiteY1918" fmla="*/ 515742 h 1840015"/>
                <a:gd name="connsiteX1919" fmla="*/ 894675 w 3419947"/>
                <a:gd name="connsiteY1919" fmla="*/ 522457 h 1840015"/>
                <a:gd name="connsiteX1920" fmla="*/ 897366 w 3419947"/>
                <a:gd name="connsiteY1920" fmla="*/ 527829 h 1840015"/>
                <a:gd name="connsiteX1921" fmla="*/ 905438 w 3419947"/>
                <a:gd name="connsiteY1921" fmla="*/ 534545 h 1840015"/>
                <a:gd name="connsiteX1922" fmla="*/ 905438 w 3419947"/>
                <a:gd name="connsiteY1922" fmla="*/ 538574 h 1840015"/>
                <a:gd name="connsiteX1923" fmla="*/ 909475 w 3419947"/>
                <a:gd name="connsiteY1923" fmla="*/ 542603 h 1840015"/>
                <a:gd name="connsiteX1924" fmla="*/ 909475 w 3419947"/>
                <a:gd name="connsiteY1924" fmla="*/ 546632 h 1840015"/>
                <a:gd name="connsiteX1925" fmla="*/ 905438 w 3419947"/>
                <a:gd name="connsiteY1925" fmla="*/ 549319 h 1840015"/>
                <a:gd name="connsiteX1926" fmla="*/ 908129 w 3419947"/>
                <a:gd name="connsiteY1926" fmla="*/ 553348 h 1840015"/>
                <a:gd name="connsiteX1927" fmla="*/ 914856 w 3419947"/>
                <a:gd name="connsiteY1927" fmla="*/ 552005 h 1840015"/>
                <a:gd name="connsiteX1928" fmla="*/ 921583 w 3419947"/>
                <a:gd name="connsiteY1928" fmla="*/ 556034 h 1840015"/>
                <a:gd name="connsiteX1929" fmla="*/ 931000 w 3419947"/>
                <a:gd name="connsiteY1929" fmla="*/ 556034 h 1840015"/>
                <a:gd name="connsiteX1930" fmla="*/ 936382 w 3419947"/>
                <a:gd name="connsiteY1930" fmla="*/ 553348 h 1840015"/>
                <a:gd name="connsiteX1931" fmla="*/ 941764 w 3419947"/>
                <a:gd name="connsiteY1931" fmla="*/ 556034 h 1840015"/>
                <a:gd name="connsiteX1932" fmla="*/ 943109 w 3419947"/>
                <a:gd name="connsiteY1932" fmla="*/ 560063 h 1840015"/>
                <a:gd name="connsiteX1933" fmla="*/ 948491 w 3419947"/>
                <a:gd name="connsiteY1933" fmla="*/ 554691 h 1840015"/>
                <a:gd name="connsiteX1934" fmla="*/ 953872 w 3419947"/>
                <a:gd name="connsiteY1934" fmla="*/ 554691 h 1840015"/>
                <a:gd name="connsiteX1935" fmla="*/ 959253 w 3419947"/>
                <a:gd name="connsiteY1935" fmla="*/ 552005 h 1840015"/>
                <a:gd name="connsiteX1936" fmla="*/ 963290 w 3419947"/>
                <a:gd name="connsiteY1936" fmla="*/ 553348 h 1840015"/>
                <a:gd name="connsiteX1937" fmla="*/ 970017 w 3419947"/>
                <a:gd name="connsiteY1937" fmla="*/ 561406 h 1840015"/>
                <a:gd name="connsiteX1938" fmla="*/ 975398 w 3419947"/>
                <a:gd name="connsiteY1938" fmla="*/ 561406 h 1840015"/>
                <a:gd name="connsiteX1939" fmla="*/ 982125 w 3419947"/>
                <a:gd name="connsiteY1939" fmla="*/ 565435 h 1840015"/>
                <a:gd name="connsiteX1940" fmla="*/ 992888 w 3419947"/>
                <a:gd name="connsiteY1940" fmla="*/ 564092 h 1840015"/>
                <a:gd name="connsiteX1941" fmla="*/ 996924 w 3419947"/>
                <a:gd name="connsiteY1941" fmla="*/ 558720 h 1840015"/>
                <a:gd name="connsiteX1942" fmla="*/ 992888 w 3419947"/>
                <a:gd name="connsiteY1942" fmla="*/ 561406 h 1840015"/>
                <a:gd name="connsiteX1943" fmla="*/ 982125 w 3419947"/>
                <a:gd name="connsiteY1943" fmla="*/ 560063 h 1840015"/>
                <a:gd name="connsiteX1944" fmla="*/ 980779 w 3419947"/>
                <a:gd name="connsiteY1944" fmla="*/ 554691 h 1840015"/>
                <a:gd name="connsiteX1945" fmla="*/ 978089 w 3419947"/>
                <a:gd name="connsiteY1945" fmla="*/ 553348 h 1840015"/>
                <a:gd name="connsiteX1946" fmla="*/ 975398 w 3419947"/>
                <a:gd name="connsiteY1946" fmla="*/ 545289 h 1840015"/>
                <a:gd name="connsiteX1947" fmla="*/ 965980 w 3419947"/>
                <a:gd name="connsiteY1947" fmla="*/ 545289 h 1840015"/>
                <a:gd name="connsiteX1948" fmla="*/ 964635 w 3419947"/>
                <a:gd name="connsiteY1948" fmla="*/ 541260 h 1840015"/>
                <a:gd name="connsiteX1949" fmla="*/ 961944 w 3419947"/>
                <a:gd name="connsiteY1949" fmla="*/ 541260 h 1840015"/>
                <a:gd name="connsiteX1950" fmla="*/ 959253 w 3419947"/>
                <a:gd name="connsiteY1950" fmla="*/ 545289 h 1840015"/>
                <a:gd name="connsiteX1951" fmla="*/ 945800 w 3419947"/>
                <a:gd name="connsiteY1951" fmla="*/ 543946 h 1840015"/>
                <a:gd name="connsiteX1952" fmla="*/ 940418 w 3419947"/>
                <a:gd name="connsiteY1952" fmla="*/ 539917 h 1840015"/>
                <a:gd name="connsiteX1953" fmla="*/ 932346 w 3419947"/>
                <a:gd name="connsiteY1953" fmla="*/ 539917 h 1840015"/>
                <a:gd name="connsiteX1954" fmla="*/ 922928 w 3419947"/>
                <a:gd name="connsiteY1954" fmla="*/ 531858 h 1840015"/>
                <a:gd name="connsiteX1955" fmla="*/ 921583 w 3419947"/>
                <a:gd name="connsiteY1955" fmla="*/ 525143 h 1840015"/>
                <a:gd name="connsiteX1956" fmla="*/ 918892 w 3419947"/>
                <a:gd name="connsiteY1956" fmla="*/ 525143 h 1840015"/>
                <a:gd name="connsiteX1957" fmla="*/ 910820 w 3419947"/>
                <a:gd name="connsiteY1957" fmla="*/ 513055 h 1840015"/>
                <a:gd name="connsiteX1958" fmla="*/ 914856 w 3419947"/>
                <a:gd name="connsiteY1958" fmla="*/ 511712 h 1840015"/>
                <a:gd name="connsiteX1959" fmla="*/ 917547 w 3419947"/>
                <a:gd name="connsiteY1959" fmla="*/ 509026 h 1840015"/>
                <a:gd name="connsiteX1960" fmla="*/ 924274 w 3419947"/>
                <a:gd name="connsiteY1960" fmla="*/ 503654 h 1840015"/>
                <a:gd name="connsiteX1961" fmla="*/ 928310 w 3419947"/>
                <a:gd name="connsiteY1961" fmla="*/ 503654 h 1840015"/>
                <a:gd name="connsiteX1962" fmla="*/ 935037 w 3419947"/>
                <a:gd name="connsiteY1962" fmla="*/ 511712 h 1840015"/>
                <a:gd name="connsiteX1963" fmla="*/ 947145 w 3419947"/>
                <a:gd name="connsiteY1963" fmla="*/ 517085 h 1840015"/>
                <a:gd name="connsiteX1964" fmla="*/ 953872 w 3419947"/>
                <a:gd name="connsiteY1964" fmla="*/ 515742 h 1840015"/>
                <a:gd name="connsiteX1965" fmla="*/ 959253 w 3419947"/>
                <a:gd name="connsiteY1965" fmla="*/ 504997 h 1840015"/>
                <a:gd name="connsiteX1966" fmla="*/ 953872 w 3419947"/>
                <a:gd name="connsiteY1966" fmla="*/ 495595 h 1840015"/>
                <a:gd name="connsiteX1967" fmla="*/ 944454 w 3419947"/>
                <a:gd name="connsiteY1967" fmla="*/ 492909 h 1840015"/>
                <a:gd name="connsiteX1968" fmla="*/ 936382 w 3419947"/>
                <a:gd name="connsiteY1968" fmla="*/ 498282 h 1840015"/>
                <a:gd name="connsiteX1969" fmla="*/ 933691 w 3419947"/>
                <a:gd name="connsiteY1969" fmla="*/ 494252 h 1840015"/>
                <a:gd name="connsiteX1970" fmla="*/ 935037 w 3419947"/>
                <a:gd name="connsiteY1970" fmla="*/ 491566 h 1840015"/>
                <a:gd name="connsiteX1971" fmla="*/ 937727 w 3419947"/>
                <a:gd name="connsiteY1971" fmla="*/ 492909 h 1840015"/>
                <a:gd name="connsiteX1972" fmla="*/ 940418 w 3419947"/>
                <a:gd name="connsiteY1972" fmla="*/ 495595 h 1840015"/>
                <a:gd name="connsiteX1973" fmla="*/ 940418 w 3419947"/>
                <a:gd name="connsiteY1973" fmla="*/ 490223 h 1840015"/>
                <a:gd name="connsiteX1974" fmla="*/ 947145 w 3419947"/>
                <a:gd name="connsiteY1974" fmla="*/ 480822 h 1840015"/>
                <a:gd name="connsiteX1975" fmla="*/ 952527 w 3419947"/>
                <a:gd name="connsiteY1975" fmla="*/ 476792 h 1840015"/>
                <a:gd name="connsiteX1976" fmla="*/ 957908 w 3419947"/>
                <a:gd name="connsiteY1976" fmla="*/ 479479 h 1840015"/>
                <a:gd name="connsiteX1977" fmla="*/ 975398 w 3419947"/>
                <a:gd name="connsiteY1977" fmla="*/ 479479 h 1840015"/>
                <a:gd name="connsiteX1978" fmla="*/ 982125 w 3419947"/>
                <a:gd name="connsiteY1978" fmla="*/ 486194 h 1840015"/>
                <a:gd name="connsiteX1979" fmla="*/ 988852 w 3419947"/>
                <a:gd name="connsiteY1979" fmla="*/ 490223 h 1840015"/>
                <a:gd name="connsiteX1980" fmla="*/ 1003651 w 3419947"/>
                <a:gd name="connsiteY1980" fmla="*/ 491566 h 1840015"/>
                <a:gd name="connsiteX1981" fmla="*/ 1004996 w 3419947"/>
                <a:gd name="connsiteY1981" fmla="*/ 496938 h 1840015"/>
                <a:gd name="connsiteX1982" fmla="*/ 1010378 w 3419947"/>
                <a:gd name="connsiteY1982" fmla="*/ 499625 h 1840015"/>
                <a:gd name="connsiteX1983" fmla="*/ 1021141 w 3419947"/>
                <a:gd name="connsiteY1983" fmla="*/ 510369 h 1840015"/>
                <a:gd name="connsiteX1984" fmla="*/ 1027868 w 3419947"/>
                <a:gd name="connsiteY1984" fmla="*/ 510369 h 1840015"/>
                <a:gd name="connsiteX1985" fmla="*/ 1041321 w 3419947"/>
                <a:gd name="connsiteY1985" fmla="*/ 507683 h 1840015"/>
                <a:gd name="connsiteX1986" fmla="*/ 1052084 w 3419947"/>
                <a:gd name="connsiteY1986" fmla="*/ 500968 h 1840015"/>
                <a:gd name="connsiteX1987" fmla="*/ 1056121 w 3419947"/>
                <a:gd name="connsiteY1987" fmla="*/ 504997 h 1840015"/>
                <a:gd name="connsiteX1988" fmla="*/ 1058811 w 3419947"/>
                <a:gd name="connsiteY1988" fmla="*/ 504997 h 1840015"/>
                <a:gd name="connsiteX1989" fmla="*/ 1065538 w 3419947"/>
                <a:gd name="connsiteY1989" fmla="*/ 504997 h 1840015"/>
                <a:gd name="connsiteX1990" fmla="*/ 1064193 w 3419947"/>
                <a:gd name="connsiteY1990" fmla="*/ 514399 h 1840015"/>
                <a:gd name="connsiteX1991" fmla="*/ 1065538 w 3419947"/>
                <a:gd name="connsiteY1991" fmla="*/ 519771 h 1840015"/>
                <a:gd name="connsiteX1992" fmla="*/ 1065538 w 3419947"/>
                <a:gd name="connsiteY1992" fmla="*/ 523800 h 1840015"/>
                <a:gd name="connsiteX1993" fmla="*/ 1057466 w 3419947"/>
                <a:gd name="connsiteY1993" fmla="*/ 527829 h 1840015"/>
                <a:gd name="connsiteX1994" fmla="*/ 1057466 w 3419947"/>
                <a:gd name="connsiteY1994" fmla="*/ 534545 h 1840015"/>
                <a:gd name="connsiteX1995" fmla="*/ 1060157 w 3419947"/>
                <a:gd name="connsiteY1995" fmla="*/ 539917 h 1840015"/>
                <a:gd name="connsiteX1996" fmla="*/ 1060157 w 3419947"/>
                <a:gd name="connsiteY1996" fmla="*/ 547975 h 1840015"/>
                <a:gd name="connsiteX1997" fmla="*/ 1068229 w 3419947"/>
                <a:gd name="connsiteY1997" fmla="*/ 554691 h 1840015"/>
                <a:gd name="connsiteX1998" fmla="*/ 1068229 w 3419947"/>
                <a:gd name="connsiteY1998" fmla="*/ 561406 h 1840015"/>
                <a:gd name="connsiteX1999" fmla="*/ 1064193 w 3419947"/>
                <a:gd name="connsiteY1999" fmla="*/ 565435 h 1840015"/>
                <a:gd name="connsiteX2000" fmla="*/ 1066884 w 3419947"/>
                <a:gd name="connsiteY2000" fmla="*/ 581552 h 1840015"/>
                <a:gd name="connsiteX2001" fmla="*/ 1069574 w 3419947"/>
                <a:gd name="connsiteY2001" fmla="*/ 581552 h 1840015"/>
                <a:gd name="connsiteX2002" fmla="*/ 1070920 w 3419947"/>
                <a:gd name="connsiteY2002" fmla="*/ 576180 h 1840015"/>
                <a:gd name="connsiteX2003" fmla="*/ 1069574 w 3419947"/>
                <a:gd name="connsiteY2003" fmla="*/ 572151 h 1840015"/>
                <a:gd name="connsiteX2004" fmla="*/ 1072265 w 3419947"/>
                <a:gd name="connsiteY2004" fmla="*/ 568122 h 1840015"/>
                <a:gd name="connsiteX2005" fmla="*/ 1070920 w 3419947"/>
                <a:gd name="connsiteY2005" fmla="*/ 561406 h 1840015"/>
                <a:gd name="connsiteX2006" fmla="*/ 1074956 w 3419947"/>
                <a:gd name="connsiteY2006" fmla="*/ 560063 h 1840015"/>
                <a:gd name="connsiteX2007" fmla="*/ 1077647 w 3419947"/>
                <a:gd name="connsiteY2007" fmla="*/ 552005 h 1840015"/>
                <a:gd name="connsiteX2008" fmla="*/ 1081683 w 3419947"/>
                <a:gd name="connsiteY2008" fmla="*/ 554691 h 1840015"/>
                <a:gd name="connsiteX2009" fmla="*/ 1084374 w 3419947"/>
                <a:gd name="connsiteY2009" fmla="*/ 564092 h 1840015"/>
                <a:gd name="connsiteX2010" fmla="*/ 1085719 w 3419947"/>
                <a:gd name="connsiteY2010" fmla="*/ 576180 h 1840015"/>
                <a:gd name="connsiteX2011" fmla="*/ 1087064 w 3419947"/>
                <a:gd name="connsiteY2011" fmla="*/ 580209 h 1840015"/>
                <a:gd name="connsiteX2012" fmla="*/ 1083028 w 3419947"/>
                <a:gd name="connsiteY2012" fmla="*/ 582895 h 1840015"/>
                <a:gd name="connsiteX2013" fmla="*/ 1083028 w 3419947"/>
                <a:gd name="connsiteY2013" fmla="*/ 588268 h 1840015"/>
                <a:gd name="connsiteX2014" fmla="*/ 1080337 w 3419947"/>
                <a:gd name="connsiteY2014" fmla="*/ 590954 h 1840015"/>
                <a:gd name="connsiteX2015" fmla="*/ 1089755 w 3419947"/>
                <a:gd name="connsiteY2015" fmla="*/ 597669 h 1840015"/>
                <a:gd name="connsiteX2016" fmla="*/ 1097827 w 3419947"/>
                <a:gd name="connsiteY2016" fmla="*/ 597669 h 1840015"/>
                <a:gd name="connsiteX2017" fmla="*/ 1105899 w 3419947"/>
                <a:gd name="connsiteY2017" fmla="*/ 600355 h 1840015"/>
                <a:gd name="connsiteX2018" fmla="*/ 1111281 w 3419947"/>
                <a:gd name="connsiteY2018" fmla="*/ 607071 h 1840015"/>
                <a:gd name="connsiteX2019" fmla="*/ 1111281 w 3419947"/>
                <a:gd name="connsiteY2019" fmla="*/ 612443 h 1840015"/>
                <a:gd name="connsiteX2020" fmla="*/ 1116663 w 3419947"/>
                <a:gd name="connsiteY2020" fmla="*/ 616472 h 1840015"/>
                <a:gd name="connsiteX2021" fmla="*/ 1127425 w 3419947"/>
                <a:gd name="connsiteY2021" fmla="*/ 616472 h 1840015"/>
                <a:gd name="connsiteX2022" fmla="*/ 1138189 w 3419947"/>
                <a:gd name="connsiteY2022" fmla="*/ 627217 h 1840015"/>
                <a:gd name="connsiteX2023" fmla="*/ 1136843 w 3419947"/>
                <a:gd name="connsiteY2023" fmla="*/ 623188 h 1840015"/>
                <a:gd name="connsiteX2024" fmla="*/ 1136843 w 3419947"/>
                <a:gd name="connsiteY2024" fmla="*/ 616472 h 1840015"/>
                <a:gd name="connsiteX2025" fmla="*/ 1144916 w 3419947"/>
                <a:gd name="connsiteY2025" fmla="*/ 608414 h 1840015"/>
                <a:gd name="connsiteX2026" fmla="*/ 1150297 w 3419947"/>
                <a:gd name="connsiteY2026" fmla="*/ 608414 h 1840015"/>
                <a:gd name="connsiteX2027" fmla="*/ 1161060 w 3419947"/>
                <a:gd name="connsiteY2027" fmla="*/ 617815 h 1840015"/>
                <a:gd name="connsiteX2028" fmla="*/ 1169132 w 3419947"/>
                <a:gd name="connsiteY2028" fmla="*/ 617815 h 1840015"/>
                <a:gd name="connsiteX2029" fmla="*/ 1173168 w 3419947"/>
                <a:gd name="connsiteY2029" fmla="*/ 623188 h 1840015"/>
                <a:gd name="connsiteX2030" fmla="*/ 1175859 w 3419947"/>
                <a:gd name="connsiteY2030" fmla="*/ 632589 h 1840015"/>
                <a:gd name="connsiteX2031" fmla="*/ 1174514 w 3419947"/>
                <a:gd name="connsiteY2031" fmla="*/ 621845 h 1840015"/>
                <a:gd name="connsiteX2032" fmla="*/ 1171823 w 3419947"/>
                <a:gd name="connsiteY2032" fmla="*/ 615129 h 1840015"/>
                <a:gd name="connsiteX2033" fmla="*/ 1166441 w 3419947"/>
                <a:gd name="connsiteY2033" fmla="*/ 615129 h 1840015"/>
                <a:gd name="connsiteX2034" fmla="*/ 1159714 w 3419947"/>
                <a:gd name="connsiteY2034" fmla="*/ 612443 h 1840015"/>
                <a:gd name="connsiteX2035" fmla="*/ 1150297 w 3419947"/>
                <a:gd name="connsiteY2035" fmla="*/ 605728 h 1840015"/>
                <a:gd name="connsiteX2036" fmla="*/ 1142225 w 3419947"/>
                <a:gd name="connsiteY2036" fmla="*/ 607071 h 1840015"/>
                <a:gd name="connsiteX2037" fmla="*/ 1134152 w 3419947"/>
                <a:gd name="connsiteY2037" fmla="*/ 613786 h 1840015"/>
                <a:gd name="connsiteX2038" fmla="*/ 1130116 w 3419947"/>
                <a:gd name="connsiteY2038" fmla="*/ 612443 h 1840015"/>
                <a:gd name="connsiteX2039" fmla="*/ 1128771 w 3419947"/>
                <a:gd name="connsiteY2039" fmla="*/ 613786 h 1840015"/>
                <a:gd name="connsiteX2040" fmla="*/ 1119353 w 3419947"/>
                <a:gd name="connsiteY2040" fmla="*/ 609757 h 1840015"/>
                <a:gd name="connsiteX2041" fmla="*/ 1109936 w 3419947"/>
                <a:gd name="connsiteY2041" fmla="*/ 599012 h 1840015"/>
                <a:gd name="connsiteX2042" fmla="*/ 1104554 w 3419947"/>
                <a:gd name="connsiteY2042" fmla="*/ 594983 h 1840015"/>
                <a:gd name="connsiteX2043" fmla="*/ 1095137 w 3419947"/>
                <a:gd name="connsiteY2043" fmla="*/ 593640 h 1840015"/>
                <a:gd name="connsiteX2044" fmla="*/ 1089755 w 3419947"/>
                <a:gd name="connsiteY2044" fmla="*/ 585582 h 1840015"/>
                <a:gd name="connsiteX2045" fmla="*/ 1093791 w 3419947"/>
                <a:gd name="connsiteY2045" fmla="*/ 586925 h 1840015"/>
                <a:gd name="connsiteX2046" fmla="*/ 1096482 w 3419947"/>
                <a:gd name="connsiteY2046" fmla="*/ 586925 h 1840015"/>
                <a:gd name="connsiteX2047" fmla="*/ 1101863 w 3419947"/>
                <a:gd name="connsiteY2047" fmla="*/ 576180 h 1840015"/>
                <a:gd name="connsiteX2048" fmla="*/ 1100518 w 3419947"/>
                <a:gd name="connsiteY2048" fmla="*/ 570808 h 1840015"/>
                <a:gd name="connsiteX2049" fmla="*/ 1093791 w 3419947"/>
                <a:gd name="connsiteY2049" fmla="*/ 564092 h 1840015"/>
                <a:gd name="connsiteX2050" fmla="*/ 1091101 w 3419947"/>
                <a:gd name="connsiteY2050" fmla="*/ 552005 h 1840015"/>
                <a:gd name="connsiteX2051" fmla="*/ 1083028 w 3419947"/>
                <a:gd name="connsiteY2051" fmla="*/ 539917 h 1840015"/>
                <a:gd name="connsiteX2052" fmla="*/ 1077647 w 3419947"/>
                <a:gd name="connsiteY2052" fmla="*/ 535888 h 1840015"/>
                <a:gd name="connsiteX2053" fmla="*/ 1072265 w 3419947"/>
                <a:gd name="connsiteY2053" fmla="*/ 529172 h 1840015"/>
                <a:gd name="connsiteX2054" fmla="*/ 1073610 w 3419947"/>
                <a:gd name="connsiteY2054" fmla="*/ 523800 h 1840015"/>
                <a:gd name="connsiteX2055" fmla="*/ 1072265 w 3419947"/>
                <a:gd name="connsiteY2055" fmla="*/ 518428 h 1840015"/>
                <a:gd name="connsiteX2056" fmla="*/ 1070920 w 3419947"/>
                <a:gd name="connsiteY2056" fmla="*/ 504997 h 1840015"/>
                <a:gd name="connsiteX2057" fmla="*/ 1065538 w 3419947"/>
                <a:gd name="connsiteY2057" fmla="*/ 498282 h 1840015"/>
                <a:gd name="connsiteX2058" fmla="*/ 1061502 w 3419947"/>
                <a:gd name="connsiteY2058" fmla="*/ 498282 h 1840015"/>
                <a:gd name="connsiteX2059" fmla="*/ 1052084 w 3419947"/>
                <a:gd name="connsiteY2059" fmla="*/ 492909 h 1840015"/>
                <a:gd name="connsiteX2060" fmla="*/ 1038631 w 3419947"/>
                <a:gd name="connsiteY2060" fmla="*/ 492909 h 1840015"/>
                <a:gd name="connsiteX2061" fmla="*/ 1034595 w 3419947"/>
                <a:gd name="connsiteY2061" fmla="*/ 486194 h 1840015"/>
                <a:gd name="connsiteX2062" fmla="*/ 1026522 w 3419947"/>
                <a:gd name="connsiteY2062" fmla="*/ 482165 h 1840015"/>
                <a:gd name="connsiteX2063" fmla="*/ 1026522 w 3419947"/>
                <a:gd name="connsiteY2063" fmla="*/ 475449 h 1840015"/>
                <a:gd name="connsiteX2064" fmla="*/ 1023832 w 3419947"/>
                <a:gd name="connsiteY2064" fmla="*/ 471420 h 1840015"/>
                <a:gd name="connsiteX2065" fmla="*/ 1023832 w 3419947"/>
                <a:gd name="connsiteY2065" fmla="*/ 467391 h 1840015"/>
                <a:gd name="connsiteX2066" fmla="*/ 1017105 w 3419947"/>
                <a:gd name="connsiteY2066" fmla="*/ 471420 h 1840015"/>
                <a:gd name="connsiteX2067" fmla="*/ 999615 w 3419947"/>
                <a:gd name="connsiteY2067" fmla="*/ 470077 h 1840015"/>
                <a:gd name="connsiteX2068" fmla="*/ 992888 w 3419947"/>
                <a:gd name="connsiteY2068" fmla="*/ 470077 h 1840015"/>
                <a:gd name="connsiteX2069" fmla="*/ 984815 w 3419947"/>
                <a:gd name="connsiteY2069" fmla="*/ 464705 h 1840015"/>
                <a:gd name="connsiteX2070" fmla="*/ 983470 w 3419947"/>
                <a:gd name="connsiteY2070" fmla="*/ 457989 h 1840015"/>
                <a:gd name="connsiteX2071" fmla="*/ 980779 w 3419947"/>
                <a:gd name="connsiteY2071" fmla="*/ 457989 h 1840015"/>
                <a:gd name="connsiteX2072" fmla="*/ 978089 w 3419947"/>
                <a:gd name="connsiteY2072" fmla="*/ 453960 h 1840015"/>
                <a:gd name="connsiteX2073" fmla="*/ 978089 w 3419947"/>
                <a:gd name="connsiteY2073" fmla="*/ 444558 h 1840015"/>
                <a:gd name="connsiteX2074" fmla="*/ 971362 w 3419947"/>
                <a:gd name="connsiteY2074" fmla="*/ 432471 h 1840015"/>
                <a:gd name="connsiteX2075" fmla="*/ 961944 w 3419947"/>
                <a:gd name="connsiteY2075" fmla="*/ 427099 h 1840015"/>
                <a:gd name="connsiteX2076" fmla="*/ 963290 w 3419947"/>
                <a:gd name="connsiteY2076" fmla="*/ 423069 h 1840015"/>
                <a:gd name="connsiteX2077" fmla="*/ 961944 w 3419947"/>
                <a:gd name="connsiteY2077" fmla="*/ 420383 h 1840015"/>
                <a:gd name="connsiteX2078" fmla="*/ 957908 w 3419947"/>
                <a:gd name="connsiteY2078" fmla="*/ 420383 h 1840015"/>
                <a:gd name="connsiteX2079" fmla="*/ 955217 w 3419947"/>
                <a:gd name="connsiteY2079" fmla="*/ 417697 h 1840015"/>
                <a:gd name="connsiteX2080" fmla="*/ 956563 w 3419947"/>
                <a:gd name="connsiteY2080" fmla="*/ 412325 h 1840015"/>
                <a:gd name="connsiteX2081" fmla="*/ 956563 w 3419947"/>
                <a:gd name="connsiteY2081" fmla="*/ 406952 h 1840015"/>
                <a:gd name="connsiteX2082" fmla="*/ 949836 w 3419947"/>
                <a:gd name="connsiteY2082" fmla="*/ 402923 h 1840015"/>
                <a:gd name="connsiteX2083" fmla="*/ 953872 w 3419947"/>
                <a:gd name="connsiteY2083" fmla="*/ 400237 h 1840015"/>
                <a:gd name="connsiteX2084" fmla="*/ 960599 w 3419947"/>
                <a:gd name="connsiteY2084" fmla="*/ 400237 h 1840015"/>
                <a:gd name="connsiteX2085" fmla="*/ 967326 w 3419947"/>
                <a:gd name="connsiteY2085" fmla="*/ 393522 h 1840015"/>
                <a:gd name="connsiteX2086" fmla="*/ 974053 w 3419947"/>
                <a:gd name="connsiteY2086" fmla="*/ 393522 h 1840015"/>
                <a:gd name="connsiteX2087" fmla="*/ 987506 w 3419947"/>
                <a:gd name="connsiteY2087" fmla="*/ 390835 h 1840015"/>
                <a:gd name="connsiteX2088" fmla="*/ 1007687 w 3419947"/>
                <a:gd name="connsiteY2088" fmla="*/ 384120 h 1840015"/>
                <a:gd name="connsiteX2089" fmla="*/ 1015759 w 3419947"/>
                <a:gd name="connsiteY2089" fmla="*/ 377405 h 1840015"/>
                <a:gd name="connsiteX2090" fmla="*/ 1022486 w 3419947"/>
                <a:gd name="connsiteY2090" fmla="*/ 376062 h 1840015"/>
                <a:gd name="connsiteX2091" fmla="*/ 1027868 w 3419947"/>
                <a:gd name="connsiteY2091" fmla="*/ 378748 h 1840015"/>
                <a:gd name="connsiteX2092" fmla="*/ 1034595 w 3419947"/>
                <a:gd name="connsiteY2092" fmla="*/ 376062 h 1840015"/>
                <a:gd name="connsiteX2093" fmla="*/ 1037285 w 3419947"/>
                <a:gd name="connsiteY2093" fmla="*/ 369346 h 1840015"/>
                <a:gd name="connsiteX2094" fmla="*/ 1046703 w 3419947"/>
                <a:gd name="connsiteY2094" fmla="*/ 365317 h 1840015"/>
                <a:gd name="connsiteX2095" fmla="*/ 1064193 w 3419947"/>
                <a:gd name="connsiteY2095" fmla="*/ 357259 h 1840015"/>
                <a:gd name="connsiteX2096" fmla="*/ 1065538 w 3419947"/>
                <a:gd name="connsiteY2096" fmla="*/ 359945 h 1840015"/>
                <a:gd name="connsiteX2097" fmla="*/ 1062848 w 3419947"/>
                <a:gd name="connsiteY2097" fmla="*/ 365317 h 1840015"/>
                <a:gd name="connsiteX2098" fmla="*/ 1062848 w 3419947"/>
                <a:gd name="connsiteY2098" fmla="*/ 369346 h 1840015"/>
                <a:gd name="connsiteX2099" fmla="*/ 1058811 w 3419947"/>
                <a:gd name="connsiteY2099" fmla="*/ 372032 h 1840015"/>
                <a:gd name="connsiteX2100" fmla="*/ 1053430 w 3419947"/>
                <a:gd name="connsiteY2100" fmla="*/ 382777 h 1840015"/>
                <a:gd name="connsiteX2101" fmla="*/ 1053430 w 3419947"/>
                <a:gd name="connsiteY2101" fmla="*/ 388149 h 1840015"/>
                <a:gd name="connsiteX2102" fmla="*/ 1064193 w 3419947"/>
                <a:gd name="connsiteY2102" fmla="*/ 396208 h 1840015"/>
                <a:gd name="connsiteX2103" fmla="*/ 1073610 w 3419947"/>
                <a:gd name="connsiteY2103" fmla="*/ 396208 h 1840015"/>
                <a:gd name="connsiteX2104" fmla="*/ 1068229 w 3419947"/>
                <a:gd name="connsiteY2104" fmla="*/ 393522 h 1840015"/>
                <a:gd name="connsiteX2105" fmla="*/ 1058811 w 3419947"/>
                <a:gd name="connsiteY2105" fmla="*/ 384120 h 1840015"/>
                <a:gd name="connsiteX2106" fmla="*/ 1058811 w 3419947"/>
                <a:gd name="connsiteY2106" fmla="*/ 380091 h 1840015"/>
                <a:gd name="connsiteX2107" fmla="*/ 1062848 w 3419947"/>
                <a:gd name="connsiteY2107" fmla="*/ 374718 h 1840015"/>
                <a:gd name="connsiteX2108" fmla="*/ 1073610 w 3419947"/>
                <a:gd name="connsiteY2108" fmla="*/ 368003 h 1840015"/>
                <a:gd name="connsiteX2109" fmla="*/ 1077647 w 3419947"/>
                <a:gd name="connsiteY2109" fmla="*/ 358602 h 1840015"/>
                <a:gd name="connsiteX2110" fmla="*/ 1073610 w 3419947"/>
                <a:gd name="connsiteY2110" fmla="*/ 351886 h 1840015"/>
                <a:gd name="connsiteX2111" fmla="*/ 1066884 w 3419947"/>
                <a:gd name="connsiteY2111" fmla="*/ 351886 h 1840015"/>
                <a:gd name="connsiteX2112" fmla="*/ 1058811 w 3419947"/>
                <a:gd name="connsiteY2112" fmla="*/ 346514 h 1840015"/>
                <a:gd name="connsiteX2113" fmla="*/ 1060157 w 3419947"/>
                <a:gd name="connsiteY2113" fmla="*/ 342485 h 1840015"/>
                <a:gd name="connsiteX2114" fmla="*/ 1052084 w 3419947"/>
                <a:gd name="connsiteY2114" fmla="*/ 342485 h 1840015"/>
                <a:gd name="connsiteX2115" fmla="*/ 1049394 w 3419947"/>
                <a:gd name="connsiteY2115" fmla="*/ 345171 h 1840015"/>
                <a:gd name="connsiteX2116" fmla="*/ 1046703 w 3419947"/>
                <a:gd name="connsiteY2116" fmla="*/ 342485 h 1840015"/>
                <a:gd name="connsiteX2117" fmla="*/ 1044012 w 3419947"/>
                <a:gd name="connsiteY2117" fmla="*/ 335769 h 1840015"/>
                <a:gd name="connsiteX2118" fmla="*/ 1035940 w 3419947"/>
                <a:gd name="connsiteY2118" fmla="*/ 335769 h 1840015"/>
                <a:gd name="connsiteX2119" fmla="*/ 1031904 w 3419947"/>
                <a:gd name="connsiteY2119" fmla="*/ 337112 h 1840015"/>
                <a:gd name="connsiteX2120" fmla="*/ 1025177 w 3419947"/>
                <a:gd name="connsiteY2120" fmla="*/ 330397 h 1840015"/>
                <a:gd name="connsiteX2121" fmla="*/ 1027868 w 3419947"/>
                <a:gd name="connsiteY2121" fmla="*/ 329054 h 1840015"/>
                <a:gd name="connsiteX2122" fmla="*/ 1029213 w 3419947"/>
                <a:gd name="connsiteY2122" fmla="*/ 325025 h 1840015"/>
                <a:gd name="connsiteX2123" fmla="*/ 1031904 w 3419947"/>
                <a:gd name="connsiteY2123" fmla="*/ 323682 h 1840015"/>
                <a:gd name="connsiteX2124" fmla="*/ 1037285 w 3419947"/>
                <a:gd name="connsiteY2124" fmla="*/ 327711 h 1840015"/>
                <a:gd name="connsiteX2125" fmla="*/ 1044012 w 3419947"/>
                <a:gd name="connsiteY2125" fmla="*/ 327711 h 1840015"/>
                <a:gd name="connsiteX2126" fmla="*/ 1049394 w 3419947"/>
                <a:gd name="connsiteY2126" fmla="*/ 325025 h 1840015"/>
                <a:gd name="connsiteX2127" fmla="*/ 1048048 w 3419947"/>
                <a:gd name="connsiteY2127" fmla="*/ 322338 h 1840015"/>
                <a:gd name="connsiteX2128" fmla="*/ 1045357 w 3419947"/>
                <a:gd name="connsiteY2128" fmla="*/ 323682 h 1840015"/>
                <a:gd name="connsiteX2129" fmla="*/ 1039976 w 3419947"/>
                <a:gd name="connsiteY2129" fmla="*/ 325025 h 1840015"/>
                <a:gd name="connsiteX2130" fmla="*/ 1034595 w 3419947"/>
                <a:gd name="connsiteY2130" fmla="*/ 320995 h 1840015"/>
                <a:gd name="connsiteX2131" fmla="*/ 1033249 w 3419947"/>
                <a:gd name="connsiteY2131" fmla="*/ 315623 h 1840015"/>
                <a:gd name="connsiteX2132" fmla="*/ 1027868 w 3419947"/>
                <a:gd name="connsiteY2132" fmla="*/ 314280 h 1840015"/>
                <a:gd name="connsiteX2133" fmla="*/ 1019795 w 3419947"/>
                <a:gd name="connsiteY2133" fmla="*/ 311594 h 1840015"/>
                <a:gd name="connsiteX2134" fmla="*/ 1014414 w 3419947"/>
                <a:gd name="connsiteY2134" fmla="*/ 314280 h 1840015"/>
                <a:gd name="connsiteX2135" fmla="*/ 1021141 w 3419947"/>
                <a:gd name="connsiteY2135" fmla="*/ 307565 h 1840015"/>
                <a:gd name="connsiteX2136" fmla="*/ 1023832 w 3419947"/>
                <a:gd name="connsiteY2136" fmla="*/ 304878 h 1840015"/>
                <a:gd name="connsiteX2137" fmla="*/ 1023832 w 3419947"/>
                <a:gd name="connsiteY2137" fmla="*/ 300849 h 1840015"/>
                <a:gd name="connsiteX2138" fmla="*/ 1021141 w 3419947"/>
                <a:gd name="connsiteY2138" fmla="*/ 298163 h 1840015"/>
                <a:gd name="connsiteX2139" fmla="*/ 1022486 w 3419947"/>
                <a:gd name="connsiteY2139" fmla="*/ 295477 h 1840015"/>
                <a:gd name="connsiteX2140" fmla="*/ 1026522 w 3419947"/>
                <a:gd name="connsiteY2140" fmla="*/ 296820 h 1840015"/>
                <a:gd name="connsiteX2141" fmla="*/ 1031904 w 3419947"/>
                <a:gd name="connsiteY2141" fmla="*/ 304878 h 1840015"/>
                <a:gd name="connsiteX2142" fmla="*/ 1037285 w 3419947"/>
                <a:gd name="connsiteY2142" fmla="*/ 303535 h 1840015"/>
                <a:gd name="connsiteX2143" fmla="*/ 1042667 w 3419947"/>
                <a:gd name="connsiteY2143" fmla="*/ 311594 h 1840015"/>
                <a:gd name="connsiteX2144" fmla="*/ 1044012 w 3419947"/>
                <a:gd name="connsiteY2144" fmla="*/ 306222 h 1840015"/>
                <a:gd name="connsiteX2145" fmla="*/ 1042667 w 3419947"/>
                <a:gd name="connsiteY2145" fmla="*/ 302192 h 1840015"/>
                <a:gd name="connsiteX2146" fmla="*/ 1048048 w 3419947"/>
                <a:gd name="connsiteY2146" fmla="*/ 299506 h 1840015"/>
                <a:gd name="connsiteX2147" fmla="*/ 1049394 w 3419947"/>
                <a:gd name="connsiteY2147" fmla="*/ 288762 h 1840015"/>
                <a:gd name="connsiteX2148" fmla="*/ 1045357 w 3419947"/>
                <a:gd name="connsiteY2148" fmla="*/ 286075 h 1840015"/>
                <a:gd name="connsiteX2149" fmla="*/ 1046703 w 3419947"/>
                <a:gd name="connsiteY2149" fmla="*/ 283389 h 1840015"/>
                <a:gd name="connsiteX2150" fmla="*/ 1052084 w 3419947"/>
                <a:gd name="connsiteY2150" fmla="*/ 284732 h 1840015"/>
                <a:gd name="connsiteX2151" fmla="*/ 1054775 w 3419947"/>
                <a:gd name="connsiteY2151" fmla="*/ 280703 h 1840015"/>
                <a:gd name="connsiteX2152" fmla="*/ 1042667 w 3419947"/>
                <a:gd name="connsiteY2152" fmla="*/ 278017 h 1840015"/>
                <a:gd name="connsiteX2153" fmla="*/ 1039976 w 3419947"/>
                <a:gd name="connsiteY2153" fmla="*/ 282046 h 1840015"/>
                <a:gd name="connsiteX2154" fmla="*/ 1035940 w 3419947"/>
                <a:gd name="connsiteY2154" fmla="*/ 282046 h 1840015"/>
                <a:gd name="connsiteX2155" fmla="*/ 1035940 w 3419947"/>
                <a:gd name="connsiteY2155" fmla="*/ 276674 h 1840015"/>
                <a:gd name="connsiteX2156" fmla="*/ 1041321 w 3419947"/>
                <a:gd name="connsiteY2156" fmla="*/ 272645 h 1840015"/>
                <a:gd name="connsiteX2157" fmla="*/ 1050739 w 3419947"/>
                <a:gd name="connsiteY2157" fmla="*/ 272645 h 1840015"/>
                <a:gd name="connsiteX2158" fmla="*/ 1057466 w 3419947"/>
                <a:gd name="connsiteY2158" fmla="*/ 269959 h 1840015"/>
                <a:gd name="connsiteX2159" fmla="*/ 1056121 w 3419947"/>
                <a:gd name="connsiteY2159" fmla="*/ 265929 h 1840015"/>
                <a:gd name="connsiteX2160" fmla="*/ 1061502 w 3419947"/>
                <a:gd name="connsiteY2160" fmla="*/ 260557 h 1840015"/>
                <a:gd name="connsiteX2161" fmla="*/ 1061502 w 3419947"/>
                <a:gd name="connsiteY2161" fmla="*/ 255185 h 1840015"/>
                <a:gd name="connsiteX2162" fmla="*/ 1062848 w 3419947"/>
                <a:gd name="connsiteY2162" fmla="*/ 253842 h 1840015"/>
                <a:gd name="connsiteX2163" fmla="*/ 1061502 w 3419947"/>
                <a:gd name="connsiteY2163" fmla="*/ 251155 h 1840015"/>
                <a:gd name="connsiteX2164" fmla="*/ 1066884 w 3419947"/>
                <a:gd name="connsiteY2164" fmla="*/ 244440 h 1840015"/>
                <a:gd name="connsiteX2165" fmla="*/ 1068229 w 3419947"/>
                <a:gd name="connsiteY2165" fmla="*/ 244440 h 1840015"/>
                <a:gd name="connsiteX2166" fmla="*/ 1070920 w 3419947"/>
                <a:gd name="connsiteY2166" fmla="*/ 248469 h 1840015"/>
                <a:gd name="connsiteX2167" fmla="*/ 1073610 w 3419947"/>
                <a:gd name="connsiteY2167" fmla="*/ 247126 h 1840015"/>
                <a:gd name="connsiteX2168" fmla="*/ 1074956 w 3419947"/>
                <a:gd name="connsiteY2168" fmla="*/ 243097 h 1840015"/>
                <a:gd name="connsiteX2169" fmla="*/ 1077647 w 3419947"/>
                <a:gd name="connsiteY2169" fmla="*/ 243097 h 1840015"/>
                <a:gd name="connsiteX2170" fmla="*/ 1074956 w 3419947"/>
                <a:gd name="connsiteY2170" fmla="*/ 239068 h 1840015"/>
                <a:gd name="connsiteX2171" fmla="*/ 1076301 w 3419947"/>
                <a:gd name="connsiteY2171" fmla="*/ 236382 h 1840015"/>
                <a:gd name="connsiteX2172" fmla="*/ 1083028 w 3419947"/>
                <a:gd name="connsiteY2172" fmla="*/ 233695 h 1840015"/>
                <a:gd name="connsiteX2173" fmla="*/ 1085719 w 3419947"/>
                <a:gd name="connsiteY2173" fmla="*/ 232352 h 1840015"/>
                <a:gd name="connsiteX2174" fmla="*/ 1087064 w 3419947"/>
                <a:gd name="connsiteY2174" fmla="*/ 228323 h 1840015"/>
                <a:gd name="connsiteX2175" fmla="*/ 1089755 w 3419947"/>
                <a:gd name="connsiteY2175" fmla="*/ 228323 h 1840015"/>
                <a:gd name="connsiteX2176" fmla="*/ 1095137 w 3419947"/>
                <a:gd name="connsiteY2176" fmla="*/ 231009 h 1840015"/>
                <a:gd name="connsiteX2177" fmla="*/ 1104554 w 3419947"/>
                <a:gd name="connsiteY2177" fmla="*/ 228323 h 1840015"/>
                <a:gd name="connsiteX2178" fmla="*/ 1103209 w 3419947"/>
                <a:gd name="connsiteY2178" fmla="*/ 225637 h 1840015"/>
                <a:gd name="connsiteX2179" fmla="*/ 1104554 w 3419947"/>
                <a:gd name="connsiteY2179" fmla="*/ 221608 h 1840015"/>
                <a:gd name="connsiteX2180" fmla="*/ 1116663 w 3419947"/>
                <a:gd name="connsiteY2180" fmla="*/ 220265 h 1840015"/>
                <a:gd name="connsiteX2181" fmla="*/ 1123390 w 3419947"/>
                <a:gd name="connsiteY2181" fmla="*/ 216235 h 1840015"/>
                <a:gd name="connsiteX2182" fmla="*/ 1126080 w 3419947"/>
                <a:gd name="connsiteY2182" fmla="*/ 210863 h 1840015"/>
                <a:gd name="connsiteX2183" fmla="*/ 1140879 w 3419947"/>
                <a:gd name="connsiteY2183" fmla="*/ 204148 h 1840015"/>
                <a:gd name="connsiteX2184" fmla="*/ 1142225 w 3419947"/>
                <a:gd name="connsiteY2184" fmla="*/ 198775 h 1840015"/>
                <a:gd name="connsiteX2185" fmla="*/ 1139534 w 3419947"/>
                <a:gd name="connsiteY2185" fmla="*/ 197432 h 1840015"/>
                <a:gd name="connsiteX2186" fmla="*/ 1130116 w 3419947"/>
                <a:gd name="connsiteY2186" fmla="*/ 202805 h 1840015"/>
                <a:gd name="connsiteX2187" fmla="*/ 1127425 w 3419947"/>
                <a:gd name="connsiteY2187" fmla="*/ 200118 h 1840015"/>
                <a:gd name="connsiteX2188" fmla="*/ 1115317 w 3419947"/>
                <a:gd name="connsiteY2188" fmla="*/ 200118 h 1840015"/>
                <a:gd name="connsiteX2189" fmla="*/ 1112626 w 3419947"/>
                <a:gd name="connsiteY2189" fmla="*/ 197432 h 1840015"/>
                <a:gd name="connsiteX2190" fmla="*/ 1112626 w 3419947"/>
                <a:gd name="connsiteY2190" fmla="*/ 186688 h 1840015"/>
                <a:gd name="connsiteX2191" fmla="*/ 1115317 w 3419947"/>
                <a:gd name="connsiteY2191" fmla="*/ 184002 h 1840015"/>
                <a:gd name="connsiteX2192" fmla="*/ 1118008 w 3419947"/>
                <a:gd name="connsiteY2192" fmla="*/ 179972 h 1840015"/>
                <a:gd name="connsiteX2193" fmla="*/ 1119353 w 3419947"/>
                <a:gd name="connsiteY2193" fmla="*/ 181315 h 1840015"/>
                <a:gd name="connsiteX2194" fmla="*/ 1120699 w 3419947"/>
                <a:gd name="connsiteY2194" fmla="*/ 184002 h 1840015"/>
                <a:gd name="connsiteX2195" fmla="*/ 1122044 w 3419947"/>
                <a:gd name="connsiteY2195" fmla="*/ 185345 h 1840015"/>
                <a:gd name="connsiteX2196" fmla="*/ 1126080 w 3419947"/>
                <a:gd name="connsiteY2196" fmla="*/ 181315 h 1840015"/>
                <a:gd name="connsiteX2197" fmla="*/ 1120699 w 3419947"/>
                <a:gd name="connsiteY2197" fmla="*/ 175943 h 1840015"/>
                <a:gd name="connsiteX2198" fmla="*/ 1127425 w 3419947"/>
                <a:gd name="connsiteY2198" fmla="*/ 174600 h 1840015"/>
                <a:gd name="connsiteX2199" fmla="*/ 1131462 w 3419947"/>
                <a:gd name="connsiteY2199" fmla="*/ 177286 h 1840015"/>
                <a:gd name="connsiteX2200" fmla="*/ 1135498 w 3419947"/>
                <a:gd name="connsiteY2200" fmla="*/ 178629 h 1840015"/>
                <a:gd name="connsiteX2201" fmla="*/ 1143570 w 3419947"/>
                <a:gd name="connsiteY2201" fmla="*/ 173257 h 1840015"/>
                <a:gd name="connsiteX2202" fmla="*/ 1148952 w 3419947"/>
                <a:gd name="connsiteY2202" fmla="*/ 174600 h 1840015"/>
                <a:gd name="connsiteX2203" fmla="*/ 1162405 w 3419947"/>
                <a:gd name="connsiteY2203" fmla="*/ 169228 h 1840015"/>
                <a:gd name="connsiteX2204" fmla="*/ 1167787 w 3419947"/>
                <a:gd name="connsiteY2204" fmla="*/ 170571 h 1840015"/>
                <a:gd name="connsiteX2205" fmla="*/ 1169132 w 3419947"/>
                <a:gd name="connsiteY2205" fmla="*/ 173257 h 1840015"/>
                <a:gd name="connsiteX2206" fmla="*/ 1163751 w 3419947"/>
                <a:gd name="connsiteY2206" fmla="*/ 185345 h 1840015"/>
                <a:gd name="connsiteX2207" fmla="*/ 1163751 w 3419947"/>
                <a:gd name="connsiteY2207" fmla="*/ 188031 h 1840015"/>
                <a:gd name="connsiteX2208" fmla="*/ 1169132 w 3419947"/>
                <a:gd name="connsiteY2208" fmla="*/ 192060 h 1840015"/>
                <a:gd name="connsiteX2209" fmla="*/ 1170478 w 3419947"/>
                <a:gd name="connsiteY2209" fmla="*/ 185345 h 1840015"/>
                <a:gd name="connsiteX2210" fmla="*/ 1175859 w 3419947"/>
                <a:gd name="connsiteY2210" fmla="*/ 177286 h 1840015"/>
                <a:gd name="connsiteX2211" fmla="*/ 1174514 w 3419947"/>
                <a:gd name="connsiteY2211" fmla="*/ 171914 h 1840015"/>
                <a:gd name="connsiteX2212" fmla="*/ 1175859 w 3419947"/>
                <a:gd name="connsiteY2212" fmla="*/ 169228 h 1840015"/>
                <a:gd name="connsiteX2213" fmla="*/ 1179895 w 3419947"/>
                <a:gd name="connsiteY2213" fmla="*/ 174600 h 1840015"/>
                <a:gd name="connsiteX2214" fmla="*/ 1181241 w 3419947"/>
                <a:gd name="connsiteY2214" fmla="*/ 182659 h 1840015"/>
                <a:gd name="connsiteX2215" fmla="*/ 1185277 w 3419947"/>
                <a:gd name="connsiteY2215" fmla="*/ 182659 h 1840015"/>
                <a:gd name="connsiteX2216" fmla="*/ 1186622 w 3419947"/>
                <a:gd name="connsiteY2216" fmla="*/ 177286 h 1840015"/>
                <a:gd name="connsiteX2217" fmla="*/ 1185277 w 3419947"/>
                <a:gd name="connsiteY2217" fmla="*/ 171914 h 1840015"/>
                <a:gd name="connsiteX2218" fmla="*/ 1189313 w 3419947"/>
                <a:gd name="connsiteY2218" fmla="*/ 169228 h 1840015"/>
                <a:gd name="connsiteX2219" fmla="*/ 1192004 w 3419947"/>
                <a:gd name="connsiteY2219" fmla="*/ 169228 h 1840015"/>
                <a:gd name="connsiteX2220" fmla="*/ 1193349 w 3419947"/>
                <a:gd name="connsiteY2220" fmla="*/ 174600 h 1840015"/>
                <a:gd name="connsiteX2221" fmla="*/ 1201421 w 3419947"/>
                <a:gd name="connsiteY2221" fmla="*/ 169228 h 1840015"/>
                <a:gd name="connsiteX2222" fmla="*/ 1202767 w 3419947"/>
                <a:gd name="connsiteY2222" fmla="*/ 166542 h 1840015"/>
                <a:gd name="connsiteX2223" fmla="*/ 1198731 w 3419947"/>
                <a:gd name="connsiteY2223" fmla="*/ 162512 h 1840015"/>
                <a:gd name="connsiteX2224" fmla="*/ 1204112 w 3419947"/>
                <a:gd name="connsiteY2224" fmla="*/ 162512 h 1840015"/>
                <a:gd name="connsiteX2225" fmla="*/ 1206803 w 3419947"/>
                <a:gd name="connsiteY2225" fmla="*/ 159826 h 1840015"/>
                <a:gd name="connsiteX2226" fmla="*/ 1201421 w 3419947"/>
                <a:gd name="connsiteY2226" fmla="*/ 157140 h 1840015"/>
                <a:gd name="connsiteX2227" fmla="*/ 1206803 w 3419947"/>
                <a:gd name="connsiteY2227" fmla="*/ 151768 h 1840015"/>
                <a:gd name="connsiteX2228" fmla="*/ 1213530 w 3419947"/>
                <a:gd name="connsiteY2228" fmla="*/ 151768 h 1840015"/>
                <a:gd name="connsiteX2229" fmla="*/ 1218911 w 3419947"/>
                <a:gd name="connsiteY2229" fmla="*/ 149082 h 1840015"/>
                <a:gd name="connsiteX2230" fmla="*/ 1221602 w 3419947"/>
                <a:gd name="connsiteY2230" fmla="*/ 150425 h 1840015"/>
                <a:gd name="connsiteX2231" fmla="*/ 1221602 w 3419947"/>
                <a:gd name="connsiteY2231" fmla="*/ 153111 h 1840015"/>
                <a:gd name="connsiteX2232" fmla="*/ 1222947 w 3419947"/>
                <a:gd name="connsiteY2232" fmla="*/ 154454 h 1840015"/>
                <a:gd name="connsiteX2233" fmla="*/ 1231020 w 3419947"/>
                <a:gd name="connsiteY2233" fmla="*/ 154454 h 1840015"/>
                <a:gd name="connsiteX2234" fmla="*/ 1231020 w 3419947"/>
                <a:gd name="connsiteY2234" fmla="*/ 161169 h 1840015"/>
                <a:gd name="connsiteX2235" fmla="*/ 1233710 w 3419947"/>
                <a:gd name="connsiteY2235" fmla="*/ 163855 h 1840015"/>
                <a:gd name="connsiteX2236" fmla="*/ 1229674 w 3419947"/>
                <a:gd name="connsiteY2236" fmla="*/ 175943 h 1840015"/>
                <a:gd name="connsiteX2237" fmla="*/ 1236401 w 3419947"/>
                <a:gd name="connsiteY2237" fmla="*/ 171914 h 1840015"/>
                <a:gd name="connsiteX2238" fmla="*/ 1241783 w 3419947"/>
                <a:gd name="connsiteY2238" fmla="*/ 161169 h 1840015"/>
                <a:gd name="connsiteX2239" fmla="*/ 1236401 w 3419947"/>
                <a:gd name="connsiteY2239" fmla="*/ 150425 h 1840015"/>
                <a:gd name="connsiteX2240" fmla="*/ 1229674 w 3419947"/>
                <a:gd name="connsiteY2240" fmla="*/ 146395 h 1840015"/>
                <a:gd name="connsiteX2241" fmla="*/ 1224293 w 3419947"/>
                <a:gd name="connsiteY2241" fmla="*/ 139680 h 1840015"/>
                <a:gd name="connsiteX2242" fmla="*/ 1218911 w 3419947"/>
                <a:gd name="connsiteY2242" fmla="*/ 143709 h 1840015"/>
                <a:gd name="connsiteX2243" fmla="*/ 1216220 w 3419947"/>
                <a:gd name="connsiteY2243" fmla="*/ 141023 h 1840015"/>
                <a:gd name="connsiteX2244" fmla="*/ 1209494 w 3419947"/>
                <a:gd name="connsiteY2244" fmla="*/ 142366 h 1840015"/>
                <a:gd name="connsiteX2245" fmla="*/ 1208148 w 3419947"/>
                <a:gd name="connsiteY2245" fmla="*/ 138337 h 1840015"/>
                <a:gd name="connsiteX2246" fmla="*/ 1202767 w 3419947"/>
                <a:gd name="connsiteY2246" fmla="*/ 136994 h 1840015"/>
                <a:gd name="connsiteX2247" fmla="*/ 1201421 w 3419947"/>
                <a:gd name="connsiteY2247" fmla="*/ 134308 h 1840015"/>
                <a:gd name="connsiteX2248" fmla="*/ 1205458 w 3419947"/>
                <a:gd name="connsiteY2248" fmla="*/ 130278 h 1840015"/>
                <a:gd name="connsiteX2249" fmla="*/ 1216220 w 3419947"/>
                <a:gd name="connsiteY2249" fmla="*/ 130278 h 1840015"/>
                <a:gd name="connsiteX2250" fmla="*/ 1220256 w 3419947"/>
                <a:gd name="connsiteY2250" fmla="*/ 126249 h 1840015"/>
                <a:gd name="connsiteX2251" fmla="*/ 1225638 w 3419947"/>
                <a:gd name="connsiteY2251" fmla="*/ 126249 h 1840015"/>
                <a:gd name="connsiteX2252" fmla="*/ 1231020 w 3419947"/>
                <a:gd name="connsiteY2252" fmla="*/ 127592 h 1840015"/>
                <a:gd name="connsiteX2253" fmla="*/ 1236401 w 3419947"/>
                <a:gd name="connsiteY2253" fmla="*/ 124906 h 1840015"/>
                <a:gd name="connsiteX2254" fmla="*/ 1240437 w 3419947"/>
                <a:gd name="connsiteY2254" fmla="*/ 127592 h 1840015"/>
                <a:gd name="connsiteX2255" fmla="*/ 1252546 w 3419947"/>
                <a:gd name="connsiteY2255" fmla="*/ 122220 h 1840015"/>
                <a:gd name="connsiteX2256" fmla="*/ 1259273 w 3419947"/>
                <a:gd name="connsiteY2256" fmla="*/ 124906 h 1840015"/>
                <a:gd name="connsiteX2257" fmla="*/ 1263309 w 3419947"/>
                <a:gd name="connsiteY2257" fmla="*/ 124906 h 1840015"/>
                <a:gd name="connsiteX2258" fmla="*/ 1267345 w 3419947"/>
                <a:gd name="connsiteY2258" fmla="*/ 126249 h 1840015"/>
                <a:gd name="connsiteX2259" fmla="*/ 1271381 w 3419947"/>
                <a:gd name="connsiteY2259" fmla="*/ 123563 h 1840015"/>
                <a:gd name="connsiteX2260" fmla="*/ 1270035 w 3419947"/>
                <a:gd name="connsiteY2260" fmla="*/ 120877 h 1840015"/>
                <a:gd name="connsiteX2261" fmla="*/ 1261963 w 3419947"/>
                <a:gd name="connsiteY2261" fmla="*/ 120877 h 1840015"/>
                <a:gd name="connsiteX2262" fmla="*/ 1253891 w 3419947"/>
                <a:gd name="connsiteY2262" fmla="*/ 118191 h 1840015"/>
                <a:gd name="connsiteX2263" fmla="*/ 1247164 w 3419947"/>
                <a:gd name="connsiteY2263" fmla="*/ 120877 h 1840015"/>
                <a:gd name="connsiteX2264" fmla="*/ 1236401 w 3419947"/>
                <a:gd name="connsiteY2264" fmla="*/ 119534 h 1840015"/>
                <a:gd name="connsiteX2265" fmla="*/ 1236401 w 3419947"/>
                <a:gd name="connsiteY2265" fmla="*/ 115505 h 1840015"/>
                <a:gd name="connsiteX2266" fmla="*/ 1233710 w 3419947"/>
                <a:gd name="connsiteY2266" fmla="*/ 108789 h 1840015"/>
                <a:gd name="connsiteX2267" fmla="*/ 1241783 w 3419947"/>
                <a:gd name="connsiteY2267" fmla="*/ 103417 h 1840015"/>
                <a:gd name="connsiteX2268" fmla="*/ 1235056 w 3419947"/>
                <a:gd name="connsiteY2268" fmla="*/ 102074 h 1840015"/>
                <a:gd name="connsiteX2269" fmla="*/ 1229674 w 3419947"/>
                <a:gd name="connsiteY2269" fmla="*/ 94015 h 1840015"/>
                <a:gd name="connsiteX2270" fmla="*/ 1224293 w 3419947"/>
                <a:gd name="connsiteY2270" fmla="*/ 94015 h 1840015"/>
                <a:gd name="connsiteX2271" fmla="*/ 1218911 w 3419947"/>
                <a:gd name="connsiteY2271" fmla="*/ 87300 h 1840015"/>
                <a:gd name="connsiteX2272" fmla="*/ 1217566 w 3419947"/>
                <a:gd name="connsiteY2272" fmla="*/ 80585 h 1840015"/>
                <a:gd name="connsiteX2273" fmla="*/ 1222947 w 3419947"/>
                <a:gd name="connsiteY2273" fmla="*/ 80585 h 1840015"/>
                <a:gd name="connsiteX2274" fmla="*/ 1222947 w 3419947"/>
                <a:gd name="connsiteY2274" fmla="*/ 73869 h 1840015"/>
                <a:gd name="connsiteX2275" fmla="*/ 1216220 w 3419947"/>
                <a:gd name="connsiteY2275" fmla="*/ 68497 h 1840015"/>
                <a:gd name="connsiteX2276" fmla="*/ 1217566 w 3419947"/>
                <a:gd name="connsiteY2276" fmla="*/ 44322 h 1840015"/>
                <a:gd name="connsiteX2277" fmla="*/ 1222947 w 3419947"/>
                <a:gd name="connsiteY2277" fmla="*/ 37606 h 1840015"/>
                <a:gd name="connsiteX2278" fmla="*/ 1221602 w 3419947"/>
                <a:gd name="connsiteY2278" fmla="*/ 30891 h 1840015"/>
                <a:gd name="connsiteX2279" fmla="*/ 1222947 w 3419947"/>
                <a:gd name="connsiteY2279" fmla="*/ 22832 h 1840015"/>
                <a:gd name="connsiteX2280" fmla="*/ 1228329 w 3419947"/>
                <a:gd name="connsiteY2280" fmla="*/ 17460 h 1840015"/>
                <a:gd name="connsiteX2281" fmla="*/ 1225638 w 3419947"/>
                <a:gd name="connsiteY2281" fmla="*/ 12088 h 1840015"/>
                <a:gd name="connsiteX2282" fmla="*/ 1231020 w 3419947"/>
                <a:gd name="connsiteY2282" fmla="*/ 10745 h 1840015"/>
                <a:gd name="connsiteX2283" fmla="*/ 1232365 w 3419947"/>
                <a:gd name="connsiteY2283" fmla="*/ 6715 h 1840015"/>
                <a:gd name="connsiteX2284" fmla="*/ 1239092 w 3419947"/>
                <a:gd name="connsiteY2284" fmla="*/ 0 h 1840015"/>
                <a:gd name="connsiteX2285" fmla="*/ 1243128 w 3419947"/>
                <a:gd name="connsiteY2285" fmla="*/ 0 h 1840015"/>
                <a:gd name="connsiteX2286" fmla="*/ 1249855 w 3419947"/>
                <a:gd name="connsiteY2286" fmla="*/ 6715 h 1840015"/>
                <a:gd name="connsiteX2287" fmla="*/ 1255236 w 3419947"/>
                <a:gd name="connsiteY2287" fmla="*/ 1343 h 1840015"/>
                <a:gd name="connsiteX2288" fmla="*/ 1259273 w 3419947"/>
                <a:gd name="connsiteY2288" fmla="*/ 1343 h 1840015"/>
                <a:gd name="connsiteX2289" fmla="*/ 1261963 w 3419947"/>
                <a:gd name="connsiteY2289" fmla="*/ 9402 h 1840015"/>
                <a:gd name="connsiteX2290" fmla="*/ 1268690 w 3419947"/>
                <a:gd name="connsiteY2290" fmla="*/ 10745 h 1840015"/>
                <a:gd name="connsiteX2291" fmla="*/ 1275417 w 3419947"/>
                <a:gd name="connsiteY2291" fmla="*/ 5372 h 1840015"/>
                <a:gd name="connsiteX2292" fmla="*/ 1278108 w 3419947"/>
                <a:gd name="connsiteY2292" fmla="*/ 6715 h 1840015"/>
                <a:gd name="connsiteX2293" fmla="*/ 1278108 w 3419947"/>
                <a:gd name="connsiteY2293" fmla="*/ 13431 h 1840015"/>
                <a:gd name="connsiteX2294" fmla="*/ 1279453 w 3419947"/>
                <a:gd name="connsiteY2294" fmla="*/ 16117 h 1840015"/>
                <a:gd name="connsiteX2295" fmla="*/ 1287525 w 3419947"/>
                <a:gd name="connsiteY2295" fmla="*/ 18803 h 1840015"/>
                <a:gd name="connsiteX2296" fmla="*/ 1287525 w 3419947"/>
                <a:gd name="connsiteY2296" fmla="*/ 21489 h 1840015"/>
                <a:gd name="connsiteX2297" fmla="*/ 1282144 w 3419947"/>
                <a:gd name="connsiteY2297" fmla="*/ 24175 h 1840015"/>
                <a:gd name="connsiteX2298" fmla="*/ 1282144 w 3419947"/>
                <a:gd name="connsiteY2298" fmla="*/ 26862 h 1840015"/>
                <a:gd name="connsiteX2299" fmla="*/ 1279453 w 3419947"/>
                <a:gd name="connsiteY2299" fmla="*/ 30891 h 1840015"/>
                <a:gd name="connsiteX2300" fmla="*/ 1280798 w 3419947"/>
                <a:gd name="connsiteY2300" fmla="*/ 36263 h 1840015"/>
                <a:gd name="connsiteX2301" fmla="*/ 1275417 w 3419947"/>
                <a:gd name="connsiteY2301" fmla="*/ 44322 h 1840015"/>
                <a:gd name="connsiteX2302" fmla="*/ 1270035 w 3419947"/>
                <a:gd name="connsiteY2302" fmla="*/ 45665 h 1840015"/>
                <a:gd name="connsiteX2303" fmla="*/ 1266000 w 3419947"/>
                <a:gd name="connsiteY2303" fmla="*/ 52380 h 1840015"/>
                <a:gd name="connsiteX2304" fmla="*/ 1270035 w 3419947"/>
                <a:gd name="connsiteY2304" fmla="*/ 53723 h 1840015"/>
                <a:gd name="connsiteX2305" fmla="*/ 1282144 w 3419947"/>
                <a:gd name="connsiteY2305" fmla="*/ 49694 h 1840015"/>
                <a:gd name="connsiteX2306" fmla="*/ 1290216 w 3419947"/>
                <a:gd name="connsiteY2306" fmla="*/ 37606 h 1840015"/>
                <a:gd name="connsiteX2307" fmla="*/ 1294252 w 3419947"/>
                <a:gd name="connsiteY2307" fmla="*/ 38949 h 1840015"/>
                <a:gd name="connsiteX2308" fmla="*/ 1294252 w 3419947"/>
                <a:gd name="connsiteY2308" fmla="*/ 42978 h 1840015"/>
                <a:gd name="connsiteX2309" fmla="*/ 1290216 w 3419947"/>
                <a:gd name="connsiteY2309" fmla="*/ 48351 h 1840015"/>
                <a:gd name="connsiteX2310" fmla="*/ 1290216 w 3419947"/>
                <a:gd name="connsiteY2310" fmla="*/ 52380 h 1840015"/>
                <a:gd name="connsiteX2311" fmla="*/ 1295598 w 3419947"/>
                <a:gd name="connsiteY2311" fmla="*/ 52380 h 1840015"/>
                <a:gd name="connsiteX2312" fmla="*/ 1299634 w 3419947"/>
                <a:gd name="connsiteY2312" fmla="*/ 45665 h 1840015"/>
                <a:gd name="connsiteX2313" fmla="*/ 1305015 w 3419947"/>
                <a:gd name="connsiteY2313" fmla="*/ 42978 h 1840015"/>
                <a:gd name="connsiteX2314" fmla="*/ 1307706 w 3419947"/>
                <a:gd name="connsiteY2314" fmla="*/ 45665 h 1840015"/>
                <a:gd name="connsiteX2315" fmla="*/ 1314433 w 3419947"/>
                <a:gd name="connsiteY2315" fmla="*/ 45665 h 1840015"/>
                <a:gd name="connsiteX2316" fmla="*/ 1315778 w 3419947"/>
                <a:gd name="connsiteY2316" fmla="*/ 40292 h 1840015"/>
                <a:gd name="connsiteX2317" fmla="*/ 1318469 w 3419947"/>
                <a:gd name="connsiteY2317" fmla="*/ 40292 h 1840015"/>
                <a:gd name="connsiteX2318" fmla="*/ 1322505 w 3419947"/>
                <a:gd name="connsiteY2318" fmla="*/ 42978 h 1840015"/>
                <a:gd name="connsiteX2319" fmla="*/ 1326541 w 3419947"/>
                <a:gd name="connsiteY2319" fmla="*/ 40292 h 1840015"/>
                <a:gd name="connsiteX2320" fmla="*/ 1333268 w 3419947"/>
                <a:gd name="connsiteY2320" fmla="*/ 47008 h 1840015"/>
                <a:gd name="connsiteX2321" fmla="*/ 1333268 w 3419947"/>
                <a:gd name="connsiteY2321" fmla="*/ 52380 h 1840015"/>
                <a:gd name="connsiteX2322" fmla="*/ 1335959 w 3419947"/>
                <a:gd name="connsiteY2322" fmla="*/ 60438 h 1840015"/>
                <a:gd name="connsiteX2323" fmla="*/ 1334613 w 3419947"/>
                <a:gd name="connsiteY2323" fmla="*/ 63125 h 1840015"/>
                <a:gd name="connsiteX2324" fmla="*/ 1334613 w 3419947"/>
                <a:gd name="connsiteY2324" fmla="*/ 68497 h 1840015"/>
                <a:gd name="connsiteX2325" fmla="*/ 1330577 w 3419947"/>
                <a:gd name="connsiteY2325" fmla="*/ 75212 h 1840015"/>
                <a:gd name="connsiteX2326" fmla="*/ 1337304 w 3419947"/>
                <a:gd name="connsiteY2326" fmla="*/ 85957 h 1840015"/>
                <a:gd name="connsiteX2327" fmla="*/ 1337304 w 3419947"/>
                <a:gd name="connsiteY2327" fmla="*/ 91329 h 1840015"/>
                <a:gd name="connsiteX2328" fmla="*/ 1333268 w 3419947"/>
                <a:gd name="connsiteY2328" fmla="*/ 92672 h 1840015"/>
                <a:gd name="connsiteX2329" fmla="*/ 1329232 w 3419947"/>
                <a:gd name="connsiteY2329" fmla="*/ 96702 h 1840015"/>
                <a:gd name="connsiteX2330" fmla="*/ 1333268 w 3419947"/>
                <a:gd name="connsiteY2330" fmla="*/ 98045 h 1840015"/>
                <a:gd name="connsiteX2331" fmla="*/ 1342686 w 3419947"/>
                <a:gd name="connsiteY2331" fmla="*/ 95358 h 1840015"/>
                <a:gd name="connsiteX2332" fmla="*/ 1349413 w 3419947"/>
                <a:gd name="connsiteY2332" fmla="*/ 88643 h 1840015"/>
                <a:gd name="connsiteX2333" fmla="*/ 1357485 w 3419947"/>
                <a:gd name="connsiteY2333" fmla="*/ 88643 h 1840015"/>
                <a:gd name="connsiteX2334" fmla="*/ 1361521 w 3419947"/>
                <a:gd name="connsiteY2334" fmla="*/ 81928 h 1840015"/>
                <a:gd name="connsiteX2335" fmla="*/ 1360176 w 3419947"/>
                <a:gd name="connsiteY2335" fmla="*/ 72526 h 1840015"/>
                <a:gd name="connsiteX2336" fmla="*/ 1357485 w 3419947"/>
                <a:gd name="connsiteY2336" fmla="*/ 65811 h 1840015"/>
                <a:gd name="connsiteX2337" fmla="*/ 1354794 w 3419947"/>
                <a:gd name="connsiteY2337" fmla="*/ 65811 h 1840015"/>
                <a:gd name="connsiteX2338" fmla="*/ 1350758 w 3419947"/>
                <a:gd name="connsiteY2338" fmla="*/ 64468 h 1840015"/>
                <a:gd name="connsiteX2339" fmla="*/ 1350758 w 3419947"/>
                <a:gd name="connsiteY2339" fmla="*/ 59095 h 1840015"/>
                <a:gd name="connsiteX2340" fmla="*/ 1353449 w 3419947"/>
                <a:gd name="connsiteY2340" fmla="*/ 57752 h 1840015"/>
                <a:gd name="connsiteX2341" fmla="*/ 1357485 w 3419947"/>
                <a:gd name="connsiteY2341" fmla="*/ 57752 h 1840015"/>
                <a:gd name="connsiteX2342" fmla="*/ 1360176 w 3419947"/>
                <a:gd name="connsiteY2342" fmla="*/ 59095 h 1840015"/>
                <a:gd name="connsiteX2343" fmla="*/ 1364212 w 3419947"/>
                <a:gd name="connsiteY2343" fmla="*/ 57752 h 1840015"/>
                <a:gd name="connsiteX2344" fmla="*/ 1373630 w 3419947"/>
                <a:gd name="connsiteY2344" fmla="*/ 55066 h 1840015"/>
                <a:gd name="connsiteX2345" fmla="*/ 1380357 w 3419947"/>
                <a:gd name="connsiteY2345" fmla="*/ 48351 h 1840015"/>
                <a:gd name="connsiteX2346" fmla="*/ 1384393 w 3419947"/>
                <a:gd name="connsiteY2346" fmla="*/ 49694 h 1840015"/>
                <a:gd name="connsiteX2347" fmla="*/ 1392465 w 3419947"/>
                <a:gd name="connsiteY2347" fmla="*/ 49694 h 1840015"/>
                <a:gd name="connsiteX2348" fmla="*/ 1393810 w 3419947"/>
                <a:gd name="connsiteY2348" fmla="*/ 44322 h 1840015"/>
                <a:gd name="connsiteX2349" fmla="*/ 1399192 w 3419947"/>
                <a:gd name="connsiteY2349" fmla="*/ 40292 h 1840015"/>
                <a:gd name="connsiteX2350" fmla="*/ 1400537 w 3419947"/>
                <a:gd name="connsiteY2350" fmla="*/ 41635 h 1840015"/>
                <a:gd name="connsiteX2351" fmla="*/ 1404573 w 3419947"/>
                <a:gd name="connsiteY2351" fmla="*/ 37606 h 1840015"/>
                <a:gd name="connsiteX2352" fmla="*/ 1409955 w 3419947"/>
                <a:gd name="connsiteY2352" fmla="*/ 36263 h 1840015"/>
                <a:gd name="connsiteX2353" fmla="*/ 1412646 w 3419947"/>
                <a:gd name="connsiteY2353" fmla="*/ 37606 h 1840015"/>
                <a:gd name="connsiteX2354" fmla="*/ 1418027 w 3419947"/>
                <a:gd name="connsiteY2354" fmla="*/ 36263 h 1840015"/>
                <a:gd name="connsiteX2355" fmla="*/ 1419372 w 3419947"/>
                <a:gd name="connsiteY2355" fmla="*/ 38949 h 1840015"/>
                <a:gd name="connsiteX2356" fmla="*/ 1418027 w 3419947"/>
                <a:gd name="connsiteY2356" fmla="*/ 41635 h 1840015"/>
                <a:gd name="connsiteX2357" fmla="*/ 1419372 w 3419947"/>
                <a:gd name="connsiteY2357" fmla="*/ 45665 h 1840015"/>
                <a:gd name="connsiteX2358" fmla="*/ 1431481 w 3419947"/>
                <a:gd name="connsiteY2358" fmla="*/ 44322 h 1840015"/>
                <a:gd name="connsiteX2359" fmla="*/ 1432826 w 3419947"/>
                <a:gd name="connsiteY2359" fmla="*/ 45665 h 1840015"/>
                <a:gd name="connsiteX2360" fmla="*/ 1438208 w 3419947"/>
                <a:gd name="connsiteY2360" fmla="*/ 47008 h 1840015"/>
                <a:gd name="connsiteX2361" fmla="*/ 1458388 w 3419947"/>
                <a:gd name="connsiteY2361" fmla="*/ 57752 h 1840015"/>
                <a:gd name="connsiteX2362" fmla="*/ 1462424 w 3419947"/>
                <a:gd name="connsiteY2362" fmla="*/ 59095 h 1840015"/>
                <a:gd name="connsiteX2363" fmla="*/ 1465115 w 3419947"/>
                <a:gd name="connsiteY2363" fmla="*/ 64468 h 1840015"/>
                <a:gd name="connsiteX2364" fmla="*/ 1465115 w 3419947"/>
                <a:gd name="connsiteY2364" fmla="*/ 68497 h 1840015"/>
                <a:gd name="connsiteX2365" fmla="*/ 1474533 w 3419947"/>
                <a:gd name="connsiteY2365" fmla="*/ 79242 h 1840015"/>
                <a:gd name="connsiteX2366" fmla="*/ 1465115 w 3419947"/>
                <a:gd name="connsiteY2366" fmla="*/ 79242 h 1840015"/>
                <a:gd name="connsiteX2367" fmla="*/ 1465115 w 3419947"/>
                <a:gd name="connsiteY2367" fmla="*/ 75212 h 1840015"/>
                <a:gd name="connsiteX2368" fmla="*/ 1467806 w 3419947"/>
                <a:gd name="connsiteY2368" fmla="*/ 72526 h 1840015"/>
                <a:gd name="connsiteX2369" fmla="*/ 1469151 w 3419947"/>
                <a:gd name="connsiteY2369" fmla="*/ 69840 h 1840015"/>
                <a:gd name="connsiteX2370" fmla="*/ 1466461 w 3419947"/>
                <a:gd name="connsiteY2370" fmla="*/ 67154 h 1840015"/>
                <a:gd name="connsiteX2371" fmla="*/ 1461079 w 3419947"/>
                <a:gd name="connsiteY2371" fmla="*/ 67154 h 1840015"/>
                <a:gd name="connsiteX2372" fmla="*/ 1461079 w 3419947"/>
                <a:gd name="connsiteY2372" fmla="*/ 61782 h 1840015"/>
                <a:gd name="connsiteX2373" fmla="*/ 1465115 w 3419947"/>
                <a:gd name="connsiteY2373" fmla="*/ 59095 h 1840015"/>
                <a:gd name="connsiteX2374" fmla="*/ 1469151 w 3419947"/>
                <a:gd name="connsiteY2374" fmla="*/ 59095 h 1840015"/>
                <a:gd name="connsiteX2375" fmla="*/ 1471842 w 3419947"/>
                <a:gd name="connsiteY2375" fmla="*/ 63125 h 1840015"/>
                <a:gd name="connsiteX2376" fmla="*/ 1475878 w 3419947"/>
                <a:gd name="connsiteY2376" fmla="*/ 67154 h 1840015"/>
                <a:gd name="connsiteX2377" fmla="*/ 1475878 w 3419947"/>
                <a:gd name="connsiteY2377" fmla="*/ 71183 h 1840015"/>
                <a:gd name="connsiteX2378" fmla="*/ 1482605 w 3419947"/>
                <a:gd name="connsiteY2378" fmla="*/ 77899 h 1840015"/>
                <a:gd name="connsiteX2379" fmla="*/ 1483950 w 3419947"/>
                <a:gd name="connsiteY2379" fmla="*/ 83271 h 1840015"/>
                <a:gd name="connsiteX2380" fmla="*/ 1486641 w 3419947"/>
                <a:gd name="connsiteY2380" fmla="*/ 84614 h 1840015"/>
                <a:gd name="connsiteX2381" fmla="*/ 1489332 w 3419947"/>
                <a:gd name="connsiteY2381" fmla="*/ 83271 h 1840015"/>
                <a:gd name="connsiteX2382" fmla="*/ 1490677 w 3419947"/>
                <a:gd name="connsiteY2382" fmla="*/ 83271 h 1840015"/>
                <a:gd name="connsiteX2383" fmla="*/ 1493368 w 3419947"/>
                <a:gd name="connsiteY2383" fmla="*/ 85957 h 1840015"/>
                <a:gd name="connsiteX2384" fmla="*/ 1497404 w 3419947"/>
                <a:gd name="connsiteY2384" fmla="*/ 91329 h 1840015"/>
                <a:gd name="connsiteX2385" fmla="*/ 1497404 w 3419947"/>
                <a:gd name="connsiteY2385" fmla="*/ 96702 h 1840015"/>
                <a:gd name="connsiteX2386" fmla="*/ 1501440 w 3419947"/>
                <a:gd name="connsiteY2386" fmla="*/ 102074 h 1840015"/>
                <a:gd name="connsiteX2387" fmla="*/ 1501440 w 3419947"/>
                <a:gd name="connsiteY2387" fmla="*/ 106103 h 1840015"/>
                <a:gd name="connsiteX2388" fmla="*/ 1500095 w 3419947"/>
                <a:gd name="connsiteY2388" fmla="*/ 106103 h 1840015"/>
                <a:gd name="connsiteX2389" fmla="*/ 1500095 w 3419947"/>
                <a:gd name="connsiteY2389" fmla="*/ 103417 h 1840015"/>
                <a:gd name="connsiteX2390" fmla="*/ 1497404 w 3419947"/>
                <a:gd name="connsiteY2390" fmla="*/ 100731 h 1840015"/>
                <a:gd name="connsiteX2391" fmla="*/ 1496059 w 3419947"/>
                <a:gd name="connsiteY2391" fmla="*/ 100731 h 1840015"/>
                <a:gd name="connsiteX2392" fmla="*/ 1493368 w 3419947"/>
                <a:gd name="connsiteY2392" fmla="*/ 103417 h 1840015"/>
                <a:gd name="connsiteX2393" fmla="*/ 1489332 w 3419947"/>
                <a:gd name="connsiteY2393" fmla="*/ 99388 h 1840015"/>
                <a:gd name="connsiteX2394" fmla="*/ 1479914 w 3419947"/>
                <a:gd name="connsiteY2394" fmla="*/ 95358 h 1840015"/>
                <a:gd name="connsiteX2395" fmla="*/ 1473187 w 3419947"/>
                <a:gd name="connsiteY2395" fmla="*/ 95358 h 1840015"/>
                <a:gd name="connsiteX2396" fmla="*/ 1471842 w 3419947"/>
                <a:gd name="connsiteY2396" fmla="*/ 96702 h 1840015"/>
                <a:gd name="connsiteX2397" fmla="*/ 1475878 w 3419947"/>
                <a:gd name="connsiteY2397" fmla="*/ 100731 h 1840015"/>
                <a:gd name="connsiteX2398" fmla="*/ 1482605 w 3419947"/>
                <a:gd name="connsiteY2398" fmla="*/ 102074 h 1840015"/>
                <a:gd name="connsiteX2399" fmla="*/ 1485296 w 3419947"/>
                <a:gd name="connsiteY2399" fmla="*/ 103417 h 1840015"/>
                <a:gd name="connsiteX2400" fmla="*/ 1483950 w 3419947"/>
                <a:gd name="connsiteY2400" fmla="*/ 104760 h 1840015"/>
                <a:gd name="connsiteX2401" fmla="*/ 1486641 w 3419947"/>
                <a:gd name="connsiteY2401" fmla="*/ 111475 h 1840015"/>
                <a:gd name="connsiteX2402" fmla="*/ 1489332 w 3419947"/>
                <a:gd name="connsiteY2402" fmla="*/ 114162 h 1840015"/>
                <a:gd name="connsiteX2403" fmla="*/ 1492023 w 3419947"/>
                <a:gd name="connsiteY2403" fmla="*/ 112818 h 1840015"/>
                <a:gd name="connsiteX2404" fmla="*/ 1494714 w 3419947"/>
                <a:gd name="connsiteY2404" fmla="*/ 107446 h 1840015"/>
                <a:gd name="connsiteX2405" fmla="*/ 1496059 w 3419947"/>
                <a:gd name="connsiteY2405" fmla="*/ 107446 h 1840015"/>
                <a:gd name="connsiteX2406" fmla="*/ 1498750 w 3419947"/>
                <a:gd name="connsiteY2406" fmla="*/ 111475 h 1840015"/>
                <a:gd name="connsiteX2407" fmla="*/ 1502785 w 3419947"/>
                <a:gd name="connsiteY2407" fmla="*/ 114162 h 1840015"/>
                <a:gd name="connsiteX2408" fmla="*/ 1505476 w 3419947"/>
                <a:gd name="connsiteY2408" fmla="*/ 112818 h 1840015"/>
                <a:gd name="connsiteX2409" fmla="*/ 1508167 w 3419947"/>
                <a:gd name="connsiteY2409" fmla="*/ 114162 h 1840015"/>
                <a:gd name="connsiteX2410" fmla="*/ 1509512 w 3419947"/>
                <a:gd name="connsiteY2410" fmla="*/ 118191 h 1840015"/>
                <a:gd name="connsiteX2411" fmla="*/ 1508167 w 3419947"/>
                <a:gd name="connsiteY2411" fmla="*/ 120877 h 1840015"/>
                <a:gd name="connsiteX2412" fmla="*/ 1513549 w 3419947"/>
                <a:gd name="connsiteY2412" fmla="*/ 128935 h 1840015"/>
                <a:gd name="connsiteX2413" fmla="*/ 1514894 w 3419947"/>
                <a:gd name="connsiteY2413" fmla="*/ 138337 h 1840015"/>
                <a:gd name="connsiteX2414" fmla="*/ 1514894 w 3419947"/>
                <a:gd name="connsiteY2414" fmla="*/ 147738 h 1840015"/>
                <a:gd name="connsiteX2415" fmla="*/ 1510858 w 3419947"/>
                <a:gd name="connsiteY2415" fmla="*/ 155797 h 1840015"/>
                <a:gd name="connsiteX2416" fmla="*/ 1508167 w 3419947"/>
                <a:gd name="connsiteY2416" fmla="*/ 157140 h 1840015"/>
                <a:gd name="connsiteX2417" fmla="*/ 1506822 w 3419947"/>
                <a:gd name="connsiteY2417" fmla="*/ 161169 h 1840015"/>
                <a:gd name="connsiteX2418" fmla="*/ 1508167 w 3419947"/>
                <a:gd name="connsiteY2418" fmla="*/ 166542 h 1840015"/>
                <a:gd name="connsiteX2419" fmla="*/ 1504131 w 3419947"/>
                <a:gd name="connsiteY2419" fmla="*/ 173257 h 1840015"/>
                <a:gd name="connsiteX2420" fmla="*/ 1504131 w 3419947"/>
                <a:gd name="connsiteY2420" fmla="*/ 175943 h 1840015"/>
                <a:gd name="connsiteX2421" fmla="*/ 1506822 w 3419947"/>
                <a:gd name="connsiteY2421" fmla="*/ 179972 h 1840015"/>
                <a:gd name="connsiteX2422" fmla="*/ 1506822 w 3419947"/>
                <a:gd name="connsiteY2422" fmla="*/ 184002 h 1840015"/>
                <a:gd name="connsiteX2423" fmla="*/ 1500095 w 3419947"/>
                <a:gd name="connsiteY2423" fmla="*/ 186688 h 1840015"/>
                <a:gd name="connsiteX2424" fmla="*/ 1498750 w 3419947"/>
                <a:gd name="connsiteY2424" fmla="*/ 192060 h 1840015"/>
                <a:gd name="connsiteX2425" fmla="*/ 1500095 w 3419947"/>
                <a:gd name="connsiteY2425" fmla="*/ 194746 h 1840015"/>
                <a:gd name="connsiteX2426" fmla="*/ 1496059 w 3419947"/>
                <a:gd name="connsiteY2426" fmla="*/ 202805 h 1840015"/>
                <a:gd name="connsiteX2427" fmla="*/ 1493368 w 3419947"/>
                <a:gd name="connsiteY2427" fmla="*/ 206834 h 1840015"/>
                <a:gd name="connsiteX2428" fmla="*/ 1494714 w 3419947"/>
                <a:gd name="connsiteY2428" fmla="*/ 209520 h 1840015"/>
                <a:gd name="connsiteX2429" fmla="*/ 1492023 w 3419947"/>
                <a:gd name="connsiteY2429" fmla="*/ 214892 h 1840015"/>
                <a:gd name="connsiteX2430" fmla="*/ 1487987 w 3419947"/>
                <a:gd name="connsiteY2430" fmla="*/ 217578 h 1840015"/>
                <a:gd name="connsiteX2431" fmla="*/ 1481260 w 3419947"/>
                <a:gd name="connsiteY2431" fmla="*/ 222951 h 1840015"/>
                <a:gd name="connsiteX2432" fmla="*/ 1475878 w 3419947"/>
                <a:gd name="connsiteY2432" fmla="*/ 222951 h 1840015"/>
                <a:gd name="connsiteX2433" fmla="*/ 1481260 w 3419947"/>
                <a:gd name="connsiteY2433" fmla="*/ 224294 h 1840015"/>
                <a:gd name="connsiteX2434" fmla="*/ 1485296 w 3419947"/>
                <a:gd name="connsiteY2434" fmla="*/ 224294 h 1840015"/>
                <a:gd name="connsiteX2435" fmla="*/ 1487987 w 3419947"/>
                <a:gd name="connsiteY2435" fmla="*/ 220265 h 1840015"/>
                <a:gd name="connsiteX2436" fmla="*/ 1489332 w 3419947"/>
                <a:gd name="connsiteY2436" fmla="*/ 220265 h 1840015"/>
                <a:gd name="connsiteX2437" fmla="*/ 1492023 w 3419947"/>
                <a:gd name="connsiteY2437" fmla="*/ 226980 h 1840015"/>
                <a:gd name="connsiteX2438" fmla="*/ 1487987 w 3419947"/>
                <a:gd name="connsiteY2438" fmla="*/ 236382 h 1840015"/>
                <a:gd name="connsiteX2439" fmla="*/ 1483950 w 3419947"/>
                <a:gd name="connsiteY2439" fmla="*/ 241754 h 1840015"/>
                <a:gd name="connsiteX2440" fmla="*/ 1481260 w 3419947"/>
                <a:gd name="connsiteY2440" fmla="*/ 253842 h 1840015"/>
                <a:gd name="connsiteX2441" fmla="*/ 1483950 w 3419947"/>
                <a:gd name="connsiteY2441" fmla="*/ 259214 h 1840015"/>
                <a:gd name="connsiteX2442" fmla="*/ 1485296 w 3419947"/>
                <a:gd name="connsiteY2442" fmla="*/ 263243 h 1840015"/>
                <a:gd name="connsiteX2443" fmla="*/ 1481260 w 3419947"/>
                <a:gd name="connsiteY2443" fmla="*/ 273988 h 1840015"/>
                <a:gd name="connsiteX2444" fmla="*/ 1474533 w 3419947"/>
                <a:gd name="connsiteY2444" fmla="*/ 276674 h 1840015"/>
                <a:gd name="connsiteX2445" fmla="*/ 1473187 w 3419947"/>
                <a:gd name="connsiteY2445" fmla="*/ 275331 h 1840015"/>
                <a:gd name="connsiteX2446" fmla="*/ 1470497 w 3419947"/>
                <a:gd name="connsiteY2446" fmla="*/ 275331 h 1840015"/>
                <a:gd name="connsiteX2447" fmla="*/ 1469151 w 3419947"/>
                <a:gd name="connsiteY2447" fmla="*/ 278017 h 1840015"/>
                <a:gd name="connsiteX2448" fmla="*/ 1470497 w 3419947"/>
                <a:gd name="connsiteY2448" fmla="*/ 280703 h 1840015"/>
                <a:gd name="connsiteX2449" fmla="*/ 1473187 w 3419947"/>
                <a:gd name="connsiteY2449" fmla="*/ 291448 h 1840015"/>
                <a:gd name="connsiteX2450" fmla="*/ 1471842 w 3419947"/>
                <a:gd name="connsiteY2450" fmla="*/ 295477 h 1840015"/>
                <a:gd name="connsiteX2451" fmla="*/ 1466461 w 3419947"/>
                <a:gd name="connsiteY2451" fmla="*/ 298163 h 1840015"/>
                <a:gd name="connsiteX2452" fmla="*/ 1463770 w 3419947"/>
                <a:gd name="connsiteY2452" fmla="*/ 304878 h 1840015"/>
                <a:gd name="connsiteX2453" fmla="*/ 1466461 w 3419947"/>
                <a:gd name="connsiteY2453" fmla="*/ 311594 h 1840015"/>
                <a:gd name="connsiteX2454" fmla="*/ 1466461 w 3419947"/>
                <a:gd name="connsiteY2454" fmla="*/ 318309 h 1840015"/>
                <a:gd name="connsiteX2455" fmla="*/ 1463770 w 3419947"/>
                <a:gd name="connsiteY2455" fmla="*/ 320995 h 1840015"/>
                <a:gd name="connsiteX2456" fmla="*/ 1463770 w 3419947"/>
                <a:gd name="connsiteY2456" fmla="*/ 325025 h 1840015"/>
                <a:gd name="connsiteX2457" fmla="*/ 1467806 w 3419947"/>
                <a:gd name="connsiteY2457" fmla="*/ 327711 h 1840015"/>
                <a:gd name="connsiteX2458" fmla="*/ 1463770 w 3419947"/>
                <a:gd name="connsiteY2458" fmla="*/ 341142 h 1840015"/>
                <a:gd name="connsiteX2459" fmla="*/ 1459734 w 3419947"/>
                <a:gd name="connsiteY2459" fmla="*/ 343828 h 1840015"/>
                <a:gd name="connsiteX2460" fmla="*/ 1458388 w 3419947"/>
                <a:gd name="connsiteY2460" fmla="*/ 349200 h 1840015"/>
                <a:gd name="connsiteX2461" fmla="*/ 1459734 w 3419947"/>
                <a:gd name="connsiteY2461" fmla="*/ 346514 h 1840015"/>
                <a:gd name="connsiteX2462" fmla="*/ 1465115 w 3419947"/>
                <a:gd name="connsiteY2462" fmla="*/ 346514 h 1840015"/>
                <a:gd name="connsiteX2463" fmla="*/ 1470497 w 3419947"/>
                <a:gd name="connsiteY2463" fmla="*/ 341142 h 1840015"/>
                <a:gd name="connsiteX2464" fmla="*/ 1473187 w 3419947"/>
                <a:gd name="connsiteY2464" fmla="*/ 335769 h 1840015"/>
                <a:gd name="connsiteX2465" fmla="*/ 1471842 w 3419947"/>
                <a:gd name="connsiteY2465" fmla="*/ 333083 h 1840015"/>
                <a:gd name="connsiteX2466" fmla="*/ 1473187 w 3419947"/>
                <a:gd name="connsiteY2466" fmla="*/ 329054 h 1840015"/>
                <a:gd name="connsiteX2467" fmla="*/ 1479914 w 3419947"/>
                <a:gd name="connsiteY2467" fmla="*/ 329054 h 1840015"/>
                <a:gd name="connsiteX2468" fmla="*/ 1483950 w 3419947"/>
                <a:gd name="connsiteY2468" fmla="*/ 327711 h 1840015"/>
                <a:gd name="connsiteX2469" fmla="*/ 1479914 w 3419947"/>
                <a:gd name="connsiteY2469" fmla="*/ 326368 h 1840015"/>
                <a:gd name="connsiteX2470" fmla="*/ 1471842 w 3419947"/>
                <a:gd name="connsiteY2470" fmla="*/ 316966 h 1840015"/>
                <a:gd name="connsiteX2471" fmla="*/ 1469151 w 3419947"/>
                <a:gd name="connsiteY2471" fmla="*/ 310251 h 1840015"/>
                <a:gd name="connsiteX2472" fmla="*/ 1471842 w 3419947"/>
                <a:gd name="connsiteY2472" fmla="*/ 304878 h 1840015"/>
                <a:gd name="connsiteX2473" fmla="*/ 1481260 w 3419947"/>
                <a:gd name="connsiteY2473" fmla="*/ 303535 h 1840015"/>
                <a:gd name="connsiteX2474" fmla="*/ 1490677 w 3419947"/>
                <a:gd name="connsiteY2474" fmla="*/ 302192 h 1840015"/>
                <a:gd name="connsiteX2475" fmla="*/ 1498750 w 3419947"/>
                <a:gd name="connsiteY2475" fmla="*/ 295477 h 1840015"/>
                <a:gd name="connsiteX2476" fmla="*/ 1502785 w 3419947"/>
                <a:gd name="connsiteY2476" fmla="*/ 295477 h 1840015"/>
                <a:gd name="connsiteX2477" fmla="*/ 1505476 w 3419947"/>
                <a:gd name="connsiteY2477" fmla="*/ 292791 h 1840015"/>
                <a:gd name="connsiteX2478" fmla="*/ 1502785 w 3419947"/>
                <a:gd name="connsiteY2478" fmla="*/ 288762 h 1840015"/>
                <a:gd name="connsiteX2479" fmla="*/ 1510858 w 3419947"/>
                <a:gd name="connsiteY2479" fmla="*/ 282046 h 1840015"/>
                <a:gd name="connsiteX2480" fmla="*/ 1514894 w 3419947"/>
                <a:gd name="connsiteY2480" fmla="*/ 275331 h 1840015"/>
                <a:gd name="connsiteX2481" fmla="*/ 1512203 w 3419947"/>
                <a:gd name="connsiteY2481" fmla="*/ 269959 h 1840015"/>
                <a:gd name="connsiteX2482" fmla="*/ 1512203 w 3419947"/>
                <a:gd name="connsiteY2482" fmla="*/ 267272 h 1840015"/>
                <a:gd name="connsiteX2483" fmla="*/ 1517585 w 3419947"/>
                <a:gd name="connsiteY2483" fmla="*/ 269959 h 1840015"/>
                <a:gd name="connsiteX2484" fmla="*/ 1524312 w 3419947"/>
                <a:gd name="connsiteY2484" fmla="*/ 267272 h 1840015"/>
                <a:gd name="connsiteX2485" fmla="*/ 1528348 w 3419947"/>
                <a:gd name="connsiteY2485" fmla="*/ 261900 h 1840015"/>
                <a:gd name="connsiteX2486" fmla="*/ 1525657 w 3419947"/>
                <a:gd name="connsiteY2486" fmla="*/ 257871 h 1840015"/>
                <a:gd name="connsiteX2487" fmla="*/ 1535075 w 3419947"/>
                <a:gd name="connsiteY2487" fmla="*/ 251155 h 1840015"/>
                <a:gd name="connsiteX2488" fmla="*/ 1535075 w 3419947"/>
                <a:gd name="connsiteY2488" fmla="*/ 245783 h 1840015"/>
                <a:gd name="connsiteX2489" fmla="*/ 1532384 w 3419947"/>
                <a:gd name="connsiteY2489" fmla="*/ 241754 h 1840015"/>
                <a:gd name="connsiteX2490" fmla="*/ 1522966 w 3419947"/>
                <a:gd name="connsiteY2490" fmla="*/ 247126 h 1840015"/>
                <a:gd name="connsiteX2491" fmla="*/ 1521621 w 3419947"/>
                <a:gd name="connsiteY2491" fmla="*/ 251155 h 1840015"/>
                <a:gd name="connsiteX2492" fmla="*/ 1513549 w 3419947"/>
                <a:gd name="connsiteY2492" fmla="*/ 256528 h 1840015"/>
                <a:gd name="connsiteX2493" fmla="*/ 1508167 w 3419947"/>
                <a:gd name="connsiteY2493" fmla="*/ 253842 h 1840015"/>
                <a:gd name="connsiteX2494" fmla="*/ 1504131 w 3419947"/>
                <a:gd name="connsiteY2494" fmla="*/ 247126 h 1840015"/>
                <a:gd name="connsiteX2495" fmla="*/ 1508167 w 3419947"/>
                <a:gd name="connsiteY2495" fmla="*/ 241754 h 1840015"/>
                <a:gd name="connsiteX2496" fmla="*/ 1506822 w 3419947"/>
                <a:gd name="connsiteY2496" fmla="*/ 233695 h 1840015"/>
                <a:gd name="connsiteX2497" fmla="*/ 1512203 w 3419947"/>
                <a:gd name="connsiteY2497" fmla="*/ 229666 h 1840015"/>
                <a:gd name="connsiteX2498" fmla="*/ 1520276 w 3419947"/>
                <a:gd name="connsiteY2498" fmla="*/ 229666 h 1840015"/>
                <a:gd name="connsiteX2499" fmla="*/ 1529693 w 3419947"/>
                <a:gd name="connsiteY2499" fmla="*/ 235038 h 1840015"/>
                <a:gd name="connsiteX2500" fmla="*/ 1533729 w 3419947"/>
                <a:gd name="connsiteY2500" fmla="*/ 231009 h 1840015"/>
                <a:gd name="connsiteX2501" fmla="*/ 1533729 w 3419947"/>
                <a:gd name="connsiteY2501" fmla="*/ 225637 h 1840015"/>
                <a:gd name="connsiteX2502" fmla="*/ 1540456 w 3419947"/>
                <a:gd name="connsiteY2502" fmla="*/ 222951 h 1840015"/>
                <a:gd name="connsiteX2503" fmla="*/ 1541802 w 3419947"/>
                <a:gd name="connsiteY2503" fmla="*/ 226980 h 1840015"/>
                <a:gd name="connsiteX2504" fmla="*/ 1539111 w 3419947"/>
                <a:gd name="connsiteY2504" fmla="*/ 229666 h 1840015"/>
                <a:gd name="connsiteX2505" fmla="*/ 1539111 w 3419947"/>
                <a:gd name="connsiteY2505" fmla="*/ 235038 h 1840015"/>
                <a:gd name="connsiteX2506" fmla="*/ 1552565 w 3419947"/>
                <a:gd name="connsiteY2506" fmla="*/ 245783 h 1840015"/>
                <a:gd name="connsiteX2507" fmla="*/ 1559291 w 3419947"/>
                <a:gd name="connsiteY2507" fmla="*/ 245783 h 1840015"/>
                <a:gd name="connsiteX2508" fmla="*/ 1563327 w 3419947"/>
                <a:gd name="connsiteY2508" fmla="*/ 243097 h 1840015"/>
                <a:gd name="connsiteX2509" fmla="*/ 1572745 w 3419947"/>
                <a:gd name="connsiteY2509" fmla="*/ 241754 h 1840015"/>
                <a:gd name="connsiteX2510" fmla="*/ 1576781 w 3419947"/>
                <a:gd name="connsiteY2510" fmla="*/ 237725 h 1840015"/>
                <a:gd name="connsiteX2511" fmla="*/ 1575436 w 3419947"/>
                <a:gd name="connsiteY2511" fmla="*/ 232352 h 1840015"/>
                <a:gd name="connsiteX2512" fmla="*/ 1567364 w 3419947"/>
                <a:gd name="connsiteY2512" fmla="*/ 222951 h 1840015"/>
                <a:gd name="connsiteX2513" fmla="*/ 1567364 w 3419947"/>
                <a:gd name="connsiteY2513" fmla="*/ 220265 h 1840015"/>
                <a:gd name="connsiteX2514" fmla="*/ 1570054 w 3419947"/>
                <a:gd name="connsiteY2514" fmla="*/ 220265 h 1840015"/>
                <a:gd name="connsiteX2515" fmla="*/ 1579472 w 3419947"/>
                <a:gd name="connsiteY2515" fmla="*/ 229666 h 1840015"/>
                <a:gd name="connsiteX2516" fmla="*/ 1583508 w 3419947"/>
                <a:gd name="connsiteY2516" fmla="*/ 229666 h 1840015"/>
                <a:gd name="connsiteX2517" fmla="*/ 1588890 w 3419947"/>
                <a:gd name="connsiteY2517" fmla="*/ 235038 h 1840015"/>
                <a:gd name="connsiteX2518" fmla="*/ 1587544 w 3419947"/>
                <a:gd name="connsiteY2518" fmla="*/ 239068 h 1840015"/>
                <a:gd name="connsiteX2519" fmla="*/ 1588890 w 3419947"/>
                <a:gd name="connsiteY2519" fmla="*/ 243097 h 1840015"/>
                <a:gd name="connsiteX2520" fmla="*/ 1595617 w 3419947"/>
                <a:gd name="connsiteY2520" fmla="*/ 248469 h 1840015"/>
                <a:gd name="connsiteX2521" fmla="*/ 1596962 w 3419947"/>
                <a:gd name="connsiteY2521" fmla="*/ 257871 h 1840015"/>
                <a:gd name="connsiteX2522" fmla="*/ 1598307 w 3419947"/>
                <a:gd name="connsiteY2522" fmla="*/ 259214 h 1840015"/>
                <a:gd name="connsiteX2523" fmla="*/ 1598307 w 3419947"/>
                <a:gd name="connsiteY2523" fmla="*/ 256528 h 1840015"/>
                <a:gd name="connsiteX2524" fmla="*/ 1603689 w 3419947"/>
                <a:gd name="connsiteY2524" fmla="*/ 251155 h 1840015"/>
                <a:gd name="connsiteX2525" fmla="*/ 1606380 w 3419947"/>
                <a:gd name="connsiteY2525" fmla="*/ 251155 h 1840015"/>
                <a:gd name="connsiteX2526" fmla="*/ 1609071 w 3419947"/>
                <a:gd name="connsiteY2526" fmla="*/ 247126 h 1840015"/>
                <a:gd name="connsiteX2527" fmla="*/ 1606380 w 3419947"/>
                <a:gd name="connsiteY2527" fmla="*/ 245783 h 1840015"/>
                <a:gd name="connsiteX2528" fmla="*/ 1602344 w 3419947"/>
                <a:gd name="connsiteY2528" fmla="*/ 248469 h 1840015"/>
                <a:gd name="connsiteX2529" fmla="*/ 1598307 w 3419947"/>
                <a:gd name="connsiteY2529" fmla="*/ 247126 h 1840015"/>
                <a:gd name="connsiteX2530" fmla="*/ 1595617 w 3419947"/>
                <a:gd name="connsiteY2530" fmla="*/ 240411 h 1840015"/>
                <a:gd name="connsiteX2531" fmla="*/ 1602344 w 3419947"/>
                <a:gd name="connsiteY2531" fmla="*/ 233695 h 1840015"/>
                <a:gd name="connsiteX2532" fmla="*/ 1607725 w 3419947"/>
                <a:gd name="connsiteY2532" fmla="*/ 231009 h 1840015"/>
                <a:gd name="connsiteX2533" fmla="*/ 1610416 w 3419947"/>
                <a:gd name="connsiteY2533" fmla="*/ 226980 h 1840015"/>
                <a:gd name="connsiteX2534" fmla="*/ 1613107 w 3419947"/>
                <a:gd name="connsiteY2534" fmla="*/ 226980 h 1840015"/>
                <a:gd name="connsiteX2535" fmla="*/ 1613107 w 3419947"/>
                <a:gd name="connsiteY2535" fmla="*/ 226980 h 1840015"/>
                <a:gd name="connsiteX2536" fmla="*/ 1623869 w 3419947"/>
                <a:gd name="connsiteY2536" fmla="*/ 224294 h 1840015"/>
                <a:gd name="connsiteX2537" fmla="*/ 1641360 w 3419947"/>
                <a:gd name="connsiteY2537" fmla="*/ 220265 h 1840015"/>
                <a:gd name="connsiteX2538" fmla="*/ 1661540 w 3419947"/>
                <a:gd name="connsiteY2538" fmla="*/ 218922 h 1840015"/>
                <a:gd name="connsiteX2539" fmla="*/ 1677684 w 3419947"/>
                <a:gd name="connsiteY2539" fmla="*/ 212206 h 1840015"/>
                <a:gd name="connsiteX2540" fmla="*/ 1685757 w 3419947"/>
                <a:gd name="connsiteY2540" fmla="*/ 212206 h 1840015"/>
                <a:gd name="connsiteX2541" fmla="*/ 1692484 w 3419947"/>
                <a:gd name="connsiteY2541" fmla="*/ 214892 h 1840015"/>
                <a:gd name="connsiteX2542" fmla="*/ 1692484 w 3419947"/>
                <a:gd name="connsiteY2542" fmla="*/ 218922 h 1840015"/>
                <a:gd name="connsiteX2543" fmla="*/ 1691138 w 3419947"/>
                <a:gd name="connsiteY2543" fmla="*/ 220265 h 1840015"/>
                <a:gd name="connsiteX2544" fmla="*/ 1688448 w 3419947"/>
                <a:gd name="connsiteY2544" fmla="*/ 226980 h 1840015"/>
                <a:gd name="connsiteX2545" fmla="*/ 1691138 w 3419947"/>
                <a:gd name="connsiteY2545" fmla="*/ 236382 h 1840015"/>
                <a:gd name="connsiteX2546" fmla="*/ 1697865 w 3419947"/>
                <a:gd name="connsiteY2546" fmla="*/ 241754 h 1840015"/>
                <a:gd name="connsiteX2547" fmla="*/ 1720737 w 3419947"/>
                <a:gd name="connsiteY2547" fmla="*/ 243097 h 1840015"/>
                <a:gd name="connsiteX2548" fmla="*/ 1724773 w 3419947"/>
                <a:gd name="connsiteY2548" fmla="*/ 244440 h 1840015"/>
                <a:gd name="connsiteX2549" fmla="*/ 1726118 w 3419947"/>
                <a:gd name="connsiteY2549" fmla="*/ 243097 h 1840015"/>
                <a:gd name="connsiteX2550" fmla="*/ 1734190 w 3419947"/>
                <a:gd name="connsiteY2550" fmla="*/ 243097 h 1840015"/>
                <a:gd name="connsiteX2551" fmla="*/ 1740917 w 3419947"/>
                <a:gd name="connsiteY2551" fmla="*/ 245783 h 1840015"/>
                <a:gd name="connsiteX2552" fmla="*/ 1757062 w 3419947"/>
                <a:gd name="connsiteY2552" fmla="*/ 243097 h 1840015"/>
                <a:gd name="connsiteX2553" fmla="*/ 1769170 w 3419947"/>
                <a:gd name="connsiteY2553" fmla="*/ 236382 h 1840015"/>
                <a:gd name="connsiteX2554" fmla="*/ 1773206 w 3419947"/>
                <a:gd name="connsiteY2554" fmla="*/ 237725 h 1840015"/>
                <a:gd name="connsiteX2555" fmla="*/ 1778588 w 3419947"/>
                <a:gd name="connsiteY2555" fmla="*/ 237725 h 1840015"/>
                <a:gd name="connsiteX2556" fmla="*/ 1781279 w 3419947"/>
                <a:gd name="connsiteY2556" fmla="*/ 232352 h 1840015"/>
                <a:gd name="connsiteX2557" fmla="*/ 1779933 w 3419947"/>
                <a:gd name="connsiteY2557" fmla="*/ 228323 h 1840015"/>
                <a:gd name="connsiteX2558" fmla="*/ 1785315 w 3419947"/>
                <a:gd name="connsiteY2558" fmla="*/ 226980 h 1840015"/>
                <a:gd name="connsiteX2559" fmla="*/ 1789351 w 3419947"/>
                <a:gd name="connsiteY2559" fmla="*/ 228323 h 1840015"/>
                <a:gd name="connsiteX2560" fmla="*/ 1796078 w 3419947"/>
                <a:gd name="connsiteY2560" fmla="*/ 225637 h 1840015"/>
                <a:gd name="connsiteX2561" fmla="*/ 1797423 w 3419947"/>
                <a:gd name="connsiteY2561" fmla="*/ 229666 h 1840015"/>
                <a:gd name="connsiteX2562" fmla="*/ 1800114 w 3419947"/>
                <a:gd name="connsiteY2562" fmla="*/ 231009 h 1840015"/>
                <a:gd name="connsiteX2563" fmla="*/ 1802805 w 3419947"/>
                <a:gd name="connsiteY2563" fmla="*/ 225637 h 1840015"/>
                <a:gd name="connsiteX2564" fmla="*/ 1801459 w 3419947"/>
                <a:gd name="connsiteY2564" fmla="*/ 221608 h 1840015"/>
                <a:gd name="connsiteX2565" fmla="*/ 1797423 w 3419947"/>
                <a:gd name="connsiteY2565" fmla="*/ 217578 h 1840015"/>
                <a:gd name="connsiteX2566" fmla="*/ 1797423 w 3419947"/>
                <a:gd name="connsiteY2566" fmla="*/ 212206 h 1840015"/>
                <a:gd name="connsiteX2567" fmla="*/ 1794732 w 3419947"/>
                <a:gd name="connsiteY2567" fmla="*/ 208177 h 1840015"/>
                <a:gd name="connsiteX2568" fmla="*/ 1789351 w 3419947"/>
                <a:gd name="connsiteY2568" fmla="*/ 206834 h 1840015"/>
                <a:gd name="connsiteX2569" fmla="*/ 1788005 w 3419947"/>
                <a:gd name="connsiteY2569" fmla="*/ 200118 h 1840015"/>
                <a:gd name="connsiteX2570" fmla="*/ 1785315 w 3419947"/>
                <a:gd name="connsiteY2570" fmla="*/ 198775 h 1840015"/>
                <a:gd name="connsiteX2571" fmla="*/ 1783970 w 3419947"/>
                <a:gd name="connsiteY2571" fmla="*/ 193403 h 1840015"/>
                <a:gd name="connsiteX2572" fmla="*/ 1779933 w 3419947"/>
                <a:gd name="connsiteY2572" fmla="*/ 189374 h 1840015"/>
                <a:gd name="connsiteX2573" fmla="*/ 1778588 w 3419947"/>
                <a:gd name="connsiteY2573" fmla="*/ 182659 h 1840015"/>
                <a:gd name="connsiteX2574" fmla="*/ 1781279 w 3419947"/>
                <a:gd name="connsiteY2574" fmla="*/ 177286 h 1840015"/>
                <a:gd name="connsiteX2575" fmla="*/ 1782624 w 3419947"/>
                <a:gd name="connsiteY2575" fmla="*/ 179972 h 1840015"/>
                <a:gd name="connsiteX2576" fmla="*/ 1785315 w 3419947"/>
                <a:gd name="connsiteY2576" fmla="*/ 181315 h 1840015"/>
                <a:gd name="connsiteX2577" fmla="*/ 1790696 w 3419947"/>
                <a:gd name="connsiteY2577" fmla="*/ 177286 h 1840015"/>
                <a:gd name="connsiteX2578" fmla="*/ 1789351 w 3419947"/>
                <a:gd name="connsiteY2578" fmla="*/ 174600 h 1840015"/>
                <a:gd name="connsiteX2579" fmla="*/ 1788005 w 3419947"/>
                <a:gd name="connsiteY2579" fmla="*/ 170571 h 1840015"/>
                <a:gd name="connsiteX2580" fmla="*/ 1792041 w 3419947"/>
                <a:gd name="connsiteY2580" fmla="*/ 170571 h 1840015"/>
                <a:gd name="connsiteX2581" fmla="*/ 1798768 w 3419947"/>
                <a:gd name="connsiteY2581" fmla="*/ 175943 h 1840015"/>
                <a:gd name="connsiteX2582" fmla="*/ 1801459 w 3419947"/>
                <a:gd name="connsiteY2582" fmla="*/ 173257 h 1840015"/>
                <a:gd name="connsiteX2583" fmla="*/ 1802805 w 3419947"/>
                <a:gd name="connsiteY2583" fmla="*/ 169228 h 1840015"/>
                <a:gd name="connsiteX2584" fmla="*/ 1804150 w 3419947"/>
                <a:gd name="connsiteY2584" fmla="*/ 171914 h 1840015"/>
                <a:gd name="connsiteX2585" fmla="*/ 1810877 w 3419947"/>
                <a:gd name="connsiteY2585" fmla="*/ 171914 h 1840015"/>
                <a:gd name="connsiteX2586" fmla="*/ 1814913 w 3419947"/>
                <a:gd name="connsiteY2586" fmla="*/ 170571 h 1840015"/>
                <a:gd name="connsiteX2587" fmla="*/ 1816258 w 3419947"/>
                <a:gd name="connsiteY2587" fmla="*/ 167885 h 1840015"/>
                <a:gd name="connsiteX2588" fmla="*/ 1821640 w 3419947"/>
                <a:gd name="connsiteY2588" fmla="*/ 173257 h 1840015"/>
                <a:gd name="connsiteX2589" fmla="*/ 1825676 w 3419947"/>
                <a:gd name="connsiteY2589" fmla="*/ 174600 h 1840015"/>
                <a:gd name="connsiteX2590" fmla="*/ 1828367 w 3419947"/>
                <a:gd name="connsiteY2590" fmla="*/ 178629 h 1840015"/>
                <a:gd name="connsiteX2591" fmla="*/ 1831058 w 3419947"/>
                <a:gd name="connsiteY2591" fmla="*/ 175943 h 1840015"/>
                <a:gd name="connsiteX2592" fmla="*/ 1831058 w 3419947"/>
                <a:gd name="connsiteY2592" fmla="*/ 170571 h 1840015"/>
                <a:gd name="connsiteX2593" fmla="*/ 1835094 w 3419947"/>
                <a:gd name="connsiteY2593" fmla="*/ 171914 h 1840015"/>
                <a:gd name="connsiteX2594" fmla="*/ 1837785 w 3419947"/>
                <a:gd name="connsiteY2594" fmla="*/ 177286 h 1840015"/>
                <a:gd name="connsiteX2595" fmla="*/ 1835094 w 3419947"/>
                <a:gd name="connsiteY2595" fmla="*/ 179972 h 1840015"/>
                <a:gd name="connsiteX2596" fmla="*/ 1832403 w 3419947"/>
                <a:gd name="connsiteY2596" fmla="*/ 184002 h 1840015"/>
                <a:gd name="connsiteX2597" fmla="*/ 1833748 w 3419947"/>
                <a:gd name="connsiteY2597" fmla="*/ 185345 h 1840015"/>
                <a:gd name="connsiteX2598" fmla="*/ 1839130 w 3419947"/>
                <a:gd name="connsiteY2598" fmla="*/ 184002 h 1840015"/>
                <a:gd name="connsiteX2599" fmla="*/ 1840475 w 3419947"/>
                <a:gd name="connsiteY2599" fmla="*/ 185345 h 1840015"/>
                <a:gd name="connsiteX2600" fmla="*/ 1840475 w 3419947"/>
                <a:gd name="connsiteY2600" fmla="*/ 181315 h 1840015"/>
                <a:gd name="connsiteX2601" fmla="*/ 1843166 w 3419947"/>
                <a:gd name="connsiteY2601" fmla="*/ 179972 h 1840015"/>
                <a:gd name="connsiteX2602" fmla="*/ 1845857 w 3419947"/>
                <a:gd name="connsiteY2602" fmla="*/ 181315 h 1840015"/>
                <a:gd name="connsiteX2603" fmla="*/ 1844511 w 3419947"/>
                <a:gd name="connsiteY2603" fmla="*/ 175943 h 1840015"/>
                <a:gd name="connsiteX2604" fmla="*/ 1841821 w 3419947"/>
                <a:gd name="connsiteY2604" fmla="*/ 173257 h 1840015"/>
                <a:gd name="connsiteX2605" fmla="*/ 1843166 w 3419947"/>
                <a:gd name="connsiteY2605" fmla="*/ 170571 h 1840015"/>
                <a:gd name="connsiteX2606" fmla="*/ 1848547 w 3419947"/>
                <a:gd name="connsiteY2606" fmla="*/ 170571 h 1840015"/>
                <a:gd name="connsiteX2607" fmla="*/ 1856620 w 3419947"/>
                <a:gd name="connsiteY2607" fmla="*/ 167885 h 1840015"/>
                <a:gd name="connsiteX2608" fmla="*/ 1859310 w 3419947"/>
                <a:gd name="connsiteY2608" fmla="*/ 170571 h 1840015"/>
                <a:gd name="connsiteX2609" fmla="*/ 1862001 w 3419947"/>
                <a:gd name="connsiteY2609" fmla="*/ 169228 h 1840015"/>
                <a:gd name="connsiteX2610" fmla="*/ 1868728 w 3419947"/>
                <a:gd name="connsiteY2610" fmla="*/ 169228 h 1840015"/>
                <a:gd name="connsiteX2611" fmla="*/ 1868728 w 3419947"/>
                <a:gd name="connsiteY2611" fmla="*/ 173257 h 1840015"/>
                <a:gd name="connsiteX2612" fmla="*/ 1870074 w 3419947"/>
                <a:gd name="connsiteY2612" fmla="*/ 179972 h 1840015"/>
                <a:gd name="connsiteX2613" fmla="*/ 1871419 w 3419947"/>
                <a:gd name="connsiteY2613" fmla="*/ 177286 h 1840015"/>
                <a:gd name="connsiteX2614" fmla="*/ 1874110 w 3419947"/>
                <a:gd name="connsiteY2614" fmla="*/ 177286 h 1840015"/>
                <a:gd name="connsiteX2615" fmla="*/ 1878146 w 3419947"/>
                <a:gd name="connsiteY2615" fmla="*/ 173257 h 1840015"/>
                <a:gd name="connsiteX2616" fmla="*/ 1880836 w 3419947"/>
                <a:gd name="connsiteY2616" fmla="*/ 179972 h 1840015"/>
                <a:gd name="connsiteX2617" fmla="*/ 1883527 w 3419947"/>
                <a:gd name="connsiteY2617" fmla="*/ 179972 h 1840015"/>
                <a:gd name="connsiteX2618" fmla="*/ 1888909 w 3419947"/>
                <a:gd name="connsiteY2618" fmla="*/ 175943 h 1840015"/>
                <a:gd name="connsiteX2619" fmla="*/ 1894291 w 3419947"/>
                <a:gd name="connsiteY2619" fmla="*/ 179972 h 1840015"/>
                <a:gd name="connsiteX2620" fmla="*/ 1895636 w 3419947"/>
                <a:gd name="connsiteY2620" fmla="*/ 189374 h 1840015"/>
                <a:gd name="connsiteX2621" fmla="*/ 1899672 w 3419947"/>
                <a:gd name="connsiteY2621" fmla="*/ 182659 h 1840015"/>
                <a:gd name="connsiteX2622" fmla="*/ 1902363 w 3419947"/>
                <a:gd name="connsiteY2622" fmla="*/ 179972 h 1840015"/>
                <a:gd name="connsiteX2623" fmla="*/ 1905053 w 3419947"/>
                <a:gd name="connsiteY2623" fmla="*/ 182659 h 1840015"/>
                <a:gd name="connsiteX2624" fmla="*/ 1902363 w 3419947"/>
                <a:gd name="connsiteY2624" fmla="*/ 189374 h 1840015"/>
                <a:gd name="connsiteX2625" fmla="*/ 1906398 w 3419947"/>
                <a:gd name="connsiteY2625" fmla="*/ 192060 h 1840015"/>
                <a:gd name="connsiteX2626" fmla="*/ 1907744 w 3419947"/>
                <a:gd name="connsiteY2626" fmla="*/ 194746 h 1840015"/>
                <a:gd name="connsiteX2627" fmla="*/ 1913125 w 3419947"/>
                <a:gd name="connsiteY2627" fmla="*/ 194746 h 1840015"/>
                <a:gd name="connsiteX2628" fmla="*/ 1914471 w 3419947"/>
                <a:gd name="connsiteY2628" fmla="*/ 200118 h 1840015"/>
                <a:gd name="connsiteX2629" fmla="*/ 1917161 w 3419947"/>
                <a:gd name="connsiteY2629" fmla="*/ 197432 h 1840015"/>
                <a:gd name="connsiteX2630" fmla="*/ 1919852 w 3419947"/>
                <a:gd name="connsiteY2630" fmla="*/ 197432 h 1840015"/>
                <a:gd name="connsiteX2631" fmla="*/ 1921198 w 3419947"/>
                <a:gd name="connsiteY2631" fmla="*/ 202805 h 1840015"/>
                <a:gd name="connsiteX2632" fmla="*/ 1917161 w 3419947"/>
                <a:gd name="connsiteY2632" fmla="*/ 206834 h 1840015"/>
                <a:gd name="connsiteX2633" fmla="*/ 1917161 w 3419947"/>
                <a:gd name="connsiteY2633" fmla="*/ 213549 h 1840015"/>
                <a:gd name="connsiteX2634" fmla="*/ 1923888 w 3419947"/>
                <a:gd name="connsiteY2634" fmla="*/ 206834 h 1840015"/>
                <a:gd name="connsiteX2635" fmla="*/ 1927925 w 3419947"/>
                <a:gd name="connsiteY2635" fmla="*/ 206834 h 1840015"/>
                <a:gd name="connsiteX2636" fmla="*/ 1929270 w 3419947"/>
                <a:gd name="connsiteY2636" fmla="*/ 210863 h 1840015"/>
                <a:gd name="connsiteX2637" fmla="*/ 1919852 w 3419947"/>
                <a:gd name="connsiteY2637" fmla="*/ 220265 h 1840015"/>
                <a:gd name="connsiteX2638" fmla="*/ 1919852 w 3419947"/>
                <a:gd name="connsiteY2638" fmla="*/ 226980 h 1840015"/>
                <a:gd name="connsiteX2639" fmla="*/ 1927925 w 3419947"/>
                <a:gd name="connsiteY2639" fmla="*/ 228323 h 1840015"/>
                <a:gd name="connsiteX2640" fmla="*/ 1930615 w 3419947"/>
                <a:gd name="connsiteY2640" fmla="*/ 225637 h 1840015"/>
                <a:gd name="connsiteX2641" fmla="*/ 1934652 w 3419947"/>
                <a:gd name="connsiteY2641" fmla="*/ 222951 h 1840015"/>
                <a:gd name="connsiteX2642" fmla="*/ 1937342 w 3419947"/>
                <a:gd name="connsiteY2642" fmla="*/ 224294 h 1840015"/>
                <a:gd name="connsiteX2643" fmla="*/ 1938688 w 3419947"/>
                <a:gd name="connsiteY2643" fmla="*/ 228323 h 1840015"/>
                <a:gd name="connsiteX2644" fmla="*/ 1942724 w 3419947"/>
                <a:gd name="connsiteY2644" fmla="*/ 225637 h 1840015"/>
                <a:gd name="connsiteX2645" fmla="*/ 1948106 w 3419947"/>
                <a:gd name="connsiteY2645" fmla="*/ 232352 h 1840015"/>
                <a:gd name="connsiteX2646" fmla="*/ 1946760 w 3419947"/>
                <a:gd name="connsiteY2646" fmla="*/ 240411 h 1840015"/>
                <a:gd name="connsiteX2647" fmla="*/ 1952142 w 3419947"/>
                <a:gd name="connsiteY2647" fmla="*/ 239068 h 1840015"/>
                <a:gd name="connsiteX2648" fmla="*/ 1953487 w 3419947"/>
                <a:gd name="connsiteY2648" fmla="*/ 243097 h 1840015"/>
                <a:gd name="connsiteX2649" fmla="*/ 1957523 w 3419947"/>
                <a:gd name="connsiteY2649" fmla="*/ 241754 h 1840015"/>
                <a:gd name="connsiteX2650" fmla="*/ 1957523 w 3419947"/>
                <a:gd name="connsiteY2650" fmla="*/ 245783 h 1840015"/>
                <a:gd name="connsiteX2651" fmla="*/ 1953487 w 3419947"/>
                <a:gd name="connsiteY2651" fmla="*/ 253842 h 1840015"/>
                <a:gd name="connsiteX2652" fmla="*/ 1948106 w 3419947"/>
                <a:gd name="connsiteY2652" fmla="*/ 256528 h 1840015"/>
                <a:gd name="connsiteX2653" fmla="*/ 1944069 w 3419947"/>
                <a:gd name="connsiteY2653" fmla="*/ 252499 h 1840015"/>
                <a:gd name="connsiteX2654" fmla="*/ 1933306 w 3419947"/>
                <a:gd name="connsiteY2654" fmla="*/ 249812 h 1840015"/>
                <a:gd name="connsiteX2655" fmla="*/ 1922543 w 3419947"/>
                <a:gd name="connsiteY2655" fmla="*/ 249812 h 1840015"/>
                <a:gd name="connsiteX2656" fmla="*/ 1926579 w 3419947"/>
                <a:gd name="connsiteY2656" fmla="*/ 252499 h 1840015"/>
                <a:gd name="connsiteX2657" fmla="*/ 1929270 w 3419947"/>
                <a:gd name="connsiteY2657" fmla="*/ 257871 h 1840015"/>
                <a:gd name="connsiteX2658" fmla="*/ 1938688 w 3419947"/>
                <a:gd name="connsiteY2658" fmla="*/ 259214 h 1840015"/>
                <a:gd name="connsiteX2659" fmla="*/ 1941379 w 3419947"/>
                <a:gd name="connsiteY2659" fmla="*/ 263243 h 1840015"/>
                <a:gd name="connsiteX2660" fmla="*/ 1950796 w 3419947"/>
                <a:gd name="connsiteY2660" fmla="*/ 269959 h 1840015"/>
                <a:gd name="connsiteX2661" fmla="*/ 1960214 w 3419947"/>
                <a:gd name="connsiteY2661" fmla="*/ 272645 h 1840015"/>
                <a:gd name="connsiteX2662" fmla="*/ 1966940 w 3419947"/>
                <a:gd name="connsiteY2662" fmla="*/ 268615 h 1840015"/>
                <a:gd name="connsiteX2663" fmla="*/ 1966940 w 3419947"/>
                <a:gd name="connsiteY2663" fmla="*/ 263243 h 1840015"/>
                <a:gd name="connsiteX2664" fmla="*/ 1961559 w 3419947"/>
                <a:gd name="connsiteY2664" fmla="*/ 259214 h 1840015"/>
                <a:gd name="connsiteX2665" fmla="*/ 1960214 w 3419947"/>
                <a:gd name="connsiteY2665" fmla="*/ 256528 h 1840015"/>
                <a:gd name="connsiteX2666" fmla="*/ 1961559 w 3419947"/>
                <a:gd name="connsiteY2666" fmla="*/ 256528 h 1840015"/>
                <a:gd name="connsiteX2667" fmla="*/ 1966940 w 3419947"/>
                <a:gd name="connsiteY2667" fmla="*/ 261900 h 1840015"/>
                <a:gd name="connsiteX2668" fmla="*/ 1973667 w 3419947"/>
                <a:gd name="connsiteY2668" fmla="*/ 264586 h 1840015"/>
                <a:gd name="connsiteX2669" fmla="*/ 1977703 w 3419947"/>
                <a:gd name="connsiteY2669" fmla="*/ 267272 h 1840015"/>
                <a:gd name="connsiteX2670" fmla="*/ 1973667 w 3419947"/>
                <a:gd name="connsiteY2670" fmla="*/ 267272 h 1840015"/>
                <a:gd name="connsiteX2671" fmla="*/ 1962904 w 3419947"/>
                <a:gd name="connsiteY2671" fmla="*/ 276674 h 1840015"/>
                <a:gd name="connsiteX2672" fmla="*/ 1965595 w 3419947"/>
                <a:gd name="connsiteY2672" fmla="*/ 279360 h 1840015"/>
                <a:gd name="connsiteX2673" fmla="*/ 1969631 w 3419947"/>
                <a:gd name="connsiteY2673" fmla="*/ 279360 h 1840015"/>
                <a:gd name="connsiteX2674" fmla="*/ 1972322 w 3419947"/>
                <a:gd name="connsiteY2674" fmla="*/ 276674 h 1840015"/>
                <a:gd name="connsiteX2675" fmla="*/ 1975013 w 3419947"/>
                <a:gd name="connsiteY2675" fmla="*/ 276674 h 1840015"/>
                <a:gd name="connsiteX2676" fmla="*/ 1992503 w 3419947"/>
                <a:gd name="connsiteY2676" fmla="*/ 292791 h 1840015"/>
                <a:gd name="connsiteX2677" fmla="*/ 1996539 w 3419947"/>
                <a:gd name="connsiteY2677" fmla="*/ 294134 h 1840015"/>
                <a:gd name="connsiteX2678" fmla="*/ 2001921 w 3419947"/>
                <a:gd name="connsiteY2678" fmla="*/ 300849 h 1840015"/>
                <a:gd name="connsiteX2679" fmla="*/ 2014029 w 3419947"/>
                <a:gd name="connsiteY2679" fmla="*/ 302192 h 1840015"/>
                <a:gd name="connsiteX2680" fmla="*/ 2022101 w 3419947"/>
                <a:gd name="connsiteY2680" fmla="*/ 310251 h 1840015"/>
                <a:gd name="connsiteX2681" fmla="*/ 2030173 w 3419947"/>
                <a:gd name="connsiteY2681" fmla="*/ 311594 h 1840015"/>
                <a:gd name="connsiteX2682" fmla="*/ 2031518 w 3419947"/>
                <a:gd name="connsiteY2682" fmla="*/ 308908 h 1840015"/>
                <a:gd name="connsiteX2683" fmla="*/ 2028828 w 3419947"/>
                <a:gd name="connsiteY2683" fmla="*/ 304878 h 1840015"/>
                <a:gd name="connsiteX2684" fmla="*/ 2031518 w 3419947"/>
                <a:gd name="connsiteY2684" fmla="*/ 303535 h 1840015"/>
                <a:gd name="connsiteX2685" fmla="*/ 2035555 w 3419947"/>
                <a:gd name="connsiteY2685" fmla="*/ 307565 h 1840015"/>
                <a:gd name="connsiteX2686" fmla="*/ 2036900 w 3419947"/>
                <a:gd name="connsiteY2686" fmla="*/ 311594 h 1840015"/>
                <a:gd name="connsiteX2687" fmla="*/ 2039591 w 3419947"/>
                <a:gd name="connsiteY2687" fmla="*/ 315623 h 1840015"/>
                <a:gd name="connsiteX2688" fmla="*/ 2042282 w 3419947"/>
                <a:gd name="connsiteY2688" fmla="*/ 315623 h 1840015"/>
                <a:gd name="connsiteX2689" fmla="*/ 2043627 w 3419947"/>
                <a:gd name="connsiteY2689" fmla="*/ 310251 h 1840015"/>
                <a:gd name="connsiteX2690" fmla="*/ 2038245 w 3419947"/>
                <a:gd name="connsiteY2690" fmla="*/ 283389 h 1840015"/>
                <a:gd name="connsiteX2691" fmla="*/ 2032864 w 3419947"/>
                <a:gd name="connsiteY2691" fmla="*/ 271302 h 1840015"/>
                <a:gd name="connsiteX2692" fmla="*/ 2026137 w 3419947"/>
                <a:gd name="connsiteY2692" fmla="*/ 255185 h 1840015"/>
                <a:gd name="connsiteX2693" fmla="*/ 2024791 w 3419947"/>
                <a:gd name="connsiteY2693" fmla="*/ 241754 h 1840015"/>
                <a:gd name="connsiteX2694" fmla="*/ 2020755 w 3419947"/>
                <a:gd name="connsiteY2694" fmla="*/ 233695 h 1840015"/>
                <a:gd name="connsiteX2695" fmla="*/ 2020755 w 3419947"/>
                <a:gd name="connsiteY2695" fmla="*/ 229666 h 1840015"/>
                <a:gd name="connsiteX2696" fmla="*/ 2024791 w 3419947"/>
                <a:gd name="connsiteY2696" fmla="*/ 232352 h 1840015"/>
                <a:gd name="connsiteX2697" fmla="*/ 2027482 w 3419947"/>
                <a:gd name="connsiteY2697" fmla="*/ 239068 h 1840015"/>
                <a:gd name="connsiteX2698" fmla="*/ 2032864 w 3419947"/>
                <a:gd name="connsiteY2698" fmla="*/ 245783 h 1840015"/>
                <a:gd name="connsiteX2699" fmla="*/ 2039591 w 3419947"/>
                <a:gd name="connsiteY2699" fmla="*/ 247126 h 1840015"/>
                <a:gd name="connsiteX2700" fmla="*/ 2044972 w 3419947"/>
                <a:gd name="connsiteY2700" fmla="*/ 253842 h 1840015"/>
                <a:gd name="connsiteX2701" fmla="*/ 2054390 w 3419947"/>
                <a:gd name="connsiteY2701" fmla="*/ 255185 h 1840015"/>
                <a:gd name="connsiteX2702" fmla="*/ 2074571 w 3419947"/>
                <a:gd name="connsiteY2702" fmla="*/ 252499 h 1840015"/>
                <a:gd name="connsiteX2703" fmla="*/ 2078607 w 3419947"/>
                <a:gd name="connsiteY2703" fmla="*/ 253842 h 1840015"/>
                <a:gd name="connsiteX2704" fmla="*/ 2082643 w 3419947"/>
                <a:gd name="connsiteY2704" fmla="*/ 251155 h 1840015"/>
                <a:gd name="connsiteX2705" fmla="*/ 2088024 w 3419947"/>
                <a:gd name="connsiteY2705" fmla="*/ 255185 h 1840015"/>
                <a:gd name="connsiteX2706" fmla="*/ 2089370 w 3419947"/>
                <a:gd name="connsiteY2706" fmla="*/ 253842 h 1840015"/>
                <a:gd name="connsiteX2707" fmla="*/ 2085333 w 3419947"/>
                <a:gd name="connsiteY2707" fmla="*/ 248469 h 1840015"/>
                <a:gd name="connsiteX2708" fmla="*/ 2086679 w 3419947"/>
                <a:gd name="connsiteY2708" fmla="*/ 245783 h 1840015"/>
                <a:gd name="connsiteX2709" fmla="*/ 2082643 w 3419947"/>
                <a:gd name="connsiteY2709" fmla="*/ 241754 h 1840015"/>
                <a:gd name="connsiteX2710" fmla="*/ 2085333 w 3419947"/>
                <a:gd name="connsiteY2710" fmla="*/ 239068 h 1840015"/>
                <a:gd name="connsiteX2711" fmla="*/ 2086679 w 3419947"/>
                <a:gd name="connsiteY2711" fmla="*/ 233695 h 1840015"/>
                <a:gd name="connsiteX2712" fmla="*/ 2104169 w 3419947"/>
                <a:gd name="connsiteY2712" fmla="*/ 226980 h 1840015"/>
                <a:gd name="connsiteX2713" fmla="*/ 2106860 w 3419947"/>
                <a:gd name="connsiteY2713" fmla="*/ 228323 h 1840015"/>
                <a:gd name="connsiteX2714" fmla="*/ 2110896 w 3419947"/>
                <a:gd name="connsiteY2714" fmla="*/ 226980 h 1840015"/>
                <a:gd name="connsiteX2715" fmla="*/ 2116278 w 3419947"/>
                <a:gd name="connsiteY2715" fmla="*/ 229666 h 1840015"/>
                <a:gd name="connsiteX2716" fmla="*/ 2124350 w 3419947"/>
                <a:gd name="connsiteY2716" fmla="*/ 229666 h 1840015"/>
                <a:gd name="connsiteX2717" fmla="*/ 2131077 w 3419947"/>
                <a:gd name="connsiteY2717" fmla="*/ 236382 h 1840015"/>
                <a:gd name="connsiteX2718" fmla="*/ 2137803 w 3419947"/>
                <a:gd name="connsiteY2718" fmla="*/ 240411 h 1840015"/>
                <a:gd name="connsiteX2719" fmla="*/ 2140494 w 3419947"/>
                <a:gd name="connsiteY2719" fmla="*/ 245783 h 1840015"/>
                <a:gd name="connsiteX2720" fmla="*/ 2148566 w 3419947"/>
                <a:gd name="connsiteY2720" fmla="*/ 245783 h 1840015"/>
                <a:gd name="connsiteX2721" fmla="*/ 2151257 w 3419947"/>
                <a:gd name="connsiteY2721" fmla="*/ 251155 h 1840015"/>
                <a:gd name="connsiteX2722" fmla="*/ 2163366 w 3419947"/>
                <a:gd name="connsiteY2722" fmla="*/ 251155 h 1840015"/>
                <a:gd name="connsiteX2723" fmla="*/ 2156639 w 3419947"/>
                <a:gd name="connsiteY2723" fmla="*/ 247126 h 1840015"/>
                <a:gd name="connsiteX2724" fmla="*/ 2156639 w 3419947"/>
                <a:gd name="connsiteY2724" fmla="*/ 244440 h 1840015"/>
                <a:gd name="connsiteX2725" fmla="*/ 2163366 w 3419947"/>
                <a:gd name="connsiteY2725" fmla="*/ 247126 h 1840015"/>
                <a:gd name="connsiteX2726" fmla="*/ 2167402 w 3419947"/>
                <a:gd name="connsiteY2726" fmla="*/ 243097 h 1840015"/>
                <a:gd name="connsiteX2727" fmla="*/ 2162020 w 3419947"/>
                <a:gd name="connsiteY2727" fmla="*/ 240411 h 1840015"/>
                <a:gd name="connsiteX2728" fmla="*/ 2166056 w 3419947"/>
                <a:gd name="connsiteY2728" fmla="*/ 236382 h 1840015"/>
                <a:gd name="connsiteX2729" fmla="*/ 2162020 w 3419947"/>
                <a:gd name="connsiteY2729" fmla="*/ 232352 h 1840015"/>
                <a:gd name="connsiteX2730" fmla="*/ 2155293 w 3419947"/>
                <a:gd name="connsiteY2730" fmla="*/ 236382 h 1840015"/>
                <a:gd name="connsiteX2731" fmla="*/ 2149912 w 3419947"/>
                <a:gd name="connsiteY2731" fmla="*/ 235038 h 1840015"/>
                <a:gd name="connsiteX2732" fmla="*/ 2148566 w 3419947"/>
                <a:gd name="connsiteY2732" fmla="*/ 226980 h 1840015"/>
                <a:gd name="connsiteX2733" fmla="*/ 2145875 w 3419947"/>
                <a:gd name="connsiteY2733" fmla="*/ 221608 h 1840015"/>
                <a:gd name="connsiteX2734" fmla="*/ 2148566 w 3419947"/>
                <a:gd name="connsiteY2734" fmla="*/ 218922 h 1840015"/>
                <a:gd name="connsiteX2735" fmla="*/ 2151257 w 3419947"/>
                <a:gd name="connsiteY2735" fmla="*/ 221608 h 1840015"/>
                <a:gd name="connsiteX2736" fmla="*/ 2155293 w 3419947"/>
                <a:gd name="connsiteY2736" fmla="*/ 218922 h 1840015"/>
                <a:gd name="connsiteX2737" fmla="*/ 2152602 w 3419947"/>
                <a:gd name="connsiteY2737" fmla="*/ 214892 h 1840015"/>
                <a:gd name="connsiteX2738" fmla="*/ 2156639 w 3419947"/>
                <a:gd name="connsiteY2738" fmla="*/ 213549 h 1840015"/>
                <a:gd name="connsiteX2739" fmla="*/ 2164711 w 3419947"/>
                <a:gd name="connsiteY2739" fmla="*/ 220265 h 1840015"/>
                <a:gd name="connsiteX2740" fmla="*/ 2167402 w 3419947"/>
                <a:gd name="connsiteY2740" fmla="*/ 225637 h 1840015"/>
                <a:gd name="connsiteX2741" fmla="*/ 2170093 w 3419947"/>
                <a:gd name="connsiteY2741" fmla="*/ 224294 h 1840015"/>
                <a:gd name="connsiteX2742" fmla="*/ 2172783 w 3419947"/>
                <a:gd name="connsiteY2742" fmla="*/ 226980 h 1840015"/>
                <a:gd name="connsiteX2743" fmla="*/ 2175474 w 3419947"/>
                <a:gd name="connsiteY2743" fmla="*/ 225637 h 1840015"/>
                <a:gd name="connsiteX2744" fmla="*/ 2174129 w 3419947"/>
                <a:gd name="connsiteY2744" fmla="*/ 218922 h 1840015"/>
                <a:gd name="connsiteX2745" fmla="*/ 2179510 w 3419947"/>
                <a:gd name="connsiteY2745" fmla="*/ 216235 h 1840015"/>
                <a:gd name="connsiteX2746" fmla="*/ 2183547 w 3419947"/>
                <a:gd name="connsiteY2746" fmla="*/ 218922 h 1840015"/>
                <a:gd name="connsiteX2747" fmla="*/ 2184892 w 3419947"/>
                <a:gd name="connsiteY2747" fmla="*/ 214892 h 1840015"/>
                <a:gd name="connsiteX2748" fmla="*/ 2176820 w 3419947"/>
                <a:gd name="connsiteY2748" fmla="*/ 205491 h 1840015"/>
                <a:gd name="connsiteX2749" fmla="*/ 2170093 w 3419947"/>
                <a:gd name="connsiteY2749" fmla="*/ 205491 h 1840015"/>
                <a:gd name="connsiteX2750" fmla="*/ 2163366 w 3419947"/>
                <a:gd name="connsiteY2750" fmla="*/ 198775 h 1840015"/>
                <a:gd name="connsiteX2751" fmla="*/ 2164711 w 3419947"/>
                <a:gd name="connsiteY2751" fmla="*/ 193403 h 1840015"/>
                <a:gd name="connsiteX2752" fmla="*/ 2164711 w 3419947"/>
                <a:gd name="connsiteY2752" fmla="*/ 186688 h 1840015"/>
                <a:gd name="connsiteX2753" fmla="*/ 2159329 w 3419947"/>
                <a:gd name="connsiteY2753" fmla="*/ 189374 h 1840015"/>
                <a:gd name="connsiteX2754" fmla="*/ 2153948 w 3419947"/>
                <a:gd name="connsiteY2754" fmla="*/ 188031 h 1840015"/>
                <a:gd name="connsiteX2755" fmla="*/ 2160675 w 3419947"/>
                <a:gd name="connsiteY2755" fmla="*/ 184002 h 1840015"/>
                <a:gd name="connsiteX2756" fmla="*/ 2157984 w 3419947"/>
                <a:gd name="connsiteY2756" fmla="*/ 179972 h 1840015"/>
                <a:gd name="connsiteX2757" fmla="*/ 2159329 w 3419947"/>
                <a:gd name="connsiteY2757" fmla="*/ 178629 h 1840015"/>
                <a:gd name="connsiteX2758" fmla="*/ 2155293 w 3419947"/>
                <a:gd name="connsiteY2758" fmla="*/ 171914 h 1840015"/>
                <a:gd name="connsiteX2759" fmla="*/ 2164711 w 3419947"/>
                <a:gd name="connsiteY2759" fmla="*/ 171914 h 1840015"/>
                <a:gd name="connsiteX2760" fmla="*/ 2166056 w 3419947"/>
                <a:gd name="connsiteY2760" fmla="*/ 162512 h 1840015"/>
                <a:gd name="connsiteX2761" fmla="*/ 2156639 w 3419947"/>
                <a:gd name="connsiteY2761" fmla="*/ 165199 h 1840015"/>
                <a:gd name="connsiteX2762" fmla="*/ 2151257 w 3419947"/>
                <a:gd name="connsiteY2762" fmla="*/ 170571 h 1840015"/>
                <a:gd name="connsiteX2763" fmla="*/ 2149912 w 3419947"/>
                <a:gd name="connsiteY2763" fmla="*/ 175943 h 1840015"/>
                <a:gd name="connsiteX2764" fmla="*/ 2141839 w 3419947"/>
                <a:gd name="connsiteY2764" fmla="*/ 173257 h 1840015"/>
                <a:gd name="connsiteX2765" fmla="*/ 2136458 w 3419947"/>
                <a:gd name="connsiteY2765" fmla="*/ 163855 h 1840015"/>
                <a:gd name="connsiteX2766" fmla="*/ 2139149 w 3419947"/>
                <a:gd name="connsiteY2766" fmla="*/ 158483 h 1840015"/>
                <a:gd name="connsiteX2767" fmla="*/ 2140494 w 3419947"/>
                <a:gd name="connsiteY2767" fmla="*/ 151768 h 1840015"/>
                <a:gd name="connsiteX2768" fmla="*/ 2149912 w 3419947"/>
                <a:gd name="connsiteY2768" fmla="*/ 149082 h 1840015"/>
                <a:gd name="connsiteX2769" fmla="*/ 2155293 w 3419947"/>
                <a:gd name="connsiteY2769" fmla="*/ 150425 h 1840015"/>
                <a:gd name="connsiteX2770" fmla="*/ 2164711 w 3419947"/>
                <a:gd name="connsiteY2770" fmla="*/ 142366 h 1840015"/>
                <a:gd name="connsiteX2771" fmla="*/ 2164711 w 3419947"/>
                <a:gd name="connsiteY2771" fmla="*/ 138337 h 1840015"/>
                <a:gd name="connsiteX2772" fmla="*/ 2159329 w 3419947"/>
                <a:gd name="connsiteY2772" fmla="*/ 131622 h 1840015"/>
                <a:gd name="connsiteX2773" fmla="*/ 2153948 w 3419947"/>
                <a:gd name="connsiteY2773" fmla="*/ 132965 h 1840015"/>
                <a:gd name="connsiteX2774" fmla="*/ 2148566 w 3419947"/>
                <a:gd name="connsiteY2774" fmla="*/ 130278 h 1840015"/>
                <a:gd name="connsiteX2775" fmla="*/ 2139149 w 3419947"/>
                <a:gd name="connsiteY2775" fmla="*/ 130278 h 1840015"/>
                <a:gd name="connsiteX2776" fmla="*/ 2133768 w 3419947"/>
                <a:gd name="connsiteY2776" fmla="*/ 123563 h 1840015"/>
                <a:gd name="connsiteX2777" fmla="*/ 2140494 w 3419947"/>
                <a:gd name="connsiteY2777" fmla="*/ 120877 h 1840015"/>
                <a:gd name="connsiteX2778" fmla="*/ 2151257 w 3419947"/>
                <a:gd name="connsiteY2778" fmla="*/ 119534 h 1840015"/>
                <a:gd name="connsiteX2779" fmla="*/ 2163366 w 3419947"/>
                <a:gd name="connsiteY2779" fmla="*/ 124906 h 1840015"/>
                <a:gd name="connsiteX2780" fmla="*/ 2174129 w 3419947"/>
                <a:gd name="connsiteY2780" fmla="*/ 122220 h 1840015"/>
                <a:gd name="connsiteX2781" fmla="*/ 2191619 w 3419947"/>
                <a:gd name="connsiteY2781" fmla="*/ 122220 h 1840015"/>
                <a:gd name="connsiteX2782" fmla="*/ 2221217 w 3419947"/>
                <a:gd name="connsiteY2782" fmla="*/ 119534 h 1840015"/>
                <a:gd name="connsiteX2783" fmla="*/ 2226598 w 3419947"/>
                <a:gd name="connsiteY2783" fmla="*/ 116848 h 1840015"/>
                <a:gd name="connsiteX2784" fmla="*/ 2249470 w 3419947"/>
                <a:gd name="connsiteY2784" fmla="*/ 116848 h 1840015"/>
                <a:gd name="connsiteX2785" fmla="*/ 2260232 w 3419947"/>
                <a:gd name="connsiteY2785" fmla="*/ 118191 h 1840015"/>
                <a:gd name="connsiteX2786" fmla="*/ 2266959 w 3419947"/>
                <a:gd name="connsiteY2786" fmla="*/ 116848 h 1840015"/>
                <a:gd name="connsiteX2787" fmla="*/ 2279068 w 3419947"/>
                <a:gd name="connsiteY2787" fmla="*/ 116848 h 1840015"/>
                <a:gd name="connsiteX2788" fmla="*/ 2272341 w 3419947"/>
                <a:gd name="connsiteY2788" fmla="*/ 119534 h 1840015"/>
                <a:gd name="connsiteX2789" fmla="*/ 2254851 w 3419947"/>
                <a:gd name="connsiteY2789" fmla="*/ 127592 h 1840015"/>
                <a:gd name="connsiteX2790" fmla="*/ 2249470 w 3419947"/>
                <a:gd name="connsiteY2790" fmla="*/ 124906 h 1840015"/>
                <a:gd name="connsiteX2791" fmla="*/ 2246779 w 3419947"/>
                <a:gd name="connsiteY2791" fmla="*/ 126249 h 1840015"/>
                <a:gd name="connsiteX2792" fmla="*/ 2241398 w 3419947"/>
                <a:gd name="connsiteY2792" fmla="*/ 123563 h 1840015"/>
                <a:gd name="connsiteX2793" fmla="*/ 2238707 w 3419947"/>
                <a:gd name="connsiteY2793" fmla="*/ 134308 h 1840015"/>
                <a:gd name="connsiteX2794" fmla="*/ 2244089 w 3419947"/>
                <a:gd name="connsiteY2794" fmla="*/ 139680 h 1840015"/>
                <a:gd name="connsiteX2795" fmla="*/ 2240052 w 3419947"/>
                <a:gd name="connsiteY2795" fmla="*/ 141023 h 1840015"/>
                <a:gd name="connsiteX2796" fmla="*/ 2238707 w 3419947"/>
                <a:gd name="connsiteY2796" fmla="*/ 145052 h 1840015"/>
                <a:gd name="connsiteX2797" fmla="*/ 2244089 w 3419947"/>
                <a:gd name="connsiteY2797" fmla="*/ 147738 h 1840015"/>
                <a:gd name="connsiteX2798" fmla="*/ 2252160 w 3419947"/>
                <a:gd name="connsiteY2798" fmla="*/ 142366 h 1840015"/>
                <a:gd name="connsiteX2799" fmla="*/ 2252160 w 3419947"/>
                <a:gd name="connsiteY2799" fmla="*/ 136994 h 1840015"/>
                <a:gd name="connsiteX2800" fmla="*/ 2265614 w 3419947"/>
                <a:gd name="connsiteY2800" fmla="*/ 127592 h 1840015"/>
                <a:gd name="connsiteX2801" fmla="*/ 2283104 w 3419947"/>
                <a:gd name="connsiteY2801" fmla="*/ 120877 h 1840015"/>
                <a:gd name="connsiteX2802" fmla="*/ 2285795 w 3419947"/>
                <a:gd name="connsiteY2802" fmla="*/ 130278 h 1840015"/>
                <a:gd name="connsiteX2803" fmla="*/ 2287140 w 3419947"/>
                <a:gd name="connsiteY2803" fmla="*/ 143709 h 1840015"/>
                <a:gd name="connsiteX2804" fmla="*/ 2285795 w 3419947"/>
                <a:gd name="connsiteY2804" fmla="*/ 146395 h 1840015"/>
                <a:gd name="connsiteX2805" fmla="*/ 2283104 w 3419947"/>
                <a:gd name="connsiteY2805" fmla="*/ 138337 h 1840015"/>
                <a:gd name="connsiteX2806" fmla="*/ 2277723 w 3419947"/>
                <a:gd name="connsiteY2806" fmla="*/ 132965 h 1840015"/>
                <a:gd name="connsiteX2807" fmla="*/ 2277723 w 3419947"/>
                <a:gd name="connsiteY2807" fmla="*/ 127592 h 1840015"/>
                <a:gd name="connsiteX2808" fmla="*/ 2272341 w 3419947"/>
                <a:gd name="connsiteY2808" fmla="*/ 131622 h 1840015"/>
                <a:gd name="connsiteX2809" fmla="*/ 2268305 w 3419947"/>
                <a:gd name="connsiteY2809" fmla="*/ 130278 h 1840015"/>
                <a:gd name="connsiteX2810" fmla="*/ 2270996 w 3419947"/>
                <a:gd name="connsiteY2810" fmla="*/ 139680 h 1840015"/>
                <a:gd name="connsiteX2811" fmla="*/ 2276377 w 3419947"/>
                <a:gd name="connsiteY2811" fmla="*/ 142366 h 1840015"/>
                <a:gd name="connsiteX2812" fmla="*/ 2279068 w 3419947"/>
                <a:gd name="connsiteY2812" fmla="*/ 153111 h 1840015"/>
                <a:gd name="connsiteX2813" fmla="*/ 2275032 w 3419947"/>
                <a:gd name="connsiteY2813" fmla="*/ 161169 h 1840015"/>
                <a:gd name="connsiteX2814" fmla="*/ 2270996 w 3419947"/>
                <a:gd name="connsiteY2814" fmla="*/ 159826 h 1840015"/>
                <a:gd name="connsiteX2815" fmla="*/ 2266959 w 3419947"/>
                <a:gd name="connsiteY2815" fmla="*/ 162512 h 1840015"/>
                <a:gd name="connsiteX2816" fmla="*/ 2273686 w 3419947"/>
                <a:gd name="connsiteY2816" fmla="*/ 166542 h 1840015"/>
                <a:gd name="connsiteX2817" fmla="*/ 2273686 w 3419947"/>
                <a:gd name="connsiteY2817" fmla="*/ 170571 h 1840015"/>
                <a:gd name="connsiteX2818" fmla="*/ 2276377 w 3419947"/>
                <a:gd name="connsiteY2818" fmla="*/ 173257 h 1840015"/>
                <a:gd name="connsiteX2819" fmla="*/ 2280413 w 3419947"/>
                <a:gd name="connsiteY2819" fmla="*/ 173257 h 1840015"/>
                <a:gd name="connsiteX2820" fmla="*/ 2287140 w 3419947"/>
                <a:gd name="connsiteY2820" fmla="*/ 167885 h 1840015"/>
                <a:gd name="connsiteX2821" fmla="*/ 2287140 w 3419947"/>
                <a:gd name="connsiteY2821" fmla="*/ 161169 h 1840015"/>
                <a:gd name="connsiteX2822" fmla="*/ 2292522 w 3419947"/>
                <a:gd name="connsiteY2822" fmla="*/ 153111 h 1840015"/>
                <a:gd name="connsiteX2823" fmla="*/ 2291177 w 3419947"/>
                <a:gd name="connsiteY2823" fmla="*/ 147738 h 1840015"/>
                <a:gd name="connsiteX2824" fmla="*/ 2291177 w 3419947"/>
                <a:gd name="connsiteY2824" fmla="*/ 141023 h 1840015"/>
                <a:gd name="connsiteX2825" fmla="*/ 2289831 w 3419947"/>
                <a:gd name="connsiteY2825" fmla="*/ 114162 h 1840015"/>
                <a:gd name="connsiteX2826" fmla="*/ 2299249 w 3419947"/>
                <a:gd name="connsiteY2826" fmla="*/ 107446 h 1840015"/>
                <a:gd name="connsiteX2827" fmla="*/ 2312702 w 3419947"/>
                <a:gd name="connsiteY2827" fmla="*/ 104760 h 1840015"/>
                <a:gd name="connsiteX2828" fmla="*/ 2327501 w 3419947"/>
                <a:gd name="connsiteY2828" fmla="*/ 100731 h 1840015"/>
                <a:gd name="connsiteX2829" fmla="*/ 2340955 w 3419947"/>
                <a:gd name="connsiteY2829" fmla="*/ 102074 h 1840015"/>
                <a:gd name="connsiteX2830" fmla="*/ 2358446 w 3419947"/>
                <a:gd name="connsiteY2830" fmla="*/ 108789 h 1840015"/>
                <a:gd name="connsiteX2831" fmla="*/ 2366517 w 3419947"/>
                <a:gd name="connsiteY2831" fmla="*/ 119534 h 1840015"/>
                <a:gd name="connsiteX2832" fmla="*/ 2365172 w 3419947"/>
                <a:gd name="connsiteY2832" fmla="*/ 124906 h 1840015"/>
                <a:gd name="connsiteX2833" fmla="*/ 2361136 w 3419947"/>
                <a:gd name="connsiteY2833" fmla="*/ 127592 h 1840015"/>
                <a:gd name="connsiteX2834" fmla="*/ 2351719 w 3419947"/>
                <a:gd name="connsiteY2834" fmla="*/ 120877 h 1840015"/>
                <a:gd name="connsiteX2835" fmla="*/ 2350373 w 3419947"/>
                <a:gd name="connsiteY2835" fmla="*/ 122220 h 1840015"/>
                <a:gd name="connsiteX2836" fmla="*/ 2351719 w 3419947"/>
                <a:gd name="connsiteY2836" fmla="*/ 127592 h 1840015"/>
                <a:gd name="connsiteX2837" fmla="*/ 2351719 w 3419947"/>
                <a:gd name="connsiteY2837" fmla="*/ 132965 h 1840015"/>
                <a:gd name="connsiteX2838" fmla="*/ 2353064 w 3419947"/>
                <a:gd name="connsiteY2838" fmla="*/ 138337 h 1840015"/>
                <a:gd name="connsiteX2839" fmla="*/ 2349028 w 3419947"/>
                <a:gd name="connsiteY2839" fmla="*/ 142366 h 1840015"/>
                <a:gd name="connsiteX2840" fmla="*/ 2353064 w 3419947"/>
                <a:gd name="connsiteY2840" fmla="*/ 143709 h 1840015"/>
                <a:gd name="connsiteX2841" fmla="*/ 2358446 w 3419947"/>
                <a:gd name="connsiteY2841" fmla="*/ 139680 h 1840015"/>
                <a:gd name="connsiteX2842" fmla="*/ 2367863 w 3419947"/>
                <a:gd name="connsiteY2842" fmla="*/ 139680 h 1840015"/>
                <a:gd name="connsiteX2843" fmla="*/ 2373244 w 3419947"/>
                <a:gd name="connsiteY2843" fmla="*/ 134308 h 1840015"/>
                <a:gd name="connsiteX2844" fmla="*/ 2375935 w 3419947"/>
                <a:gd name="connsiteY2844" fmla="*/ 142366 h 1840015"/>
                <a:gd name="connsiteX2845" fmla="*/ 2378626 w 3419947"/>
                <a:gd name="connsiteY2845" fmla="*/ 147738 h 1840015"/>
                <a:gd name="connsiteX2846" fmla="*/ 2379971 w 3419947"/>
                <a:gd name="connsiteY2846" fmla="*/ 154454 h 1840015"/>
                <a:gd name="connsiteX2847" fmla="*/ 2382662 w 3419947"/>
                <a:gd name="connsiteY2847" fmla="*/ 157140 h 1840015"/>
                <a:gd name="connsiteX2848" fmla="*/ 2385353 w 3419947"/>
                <a:gd name="connsiteY2848" fmla="*/ 151768 h 1840015"/>
                <a:gd name="connsiteX2849" fmla="*/ 2384007 w 3419947"/>
                <a:gd name="connsiteY2849" fmla="*/ 147738 h 1840015"/>
                <a:gd name="connsiteX2850" fmla="*/ 2390734 w 3419947"/>
                <a:gd name="connsiteY2850" fmla="*/ 142366 h 1840015"/>
                <a:gd name="connsiteX2851" fmla="*/ 2397461 w 3419947"/>
                <a:gd name="connsiteY2851" fmla="*/ 145052 h 1840015"/>
                <a:gd name="connsiteX2852" fmla="*/ 2400152 w 3419947"/>
                <a:gd name="connsiteY2852" fmla="*/ 151768 h 1840015"/>
                <a:gd name="connsiteX2853" fmla="*/ 2397461 w 3419947"/>
                <a:gd name="connsiteY2853" fmla="*/ 155797 h 1840015"/>
                <a:gd name="connsiteX2854" fmla="*/ 2394770 w 3419947"/>
                <a:gd name="connsiteY2854" fmla="*/ 162512 h 1840015"/>
                <a:gd name="connsiteX2855" fmla="*/ 2396116 w 3419947"/>
                <a:gd name="connsiteY2855" fmla="*/ 165199 h 1840015"/>
                <a:gd name="connsiteX2856" fmla="*/ 2400152 w 3419947"/>
                <a:gd name="connsiteY2856" fmla="*/ 162512 h 1840015"/>
                <a:gd name="connsiteX2857" fmla="*/ 2402843 w 3419947"/>
                <a:gd name="connsiteY2857" fmla="*/ 155797 h 1840015"/>
                <a:gd name="connsiteX2858" fmla="*/ 2405534 w 3419947"/>
                <a:gd name="connsiteY2858" fmla="*/ 154454 h 1840015"/>
                <a:gd name="connsiteX2859" fmla="*/ 2408224 w 3419947"/>
                <a:gd name="connsiteY2859" fmla="*/ 158483 h 1840015"/>
                <a:gd name="connsiteX2860" fmla="*/ 2408224 w 3419947"/>
                <a:gd name="connsiteY2860" fmla="*/ 153111 h 1840015"/>
                <a:gd name="connsiteX2861" fmla="*/ 2413606 w 3419947"/>
                <a:gd name="connsiteY2861" fmla="*/ 142366 h 1840015"/>
                <a:gd name="connsiteX2862" fmla="*/ 2416297 w 3419947"/>
                <a:gd name="connsiteY2862" fmla="*/ 139680 h 1840015"/>
                <a:gd name="connsiteX2863" fmla="*/ 2420333 w 3419947"/>
                <a:gd name="connsiteY2863" fmla="*/ 142366 h 1840015"/>
                <a:gd name="connsiteX2864" fmla="*/ 2432441 w 3419947"/>
                <a:gd name="connsiteY2864" fmla="*/ 150425 h 1840015"/>
                <a:gd name="connsiteX2865" fmla="*/ 2445895 w 3419947"/>
                <a:gd name="connsiteY2865" fmla="*/ 153111 h 1840015"/>
                <a:gd name="connsiteX2866" fmla="*/ 2452622 w 3419947"/>
                <a:gd name="connsiteY2866" fmla="*/ 161169 h 1840015"/>
                <a:gd name="connsiteX2867" fmla="*/ 2451276 w 3419947"/>
                <a:gd name="connsiteY2867" fmla="*/ 165199 h 1840015"/>
                <a:gd name="connsiteX2868" fmla="*/ 2443204 w 3419947"/>
                <a:gd name="connsiteY2868" fmla="*/ 170571 h 1840015"/>
                <a:gd name="connsiteX2869" fmla="*/ 2437822 w 3419947"/>
                <a:gd name="connsiteY2869" fmla="*/ 175943 h 1840015"/>
                <a:gd name="connsiteX2870" fmla="*/ 2445895 w 3419947"/>
                <a:gd name="connsiteY2870" fmla="*/ 171914 h 1840015"/>
                <a:gd name="connsiteX2871" fmla="*/ 2456658 w 3419947"/>
                <a:gd name="connsiteY2871" fmla="*/ 169228 h 1840015"/>
                <a:gd name="connsiteX2872" fmla="*/ 2463385 w 3419947"/>
                <a:gd name="connsiteY2872" fmla="*/ 171914 h 1840015"/>
                <a:gd name="connsiteX2873" fmla="*/ 2471457 w 3419947"/>
                <a:gd name="connsiteY2873" fmla="*/ 169228 h 1840015"/>
                <a:gd name="connsiteX2874" fmla="*/ 2478184 w 3419947"/>
                <a:gd name="connsiteY2874" fmla="*/ 163855 h 1840015"/>
                <a:gd name="connsiteX2875" fmla="*/ 2483565 w 3419947"/>
                <a:gd name="connsiteY2875" fmla="*/ 161169 h 1840015"/>
                <a:gd name="connsiteX2876" fmla="*/ 2494328 w 3419947"/>
                <a:gd name="connsiteY2876" fmla="*/ 153111 h 1840015"/>
                <a:gd name="connsiteX2877" fmla="*/ 2499710 w 3419947"/>
                <a:gd name="connsiteY2877" fmla="*/ 150425 h 1840015"/>
                <a:gd name="connsiteX2878" fmla="*/ 2507782 w 3419947"/>
                <a:gd name="connsiteY2878" fmla="*/ 142366 h 1840015"/>
                <a:gd name="connsiteX2879" fmla="*/ 2514509 w 3419947"/>
                <a:gd name="connsiteY2879" fmla="*/ 141023 h 1840015"/>
                <a:gd name="connsiteX2880" fmla="*/ 2533345 w 3419947"/>
                <a:gd name="connsiteY2880" fmla="*/ 131622 h 1840015"/>
                <a:gd name="connsiteX2881" fmla="*/ 2542762 w 3419947"/>
                <a:gd name="connsiteY2881" fmla="*/ 128935 h 1840015"/>
                <a:gd name="connsiteX2882" fmla="*/ 2548143 w 3419947"/>
                <a:gd name="connsiteY2882" fmla="*/ 130278 h 1840015"/>
                <a:gd name="connsiteX2883" fmla="*/ 2548143 w 3419947"/>
                <a:gd name="connsiteY2883" fmla="*/ 127592 h 1840015"/>
                <a:gd name="connsiteX2884" fmla="*/ 2558906 w 3419947"/>
                <a:gd name="connsiteY2884" fmla="*/ 120877 h 1840015"/>
                <a:gd name="connsiteX2885" fmla="*/ 2565633 w 3419947"/>
                <a:gd name="connsiteY2885" fmla="*/ 119534 h 1840015"/>
                <a:gd name="connsiteX2886" fmla="*/ 2579087 w 3419947"/>
                <a:gd name="connsiteY2886" fmla="*/ 119534 h 1840015"/>
                <a:gd name="connsiteX2887" fmla="*/ 2604649 w 3419947"/>
                <a:gd name="connsiteY2887" fmla="*/ 127592 h 1840015"/>
                <a:gd name="connsiteX2888" fmla="*/ 2615412 w 3419947"/>
                <a:gd name="connsiteY2888" fmla="*/ 138337 h 1840015"/>
                <a:gd name="connsiteX2889" fmla="*/ 2626175 w 3419947"/>
                <a:gd name="connsiteY2889" fmla="*/ 143709 h 1840015"/>
                <a:gd name="connsiteX2890" fmla="*/ 2635593 w 3419947"/>
                <a:gd name="connsiteY2890" fmla="*/ 154454 h 1840015"/>
                <a:gd name="connsiteX2891" fmla="*/ 2640975 w 3419947"/>
                <a:gd name="connsiteY2891" fmla="*/ 163855 h 1840015"/>
                <a:gd name="connsiteX2892" fmla="*/ 2640975 w 3419947"/>
                <a:gd name="connsiteY2892" fmla="*/ 169228 h 1840015"/>
                <a:gd name="connsiteX2893" fmla="*/ 2643665 w 3419947"/>
                <a:gd name="connsiteY2893" fmla="*/ 171914 h 1840015"/>
                <a:gd name="connsiteX2894" fmla="*/ 2643665 w 3419947"/>
                <a:gd name="connsiteY2894" fmla="*/ 178629 h 1840015"/>
                <a:gd name="connsiteX2895" fmla="*/ 2649047 w 3419947"/>
                <a:gd name="connsiteY2895" fmla="*/ 189374 h 1840015"/>
                <a:gd name="connsiteX2896" fmla="*/ 2649047 w 3419947"/>
                <a:gd name="connsiteY2896" fmla="*/ 194746 h 1840015"/>
                <a:gd name="connsiteX2897" fmla="*/ 2645011 w 3419947"/>
                <a:gd name="connsiteY2897" fmla="*/ 200118 h 1840015"/>
                <a:gd name="connsiteX2898" fmla="*/ 2649047 w 3419947"/>
                <a:gd name="connsiteY2898" fmla="*/ 200118 h 1840015"/>
                <a:gd name="connsiteX2899" fmla="*/ 2655773 w 3419947"/>
                <a:gd name="connsiteY2899" fmla="*/ 193403 h 1840015"/>
                <a:gd name="connsiteX2900" fmla="*/ 2662500 w 3419947"/>
                <a:gd name="connsiteY2900" fmla="*/ 193403 h 1840015"/>
                <a:gd name="connsiteX2901" fmla="*/ 2665191 w 3419947"/>
                <a:gd name="connsiteY2901" fmla="*/ 196089 h 1840015"/>
                <a:gd name="connsiteX2902" fmla="*/ 2665191 w 3419947"/>
                <a:gd name="connsiteY2902" fmla="*/ 192060 h 1840015"/>
                <a:gd name="connsiteX2903" fmla="*/ 2671918 w 3419947"/>
                <a:gd name="connsiteY2903" fmla="*/ 190717 h 1840015"/>
                <a:gd name="connsiteX2904" fmla="*/ 2677299 w 3419947"/>
                <a:gd name="connsiteY2904" fmla="*/ 193403 h 1840015"/>
                <a:gd name="connsiteX2905" fmla="*/ 2679990 w 3419947"/>
                <a:gd name="connsiteY2905" fmla="*/ 200118 h 1840015"/>
                <a:gd name="connsiteX2906" fmla="*/ 2681336 w 3419947"/>
                <a:gd name="connsiteY2906" fmla="*/ 194746 h 1840015"/>
                <a:gd name="connsiteX2907" fmla="*/ 2678645 w 3419947"/>
                <a:gd name="connsiteY2907" fmla="*/ 186688 h 1840015"/>
                <a:gd name="connsiteX2908" fmla="*/ 2682681 w 3419947"/>
                <a:gd name="connsiteY2908" fmla="*/ 186688 h 1840015"/>
                <a:gd name="connsiteX2909" fmla="*/ 2686717 w 3419947"/>
                <a:gd name="connsiteY2909" fmla="*/ 193403 h 1840015"/>
                <a:gd name="connsiteX2910" fmla="*/ 2694790 w 3419947"/>
                <a:gd name="connsiteY2910" fmla="*/ 201462 h 1840015"/>
                <a:gd name="connsiteX2911" fmla="*/ 2696135 w 3419947"/>
                <a:gd name="connsiteY2911" fmla="*/ 210863 h 1840015"/>
                <a:gd name="connsiteX2912" fmla="*/ 2700171 w 3419947"/>
                <a:gd name="connsiteY2912" fmla="*/ 210863 h 1840015"/>
                <a:gd name="connsiteX2913" fmla="*/ 2708243 w 3419947"/>
                <a:gd name="connsiteY2913" fmla="*/ 220265 h 1840015"/>
                <a:gd name="connsiteX2914" fmla="*/ 2708243 w 3419947"/>
                <a:gd name="connsiteY2914" fmla="*/ 217578 h 1840015"/>
                <a:gd name="connsiteX2915" fmla="*/ 2705553 w 3419947"/>
                <a:gd name="connsiteY2915" fmla="*/ 209520 h 1840015"/>
                <a:gd name="connsiteX2916" fmla="*/ 2700171 w 3419947"/>
                <a:gd name="connsiteY2916" fmla="*/ 206834 h 1840015"/>
                <a:gd name="connsiteX2917" fmla="*/ 2698826 w 3419947"/>
                <a:gd name="connsiteY2917" fmla="*/ 202805 h 1840015"/>
                <a:gd name="connsiteX2918" fmla="*/ 2704207 w 3419947"/>
                <a:gd name="connsiteY2918" fmla="*/ 205491 h 1840015"/>
                <a:gd name="connsiteX2919" fmla="*/ 2708243 w 3419947"/>
                <a:gd name="connsiteY2919" fmla="*/ 205491 h 1840015"/>
                <a:gd name="connsiteX2920" fmla="*/ 2713624 w 3419947"/>
                <a:gd name="connsiteY2920" fmla="*/ 210863 h 1840015"/>
                <a:gd name="connsiteX2921" fmla="*/ 2720351 w 3419947"/>
                <a:gd name="connsiteY2921" fmla="*/ 220265 h 1840015"/>
                <a:gd name="connsiteX2922" fmla="*/ 2719006 w 3419947"/>
                <a:gd name="connsiteY2922" fmla="*/ 212206 h 1840015"/>
                <a:gd name="connsiteX2923" fmla="*/ 2709589 w 3419947"/>
                <a:gd name="connsiteY2923" fmla="*/ 198775 h 1840015"/>
                <a:gd name="connsiteX2924" fmla="*/ 2709589 w 3419947"/>
                <a:gd name="connsiteY2924" fmla="*/ 186688 h 1840015"/>
                <a:gd name="connsiteX2925" fmla="*/ 2709589 w 3419947"/>
                <a:gd name="connsiteY2925" fmla="*/ 177286 h 1840015"/>
                <a:gd name="connsiteX2926" fmla="*/ 2716315 w 3419947"/>
                <a:gd name="connsiteY2926" fmla="*/ 170571 h 1840015"/>
                <a:gd name="connsiteX2927" fmla="*/ 2727078 w 3419947"/>
                <a:gd name="connsiteY2927" fmla="*/ 169228 h 1840015"/>
                <a:gd name="connsiteX2928" fmla="*/ 2732460 w 3419947"/>
                <a:gd name="connsiteY2928" fmla="*/ 165199 h 1840015"/>
                <a:gd name="connsiteX2929" fmla="*/ 2741878 w 3419947"/>
                <a:gd name="connsiteY2929" fmla="*/ 161169 h 1840015"/>
                <a:gd name="connsiteX2930" fmla="*/ 2741878 w 3419947"/>
                <a:gd name="connsiteY2930" fmla="*/ 157140 h 1840015"/>
                <a:gd name="connsiteX2931" fmla="*/ 2743223 w 3419947"/>
                <a:gd name="connsiteY2931" fmla="*/ 154454 h 1840015"/>
                <a:gd name="connsiteX2932" fmla="*/ 2747259 w 3419947"/>
                <a:gd name="connsiteY2932" fmla="*/ 154454 h 1840015"/>
                <a:gd name="connsiteX2933" fmla="*/ 2752641 w 3419947"/>
                <a:gd name="connsiteY2933" fmla="*/ 159826 h 1840015"/>
                <a:gd name="connsiteX2934" fmla="*/ 2756677 w 3419947"/>
                <a:gd name="connsiteY2934" fmla="*/ 161169 h 1840015"/>
                <a:gd name="connsiteX2935" fmla="*/ 2764749 w 3419947"/>
                <a:gd name="connsiteY2935" fmla="*/ 159826 h 1840015"/>
                <a:gd name="connsiteX2936" fmla="*/ 2771476 w 3419947"/>
                <a:gd name="connsiteY2936" fmla="*/ 154454 h 1840015"/>
                <a:gd name="connsiteX2937" fmla="*/ 2775512 w 3419947"/>
                <a:gd name="connsiteY2937" fmla="*/ 155797 h 1840015"/>
                <a:gd name="connsiteX2938" fmla="*/ 2784929 w 3419947"/>
                <a:gd name="connsiteY2938" fmla="*/ 153111 h 1840015"/>
                <a:gd name="connsiteX2939" fmla="*/ 2795693 w 3419947"/>
                <a:gd name="connsiteY2939" fmla="*/ 154454 h 1840015"/>
                <a:gd name="connsiteX2940" fmla="*/ 2801074 w 3419947"/>
                <a:gd name="connsiteY2940" fmla="*/ 151768 h 1840015"/>
                <a:gd name="connsiteX2941" fmla="*/ 2803765 w 3419947"/>
                <a:gd name="connsiteY2941" fmla="*/ 151768 h 1840015"/>
                <a:gd name="connsiteX2942" fmla="*/ 2803765 w 3419947"/>
                <a:gd name="connsiteY2942" fmla="*/ 154454 h 1840015"/>
                <a:gd name="connsiteX2943" fmla="*/ 2806456 w 3419947"/>
                <a:gd name="connsiteY2943" fmla="*/ 157140 h 1840015"/>
                <a:gd name="connsiteX2944" fmla="*/ 2809147 w 3419947"/>
                <a:gd name="connsiteY2944" fmla="*/ 151768 h 1840015"/>
                <a:gd name="connsiteX2945" fmla="*/ 2815874 w 3419947"/>
                <a:gd name="connsiteY2945" fmla="*/ 143709 h 1840015"/>
                <a:gd name="connsiteX2946" fmla="*/ 2814528 w 3419947"/>
                <a:gd name="connsiteY2946" fmla="*/ 139680 h 1840015"/>
                <a:gd name="connsiteX2947" fmla="*/ 2814528 w 3419947"/>
                <a:gd name="connsiteY2947" fmla="*/ 132965 h 1840015"/>
                <a:gd name="connsiteX2948" fmla="*/ 2814528 w 3419947"/>
                <a:gd name="connsiteY2948" fmla="*/ 127592 h 1840015"/>
                <a:gd name="connsiteX2949" fmla="*/ 2817219 w 3419947"/>
                <a:gd name="connsiteY2949" fmla="*/ 124906 h 1840015"/>
                <a:gd name="connsiteX2950" fmla="*/ 2825291 w 3419947"/>
                <a:gd name="connsiteY2950" fmla="*/ 126249 h 1840015"/>
                <a:gd name="connsiteX2951" fmla="*/ 2827982 w 3419947"/>
                <a:gd name="connsiteY2951" fmla="*/ 131622 h 1840015"/>
                <a:gd name="connsiteX2952" fmla="*/ 2829327 w 3419947"/>
                <a:gd name="connsiteY2952" fmla="*/ 134308 h 1840015"/>
                <a:gd name="connsiteX2953" fmla="*/ 2836054 w 3419947"/>
                <a:gd name="connsiteY2953" fmla="*/ 135651 h 1840015"/>
                <a:gd name="connsiteX2954" fmla="*/ 2840090 w 3419947"/>
                <a:gd name="connsiteY2954" fmla="*/ 139680 h 1840015"/>
                <a:gd name="connsiteX2955" fmla="*/ 2840090 w 3419947"/>
                <a:gd name="connsiteY2955" fmla="*/ 146395 h 1840015"/>
                <a:gd name="connsiteX2956" fmla="*/ 2848162 w 3419947"/>
                <a:gd name="connsiteY2956" fmla="*/ 154454 h 1840015"/>
                <a:gd name="connsiteX2957" fmla="*/ 2852198 w 3419947"/>
                <a:gd name="connsiteY2957" fmla="*/ 157140 h 1840015"/>
                <a:gd name="connsiteX2958" fmla="*/ 2860271 w 3419947"/>
                <a:gd name="connsiteY2958" fmla="*/ 155797 h 1840015"/>
                <a:gd name="connsiteX2959" fmla="*/ 2872379 w 3419947"/>
                <a:gd name="connsiteY2959" fmla="*/ 158483 h 1840015"/>
                <a:gd name="connsiteX2960" fmla="*/ 2873725 w 3419947"/>
                <a:gd name="connsiteY2960" fmla="*/ 157140 h 1840015"/>
                <a:gd name="connsiteX2961" fmla="*/ 2877761 w 3419947"/>
                <a:gd name="connsiteY2961" fmla="*/ 157140 h 1840015"/>
                <a:gd name="connsiteX2962" fmla="*/ 2885833 w 3419947"/>
                <a:gd name="connsiteY2962" fmla="*/ 169228 h 1840015"/>
                <a:gd name="connsiteX2963" fmla="*/ 2885833 w 3419947"/>
                <a:gd name="connsiteY2963" fmla="*/ 174600 h 1840015"/>
                <a:gd name="connsiteX2964" fmla="*/ 2888523 w 3419947"/>
                <a:gd name="connsiteY2964" fmla="*/ 177286 h 1840015"/>
                <a:gd name="connsiteX2965" fmla="*/ 2896596 w 3419947"/>
                <a:gd name="connsiteY2965" fmla="*/ 178629 h 1840015"/>
                <a:gd name="connsiteX2966" fmla="*/ 2900632 w 3419947"/>
                <a:gd name="connsiteY2966" fmla="*/ 175943 h 1840015"/>
                <a:gd name="connsiteX2967" fmla="*/ 2907359 w 3419947"/>
                <a:gd name="connsiteY2967" fmla="*/ 174600 h 1840015"/>
                <a:gd name="connsiteX2968" fmla="*/ 2906013 w 3419947"/>
                <a:gd name="connsiteY2968" fmla="*/ 170571 h 1840015"/>
                <a:gd name="connsiteX2969" fmla="*/ 2912740 w 3419947"/>
                <a:gd name="connsiteY2969" fmla="*/ 166542 h 1840015"/>
                <a:gd name="connsiteX2970" fmla="*/ 2916777 w 3419947"/>
                <a:gd name="connsiteY2970" fmla="*/ 167885 h 1840015"/>
                <a:gd name="connsiteX2971" fmla="*/ 2919467 w 3419947"/>
                <a:gd name="connsiteY2971" fmla="*/ 165199 h 1840015"/>
                <a:gd name="connsiteX2972" fmla="*/ 2915431 w 3419947"/>
                <a:gd name="connsiteY2972" fmla="*/ 159826 h 1840015"/>
                <a:gd name="connsiteX2973" fmla="*/ 2918122 w 3419947"/>
                <a:gd name="connsiteY2973" fmla="*/ 157140 h 1840015"/>
                <a:gd name="connsiteX2974" fmla="*/ 2916777 w 3419947"/>
                <a:gd name="connsiteY2974" fmla="*/ 154454 h 1840015"/>
                <a:gd name="connsiteX2975" fmla="*/ 2916777 w 3419947"/>
                <a:gd name="connsiteY2975" fmla="*/ 150425 h 1840015"/>
                <a:gd name="connsiteX2976" fmla="*/ 2911395 w 3419947"/>
                <a:gd name="connsiteY2976" fmla="*/ 143709 h 1840015"/>
                <a:gd name="connsiteX2977" fmla="*/ 2904668 w 3419947"/>
                <a:gd name="connsiteY2977" fmla="*/ 141023 h 1840015"/>
                <a:gd name="connsiteX2978" fmla="*/ 2903323 w 3419947"/>
                <a:gd name="connsiteY2978" fmla="*/ 132965 h 1840015"/>
                <a:gd name="connsiteX2979" fmla="*/ 2893905 w 3419947"/>
                <a:gd name="connsiteY2979" fmla="*/ 123563 h 1840015"/>
                <a:gd name="connsiteX2980" fmla="*/ 2889869 w 3419947"/>
                <a:gd name="connsiteY2980" fmla="*/ 122220 h 1840015"/>
                <a:gd name="connsiteX2981" fmla="*/ 2887178 w 3419947"/>
                <a:gd name="connsiteY2981" fmla="*/ 118191 h 1840015"/>
                <a:gd name="connsiteX2982" fmla="*/ 2877761 w 3419947"/>
                <a:gd name="connsiteY2982" fmla="*/ 114162 h 1840015"/>
                <a:gd name="connsiteX2983" fmla="*/ 2873725 w 3419947"/>
                <a:gd name="connsiteY2983" fmla="*/ 118191 h 1840015"/>
                <a:gd name="connsiteX2984" fmla="*/ 2871034 w 3419947"/>
                <a:gd name="connsiteY2984" fmla="*/ 118191 h 1840015"/>
                <a:gd name="connsiteX2985" fmla="*/ 2871034 w 3419947"/>
                <a:gd name="connsiteY2985" fmla="*/ 111475 h 1840015"/>
                <a:gd name="connsiteX2986" fmla="*/ 2873725 w 3419947"/>
                <a:gd name="connsiteY2986" fmla="*/ 108789 h 1840015"/>
                <a:gd name="connsiteX2987" fmla="*/ 2869689 w 3419947"/>
                <a:gd name="connsiteY2987" fmla="*/ 100731 h 1840015"/>
                <a:gd name="connsiteX2988" fmla="*/ 2868343 w 3419947"/>
                <a:gd name="connsiteY2988" fmla="*/ 95358 h 1840015"/>
                <a:gd name="connsiteX2989" fmla="*/ 2865652 w 3419947"/>
                <a:gd name="connsiteY2989" fmla="*/ 92672 h 1840015"/>
                <a:gd name="connsiteX2990" fmla="*/ 2862962 w 3419947"/>
                <a:gd name="connsiteY2990" fmla="*/ 84614 h 1840015"/>
                <a:gd name="connsiteX2991" fmla="*/ 2856235 w 3419947"/>
                <a:gd name="connsiteY2991" fmla="*/ 79242 h 1840015"/>
                <a:gd name="connsiteX2992" fmla="*/ 2857580 w 3419947"/>
                <a:gd name="connsiteY2992" fmla="*/ 77899 h 1840015"/>
                <a:gd name="connsiteX2993" fmla="*/ 2869689 w 3419947"/>
                <a:gd name="connsiteY2993" fmla="*/ 76555 h 1840015"/>
                <a:gd name="connsiteX2994" fmla="*/ 2873725 w 3419947"/>
                <a:gd name="connsiteY2994" fmla="*/ 79242 h 1840015"/>
                <a:gd name="connsiteX2995" fmla="*/ 2887178 w 3419947"/>
                <a:gd name="connsiteY2995" fmla="*/ 77899 h 1840015"/>
                <a:gd name="connsiteX2996" fmla="*/ 2899286 w 3419947"/>
                <a:gd name="connsiteY2996" fmla="*/ 77899 h 1840015"/>
                <a:gd name="connsiteX2997" fmla="*/ 2899286 w 3419947"/>
                <a:gd name="connsiteY2997" fmla="*/ 73869 h 1840015"/>
                <a:gd name="connsiteX2998" fmla="*/ 2906013 w 3419947"/>
                <a:gd name="connsiteY2998" fmla="*/ 71183 h 1840015"/>
                <a:gd name="connsiteX2999" fmla="*/ 2912740 w 3419947"/>
                <a:gd name="connsiteY2999" fmla="*/ 75212 h 1840015"/>
                <a:gd name="connsiteX3000" fmla="*/ 2916777 w 3419947"/>
                <a:gd name="connsiteY3000" fmla="*/ 72526 h 1840015"/>
                <a:gd name="connsiteX3001" fmla="*/ 2920813 w 3419947"/>
                <a:gd name="connsiteY3001" fmla="*/ 72526 h 1840015"/>
                <a:gd name="connsiteX3002" fmla="*/ 2920813 w 3419947"/>
                <a:gd name="connsiteY3002" fmla="*/ 67154 h 1840015"/>
                <a:gd name="connsiteX3003" fmla="*/ 2927540 w 3419947"/>
                <a:gd name="connsiteY3003" fmla="*/ 65811 h 1840015"/>
                <a:gd name="connsiteX3004" fmla="*/ 2930231 w 3419947"/>
                <a:gd name="connsiteY3004" fmla="*/ 69840 h 1840015"/>
                <a:gd name="connsiteX3005" fmla="*/ 2932921 w 3419947"/>
                <a:gd name="connsiteY3005" fmla="*/ 69840 h 1840015"/>
                <a:gd name="connsiteX3006" fmla="*/ 2935612 w 3419947"/>
                <a:gd name="connsiteY3006" fmla="*/ 64468 h 1840015"/>
                <a:gd name="connsiteX3007" fmla="*/ 2940993 w 3419947"/>
                <a:gd name="connsiteY3007" fmla="*/ 65811 h 1840015"/>
                <a:gd name="connsiteX3008" fmla="*/ 2940993 w 3419947"/>
                <a:gd name="connsiteY3008" fmla="*/ 60438 h 1840015"/>
                <a:gd name="connsiteX3009" fmla="*/ 2961174 w 3419947"/>
                <a:gd name="connsiteY3009" fmla="*/ 55066 h 1840015"/>
                <a:gd name="connsiteX3010" fmla="*/ 2963865 w 3419947"/>
                <a:gd name="connsiteY3010" fmla="*/ 60438 h 1840015"/>
                <a:gd name="connsiteX3011" fmla="*/ 2965210 w 3419947"/>
                <a:gd name="connsiteY3011" fmla="*/ 56409 h 1840015"/>
                <a:gd name="connsiteX3012" fmla="*/ 2967901 w 3419947"/>
                <a:gd name="connsiteY3012" fmla="*/ 52380 h 1840015"/>
                <a:gd name="connsiteX3013" fmla="*/ 2970592 w 3419947"/>
                <a:gd name="connsiteY3013" fmla="*/ 53723 h 1840015"/>
                <a:gd name="connsiteX3014" fmla="*/ 2977319 w 3419947"/>
                <a:gd name="connsiteY3014" fmla="*/ 52380 h 1840015"/>
                <a:gd name="connsiteX3015" fmla="*/ 2981355 w 3419947"/>
                <a:gd name="connsiteY3015" fmla="*/ 52380 h 1840015"/>
                <a:gd name="connsiteX3016" fmla="*/ 2985391 w 3419947"/>
                <a:gd name="connsiteY3016" fmla="*/ 56409 h 1840015"/>
                <a:gd name="connsiteX3017" fmla="*/ 2994809 w 3419947"/>
                <a:gd name="connsiteY3017" fmla="*/ 56409 h 1840015"/>
                <a:gd name="connsiteX3018" fmla="*/ 3000190 w 3419947"/>
                <a:gd name="connsiteY3018" fmla="*/ 53723 h 1840015"/>
                <a:gd name="connsiteX3019" fmla="*/ 3002880 w 3419947"/>
                <a:gd name="connsiteY3019" fmla="*/ 56409 h 1840015"/>
                <a:gd name="connsiteX3020" fmla="*/ 3006916 w 3419947"/>
                <a:gd name="connsiteY3020" fmla="*/ 57752 h 1840015"/>
                <a:gd name="connsiteX3021" fmla="*/ 3009607 w 3419947"/>
                <a:gd name="connsiteY3021" fmla="*/ 53723 h 1840015"/>
                <a:gd name="connsiteX3022" fmla="*/ 3017680 w 3419947"/>
                <a:gd name="connsiteY3022" fmla="*/ 52380 h 1840015"/>
                <a:gd name="connsiteX3023" fmla="*/ 3033824 w 3419947"/>
                <a:gd name="connsiteY3023" fmla="*/ 57752 h 1840015"/>
                <a:gd name="connsiteX3024" fmla="*/ 3039206 w 3419947"/>
                <a:gd name="connsiteY3024" fmla="*/ 60438 h 1840015"/>
                <a:gd name="connsiteX3025" fmla="*/ 3043242 w 3419947"/>
                <a:gd name="connsiteY3025" fmla="*/ 59095 h 1840015"/>
                <a:gd name="connsiteX3026" fmla="*/ 3041897 w 3419947"/>
                <a:gd name="connsiteY3026" fmla="*/ 57752 h 1840015"/>
                <a:gd name="connsiteX3027" fmla="*/ 3047278 w 3419947"/>
                <a:gd name="connsiteY3027" fmla="*/ 56409 h 1840015"/>
                <a:gd name="connsiteX3028" fmla="*/ 3051315 w 3419947"/>
                <a:gd name="connsiteY3028" fmla="*/ 59095 h 1840015"/>
                <a:gd name="connsiteX3029" fmla="*/ 3048624 w 3419947"/>
                <a:gd name="connsiteY3029" fmla="*/ 61782 h 1840015"/>
                <a:gd name="connsiteX3030" fmla="*/ 3051315 w 3419947"/>
                <a:gd name="connsiteY3030" fmla="*/ 63125 h 1840015"/>
                <a:gd name="connsiteX3031" fmla="*/ 3059386 w 3419947"/>
                <a:gd name="connsiteY3031" fmla="*/ 60438 h 1840015"/>
                <a:gd name="connsiteX3032" fmla="*/ 3076876 w 3419947"/>
                <a:gd name="connsiteY3032" fmla="*/ 63125 h 1840015"/>
                <a:gd name="connsiteX3033" fmla="*/ 3091676 w 3419947"/>
                <a:gd name="connsiteY3033" fmla="*/ 73869 h 1840015"/>
                <a:gd name="connsiteX3034" fmla="*/ 3090330 w 3419947"/>
                <a:gd name="connsiteY3034" fmla="*/ 76555 h 1840015"/>
                <a:gd name="connsiteX3035" fmla="*/ 3086294 w 3419947"/>
                <a:gd name="connsiteY3035" fmla="*/ 73869 h 1840015"/>
                <a:gd name="connsiteX3036" fmla="*/ 3076876 w 3419947"/>
                <a:gd name="connsiteY3036" fmla="*/ 71183 h 1840015"/>
                <a:gd name="connsiteX3037" fmla="*/ 3076876 w 3419947"/>
                <a:gd name="connsiteY3037" fmla="*/ 73869 h 1840015"/>
                <a:gd name="connsiteX3038" fmla="*/ 3093021 w 3419947"/>
                <a:gd name="connsiteY3038" fmla="*/ 79242 h 1840015"/>
                <a:gd name="connsiteX3039" fmla="*/ 3101093 w 3419947"/>
                <a:gd name="connsiteY3039" fmla="*/ 79242 h 1840015"/>
                <a:gd name="connsiteX3040" fmla="*/ 3102439 w 3419947"/>
                <a:gd name="connsiteY3040" fmla="*/ 75212 h 1840015"/>
                <a:gd name="connsiteX3041" fmla="*/ 3109166 w 3419947"/>
                <a:gd name="connsiteY3041" fmla="*/ 75212 h 1840015"/>
                <a:gd name="connsiteX3042" fmla="*/ 3117237 w 3419947"/>
                <a:gd name="connsiteY3042" fmla="*/ 75212 h 1840015"/>
                <a:gd name="connsiteX3043" fmla="*/ 3115892 w 3419947"/>
                <a:gd name="connsiteY3043" fmla="*/ 71183 h 1840015"/>
                <a:gd name="connsiteX3044" fmla="*/ 3118583 w 3419947"/>
                <a:gd name="connsiteY3044" fmla="*/ 69840 h 1840015"/>
                <a:gd name="connsiteX3045" fmla="*/ 3122619 w 3419947"/>
                <a:gd name="connsiteY3045" fmla="*/ 73869 h 1840015"/>
                <a:gd name="connsiteX3046" fmla="*/ 3128000 w 3419947"/>
                <a:gd name="connsiteY3046" fmla="*/ 75212 h 1840015"/>
                <a:gd name="connsiteX3047" fmla="*/ 3130691 w 3419947"/>
                <a:gd name="connsiteY3047" fmla="*/ 76555 h 1840015"/>
                <a:gd name="connsiteX3048" fmla="*/ 3130691 w 3419947"/>
                <a:gd name="connsiteY3048" fmla="*/ 73869 h 1840015"/>
                <a:gd name="connsiteX3049" fmla="*/ 3132037 w 3419947"/>
                <a:gd name="connsiteY3049" fmla="*/ 72526 h 1840015"/>
                <a:gd name="connsiteX3050" fmla="*/ 3140109 w 3419947"/>
                <a:gd name="connsiteY3050" fmla="*/ 75212 h 1840015"/>
                <a:gd name="connsiteX3051" fmla="*/ 3140109 w 3419947"/>
                <a:gd name="connsiteY3051" fmla="*/ 77899 h 1840015"/>
                <a:gd name="connsiteX3052" fmla="*/ 3148181 w 3419947"/>
                <a:gd name="connsiteY3052" fmla="*/ 80585 h 1840015"/>
                <a:gd name="connsiteX3053" fmla="*/ 3154908 w 3419947"/>
                <a:gd name="connsiteY3053" fmla="*/ 77899 h 1840015"/>
                <a:gd name="connsiteX3054" fmla="*/ 3177779 w 3419947"/>
                <a:gd name="connsiteY3054" fmla="*/ 81928 h 1840015"/>
                <a:gd name="connsiteX3055" fmla="*/ 3175089 w 3419947"/>
                <a:gd name="connsiteY3055" fmla="*/ 77899 h 1840015"/>
                <a:gd name="connsiteX3056" fmla="*/ 3181815 w 3419947"/>
                <a:gd name="connsiteY3056" fmla="*/ 77899 h 1840015"/>
                <a:gd name="connsiteX3057" fmla="*/ 3184506 w 3419947"/>
                <a:gd name="connsiteY3057" fmla="*/ 81928 h 1840015"/>
                <a:gd name="connsiteX3058" fmla="*/ 3188542 w 3419947"/>
                <a:gd name="connsiteY3058" fmla="*/ 83271 h 1840015"/>
                <a:gd name="connsiteX3059" fmla="*/ 3187197 w 3419947"/>
                <a:gd name="connsiteY3059" fmla="*/ 77899 h 1840015"/>
                <a:gd name="connsiteX3060" fmla="*/ 3189888 w 3419947"/>
                <a:gd name="connsiteY3060" fmla="*/ 76555 h 1840015"/>
                <a:gd name="connsiteX3061" fmla="*/ 3197960 w 3419947"/>
                <a:gd name="connsiteY3061" fmla="*/ 77899 h 1840015"/>
                <a:gd name="connsiteX3062" fmla="*/ 3196615 w 3419947"/>
                <a:gd name="connsiteY3062" fmla="*/ 80585 h 1840015"/>
                <a:gd name="connsiteX3063" fmla="*/ 3200651 w 3419947"/>
                <a:gd name="connsiteY3063" fmla="*/ 85957 h 1840015"/>
                <a:gd name="connsiteX3064" fmla="*/ 3207378 w 3419947"/>
                <a:gd name="connsiteY3064" fmla="*/ 83271 h 1840015"/>
                <a:gd name="connsiteX3065" fmla="*/ 3207378 w 3419947"/>
                <a:gd name="connsiteY3065" fmla="*/ 80585 h 1840015"/>
                <a:gd name="connsiteX3066" fmla="*/ 3204687 w 3419947"/>
                <a:gd name="connsiteY3066" fmla="*/ 79242 h 1840015"/>
                <a:gd name="connsiteX3067" fmla="*/ 3212760 w 3419947"/>
                <a:gd name="connsiteY3067" fmla="*/ 79242 h 1840015"/>
                <a:gd name="connsiteX3068" fmla="*/ 3215450 w 3419947"/>
                <a:gd name="connsiteY3068" fmla="*/ 80585 h 1840015"/>
                <a:gd name="connsiteX3069" fmla="*/ 3214105 w 3419947"/>
                <a:gd name="connsiteY3069" fmla="*/ 84614 h 1840015"/>
                <a:gd name="connsiteX3070" fmla="*/ 3218141 w 3419947"/>
                <a:gd name="connsiteY3070" fmla="*/ 88643 h 1840015"/>
                <a:gd name="connsiteX3071" fmla="*/ 3227559 w 3419947"/>
                <a:gd name="connsiteY3071" fmla="*/ 92672 h 1840015"/>
                <a:gd name="connsiteX3072" fmla="*/ 3234285 w 3419947"/>
                <a:gd name="connsiteY3072" fmla="*/ 89986 h 1840015"/>
                <a:gd name="connsiteX3073" fmla="*/ 3224868 w 3419947"/>
                <a:gd name="connsiteY3073" fmla="*/ 85957 h 1840015"/>
                <a:gd name="connsiteX3074" fmla="*/ 3220832 w 3419947"/>
                <a:gd name="connsiteY3074" fmla="*/ 83271 h 1840015"/>
                <a:gd name="connsiteX3075" fmla="*/ 3219487 w 3419947"/>
                <a:gd name="connsiteY3075" fmla="*/ 80585 h 1840015"/>
                <a:gd name="connsiteX3076" fmla="*/ 3224868 w 3419947"/>
                <a:gd name="connsiteY3076" fmla="*/ 79242 h 1840015"/>
                <a:gd name="connsiteX3077" fmla="*/ 3231594 w 3419947"/>
                <a:gd name="connsiteY3077" fmla="*/ 79242 h 1840015"/>
                <a:gd name="connsiteX3078" fmla="*/ 3242357 w 3419947"/>
                <a:gd name="connsiteY3078" fmla="*/ 84614 h 1840015"/>
                <a:gd name="connsiteX3079" fmla="*/ 3245048 w 3419947"/>
                <a:gd name="connsiteY3079" fmla="*/ 89986 h 1840015"/>
                <a:gd name="connsiteX3080" fmla="*/ 3247739 w 3419947"/>
                <a:gd name="connsiteY3080" fmla="*/ 91329 h 1840015"/>
                <a:gd name="connsiteX3081" fmla="*/ 3249084 w 3419947"/>
                <a:gd name="connsiteY3081" fmla="*/ 87300 h 1840015"/>
                <a:gd name="connsiteX3082" fmla="*/ 3247739 w 3419947"/>
                <a:gd name="connsiteY3082" fmla="*/ 84614 h 1840015"/>
                <a:gd name="connsiteX3083" fmla="*/ 3251775 w 3419947"/>
                <a:gd name="connsiteY3083" fmla="*/ 85957 h 1840015"/>
                <a:gd name="connsiteX3084" fmla="*/ 3254466 w 3419947"/>
                <a:gd name="connsiteY3084" fmla="*/ 88643 h 1840015"/>
                <a:gd name="connsiteX3085" fmla="*/ 3253121 w 3419947"/>
                <a:gd name="connsiteY3085" fmla="*/ 91329 h 1840015"/>
                <a:gd name="connsiteX3086" fmla="*/ 3254466 w 3419947"/>
                <a:gd name="connsiteY3086" fmla="*/ 106103 h 1840015"/>
                <a:gd name="connsiteX3087" fmla="*/ 3262538 w 3419947"/>
                <a:gd name="connsiteY3087" fmla="*/ 120877 h 1840015"/>
                <a:gd name="connsiteX3088" fmla="*/ 3271956 w 3419947"/>
                <a:gd name="connsiteY3088" fmla="*/ 123563 h 1840015"/>
                <a:gd name="connsiteX3089" fmla="*/ 3273302 w 3419947"/>
                <a:gd name="connsiteY3089" fmla="*/ 128935 h 1840015"/>
                <a:gd name="connsiteX3090" fmla="*/ 3277338 w 3419947"/>
                <a:gd name="connsiteY3090" fmla="*/ 132965 h 1840015"/>
                <a:gd name="connsiteX3091" fmla="*/ 3280029 w 3419947"/>
                <a:gd name="connsiteY3091" fmla="*/ 138337 h 1840015"/>
                <a:gd name="connsiteX3092" fmla="*/ 3277338 w 3419947"/>
                <a:gd name="connsiteY3092" fmla="*/ 141023 h 1840015"/>
                <a:gd name="connsiteX3093" fmla="*/ 3281374 w 3419947"/>
                <a:gd name="connsiteY3093" fmla="*/ 146395 h 1840015"/>
                <a:gd name="connsiteX3094" fmla="*/ 3285410 w 3419947"/>
                <a:gd name="connsiteY3094" fmla="*/ 147738 h 1840015"/>
                <a:gd name="connsiteX3095" fmla="*/ 3290791 w 3419947"/>
                <a:gd name="connsiteY3095" fmla="*/ 143709 h 1840015"/>
                <a:gd name="connsiteX3096" fmla="*/ 3297518 w 3419947"/>
                <a:gd name="connsiteY3096" fmla="*/ 145052 h 1840015"/>
                <a:gd name="connsiteX3097" fmla="*/ 3301554 w 3419947"/>
                <a:gd name="connsiteY3097" fmla="*/ 151768 h 1840015"/>
                <a:gd name="connsiteX3098" fmla="*/ 3305590 w 3419947"/>
                <a:gd name="connsiteY3098" fmla="*/ 153111 h 1840015"/>
                <a:gd name="connsiteX3099" fmla="*/ 3306936 w 3419947"/>
                <a:gd name="connsiteY3099" fmla="*/ 151768 h 1840015"/>
                <a:gd name="connsiteX3100" fmla="*/ 3304245 w 3419947"/>
                <a:gd name="connsiteY3100" fmla="*/ 150425 h 1840015"/>
                <a:gd name="connsiteX3101" fmla="*/ 3302899 w 3419947"/>
                <a:gd name="connsiteY3101" fmla="*/ 145052 h 1840015"/>
                <a:gd name="connsiteX3102" fmla="*/ 3305590 w 3419947"/>
                <a:gd name="connsiteY3102" fmla="*/ 141023 h 1840015"/>
                <a:gd name="connsiteX3103" fmla="*/ 3308281 w 3419947"/>
                <a:gd name="connsiteY3103" fmla="*/ 142366 h 1840015"/>
                <a:gd name="connsiteX3104" fmla="*/ 3310972 w 3419947"/>
                <a:gd name="connsiteY3104" fmla="*/ 149082 h 1840015"/>
                <a:gd name="connsiteX3105" fmla="*/ 3315008 w 3419947"/>
                <a:gd name="connsiteY3105" fmla="*/ 154454 h 1840015"/>
                <a:gd name="connsiteX3106" fmla="*/ 3315008 w 3419947"/>
                <a:gd name="connsiteY3106" fmla="*/ 151768 h 1840015"/>
                <a:gd name="connsiteX3107" fmla="*/ 3312317 w 3419947"/>
                <a:gd name="connsiteY3107" fmla="*/ 143709 h 1840015"/>
                <a:gd name="connsiteX3108" fmla="*/ 3312317 w 3419947"/>
                <a:gd name="connsiteY3108" fmla="*/ 139680 h 1840015"/>
                <a:gd name="connsiteX3109" fmla="*/ 3308281 w 3419947"/>
                <a:gd name="connsiteY3109" fmla="*/ 135651 h 1840015"/>
                <a:gd name="connsiteX3110" fmla="*/ 3301554 w 3419947"/>
                <a:gd name="connsiteY3110" fmla="*/ 139680 h 1840015"/>
                <a:gd name="connsiteX3111" fmla="*/ 3294827 w 3419947"/>
                <a:gd name="connsiteY3111" fmla="*/ 141023 h 1840015"/>
                <a:gd name="connsiteX3112" fmla="*/ 3293482 w 3419947"/>
                <a:gd name="connsiteY3112" fmla="*/ 136994 h 1840015"/>
                <a:gd name="connsiteX3113" fmla="*/ 3297518 w 3419947"/>
                <a:gd name="connsiteY3113" fmla="*/ 132965 h 1840015"/>
                <a:gd name="connsiteX3114" fmla="*/ 3296172 w 3419947"/>
                <a:gd name="connsiteY3114" fmla="*/ 126249 h 1840015"/>
                <a:gd name="connsiteX3115" fmla="*/ 3286755 w 3419947"/>
                <a:gd name="connsiteY3115" fmla="*/ 119534 h 1840015"/>
                <a:gd name="connsiteX3116" fmla="*/ 3281374 w 3419947"/>
                <a:gd name="connsiteY3116" fmla="*/ 115505 h 1840015"/>
                <a:gd name="connsiteX3117" fmla="*/ 3278683 w 3419947"/>
                <a:gd name="connsiteY3117" fmla="*/ 110132 h 1840015"/>
                <a:gd name="connsiteX3118" fmla="*/ 3275992 w 3419947"/>
                <a:gd name="connsiteY3118" fmla="*/ 110132 h 1840015"/>
                <a:gd name="connsiteX3119" fmla="*/ 3269265 w 3419947"/>
                <a:gd name="connsiteY3119" fmla="*/ 115505 h 1840015"/>
                <a:gd name="connsiteX3120" fmla="*/ 3267920 w 3419947"/>
                <a:gd name="connsiteY3120" fmla="*/ 112818 h 1840015"/>
                <a:gd name="connsiteX3121" fmla="*/ 3273302 w 3419947"/>
                <a:gd name="connsiteY3121" fmla="*/ 108789 h 1840015"/>
                <a:gd name="connsiteX3122" fmla="*/ 3277338 w 3419947"/>
                <a:gd name="connsiteY3122" fmla="*/ 100731 h 1840015"/>
                <a:gd name="connsiteX3123" fmla="*/ 3284065 w 3419947"/>
                <a:gd name="connsiteY3123" fmla="*/ 91329 h 1840015"/>
                <a:gd name="connsiteX3124" fmla="*/ 3288100 w 3419947"/>
                <a:gd name="connsiteY3124" fmla="*/ 89986 h 1840015"/>
                <a:gd name="connsiteX3125" fmla="*/ 3288100 w 3419947"/>
                <a:gd name="connsiteY3125" fmla="*/ 92672 h 1840015"/>
                <a:gd name="connsiteX3126" fmla="*/ 3292136 w 3419947"/>
                <a:gd name="connsiteY3126" fmla="*/ 102074 h 1840015"/>
                <a:gd name="connsiteX3127" fmla="*/ 3297518 w 3419947"/>
                <a:gd name="connsiteY3127" fmla="*/ 103417 h 1840015"/>
                <a:gd name="connsiteX3128" fmla="*/ 3298863 w 3419947"/>
                <a:gd name="connsiteY3128" fmla="*/ 100731 h 1840015"/>
                <a:gd name="connsiteX3129" fmla="*/ 3294827 w 3419947"/>
                <a:gd name="connsiteY3129" fmla="*/ 96702 h 1840015"/>
                <a:gd name="connsiteX3130" fmla="*/ 3293482 w 3419947"/>
                <a:gd name="connsiteY3130" fmla="*/ 92672 h 1840015"/>
                <a:gd name="connsiteX3131" fmla="*/ 3296172 w 3419947"/>
                <a:gd name="connsiteY3131" fmla="*/ 92672 h 1840015"/>
                <a:gd name="connsiteX3132" fmla="*/ 3301554 w 3419947"/>
                <a:gd name="connsiteY3132" fmla="*/ 88643 h 1840015"/>
                <a:gd name="connsiteX3133" fmla="*/ 3302899 w 3419947"/>
                <a:gd name="connsiteY3133" fmla="*/ 84614 h 1840015"/>
                <a:gd name="connsiteX3134" fmla="*/ 3294827 w 3419947"/>
                <a:gd name="connsiteY3134" fmla="*/ 84614 h 1840015"/>
                <a:gd name="connsiteX3135" fmla="*/ 3297518 w 3419947"/>
                <a:gd name="connsiteY3135" fmla="*/ 81928 h 1840015"/>
                <a:gd name="connsiteX3136" fmla="*/ 3300209 w 3419947"/>
                <a:gd name="connsiteY3136" fmla="*/ 80585 h 1840015"/>
                <a:gd name="connsiteX3137" fmla="*/ 3305590 w 3419947"/>
                <a:gd name="connsiteY3137" fmla="*/ 79242 h 1840015"/>
                <a:gd name="connsiteX3138" fmla="*/ 3309626 w 3419947"/>
                <a:gd name="connsiteY3138" fmla="*/ 72526 h 1840015"/>
                <a:gd name="connsiteX3139" fmla="*/ 3313663 w 3419947"/>
                <a:gd name="connsiteY3139" fmla="*/ 72526 h 1840015"/>
                <a:gd name="connsiteX3140" fmla="*/ 3316353 w 3419947"/>
                <a:gd name="connsiteY3140" fmla="*/ 75212 h 1840015"/>
                <a:gd name="connsiteX3141" fmla="*/ 3319044 w 3419947"/>
                <a:gd name="connsiteY3141" fmla="*/ 73869 h 1840015"/>
                <a:gd name="connsiteX3142" fmla="*/ 3323080 w 3419947"/>
                <a:gd name="connsiteY3142" fmla="*/ 75212 h 1840015"/>
                <a:gd name="connsiteX3143" fmla="*/ 3323080 w 3419947"/>
                <a:gd name="connsiteY3143" fmla="*/ 77899 h 1840015"/>
                <a:gd name="connsiteX3144" fmla="*/ 3327117 w 3419947"/>
                <a:gd name="connsiteY3144" fmla="*/ 81928 h 1840015"/>
                <a:gd name="connsiteX3145" fmla="*/ 3335189 w 3419947"/>
                <a:gd name="connsiteY3145" fmla="*/ 83271 h 1840015"/>
                <a:gd name="connsiteX3146" fmla="*/ 3339225 w 3419947"/>
                <a:gd name="connsiteY3146" fmla="*/ 80585 h 1840015"/>
                <a:gd name="connsiteX3147" fmla="*/ 3355369 w 3419947"/>
                <a:gd name="connsiteY3147" fmla="*/ 83271 h 1840015"/>
                <a:gd name="connsiteX3148" fmla="*/ 3354024 w 3419947"/>
                <a:gd name="connsiteY3148" fmla="*/ 88643 h 1840015"/>
                <a:gd name="connsiteX3149" fmla="*/ 3355369 w 3419947"/>
                <a:gd name="connsiteY3149" fmla="*/ 91329 h 1840015"/>
                <a:gd name="connsiteX3150" fmla="*/ 3358060 w 3419947"/>
                <a:gd name="connsiteY3150" fmla="*/ 89986 h 1840015"/>
                <a:gd name="connsiteX3151" fmla="*/ 3358060 w 3419947"/>
                <a:gd name="connsiteY3151" fmla="*/ 85957 h 1840015"/>
                <a:gd name="connsiteX3152" fmla="*/ 3362096 w 3419947"/>
                <a:gd name="connsiteY3152" fmla="*/ 85957 h 1840015"/>
                <a:gd name="connsiteX3153" fmla="*/ 3362096 w 3419947"/>
                <a:gd name="connsiteY3153" fmla="*/ 92672 h 1840015"/>
                <a:gd name="connsiteX3154" fmla="*/ 3366132 w 3419947"/>
                <a:gd name="connsiteY3154" fmla="*/ 89986 h 1840015"/>
                <a:gd name="connsiteX3155" fmla="*/ 3371514 w 3419947"/>
                <a:gd name="connsiteY3155" fmla="*/ 84614 h 1840015"/>
                <a:gd name="connsiteX3156" fmla="*/ 3376895 w 3419947"/>
                <a:gd name="connsiteY3156" fmla="*/ 85957 h 1840015"/>
                <a:gd name="connsiteX3157" fmla="*/ 3376895 w 3419947"/>
                <a:gd name="connsiteY3157" fmla="*/ 89986 h 1840015"/>
                <a:gd name="connsiteX3158" fmla="*/ 3374205 w 3419947"/>
                <a:gd name="connsiteY3158" fmla="*/ 94015 h 1840015"/>
                <a:gd name="connsiteX3159" fmla="*/ 3372859 w 3419947"/>
                <a:gd name="connsiteY3159" fmla="*/ 96702 h 1840015"/>
                <a:gd name="connsiteX3160" fmla="*/ 3376895 w 3419947"/>
                <a:gd name="connsiteY3160" fmla="*/ 110132 h 1840015"/>
                <a:gd name="connsiteX3161" fmla="*/ 3375550 w 3419947"/>
                <a:gd name="connsiteY3161" fmla="*/ 116848 h 1840015"/>
                <a:gd name="connsiteX3162" fmla="*/ 3375550 w 3419947"/>
                <a:gd name="connsiteY3162" fmla="*/ 119534 h 1840015"/>
                <a:gd name="connsiteX3163" fmla="*/ 3380932 w 3419947"/>
                <a:gd name="connsiteY3163" fmla="*/ 118191 h 1840015"/>
                <a:gd name="connsiteX3164" fmla="*/ 3383622 w 3419947"/>
                <a:gd name="connsiteY3164" fmla="*/ 123563 h 1840015"/>
                <a:gd name="connsiteX3165" fmla="*/ 3389004 w 3419947"/>
                <a:gd name="connsiteY3165" fmla="*/ 126249 h 1840015"/>
                <a:gd name="connsiteX3166" fmla="*/ 3391695 w 3419947"/>
                <a:gd name="connsiteY3166" fmla="*/ 131622 h 1840015"/>
                <a:gd name="connsiteX3167" fmla="*/ 3389004 w 3419947"/>
                <a:gd name="connsiteY3167" fmla="*/ 134308 h 1840015"/>
                <a:gd name="connsiteX3168" fmla="*/ 3380932 w 3419947"/>
                <a:gd name="connsiteY3168" fmla="*/ 134308 h 1840015"/>
                <a:gd name="connsiteX3169" fmla="*/ 3371514 w 3419947"/>
                <a:gd name="connsiteY3169" fmla="*/ 135651 h 1840015"/>
                <a:gd name="connsiteX3170" fmla="*/ 3383622 w 3419947"/>
                <a:gd name="connsiteY3170" fmla="*/ 138337 h 1840015"/>
                <a:gd name="connsiteX3171" fmla="*/ 3386313 w 3419947"/>
                <a:gd name="connsiteY3171" fmla="*/ 142366 h 1840015"/>
                <a:gd name="connsiteX3172" fmla="*/ 3384968 w 3419947"/>
                <a:gd name="connsiteY3172" fmla="*/ 146395 h 1840015"/>
                <a:gd name="connsiteX3173" fmla="*/ 3379586 w 3419947"/>
                <a:gd name="connsiteY3173" fmla="*/ 147738 h 1840015"/>
                <a:gd name="connsiteX3174" fmla="*/ 3374205 w 3419947"/>
                <a:gd name="connsiteY3174" fmla="*/ 157140 h 1840015"/>
                <a:gd name="connsiteX3175" fmla="*/ 3372859 w 3419947"/>
                <a:gd name="connsiteY3175" fmla="*/ 154454 h 1840015"/>
                <a:gd name="connsiteX3176" fmla="*/ 3366132 w 3419947"/>
                <a:gd name="connsiteY3176" fmla="*/ 159826 h 1840015"/>
                <a:gd name="connsiteX3177" fmla="*/ 3359405 w 3419947"/>
                <a:gd name="connsiteY3177" fmla="*/ 159826 h 1840015"/>
                <a:gd name="connsiteX3178" fmla="*/ 3354024 w 3419947"/>
                <a:gd name="connsiteY3178" fmla="*/ 165199 h 1840015"/>
                <a:gd name="connsiteX3179" fmla="*/ 3360751 w 3419947"/>
                <a:gd name="connsiteY3179" fmla="*/ 163855 h 1840015"/>
                <a:gd name="connsiteX3180" fmla="*/ 3364787 w 3419947"/>
                <a:gd name="connsiteY3180" fmla="*/ 165199 h 1840015"/>
                <a:gd name="connsiteX3181" fmla="*/ 3367478 w 3419947"/>
                <a:gd name="connsiteY3181" fmla="*/ 169228 h 1840015"/>
                <a:gd name="connsiteX3182" fmla="*/ 3371514 w 3419947"/>
                <a:gd name="connsiteY3182" fmla="*/ 165199 h 1840015"/>
                <a:gd name="connsiteX3183" fmla="*/ 3374205 w 3419947"/>
                <a:gd name="connsiteY3183" fmla="*/ 165199 h 1840015"/>
                <a:gd name="connsiteX3184" fmla="*/ 3374205 w 3419947"/>
                <a:gd name="connsiteY3184" fmla="*/ 169228 h 1840015"/>
                <a:gd name="connsiteX3185" fmla="*/ 3379586 w 3419947"/>
                <a:gd name="connsiteY3185" fmla="*/ 175943 h 1840015"/>
                <a:gd name="connsiteX3186" fmla="*/ 3375550 w 3419947"/>
                <a:gd name="connsiteY3186" fmla="*/ 178629 h 1840015"/>
                <a:gd name="connsiteX3187" fmla="*/ 3374205 w 3419947"/>
                <a:gd name="connsiteY3187" fmla="*/ 186688 h 1840015"/>
                <a:gd name="connsiteX3188" fmla="*/ 3380932 w 3419947"/>
                <a:gd name="connsiteY3188" fmla="*/ 179972 h 1840015"/>
                <a:gd name="connsiteX3189" fmla="*/ 3387659 w 3419947"/>
                <a:gd name="connsiteY3189" fmla="*/ 179972 h 1840015"/>
                <a:gd name="connsiteX3190" fmla="*/ 3394386 w 3419947"/>
                <a:gd name="connsiteY3190" fmla="*/ 185345 h 1840015"/>
                <a:gd name="connsiteX3191" fmla="*/ 3393040 w 3419947"/>
                <a:gd name="connsiteY3191" fmla="*/ 189374 h 1840015"/>
                <a:gd name="connsiteX3192" fmla="*/ 3397076 w 3419947"/>
                <a:gd name="connsiteY3192" fmla="*/ 196089 h 1840015"/>
                <a:gd name="connsiteX3193" fmla="*/ 3390349 w 3419947"/>
                <a:gd name="connsiteY3193" fmla="*/ 200118 h 1840015"/>
                <a:gd name="connsiteX3194" fmla="*/ 3393040 w 3419947"/>
                <a:gd name="connsiteY3194" fmla="*/ 201462 h 1840015"/>
                <a:gd name="connsiteX3195" fmla="*/ 3394386 w 3419947"/>
                <a:gd name="connsiteY3195" fmla="*/ 209520 h 1840015"/>
                <a:gd name="connsiteX3196" fmla="*/ 3389004 w 3419947"/>
                <a:gd name="connsiteY3196" fmla="*/ 212206 h 1840015"/>
                <a:gd name="connsiteX3197" fmla="*/ 3389004 w 3419947"/>
                <a:gd name="connsiteY3197" fmla="*/ 216235 h 1840015"/>
                <a:gd name="connsiteX3198" fmla="*/ 3391695 w 3419947"/>
                <a:gd name="connsiteY3198" fmla="*/ 218922 h 1840015"/>
                <a:gd name="connsiteX3199" fmla="*/ 3391695 w 3419947"/>
                <a:gd name="connsiteY3199" fmla="*/ 214892 h 1840015"/>
                <a:gd name="connsiteX3200" fmla="*/ 3395731 w 3419947"/>
                <a:gd name="connsiteY3200" fmla="*/ 213549 h 1840015"/>
                <a:gd name="connsiteX3201" fmla="*/ 3398422 w 3419947"/>
                <a:gd name="connsiteY3201" fmla="*/ 217578 h 1840015"/>
                <a:gd name="connsiteX3202" fmla="*/ 3397076 w 3419947"/>
                <a:gd name="connsiteY3202" fmla="*/ 224294 h 1840015"/>
                <a:gd name="connsiteX3203" fmla="*/ 3402457 w 3419947"/>
                <a:gd name="connsiteY3203" fmla="*/ 222951 h 1840015"/>
                <a:gd name="connsiteX3204" fmla="*/ 3405148 w 3419947"/>
                <a:gd name="connsiteY3204" fmla="*/ 226980 h 1840015"/>
                <a:gd name="connsiteX3205" fmla="*/ 3405148 w 3419947"/>
                <a:gd name="connsiteY3205" fmla="*/ 222951 h 1840015"/>
                <a:gd name="connsiteX3206" fmla="*/ 3407839 w 3419947"/>
                <a:gd name="connsiteY3206" fmla="*/ 220265 h 1840015"/>
                <a:gd name="connsiteX3207" fmla="*/ 3411875 w 3419947"/>
                <a:gd name="connsiteY3207" fmla="*/ 222951 h 1840015"/>
                <a:gd name="connsiteX3208" fmla="*/ 3417256 w 3419947"/>
                <a:gd name="connsiteY3208" fmla="*/ 224294 h 1840015"/>
                <a:gd name="connsiteX3209" fmla="*/ 3417256 w 3419947"/>
                <a:gd name="connsiteY3209" fmla="*/ 231009 h 1840015"/>
                <a:gd name="connsiteX3210" fmla="*/ 3413220 w 3419947"/>
                <a:gd name="connsiteY3210" fmla="*/ 232352 h 1840015"/>
                <a:gd name="connsiteX3211" fmla="*/ 3409184 w 3419947"/>
                <a:gd name="connsiteY3211" fmla="*/ 229666 h 1840015"/>
                <a:gd name="connsiteX3212" fmla="*/ 3406493 w 3419947"/>
                <a:gd name="connsiteY3212" fmla="*/ 233695 h 1840015"/>
                <a:gd name="connsiteX3213" fmla="*/ 3411875 w 3419947"/>
                <a:gd name="connsiteY3213" fmla="*/ 237725 h 1840015"/>
                <a:gd name="connsiteX3214" fmla="*/ 3415911 w 3419947"/>
                <a:gd name="connsiteY3214" fmla="*/ 236382 h 1840015"/>
                <a:gd name="connsiteX3215" fmla="*/ 3419947 w 3419947"/>
                <a:gd name="connsiteY3215" fmla="*/ 243097 h 1840015"/>
                <a:gd name="connsiteX3216" fmla="*/ 3419947 w 3419947"/>
                <a:gd name="connsiteY3216" fmla="*/ 247126 h 1840015"/>
                <a:gd name="connsiteX3217" fmla="*/ 3413220 w 3419947"/>
                <a:gd name="connsiteY3217" fmla="*/ 249812 h 1840015"/>
                <a:gd name="connsiteX3218" fmla="*/ 3407839 w 3419947"/>
                <a:gd name="connsiteY3218" fmla="*/ 241754 h 1840015"/>
                <a:gd name="connsiteX3219" fmla="*/ 3406493 w 3419947"/>
                <a:gd name="connsiteY3219" fmla="*/ 240411 h 1840015"/>
                <a:gd name="connsiteX3220" fmla="*/ 3409184 w 3419947"/>
                <a:gd name="connsiteY3220" fmla="*/ 249812 h 1840015"/>
                <a:gd name="connsiteX3221" fmla="*/ 3405148 w 3419947"/>
                <a:gd name="connsiteY3221" fmla="*/ 253842 h 1840015"/>
                <a:gd name="connsiteX3222" fmla="*/ 3402457 w 3419947"/>
                <a:gd name="connsiteY3222" fmla="*/ 253842 h 1840015"/>
                <a:gd name="connsiteX3223" fmla="*/ 3402457 w 3419947"/>
                <a:gd name="connsiteY3223" fmla="*/ 253842 h 1840015"/>
                <a:gd name="connsiteX3224" fmla="*/ 3398422 w 3419947"/>
                <a:gd name="connsiteY3224" fmla="*/ 253842 h 1840015"/>
                <a:gd name="connsiteX3225" fmla="*/ 3395731 w 3419947"/>
                <a:gd name="connsiteY3225" fmla="*/ 251155 h 1840015"/>
                <a:gd name="connsiteX3226" fmla="*/ 3383622 w 3419947"/>
                <a:gd name="connsiteY3226" fmla="*/ 249812 h 1840015"/>
                <a:gd name="connsiteX3227" fmla="*/ 3379586 w 3419947"/>
                <a:gd name="connsiteY3227" fmla="*/ 252499 h 1840015"/>
                <a:gd name="connsiteX3228" fmla="*/ 3374205 w 3419947"/>
                <a:gd name="connsiteY3228" fmla="*/ 252499 h 1840015"/>
                <a:gd name="connsiteX3229" fmla="*/ 3375550 w 3419947"/>
                <a:gd name="connsiteY3229" fmla="*/ 248469 h 1840015"/>
                <a:gd name="connsiteX3230" fmla="*/ 3372859 w 3419947"/>
                <a:gd name="connsiteY3230" fmla="*/ 244440 h 1840015"/>
                <a:gd name="connsiteX3231" fmla="*/ 3368823 w 3419947"/>
                <a:gd name="connsiteY3231" fmla="*/ 244440 h 1840015"/>
                <a:gd name="connsiteX3232" fmla="*/ 3370168 w 3419947"/>
                <a:gd name="connsiteY3232" fmla="*/ 251155 h 1840015"/>
                <a:gd name="connsiteX3233" fmla="*/ 3367478 w 3419947"/>
                <a:gd name="connsiteY3233" fmla="*/ 251155 h 1840015"/>
                <a:gd name="connsiteX3234" fmla="*/ 3366132 w 3419947"/>
                <a:gd name="connsiteY3234" fmla="*/ 252499 h 1840015"/>
                <a:gd name="connsiteX3235" fmla="*/ 3368823 w 3419947"/>
                <a:gd name="connsiteY3235" fmla="*/ 256528 h 1840015"/>
                <a:gd name="connsiteX3236" fmla="*/ 3364787 w 3419947"/>
                <a:gd name="connsiteY3236" fmla="*/ 261900 h 1840015"/>
                <a:gd name="connsiteX3237" fmla="*/ 3362096 w 3419947"/>
                <a:gd name="connsiteY3237" fmla="*/ 261900 h 1840015"/>
                <a:gd name="connsiteX3238" fmla="*/ 3362096 w 3419947"/>
                <a:gd name="connsiteY3238" fmla="*/ 259214 h 1840015"/>
                <a:gd name="connsiteX3239" fmla="*/ 3359405 w 3419947"/>
                <a:gd name="connsiteY3239" fmla="*/ 257871 h 1840015"/>
                <a:gd name="connsiteX3240" fmla="*/ 3348642 w 3419947"/>
                <a:gd name="connsiteY3240" fmla="*/ 260557 h 1840015"/>
                <a:gd name="connsiteX3241" fmla="*/ 3345952 w 3419947"/>
                <a:gd name="connsiteY3241" fmla="*/ 259214 h 1840015"/>
                <a:gd name="connsiteX3242" fmla="*/ 3345952 w 3419947"/>
                <a:gd name="connsiteY3242" fmla="*/ 256528 h 1840015"/>
                <a:gd name="connsiteX3243" fmla="*/ 3343261 w 3419947"/>
                <a:gd name="connsiteY3243" fmla="*/ 249812 h 1840015"/>
                <a:gd name="connsiteX3244" fmla="*/ 3341916 w 3419947"/>
                <a:gd name="connsiteY3244" fmla="*/ 248469 h 1840015"/>
                <a:gd name="connsiteX3245" fmla="*/ 3329807 w 3419947"/>
                <a:gd name="connsiteY3245" fmla="*/ 239068 h 1840015"/>
                <a:gd name="connsiteX3246" fmla="*/ 3328462 w 3419947"/>
                <a:gd name="connsiteY3246" fmla="*/ 237725 h 1840015"/>
                <a:gd name="connsiteX3247" fmla="*/ 3329807 w 3419947"/>
                <a:gd name="connsiteY3247" fmla="*/ 236382 h 1840015"/>
                <a:gd name="connsiteX3248" fmla="*/ 3320390 w 3419947"/>
                <a:gd name="connsiteY3248" fmla="*/ 233695 h 1840015"/>
                <a:gd name="connsiteX3249" fmla="*/ 3319044 w 3419947"/>
                <a:gd name="connsiteY3249" fmla="*/ 239068 h 1840015"/>
                <a:gd name="connsiteX3250" fmla="*/ 3309626 w 3419947"/>
                <a:gd name="connsiteY3250" fmla="*/ 241754 h 1840015"/>
                <a:gd name="connsiteX3251" fmla="*/ 3305590 w 3419947"/>
                <a:gd name="connsiteY3251" fmla="*/ 245783 h 1840015"/>
                <a:gd name="connsiteX3252" fmla="*/ 3302899 w 3419947"/>
                <a:gd name="connsiteY3252" fmla="*/ 245783 h 1840015"/>
                <a:gd name="connsiteX3253" fmla="*/ 3302899 w 3419947"/>
                <a:gd name="connsiteY3253" fmla="*/ 239068 h 1840015"/>
                <a:gd name="connsiteX3254" fmla="*/ 3300209 w 3419947"/>
                <a:gd name="connsiteY3254" fmla="*/ 233695 h 1840015"/>
                <a:gd name="connsiteX3255" fmla="*/ 3301554 w 3419947"/>
                <a:gd name="connsiteY3255" fmla="*/ 239068 h 1840015"/>
                <a:gd name="connsiteX3256" fmla="*/ 3300209 w 3419947"/>
                <a:gd name="connsiteY3256" fmla="*/ 249812 h 1840015"/>
                <a:gd name="connsiteX3257" fmla="*/ 3302899 w 3419947"/>
                <a:gd name="connsiteY3257" fmla="*/ 255185 h 1840015"/>
                <a:gd name="connsiteX3258" fmla="*/ 3301554 w 3419947"/>
                <a:gd name="connsiteY3258" fmla="*/ 261900 h 1840015"/>
                <a:gd name="connsiteX3259" fmla="*/ 3292136 w 3419947"/>
                <a:gd name="connsiteY3259" fmla="*/ 275331 h 1840015"/>
                <a:gd name="connsiteX3260" fmla="*/ 3286755 w 3419947"/>
                <a:gd name="connsiteY3260" fmla="*/ 275331 h 1840015"/>
                <a:gd name="connsiteX3261" fmla="*/ 3286755 w 3419947"/>
                <a:gd name="connsiteY3261" fmla="*/ 265929 h 1840015"/>
                <a:gd name="connsiteX3262" fmla="*/ 3281374 w 3419947"/>
                <a:gd name="connsiteY3262" fmla="*/ 263243 h 1840015"/>
                <a:gd name="connsiteX3263" fmla="*/ 3277338 w 3419947"/>
                <a:gd name="connsiteY3263" fmla="*/ 265929 h 1840015"/>
                <a:gd name="connsiteX3264" fmla="*/ 3263884 w 3419947"/>
                <a:gd name="connsiteY3264" fmla="*/ 256528 h 1840015"/>
                <a:gd name="connsiteX3265" fmla="*/ 3265229 w 3419947"/>
                <a:gd name="connsiteY3265" fmla="*/ 252499 h 1840015"/>
                <a:gd name="connsiteX3266" fmla="*/ 3263884 w 3419947"/>
                <a:gd name="connsiteY3266" fmla="*/ 240411 h 1840015"/>
                <a:gd name="connsiteX3267" fmla="*/ 3258502 w 3419947"/>
                <a:gd name="connsiteY3267" fmla="*/ 239068 h 1840015"/>
                <a:gd name="connsiteX3268" fmla="*/ 3257157 w 3419947"/>
                <a:gd name="connsiteY3268" fmla="*/ 235038 h 1840015"/>
                <a:gd name="connsiteX3269" fmla="*/ 3254466 w 3419947"/>
                <a:gd name="connsiteY3269" fmla="*/ 232352 h 1840015"/>
                <a:gd name="connsiteX3270" fmla="*/ 3251775 w 3419947"/>
                <a:gd name="connsiteY3270" fmla="*/ 235038 h 1840015"/>
                <a:gd name="connsiteX3271" fmla="*/ 3253121 w 3419947"/>
                <a:gd name="connsiteY3271" fmla="*/ 239068 h 1840015"/>
                <a:gd name="connsiteX3272" fmla="*/ 3253121 w 3419947"/>
                <a:gd name="connsiteY3272" fmla="*/ 243097 h 1840015"/>
                <a:gd name="connsiteX3273" fmla="*/ 3255811 w 3419947"/>
                <a:gd name="connsiteY3273" fmla="*/ 247126 h 1840015"/>
                <a:gd name="connsiteX3274" fmla="*/ 3254466 w 3419947"/>
                <a:gd name="connsiteY3274" fmla="*/ 251155 h 1840015"/>
                <a:gd name="connsiteX3275" fmla="*/ 3246394 w 3419947"/>
                <a:gd name="connsiteY3275" fmla="*/ 247126 h 1840015"/>
                <a:gd name="connsiteX3276" fmla="*/ 3241012 w 3419947"/>
                <a:gd name="connsiteY3276" fmla="*/ 240411 h 1840015"/>
                <a:gd name="connsiteX3277" fmla="*/ 3239667 w 3419947"/>
                <a:gd name="connsiteY3277" fmla="*/ 240411 h 1840015"/>
                <a:gd name="connsiteX3278" fmla="*/ 3242357 w 3419947"/>
                <a:gd name="connsiteY3278" fmla="*/ 247126 h 1840015"/>
                <a:gd name="connsiteX3279" fmla="*/ 3239667 w 3419947"/>
                <a:gd name="connsiteY3279" fmla="*/ 249812 h 1840015"/>
                <a:gd name="connsiteX3280" fmla="*/ 3242357 w 3419947"/>
                <a:gd name="connsiteY3280" fmla="*/ 252499 h 1840015"/>
                <a:gd name="connsiteX3281" fmla="*/ 3249084 w 3419947"/>
                <a:gd name="connsiteY3281" fmla="*/ 252499 h 1840015"/>
                <a:gd name="connsiteX3282" fmla="*/ 3251775 w 3419947"/>
                <a:gd name="connsiteY3282" fmla="*/ 256528 h 1840015"/>
                <a:gd name="connsiteX3283" fmla="*/ 3249084 w 3419947"/>
                <a:gd name="connsiteY3283" fmla="*/ 261900 h 1840015"/>
                <a:gd name="connsiteX3284" fmla="*/ 3241012 w 3419947"/>
                <a:gd name="connsiteY3284" fmla="*/ 261900 h 1840015"/>
                <a:gd name="connsiteX3285" fmla="*/ 3239667 w 3419947"/>
                <a:gd name="connsiteY3285" fmla="*/ 264586 h 1840015"/>
                <a:gd name="connsiteX3286" fmla="*/ 3242357 w 3419947"/>
                <a:gd name="connsiteY3286" fmla="*/ 265929 h 1840015"/>
                <a:gd name="connsiteX3287" fmla="*/ 3257157 w 3419947"/>
                <a:gd name="connsiteY3287" fmla="*/ 283389 h 1840015"/>
                <a:gd name="connsiteX3288" fmla="*/ 3267920 w 3419947"/>
                <a:gd name="connsiteY3288" fmla="*/ 286075 h 1840015"/>
                <a:gd name="connsiteX3289" fmla="*/ 3273302 w 3419947"/>
                <a:gd name="connsiteY3289" fmla="*/ 283389 h 1840015"/>
                <a:gd name="connsiteX3290" fmla="*/ 3280029 w 3419947"/>
                <a:gd name="connsiteY3290" fmla="*/ 286075 h 1840015"/>
                <a:gd name="connsiteX3291" fmla="*/ 3281374 w 3419947"/>
                <a:gd name="connsiteY3291" fmla="*/ 292791 h 1840015"/>
                <a:gd name="connsiteX3292" fmla="*/ 3280029 w 3419947"/>
                <a:gd name="connsiteY3292" fmla="*/ 292791 h 1840015"/>
                <a:gd name="connsiteX3293" fmla="*/ 3275992 w 3419947"/>
                <a:gd name="connsiteY3293" fmla="*/ 286075 h 1840015"/>
                <a:gd name="connsiteX3294" fmla="*/ 3273302 w 3419947"/>
                <a:gd name="connsiteY3294" fmla="*/ 286075 h 1840015"/>
                <a:gd name="connsiteX3295" fmla="*/ 3275992 w 3419947"/>
                <a:gd name="connsiteY3295" fmla="*/ 294134 h 1840015"/>
                <a:gd name="connsiteX3296" fmla="*/ 3282719 w 3419947"/>
                <a:gd name="connsiteY3296" fmla="*/ 299506 h 1840015"/>
                <a:gd name="connsiteX3297" fmla="*/ 3284065 w 3419947"/>
                <a:gd name="connsiteY3297" fmla="*/ 306222 h 1840015"/>
                <a:gd name="connsiteX3298" fmla="*/ 3289446 w 3419947"/>
                <a:gd name="connsiteY3298" fmla="*/ 311594 h 1840015"/>
                <a:gd name="connsiteX3299" fmla="*/ 3289446 w 3419947"/>
                <a:gd name="connsiteY3299" fmla="*/ 322338 h 1840015"/>
                <a:gd name="connsiteX3300" fmla="*/ 3285410 w 3419947"/>
                <a:gd name="connsiteY3300" fmla="*/ 339799 h 1840015"/>
                <a:gd name="connsiteX3301" fmla="*/ 3288100 w 3419947"/>
                <a:gd name="connsiteY3301" fmla="*/ 349200 h 1840015"/>
                <a:gd name="connsiteX3302" fmla="*/ 3288100 w 3419947"/>
                <a:gd name="connsiteY3302" fmla="*/ 355915 h 1840015"/>
                <a:gd name="connsiteX3303" fmla="*/ 3289446 w 3419947"/>
                <a:gd name="connsiteY3303" fmla="*/ 359945 h 1840015"/>
                <a:gd name="connsiteX3304" fmla="*/ 3282719 w 3419947"/>
                <a:gd name="connsiteY3304" fmla="*/ 369346 h 1840015"/>
                <a:gd name="connsiteX3305" fmla="*/ 3282719 w 3419947"/>
                <a:gd name="connsiteY3305" fmla="*/ 376062 h 1840015"/>
                <a:gd name="connsiteX3306" fmla="*/ 3278683 w 3419947"/>
                <a:gd name="connsiteY3306" fmla="*/ 378748 h 1840015"/>
                <a:gd name="connsiteX3307" fmla="*/ 3280029 w 3419947"/>
                <a:gd name="connsiteY3307" fmla="*/ 373375 h 1840015"/>
                <a:gd name="connsiteX3308" fmla="*/ 3278683 w 3419947"/>
                <a:gd name="connsiteY3308" fmla="*/ 370689 h 1840015"/>
                <a:gd name="connsiteX3309" fmla="*/ 3266575 w 3419947"/>
                <a:gd name="connsiteY3309" fmla="*/ 380091 h 1840015"/>
                <a:gd name="connsiteX3310" fmla="*/ 3263884 w 3419947"/>
                <a:gd name="connsiteY3310" fmla="*/ 376062 h 1840015"/>
                <a:gd name="connsiteX3311" fmla="*/ 3258502 w 3419947"/>
                <a:gd name="connsiteY3311" fmla="*/ 380091 h 1840015"/>
                <a:gd name="connsiteX3312" fmla="*/ 3254466 w 3419947"/>
                <a:gd name="connsiteY3312" fmla="*/ 378748 h 1840015"/>
                <a:gd name="connsiteX3313" fmla="*/ 3251775 w 3419947"/>
                <a:gd name="connsiteY3313" fmla="*/ 373375 h 1840015"/>
                <a:gd name="connsiteX3314" fmla="*/ 3246394 w 3419947"/>
                <a:gd name="connsiteY3314" fmla="*/ 373375 h 1840015"/>
                <a:gd name="connsiteX3315" fmla="*/ 3238321 w 3419947"/>
                <a:gd name="connsiteY3315" fmla="*/ 365317 h 1840015"/>
                <a:gd name="connsiteX3316" fmla="*/ 3231594 w 3419947"/>
                <a:gd name="connsiteY3316" fmla="*/ 361288 h 1840015"/>
                <a:gd name="connsiteX3317" fmla="*/ 3224868 w 3419947"/>
                <a:gd name="connsiteY3317" fmla="*/ 359945 h 1840015"/>
                <a:gd name="connsiteX3318" fmla="*/ 3220832 w 3419947"/>
                <a:gd name="connsiteY3318" fmla="*/ 357259 h 1840015"/>
                <a:gd name="connsiteX3319" fmla="*/ 3216796 w 3419947"/>
                <a:gd name="connsiteY3319" fmla="*/ 358602 h 1840015"/>
                <a:gd name="connsiteX3320" fmla="*/ 3212760 w 3419947"/>
                <a:gd name="connsiteY3320" fmla="*/ 365317 h 1840015"/>
                <a:gd name="connsiteX3321" fmla="*/ 3207378 w 3419947"/>
                <a:gd name="connsiteY3321" fmla="*/ 365317 h 1840015"/>
                <a:gd name="connsiteX3322" fmla="*/ 3212760 w 3419947"/>
                <a:gd name="connsiteY3322" fmla="*/ 368003 h 1840015"/>
                <a:gd name="connsiteX3323" fmla="*/ 3219487 w 3419947"/>
                <a:gd name="connsiteY3323" fmla="*/ 368003 h 1840015"/>
                <a:gd name="connsiteX3324" fmla="*/ 3222177 w 3419947"/>
                <a:gd name="connsiteY3324" fmla="*/ 362631 h 1840015"/>
                <a:gd name="connsiteX3325" fmla="*/ 3235630 w 3419947"/>
                <a:gd name="connsiteY3325" fmla="*/ 368003 h 1840015"/>
                <a:gd name="connsiteX3326" fmla="*/ 3238321 w 3419947"/>
                <a:gd name="connsiteY3326" fmla="*/ 372032 h 1840015"/>
                <a:gd name="connsiteX3327" fmla="*/ 3231594 w 3419947"/>
                <a:gd name="connsiteY3327" fmla="*/ 376062 h 1840015"/>
                <a:gd name="connsiteX3328" fmla="*/ 3227559 w 3419947"/>
                <a:gd name="connsiteY3328" fmla="*/ 373375 h 1840015"/>
                <a:gd name="connsiteX3329" fmla="*/ 3222177 w 3419947"/>
                <a:gd name="connsiteY3329" fmla="*/ 373375 h 1840015"/>
                <a:gd name="connsiteX3330" fmla="*/ 3222177 w 3419947"/>
                <a:gd name="connsiteY3330" fmla="*/ 378748 h 1840015"/>
                <a:gd name="connsiteX3331" fmla="*/ 3216796 w 3419947"/>
                <a:gd name="connsiteY3331" fmla="*/ 373375 h 1840015"/>
                <a:gd name="connsiteX3332" fmla="*/ 3212760 w 3419947"/>
                <a:gd name="connsiteY3332" fmla="*/ 373375 h 1840015"/>
                <a:gd name="connsiteX3333" fmla="*/ 3215450 w 3419947"/>
                <a:gd name="connsiteY3333" fmla="*/ 373375 h 1840015"/>
                <a:gd name="connsiteX3334" fmla="*/ 3218141 w 3419947"/>
                <a:gd name="connsiteY3334" fmla="*/ 380091 h 1840015"/>
                <a:gd name="connsiteX3335" fmla="*/ 3226213 w 3419947"/>
                <a:gd name="connsiteY3335" fmla="*/ 384120 h 1840015"/>
                <a:gd name="connsiteX3336" fmla="*/ 3223523 w 3419947"/>
                <a:gd name="connsiteY3336" fmla="*/ 390835 h 1840015"/>
                <a:gd name="connsiteX3337" fmla="*/ 3226213 w 3419947"/>
                <a:gd name="connsiteY3337" fmla="*/ 400237 h 1840015"/>
                <a:gd name="connsiteX3338" fmla="*/ 3231594 w 3419947"/>
                <a:gd name="connsiteY3338" fmla="*/ 402923 h 1840015"/>
                <a:gd name="connsiteX3339" fmla="*/ 3228904 w 3419947"/>
                <a:gd name="connsiteY3339" fmla="*/ 400237 h 1840015"/>
                <a:gd name="connsiteX3340" fmla="*/ 3228904 w 3419947"/>
                <a:gd name="connsiteY3340" fmla="*/ 389492 h 1840015"/>
                <a:gd name="connsiteX3341" fmla="*/ 3232940 w 3419947"/>
                <a:gd name="connsiteY3341" fmla="*/ 386806 h 1840015"/>
                <a:gd name="connsiteX3342" fmla="*/ 3236976 w 3419947"/>
                <a:gd name="connsiteY3342" fmla="*/ 388149 h 1840015"/>
                <a:gd name="connsiteX3343" fmla="*/ 3236976 w 3419947"/>
                <a:gd name="connsiteY3343" fmla="*/ 385463 h 1840015"/>
                <a:gd name="connsiteX3344" fmla="*/ 3245048 w 3419947"/>
                <a:gd name="connsiteY3344" fmla="*/ 378748 h 1840015"/>
                <a:gd name="connsiteX3345" fmla="*/ 3249084 w 3419947"/>
                <a:gd name="connsiteY3345" fmla="*/ 377405 h 1840015"/>
                <a:gd name="connsiteX3346" fmla="*/ 3251775 w 3419947"/>
                <a:gd name="connsiteY3346" fmla="*/ 380091 h 1840015"/>
                <a:gd name="connsiteX3347" fmla="*/ 3251775 w 3419947"/>
                <a:gd name="connsiteY3347" fmla="*/ 388149 h 1840015"/>
                <a:gd name="connsiteX3348" fmla="*/ 3258502 w 3419947"/>
                <a:gd name="connsiteY3348" fmla="*/ 397551 h 1840015"/>
                <a:gd name="connsiteX3349" fmla="*/ 3265229 w 3419947"/>
                <a:gd name="connsiteY3349" fmla="*/ 398894 h 1840015"/>
                <a:gd name="connsiteX3350" fmla="*/ 3271956 w 3419947"/>
                <a:gd name="connsiteY3350" fmla="*/ 405609 h 1840015"/>
                <a:gd name="connsiteX3351" fmla="*/ 3278683 w 3419947"/>
                <a:gd name="connsiteY3351" fmla="*/ 404266 h 1840015"/>
                <a:gd name="connsiteX3352" fmla="*/ 3281374 w 3419947"/>
                <a:gd name="connsiteY3352" fmla="*/ 400237 h 1840015"/>
                <a:gd name="connsiteX3353" fmla="*/ 3280029 w 3419947"/>
                <a:gd name="connsiteY3353" fmla="*/ 396208 h 1840015"/>
                <a:gd name="connsiteX3354" fmla="*/ 3282719 w 3419947"/>
                <a:gd name="connsiteY3354" fmla="*/ 396208 h 1840015"/>
                <a:gd name="connsiteX3355" fmla="*/ 3296172 w 3419947"/>
                <a:gd name="connsiteY3355" fmla="*/ 406952 h 1840015"/>
                <a:gd name="connsiteX3356" fmla="*/ 3298863 w 3419947"/>
                <a:gd name="connsiteY3356" fmla="*/ 410982 h 1840015"/>
                <a:gd name="connsiteX3357" fmla="*/ 3293482 w 3419947"/>
                <a:gd name="connsiteY3357" fmla="*/ 409638 h 1840015"/>
                <a:gd name="connsiteX3358" fmla="*/ 3293482 w 3419947"/>
                <a:gd name="connsiteY3358" fmla="*/ 415011 h 1840015"/>
                <a:gd name="connsiteX3359" fmla="*/ 3302899 w 3419947"/>
                <a:gd name="connsiteY3359" fmla="*/ 424412 h 1840015"/>
                <a:gd name="connsiteX3360" fmla="*/ 3306936 w 3419947"/>
                <a:gd name="connsiteY3360" fmla="*/ 424412 h 1840015"/>
                <a:gd name="connsiteX3361" fmla="*/ 3306936 w 3419947"/>
                <a:gd name="connsiteY3361" fmla="*/ 421726 h 1840015"/>
                <a:gd name="connsiteX3362" fmla="*/ 3306936 w 3419947"/>
                <a:gd name="connsiteY3362" fmla="*/ 413668 h 1840015"/>
                <a:gd name="connsiteX3363" fmla="*/ 3315008 w 3419947"/>
                <a:gd name="connsiteY3363" fmla="*/ 419040 h 1840015"/>
                <a:gd name="connsiteX3364" fmla="*/ 3325771 w 3419947"/>
                <a:gd name="connsiteY3364" fmla="*/ 435157 h 1840015"/>
                <a:gd name="connsiteX3365" fmla="*/ 3321735 w 3419947"/>
                <a:gd name="connsiteY3365" fmla="*/ 431128 h 1840015"/>
                <a:gd name="connsiteX3366" fmla="*/ 3319044 w 3419947"/>
                <a:gd name="connsiteY3366" fmla="*/ 431128 h 1840015"/>
                <a:gd name="connsiteX3367" fmla="*/ 3317699 w 3419947"/>
                <a:gd name="connsiteY3367" fmla="*/ 432471 h 1840015"/>
                <a:gd name="connsiteX3368" fmla="*/ 3321735 w 3419947"/>
                <a:gd name="connsiteY3368" fmla="*/ 441872 h 1840015"/>
                <a:gd name="connsiteX3369" fmla="*/ 3316353 w 3419947"/>
                <a:gd name="connsiteY3369" fmla="*/ 445902 h 1840015"/>
                <a:gd name="connsiteX3370" fmla="*/ 3316353 w 3419947"/>
                <a:gd name="connsiteY3370" fmla="*/ 451274 h 1840015"/>
                <a:gd name="connsiteX3371" fmla="*/ 3319044 w 3419947"/>
                <a:gd name="connsiteY3371" fmla="*/ 453960 h 1840015"/>
                <a:gd name="connsiteX3372" fmla="*/ 3324426 w 3419947"/>
                <a:gd name="connsiteY3372" fmla="*/ 452617 h 1840015"/>
                <a:gd name="connsiteX3373" fmla="*/ 3325771 w 3419947"/>
                <a:gd name="connsiteY3373" fmla="*/ 447245 h 1840015"/>
                <a:gd name="connsiteX3374" fmla="*/ 3328462 w 3419947"/>
                <a:gd name="connsiteY3374" fmla="*/ 445902 h 1840015"/>
                <a:gd name="connsiteX3375" fmla="*/ 3332498 w 3419947"/>
                <a:gd name="connsiteY3375" fmla="*/ 447245 h 1840015"/>
                <a:gd name="connsiteX3376" fmla="*/ 3333844 w 3419947"/>
                <a:gd name="connsiteY3376" fmla="*/ 441872 h 1840015"/>
                <a:gd name="connsiteX3377" fmla="*/ 3337880 w 3419947"/>
                <a:gd name="connsiteY3377" fmla="*/ 449931 h 1840015"/>
                <a:gd name="connsiteX3378" fmla="*/ 3349987 w 3419947"/>
                <a:gd name="connsiteY3378" fmla="*/ 457989 h 1840015"/>
                <a:gd name="connsiteX3379" fmla="*/ 3362096 w 3419947"/>
                <a:gd name="connsiteY3379" fmla="*/ 460675 h 1840015"/>
                <a:gd name="connsiteX3380" fmla="*/ 3368823 w 3419947"/>
                <a:gd name="connsiteY3380" fmla="*/ 466048 h 1840015"/>
                <a:gd name="connsiteX3381" fmla="*/ 3364787 w 3419947"/>
                <a:gd name="connsiteY3381" fmla="*/ 470077 h 1840015"/>
                <a:gd name="connsiteX3382" fmla="*/ 3371514 w 3419947"/>
                <a:gd name="connsiteY3382" fmla="*/ 479479 h 1840015"/>
                <a:gd name="connsiteX3383" fmla="*/ 3376895 w 3419947"/>
                <a:gd name="connsiteY3383" fmla="*/ 480822 h 1840015"/>
                <a:gd name="connsiteX3384" fmla="*/ 3383622 w 3419947"/>
                <a:gd name="connsiteY3384" fmla="*/ 491566 h 1840015"/>
                <a:gd name="connsiteX3385" fmla="*/ 3383622 w 3419947"/>
                <a:gd name="connsiteY3385" fmla="*/ 507683 h 1840015"/>
                <a:gd name="connsiteX3386" fmla="*/ 3379586 w 3419947"/>
                <a:gd name="connsiteY3386" fmla="*/ 509026 h 1840015"/>
                <a:gd name="connsiteX3387" fmla="*/ 3379586 w 3419947"/>
                <a:gd name="connsiteY3387" fmla="*/ 511712 h 1840015"/>
                <a:gd name="connsiteX3388" fmla="*/ 3384968 w 3419947"/>
                <a:gd name="connsiteY3388" fmla="*/ 514399 h 1840015"/>
                <a:gd name="connsiteX3389" fmla="*/ 3387659 w 3419947"/>
                <a:gd name="connsiteY3389" fmla="*/ 521114 h 1840015"/>
                <a:gd name="connsiteX3390" fmla="*/ 3384968 w 3419947"/>
                <a:gd name="connsiteY3390" fmla="*/ 522457 h 1840015"/>
                <a:gd name="connsiteX3391" fmla="*/ 3382277 w 3419947"/>
                <a:gd name="connsiteY3391" fmla="*/ 519771 h 1840015"/>
                <a:gd name="connsiteX3392" fmla="*/ 3363441 w 3419947"/>
                <a:gd name="connsiteY3392" fmla="*/ 519771 h 1840015"/>
                <a:gd name="connsiteX3393" fmla="*/ 3358060 w 3419947"/>
                <a:gd name="connsiteY3393" fmla="*/ 515742 h 1840015"/>
                <a:gd name="connsiteX3394" fmla="*/ 3354024 w 3419947"/>
                <a:gd name="connsiteY3394" fmla="*/ 518428 h 1840015"/>
                <a:gd name="connsiteX3395" fmla="*/ 3349987 w 3419947"/>
                <a:gd name="connsiteY3395" fmla="*/ 517085 h 1840015"/>
                <a:gd name="connsiteX3396" fmla="*/ 3348642 w 3419947"/>
                <a:gd name="connsiteY3396" fmla="*/ 513055 h 1840015"/>
                <a:gd name="connsiteX3397" fmla="*/ 3345952 w 3419947"/>
                <a:gd name="connsiteY3397" fmla="*/ 511712 h 1840015"/>
                <a:gd name="connsiteX3398" fmla="*/ 3344606 w 3419947"/>
                <a:gd name="connsiteY3398" fmla="*/ 514399 h 1840015"/>
                <a:gd name="connsiteX3399" fmla="*/ 3347297 w 3419947"/>
                <a:gd name="connsiteY3399" fmla="*/ 518428 h 1840015"/>
                <a:gd name="connsiteX3400" fmla="*/ 3339225 w 3419947"/>
                <a:gd name="connsiteY3400" fmla="*/ 523800 h 1840015"/>
                <a:gd name="connsiteX3401" fmla="*/ 3332498 w 3419947"/>
                <a:gd name="connsiteY3401" fmla="*/ 523800 h 1840015"/>
                <a:gd name="connsiteX3402" fmla="*/ 3331153 w 3419947"/>
                <a:gd name="connsiteY3402" fmla="*/ 526486 h 1840015"/>
                <a:gd name="connsiteX3403" fmla="*/ 3335189 w 3419947"/>
                <a:gd name="connsiteY3403" fmla="*/ 529172 h 1840015"/>
                <a:gd name="connsiteX3404" fmla="*/ 3325771 w 3419947"/>
                <a:gd name="connsiteY3404" fmla="*/ 537231 h 1840015"/>
                <a:gd name="connsiteX3405" fmla="*/ 3321735 w 3419947"/>
                <a:gd name="connsiteY3405" fmla="*/ 537231 h 1840015"/>
                <a:gd name="connsiteX3406" fmla="*/ 3321735 w 3419947"/>
                <a:gd name="connsiteY3406" fmla="*/ 541260 h 1840015"/>
                <a:gd name="connsiteX3407" fmla="*/ 3324426 w 3419947"/>
                <a:gd name="connsiteY3407" fmla="*/ 542603 h 1840015"/>
                <a:gd name="connsiteX3408" fmla="*/ 3316353 w 3419947"/>
                <a:gd name="connsiteY3408" fmla="*/ 552005 h 1840015"/>
                <a:gd name="connsiteX3409" fmla="*/ 3313663 w 3419947"/>
                <a:gd name="connsiteY3409" fmla="*/ 554691 h 1840015"/>
                <a:gd name="connsiteX3410" fmla="*/ 3312317 w 3419947"/>
                <a:gd name="connsiteY3410" fmla="*/ 553348 h 1840015"/>
                <a:gd name="connsiteX3411" fmla="*/ 3308281 w 3419947"/>
                <a:gd name="connsiteY3411" fmla="*/ 553348 h 1840015"/>
                <a:gd name="connsiteX3412" fmla="*/ 3308281 w 3419947"/>
                <a:gd name="connsiteY3412" fmla="*/ 561406 h 1840015"/>
                <a:gd name="connsiteX3413" fmla="*/ 3310972 w 3419947"/>
                <a:gd name="connsiteY3413" fmla="*/ 569465 h 1840015"/>
                <a:gd name="connsiteX3414" fmla="*/ 3305590 w 3419947"/>
                <a:gd name="connsiteY3414" fmla="*/ 574837 h 1840015"/>
                <a:gd name="connsiteX3415" fmla="*/ 3302899 w 3419947"/>
                <a:gd name="connsiteY3415" fmla="*/ 572151 h 1840015"/>
                <a:gd name="connsiteX3416" fmla="*/ 3301554 w 3419947"/>
                <a:gd name="connsiteY3416" fmla="*/ 577523 h 1840015"/>
                <a:gd name="connsiteX3417" fmla="*/ 3304245 w 3419947"/>
                <a:gd name="connsiteY3417" fmla="*/ 581552 h 1840015"/>
                <a:gd name="connsiteX3418" fmla="*/ 3298863 w 3419947"/>
                <a:gd name="connsiteY3418" fmla="*/ 586925 h 1840015"/>
                <a:gd name="connsiteX3419" fmla="*/ 3294827 w 3419947"/>
                <a:gd name="connsiteY3419" fmla="*/ 588268 h 1840015"/>
                <a:gd name="connsiteX3420" fmla="*/ 3297518 w 3419947"/>
                <a:gd name="connsiteY3420" fmla="*/ 590954 h 1840015"/>
                <a:gd name="connsiteX3421" fmla="*/ 3296172 w 3419947"/>
                <a:gd name="connsiteY3421" fmla="*/ 593640 h 1840015"/>
                <a:gd name="connsiteX3422" fmla="*/ 3293482 w 3419947"/>
                <a:gd name="connsiteY3422" fmla="*/ 597669 h 1840015"/>
                <a:gd name="connsiteX3423" fmla="*/ 3290791 w 3419947"/>
                <a:gd name="connsiteY3423" fmla="*/ 596326 h 1840015"/>
                <a:gd name="connsiteX3424" fmla="*/ 3286755 w 3419947"/>
                <a:gd name="connsiteY3424" fmla="*/ 599012 h 1840015"/>
                <a:gd name="connsiteX3425" fmla="*/ 3289446 w 3419947"/>
                <a:gd name="connsiteY3425" fmla="*/ 603042 h 1840015"/>
                <a:gd name="connsiteX3426" fmla="*/ 3289446 w 3419947"/>
                <a:gd name="connsiteY3426" fmla="*/ 607071 h 1840015"/>
                <a:gd name="connsiteX3427" fmla="*/ 3284065 w 3419947"/>
                <a:gd name="connsiteY3427" fmla="*/ 611100 h 1840015"/>
                <a:gd name="connsiteX3428" fmla="*/ 3286755 w 3419947"/>
                <a:gd name="connsiteY3428" fmla="*/ 615129 h 1840015"/>
                <a:gd name="connsiteX3429" fmla="*/ 3285410 w 3419947"/>
                <a:gd name="connsiteY3429" fmla="*/ 619158 h 1840015"/>
                <a:gd name="connsiteX3430" fmla="*/ 3281374 w 3419947"/>
                <a:gd name="connsiteY3430" fmla="*/ 620502 h 1840015"/>
                <a:gd name="connsiteX3431" fmla="*/ 3278683 w 3419947"/>
                <a:gd name="connsiteY3431" fmla="*/ 617815 h 1840015"/>
                <a:gd name="connsiteX3432" fmla="*/ 3275992 w 3419947"/>
                <a:gd name="connsiteY3432" fmla="*/ 619158 h 1840015"/>
                <a:gd name="connsiteX3433" fmla="*/ 3278683 w 3419947"/>
                <a:gd name="connsiteY3433" fmla="*/ 623188 h 1840015"/>
                <a:gd name="connsiteX3434" fmla="*/ 3286755 w 3419947"/>
                <a:gd name="connsiteY3434" fmla="*/ 627217 h 1840015"/>
                <a:gd name="connsiteX3435" fmla="*/ 3284065 w 3419947"/>
                <a:gd name="connsiteY3435" fmla="*/ 632589 h 1840015"/>
                <a:gd name="connsiteX3436" fmla="*/ 3277338 w 3419947"/>
                <a:gd name="connsiteY3436" fmla="*/ 632589 h 1840015"/>
                <a:gd name="connsiteX3437" fmla="*/ 3277338 w 3419947"/>
                <a:gd name="connsiteY3437" fmla="*/ 629903 h 1840015"/>
                <a:gd name="connsiteX3438" fmla="*/ 3281374 w 3419947"/>
                <a:gd name="connsiteY3438" fmla="*/ 632589 h 1840015"/>
                <a:gd name="connsiteX3439" fmla="*/ 3285410 w 3419947"/>
                <a:gd name="connsiteY3439" fmla="*/ 640648 h 1840015"/>
                <a:gd name="connsiteX3440" fmla="*/ 3282719 w 3419947"/>
                <a:gd name="connsiteY3440" fmla="*/ 643334 h 1840015"/>
                <a:gd name="connsiteX3441" fmla="*/ 3285410 w 3419947"/>
                <a:gd name="connsiteY3441" fmla="*/ 647363 h 1840015"/>
                <a:gd name="connsiteX3442" fmla="*/ 3280029 w 3419947"/>
                <a:gd name="connsiteY3442" fmla="*/ 655422 h 1840015"/>
                <a:gd name="connsiteX3443" fmla="*/ 3281374 w 3419947"/>
                <a:gd name="connsiteY3443" fmla="*/ 659451 h 1840015"/>
                <a:gd name="connsiteX3444" fmla="*/ 3277338 w 3419947"/>
                <a:gd name="connsiteY3444" fmla="*/ 668852 h 1840015"/>
                <a:gd name="connsiteX3445" fmla="*/ 3274647 w 3419947"/>
                <a:gd name="connsiteY3445" fmla="*/ 680940 h 1840015"/>
                <a:gd name="connsiteX3446" fmla="*/ 3267920 w 3419947"/>
                <a:gd name="connsiteY3446" fmla="*/ 683626 h 1840015"/>
                <a:gd name="connsiteX3447" fmla="*/ 3267920 w 3419947"/>
                <a:gd name="connsiteY3447" fmla="*/ 687655 h 1840015"/>
                <a:gd name="connsiteX3448" fmla="*/ 3270611 w 3419947"/>
                <a:gd name="connsiteY3448" fmla="*/ 688999 h 1840015"/>
                <a:gd name="connsiteX3449" fmla="*/ 3271956 w 3419947"/>
                <a:gd name="connsiteY3449" fmla="*/ 691685 h 1840015"/>
                <a:gd name="connsiteX3450" fmla="*/ 3269265 w 3419947"/>
                <a:gd name="connsiteY3450" fmla="*/ 694371 h 1840015"/>
                <a:gd name="connsiteX3451" fmla="*/ 3277338 w 3419947"/>
                <a:gd name="connsiteY3451" fmla="*/ 703772 h 1840015"/>
                <a:gd name="connsiteX3452" fmla="*/ 3277338 w 3419947"/>
                <a:gd name="connsiteY3452" fmla="*/ 707802 h 1840015"/>
                <a:gd name="connsiteX3453" fmla="*/ 3273302 w 3419947"/>
                <a:gd name="connsiteY3453" fmla="*/ 706458 h 1840015"/>
                <a:gd name="connsiteX3454" fmla="*/ 3266575 w 3419947"/>
                <a:gd name="connsiteY3454" fmla="*/ 707802 h 1840015"/>
                <a:gd name="connsiteX3455" fmla="*/ 3262538 w 3419947"/>
                <a:gd name="connsiteY3455" fmla="*/ 703772 h 1840015"/>
                <a:gd name="connsiteX3456" fmla="*/ 3259848 w 3419947"/>
                <a:gd name="connsiteY3456" fmla="*/ 706458 h 1840015"/>
                <a:gd name="connsiteX3457" fmla="*/ 3253121 w 3419947"/>
                <a:gd name="connsiteY3457" fmla="*/ 698400 h 1840015"/>
                <a:gd name="connsiteX3458" fmla="*/ 3255811 w 3419947"/>
                <a:gd name="connsiteY3458" fmla="*/ 697057 h 1840015"/>
                <a:gd name="connsiteX3459" fmla="*/ 3253121 w 3419947"/>
                <a:gd name="connsiteY3459" fmla="*/ 695714 h 1840015"/>
                <a:gd name="connsiteX3460" fmla="*/ 3249084 w 3419947"/>
                <a:gd name="connsiteY3460" fmla="*/ 697057 h 1840015"/>
                <a:gd name="connsiteX3461" fmla="*/ 3245048 w 3419947"/>
                <a:gd name="connsiteY3461" fmla="*/ 697057 h 1840015"/>
                <a:gd name="connsiteX3462" fmla="*/ 3243703 w 3419947"/>
                <a:gd name="connsiteY3462" fmla="*/ 693028 h 1840015"/>
                <a:gd name="connsiteX3463" fmla="*/ 3230249 w 3419947"/>
                <a:gd name="connsiteY3463" fmla="*/ 684969 h 1840015"/>
                <a:gd name="connsiteX3464" fmla="*/ 3223523 w 3419947"/>
                <a:gd name="connsiteY3464" fmla="*/ 683626 h 1840015"/>
                <a:gd name="connsiteX3465" fmla="*/ 3215450 w 3419947"/>
                <a:gd name="connsiteY3465" fmla="*/ 688999 h 1840015"/>
                <a:gd name="connsiteX3466" fmla="*/ 3212760 w 3419947"/>
                <a:gd name="connsiteY3466" fmla="*/ 686312 h 1840015"/>
                <a:gd name="connsiteX3467" fmla="*/ 3207378 w 3419947"/>
                <a:gd name="connsiteY3467" fmla="*/ 687655 h 1840015"/>
                <a:gd name="connsiteX3468" fmla="*/ 3201996 w 3419947"/>
                <a:gd name="connsiteY3468" fmla="*/ 694371 h 1840015"/>
                <a:gd name="connsiteX3469" fmla="*/ 3196615 w 3419947"/>
                <a:gd name="connsiteY3469" fmla="*/ 694371 h 1840015"/>
                <a:gd name="connsiteX3470" fmla="*/ 3193924 w 3419947"/>
                <a:gd name="connsiteY3470" fmla="*/ 703772 h 1840015"/>
                <a:gd name="connsiteX3471" fmla="*/ 3189888 w 3419947"/>
                <a:gd name="connsiteY3471" fmla="*/ 706458 h 1840015"/>
                <a:gd name="connsiteX3472" fmla="*/ 3184506 w 3419947"/>
                <a:gd name="connsiteY3472" fmla="*/ 703772 h 1840015"/>
                <a:gd name="connsiteX3473" fmla="*/ 3188542 w 3419947"/>
                <a:gd name="connsiteY3473" fmla="*/ 710488 h 1840015"/>
                <a:gd name="connsiteX3474" fmla="*/ 3185852 w 3419947"/>
                <a:gd name="connsiteY3474" fmla="*/ 714517 h 1840015"/>
                <a:gd name="connsiteX3475" fmla="*/ 3187197 w 3419947"/>
                <a:gd name="connsiteY3475" fmla="*/ 719889 h 1840015"/>
                <a:gd name="connsiteX3476" fmla="*/ 3185852 w 3419947"/>
                <a:gd name="connsiteY3476" fmla="*/ 723919 h 1840015"/>
                <a:gd name="connsiteX3477" fmla="*/ 3184506 w 3419947"/>
                <a:gd name="connsiteY3477" fmla="*/ 737349 h 1840015"/>
                <a:gd name="connsiteX3478" fmla="*/ 3181815 w 3419947"/>
                <a:gd name="connsiteY3478" fmla="*/ 740035 h 1840015"/>
                <a:gd name="connsiteX3479" fmla="*/ 3179125 w 3419947"/>
                <a:gd name="connsiteY3479" fmla="*/ 736006 h 1840015"/>
                <a:gd name="connsiteX3480" fmla="*/ 3172398 w 3419947"/>
                <a:gd name="connsiteY3480" fmla="*/ 719889 h 1840015"/>
                <a:gd name="connsiteX3481" fmla="*/ 3172398 w 3419947"/>
                <a:gd name="connsiteY3481" fmla="*/ 714517 h 1840015"/>
                <a:gd name="connsiteX3482" fmla="*/ 3168362 w 3419947"/>
                <a:gd name="connsiteY3482" fmla="*/ 711831 h 1840015"/>
                <a:gd name="connsiteX3483" fmla="*/ 3164326 w 3419947"/>
                <a:gd name="connsiteY3483" fmla="*/ 706458 h 1840015"/>
                <a:gd name="connsiteX3484" fmla="*/ 3164326 w 3419947"/>
                <a:gd name="connsiteY3484" fmla="*/ 711831 h 1840015"/>
                <a:gd name="connsiteX3485" fmla="*/ 3157599 w 3419947"/>
                <a:gd name="connsiteY3485" fmla="*/ 722575 h 1840015"/>
                <a:gd name="connsiteX3486" fmla="*/ 3153563 w 3419947"/>
                <a:gd name="connsiteY3486" fmla="*/ 725262 h 1840015"/>
                <a:gd name="connsiteX3487" fmla="*/ 3152218 w 3419947"/>
                <a:gd name="connsiteY3487" fmla="*/ 730634 h 1840015"/>
                <a:gd name="connsiteX3488" fmla="*/ 3157599 w 3419947"/>
                <a:gd name="connsiteY3488" fmla="*/ 733320 h 1840015"/>
                <a:gd name="connsiteX3489" fmla="*/ 3152218 w 3419947"/>
                <a:gd name="connsiteY3489" fmla="*/ 745408 h 1840015"/>
                <a:gd name="connsiteX3490" fmla="*/ 3148181 w 3419947"/>
                <a:gd name="connsiteY3490" fmla="*/ 740035 h 1840015"/>
                <a:gd name="connsiteX3491" fmla="*/ 3145491 w 3419947"/>
                <a:gd name="connsiteY3491" fmla="*/ 740035 h 1840015"/>
                <a:gd name="connsiteX3492" fmla="*/ 3142800 w 3419947"/>
                <a:gd name="connsiteY3492" fmla="*/ 736006 h 1840015"/>
                <a:gd name="connsiteX3493" fmla="*/ 3138764 w 3419947"/>
                <a:gd name="connsiteY3493" fmla="*/ 736006 h 1840015"/>
                <a:gd name="connsiteX3494" fmla="*/ 3136073 w 3419947"/>
                <a:gd name="connsiteY3494" fmla="*/ 744065 h 1840015"/>
                <a:gd name="connsiteX3495" fmla="*/ 3133382 w 3419947"/>
                <a:gd name="connsiteY3495" fmla="*/ 745408 h 1840015"/>
                <a:gd name="connsiteX3496" fmla="*/ 3128000 w 3419947"/>
                <a:gd name="connsiteY3496" fmla="*/ 742722 h 1840015"/>
                <a:gd name="connsiteX3497" fmla="*/ 3123964 w 3419947"/>
                <a:gd name="connsiteY3497" fmla="*/ 742722 h 1840015"/>
                <a:gd name="connsiteX3498" fmla="*/ 3123964 w 3419947"/>
                <a:gd name="connsiteY3498" fmla="*/ 745408 h 1840015"/>
                <a:gd name="connsiteX3499" fmla="*/ 3126655 w 3419947"/>
                <a:gd name="connsiteY3499" fmla="*/ 750780 h 1840015"/>
                <a:gd name="connsiteX3500" fmla="*/ 3123964 w 3419947"/>
                <a:gd name="connsiteY3500" fmla="*/ 753466 h 1840015"/>
                <a:gd name="connsiteX3501" fmla="*/ 3122619 w 3419947"/>
                <a:gd name="connsiteY3501" fmla="*/ 757495 h 1840015"/>
                <a:gd name="connsiteX3502" fmla="*/ 3122619 w 3419947"/>
                <a:gd name="connsiteY3502" fmla="*/ 761525 h 1840015"/>
                <a:gd name="connsiteX3503" fmla="*/ 3126655 w 3419947"/>
                <a:gd name="connsiteY3503" fmla="*/ 766897 h 1840015"/>
                <a:gd name="connsiteX3504" fmla="*/ 3128000 w 3419947"/>
                <a:gd name="connsiteY3504" fmla="*/ 773612 h 1840015"/>
                <a:gd name="connsiteX3505" fmla="*/ 3125310 w 3419947"/>
                <a:gd name="connsiteY3505" fmla="*/ 774955 h 1840015"/>
                <a:gd name="connsiteX3506" fmla="*/ 3126655 w 3419947"/>
                <a:gd name="connsiteY3506" fmla="*/ 778985 h 1840015"/>
                <a:gd name="connsiteX3507" fmla="*/ 3132037 w 3419947"/>
                <a:gd name="connsiteY3507" fmla="*/ 780328 h 1840015"/>
                <a:gd name="connsiteX3508" fmla="*/ 3136073 w 3419947"/>
                <a:gd name="connsiteY3508" fmla="*/ 784357 h 1840015"/>
                <a:gd name="connsiteX3509" fmla="*/ 3137418 w 3419947"/>
                <a:gd name="connsiteY3509" fmla="*/ 787043 h 1840015"/>
                <a:gd name="connsiteX3510" fmla="*/ 3136073 w 3419947"/>
                <a:gd name="connsiteY3510" fmla="*/ 787043 h 1840015"/>
                <a:gd name="connsiteX3511" fmla="*/ 3134727 w 3419947"/>
                <a:gd name="connsiteY3511" fmla="*/ 791072 h 1840015"/>
                <a:gd name="connsiteX3512" fmla="*/ 3138764 w 3419947"/>
                <a:gd name="connsiteY3512" fmla="*/ 795102 h 1840015"/>
                <a:gd name="connsiteX3513" fmla="*/ 3142800 w 3419947"/>
                <a:gd name="connsiteY3513" fmla="*/ 797788 h 1840015"/>
                <a:gd name="connsiteX3514" fmla="*/ 3142800 w 3419947"/>
                <a:gd name="connsiteY3514" fmla="*/ 800474 h 1840015"/>
                <a:gd name="connsiteX3515" fmla="*/ 3138764 w 3419947"/>
                <a:gd name="connsiteY3515" fmla="*/ 797788 h 1840015"/>
                <a:gd name="connsiteX3516" fmla="*/ 3134727 w 3419947"/>
                <a:gd name="connsiteY3516" fmla="*/ 799131 h 1840015"/>
                <a:gd name="connsiteX3517" fmla="*/ 3134727 w 3419947"/>
                <a:gd name="connsiteY3517" fmla="*/ 801817 h 1840015"/>
                <a:gd name="connsiteX3518" fmla="*/ 3140109 w 3419947"/>
                <a:gd name="connsiteY3518" fmla="*/ 807189 h 1840015"/>
                <a:gd name="connsiteX3519" fmla="*/ 3142800 w 3419947"/>
                <a:gd name="connsiteY3519" fmla="*/ 805846 h 1840015"/>
                <a:gd name="connsiteX3520" fmla="*/ 3142800 w 3419947"/>
                <a:gd name="connsiteY3520" fmla="*/ 811219 h 1840015"/>
                <a:gd name="connsiteX3521" fmla="*/ 3141454 w 3419947"/>
                <a:gd name="connsiteY3521" fmla="*/ 816591 h 1840015"/>
                <a:gd name="connsiteX3522" fmla="*/ 3141454 w 3419947"/>
                <a:gd name="connsiteY3522" fmla="*/ 820620 h 1840015"/>
                <a:gd name="connsiteX3523" fmla="*/ 3138764 w 3419947"/>
                <a:gd name="connsiteY3523" fmla="*/ 824649 h 1840015"/>
                <a:gd name="connsiteX3524" fmla="*/ 3141454 w 3419947"/>
                <a:gd name="connsiteY3524" fmla="*/ 832708 h 1840015"/>
                <a:gd name="connsiteX3525" fmla="*/ 3140109 w 3419947"/>
                <a:gd name="connsiteY3525" fmla="*/ 836737 h 1840015"/>
                <a:gd name="connsiteX3526" fmla="*/ 3142800 w 3419947"/>
                <a:gd name="connsiteY3526" fmla="*/ 842109 h 1840015"/>
                <a:gd name="connsiteX3527" fmla="*/ 3142800 w 3419947"/>
                <a:gd name="connsiteY3527" fmla="*/ 844795 h 1840015"/>
                <a:gd name="connsiteX3528" fmla="*/ 3142800 w 3419947"/>
                <a:gd name="connsiteY3528" fmla="*/ 850168 h 1840015"/>
                <a:gd name="connsiteX3529" fmla="*/ 3146836 w 3419947"/>
                <a:gd name="connsiteY3529" fmla="*/ 859569 h 1840015"/>
                <a:gd name="connsiteX3530" fmla="*/ 3144145 w 3419947"/>
                <a:gd name="connsiteY3530" fmla="*/ 862255 h 1840015"/>
                <a:gd name="connsiteX3531" fmla="*/ 3148181 w 3419947"/>
                <a:gd name="connsiteY3531" fmla="*/ 864942 h 1840015"/>
                <a:gd name="connsiteX3532" fmla="*/ 3152218 w 3419947"/>
                <a:gd name="connsiteY3532" fmla="*/ 870314 h 1840015"/>
                <a:gd name="connsiteX3533" fmla="*/ 3158945 w 3419947"/>
                <a:gd name="connsiteY3533" fmla="*/ 879715 h 1840015"/>
                <a:gd name="connsiteX3534" fmla="*/ 3165672 w 3419947"/>
                <a:gd name="connsiteY3534" fmla="*/ 882402 h 1840015"/>
                <a:gd name="connsiteX3535" fmla="*/ 3168362 w 3419947"/>
                <a:gd name="connsiteY3535" fmla="*/ 881058 h 1840015"/>
                <a:gd name="connsiteX3536" fmla="*/ 3169707 w 3419947"/>
                <a:gd name="connsiteY3536" fmla="*/ 877029 h 1840015"/>
                <a:gd name="connsiteX3537" fmla="*/ 3162981 w 3419947"/>
                <a:gd name="connsiteY3537" fmla="*/ 868971 h 1840015"/>
                <a:gd name="connsiteX3538" fmla="*/ 3162981 w 3419947"/>
                <a:gd name="connsiteY3538" fmla="*/ 864942 h 1840015"/>
                <a:gd name="connsiteX3539" fmla="*/ 3167017 w 3419947"/>
                <a:gd name="connsiteY3539" fmla="*/ 862255 h 1840015"/>
                <a:gd name="connsiteX3540" fmla="*/ 3172398 w 3419947"/>
                <a:gd name="connsiteY3540" fmla="*/ 862255 h 1840015"/>
                <a:gd name="connsiteX3541" fmla="*/ 3181815 w 3419947"/>
                <a:gd name="connsiteY3541" fmla="*/ 868971 h 1840015"/>
                <a:gd name="connsiteX3542" fmla="*/ 3185852 w 3419947"/>
                <a:gd name="connsiteY3542" fmla="*/ 867628 h 1840015"/>
                <a:gd name="connsiteX3543" fmla="*/ 3189888 w 3419947"/>
                <a:gd name="connsiteY3543" fmla="*/ 868971 h 1840015"/>
                <a:gd name="connsiteX3544" fmla="*/ 3189888 w 3419947"/>
                <a:gd name="connsiteY3544" fmla="*/ 873000 h 1840015"/>
                <a:gd name="connsiteX3545" fmla="*/ 3188542 w 3419947"/>
                <a:gd name="connsiteY3545" fmla="*/ 875686 h 1840015"/>
                <a:gd name="connsiteX3546" fmla="*/ 3191233 w 3419947"/>
                <a:gd name="connsiteY3546" fmla="*/ 879715 h 1840015"/>
                <a:gd name="connsiteX3547" fmla="*/ 3188542 w 3419947"/>
                <a:gd name="connsiteY3547" fmla="*/ 885088 h 1840015"/>
                <a:gd name="connsiteX3548" fmla="*/ 3189888 w 3419947"/>
                <a:gd name="connsiteY3548" fmla="*/ 889117 h 1840015"/>
                <a:gd name="connsiteX3549" fmla="*/ 3188542 w 3419947"/>
                <a:gd name="connsiteY3549" fmla="*/ 890460 h 1840015"/>
                <a:gd name="connsiteX3550" fmla="*/ 3184506 w 3419947"/>
                <a:gd name="connsiteY3550" fmla="*/ 894489 h 1840015"/>
                <a:gd name="connsiteX3551" fmla="*/ 3189888 w 3419947"/>
                <a:gd name="connsiteY3551" fmla="*/ 903891 h 1840015"/>
                <a:gd name="connsiteX3552" fmla="*/ 3193924 w 3419947"/>
                <a:gd name="connsiteY3552" fmla="*/ 909263 h 1840015"/>
                <a:gd name="connsiteX3553" fmla="*/ 3193924 w 3419947"/>
                <a:gd name="connsiteY3553" fmla="*/ 918665 h 1840015"/>
                <a:gd name="connsiteX3554" fmla="*/ 3199306 w 3419947"/>
                <a:gd name="connsiteY3554" fmla="*/ 922694 h 1840015"/>
                <a:gd name="connsiteX3555" fmla="*/ 3201996 w 3419947"/>
                <a:gd name="connsiteY3555" fmla="*/ 920008 h 1840015"/>
                <a:gd name="connsiteX3556" fmla="*/ 3201996 w 3419947"/>
                <a:gd name="connsiteY3556" fmla="*/ 917322 h 1840015"/>
                <a:gd name="connsiteX3557" fmla="*/ 3206033 w 3419947"/>
                <a:gd name="connsiteY3557" fmla="*/ 914635 h 1840015"/>
                <a:gd name="connsiteX3558" fmla="*/ 3207378 w 3419947"/>
                <a:gd name="connsiteY3558" fmla="*/ 911949 h 1840015"/>
                <a:gd name="connsiteX3559" fmla="*/ 3208723 w 3419947"/>
                <a:gd name="connsiteY3559" fmla="*/ 913292 h 1840015"/>
                <a:gd name="connsiteX3560" fmla="*/ 3214105 w 3419947"/>
                <a:gd name="connsiteY3560" fmla="*/ 915979 h 1840015"/>
                <a:gd name="connsiteX3561" fmla="*/ 3214105 w 3419947"/>
                <a:gd name="connsiteY3561" fmla="*/ 928066 h 1840015"/>
                <a:gd name="connsiteX3562" fmla="*/ 3226213 w 3419947"/>
                <a:gd name="connsiteY3562" fmla="*/ 938811 h 1840015"/>
                <a:gd name="connsiteX3563" fmla="*/ 3230249 w 3419947"/>
                <a:gd name="connsiteY3563" fmla="*/ 946869 h 1840015"/>
                <a:gd name="connsiteX3564" fmla="*/ 3227559 w 3419947"/>
                <a:gd name="connsiteY3564" fmla="*/ 949555 h 1840015"/>
                <a:gd name="connsiteX3565" fmla="*/ 3227559 w 3419947"/>
                <a:gd name="connsiteY3565" fmla="*/ 956271 h 1840015"/>
                <a:gd name="connsiteX3566" fmla="*/ 3223523 w 3419947"/>
                <a:gd name="connsiteY3566" fmla="*/ 957614 h 1840015"/>
                <a:gd name="connsiteX3567" fmla="*/ 3216796 w 3419947"/>
                <a:gd name="connsiteY3567" fmla="*/ 952242 h 1840015"/>
                <a:gd name="connsiteX3568" fmla="*/ 3200651 w 3419947"/>
                <a:gd name="connsiteY3568" fmla="*/ 952242 h 1840015"/>
                <a:gd name="connsiteX3569" fmla="*/ 3200651 w 3419947"/>
                <a:gd name="connsiteY3569" fmla="*/ 944183 h 1840015"/>
                <a:gd name="connsiteX3570" fmla="*/ 3203342 w 3419947"/>
                <a:gd name="connsiteY3570" fmla="*/ 938811 h 1840015"/>
                <a:gd name="connsiteX3571" fmla="*/ 3203342 w 3419947"/>
                <a:gd name="connsiteY3571" fmla="*/ 932095 h 1840015"/>
                <a:gd name="connsiteX3572" fmla="*/ 3201996 w 3419947"/>
                <a:gd name="connsiteY3572" fmla="*/ 926723 h 1840015"/>
                <a:gd name="connsiteX3573" fmla="*/ 3199306 w 3419947"/>
                <a:gd name="connsiteY3573" fmla="*/ 929409 h 1840015"/>
                <a:gd name="connsiteX3574" fmla="*/ 3200651 w 3419947"/>
                <a:gd name="connsiteY3574" fmla="*/ 932095 h 1840015"/>
                <a:gd name="connsiteX3575" fmla="*/ 3200651 w 3419947"/>
                <a:gd name="connsiteY3575" fmla="*/ 936125 h 1840015"/>
                <a:gd name="connsiteX3576" fmla="*/ 3195269 w 3419947"/>
                <a:gd name="connsiteY3576" fmla="*/ 937468 h 1840015"/>
                <a:gd name="connsiteX3577" fmla="*/ 3189888 w 3419947"/>
                <a:gd name="connsiteY3577" fmla="*/ 944183 h 1840015"/>
                <a:gd name="connsiteX3578" fmla="*/ 3191233 w 3419947"/>
                <a:gd name="connsiteY3578" fmla="*/ 946869 h 1840015"/>
                <a:gd name="connsiteX3579" fmla="*/ 3197960 w 3419947"/>
                <a:gd name="connsiteY3579" fmla="*/ 945526 h 1840015"/>
                <a:gd name="connsiteX3580" fmla="*/ 3197960 w 3419947"/>
                <a:gd name="connsiteY3580" fmla="*/ 950899 h 1840015"/>
                <a:gd name="connsiteX3581" fmla="*/ 3193924 w 3419947"/>
                <a:gd name="connsiteY3581" fmla="*/ 956271 h 1840015"/>
                <a:gd name="connsiteX3582" fmla="*/ 3196615 w 3419947"/>
                <a:gd name="connsiteY3582" fmla="*/ 964329 h 1840015"/>
                <a:gd name="connsiteX3583" fmla="*/ 3195269 w 3419947"/>
                <a:gd name="connsiteY3583" fmla="*/ 967015 h 1840015"/>
                <a:gd name="connsiteX3584" fmla="*/ 3195269 w 3419947"/>
                <a:gd name="connsiteY3584" fmla="*/ 985819 h 1840015"/>
                <a:gd name="connsiteX3585" fmla="*/ 3199306 w 3419947"/>
                <a:gd name="connsiteY3585" fmla="*/ 989848 h 1840015"/>
                <a:gd name="connsiteX3586" fmla="*/ 3199306 w 3419947"/>
                <a:gd name="connsiteY3586" fmla="*/ 993877 h 1840015"/>
                <a:gd name="connsiteX3587" fmla="*/ 3212760 w 3419947"/>
                <a:gd name="connsiteY3587" fmla="*/ 1014023 h 1840015"/>
                <a:gd name="connsiteX3588" fmla="*/ 3216796 w 3419947"/>
                <a:gd name="connsiteY3588" fmla="*/ 1014023 h 1840015"/>
                <a:gd name="connsiteX3589" fmla="*/ 3226213 w 3419947"/>
                <a:gd name="connsiteY3589" fmla="*/ 1026111 h 1840015"/>
                <a:gd name="connsiteX3590" fmla="*/ 3231594 w 3419947"/>
                <a:gd name="connsiteY3590" fmla="*/ 1028797 h 1840015"/>
                <a:gd name="connsiteX3591" fmla="*/ 3227559 w 3419947"/>
                <a:gd name="connsiteY3591" fmla="*/ 1032826 h 1840015"/>
                <a:gd name="connsiteX3592" fmla="*/ 3227559 w 3419947"/>
                <a:gd name="connsiteY3592" fmla="*/ 1039542 h 1840015"/>
                <a:gd name="connsiteX3593" fmla="*/ 3212760 w 3419947"/>
                <a:gd name="connsiteY3593" fmla="*/ 1044914 h 1840015"/>
                <a:gd name="connsiteX3594" fmla="*/ 3211414 w 3419947"/>
                <a:gd name="connsiteY3594" fmla="*/ 1042228 h 1840015"/>
                <a:gd name="connsiteX3595" fmla="*/ 3203342 w 3419947"/>
                <a:gd name="connsiteY3595" fmla="*/ 1047600 h 1840015"/>
                <a:gd name="connsiteX3596" fmla="*/ 3199306 w 3419947"/>
                <a:gd name="connsiteY3596" fmla="*/ 1046257 h 1840015"/>
                <a:gd name="connsiteX3597" fmla="*/ 3201996 w 3419947"/>
                <a:gd name="connsiteY3597" fmla="*/ 1048943 h 1840015"/>
                <a:gd name="connsiteX3598" fmla="*/ 3197960 w 3419947"/>
                <a:gd name="connsiteY3598" fmla="*/ 1058345 h 1840015"/>
                <a:gd name="connsiteX3599" fmla="*/ 3196615 w 3419947"/>
                <a:gd name="connsiteY3599" fmla="*/ 1065060 h 1840015"/>
                <a:gd name="connsiteX3600" fmla="*/ 3193924 w 3419947"/>
                <a:gd name="connsiteY3600" fmla="*/ 1067746 h 1840015"/>
                <a:gd name="connsiteX3601" fmla="*/ 3197960 w 3419947"/>
                <a:gd name="connsiteY3601" fmla="*/ 1071775 h 1840015"/>
                <a:gd name="connsiteX3602" fmla="*/ 3195269 w 3419947"/>
                <a:gd name="connsiteY3602" fmla="*/ 1085206 h 1840015"/>
                <a:gd name="connsiteX3603" fmla="*/ 3200651 w 3419947"/>
                <a:gd name="connsiteY3603" fmla="*/ 1099980 h 1840015"/>
                <a:gd name="connsiteX3604" fmla="*/ 3207378 w 3419947"/>
                <a:gd name="connsiteY3604" fmla="*/ 1104009 h 1840015"/>
                <a:gd name="connsiteX3605" fmla="*/ 3207378 w 3419947"/>
                <a:gd name="connsiteY3605" fmla="*/ 1110725 h 1840015"/>
                <a:gd name="connsiteX3606" fmla="*/ 3215450 w 3419947"/>
                <a:gd name="connsiteY3606" fmla="*/ 1114754 h 1840015"/>
                <a:gd name="connsiteX3607" fmla="*/ 3219487 w 3419947"/>
                <a:gd name="connsiteY3607" fmla="*/ 1120126 h 1840015"/>
                <a:gd name="connsiteX3608" fmla="*/ 3214105 w 3419947"/>
                <a:gd name="connsiteY3608" fmla="*/ 1120126 h 1840015"/>
                <a:gd name="connsiteX3609" fmla="*/ 3212760 w 3419947"/>
                <a:gd name="connsiteY3609" fmla="*/ 1118783 h 1840015"/>
                <a:gd name="connsiteX3610" fmla="*/ 3207378 w 3419947"/>
                <a:gd name="connsiteY3610" fmla="*/ 1121469 h 1840015"/>
                <a:gd name="connsiteX3611" fmla="*/ 3203342 w 3419947"/>
                <a:gd name="connsiteY3611" fmla="*/ 1125499 h 1840015"/>
                <a:gd name="connsiteX3612" fmla="*/ 3199306 w 3419947"/>
                <a:gd name="connsiteY3612" fmla="*/ 1124156 h 1840015"/>
                <a:gd name="connsiteX3613" fmla="*/ 3191233 w 3419947"/>
                <a:gd name="connsiteY3613" fmla="*/ 1130871 h 1840015"/>
                <a:gd name="connsiteX3614" fmla="*/ 3185852 w 3419947"/>
                <a:gd name="connsiteY3614" fmla="*/ 1126842 h 1840015"/>
                <a:gd name="connsiteX3615" fmla="*/ 3183161 w 3419947"/>
                <a:gd name="connsiteY3615" fmla="*/ 1132214 h 1840015"/>
                <a:gd name="connsiteX3616" fmla="*/ 3185852 w 3419947"/>
                <a:gd name="connsiteY3616" fmla="*/ 1134900 h 1840015"/>
                <a:gd name="connsiteX3617" fmla="*/ 3191233 w 3419947"/>
                <a:gd name="connsiteY3617" fmla="*/ 1134900 h 1840015"/>
                <a:gd name="connsiteX3618" fmla="*/ 3189888 w 3419947"/>
                <a:gd name="connsiteY3618" fmla="*/ 1140272 h 1840015"/>
                <a:gd name="connsiteX3619" fmla="*/ 3188542 w 3419947"/>
                <a:gd name="connsiteY3619" fmla="*/ 1142959 h 1840015"/>
                <a:gd name="connsiteX3620" fmla="*/ 3193924 w 3419947"/>
                <a:gd name="connsiteY3620" fmla="*/ 1148331 h 1840015"/>
                <a:gd name="connsiteX3621" fmla="*/ 3191233 w 3419947"/>
                <a:gd name="connsiteY3621" fmla="*/ 1151017 h 1840015"/>
                <a:gd name="connsiteX3622" fmla="*/ 3188542 w 3419947"/>
                <a:gd name="connsiteY3622" fmla="*/ 1149674 h 1840015"/>
                <a:gd name="connsiteX3623" fmla="*/ 3192579 w 3419947"/>
                <a:gd name="connsiteY3623" fmla="*/ 1157732 h 1840015"/>
                <a:gd name="connsiteX3624" fmla="*/ 3191233 w 3419947"/>
                <a:gd name="connsiteY3624" fmla="*/ 1161762 h 1840015"/>
                <a:gd name="connsiteX3625" fmla="*/ 3193924 w 3419947"/>
                <a:gd name="connsiteY3625" fmla="*/ 1163105 h 1840015"/>
                <a:gd name="connsiteX3626" fmla="*/ 3196615 w 3419947"/>
                <a:gd name="connsiteY3626" fmla="*/ 1161762 h 1840015"/>
                <a:gd name="connsiteX3627" fmla="*/ 3200651 w 3419947"/>
                <a:gd name="connsiteY3627" fmla="*/ 1167134 h 1840015"/>
                <a:gd name="connsiteX3628" fmla="*/ 3196615 w 3419947"/>
                <a:gd name="connsiteY3628" fmla="*/ 1171163 h 1840015"/>
                <a:gd name="connsiteX3629" fmla="*/ 3196615 w 3419947"/>
                <a:gd name="connsiteY3629" fmla="*/ 1179222 h 1840015"/>
                <a:gd name="connsiteX3630" fmla="*/ 3199306 w 3419947"/>
                <a:gd name="connsiteY3630" fmla="*/ 1183251 h 1840015"/>
                <a:gd name="connsiteX3631" fmla="*/ 3197960 w 3419947"/>
                <a:gd name="connsiteY3631" fmla="*/ 1193995 h 1840015"/>
                <a:gd name="connsiteX3632" fmla="*/ 3195269 w 3419947"/>
                <a:gd name="connsiteY3632" fmla="*/ 1198025 h 1840015"/>
                <a:gd name="connsiteX3633" fmla="*/ 3196615 w 3419947"/>
                <a:gd name="connsiteY3633" fmla="*/ 1200711 h 1840015"/>
                <a:gd name="connsiteX3634" fmla="*/ 3195269 w 3419947"/>
                <a:gd name="connsiteY3634" fmla="*/ 1204740 h 1840015"/>
                <a:gd name="connsiteX3635" fmla="*/ 3188542 w 3419947"/>
                <a:gd name="connsiteY3635" fmla="*/ 1210112 h 1840015"/>
                <a:gd name="connsiteX3636" fmla="*/ 3188542 w 3419947"/>
                <a:gd name="connsiteY3636" fmla="*/ 1215485 h 1840015"/>
                <a:gd name="connsiteX3637" fmla="*/ 3187197 w 3419947"/>
                <a:gd name="connsiteY3637" fmla="*/ 1216828 h 1840015"/>
                <a:gd name="connsiteX3638" fmla="*/ 3184506 w 3419947"/>
                <a:gd name="connsiteY3638" fmla="*/ 1227572 h 1840015"/>
                <a:gd name="connsiteX3639" fmla="*/ 3179125 w 3419947"/>
                <a:gd name="connsiteY3639" fmla="*/ 1239660 h 1840015"/>
                <a:gd name="connsiteX3640" fmla="*/ 3180470 w 3419947"/>
                <a:gd name="connsiteY3640" fmla="*/ 1234288 h 1840015"/>
                <a:gd name="connsiteX3641" fmla="*/ 3179125 w 3419947"/>
                <a:gd name="connsiteY3641" fmla="*/ 1230259 h 1840015"/>
                <a:gd name="connsiteX3642" fmla="*/ 3179125 w 3419947"/>
                <a:gd name="connsiteY3642" fmla="*/ 1224886 h 1840015"/>
                <a:gd name="connsiteX3643" fmla="*/ 3177779 w 3419947"/>
                <a:gd name="connsiteY3643" fmla="*/ 1220857 h 1840015"/>
                <a:gd name="connsiteX3644" fmla="*/ 3167017 w 3419947"/>
                <a:gd name="connsiteY3644" fmla="*/ 1219514 h 1840015"/>
                <a:gd name="connsiteX3645" fmla="*/ 3161635 w 3419947"/>
                <a:gd name="connsiteY3645" fmla="*/ 1211456 h 1840015"/>
                <a:gd name="connsiteX3646" fmla="*/ 3160290 w 3419947"/>
                <a:gd name="connsiteY3646" fmla="*/ 1202054 h 1840015"/>
                <a:gd name="connsiteX3647" fmla="*/ 3150872 w 3419947"/>
                <a:gd name="connsiteY3647" fmla="*/ 1179222 h 1840015"/>
                <a:gd name="connsiteX3648" fmla="*/ 3144145 w 3419947"/>
                <a:gd name="connsiteY3648" fmla="*/ 1168477 h 1840015"/>
                <a:gd name="connsiteX3649" fmla="*/ 3148181 w 3419947"/>
                <a:gd name="connsiteY3649" fmla="*/ 1168477 h 1840015"/>
                <a:gd name="connsiteX3650" fmla="*/ 3152218 w 3419947"/>
                <a:gd name="connsiteY3650" fmla="*/ 1165791 h 1840015"/>
                <a:gd name="connsiteX3651" fmla="*/ 3154908 w 3419947"/>
                <a:gd name="connsiteY3651" fmla="*/ 1161762 h 1840015"/>
                <a:gd name="connsiteX3652" fmla="*/ 3150872 w 3419947"/>
                <a:gd name="connsiteY3652" fmla="*/ 1164448 h 1840015"/>
                <a:gd name="connsiteX3653" fmla="*/ 3144145 w 3419947"/>
                <a:gd name="connsiteY3653" fmla="*/ 1164448 h 1840015"/>
                <a:gd name="connsiteX3654" fmla="*/ 3134727 w 3419947"/>
                <a:gd name="connsiteY3654" fmla="*/ 1160419 h 1840015"/>
                <a:gd name="connsiteX3655" fmla="*/ 3114547 w 3419947"/>
                <a:gd name="connsiteY3655" fmla="*/ 1124156 h 1840015"/>
                <a:gd name="connsiteX3656" fmla="*/ 3095712 w 3419947"/>
                <a:gd name="connsiteY3656" fmla="*/ 1102666 h 1840015"/>
                <a:gd name="connsiteX3657" fmla="*/ 3095712 w 3419947"/>
                <a:gd name="connsiteY3657" fmla="*/ 1094608 h 1840015"/>
                <a:gd name="connsiteX3658" fmla="*/ 3088985 w 3419947"/>
                <a:gd name="connsiteY3658" fmla="*/ 1086549 h 1840015"/>
                <a:gd name="connsiteX3659" fmla="*/ 3074185 w 3419947"/>
                <a:gd name="connsiteY3659" fmla="*/ 1063717 h 1840015"/>
                <a:gd name="connsiteX3660" fmla="*/ 3060731 w 3419947"/>
                <a:gd name="connsiteY3660" fmla="*/ 1035512 h 1840015"/>
                <a:gd name="connsiteX3661" fmla="*/ 3049969 w 3419947"/>
                <a:gd name="connsiteY3661" fmla="*/ 1009994 h 1840015"/>
                <a:gd name="connsiteX3662" fmla="*/ 3049969 w 3419947"/>
                <a:gd name="connsiteY3662" fmla="*/ 1000592 h 1840015"/>
                <a:gd name="connsiteX3663" fmla="*/ 3043242 w 3419947"/>
                <a:gd name="connsiteY3663" fmla="*/ 989848 h 1840015"/>
                <a:gd name="connsiteX3664" fmla="*/ 3040551 w 3419947"/>
                <a:gd name="connsiteY3664" fmla="*/ 972388 h 1840015"/>
                <a:gd name="connsiteX3665" fmla="*/ 3036515 w 3419947"/>
                <a:gd name="connsiteY3665" fmla="*/ 962986 h 1840015"/>
                <a:gd name="connsiteX3666" fmla="*/ 3037861 w 3419947"/>
                <a:gd name="connsiteY3666" fmla="*/ 952242 h 1840015"/>
                <a:gd name="connsiteX3667" fmla="*/ 3043242 w 3419947"/>
                <a:gd name="connsiteY3667" fmla="*/ 945526 h 1840015"/>
                <a:gd name="connsiteX3668" fmla="*/ 3044588 w 3419947"/>
                <a:gd name="connsiteY3668" fmla="*/ 936125 h 1840015"/>
                <a:gd name="connsiteX3669" fmla="*/ 3048624 w 3419947"/>
                <a:gd name="connsiteY3669" fmla="*/ 934782 h 1840015"/>
                <a:gd name="connsiteX3670" fmla="*/ 3045933 w 3419947"/>
                <a:gd name="connsiteY3670" fmla="*/ 930752 h 1840015"/>
                <a:gd name="connsiteX3671" fmla="*/ 3048624 w 3419947"/>
                <a:gd name="connsiteY3671" fmla="*/ 928066 h 1840015"/>
                <a:gd name="connsiteX3672" fmla="*/ 3048624 w 3419947"/>
                <a:gd name="connsiteY3672" fmla="*/ 915979 h 1840015"/>
                <a:gd name="connsiteX3673" fmla="*/ 3039206 w 3419947"/>
                <a:gd name="connsiteY3673" fmla="*/ 902548 h 1840015"/>
                <a:gd name="connsiteX3674" fmla="*/ 3032479 w 3419947"/>
                <a:gd name="connsiteY3674" fmla="*/ 902548 h 1840015"/>
                <a:gd name="connsiteX3675" fmla="*/ 3032479 w 3419947"/>
                <a:gd name="connsiteY3675" fmla="*/ 898519 h 1840015"/>
                <a:gd name="connsiteX3676" fmla="*/ 3037861 w 3419947"/>
                <a:gd name="connsiteY3676" fmla="*/ 894489 h 1840015"/>
                <a:gd name="connsiteX3677" fmla="*/ 3048624 w 3419947"/>
                <a:gd name="connsiteY3677" fmla="*/ 899862 h 1840015"/>
                <a:gd name="connsiteX3678" fmla="*/ 3054005 w 3419947"/>
                <a:gd name="connsiteY3678" fmla="*/ 893146 h 1840015"/>
                <a:gd name="connsiteX3679" fmla="*/ 3052660 w 3419947"/>
                <a:gd name="connsiteY3679" fmla="*/ 889117 h 1840015"/>
                <a:gd name="connsiteX3680" fmla="*/ 3052660 w 3419947"/>
                <a:gd name="connsiteY3680" fmla="*/ 879715 h 1840015"/>
                <a:gd name="connsiteX3681" fmla="*/ 3062077 w 3419947"/>
                <a:gd name="connsiteY3681" fmla="*/ 878372 h 1840015"/>
                <a:gd name="connsiteX3682" fmla="*/ 3067458 w 3419947"/>
                <a:gd name="connsiteY3682" fmla="*/ 879715 h 1840015"/>
                <a:gd name="connsiteX3683" fmla="*/ 3063422 w 3419947"/>
                <a:gd name="connsiteY3683" fmla="*/ 874343 h 1840015"/>
                <a:gd name="connsiteX3684" fmla="*/ 3071495 w 3419947"/>
                <a:gd name="connsiteY3684" fmla="*/ 858226 h 1840015"/>
                <a:gd name="connsiteX3685" fmla="*/ 3068804 w 3419947"/>
                <a:gd name="connsiteY3685" fmla="*/ 848825 h 1840015"/>
                <a:gd name="connsiteX3686" fmla="*/ 3068804 w 3419947"/>
                <a:gd name="connsiteY3686" fmla="*/ 838080 h 1840015"/>
                <a:gd name="connsiteX3687" fmla="*/ 3066113 w 3419947"/>
                <a:gd name="connsiteY3687" fmla="*/ 832708 h 1840015"/>
                <a:gd name="connsiteX3688" fmla="*/ 3070149 w 3419947"/>
                <a:gd name="connsiteY3688" fmla="*/ 828679 h 1840015"/>
                <a:gd name="connsiteX3689" fmla="*/ 3070149 w 3419947"/>
                <a:gd name="connsiteY3689" fmla="*/ 821963 h 1840015"/>
                <a:gd name="connsiteX3690" fmla="*/ 3068804 w 3419947"/>
                <a:gd name="connsiteY3690" fmla="*/ 819277 h 1840015"/>
                <a:gd name="connsiteX3691" fmla="*/ 3070149 w 3419947"/>
                <a:gd name="connsiteY3691" fmla="*/ 809875 h 1840015"/>
                <a:gd name="connsiteX3692" fmla="*/ 3074185 w 3419947"/>
                <a:gd name="connsiteY3692" fmla="*/ 809875 h 1840015"/>
                <a:gd name="connsiteX3693" fmla="*/ 3068804 w 3419947"/>
                <a:gd name="connsiteY3693" fmla="*/ 804503 h 1840015"/>
                <a:gd name="connsiteX3694" fmla="*/ 3067458 w 3419947"/>
                <a:gd name="connsiteY3694" fmla="*/ 800474 h 1840015"/>
                <a:gd name="connsiteX3695" fmla="*/ 3068804 w 3419947"/>
                <a:gd name="connsiteY3695" fmla="*/ 797788 h 1840015"/>
                <a:gd name="connsiteX3696" fmla="*/ 3070149 w 3419947"/>
                <a:gd name="connsiteY3696" fmla="*/ 788386 h 1840015"/>
                <a:gd name="connsiteX3697" fmla="*/ 3067458 w 3419947"/>
                <a:gd name="connsiteY3697" fmla="*/ 785700 h 1840015"/>
                <a:gd name="connsiteX3698" fmla="*/ 3068804 w 3419947"/>
                <a:gd name="connsiteY3698" fmla="*/ 780328 h 1840015"/>
                <a:gd name="connsiteX3699" fmla="*/ 3074185 w 3419947"/>
                <a:gd name="connsiteY3699" fmla="*/ 777642 h 1840015"/>
                <a:gd name="connsiteX3700" fmla="*/ 3076876 w 3419947"/>
                <a:gd name="connsiteY3700" fmla="*/ 773612 h 1840015"/>
                <a:gd name="connsiteX3701" fmla="*/ 3075531 w 3419947"/>
                <a:gd name="connsiteY3701" fmla="*/ 765554 h 1840015"/>
                <a:gd name="connsiteX3702" fmla="*/ 3076876 w 3419947"/>
                <a:gd name="connsiteY3702" fmla="*/ 754809 h 1840015"/>
                <a:gd name="connsiteX3703" fmla="*/ 3074185 w 3419947"/>
                <a:gd name="connsiteY3703" fmla="*/ 753466 h 1840015"/>
                <a:gd name="connsiteX3704" fmla="*/ 3072840 w 3419947"/>
                <a:gd name="connsiteY3704" fmla="*/ 750780 h 1840015"/>
                <a:gd name="connsiteX3705" fmla="*/ 3076876 w 3419947"/>
                <a:gd name="connsiteY3705" fmla="*/ 742722 h 1840015"/>
                <a:gd name="connsiteX3706" fmla="*/ 3076876 w 3419947"/>
                <a:gd name="connsiteY3706" fmla="*/ 736006 h 1840015"/>
                <a:gd name="connsiteX3707" fmla="*/ 3072840 w 3419947"/>
                <a:gd name="connsiteY3707" fmla="*/ 737349 h 1840015"/>
                <a:gd name="connsiteX3708" fmla="*/ 3071495 w 3419947"/>
                <a:gd name="connsiteY3708" fmla="*/ 730634 h 1840015"/>
                <a:gd name="connsiteX3709" fmla="*/ 3074185 w 3419947"/>
                <a:gd name="connsiteY3709" fmla="*/ 726605 h 1840015"/>
                <a:gd name="connsiteX3710" fmla="*/ 3074185 w 3419947"/>
                <a:gd name="connsiteY3710" fmla="*/ 721232 h 1840015"/>
                <a:gd name="connsiteX3711" fmla="*/ 3078222 w 3419947"/>
                <a:gd name="connsiteY3711" fmla="*/ 719889 h 1840015"/>
                <a:gd name="connsiteX3712" fmla="*/ 3079567 w 3419947"/>
                <a:gd name="connsiteY3712" fmla="*/ 717203 h 1840015"/>
                <a:gd name="connsiteX3713" fmla="*/ 3084949 w 3419947"/>
                <a:gd name="connsiteY3713" fmla="*/ 713174 h 1840015"/>
                <a:gd name="connsiteX3714" fmla="*/ 3084949 w 3419947"/>
                <a:gd name="connsiteY3714" fmla="*/ 707802 h 1840015"/>
                <a:gd name="connsiteX3715" fmla="*/ 3091676 w 3419947"/>
                <a:gd name="connsiteY3715" fmla="*/ 701086 h 1840015"/>
                <a:gd name="connsiteX3716" fmla="*/ 3093021 w 3419947"/>
                <a:gd name="connsiteY3716" fmla="*/ 701086 h 1840015"/>
                <a:gd name="connsiteX3717" fmla="*/ 3098403 w 3419947"/>
                <a:gd name="connsiteY3717" fmla="*/ 697057 h 1840015"/>
                <a:gd name="connsiteX3718" fmla="*/ 3101093 w 3419947"/>
                <a:gd name="connsiteY3718" fmla="*/ 697057 h 1840015"/>
                <a:gd name="connsiteX3719" fmla="*/ 3102439 w 3419947"/>
                <a:gd name="connsiteY3719" fmla="*/ 694371 h 1840015"/>
                <a:gd name="connsiteX3720" fmla="*/ 3101093 w 3419947"/>
                <a:gd name="connsiteY3720" fmla="*/ 691685 h 1840015"/>
                <a:gd name="connsiteX3721" fmla="*/ 3095712 w 3419947"/>
                <a:gd name="connsiteY3721" fmla="*/ 690342 h 1840015"/>
                <a:gd name="connsiteX3722" fmla="*/ 3093021 w 3419947"/>
                <a:gd name="connsiteY3722" fmla="*/ 693028 h 1840015"/>
                <a:gd name="connsiteX3723" fmla="*/ 3088985 w 3419947"/>
                <a:gd name="connsiteY3723" fmla="*/ 690342 h 1840015"/>
                <a:gd name="connsiteX3724" fmla="*/ 3088985 w 3419947"/>
                <a:gd name="connsiteY3724" fmla="*/ 680940 h 1840015"/>
                <a:gd name="connsiteX3725" fmla="*/ 3091676 w 3419947"/>
                <a:gd name="connsiteY3725" fmla="*/ 672882 h 1840015"/>
                <a:gd name="connsiteX3726" fmla="*/ 3088985 w 3419947"/>
                <a:gd name="connsiteY3726" fmla="*/ 670195 h 1840015"/>
                <a:gd name="connsiteX3727" fmla="*/ 3086294 w 3419947"/>
                <a:gd name="connsiteY3727" fmla="*/ 664823 h 1840015"/>
                <a:gd name="connsiteX3728" fmla="*/ 3084949 w 3419947"/>
                <a:gd name="connsiteY3728" fmla="*/ 664823 h 1840015"/>
                <a:gd name="connsiteX3729" fmla="*/ 3083603 w 3419947"/>
                <a:gd name="connsiteY3729" fmla="*/ 668852 h 1840015"/>
                <a:gd name="connsiteX3730" fmla="*/ 3082258 w 3419947"/>
                <a:gd name="connsiteY3730" fmla="*/ 667509 h 1840015"/>
                <a:gd name="connsiteX3731" fmla="*/ 3080912 w 3419947"/>
                <a:gd name="connsiteY3731" fmla="*/ 655422 h 1840015"/>
                <a:gd name="connsiteX3732" fmla="*/ 3083603 w 3419947"/>
                <a:gd name="connsiteY3732" fmla="*/ 652735 h 1840015"/>
                <a:gd name="connsiteX3733" fmla="*/ 3083603 w 3419947"/>
                <a:gd name="connsiteY3733" fmla="*/ 650049 h 1840015"/>
                <a:gd name="connsiteX3734" fmla="*/ 3082258 w 3419947"/>
                <a:gd name="connsiteY3734" fmla="*/ 643334 h 1840015"/>
                <a:gd name="connsiteX3735" fmla="*/ 3076876 w 3419947"/>
                <a:gd name="connsiteY3735" fmla="*/ 640648 h 1840015"/>
                <a:gd name="connsiteX3736" fmla="*/ 3078222 w 3419947"/>
                <a:gd name="connsiteY3736" fmla="*/ 637962 h 1840015"/>
                <a:gd name="connsiteX3737" fmla="*/ 3078222 w 3419947"/>
                <a:gd name="connsiteY3737" fmla="*/ 637962 h 1840015"/>
                <a:gd name="connsiteX3738" fmla="*/ 3078222 w 3419947"/>
                <a:gd name="connsiteY3738" fmla="*/ 635275 h 1840015"/>
                <a:gd name="connsiteX3739" fmla="*/ 3072840 w 3419947"/>
                <a:gd name="connsiteY3739" fmla="*/ 628560 h 1840015"/>
                <a:gd name="connsiteX3740" fmla="*/ 3066113 w 3419947"/>
                <a:gd name="connsiteY3740" fmla="*/ 629903 h 1840015"/>
                <a:gd name="connsiteX3741" fmla="*/ 3063422 w 3419947"/>
                <a:gd name="connsiteY3741" fmla="*/ 627217 h 1840015"/>
                <a:gd name="connsiteX3742" fmla="*/ 3063422 w 3419947"/>
                <a:gd name="connsiteY3742" fmla="*/ 621845 h 1840015"/>
                <a:gd name="connsiteX3743" fmla="*/ 3060731 w 3419947"/>
                <a:gd name="connsiteY3743" fmla="*/ 615129 h 1840015"/>
                <a:gd name="connsiteX3744" fmla="*/ 3060731 w 3419947"/>
                <a:gd name="connsiteY3744" fmla="*/ 611100 h 1840015"/>
                <a:gd name="connsiteX3745" fmla="*/ 3067458 w 3419947"/>
                <a:gd name="connsiteY3745" fmla="*/ 604385 h 1840015"/>
                <a:gd name="connsiteX3746" fmla="*/ 3072840 w 3419947"/>
                <a:gd name="connsiteY3746" fmla="*/ 605728 h 1840015"/>
                <a:gd name="connsiteX3747" fmla="*/ 3078222 w 3419947"/>
                <a:gd name="connsiteY3747" fmla="*/ 604385 h 1840015"/>
                <a:gd name="connsiteX3748" fmla="*/ 3075531 w 3419947"/>
                <a:gd name="connsiteY3748" fmla="*/ 601699 h 1840015"/>
                <a:gd name="connsiteX3749" fmla="*/ 3082258 w 3419947"/>
                <a:gd name="connsiteY3749" fmla="*/ 597669 h 1840015"/>
                <a:gd name="connsiteX3750" fmla="*/ 3079567 w 3419947"/>
                <a:gd name="connsiteY3750" fmla="*/ 599012 h 1840015"/>
                <a:gd name="connsiteX3751" fmla="*/ 3074185 w 3419947"/>
                <a:gd name="connsiteY3751" fmla="*/ 599012 h 1840015"/>
                <a:gd name="connsiteX3752" fmla="*/ 3071495 w 3419947"/>
                <a:gd name="connsiteY3752" fmla="*/ 597669 h 1840015"/>
                <a:gd name="connsiteX3753" fmla="*/ 3064768 w 3419947"/>
                <a:gd name="connsiteY3753" fmla="*/ 597669 h 1840015"/>
                <a:gd name="connsiteX3754" fmla="*/ 3056696 w 3419947"/>
                <a:gd name="connsiteY3754" fmla="*/ 590954 h 1840015"/>
                <a:gd name="connsiteX3755" fmla="*/ 3054005 w 3419947"/>
                <a:gd name="connsiteY3755" fmla="*/ 592297 h 1840015"/>
                <a:gd name="connsiteX3756" fmla="*/ 3047278 w 3419947"/>
                <a:gd name="connsiteY3756" fmla="*/ 592297 h 1840015"/>
                <a:gd name="connsiteX3757" fmla="*/ 3043242 w 3419947"/>
                <a:gd name="connsiteY3757" fmla="*/ 597669 h 1840015"/>
                <a:gd name="connsiteX3758" fmla="*/ 3037861 w 3419947"/>
                <a:gd name="connsiteY3758" fmla="*/ 597669 h 1840015"/>
                <a:gd name="connsiteX3759" fmla="*/ 3031134 w 3419947"/>
                <a:gd name="connsiteY3759" fmla="*/ 604385 h 1840015"/>
                <a:gd name="connsiteX3760" fmla="*/ 3033824 w 3419947"/>
                <a:gd name="connsiteY3760" fmla="*/ 607071 h 1840015"/>
                <a:gd name="connsiteX3761" fmla="*/ 3033824 w 3419947"/>
                <a:gd name="connsiteY3761" fmla="*/ 611100 h 1840015"/>
                <a:gd name="connsiteX3762" fmla="*/ 3039206 w 3419947"/>
                <a:gd name="connsiteY3762" fmla="*/ 615129 h 1840015"/>
                <a:gd name="connsiteX3763" fmla="*/ 3040551 w 3419947"/>
                <a:gd name="connsiteY3763" fmla="*/ 620502 h 1840015"/>
                <a:gd name="connsiteX3764" fmla="*/ 3037861 w 3419947"/>
                <a:gd name="connsiteY3764" fmla="*/ 623188 h 1840015"/>
                <a:gd name="connsiteX3765" fmla="*/ 3039206 w 3419947"/>
                <a:gd name="connsiteY3765" fmla="*/ 631246 h 1840015"/>
                <a:gd name="connsiteX3766" fmla="*/ 3044588 w 3419947"/>
                <a:gd name="connsiteY3766" fmla="*/ 635275 h 1840015"/>
                <a:gd name="connsiteX3767" fmla="*/ 3044588 w 3419947"/>
                <a:gd name="connsiteY3767" fmla="*/ 637962 h 1840015"/>
                <a:gd name="connsiteX3768" fmla="*/ 3048624 w 3419947"/>
                <a:gd name="connsiteY3768" fmla="*/ 639305 h 1840015"/>
                <a:gd name="connsiteX3769" fmla="*/ 3051315 w 3419947"/>
                <a:gd name="connsiteY3769" fmla="*/ 650049 h 1840015"/>
                <a:gd name="connsiteX3770" fmla="*/ 3059386 w 3419947"/>
                <a:gd name="connsiteY3770" fmla="*/ 654079 h 1840015"/>
                <a:gd name="connsiteX3771" fmla="*/ 3058041 w 3419947"/>
                <a:gd name="connsiteY3771" fmla="*/ 659451 h 1840015"/>
                <a:gd name="connsiteX3772" fmla="*/ 3060731 w 3419947"/>
                <a:gd name="connsiteY3772" fmla="*/ 663480 h 1840015"/>
                <a:gd name="connsiteX3773" fmla="*/ 3058041 w 3419947"/>
                <a:gd name="connsiteY3773" fmla="*/ 666166 h 1840015"/>
                <a:gd name="connsiteX3774" fmla="*/ 3054005 w 3419947"/>
                <a:gd name="connsiteY3774" fmla="*/ 663480 h 1840015"/>
                <a:gd name="connsiteX3775" fmla="*/ 3052660 w 3419947"/>
                <a:gd name="connsiteY3775" fmla="*/ 659451 h 1840015"/>
                <a:gd name="connsiteX3776" fmla="*/ 3045933 w 3419947"/>
                <a:gd name="connsiteY3776" fmla="*/ 660794 h 1840015"/>
                <a:gd name="connsiteX3777" fmla="*/ 3041897 w 3419947"/>
                <a:gd name="connsiteY3777" fmla="*/ 663480 h 1840015"/>
                <a:gd name="connsiteX3778" fmla="*/ 3039206 w 3419947"/>
                <a:gd name="connsiteY3778" fmla="*/ 671538 h 1840015"/>
                <a:gd name="connsiteX3779" fmla="*/ 3041897 w 3419947"/>
                <a:gd name="connsiteY3779" fmla="*/ 674225 h 1840015"/>
                <a:gd name="connsiteX3780" fmla="*/ 3040551 w 3419947"/>
                <a:gd name="connsiteY3780" fmla="*/ 682283 h 1840015"/>
                <a:gd name="connsiteX3781" fmla="*/ 3039206 w 3419947"/>
                <a:gd name="connsiteY3781" fmla="*/ 683626 h 1840015"/>
                <a:gd name="connsiteX3782" fmla="*/ 3039206 w 3419947"/>
                <a:gd name="connsiteY3782" fmla="*/ 684969 h 1840015"/>
                <a:gd name="connsiteX3783" fmla="*/ 3040551 w 3419947"/>
                <a:gd name="connsiteY3783" fmla="*/ 686312 h 1840015"/>
                <a:gd name="connsiteX3784" fmla="*/ 3040551 w 3419947"/>
                <a:gd name="connsiteY3784" fmla="*/ 690342 h 1840015"/>
                <a:gd name="connsiteX3785" fmla="*/ 3036515 w 3419947"/>
                <a:gd name="connsiteY3785" fmla="*/ 694371 h 1840015"/>
                <a:gd name="connsiteX3786" fmla="*/ 3040551 w 3419947"/>
                <a:gd name="connsiteY3786" fmla="*/ 697057 h 1840015"/>
                <a:gd name="connsiteX3787" fmla="*/ 3036515 w 3419947"/>
                <a:gd name="connsiteY3787" fmla="*/ 701086 h 1840015"/>
                <a:gd name="connsiteX3788" fmla="*/ 3036515 w 3419947"/>
                <a:gd name="connsiteY3788" fmla="*/ 714517 h 1840015"/>
                <a:gd name="connsiteX3789" fmla="*/ 3033824 w 3419947"/>
                <a:gd name="connsiteY3789" fmla="*/ 717203 h 1840015"/>
                <a:gd name="connsiteX3790" fmla="*/ 3033824 w 3419947"/>
                <a:gd name="connsiteY3790" fmla="*/ 719889 h 1840015"/>
                <a:gd name="connsiteX3791" fmla="*/ 3029788 w 3419947"/>
                <a:gd name="connsiteY3791" fmla="*/ 722575 h 1840015"/>
                <a:gd name="connsiteX3792" fmla="*/ 3027097 w 3419947"/>
                <a:gd name="connsiteY3792" fmla="*/ 730634 h 1840015"/>
                <a:gd name="connsiteX3793" fmla="*/ 3025752 w 3419947"/>
                <a:gd name="connsiteY3793" fmla="*/ 725262 h 1840015"/>
                <a:gd name="connsiteX3794" fmla="*/ 3021716 w 3419947"/>
                <a:gd name="connsiteY3794" fmla="*/ 721232 h 1840015"/>
                <a:gd name="connsiteX3795" fmla="*/ 3025752 w 3419947"/>
                <a:gd name="connsiteY3795" fmla="*/ 713174 h 1840015"/>
                <a:gd name="connsiteX3796" fmla="*/ 3023061 w 3419947"/>
                <a:gd name="connsiteY3796" fmla="*/ 710488 h 1840015"/>
                <a:gd name="connsiteX3797" fmla="*/ 3019025 w 3419947"/>
                <a:gd name="connsiteY3797" fmla="*/ 710488 h 1840015"/>
                <a:gd name="connsiteX3798" fmla="*/ 3014989 w 3419947"/>
                <a:gd name="connsiteY3798" fmla="*/ 714517 h 1840015"/>
                <a:gd name="connsiteX3799" fmla="*/ 3014989 w 3419947"/>
                <a:gd name="connsiteY3799" fmla="*/ 718546 h 1840015"/>
                <a:gd name="connsiteX3800" fmla="*/ 3012298 w 3419947"/>
                <a:gd name="connsiteY3800" fmla="*/ 721232 h 1840015"/>
                <a:gd name="connsiteX3801" fmla="*/ 3010953 w 3419947"/>
                <a:gd name="connsiteY3801" fmla="*/ 711831 h 1840015"/>
                <a:gd name="connsiteX3802" fmla="*/ 3005571 w 3419947"/>
                <a:gd name="connsiteY3802" fmla="*/ 710488 h 1840015"/>
                <a:gd name="connsiteX3803" fmla="*/ 3004226 w 3419947"/>
                <a:gd name="connsiteY3803" fmla="*/ 706458 h 1840015"/>
                <a:gd name="connsiteX3804" fmla="*/ 3000190 w 3419947"/>
                <a:gd name="connsiteY3804" fmla="*/ 710488 h 1840015"/>
                <a:gd name="connsiteX3805" fmla="*/ 2998845 w 3419947"/>
                <a:gd name="connsiteY3805" fmla="*/ 707802 h 1840015"/>
                <a:gd name="connsiteX3806" fmla="*/ 3000190 w 3419947"/>
                <a:gd name="connsiteY3806" fmla="*/ 705115 h 1840015"/>
                <a:gd name="connsiteX3807" fmla="*/ 3002880 w 3419947"/>
                <a:gd name="connsiteY3807" fmla="*/ 702429 h 1840015"/>
                <a:gd name="connsiteX3808" fmla="*/ 3001535 w 3419947"/>
                <a:gd name="connsiteY3808" fmla="*/ 699743 h 1840015"/>
                <a:gd name="connsiteX3809" fmla="*/ 3001535 w 3419947"/>
                <a:gd name="connsiteY3809" fmla="*/ 697057 h 1840015"/>
                <a:gd name="connsiteX3810" fmla="*/ 3002880 w 3419947"/>
                <a:gd name="connsiteY3810" fmla="*/ 697057 h 1840015"/>
                <a:gd name="connsiteX3811" fmla="*/ 3001535 w 3419947"/>
                <a:gd name="connsiteY3811" fmla="*/ 691685 h 1840015"/>
                <a:gd name="connsiteX3812" fmla="*/ 2998845 w 3419947"/>
                <a:gd name="connsiteY3812" fmla="*/ 690342 h 1840015"/>
                <a:gd name="connsiteX3813" fmla="*/ 3001535 w 3419947"/>
                <a:gd name="connsiteY3813" fmla="*/ 686312 h 1840015"/>
                <a:gd name="connsiteX3814" fmla="*/ 3000190 w 3419947"/>
                <a:gd name="connsiteY3814" fmla="*/ 682283 h 1840015"/>
                <a:gd name="connsiteX3815" fmla="*/ 2997499 w 3419947"/>
                <a:gd name="connsiteY3815" fmla="*/ 679597 h 1840015"/>
                <a:gd name="connsiteX3816" fmla="*/ 2998845 w 3419947"/>
                <a:gd name="connsiteY3816" fmla="*/ 676911 h 1840015"/>
                <a:gd name="connsiteX3817" fmla="*/ 2998845 w 3419947"/>
                <a:gd name="connsiteY3817" fmla="*/ 670195 h 1840015"/>
                <a:gd name="connsiteX3818" fmla="*/ 2993463 w 3419947"/>
                <a:gd name="connsiteY3818" fmla="*/ 666166 h 1840015"/>
                <a:gd name="connsiteX3819" fmla="*/ 2992118 w 3419947"/>
                <a:gd name="connsiteY3819" fmla="*/ 662137 h 1840015"/>
                <a:gd name="connsiteX3820" fmla="*/ 2989427 w 3419947"/>
                <a:gd name="connsiteY3820" fmla="*/ 662137 h 1840015"/>
                <a:gd name="connsiteX3821" fmla="*/ 2988082 w 3419947"/>
                <a:gd name="connsiteY3821" fmla="*/ 668852 h 1840015"/>
                <a:gd name="connsiteX3822" fmla="*/ 2984046 w 3419947"/>
                <a:gd name="connsiteY3822" fmla="*/ 670195 h 1840015"/>
                <a:gd name="connsiteX3823" fmla="*/ 2984046 w 3419947"/>
                <a:gd name="connsiteY3823" fmla="*/ 676911 h 1840015"/>
                <a:gd name="connsiteX3824" fmla="*/ 2980009 w 3419947"/>
                <a:gd name="connsiteY3824" fmla="*/ 682283 h 1840015"/>
                <a:gd name="connsiteX3825" fmla="*/ 2977319 w 3419947"/>
                <a:gd name="connsiteY3825" fmla="*/ 682283 h 1840015"/>
                <a:gd name="connsiteX3826" fmla="*/ 2974628 w 3419947"/>
                <a:gd name="connsiteY3826" fmla="*/ 675568 h 1840015"/>
                <a:gd name="connsiteX3827" fmla="*/ 2973282 w 3419947"/>
                <a:gd name="connsiteY3827" fmla="*/ 675568 h 1840015"/>
                <a:gd name="connsiteX3828" fmla="*/ 2970592 w 3419947"/>
                <a:gd name="connsiteY3828" fmla="*/ 676911 h 1840015"/>
                <a:gd name="connsiteX3829" fmla="*/ 2969246 w 3419947"/>
                <a:gd name="connsiteY3829" fmla="*/ 671538 h 1840015"/>
                <a:gd name="connsiteX3830" fmla="*/ 2962519 w 3419947"/>
                <a:gd name="connsiteY3830" fmla="*/ 671538 h 1840015"/>
                <a:gd name="connsiteX3831" fmla="*/ 2961174 w 3419947"/>
                <a:gd name="connsiteY3831" fmla="*/ 672882 h 1840015"/>
                <a:gd name="connsiteX3832" fmla="*/ 2958483 w 3419947"/>
                <a:gd name="connsiteY3832" fmla="*/ 672882 h 1840015"/>
                <a:gd name="connsiteX3833" fmla="*/ 2957138 w 3419947"/>
                <a:gd name="connsiteY3833" fmla="*/ 678254 h 1840015"/>
                <a:gd name="connsiteX3834" fmla="*/ 2953101 w 3419947"/>
                <a:gd name="connsiteY3834" fmla="*/ 679597 h 1840015"/>
                <a:gd name="connsiteX3835" fmla="*/ 2953101 w 3419947"/>
                <a:gd name="connsiteY3835" fmla="*/ 682283 h 1840015"/>
                <a:gd name="connsiteX3836" fmla="*/ 2943684 w 3419947"/>
                <a:gd name="connsiteY3836" fmla="*/ 682283 h 1840015"/>
                <a:gd name="connsiteX3837" fmla="*/ 2940993 w 3419947"/>
                <a:gd name="connsiteY3837" fmla="*/ 686312 h 1840015"/>
                <a:gd name="connsiteX3838" fmla="*/ 2936958 w 3419947"/>
                <a:gd name="connsiteY3838" fmla="*/ 684969 h 1840015"/>
                <a:gd name="connsiteX3839" fmla="*/ 2934267 w 3419947"/>
                <a:gd name="connsiteY3839" fmla="*/ 687655 h 1840015"/>
                <a:gd name="connsiteX3840" fmla="*/ 2927540 w 3419947"/>
                <a:gd name="connsiteY3840" fmla="*/ 686312 h 1840015"/>
                <a:gd name="connsiteX3841" fmla="*/ 2922158 w 3419947"/>
                <a:gd name="connsiteY3841" fmla="*/ 695714 h 1840015"/>
                <a:gd name="connsiteX3842" fmla="*/ 2919467 w 3419947"/>
                <a:gd name="connsiteY3842" fmla="*/ 697057 h 1840015"/>
                <a:gd name="connsiteX3843" fmla="*/ 2919467 w 3419947"/>
                <a:gd name="connsiteY3843" fmla="*/ 703772 h 1840015"/>
                <a:gd name="connsiteX3844" fmla="*/ 2915431 w 3419947"/>
                <a:gd name="connsiteY3844" fmla="*/ 707802 h 1840015"/>
                <a:gd name="connsiteX3845" fmla="*/ 2915431 w 3419947"/>
                <a:gd name="connsiteY3845" fmla="*/ 710488 h 1840015"/>
                <a:gd name="connsiteX3846" fmla="*/ 2919467 w 3419947"/>
                <a:gd name="connsiteY3846" fmla="*/ 713174 h 1840015"/>
                <a:gd name="connsiteX3847" fmla="*/ 2920813 w 3419947"/>
                <a:gd name="connsiteY3847" fmla="*/ 719889 h 1840015"/>
                <a:gd name="connsiteX3848" fmla="*/ 2926194 w 3419947"/>
                <a:gd name="connsiteY3848" fmla="*/ 727948 h 1840015"/>
                <a:gd name="connsiteX3849" fmla="*/ 2922158 w 3419947"/>
                <a:gd name="connsiteY3849" fmla="*/ 731977 h 1840015"/>
                <a:gd name="connsiteX3850" fmla="*/ 2919467 w 3419947"/>
                <a:gd name="connsiteY3850" fmla="*/ 749437 h 1840015"/>
                <a:gd name="connsiteX3851" fmla="*/ 2926194 w 3419947"/>
                <a:gd name="connsiteY3851" fmla="*/ 757495 h 1840015"/>
                <a:gd name="connsiteX3852" fmla="*/ 2920813 w 3419947"/>
                <a:gd name="connsiteY3852" fmla="*/ 760182 h 1840015"/>
                <a:gd name="connsiteX3853" fmla="*/ 2922158 w 3419947"/>
                <a:gd name="connsiteY3853" fmla="*/ 761525 h 1840015"/>
                <a:gd name="connsiteX3854" fmla="*/ 2922158 w 3419947"/>
                <a:gd name="connsiteY3854" fmla="*/ 766897 h 1840015"/>
                <a:gd name="connsiteX3855" fmla="*/ 2916777 w 3419947"/>
                <a:gd name="connsiteY3855" fmla="*/ 772269 h 1840015"/>
                <a:gd name="connsiteX3856" fmla="*/ 2916777 w 3419947"/>
                <a:gd name="connsiteY3856" fmla="*/ 780328 h 1840015"/>
                <a:gd name="connsiteX3857" fmla="*/ 2912740 w 3419947"/>
                <a:gd name="connsiteY3857" fmla="*/ 784357 h 1840015"/>
                <a:gd name="connsiteX3858" fmla="*/ 2912740 w 3419947"/>
                <a:gd name="connsiteY3858" fmla="*/ 789729 h 1840015"/>
                <a:gd name="connsiteX3859" fmla="*/ 2910050 w 3419947"/>
                <a:gd name="connsiteY3859" fmla="*/ 799131 h 1840015"/>
                <a:gd name="connsiteX3860" fmla="*/ 2915431 w 3419947"/>
                <a:gd name="connsiteY3860" fmla="*/ 805846 h 1840015"/>
                <a:gd name="connsiteX3861" fmla="*/ 2911395 w 3419947"/>
                <a:gd name="connsiteY3861" fmla="*/ 808532 h 1840015"/>
                <a:gd name="connsiteX3862" fmla="*/ 2918122 w 3419947"/>
                <a:gd name="connsiteY3862" fmla="*/ 817934 h 1840015"/>
                <a:gd name="connsiteX3863" fmla="*/ 2915431 w 3419947"/>
                <a:gd name="connsiteY3863" fmla="*/ 819277 h 1840015"/>
                <a:gd name="connsiteX3864" fmla="*/ 2914086 w 3419947"/>
                <a:gd name="connsiteY3864" fmla="*/ 823306 h 1840015"/>
                <a:gd name="connsiteX3865" fmla="*/ 2918122 w 3419947"/>
                <a:gd name="connsiteY3865" fmla="*/ 825992 h 1840015"/>
                <a:gd name="connsiteX3866" fmla="*/ 2920813 w 3419947"/>
                <a:gd name="connsiteY3866" fmla="*/ 824649 h 1840015"/>
                <a:gd name="connsiteX3867" fmla="*/ 2926194 w 3419947"/>
                <a:gd name="connsiteY3867" fmla="*/ 824649 h 1840015"/>
                <a:gd name="connsiteX3868" fmla="*/ 2926194 w 3419947"/>
                <a:gd name="connsiteY3868" fmla="*/ 821963 h 1840015"/>
                <a:gd name="connsiteX3869" fmla="*/ 2927540 w 3419947"/>
                <a:gd name="connsiteY3869" fmla="*/ 820620 h 1840015"/>
                <a:gd name="connsiteX3870" fmla="*/ 2931576 w 3419947"/>
                <a:gd name="connsiteY3870" fmla="*/ 823306 h 1840015"/>
                <a:gd name="connsiteX3871" fmla="*/ 2934267 w 3419947"/>
                <a:gd name="connsiteY3871" fmla="*/ 823306 h 1840015"/>
                <a:gd name="connsiteX3872" fmla="*/ 2934267 w 3419947"/>
                <a:gd name="connsiteY3872" fmla="*/ 820620 h 1840015"/>
                <a:gd name="connsiteX3873" fmla="*/ 2934267 w 3419947"/>
                <a:gd name="connsiteY3873" fmla="*/ 819277 h 1840015"/>
                <a:gd name="connsiteX3874" fmla="*/ 2936958 w 3419947"/>
                <a:gd name="connsiteY3874" fmla="*/ 820620 h 1840015"/>
                <a:gd name="connsiteX3875" fmla="*/ 2942339 w 3419947"/>
                <a:gd name="connsiteY3875" fmla="*/ 823306 h 1840015"/>
                <a:gd name="connsiteX3876" fmla="*/ 2942339 w 3419947"/>
                <a:gd name="connsiteY3876" fmla="*/ 825992 h 1840015"/>
                <a:gd name="connsiteX3877" fmla="*/ 2940993 w 3419947"/>
                <a:gd name="connsiteY3877" fmla="*/ 827335 h 1840015"/>
                <a:gd name="connsiteX3878" fmla="*/ 2945029 w 3419947"/>
                <a:gd name="connsiteY3878" fmla="*/ 832708 h 1840015"/>
                <a:gd name="connsiteX3879" fmla="*/ 2943684 w 3419947"/>
                <a:gd name="connsiteY3879" fmla="*/ 835394 h 1840015"/>
                <a:gd name="connsiteX3880" fmla="*/ 2939648 w 3419947"/>
                <a:gd name="connsiteY3880" fmla="*/ 835394 h 1840015"/>
                <a:gd name="connsiteX3881" fmla="*/ 2936958 w 3419947"/>
                <a:gd name="connsiteY3881" fmla="*/ 838080 h 1840015"/>
                <a:gd name="connsiteX3882" fmla="*/ 2932921 w 3419947"/>
                <a:gd name="connsiteY3882" fmla="*/ 836737 h 1840015"/>
                <a:gd name="connsiteX3883" fmla="*/ 2928885 w 3419947"/>
                <a:gd name="connsiteY3883" fmla="*/ 839423 h 1840015"/>
                <a:gd name="connsiteX3884" fmla="*/ 2928885 w 3419947"/>
                <a:gd name="connsiteY3884" fmla="*/ 840766 h 1840015"/>
                <a:gd name="connsiteX3885" fmla="*/ 2931576 w 3419947"/>
                <a:gd name="connsiteY3885" fmla="*/ 843452 h 1840015"/>
                <a:gd name="connsiteX3886" fmla="*/ 2924849 w 3419947"/>
                <a:gd name="connsiteY3886" fmla="*/ 850168 h 1840015"/>
                <a:gd name="connsiteX3887" fmla="*/ 2920813 w 3419947"/>
                <a:gd name="connsiteY3887" fmla="*/ 848825 h 1840015"/>
                <a:gd name="connsiteX3888" fmla="*/ 2920813 w 3419947"/>
                <a:gd name="connsiteY3888" fmla="*/ 844795 h 1840015"/>
                <a:gd name="connsiteX3889" fmla="*/ 2918122 w 3419947"/>
                <a:gd name="connsiteY3889" fmla="*/ 842109 h 1840015"/>
                <a:gd name="connsiteX3890" fmla="*/ 2914086 w 3419947"/>
                <a:gd name="connsiteY3890" fmla="*/ 844795 h 1840015"/>
                <a:gd name="connsiteX3891" fmla="*/ 2911395 w 3419947"/>
                <a:gd name="connsiteY3891" fmla="*/ 842109 h 1840015"/>
                <a:gd name="connsiteX3892" fmla="*/ 2907359 w 3419947"/>
                <a:gd name="connsiteY3892" fmla="*/ 843452 h 1840015"/>
                <a:gd name="connsiteX3893" fmla="*/ 2908704 w 3419947"/>
                <a:gd name="connsiteY3893" fmla="*/ 846138 h 1840015"/>
                <a:gd name="connsiteX3894" fmla="*/ 2908704 w 3419947"/>
                <a:gd name="connsiteY3894" fmla="*/ 850168 h 1840015"/>
                <a:gd name="connsiteX3895" fmla="*/ 2907359 w 3419947"/>
                <a:gd name="connsiteY3895" fmla="*/ 850168 h 1840015"/>
                <a:gd name="connsiteX3896" fmla="*/ 2904668 w 3419947"/>
                <a:gd name="connsiteY3896" fmla="*/ 852854 h 1840015"/>
                <a:gd name="connsiteX3897" fmla="*/ 2900632 w 3419947"/>
                <a:gd name="connsiteY3897" fmla="*/ 855540 h 1840015"/>
                <a:gd name="connsiteX3898" fmla="*/ 2903323 w 3419947"/>
                <a:gd name="connsiteY3898" fmla="*/ 858226 h 1840015"/>
                <a:gd name="connsiteX3899" fmla="*/ 2900632 w 3419947"/>
                <a:gd name="connsiteY3899" fmla="*/ 860912 h 1840015"/>
                <a:gd name="connsiteX3900" fmla="*/ 2896596 w 3419947"/>
                <a:gd name="connsiteY3900" fmla="*/ 860912 h 1840015"/>
                <a:gd name="connsiteX3901" fmla="*/ 2889869 w 3419947"/>
                <a:gd name="connsiteY3901" fmla="*/ 854197 h 1840015"/>
                <a:gd name="connsiteX3902" fmla="*/ 2887178 w 3419947"/>
                <a:gd name="connsiteY3902" fmla="*/ 854197 h 1840015"/>
                <a:gd name="connsiteX3903" fmla="*/ 2891214 w 3419947"/>
                <a:gd name="connsiteY3903" fmla="*/ 859569 h 1840015"/>
                <a:gd name="connsiteX3904" fmla="*/ 2885833 w 3419947"/>
                <a:gd name="connsiteY3904" fmla="*/ 862255 h 1840015"/>
                <a:gd name="connsiteX3905" fmla="*/ 2887178 w 3419947"/>
                <a:gd name="connsiteY3905" fmla="*/ 864942 h 1840015"/>
                <a:gd name="connsiteX3906" fmla="*/ 2884487 w 3419947"/>
                <a:gd name="connsiteY3906" fmla="*/ 868971 h 1840015"/>
                <a:gd name="connsiteX3907" fmla="*/ 2876416 w 3419947"/>
                <a:gd name="connsiteY3907" fmla="*/ 871657 h 1840015"/>
                <a:gd name="connsiteX3908" fmla="*/ 2873725 w 3419947"/>
                <a:gd name="connsiteY3908" fmla="*/ 874343 h 1840015"/>
                <a:gd name="connsiteX3909" fmla="*/ 2866998 w 3419947"/>
                <a:gd name="connsiteY3909" fmla="*/ 864942 h 1840015"/>
                <a:gd name="connsiteX3910" fmla="*/ 2862962 w 3419947"/>
                <a:gd name="connsiteY3910" fmla="*/ 864942 h 1840015"/>
                <a:gd name="connsiteX3911" fmla="*/ 2860271 w 3419947"/>
                <a:gd name="connsiteY3911" fmla="*/ 863599 h 1840015"/>
                <a:gd name="connsiteX3912" fmla="*/ 2861616 w 3419947"/>
                <a:gd name="connsiteY3912" fmla="*/ 860912 h 1840015"/>
                <a:gd name="connsiteX3913" fmla="*/ 2865652 w 3419947"/>
                <a:gd name="connsiteY3913" fmla="*/ 860912 h 1840015"/>
                <a:gd name="connsiteX3914" fmla="*/ 2865652 w 3419947"/>
                <a:gd name="connsiteY3914" fmla="*/ 855540 h 1840015"/>
                <a:gd name="connsiteX3915" fmla="*/ 2866998 w 3419947"/>
                <a:gd name="connsiteY3915" fmla="*/ 852854 h 1840015"/>
                <a:gd name="connsiteX3916" fmla="*/ 2875070 w 3419947"/>
                <a:gd name="connsiteY3916" fmla="*/ 852854 h 1840015"/>
                <a:gd name="connsiteX3917" fmla="*/ 2884487 w 3419947"/>
                <a:gd name="connsiteY3917" fmla="*/ 846138 h 1840015"/>
                <a:gd name="connsiteX3918" fmla="*/ 2883142 w 3419947"/>
                <a:gd name="connsiteY3918" fmla="*/ 843452 h 1840015"/>
                <a:gd name="connsiteX3919" fmla="*/ 2879106 w 3419947"/>
                <a:gd name="connsiteY3919" fmla="*/ 842109 h 1840015"/>
                <a:gd name="connsiteX3920" fmla="*/ 2875070 w 3419947"/>
                <a:gd name="connsiteY3920" fmla="*/ 846138 h 1840015"/>
                <a:gd name="connsiteX3921" fmla="*/ 2868343 w 3419947"/>
                <a:gd name="connsiteY3921" fmla="*/ 844795 h 1840015"/>
                <a:gd name="connsiteX3922" fmla="*/ 2868343 w 3419947"/>
                <a:gd name="connsiteY3922" fmla="*/ 842109 h 1840015"/>
                <a:gd name="connsiteX3923" fmla="*/ 2862962 w 3419947"/>
                <a:gd name="connsiteY3923" fmla="*/ 838080 h 1840015"/>
                <a:gd name="connsiteX3924" fmla="*/ 2858925 w 3419947"/>
                <a:gd name="connsiteY3924" fmla="*/ 838080 h 1840015"/>
                <a:gd name="connsiteX3925" fmla="*/ 2850853 w 3419947"/>
                <a:gd name="connsiteY3925" fmla="*/ 836737 h 1840015"/>
                <a:gd name="connsiteX3926" fmla="*/ 2842781 w 3419947"/>
                <a:gd name="connsiteY3926" fmla="*/ 836737 h 1840015"/>
                <a:gd name="connsiteX3927" fmla="*/ 2845471 w 3419947"/>
                <a:gd name="connsiteY3927" fmla="*/ 840766 h 1840015"/>
                <a:gd name="connsiteX3928" fmla="*/ 2842781 w 3419947"/>
                <a:gd name="connsiteY3928" fmla="*/ 842109 h 1840015"/>
                <a:gd name="connsiteX3929" fmla="*/ 2840090 w 3419947"/>
                <a:gd name="connsiteY3929" fmla="*/ 839423 h 1840015"/>
                <a:gd name="connsiteX3930" fmla="*/ 2840090 w 3419947"/>
                <a:gd name="connsiteY3930" fmla="*/ 836737 h 1840015"/>
                <a:gd name="connsiteX3931" fmla="*/ 2833363 w 3419947"/>
                <a:gd name="connsiteY3931" fmla="*/ 836737 h 1840015"/>
                <a:gd name="connsiteX3932" fmla="*/ 2823946 w 3419947"/>
                <a:gd name="connsiteY3932" fmla="*/ 834051 h 1840015"/>
                <a:gd name="connsiteX3933" fmla="*/ 2819910 w 3419947"/>
                <a:gd name="connsiteY3933" fmla="*/ 836737 h 1840015"/>
                <a:gd name="connsiteX3934" fmla="*/ 2815874 w 3419947"/>
                <a:gd name="connsiteY3934" fmla="*/ 834051 h 1840015"/>
                <a:gd name="connsiteX3935" fmla="*/ 2807801 w 3419947"/>
                <a:gd name="connsiteY3935" fmla="*/ 834051 h 1840015"/>
                <a:gd name="connsiteX3936" fmla="*/ 2801074 w 3419947"/>
                <a:gd name="connsiteY3936" fmla="*/ 842109 h 1840015"/>
                <a:gd name="connsiteX3937" fmla="*/ 2798383 w 3419947"/>
                <a:gd name="connsiteY3937" fmla="*/ 842109 h 1840015"/>
                <a:gd name="connsiteX3938" fmla="*/ 2798383 w 3419947"/>
                <a:gd name="connsiteY3938" fmla="*/ 846138 h 1840015"/>
                <a:gd name="connsiteX3939" fmla="*/ 2805110 w 3419947"/>
                <a:gd name="connsiteY3939" fmla="*/ 850168 h 1840015"/>
                <a:gd name="connsiteX3940" fmla="*/ 2797038 w 3419947"/>
                <a:gd name="connsiteY3940" fmla="*/ 852854 h 1840015"/>
                <a:gd name="connsiteX3941" fmla="*/ 2795693 w 3419947"/>
                <a:gd name="connsiteY3941" fmla="*/ 848825 h 1840015"/>
                <a:gd name="connsiteX3942" fmla="*/ 2791656 w 3419947"/>
                <a:gd name="connsiteY3942" fmla="*/ 854197 h 1840015"/>
                <a:gd name="connsiteX3943" fmla="*/ 2797038 w 3419947"/>
                <a:gd name="connsiteY3943" fmla="*/ 858226 h 1840015"/>
                <a:gd name="connsiteX3944" fmla="*/ 2799729 w 3419947"/>
                <a:gd name="connsiteY3944" fmla="*/ 856883 h 1840015"/>
                <a:gd name="connsiteX3945" fmla="*/ 2802420 w 3419947"/>
                <a:gd name="connsiteY3945" fmla="*/ 858226 h 1840015"/>
                <a:gd name="connsiteX3946" fmla="*/ 2802420 w 3419947"/>
                <a:gd name="connsiteY3946" fmla="*/ 862255 h 1840015"/>
                <a:gd name="connsiteX3947" fmla="*/ 2793002 w 3419947"/>
                <a:gd name="connsiteY3947" fmla="*/ 866285 h 1840015"/>
                <a:gd name="connsiteX3948" fmla="*/ 2788966 w 3419947"/>
                <a:gd name="connsiteY3948" fmla="*/ 862255 h 1840015"/>
                <a:gd name="connsiteX3949" fmla="*/ 2780893 w 3419947"/>
                <a:gd name="connsiteY3949" fmla="*/ 862255 h 1840015"/>
                <a:gd name="connsiteX3950" fmla="*/ 2778202 w 3419947"/>
                <a:gd name="connsiteY3950" fmla="*/ 864942 h 1840015"/>
                <a:gd name="connsiteX3951" fmla="*/ 2779548 w 3419947"/>
                <a:gd name="connsiteY3951" fmla="*/ 868971 h 1840015"/>
                <a:gd name="connsiteX3952" fmla="*/ 2775512 w 3419947"/>
                <a:gd name="connsiteY3952" fmla="*/ 868971 h 1840015"/>
                <a:gd name="connsiteX3953" fmla="*/ 2772821 w 3419947"/>
                <a:gd name="connsiteY3953" fmla="*/ 871657 h 1840015"/>
                <a:gd name="connsiteX3954" fmla="*/ 2770130 w 3419947"/>
                <a:gd name="connsiteY3954" fmla="*/ 871657 h 1840015"/>
                <a:gd name="connsiteX3955" fmla="*/ 2768785 w 3419947"/>
                <a:gd name="connsiteY3955" fmla="*/ 867628 h 1840015"/>
                <a:gd name="connsiteX3956" fmla="*/ 2758022 w 3419947"/>
                <a:gd name="connsiteY3956" fmla="*/ 867628 h 1840015"/>
                <a:gd name="connsiteX3957" fmla="*/ 2753986 w 3419947"/>
                <a:gd name="connsiteY3957" fmla="*/ 870314 h 1840015"/>
                <a:gd name="connsiteX3958" fmla="*/ 2744568 w 3419947"/>
                <a:gd name="connsiteY3958" fmla="*/ 868971 h 1840015"/>
                <a:gd name="connsiteX3959" fmla="*/ 2739187 w 3419947"/>
                <a:gd name="connsiteY3959" fmla="*/ 871657 h 1840015"/>
                <a:gd name="connsiteX3960" fmla="*/ 2739187 w 3419947"/>
                <a:gd name="connsiteY3960" fmla="*/ 874343 h 1840015"/>
                <a:gd name="connsiteX3961" fmla="*/ 2745914 w 3419947"/>
                <a:gd name="connsiteY3961" fmla="*/ 879715 h 1840015"/>
                <a:gd name="connsiteX3962" fmla="*/ 2741878 w 3419947"/>
                <a:gd name="connsiteY3962" fmla="*/ 883745 h 1840015"/>
                <a:gd name="connsiteX3963" fmla="*/ 2739187 w 3419947"/>
                <a:gd name="connsiteY3963" fmla="*/ 889117 h 1840015"/>
                <a:gd name="connsiteX3964" fmla="*/ 2735151 w 3419947"/>
                <a:gd name="connsiteY3964" fmla="*/ 885088 h 1840015"/>
                <a:gd name="connsiteX3965" fmla="*/ 2731114 w 3419947"/>
                <a:gd name="connsiteY3965" fmla="*/ 883745 h 1840015"/>
                <a:gd name="connsiteX3966" fmla="*/ 2733805 w 3419947"/>
                <a:gd name="connsiteY3966" fmla="*/ 878372 h 1840015"/>
                <a:gd name="connsiteX3967" fmla="*/ 2729769 w 3419947"/>
                <a:gd name="connsiteY3967" fmla="*/ 875686 h 1840015"/>
                <a:gd name="connsiteX3968" fmla="*/ 2727078 w 3419947"/>
                <a:gd name="connsiteY3968" fmla="*/ 879715 h 1840015"/>
                <a:gd name="connsiteX3969" fmla="*/ 2723042 w 3419947"/>
                <a:gd name="connsiteY3969" fmla="*/ 879715 h 1840015"/>
                <a:gd name="connsiteX3970" fmla="*/ 2719006 w 3419947"/>
                <a:gd name="connsiteY3970" fmla="*/ 879715 h 1840015"/>
                <a:gd name="connsiteX3971" fmla="*/ 2713624 w 3419947"/>
                <a:gd name="connsiteY3971" fmla="*/ 883745 h 1840015"/>
                <a:gd name="connsiteX3972" fmla="*/ 2708243 w 3419947"/>
                <a:gd name="connsiteY3972" fmla="*/ 883745 h 1840015"/>
                <a:gd name="connsiteX3973" fmla="*/ 2700171 w 3419947"/>
                <a:gd name="connsiteY3973" fmla="*/ 887774 h 1840015"/>
                <a:gd name="connsiteX3974" fmla="*/ 2692099 w 3419947"/>
                <a:gd name="connsiteY3974" fmla="*/ 887774 h 1840015"/>
                <a:gd name="connsiteX3975" fmla="*/ 2682681 w 3419947"/>
                <a:gd name="connsiteY3975" fmla="*/ 894489 h 1840015"/>
                <a:gd name="connsiteX3976" fmla="*/ 2677299 w 3419947"/>
                <a:gd name="connsiteY3976" fmla="*/ 895832 h 1840015"/>
                <a:gd name="connsiteX3977" fmla="*/ 2673263 w 3419947"/>
                <a:gd name="connsiteY3977" fmla="*/ 891803 h 1840015"/>
                <a:gd name="connsiteX3978" fmla="*/ 2670572 w 3419947"/>
                <a:gd name="connsiteY3978" fmla="*/ 891803 h 1840015"/>
                <a:gd name="connsiteX3979" fmla="*/ 2669227 w 3419947"/>
                <a:gd name="connsiteY3979" fmla="*/ 897175 h 1840015"/>
                <a:gd name="connsiteX3980" fmla="*/ 2659809 w 3419947"/>
                <a:gd name="connsiteY3980" fmla="*/ 903891 h 1840015"/>
                <a:gd name="connsiteX3981" fmla="*/ 2658464 w 3419947"/>
                <a:gd name="connsiteY3981" fmla="*/ 909263 h 1840015"/>
                <a:gd name="connsiteX3982" fmla="*/ 2653083 w 3419947"/>
                <a:gd name="connsiteY3982" fmla="*/ 913292 h 1840015"/>
                <a:gd name="connsiteX3983" fmla="*/ 2651738 w 3419947"/>
                <a:gd name="connsiteY3983" fmla="*/ 918665 h 1840015"/>
                <a:gd name="connsiteX3984" fmla="*/ 2658464 w 3419947"/>
                <a:gd name="connsiteY3984" fmla="*/ 929409 h 1840015"/>
                <a:gd name="connsiteX3985" fmla="*/ 2657119 w 3419947"/>
                <a:gd name="connsiteY3985" fmla="*/ 938811 h 1840015"/>
                <a:gd name="connsiteX3986" fmla="*/ 2649047 w 3419947"/>
                <a:gd name="connsiteY3986" fmla="*/ 946869 h 1840015"/>
                <a:gd name="connsiteX3987" fmla="*/ 2645011 w 3419947"/>
                <a:gd name="connsiteY3987" fmla="*/ 954928 h 1840015"/>
                <a:gd name="connsiteX3988" fmla="*/ 2646356 w 3419947"/>
                <a:gd name="connsiteY3988" fmla="*/ 961643 h 1840015"/>
                <a:gd name="connsiteX3989" fmla="*/ 2646356 w 3419947"/>
                <a:gd name="connsiteY3989" fmla="*/ 972388 h 1840015"/>
                <a:gd name="connsiteX3990" fmla="*/ 2649047 w 3419947"/>
                <a:gd name="connsiteY3990" fmla="*/ 976417 h 1840015"/>
                <a:gd name="connsiteX3991" fmla="*/ 2649047 w 3419947"/>
                <a:gd name="connsiteY3991" fmla="*/ 981789 h 1840015"/>
                <a:gd name="connsiteX3992" fmla="*/ 2646356 w 3419947"/>
                <a:gd name="connsiteY3992" fmla="*/ 981789 h 1840015"/>
                <a:gd name="connsiteX3993" fmla="*/ 2643665 w 3419947"/>
                <a:gd name="connsiteY3993" fmla="*/ 984475 h 1840015"/>
                <a:gd name="connsiteX3994" fmla="*/ 2643665 w 3419947"/>
                <a:gd name="connsiteY3994" fmla="*/ 989848 h 1840015"/>
                <a:gd name="connsiteX3995" fmla="*/ 2640975 w 3419947"/>
                <a:gd name="connsiteY3995" fmla="*/ 992534 h 1840015"/>
                <a:gd name="connsiteX3996" fmla="*/ 2643665 w 3419947"/>
                <a:gd name="connsiteY3996" fmla="*/ 1001935 h 1840015"/>
                <a:gd name="connsiteX3997" fmla="*/ 2638284 w 3419947"/>
                <a:gd name="connsiteY3997" fmla="*/ 1005965 h 1840015"/>
                <a:gd name="connsiteX3998" fmla="*/ 2636938 w 3419947"/>
                <a:gd name="connsiteY3998" fmla="*/ 1012680 h 1840015"/>
                <a:gd name="connsiteX3999" fmla="*/ 2630211 w 3419947"/>
                <a:gd name="connsiteY3999" fmla="*/ 1020738 h 1840015"/>
                <a:gd name="connsiteX4000" fmla="*/ 2631557 w 3419947"/>
                <a:gd name="connsiteY4000" fmla="*/ 1026111 h 1840015"/>
                <a:gd name="connsiteX4001" fmla="*/ 2627521 w 3419947"/>
                <a:gd name="connsiteY4001" fmla="*/ 1028797 h 1840015"/>
                <a:gd name="connsiteX4002" fmla="*/ 2626175 w 3419947"/>
                <a:gd name="connsiteY4002" fmla="*/ 1038199 h 1840015"/>
                <a:gd name="connsiteX4003" fmla="*/ 2622139 w 3419947"/>
                <a:gd name="connsiteY4003" fmla="*/ 1038199 h 1840015"/>
                <a:gd name="connsiteX4004" fmla="*/ 2619448 w 3419947"/>
                <a:gd name="connsiteY4004" fmla="*/ 1050286 h 1840015"/>
                <a:gd name="connsiteX4005" fmla="*/ 2619448 w 3419947"/>
                <a:gd name="connsiteY4005" fmla="*/ 1059688 h 1840015"/>
                <a:gd name="connsiteX4006" fmla="*/ 2618103 w 3419947"/>
                <a:gd name="connsiteY4006" fmla="*/ 1062374 h 1840015"/>
                <a:gd name="connsiteX4007" fmla="*/ 2620794 w 3419947"/>
                <a:gd name="connsiteY4007" fmla="*/ 1067746 h 1840015"/>
                <a:gd name="connsiteX4008" fmla="*/ 2616757 w 3419947"/>
                <a:gd name="connsiteY4008" fmla="*/ 1073119 h 1840015"/>
                <a:gd name="connsiteX4009" fmla="*/ 2615412 w 3419947"/>
                <a:gd name="connsiteY4009" fmla="*/ 1078491 h 1840015"/>
                <a:gd name="connsiteX4010" fmla="*/ 2610030 w 3419947"/>
                <a:gd name="connsiteY4010" fmla="*/ 1086549 h 1840015"/>
                <a:gd name="connsiteX4011" fmla="*/ 2610030 w 3419947"/>
                <a:gd name="connsiteY4011" fmla="*/ 1089235 h 1840015"/>
                <a:gd name="connsiteX4012" fmla="*/ 2607340 w 3419947"/>
                <a:gd name="connsiteY4012" fmla="*/ 1090579 h 1840015"/>
                <a:gd name="connsiteX4013" fmla="*/ 2607340 w 3419947"/>
                <a:gd name="connsiteY4013" fmla="*/ 1097294 h 1840015"/>
                <a:gd name="connsiteX4014" fmla="*/ 2599267 w 3419947"/>
                <a:gd name="connsiteY4014" fmla="*/ 1104009 h 1840015"/>
                <a:gd name="connsiteX4015" fmla="*/ 2599267 w 3419947"/>
                <a:gd name="connsiteY4015" fmla="*/ 1112068 h 1840015"/>
                <a:gd name="connsiteX4016" fmla="*/ 2592541 w 3419947"/>
                <a:gd name="connsiteY4016" fmla="*/ 1118783 h 1840015"/>
                <a:gd name="connsiteX4017" fmla="*/ 2592541 w 3419947"/>
                <a:gd name="connsiteY4017" fmla="*/ 1122812 h 1840015"/>
                <a:gd name="connsiteX4018" fmla="*/ 2587160 w 3419947"/>
                <a:gd name="connsiteY4018" fmla="*/ 1130871 h 1840015"/>
                <a:gd name="connsiteX4019" fmla="*/ 2585814 w 3419947"/>
                <a:gd name="connsiteY4019" fmla="*/ 1136243 h 1840015"/>
                <a:gd name="connsiteX4020" fmla="*/ 2583123 w 3419947"/>
                <a:gd name="connsiteY4020" fmla="*/ 1140272 h 1840015"/>
                <a:gd name="connsiteX4021" fmla="*/ 2585814 w 3419947"/>
                <a:gd name="connsiteY4021" fmla="*/ 1145645 h 1840015"/>
                <a:gd name="connsiteX4022" fmla="*/ 2591196 w 3419947"/>
                <a:gd name="connsiteY4022" fmla="*/ 1148331 h 1840015"/>
                <a:gd name="connsiteX4023" fmla="*/ 2596577 w 3419947"/>
                <a:gd name="connsiteY4023" fmla="*/ 1146988 h 1840015"/>
                <a:gd name="connsiteX4024" fmla="*/ 2600613 w 3419947"/>
                <a:gd name="connsiteY4024" fmla="*/ 1151017 h 1840015"/>
                <a:gd name="connsiteX4025" fmla="*/ 2605994 w 3419947"/>
                <a:gd name="connsiteY4025" fmla="*/ 1151017 h 1840015"/>
                <a:gd name="connsiteX4026" fmla="*/ 2612721 w 3419947"/>
                <a:gd name="connsiteY4026" fmla="*/ 1146988 h 1840015"/>
                <a:gd name="connsiteX4027" fmla="*/ 2616757 w 3419947"/>
                <a:gd name="connsiteY4027" fmla="*/ 1145645 h 1840015"/>
                <a:gd name="connsiteX4028" fmla="*/ 2620794 w 3419947"/>
                <a:gd name="connsiteY4028" fmla="*/ 1142959 h 1840015"/>
                <a:gd name="connsiteX4029" fmla="*/ 2623484 w 3419947"/>
                <a:gd name="connsiteY4029" fmla="*/ 1142959 h 1840015"/>
                <a:gd name="connsiteX4030" fmla="*/ 2628866 w 3419947"/>
                <a:gd name="connsiteY4030" fmla="*/ 1141615 h 1840015"/>
                <a:gd name="connsiteX4031" fmla="*/ 2628866 w 3419947"/>
                <a:gd name="connsiteY4031" fmla="*/ 1155046 h 1840015"/>
                <a:gd name="connsiteX4032" fmla="*/ 2634248 w 3419947"/>
                <a:gd name="connsiteY4032" fmla="*/ 1163105 h 1840015"/>
                <a:gd name="connsiteX4033" fmla="*/ 2636938 w 3419947"/>
                <a:gd name="connsiteY4033" fmla="*/ 1171163 h 1840015"/>
                <a:gd name="connsiteX4034" fmla="*/ 2635593 w 3419947"/>
                <a:gd name="connsiteY4034" fmla="*/ 1177879 h 1840015"/>
                <a:gd name="connsiteX4035" fmla="*/ 2642320 w 3419947"/>
                <a:gd name="connsiteY4035" fmla="*/ 1183251 h 1840015"/>
                <a:gd name="connsiteX4036" fmla="*/ 2646356 w 3419947"/>
                <a:gd name="connsiteY4036" fmla="*/ 1179222 h 1840015"/>
                <a:gd name="connsiteX4037" fmla="*/ 2647702 w 3419947"/>
                <a:gd name="connsiteY4037" fmla="*/ 1179222 h 1840015"/>
                <a:gd name="connsiteX4038" fmla="*/ 2650392 w 3419947"/>
                <a:gd name="connsiteY4038" fmla="*/ 1176535 h 1840015"/>
                <a:gd name="connsiteX4039" fmla="*/ 2653083 w 3419947"/>
                <a:gd name="connsiteY4039" fmla="*/ 1171163 h 1840015"/>
                <a:gd name="connsiteX4040" fmla="*/ 2657119 w 3419947"/>
                <a:gd name="connsiteY4040" fmla="*/ 1169820 h 1840015"/>
                <a:gd name="connsiteX4041" fmla="*/ 2659809 w 3419947"/>
                <a:gd name="connsiteY4041" fmla="*/ 1172506 h 1840015"/>
                <a:gd name="connsiteX4042" fmla="*/ 2662500 w 3419947"/>
                <a:gd name="connsiteY4042" fmla="*/ 1169820 h 1840015"/>
                <a:gd name="connsiteX4043" fmla="*/ 2667882 w 3419947"/>
                <a:gd name="connsiteY4043" fmla="*/ 1171163 h 1840015"/>
                <a:gd name="connsiteX4044" fmla="*/ 2665191 w 3419947"/>
                <a:gd name="connsiteY4044" fmla="*/ 1173849 h 1840015"/>
                <a:gd name="connsiteX4045" fmla="*/ 2662500 w 3419947"/>
                <a:gd name="connsiteY4045" fmla="*/ 1177879 h 1840015"/>
                <a:gd name="connsiteX4046" fmla="*/ 2662500 w 3419947"/>
                <a:gd name="connsiteY4046" fmla="*/ 1185937 h 1840015"/>
                <a:gd name="connsiteX4047" fmla="*/ 2659809 w 3419947"/>
                <a:gd name="connsiteY4047" fmla="*/ 1185937 h 1840015"/>
                <a:gd name="connsiteX4048" fmla="*/ 2655773 w 3419947"/>
                <a:gd name="connsiteY4048" fmla="*/ 1189966 h 1840015"/>
                <a:gd name="connsiteX4049" fmla="*/ 2657119 w 3419947"/>
                <a:gd name="connsiteY4049" fmla="*/ 1192652 h 1840015"/>
                <a:gd name="connsiteX4050" fmla="*/ 2669227 w 3419947"/>
                <a:gd name="connsiteY4050" fmla="*/ 1191309 h 1840015"/>
                <a:gd name="connsiteX4051" fmla="*/ 2675954 w 3419947"/>
                <a:gd name="connsiteY4051" fmla="*/ 1187280 h 1840015"/>
                <a:gd name="connsiteX4052" fmla="*/ 2678645 w 3419947"/>
                <a:gd name="connsiteY4052" fmla="*/ 1179222 h 1840015"/>
                <a:gd name="connsiteX4053" fmla="*/ 2677299 w 3419947"/>
                <a:gd name="connsiteY4053" fmla="*/ 1173849 h 1840015"/>
                <a:gd name="connsiteX4054" fmla="*/ 2679990 w 3419947"/>
                <a:gd name="connsiteY4054" fmla="*/ 1169820 h 1840015"/>
                <a:gd name="connsiteX4055" fmla="*/ 2682681 w 3419947"/>
                <a:gd name="connsiteY4055" fmla="*/ 1176535 h 1840015"/>
                <a:gd name="connsiteX4056" fmla="*/ 2681336 w 3419947"/>
                <a:gd name="connsiteY4056" fmla="*/ 1183251 h 1840015"/>
                <a:gd name="connsiteX4057" fmla="*/ 2681336 w 3419947"/>
                <a:gd name="connsiteY4057" fmla="*/ 1189966 h 1840015"/>
                <a:gd name="connsiteX4058" fmla="*/ 2684026 w 3419947"/>
                <a:gd name="connsiteY4058" fmla="*/ 1187280 h 1840015"/>
                <a:gd name="connsiteX4059" fmla="*/ 2686717 w 3419947"/>
                <a:gd name="connsiteY4059" fmla="*/ 1180565 h 1840015"/>
                <a:gd name="connsiteX4060" fmla="*/ 2684026 w 3419947"/>
                <a:gd name="connsiteY4060" fmla="*/ 1171163 h 1840015"/>
                <a:gd name="connsiteX4061" fmla="*/ 2686717 w 3419947"/>
                <a:gd name="connsiteY4061" fmla="*/ 1167134 h 1840015"/>
                <a:gd name="connsiteX4062" fmla="*/ 2682681 w 3419947"/>
                <a:gd name="connsiteY4062" fmla="*/ 1161762 h 1840015"/>
                <a:gd name="connsiteX4063" fmla="*/ 2679990 w 3419947"/>
                <a:gd name="connsiteY4063" fmla="*/ 1152360 h 1840015"/>
                <a:gd name="connsiteX4064" fmla="*/ 2685372 w 3419947"/>
                <a:gd name="connsiteY4064" fmla="*/ 1152360 h 1840015"/>
                <a:gd name="connsiteX4065" fmla="*/ 2690753 w 3419947"/>
                <a:gd name="connsiteY4065" fmla="*/ 1155046 h 1840015"/>
                <a:gd name="connsiteX4066" fmla="*/ 2690753 w 3419947"/>
                <a:gd name="connsiteY4066" fmla="*/ 1157732 h 1840015"/>
                <a:gd name="connsiteX4067" fmla="*/ 2693444 w 3419947"/>
                <a:gd name="connsiteY4067" fmla="*/ 1160419 h 1840015"/>
                <a:gd name="connsiteX4068" fmla="*/ 2696135 w 3419947"/>
                <a:gd name="connsiteY4068" fmla="*/ 1160419 h 1840015"/>
                <a:gd name="connsiteX4069" fmla="*/ 2698826 w 3419947"/>
                <a:gd name="connsiteY4069" fmla="*/ 1157732 h 1840015"/>
                <a:gd name="connsiteX4070" fmla="*/ 2704207 w 3419947"/>
                <a:gd name="connsiteY4070" fmla="*/ 1157732 h 1840015"/>
                <a:gd name="connsiteX4071" fmla="*/ 2709589 w 3419947"/>
                <a:gd name="connsiteY4071" fmla="*/ 1153703 h 1840015"/>
                <a:gd name="connsiteX4072" fmla="*/ 2714970 w 3419947"/>
                <a:gd name="connsiteY4072" fmla="*/ 1159075 h 1840015"/>
                <a:gd name="connsiteX4073" fmla="*/ 2720351 w 3419947"/>
                <a:gd name="connsiteY4073" fmla="*/ 1159075 h 1840015"/>
                <a:gd name="connsiteX4074" fmla="*/ 2724387 w 3419947"/>
                <a:gd name="connsiteY4074" fmla="*/ 1161762 h 1840015"/>
                <a:gd name="connsiteX4075" fmla="*/ 2727078 w 3419947"/>
                <a:gd name="connsiteY4075" fmla="*/ 1168477 h 1840015"/>
                <a:gd name="connsiteX4076" fmla="*/ 2729769 w 3419947"/>
                <a:gd name="connsiteY4076" fmla="*/ 1171163 h 1840015"/>
                <a:gd name="connsiteX4077" fmla="*/ 2736496 w 3419947"/>
                <a:gd name="connsiteY4077" fmla="*/ 1172506 h 1840015"/>
                <a:gd name="connsiteX4078" fmla="*/ 2739187 w 3419947"/>
                <a:gd name="connsiteY4078" fmla="*/ 1176535 h 1840015"/>
                <a:gd name="connsiteX4079" fmla="*/ 2749950 w 3419947"/>
                <a:gd name="connsiteY4079" fmla="*/ 1180565 h 1840015"/>
                <a:gd name="connsiteX4080" fmla="*/ 2751295 w 3419947"/>
                <a:gd name="connsiteY4080" fmla="*/ 1183251 h 1840015"/>
                <a:gd name="connsiteX4081" fmla="*/ 2755332 w 3419947"/>
                <a:gd name="connsiteY4081" fmla="*/ 1184594 h 1840015"/>
                <a:gd name="connsiteX4082" fmla="*/ 2758022 w 3419947"/>
                <a:gd name="connsiteY4082" fmla="*/ 1188623 h 1840015"/>
                <a:gd name="connsiteX4083" fmla="*/ 2760713 w 3419947"/>
                <a:gd name="connsiteY4083" fmla="*/ 1188623 h 1840015"/>
                <a:gd name="connsiteX4084" fmla="*/ 2764749 w 3419947"/>
                <a:gd name="connsiteY4084" fmla="*/ 1196682 h 1840015"/>
                <a:gd name="connsiteX4085" fmla="*/ 2762059 w 3419947"/>
                <a:gd name="connsiteY4085" fmla="*/ 1200711 h 1840015"/>
                <a:gd name="connsiteX4086" fmla="*/ 2762059 w 3419947"/>
                <a:gd name="connsiteY4086" fmla="*/ 1204740 h 1840015"/>
                <a:gd name="connsiteX4087" fmla="*/ 2758022 w 3419947"/>
                <a:gd name="connsiteY4087" fmla="*/ 1207426 h 1840015"/>
                <a:gd name="connsiteX4088" fmla="*/ 2763404 w 3419947"/>
                <a:gd name="connsiteY4088" fmla="*/ 1212799 h 1840015"/>
                <a:gd name="connsiteX4089" fmla="*/ 2767440 w 3419947"/>
                <a:gd name="connsiteY4089" fmla="*/ 1212799 h 1840015"/>
                <a:gd name="connsiteX4090" fmla="*/ 2774166 w 3419947"/>
                <a:gd name="connsiteY4090" fmla="*/ 1222200 h 1840015"/>
                <a:gd name="connsiteX4091" fmla="*/ 2774166 w 3419947"/>
                <a:gd name="connsiteY4091" fmla="*/ 1226229 h 1840015"/>
                <a:gd name="connsiteX4092" fmla="*/ 2771476 w 3419947"/>
                <a:gd name="connsiteY4092" fmla="*/ 1230259 h 1840015"/>
                <a:gd name="connsiteX4093" fmla="*/ 2771476 w 3419947"/>
                <a:gd name="connsiteY4093" fmla="*/ 1235631 h 1840015"/>
                <a:gd name="connsiteX4094" fmla="*/ 2776857 w 3419947"/>
                <a:gd name="connsiteY4094" fmla="*/ 1239660 h 1840015"/>
                <a:gd name="connsiteX4095" fmla="*/ 2780893 w 3419947"/>
                <a:gd name="connsiteY4095" fmla="*/ 1241003 h 1840015"/>
                <a:gd name="connsiteX4096" fmla="*/ 2783584 w 3419947"/>
                <a:gd name="connsiteY4096" fmla="*/ 1238317 h 1840015"/>
                <a:gd name="connsiteX4097" fmla="*/ 2784929 w 3419947"/>
                <a:gd name="connsiteY4097" fmla="*/ 1242346 h 1840015"/>
                <a:gd name="connsiteX4098" fmla="*/ 2782239 w 3419947"/>
                <a:gd name="connsiteY4098" fmla="*/ 1245032 h 1840015"/>
                <a:gd name="connsiteX4099" fmla="*/ 2783584 w 3419947"/>
                <a:gd name="connsiteY4099" fmla="*/ 1251748 h 1840015"/>
                <a:gd name="connsiteX4100" fmla="*/ 2787620 w 3419947"/>
                <a:gd name="connsiteY4100" fmla="*/ 1255777 h 1840015"/>
                <a:gd name="connsiteX4101" fmla="*/ 2784929 w 3419947"/>
                <a:gd name="connsiteY4101" fmla="*/ 1258463 h 1840015"/>
                <a:gd name="connsiteX4102" fmla="*/ 2784929 w 3419947"/>
                <a:gd name="connsiteY4102" fmla="*/ 1262492 h 1840015"/>
                <a:gd name="connsiteX4103" fmla="*/ 2787620 w 3419947"/>
                <a:gd name="connsiteY4103" fmla="*/ 1266522 h 1840015"/>
                <a:gd name="connsiteX4104" fmla="*/ 2784929 w 3419947"/>
                <a:gd name="connsiteY4104" fmla="*/ 1271894 h 1840015"/>
                <a:gd name="connsiteX4105" fmla="*/ 2787620 w 3419947"/>
                <a:gd name="connsiteY4105" fmla="*/ 1273237 h 1840015"/>
                <a:gd name="connsiteX4106" fmla="*/ 2787620 w 3419947"/>
                <a:gd name="connsiteY4106" fmla="*/ 1277266 h 1840015"/>
                <a:gd name="connsiteX4107" fmla="*/ 2786275 w 3419947"/>
                <a:gd name="connsiteY4107" fmla="*/ 1279952 h 1840015"/>
                <a:gd name="connsiteX4108" fmla="*/ 2788966 w 3419947"/>
                <a:gd name="connsiteY4108" fmla="*/ 1281295 h 1840015"/>
                <a:gd name="connsiteX4109" fmla="*/ 2786275 w 3419947"/>
                <a:gd name="connsiteY4109" fmla="*/ 1285325 h 1840015"/>
                <a:gd name="connsiteX4110" fmla="*/ 2790311 w 3419947"/>
                <a:gd name="connsiteY4110" fmla="*/ 1297412 h 1840015"/>
                <a:gd name="connsiteX4111" fmla="*/ 2788966 w 3419947"/>
                <a:gd name="connsiteY4111" fmla="*/ 1301442 h 1840015"/>
                <a:gd name="connsiteX4112" fmla="*/ 2790311 w 3419947"/>
                <a:gd name="connsiteY4112" fmla="*/ 1310843 h 1840015"/>
                <a:gd name="connsiteX4113" fmla="*/ 2791656 w 3419947"/>
                <a:gd name="connsiteY4113" fmla="*/ 1314872 h 1840015"/>
                <a:gd name="connsiteX4114" fmla="*/ 2791656 w 3419947"/>
                <a:gd name="connsiteY4114" fmla="*/ 1318902 h 1840015"/>
                <a:gd name="connsiteX4115" fmla="*/ 2797038 w 3419947"/>
                <a:gd name="connsiteY4115" fmla="*/ 1336362 h 1840015"/>
                <a:gd name="connsiteX4116" fmla="*/ 2801074 w 3419947"/>
                <a:gd name="connsiteY4116" fmla="*/ 1337705 h 1840015"/>
                <a:gd name="connsiteX4117" fmla="*/ 2805110 w 3419947"/>
                <a:gd name="connsiteY4117" fmla="*/ 1335019 h 1840015"/>
                <a:gd name="connsiteX4118" fmla="*/ 2805110 w 3419947"/>
                <a:gd name="connsiteY4118" fmla="*/ 1337705 h 1840015"/>
                <a:gd name="connsiteX4119" fmla="*/ 2801074 w 3419947"/>
                <a:gd name="connsiteY4119" fmla="*/ 1344420 h 1840015"/>
                <a:gd name="connsiteX4120" fmla="*/ 2798383 w 3419947"/>
                <a:gd name="connsiteY4120" fmla="*/ 1347106 h 1840015"/>
                <a:gd name="connsiteX4121" fmla="*/ 2801074 w 3419947"/>
                <a:gd name="connsiteY4121" fmla="*/ 1351135 h 1840015"/>
                <a:gd name="connsiteX4122" fmla="*/ 2803765 w 3419947"/>
                <a:gd name="connsiteY4122" fmla="*/ 1351135 h 1840015"/>
                <a:gd name="connsiteX4123" fmla="*/ 2810492 w 3419947"/>
                <a:gd name="connsiteY4123" fmla="*/ 1359194 h 1840015"/>
                <a:gd name="connsiteX4124" fmla="*/ 2810492 w 3419947"/>
                <a:gd name="connsiteY4124" fmla="*/ 1368595 h 1840015"/>
                <a:gd name="connsiteX4125" fmla="*/ 2811837 w 3419947"/>
                <a:gd name="connsiteY4125" fmla="*/ 1372625 h 1840015"/>
                <a:gd name="connsiteX4126" fmla="*/ 2811837 w 3419947"/>
                <a:gd name="connsiteY4126" fmla="*/ 1375311 h 1840015"/>
                <a:gd name="connsiteX4127" fmla="*/ 2813183 w 3419947"/>
                <a:gd name="connsiteY4127" fmla="*/ 1387398 h 1840015"/>
                <a:gd name="connsiteX4128" fmla="*/ 2817219 w 3419947"/>
                <a:gd name="connsiteY4128" fmla="*/ 1387398 h 1840015"/>
                <a:gd name="connsiteX4129" fmla="*/ 2817219 w 3419947"/>
                <a:gd name="connsiteY4129" fmla="*/ 1392771 h 1840015"/>
                <a:gd name="connsiteX4130" fmla="*/ 2815874 w 3419947"/>
                <a:gd name="connsiteY4130" fmla="*/ 1394114 h 1840015"/>
                <a:gd name="connsiteX4131" fmla="*/ 2815874 w 3419947"/>
                <a:gd name="connsiteY4131" fmla="*/ 1402172 h 1840015"/>
                <a:gd name="connsiteX4132" fmla="*/ 2818564 w 3419947"/>
                <a:gd name="connsiteY4132" fmla="*/ 1407545 h 1840015"/>
                <a:gd name="connsiteX4133" fmla="*/ 2818564 w 3419947"/>
                <a:gd name="connsiteY4133" fmla="*/ 1414260 h 1840015"/>
                <a:gd name="connsiteX4134" fmla="*/ 2811837 w 3419947"/>
                <a:gd name="connsiteY4134" fmla="*/ 1422319 h 1840015"/>
                <a:gd name="connsiteX4135" fmla="*/ 2811837 w 3419947"/>
                <a:gd name="connsiteY4135" fmla="*/ 1430377 h 1840015"/>
                <a:gd name="connsiteX4136" fmla="*/ 2809147 w 3419947"/>
                <a:gd name="connsiteY4136" fmla="*/ 1438435 h 1840015"/>
                <a:gd name="connsiteX4137" fmla="*/ 2810492 w 3419947"/>
                <a:gd name="connsiteY4137" fmla="*/ 1446494 h 1840015"/>
                <a:gd name="connsiteX4138" fmla="*/ 2811837 w 3419947"/>
                <a:gd name="connsiteY4138" fmla="*/ 1447837 h 1840015"/>
                <a:gd name="connsiteX4139" fmla="*/ 2811837 w 3419947"/>
                <a:gd name="connsiteY4139" fmla="*/ 1455895 h 1840015"/>
                <a:gd name="connsiteX4140" fmla="*/ 2806456 w 3419947"/>
                <a:gd name="connsiteY4140" fmla="*/ 1461268 h 1840015"/>
                <a:gd name="connsiteX4141" fmla="*/ 2806456 w 3419947"/>
                <a:gd name="connsiteY4141" fmla="*/ 1467983 h 1840015"/>
                <a:gd name="connsiteX4142" fmla="*/ 2802420 w 3419947"/>
                <a:gd name="connsiteY4142" fmla="*/ 1476042 h 1840015"/>
                <a:gd name="connsiteX4143" fmla="*/ 2805110 w 3419947"/>
                <a:gd name="connsiteY4143" fmla="*/ 1476042 h 1840015"/>
                <a:gd name="connsiteX4144" fmla="*/ 2805110 w 3419947"/>
                <a:gd name="connsiteY4144" fmla="*/ 1480071 h 1840015"/>
                <a:gd name="connsiteX4145" fmla="*/ 2801074 w 3419947"/>
                <a:gd name="connsiteY4145" fmla="*/ 1485443 h 1840015"/>
                <a:gd name="connsiteX4146" fmla="*/ 2803765 w 3419947"/>
                <a:gd name="connsiteY4146" fmla="*/ 1497531 h 1840015"/>
                <a:gd name="connsiteX4147" fmla="*/ 2798383 w 3419947"/>
                <a:gd name="connsiteY4147" fmla="*/ 1502903 h 1840015"/>
                <a:gd name="connsiteX4148" fmla="*/ 2799729 w 3419947"/>
                <a:gd name="connsiteY4148" fmla="*/ 1509619 h 1840015"/>
                <a:gd name="connsiteX4149" fmla="*/ 2802420 w 3419947"/>
                <a:gd name="connsiteY4149" fmla="*/ 1510962 h 1840015"/>
                <a:gd name="connsiteX4150" fmla="*/ 2802420 w 3419947"/>
                <a:gd name="connsiteY4150" fmla="*/ 1516334 h 1840015"/>
                <a:gd name="connsiteX4151" fmla="*/ 2795693 w 3419947"/>
                <a:gd name="connsiteY4151" fmla="*/ 1524392 h 1840015"/>
                <a:gd name="connsiteX4152" fmla="*/ 2794347 w 3419947"/>
                <a:gd name="connsiteY4152" fmla="*/ 1529765 h 1840015"/>
                <a:gd name="connsiteX4153" fmla="*/ 2788966 w 3419947"/>
                <a:gd name="connsiteY4153" fmla="*/ 1535137 h 1840015"/>
                <a:gd name="connsiteX4154" fmla="*/ 2788966 w 3419947"/>
                <a:gd name="connsiteY4154" fmla="*/ 1540509 h 1840015"/>
                <a:gd name="connsiteX4155" fmla="*/ 2783584 w 3419947"/>
                <a:gd name="connsiteY4155" fmla="*/ 1547225 h 1840015"/>
                <a:gd name="connsiteX4156" fmla="*/ 2778202 w 3419947"/>
                <a:gd name="connsiteY4156" fmla="*/ 1568714 h 1840015"/>
                <a:gd name="connsiteX4157" fmla="*/ 2775512 w 3419947"/>
                <a:gd name="connsiteY4157" fmla="*/ 1570057 h 1840015"/>
                <a:gd name="connsiteX4158" fmla="*/ 2774166 w 3419947"/>
                <a:gd name="connsiteY4158" fmla="*/ 1575429 h 1840015"/>
                <a:gd name="connsiteX4159" fmla="*/ 2776857 w 3419947"/>
                <a:gd name="connsiteY4159" fmla="*/ 1576772 h 1840015"/>
                <a:gd name="connsiteX4160" fmla="*/ 2775512 w 3419947"/>
                <a:gd name="connsiteY4160" fmla="*/ 1579459 h 1840015"/>
                <a:gd name="connsiteX4161" fmla="*/ 2768785 w 3419947"/>
                <a:gd name="connsiteY4161" fmla="*/ 1584831 h 1840015"/>
                <a:gd name="connsiteX4162" fmla="*/ 2768785 w 3419947"/>
                <a:gd name="connsiteY4162" fmla="*/ 1590203 h 1840015"/>
                <a:gd name="connsiteX4163" fmla="*/ 2764749 w 3419947"/>
                <a:gd name="connsiteY4163" fmla="*/ 1592889 h 1840015"/>
                <a:gd name="connsiteX4164" fmla="*/ 2764749 w 3419947"/>
                <a:gd name="connsiteY4164" fmla="*/ 1600948 h 1840015"/>
                <a:gd name="connsiteX4165" fmla="*/ 2756677 w 3419947"/>
                <a:gd name="connsiteY4165" fmla="*/ 1596919 h 1840015"/>
                <a:gd name="connsiteX4166" fmla="*/ 2759368 w 3419947"/>
                <a:gd name="connsiteY4166" fmla="*/ 1602291 h 1840015"/>
                <a:gd name="connsiteX4167" fmla="*/ 2752641 w 3419947"/>
                <a:gd name="connsiteY4167" fmla="*/ 1610349 h 1840015"/>
                <a:gd name="connsiteX4168" fmla="*/ 2752641 w 3419947"/>
                <a:gd name="connsiteY4168" fmla="*/ 1609006 h 1840015"/>
                <a:gd name="connsiteX4169" fmla="*/ 2748605 w 3419947"/>
                <a:gd name="connsiteY4169" fmla="*/ 1607663 h 1840015"/>
                <a:gd name="connsiteX4170" fmla="*/ 2751295 w 3419947"/>
                <a:gd name="connsiteY4170" fmla="*/ 1613035 h 1840015"/>
                <a:gd name="connsiteX4171" fmla="*/ 2751295 w 3419947"/>
                <a:gd name="connsiteY4171" fmla="*/ 1618408 h 1840015"/>
                <a:gd name="connsiteX4172" fmla="*/ 2744568 w 3419947"/>
                <a:gd name="connsiteY4172" fmla="*/ 1621094 h 1840015"/>
                <a:gd name="connsiteX4173" fmla="*/ 2745914 w 3419947"/>
                <a:gd name="connsiteY4173" fmla="*/ 1623780 h 1840015"/>
                <a:gd name="connsiteX4174" fmla="*/ 2737841 w 3419947"/>
                <a:gd name="connsiteY4174" fmla="*/ 1634525 h 1840015"/>
                <a:gd name="connsiteX4175" fmla="*/ 2733805 w 3419947"/>
                <a:gd name="connsiteY4175" fmla="*/ 1641240 h 1840015"/>
                <a:gd name="connsiteX4176" fmla="*/ 2729769 w 3419947"/>
                <a:gd name="connsiteY4176" fmla="*/ 1641240 h 1840015"/>
                <a:gd name="connsiteX4177" fmla="*/ 2728424 w 3419947"/>
                <a:gd name="connsiteY4177" fmla="*/ 1645269 h 1840015"/>
                <a:gd name="connsiteX4178" fmla="*/ 2721697 w 3419947"/>
                <a:gd name="connsiteY4178" fmla="*/ 1646612 h 1840015"/>
                <a:gd name="connsiteX4179" fmla="*/ 2716315 w 3419947"/>
                <a:gd name="connsiteY4179" fmla="*/ 1651985 h 1840015"/>
                <a:gd name="connsiteX4180" fmla="*/ 2713624 w 3419947"/>
                <a:gd name="connsiteY4180" fmla="*/ 1649298 h 1840015"/>
                <a:gd name="connsiteX4181" fmla="*/ 2710934 w 3419947"/>
                <a:gd name="connsiteY4181" fmla="*/ 1651985 h 1840015"/>
                <a:gd name="connsiteX4182" fmla="*/ 2702862 w 3419947"/>
                <a:gd name="connsiteY4182" fmla="*/ 1646612 h 1840015"/>
                <a:gd name="connsiteX4183" fmla="*/ 2694790 w 3419947"/>
                <a:gd name="connsiteY4183" fmla="*/ 1643926 h 1840015"/>
                <a:gd name="connsiteX4184" fmla="*/ 2694790 w 3419947"/>
                <a:gd name="connsiteY4184" fmla="*/ 1634525 h 1840015"/>
                <a:gd name="connsiteX4185" fmla="*/ 2692099 w 3419947"/>
                <a:gd name="connsiteY4185" fmla="*/ 1631839 h 1840015"/>
                <a:gd name="connsiteX4186" fmla="*/ 2685372 w 3419947"/>
                <a:gd name="connsiteY4186" fmla="*/ 1634525 h 1840015"/>
                <a:gd name="connsiteX4187" fmla="*/ 2679990 w 3419947"/>
                <a:gd name="connsiteY4187" fmla="*/ 1630495 h 1840015"/>
                <a:gd name="connsiteX4188" fmla="*/ 2678645 w 3419947"/>
                <a:gd name="connsiteY4188" fmla="*/ 1633182 h 1840015"/>
                <a:gd name="connsiteX4189" fmla="*/ 2678645 w 3419947"/>
                <a:gd name="connsiteY4189" fmla="*/ 1638554 h 1840015"/>
                <a:gd name="connsiteX4190" fmla="*/ 2674609 w 3419947"/>
                <a:gd name="connsiteY4190" fmla="*/ 1642583 h 1840015"/>
                <a:gd name="connsiteX4191" fmla="*/ 2674609 w 3419947"/>
                <a:gd name="connsiteY4191" fmla="*/ 1651985 h 1840015"/>
                <a:gd name="connsiteX4192" fmla="*/ 2671918 w 3419947"/>
                <a:gd name="connsiteY4192" fmla="*/ 1654671 h 1840015"/>
                <a:gd name="connsiteX4193" fmla="*/ 2669227 w 3419947"/>
                <a:gd name="connsiteY4193" fmla="*/ 1662729 h 1840015"/>
                <a:gd name="connsiteX4194" fmla="*/ 2666536 w 3419947"/>
                <a:gd name="connsiteY4194" fmla="*/ 1660043 h 1840015"/>
                <a:gd name="connsiteX4195" fmla="*/ 2659809 w 3419947"/>
                <a:gd name="connsiteY4195" fmla="*/ 1661386 h 1840015"/>
                <a:gd name="connsiteX4196" fmla="*/ 2654428 w 3419947"/>
                <a:gd name="connsiteY4196" fmla="*/ 1672131 h 1840015"/>
                <a:gd name="connsiteX4197" fmla="*/ 2654428 w 3419947"/>
                <a:gd name="connsiteY4197" fmla="*/ 1672131 h 1840015"/>
                <a:gd name="connsiteX4198" fmla="*/ 2654428 w 3419947"/>
                <a:gd name="connsiteY4198" fmla="*/ 1672131 h 184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</a:cxnLst>
              <a:rect l="l" t="t" r="r" b="b"/>
              <a:pathLst>
                <a:path w="3419947" h="1840015">
                  <a:moveTo>
                    <a:pt x="2654428" y="1672131"/>
                  </a:moveTo>
                  <a:lnTo>
                    <a:pt x="2654428" y="1672131"/>
                  </a:lnTo>
                  <a:lnTo>
                    <a:pt x="2649047" y="1666759"/>
                  </a:lnTo>
                  <a:lnTo>
                    <a:pt x="2649047" y="1666759"/>
                  </a:lnTo>
                  <a:lnTo>
                    <a:pt x="2650392" y="1664072"/>
                  </a:lnTo>
                  <a:lnTo>
                    <a:pt x="2650392" y="1661386"/>
                  </a:lnTo>
                  <a:lnTo>
                    <a:pt x="2647702" y="1660043"/>
                  </a:lnTo>
                  <a:lnTo>
                    <a:pt x="2646356" y="1656014"/>
                  </a:lnTo>
                  <a:lnTo>
                    <a:pt x="2646356" y="1654671"/>
                  </a:lnTo>
                  <a:lnTo>
                    <a:pt x="2649047" y="1653328"/>
                  </a:lnTo>
                  <a:lnTo>
                    <a:pt x="2655773" y="1654671"/>
                  </a:lnTo>
                  <a:lnTo>
                    <a:pt x="2657119" y="1654671"/>
                  </a:lnTo>
                  <a:lnTo>
                    <a:pt x="2657119" y="1650642"/>
                  </a:lnTo>
                  <a:lnTo>
                    <a:pt x="2655773" y="1647956"/>
                  </a:lnTo>
                  <a:lnTo>
                    <a:pt x="2655773" y="1643926"/>
                  </a:lnTo>
                  <a:lnTo>
                    <a:pt x="2657119" y="1641240"/>
                  </a:lnTo>
                  <a:lnTo>
                    <a:pt x="2657119" y="1635868"/>
                  </a:lnTo>
                  <a:lnTo>
                    <a:pt x="2657119" y="1631839"/>
                  </a:lnTo>
                  <a:lnTo>
                    <a:pt x="2654428" y="1629152"/>
                  </a:lnTo>
                  <a:lnTo>
                    <a:pt x="2654428" y="1619751"/>
                  </a:lnTo>
                  <a:lnTo>
                    <a:pt x="2654428" y="1615722"/>
                  </a:lnTo>
                  <a:lnTo>
                    <a:pt x="2654428" y="1609006"/>
                  </a:lnTo>
                  <a:lnTo>
                    <a:pt x="2654428" y="1603634"/>
                  </a:lnTo>
                  <a:lnTo>
                    <a:pt x="2651738" y="1599605"/>
                  </a:lnTo>
                  <a:lnTo>
                    <a:pt x="2650392" y="1596919"/>
                  </a:lnTo>
                  <a:lnTo>
                    <a:pt x="2649047" y="1592889"/>
                  </a:lnTo>
                  <a:lnTo>
                    <a:pt x="2642320" y="1583488"/>
                  </a:lnTo>
                  <a:lnTo>
                    <a:pt x="2640975" y="1579459"/>
                  </a:lnTo>
                  <a:lnTo>
                    <a:pt x="2642320" y="1576772"/>
                  </a:lnTo>
                  <a:lnTo>
                    <a:pt x="2645011" y="1575429"/>
                  </a:lnTo>
                  <a:lnTo>
                    <a:pt x="2647702" y="1575429"/>
                  </a:lnTo>
                  <a:lnTo>
                    <a:pt x="2650392" y="1572743"/>
                  </a:lnTo>
                  <a:lnTo>
                    <a:pt x="2651738" y="1568714"/>
                  </a:lnTo>
                  <a:lnTo>
                    <a:pt x="2657119" y="1560656"/>
                  </a:lnTo>
                  <a:lnTo>
                    <a:pt x="2659809" y="1560656"/>
                  </a:lnTo>
                  <a:lnTo>
                    <a:pt x="2663845" y="1561998"/>
                  </a:lnTo>
                  <a:lnTo>
                    <a:pt x="2666536" y="1563342"/>
                  </a:lnTo>
                  <a:lnTo>
                    <a:pt x="2682681" y="1566028"/>
                  </a:lnTo>
                  <a:lnTo>
                    <a:pt x="2685372" y="1567371"/>
                  </a:lnTo>
                  <a:lnTo>
                    <a:pt x="2688063" y="1567371"/>
                  </a:lnTo>
                  <a:lnTo>
                    <a:pt x="2690753" y="1564685"/>
                  </a:lnTo>
                  <a:lnTo>
                    <a:pt x="2690753" y="1560656"/>
                  </a:lnTo>
                  <a:lnTo>
                    <a:pt x="2689408" y="1557969"/>
                  </a:lnTo>
                  <a:lnTo>
                    <a:pt x="2689408" y="1555283"/>
                  </a:lnTo>
                  <a:lnTo>
                    <a:pt x="2690753" y="1553940"/>
                  </a:lnTo>
                  <a:lnTo>
                    <a:pt x="2689408" y="1551254"/>
                  </a:lnTo>
                  <a:lnTo>
                    <a:pt x="2689408" y="1548568"/>
                  </a:lnTo>
                  <a:lnTo>
                    <a:pt x="2692099" y="1543195"/>
                  </a:lnTo>
                  <a:lnTo>
                    <a:pt x="2693444" y="1541852"/>
                  </a:lnTo>
                  <a:lnTo>
                    <a:pt x="2692099" y="1537823"/>
                  </a:lnTo>
                  <a:lnTo>
                    <a:pt x="2690753" y="1535137"/>
                  </a:lnTo>
                  <a:lnTo>
                    <a:pt x="2692099" y="1533794"/>
                  </a:lnTo>
                  <a:lnTo>
                    <a:pt x="2696135" y="1532451"/>
                  </a:lnTo>
                  <a:lnTo>
                    <a:pt x="2694790" y="1529765"/>
                  </a:lnTo>
                  <a:lnTo>
                    <a:pt x="2694790" y="1527079"/>
                  </a:lnTo>
                  <a:lnTo>
                    <a:pt x="2693444" y="1524392"/>
                  </a:lnTo>
                  <a:lnTo>
                    <a:pt x="2694790" y="1520363"/>
                  </a:lnTo>
                  <a:lnTo>
                    <a:pt x="2697480" y="1519020"/>
                  </a:lnTo>
                  <a:lnTo>
                    <a:pt x="2697480" y="1517677"/>
                  </a:lnTo>
                  <a:lnTo>
                    <a:pt x="2696135" y="1514991"/>
                  </a:lnTo>
                  <a:lnTo>
                    <a:pt x="2693444" y="1509619"/>
                  </a:lnTo>
                  <a:lnTo>
                    <a:pt x="2693444" y="1504246"/>
                  </a:lnTo>
                  <a:lnTo>
                    <a:pt x="2694790" y="1502903"/>
                  </a:lnTo>
                  <a:lnTo>
                    <a:pt x="2696135" y="1501560"/>
                  </a:lnTo>
                  <a:lnTo>
                    <a:pt x="2696135" y="1500217"/>
                  </a:lnTo>
                  <a:lnTo>
                    <a:pt x="2694790" y="1498874"/>
                  </a:lnTo>
                  <a:lnTo>
                    <a:pt x="2694790" y="1496188"/>
                  </a:lnTo>
                  <a:lnTo>
                    <a:pt x="2692099" y="1494845"/>
                  </a:lnTo>
                  <a:lnTo>
                    <a:pt x="2690753" y="1492159"/>
                  </a:lnTo>
                  <a:lnTo>
                    <a:pt x="2692099" y="1488129"/>
                  </a:lnTo>
                  <a:lnTo>
                    <a:pt x="2692099" y="1484100"/>
                  </a:lnTo>
                  <a:lnTo>
                    <a:pt x="2689408" y="1476042"/>
                  </a:lnTo>
                  <a:lnTo>
                    <a:pt x="2686717" y="1473356"/>
                  </a:lnTo>
                  <a:lnTo>
                    <a:pt x="2686717" y="1470669"/>
                  </a:lnTo>
                  <a:lnTo>
                    <a:pt x="2690753" y="1466640"/>
                  </a:lnTo>
                  <a:lnTo>
                    <a:pt x="2694790" y="1465297"/>
                  </a:lnTo>
                  <a:lnTo>
                    <a:pt x="2696135" y="1463954"/>
                  </a:lnTo>
                  <a:lnTo>
                    <a:pt x="2696135" y="1459925"/>
                  </a:lnTo>
                  <a:lnTo>
                    <a:pt x="2697480" y="1454552"/>
                  </a:lnTo>
                  <a:lnTo>
                    <a:pt x="2694790" y="1453209"/>
                  </a:lnTo>
                  <a:lnTo>
                    <a:pt x="2692099" y="1450523"/>
                  </a:lnTo>
                  <a:lnTo>
                    <a:pt x="2692099" y="1446494"/>
                  </a:lnTo>
                  <a:lnTo>
                    <a:pt x="2688063" y="1441122"/>
                  </a:lnTo>
                  <a:lnTo>
                    <a:pt x="2686717" y="1438435"/>
                  </a:lnTo>
                  <a:lnTo>
                    <a:pt x="2689408" y="1435749"/>
                  </a:lnTo>
                  <a:lnTo>
                    <a:pt x="2686717" y="1430377"/>
                  </a:lnTo>
                  <a:lnTo>
                    <a:pt x="2685372" y="1427691"/>
                  </a:lnTo>
                  <a:lnTo>
                    <a:pt x="2681336" y="1427691"/>
                  </a:lnTo>
                  <a:lnTo>
                    <a:pt x="2678645" y="1425005"/>
                  </a:lnTo>
                  <a:lnTo>
                    <a:pt x="2673263" y="1423662"/>
                  </a:lnTo>
                  <a:lnTo>
                    <a:pt x="2670572" y="1426348"/>
                  </a:lnTo>
                  <a:lnTo>
                    <a:pt x="2666536" y="1426348"/>
                  </a:lnTo>
                  <a:lnTo>
                    <a:pt x="2663845" y="1429034"/>
                  </a:lnTo>
                  <a:lnTo>
                    <a:pt x="2663845" y="1433063"/>
                  </a:lnTo>
                  <a:lnTo>
                    <a:pt x="2661155" y="1434406"/>
                  </a:lnTo>
                  <a:lnTo>
                    <a:pt x="2658464" y="1434406"/>
                  </a:lnTo>
                  <a:lnTo>
                    <a:pt x="2657119" y="1439779"/>
                  </a:lnTo>
                  <a:lnTo>
                    <a:pt x="2649047" y="1439779"/>
                  </a:lnTo>
                  <a:lnTo>
                    <a:pt x="2646356" y="1439779"/>
                  </a:lnTo>
                  <a:lnTo>
                    <a:pt x="2645011" y="1443808"/>
                  </a:lnTo>
                  <a:lnTo>
                    <a:pt x="2645011" y="1447837"/>
                  </a:lnTo>
                  <a:lnTo>
                    <a:pt x="2642320" y="1449180"/>
                  </a:lnTo>
                  <a:lnTo>
                    <a:pt x="2640975" y="1454552"/>
                  </a:lnTo>
                  <a:lnTo>
                    <a:pt x="2640975" y="1457239"/>
                  </a:lnTo>
                  <a:lnTo>
                    <a:pt x="2638284" y="1458582"/>
                  </a:lnTo>
                  <a:lnTo>
                    <a:pt x="2635593" y="1461268"/>
                  </a:lnTo>
                  <a:lnTo>
                    <a:pt x="2628866" y="1462611"/>
                  </a:lnTo>
                  <a:lnTo>
                    <a:pt x="2626175" y="1463954"/>
                  </a:lnTo>
                  <a:lnTo>
                    <a:pt x="2622139" y="1462611"/>
                  </a:lnTo>
                  <a:lnTo>
                    <a:pt x="2619448" y="1465297"/>
                  </a:lnTo>
                  <a:lnTo>
                    <a:pt x="2616757" y="1466640"/>
                  </a:lnTo>
                  <a:lnTo>
                    <a:pt x="2615412" y="1462611"/>
                  </a:lnTo>
                  <a:lnTo>
                    <a:pt x="2612721" y="1459925"/>
                  </a:lnTo>
                  <a:lnTo>
                    <a:pt x="2608685" y="1459925"/>
                  </a:lnTo>
                  <a:lnTo>
                    <a:pt x="2604649" y="1462611"/>
                  </a:lnTo>
                  <a:lnTo>
                    <a:pt x="2600613" y="1463954"/>
                  </a:lnTo>
                  <a:lnTo>
                    <a:pt x="2599267" y="1461268"/>
                  </a:lnTo>
                  <a:lnTo>
                    <a:pt x="2595232" y="1455895"/>
                  </a:lnTo>
                  <a:lnTo>
                    <a:pt x="2592541" y="1454552"/>
                  </a:lnTo>
                  <a:lnTo>
                    <a:pt x="2587160" y="1447837"/>
                  </a:lnTo>
                  <a:lnTo>
                    <a:pt x="2587160" y="1443808"/>
                  </a:lnTo>
                  <a:lnTo>
                    <a:pt x="2588505" y="1442465"/>
                  </a:lnTo>
                  <a:lnTo>
                    <a:pt x="2589850" y="1437092"/>
                  </a:lnTo>
                  <a:lnTo>
                    <a:pt x="2588505" y="1433063"/>
                  </a:lnTo>
                  <a:lnTo>
                    <a:pt x="2587160" y="1429034"/>
                  </a:lnTo>
                  <a:lnTo>
                    <a:pt x="2583123" y="1429034"/>
                  </a:lnTo>
                  <a:lnTo>
                    <a:pt x="2583123" y="1426348"/>
                  </a:lnTo>
                  <a:lnTo>
                    <a:pt x="2583123" y="1422319"/>
                  </a:lnTo>
                  <a:lnTo>
                    <a:pt x="2585814" y="1419632"/>
                  </a:lnTo>
                  <a:lnTo>
                    <a:pt x="2585814" y="1416946"/>
                  </a:lnTo>
                  <a:lnTo>
                    <a:pt x="2583123" y="1415603"/>
                  </a:lnTo>
                  <a:lnTo>
                    <a:pt x="2580433" y="1415603"/>
                  </a:lnTo>
                  <a:lnTo>
                    <a:pt x="2577742" y="1416946"/>
                  </a:lnTo>
                  <a:lnTo>
                    <a:pt x="2575051" y="1416946"/>
                  </a:lnTo>
                  <a:lnTo>
                    <a:pt x="2572360" y="1418289"/>
                  </a:lnTo>
                  <a:lnTo>
                    <a:pt x="2568324" y="1416946"/>
                  </a:lnTo>
                  <a:lnTo>
                    <a:pt x="2565633" y="1415603"/>
                  </a:lnTo>
                  <a:lnTo>
                    <a:pt x="2562942" y="1415603"/>
                  </a:lnTo>
                  <a:lnTo>
                    <a:pt x="2561597" y="1414260"/>
                  </a:lnTo>
                  <a:lnTo>
                    <a:pt x="2556215" y="1411574"/>
                  </a:lnTo>
                  <a:lnTo>
                    <a:pt x="2556215" y="1408888"/>
                  </a:lnTo>
                  <a:lnTo>
                    <a:pt x="2553525" y="1406202"/>
                  </a:lnTo>
                  <a:lnTo>
                    <a:pt x="2552179" y="1406202"/>
                  </a:lnTo>
                  <a:lnTo>
                    <a:pt x="2549488" y="1403516"/>
                  </a:lnTo>
                  <a:lnTo>
                    <a:pt x="2548143" y="1400829"/>
                  </a:lnTo>
                  <a:lnTo>
                    <a:pt x="2545452" y="1400829"/>
                  </a:lnTo>
                  <a:lnTo>
                    <a:pt x="2542762" y="1398143"/>
                  </a:lnTo>
                  <a:lnTo>
                    <a:pt x="2541416" y="1395457"/>
                  </a:lnTo>
                  <a:lnTo>
                    <a:pt x="2538726" y="1394114"/>
                  </a:lnTo>
                  <a:lnTo>
                    <a:pt x="2536035" y="1394114"/>
                  </a:lnTo>
                  <a:lnTo>
                    <a:pt x="2534690" y="1396800"/>
                  </a:lnTo>
                  <a:lnTo>
                    <a:pt x="2531999" y="1395457"/>
                  </a:lnTo>
                  <a:lnTo>
                    <a:pt x="2529308" y="1396800"/>
                  </a:lnTo>
                  <a:lnTo>
                    <a:pt x="2527963" y="1398143"/>
                  </a:lnTo>
                  <a:lnTo>
                    <a:pt x="2525272" y="1396800"/>
                  </a:lnTo>
                  <a:lnTo>
                    <a:pt x="2523927" y="1395457"/>
                  </a:lnTo>
                  <a:lnTo>
                    <a:pt x="2521236" y="1394114"/>
                  </a:lnTo>
                  <a:lnTo>
                    <a:pt x="2515854" y="1394114"/>
                  </a:lnTo>
                  <a:lnTo>
                    <a:pt x="2514509" y="1392771"/>
                  </a:lnTo>
                  <a:lnTo>
                    <a:pt x="2517200" y="1390085"/>
                  </a:lnTo>
                  <a:lnTo>
                    <a:pt x="2517200" y="1388742"/>
                  </a:lnTo>
                  <a:lnTo>
                    <a:pt x="2514509" y="1388742"/>
                  </a:lnTo>
                  <a:lnTo>
                    <a:pt x="2511818" y="1391428"/>
                  </a:lnTo>
                  <a:lnTo>
                    <a:pt x="2506437" y="1390085"/>
                  </a:lnTo>
                  <a:lnTo>
                    <a:pt x="2503746" y="1391428"/>
                  </a:lnTo>
                  <a:lnTo>
                    <a:pt x="2501055" y="1390085"/>
                  </a:lnTo>
                  <a:lnTo>
                    <a:pt x="2498364" y="1391428"/>
                  </a:lnTo>
                  <a:lnTo>
                    <a:pt x="2495673" y="1391428"/>
                  </a:lnTo>
                  <a:lnTo>
                    <a:pt x="2494328" y="1388742"/>
                  </a:lnTo>
                  <a:lnTo>
                    <a:pt x="2490292" y="1387398"/>
                  </a:lnTo>
                  <a:lnTo>
                    <a:pt x="2484910" y="1382026"/>
                  </a:lnTo>
                  <a:lnTo>
                    <a:pt x="2482220" y="1376654"/>
                  </a:lnTo>
                  <a:lnTo>
                    <a:pt x="2482220" y="1372625"/>
                  </a:lnTo>
                  <a:lnTo>
                    <a:pt x="2480875" y="1368595"/>
                  </a:lnTo>
                  <a:lnTo>
                    <a:pt x="2478184" y="1368595"/>
                  </a:lnTo>
                  <a:lnTo>
                    <a:pt x="2475493" y="1367252"/>
                  </a:lnTo>
                  <a:lnTo>
                    <a:pt x="2475493" y="1361880"/>
                  </a:lnTo>
                  <a:lnTo>
                    <a:pt x="2474148" y="1360537"/>
                  </a:lnTo>
                  <a:lnTo>
                    <a:pt x="2472803" y="1355165"/>
                  </a:lnTo>
                  <a:lnTo>
                    <a:pt x="2471457" y="1349792"/>
                  </a:lnTo>
                  <a:lnTo>
                    <a:pt x="2460694" y="1341734"/>
                  </a:lnTo>
                  <a:lnTo>
                    <a:pt x="2455312" y="1335019"/>
                  </a:lnTo>
                  <a:lnTo>
                    <a:pt x="2455312" y="1332332"/>
                  </a:lnTo>
                  <a:lnTo>
                    <a:pt x="2452622" y="1328303"/>
                  </a:lnTo>
                  <a:lnTo>
                    <a:pt x="2449931" y="1329646"/>
                  </a:lnTo>
                  <a:lnTo>
                    <a:pt x="2448585" y="1328303"/>
                  </a:lnTo>
                  <a:lnTo>
                    <a:pt x="2449931" y="1325617"/>
                  </a:lnTo>
                  <a:lnTo>
                    <a:pt x="2449931" y="1322931"/>
                  </a:lnTo>
                  <a:lnTo>
                    <a:pt x="2447240" y="1320245"/>
                  </a:lnTo>
                  <a:lnTo>
                    <a:pt x="2445895" y="1316216"/>
                  </a:lnTo>
                  <a:lnTo>
                    <a:pt x="2443204" y="1314872"/>
                  </a:lnTo>
                  <a:lnTo>
                    <a:pt x="2441858" y="1310843"/>
                  </a:lnTo>
                  <a:lnTo>
                    <a:pt x="2439168" y="1306814"/>
                  </a:lnTo>
                  <a:lnTo>
                    <a:pt x="2436477" y="1302785"/>
                  </a:lnTo>
                  <a:lnTo>
                    <a:pt x="2431095" y="1298756"/>
                  </a:lnTo>
                  <a:lnTo>
                    <a:pt x="2431095" y="1296069"/>
                  </a:lnTo>
                  <a:lnTo>
                    <a:pt x="2432441" y="1292040"/>
                  </a:lnTo>
                  <a:lnTo>
                    <a:pt x="2431095" y="1289354"/>
                  </a:lnTo>
                  <a:lnTo>
                    <a:pt x="2424369" y="1289354"/>
                  </a:lnTo>
                  <a:lnTo>
                    <a:pt x="2423023" y="1288011"/>
                  </a:lnTo>
                  <a:lnTo>
                    <a:pt x="2423023" y="1285325"/>
                  </a:lnTo>
                  <a:lnTo>
                    <a:pt x="2421678" y="1282639"/>
                  </a:lnTo>
                  <a:lnTo>
                    <a:pt x="2421678" y="1278609"/>
                  </a:lnTo>
                  <a:lnTo>
                    <a:pt x="2420333" y="1275923"/>
                  </a:lnTo>
                  <a:lnTo>
                    <a:pt x="2417642" y="1274580"/>
                  </a:lnTo>
                  <a:lnTo>
                    <a:pt x="2417642" y="1271894"/>
                  </a:lnTo>
                  <a:lnTo>
                    <a:pt x="2416297" y="1270551"/>
                  </a:lnTo>
                  <a:lnTo>
                    <a:pt x="2413606" y="1270551"/>
                  </a:lnTo>
                  <a:lnTo>
                    <a:pt x="2409570" y="1269208"/>
                  </a:lnTo>
                  <a:lnTo>
                    <a:pt x="2408224" y="1266522"/>
                  </a:lnTo>
                  <a:lnTo>
                    <a:pt x="2409570" y="1263835"/>
                  </a:lnTo>
                  <a:lnTo>
                    <a:pt x="2406879" y="1261149"/>
                  </a:lnTo>
                  <a:lnTo>
                    <a:pt x="2402843" y="1259806"/>
                  </a:lnTo>
                  <a:lnTo>
                    <a:pt x="2400152" y="1262492"/>
                  </a:lnTo>
                  <a:lnTo>
                    <a:pt x="2398807" y="1259806"/>
                  </a:lnTo>
                  <a:lnTo>
                    <a:pt x="2396116" y="1259806"/>
                  </a:lnTo>
                  <a:lnTo>
                    <a:pt x="2394770" y="1257120"/>
                  </a:lnTo>
                  <a:lnTo>
                    <a:pt x="2394770" y="1254434"/>
                  </a:lnTo>
                  <a:lnTo>
                    <a:pt x="2393425" y="1251748"/>
                  </a:lnTo>
                  <a:lnTo>
                    <a:pt x="2390734" y="1250405"/>
                  </a:lnTo>
                  <a:lnTo>
                    <a:pt x="2388043" y="1250405"/>
                  </a:lnTo>
                  <a:lnTo>
                    <a:pt x="2385353" y="1247719"/>
                  </a:lnTo>
                  <a:lnTo>
                    <a:pt x="2384007" y="1249062"/>
                  </a:lnTo>
                  <a:lnTo>
                    <a:pt x="2379971" y="1249062"/>
                  </a:lnTo>
                  <a:lnTo>
                    <a:pt x="2377280" y="1247719"/>
                  </a:lnTo>
                  <a:lnTo>
                    <a:pt x="2374589" y="1249062"/>
                  </a:lnTo>
                  <a:lnTo>
                    <a:pt x="2374589" y="1251748"/>
                  </a:lnTo>
                  <a:lnTo>
                    <a:pt x="2371899" y="1253091"/>
                  </a:lnTo>
                  <a:lnTo>
                    <a:pt x="2367863" y="1250405"/>
                  </a:lnTo>
                  <a:lnTo>
                    <a:pt x="2366517" y="1249062"/>
                  </a:lnTo>
                  <a:lnTo>
                    <a:pt x="2363827" y="1250405"/>
                  </a:lnTo>
                  <a:lnTo>
                    <a:pt x="2357100" y="1250405"/>
                  </a:lnTo>
                  <a:lnTo>
                    <a:pt x="2355755" y="1247719"/>
                  </a:lnTo>
                  <a:lnTo>
                    <a:pt x="2353064" y="1245032"/>
                  </a:lnTo>
                  <a:lnTo>
                    <a:pt x="2344992" y="1243689"/>
                  </a:lnTo>
                  <a:lnTo>
                    <a:pt x="2340955" y="1241003"/>
                  </a:lnTo>
                  <a:lnTo>
                    <a:pt x="2336919" y="1241003"/>
                  </a:lnTo>
                  <a:lnTo>
                    <a:pt x="2334228" y="1239660"/>
                  </a:lnTo>
                  <a:lnTo>
                    <a:pt x="2332883" y="1241003"/>
                  </a:lnTo>
                  <a:lnTo>
                    <a:pt x="2324811" y="1242346"/>
                  </a:lnTo>
                  <a:lnTo>
                    <a:pt x="2323465" y="1246375"/>
                  </a:lnTo>
                  <a:lnTo>
                    <a:pt x="2320774" y="1246375"/>
                  </a:lnTo>
                  <a:lnTo>
                    <a:pt x="2318084" y="1249062"/>
                  </a:lnTo>
                  <a:lnTo>
                    <a:pt x="2312702" y="1249062"/>
                  </a:lnTo>
                  <a:lnTo>
                    <a:pt x="2310012" y="1249062"/>
                  </a:lnTo>
                  <a:lnTo>
                    <a:pt x="2304631" y="1247719"/>
                  </a:lnTo>
                  <a:lnTo>
                    <a:pt x="2301940" y="1250405"/>
                  </a:lnTo>
                  <a:lnTo>
                    <a:pt x="2297904" y="1250405"/>
                  </a:lnTo>
                  <a:lnTo>
                    <a:pt x="2295213" y="1254434"/>
                  </a:lnTo>
                  <a:lnTo>
                    <a:pt x="2291177" y="1255777"/>
                  </a:lnTo>
                  <a:lnTo>
                    <a:pt x="2287140" y="1255777"/>
                  </a:lnTo>
                  <a:lnTo>
                    <a:pt x="2285795" y="1257120"/>
                  </a:lnTo>
                  <a:lnTo>
                    <a:pt x="2283104" y="1257120"/>
                  </a:lnTo>
                  <a:lnTo>
                    <a:pt x="2280413" y="1258463"/>
                  </a:lnTo>
                  <a:lnTo>
                    <a:pt x="2273686" y="1259806"/>
                  </a:lnTo>
                  <a:lnTo>
                    <a:pt x="2270996" y="1262492"/>
                  </a:lnTo>
                  <a:lnTo>
                    <a:pt x="2270996" y="1265179"/>
                  </a:lnTo>
                  <a:lnTo>
                    <a:pt x="2266959" y="1269208"/>
                  </a:lnTo>
                  <a:lnTo>
                    <a:pt x="2265614" y="1274580"/>
                  </a:lnTo>
                  <a:lnTo>
                    <a:pt x="2262923" y="1277266"/>
                  </a:lnTo>
                  <a:lnTo>
                    <a:pt x="2262923" y="1279952"/>
                  </a:lnTo>
                  <a:lnTo>
                    <a:pt x="2261578" y="1282639"/>
                  </a:lnTo>
                  <a:lnTo>
                    <a:pt x="2261578" y="1289354"/>
                  </a:lnTo>
                  <a:lnTo>
                    <a:pt x="2262923" y="1290697"/>
                  </a:lnTo>
                  <a:lnTo>
                    <a:pt x="2265614" y="1290697"/>
                  </a:lnTo>
                  <a:lnTo>
                    <a:pt x="2270996" y="1286668"/>
                  </a:lnTo>
                  <a:lnTo>
                    <a:pt x="2275032" y="1285325"/>
                  </a:lnTo>
                  <a:lnTo>
                    <a:pt x="2277723" y="1286668"/>
                  </a:lnTo>
                  <a:lnTo>
                    <a:pt x="2281759" y="1293383"/>
                  </a:lnTo>
                  <a:lnTo>
                    <a:pt x="2284450" y="1298756"/>
                  </a:lnTo>
                  <a:lnTo>
                    <a:pt x="2288486" y="1301442"/>
                  </a:lnTo>
                  <a:lnTo>
                    <a:pt x="2288486" y="1305471"/>
                  </a:lnTo>
                  <a:lnTo>
                    <a:pt x="2289831" y="1308157"/>
                  </a:lnTo>
                  <a:lnTo>
                    <a:pt x="2289831" y="1314872"/>
                  </a:lnTo>
                  <a:lnTo>
                    <a:pt x="2287140" y="1317559"/>
                  </a:lnTo>
                  <a:lnTo>
                    <a:pt x="2284450" y="1322931"/>
                  </a:lnTo>
                  <a:lnTo>
                    <a:pt x="2283104" y="1328303"/>
                  </a:lnTo>
                  <a:lnTo>
                    <a:pt x="2280413" y="1330989"/>
                  </a:lnTo>
                  <a:lnTo>
                    <a:pt x="2277723" y="1336362"/>
                  </a:lnTo>
                  <a:lnTo>
                    <a:pt x="2277723" y="1341734"/>
                  </a:lnTo>
                  <a:lnTo>
                    <a:pt x="2280413" y="1345763"/>
                  </a:lnTo>
                  <a:lnTo>
                    <a:pt x="2279068" y="1348449"/>
                  </a:lnTo>
                  <a:lnTo>
                    <a:pt x="2280413" y="1353822"/>
                  </a:lnTo>
                  <a:lnTo>
                    <a:pt x="2283104" y="1356508"/>
                  </a:lnTo>
                  <a:lnTo>
                    <a:pt x="2283104" y="1361880"/>
                  </a:lnTo>
                  <a:lnTo>
                    <a:pt x="2280413" y="1363223"/>
                  </a:lnTo>
                  <a:lnTo>
                    <a:pt x="2279068" y="1365909"/>
                  </a:lnTo>
                  <a:lnTo>
                    <a:pt x="2280413" y="1369939"/>
                  </a:lnTo>
                  <a:lnTo>
                    <a:pt x="2280413" y="1377997"/>
                  </a:lnTo>
                  <a:lnTo>
                    <a:pt x="2279068" y="1380683"/>
                  </a:lnTo>
                  <a:lnTo>
                    <a:pt x="2279068" y="1387398"/>
                  </a:lnTo>
                  <a:lnTo>
                    <a:pt x="2281759" y="1387398"/>
                  </a:lnTo>
                  <a:lnTo>
                    <a:pt x="2283104" y="1388742"/>
                  </a:lnTo>
                  <a:lnTo>
                    <a:pt x="2285795" y="1387398"/>
                  </a:lnTo>
                  <a:lnTo>
                    <a:pt x="2288486" y="1388742"/>
                  </a:lnTo>
                  <a:lnTo>
                    <a:pt x="2289831" y="1394114"/>
                  </a:lnTo>
                  <a:lnTo>
                    <a:pt x="2288486" y="1399486"/>
                  </a:lnTo>
                  <a:lnTo>
                    <a:pt x="2284450" y="1403516"/>
                  </a:lnTo>
                  <a:lnTo>
                    <a:pt x="2275032" y="1404859"/>
                  </a:lnTo>
                  <a:lnTo>
                    <a:pt x="2269650" y="1408888"/>
                  </a:lnTo>
                  <a:lnTo>
                    <a:pt x="2257542" y="1420975"/>
                  </a:lnTo>
                  <a:lnTo>
                    <a:pt x="2254851" y="1420975"/>
                  </a:lnTo>
                  <a:lnTo>
                    <a:pt x="2250815" y="1418289"/>
                  </a:lnTo>
                  <a:lnTo>
                    <a:pt x="2242743" y="1416946"/>
                  </a:lnTo>
                  <a:lnTo>
                    <a:pt x="2238707" y="1418289"/>
                  </a:lnTo>
                  <a:lnTo>
                    <a:pt x="2237362" y="1416946"/>
                  </a:lnTo>
                  <a:lnTo>
                    <a:pt x="2233325" y="1416946"/>
                  </a:lnTo>
                  <a:lnTo>
                    <a:pt x="2230635" y="1418289"/>
                  </a:lnTo>
                  <a:lnTo>
                    <a:pt x="2227944" y="1415603"/>
                  </a:lnTo>
                  <a:lnTo>
                    <a:pt x="2218526" y="1412917"/>
                  </a:lnTo>
                  <a:lnTo>
                    <a:pt x="2210454" y="1414260"/>
                  </a:lnTo>
                  <a:lnTo>
                    <a:pt x="2210454" y="1416946"/>
                  </a:lnTo>
                  <a:lnTo>
                    <a:pt x="2205072" y="1419632"/>
                  </a:lnTo>
                  <a:lnTo>
                    <a:pt x="2201036" y="1419632"/>
                  </a:lnTo>
                  <a:lnTo>
                    <a:pt x="2198345" y="1418289"/>
                  </a:lnTo>
                  <a:lnTo>
                    <a:pt x="2192964" y="1420975"/>
                  </a:lnTo>
                  <a:lnTo>
                    <a:pt x="2188928" y="1419632"/>
                  </a:lnTo>
                  <a:lnTo>
                    <a:pt x="2186237" y="1415603"/>
                  </a:lnTo>
                  <a:lnTo>
                    <a:pt x="2179510" y="1411574"/>
                  </a:lnTo>
                  <a:lnTo>
                    <a:pt x="2174129" y="1411574"/>
                  </a:lnTo>
                  <a:lnTo>
                    <a:pt x="2166056" y="1412917"/>
                  </a:lnTo>
                  <a:lnTo>
                    <a:pt x="2164711" y="1411574"/>
                  </a:lnTo>
                  <a:lnTo>
                    <a:pt x="2160675" y="1411574"/>
                  </a:lnTo>
                  <a:lnTo>
                    <a:pt x="2156639" y="1415603"/>
                  </a:lnTo>
                  <a:lnTo>
                    <a:pt x="2153948" y="1420975"/>
                  </a:lnTo>
                  <a:lnTo>
                    <a:pt x="2149912" y="1425005"/>
                  </a:lnTo>
                  <a:lnTo>
                    <a:pt x="2144530" y="1427691"/>
                  </a:lnTo>
                  <a:lnTo>
                    <a:pt x="2141839" y="1433063"/>
                  </a:lnTo>
                  <a:lnTo>
                    <a:pt x="2141839" y="1435749"/>
                  </a:lnTo>
                  <a:lnTo>
                    <a:pt x="2140494" y="1441122"/>
                  </a:lnTo>
                  <a:lnTo>
                    <a:pt x="2135113" y="1446494"/>
                  </a:lnTo>
                  <a:lnTo>
                    <a:pt x="2123005" y="1446494"/>
                  </a:lnTo>
                  <a:lnTo>
                    <a:pt x="2118968" y="1446494"/>
                  </a:lnTo>
                  <a:lnTo>
                    <a:pt x="2114932" y="1451866"/>
                  </a:lnTo>
                  <a:lnTo>
                    <a:pt x="2108205" y="1451866"/>
                  </a:lnTo>
                  <a:lnTo>
                    <a:pt x="2098787" y="1457239"/>
                  </a:lnTo>
                  <a:lnTo>
                    <a:pt x="2094751" y="1463954"/>
                  </a:lnTo>
                  <a:lnTo>
                    <a:pt x="2092060" y="1463954"/>
                  </a:lnTo>
                  <a:lnTo>
                    <a:pt x="2086679" y="1461268"/>
                  </a:lnTo>
                  <a:lnTo>
                    <a:pt x="2081297" y="1461268"/>
                  </a:lnTo>
                  <a:lnTo>
                    <a:pt x="2078607" y="1462611"/>
                  </a:lnTo>
                  <a:lnTo>
                    <a:pt x="2071880" y="1463954"/>
                  </a:lnTo>
                  <a:lnTo>
                    <a:pt x="2055736" y="1463954"/>
                  </a:lnTo>
                  <a:lnTo>
                    <a:pt x="2044972" y="1461268"/>
                  </a:lnTo>
                  <a:lnTo>
                    <a:pt x="2032864" y="1462611"/>
                  </a:lnTo>
                  <a:lnTo>
                    <a:pt x="2028828" y="1462611"/>
                  </a:lnTo>
                  <a:lnTo>
                    <a:pt x="2024791" y="1457239"/>
                  </a:lnTo>
                  <a:lnTo>
                    <a:pt x="2022101" y="1455895"/>
                  </a:lnTo>
                  <a:lnTo>
                    <a:pt x="2019410" y="1454552"/>
                  </a:lnTo>
                  <a:lnTo>
                    <a:pt x="2014029" y="1450523"/>
                  </a:lnTo>
                  <a:lnTo>
                    <a:pt x="2011338" y="1442465"/>
                  </a:lnTo>
                  <a:lnTo>
                    <a:pt x="2008648" y="1439779"/>
                  </a:lnTo>
                  <a:lnTo>
                    <a:pt x="2003266" y="1441122"/>
                  </a:lnTo>
                  <a:lnTo>
                    <a:pt x="1995194" y="1441122"/>
                  </a:lnTo>
                  <a:lnTo>
                    <a:pt x="1985776" y="1437092"/>
                  </a:lnTo>
                  <a:lnTo>
                    <a:pt x="1980394" y="1429034"/>
                  </a:lnTo>
                  <a:lnTo>
                    <a:pt x="1969631" y="1429034"/>
                  </a:lnTo>
                  <a:lnTo>
                    <a:pt x="1961559" y="1427691"/>
                  </a:lnTo>
                  <a:lnTo>
                    <a:pt x="1956178" y="1425005"/>
                  </a:lnTo>
                  <a:lnTo>
                    <a:pt x="1949451" y="1426348"/>
                  </a:lnTo>
                  <a:lnTo>
                    <a:pt x="1942724" y="1426348"/>
                  </a:lnTo>
                  <a:lnTo>
                    <a:pt x="1937342" y="1429034"/>
                  </a:lnTo>
                  <a:lnTo>
                    <a:pt x="1926579" y="1430377"/>
                  </a:lnTo>
                  <a:lnTo>
                    <a:pt x="1919852" y="1433063"/>
                  </a:lnTo>
                  <a:lnTo>
                    <a:pt x="1915816" y="1438435"/>
                  </a:lnTo>
                  <a:lnTo>
                    <a:pt x="1913125" y="1439779"/>
                  </a:lnTo>
                  <a:lnTo>
                    <a:pt x="1910434" y="1438435"/>
                  </a:lnTo>
                  <a:lnTo>
                    <a:pt x="1906398" y="1438435"/>
                  </a:lnTo>
                  <a:lnTo>
                    <a:pt x="1902363" y="1441122"/>
                  </a:lnTo>
                  <a:lnTo>
                    <a:pt x="1894291" y="1441122"/>
                  </a:lnTo>
                  <a:lnTo>
                    <a:pt x="1892945" y="1442465"/>
                  </a:lnTo>
                  <a:lnTo>
                    <a:pt x="1888909" y="1442465"/>
                  </a:lnTo>
                  <a:lnTo>
                    <a:pt x="1880836" y="1438435"/>
                  </a:lnTo>
                  <a:lnTo>
                    <a:pt x="1872764" y="1435749"/>
                  </a:lnTo>
                  <a:lnTo>
                    <a:pt x="1871419" y="1433063"/>
                  </a:lnTo>
                  <a:lnTo>
                    <a:pt x="1866037" y="1427691"/>
                  </a:lnTo>
                  <a:lnTo>
                    <a:pt x="1863347" y="1427691"/>
                  </a:lnTo>
                  <a:lnTo>
                    <a:pt x="1860656" y="1425005"/>
                  </a:lnTo>
                  <a:lnTo>
                    <a:pt x="1860656" y="1419632"/>
                  </a:lnTo>
                  <a:lnTo>
                    <a:pt x="1857965" y="1414260"/>
                  </a:lnTo>
                  <a:lnTo>
                    <a:pt x="1855274" y="1411574"/>
                  </a:lnTo>
                  <a:lnTo>
                    <a:pt x="1855274" y="1407545"/>
                  </a:lnTo>
                  <a:lnTo>
                    <a:pt x="1852583" y="1403516"/>
                  </a:lnTo>
                  <a:lnTo>
                    <a:pt x="1852583" y="1400829"/>
                  </a:lnTo>
                  <a:lnTo>
                    <a:pt x="1851238" y="1396800"/>
                  </a:lnTo>
                  <a:lnTo>
                    <a:pt x="1847202" y="1395457"/>
                  </a:lnTo>
                  <a:lnTo>
                    <a:pt x="1836439" y="1395457"/>
                  </a:lnTo>
                  <a:lnTo>
                    <a:pt x="1832403" y="1394114"/>
                  </a:lnTo>
                  <a:lnTo>
                    <a:pt x="1828367" y="1392771"/>
                  </a:lnTo>
                  <a:lnTo>
                    <a:pt x="1821640" y="1391428"/>
                  </a:lnTo>
                  <a:lnTo>
                    <a:pt x="1818949" y="1388742"/>
                  </a:lnTo>
                  <a:lnTo>
                    <a:pt x="1814913" y="1386056"/>
                  </a:lnTo>
                  <a:lnTo>
                    <a:pt x="1805495" y="1386056"/>
                  </a:lnTo>
                  <a:lnTo>
                    <a:pt x="1798768" y="1386056"/>
                  </a:lnTo>
                  <a:lnTo>
                    <a:pt x="1792041" y="1384712"/>
                  </a:lnTo>
                  <a:lnTo>
                    <a:pt x="1790696" y="1383369"/>
                  </a:lnTo>
                  <a:lnTo>
                    <a:pt x="1783970" y="1380683"/>
                  </a:lnTo>
                  <a:lnTo>
                    <a:pt x="1777243" y="1379340"/>
                  </a:lnTo>
                  <a:lnTo>
                    <a:pt x="1773206" y="1376654"/>
                  </a:lnTo>
                  <a:lnTo>
                    <a:pt x="1767825" y="1376654"/>
                  </a:lnTo>
                  <a:lnTo>
                    <a:pt x="1765134" y="1379340"/>
                  </a:lnTo>
                  <a:lnTo>
                    <a:pt x="1763789" y="1383369"/>
                  </a:lnTo>
                  <a:lnTo>
                    <a:pt x="1765134" y="1387398"/>
                  </a:lnTo>
                  <a:lnTo>
                    <a:pt x="1763789" y="1391428"/>
                  </a:lnTo>
                  <a:lnTo>
                    <a:pt x="1761098" y="1390085"/>
                  </a:lnTo>
                  <a:lnTo>
                    <a:pt x="1757062" y="1391428"/>
                  </a:lnTo>
                  <a:lnTo>
                    <a:pt x="1754371" y="1395457"/>
                  </a:lnTo>
                  <a:lnTo>
                    <a:pt x="1754371" y="1399486"/>
                  </a:lnTo>
                  <a:lnTo>
                    <a:pt x="1748990" y="1404859"/>
                  </a:lnTo>
                  <a:lnTo>
                    <a:pt x="1748990" y="1416946"/>
                  </a:lnTo>
                  <a:lnTo>
                    <a:pt x="1750335" y="1423662"/>
                  </a:lnTo>
                  <a:lnTo>
                    <a:pt x="1758407" y="1425005"/>
                  </a:lnTo>
                  <a:lnTo>
                    <a:pt x="1761098" y="1427691"/>
                  </a:lnTo>
                  <a:lnTo>
                    <a:pt x="1766479" y="1429034"/>
                  </a:lnTo>
                  <a:lnTo>
                    <a:pt x="1767825" y="1431720"/>
                  </a:lnTo>
                  <a:lnTo>
                    <a:pt x="1766479" y="1439779"/>
                  </a:lnTo>
                  <a:lnTo>
                    <a:pt x="1766479" y="1447837"/>
                  </a:lnTo>
                  <a:lnTo>
                    <a:pt x="1771861" y="1451866"/>
                  </a:lnTo>
                  <a:lnTo>
                    <a:pt x="1774552" y="1454552"/>
                  </a:lnTo>
                  <a:lnTo>
                    <a:pt x="1769170" y="1462611"/>
                  </a:lnTo>
                  <a:lnTo>
                    <a:pt x="1761098" y="1463954"/>
                  </a:lnTo>
                  <a:lnTo>
                    <a:pt x="1755717" y="1462611"/>
                  </a:lnTo>
                  <a:lnTo>
                    <a:pt x="1754371" y="1463954"/>
                  </a:lnTo>
                  <a:lnTo>
                    <a:pt x="1748990" y="1463954"/>
                  </a:lnTo>
                  <a:lnTo>
                    <a:pt x="1744953" y="1462611"/>
                  </a:lnTo>
                  <a:lnTo>
                    <a:pt x="1734190" y="1462611"/>
                  </a:lnTo>
                  <a:lnTo>
                    <a:pt x="1730154" y="1463954"/>
                  </a:lnTo>
                  <a:lnTo>
                    <a:pt x="1726118" y="1461268"/>
                  </a:lnTo>
                  <a:lnTo>
                    <a:pt x="1720737" y="1459925"/>
                  </a:lnTo>
                  <a:lnTo>
                    <a:pt x="1716701" y="1459925"/>
                  </a:lnTo>
                  <a:lnTo>
                    <a:pt x="1711319" y="1463954"/>
                  </a:lnTo>
                  <a:lnTo>
                    <a:pt x="1705937" y="1465297"/>
                  </a:lnTo>
                  <a:lnTo>
                    <a:pt x="1703247" y="1466640"/>
                  </a:lnTo>
                  <a:lnTo>
                    <a:pt x="1693829" y="1462611"/>
                  </a:lnTo>
                  <a:lnTo>
                    <a:pt x="1688448" y="1458582"/>
                  </a:lnTo>
                  <a:lnTo>
                    <a:pt x="1676339" y="1451866"/>
                  </a:lnTo>
                  <a:lnTo>
                    <a:pt x="1674994" y="1449180"/>
                  </a:lnTo>
                  <a:lnTo>
                    <a:pt x="1673648" y="1445151"/>
                  </a:lnTo>
                  <a:lnTo>
                    <a:pt x="1672303" y="1441122"/>
                  </a:lnTo>
                  <a:lnTo>
                    <a:pt x="1664231" y="1441122"/>
                  </a:lnTo>
                  <a:lnTo>
                    <a:pt x="1660195" y="1443808"/>
                  </a:lnTo>
                  <a:lnTo>
                    <a:pt x="1654813" y="1443808"/>
                  </a:lnTo>
                  <a:lnTo>
                    <a:pt x="1652122" y="1445151"/>
                  </a:lnTo>
                  <a:lnTo>
                    <a:pt x="1646741" y="1445151"/>
                  </a:lnTo>
                  <a:lnTo>
                    <a:pt x="1644050" y="1442465"/>
                  </a:lnTo>
                  <a:lnTo>
                    <a:pt x="1644050" y="1439779"/>
                  </a:lnTo>
                  <a:lnTo>
                    <a:pt x="1641360" y="1435749"/>
                  </a:lnTo>
                  <a:lnTo>
                    <a:pt x="1640014" y="1435749"/>
                  </a:lnTo>
                  <a:lnTo>
                    <a:pt x="1635978" y="1438435"/>
                  </a:lnTo>
                  <a:lnTo>
                    <a:pt x="1630596" y="1438435"/>
                  </a:lnTo>
                  <a:lnTo>
                    <a:pt x="1626560" y="1438435"/>
                  </a:lnTo>
                  <a:lnTo>
                    <a:pt x="1621179" y="1439779"/>
                  </a:lnTo>
                  <a:lnTo>
                    <a:pt x="1611761" y="1441122"/>
                  </a:lnTo>
                  <a:lnTo>
                    <a:pt x="1607725" y="1442465"/>
                  </a:lnTo>
                  <a:lnTo>
                    <a:pt x="1605034" y="1449180"/>
                  </a:lnTo>
                  <a:lnTo>
                    <a:pt x="1600998" y="1450523"/>
                  </a:lnTo>
                  <a:lnTo>
                    <a:pt x="1592926" y="1447837"/>
                  </a:lnTo>
                  <a:lnTo>
                    <a:pt x="1591580" y="1450523"/>
                  </a:lnTo>
                  <a:lnTo>
                    <a:pt x="1591580" y="1454552"/>
                  </a:lnTo>
                  <a:lnTo>
                    <a:pt x="1594271" y="1455895"/>
                  </a:lnTo>
                  <a:lnTo>
                    <a:pt x="1591580" y="1457239"/>
                  </a:lnTo>
                  <a:lnTo>
                    <a:pt x="1587544" y="1462611"/>
                  </a:lnTo>
                  <a:lnTo>
                    <a:pt x="1583508" y="1463954"/>
                  </a:lnTo>
                  <a:lnTo>
                    <a:pt x="1579472" y="1467983"/>
                  </a:lnTo>
                  <a:lnTo>
                    <a:pt x="1579472" y="1472012"/>
                  </a:lnTo>
                  <a:lnTo>
                    <a:pt x="1572745" y="1474698"/>
                  </a:lnTo>
                  <a:lnTo>
                    <a:pt x="1571400" y="1480071"/>
                  </a:lnTo>
                  <a:lnTo>
                    <a:pt x="1571400" y="1485443"/>
                  </a:lnTo>
                  <a:lnTo>
                    <a:pt x="1563327" y="1488129"/>
                  </a:lnTo>
                  <a:lnTo>
                    <a:pt x="1559291" y="1493502"/>
                  </a:lnTo>
                  <a:lnTo>
                    <a:pt x="1557946" y="1496188"/>
                  </a:lnTo>
                  <a:lnTo>
                    <a:pt x="1545838" y="1496188"/>
                  </a:lnTo>
                  <a:lnTo>
                    <a:pt x="1540456" y="1498874"/>
                  </a:lnTo>
                  <a:lnTo>
                    <a:pt x="1536420" y="1508275"/>
                  </a:lnTo>
                  <a:lnTo>
                    <a:pt x="1536420" y="1509619"/>
                  </a:lnTo>
                  <a:lnTo>
                    <a:pt x="1533729" y="1509619"/>
                  </a:lnTo>
                  <a:lnTo>
                    <a:pt x="1528348" y="1508275"/>
                  </a:lnTo>
                  <a:lnTo>
                    <a:pt x="1525657" y="1508275"/>
                  </a:lnTo>
                  <a:lnTo>
                    <a:pt x="1524312" y="1506932"/>
                  </a:lnTo>
                  <a:lnTo>
                    <a:pt x="1516239" y="1504246"/>
                  </a:lnTo>
                  <a:lnTo>
                    <a:pt x="1510858" y="1498874"/>
                  </a:lnTo>
                  <a:lnTo>
                    <a:pt x="1506822" y="1497531"/>
                  </a:lnTo>
                  <a:lnTo>
                    <a:pt x="1505476" y="1493502"/>
                  </a:lnTo>
                  <a:lnTo>
                    <a:pt x="1508167" y="1486786"/>
                  </a:lnTo>
                  <a:lnTo>
                    <a:pt x="1505476" y="1485443"/>
                  </a:lnTo>
                  <a:lnTo>
                    <a:pt x="1500095" y="1488129"/>
                  </a:lnTo>
                  <a:lnTo>
                    <a:pt x="1497404" y="1492159"/>
                  </a:lnTo>
                  <a:lnTo>
                    <a:pt x="1492023" y="1493502"/>
                  </a:lnTo>
                  <a:lnTo>
                    <a:pt x="1479914" y="1494845"/>
                  </a:lnTo>
                  <a:lnTo>
                    <a:pt x="1475878" y="1497531"/>
                  </a:lnTo>
                  <a:lnTo>
                    <a:pt x="1474533" y="1500217"/>
                  </a:lnTo>
                  <a:lnTo>
                    <a:pt x="1470497" y="1498874"/>
                  </a:lnTo>
                  <a:lnTo>
                    <a:pt x="1465115" y="1496188"/>
                  </a:lnTo>
                  <a:lnTo>
                    <a:pt x="1462424" y="1496188"/>
                  </a:lnTo>
                  <a:lnTo>
                    <a:pt x="1461079" y="1494845"/>
                  </a:lnTo>
                  <a:lnTo>
                    <a:pt x="1458388" y="1492159"/>
                  </a:lnTo>
                  <a:lnTo>
                    <a:pt x="1457043" y="1488129"/>
                  </a:lnTo>
                  <a:lnTo>
                    <a:pt x="1457043" y="1484100"/>
                  </a:lnTo>
                  <a:lnTo>
                    <a:pt x="1458388" y="1481414"/>
                  </a:lnTo>
                  <a:lnTo>
                    <a:pt x="1458388" y="1478728"/>
                  </a:lnTo>
                  <a:lnTo>
                    <a:pt x="1454352" y="1477385"/>
                  </a:lnTo>
                  <a:lnTo>
                    <a:pt x="1453007" y="1477385"/>
                  </a:lnTo>
                  <a:lnTo>
                    <a:pt x="1446280" y="1473356"/>
                  </a:lnTo>
                  <a:lnTo>
                    <a:pt x="1440898" y="1472012"/>
                  </a:lnTo>
                  <a:lnTo>
                    <a:pt x="1438208" y="1472012"/>
                  </a:lnTo>
                  <a:lnTo>
                    <a:pt x="1435517" y="1466640"/>
                  </a:lnTo>
                  <a:lnTo>
                    <a:pt x="1431481" y="1458582"/>
                  </a:lnTo>
                  <a:lnTo>
                    <a:pt x="1423408" y="1453209"/>
                  </a:lnTo>
                  <a:lnTo>
                    <a:pt x="1415336" y="1451866"/>
                  </a:lnTo>
                  <a:lnTo>
                    <a:pt x="1405919" y="1451866"/>
                  </a:lnTo>
                  <a:lnTo>
                    <a:pt x="1397846" y="1453209"/>
                  </a:lnTo>
                  <a:lnTo>
                    <a:pt x="1396501" y="1455895"/>
                  </a:lnTo>
                  <a:lnTo>
                    <a:pt x="1397846" y="1458582"/>
                  </a:lnTo>
                  <a:lnTo>
                    <a:pt x="1396501" y="1461268"/>
                  </a:lnTo>
                  <a:lnTo>
                    <a:pt x="1391119" y="1462611"/>
                  </a:lnTo>
                  <a:lnTo>
                    <a:pt x="1387083" y="1461268"/>
                  </a:lnTo>
                  <a:lnTo>
                    <a:pt x="1381702" y="1463954"/>
                  </a:lnTo>
                  <a:lnTo>
                    <a:pt x="1374975" y="1459925"/>
                  </a:lnTo>
                  <a:lnTo>
                    <a:pt x="1370939" y="1461268"/>
                  </a:lnTo>
                  <a:lnTo>
                    <a:pt x="1366903" y="1463954"/>
                  </a:lnTo>
                  <a:lnTo>
                    <a:pt x="1362866" y="1463954"/>
                  </a:lnTo>
                  <a:lnTo>
                    <a:pt x="1358830" y="1459925"/>
                  </a:lnTo>
                  <a:lnTo>
                    <a:pt x="1353449" y="1458582"/>
                  </a:lnTo>
                  <a:lnTo>
                    <a:pt x="1353449" y="1454552"/>
                  </a:lnTo>
                  <a:lnTo>
                    <a:pt x="1353449" y="1450523"/>
                  </a:lnTo>
                  <a:lnTo>
                    <a:pt x="1345377" y="1446494"/>
                  </a:lnTo>
                  <a:lnTo>
                    <a:pt x="1341340" y="1447837"/>
                  </a:lnTo>
                  <a:lnTo>
                    <a:pt x="1341340" y="1453209"/>
                  </a:lnTo>
                  <a:lnTo>
                    <a:pt x="1342686" y="1454552"/>
                  </a:lnTo>
                  <a:lnTo>
                    <a:pt x="1341340" y="1457239"/>
                  </a:lnTo>
                  <a:lnTo>
                    <a:pt x="1337304" y="1459925"/>
                  </a:lnTo>
                  <a:lnTo>
                    <a:pt x="1330577" y="1461268"/>
                  </a:lnTo>
                  <a:lnTo>
                    <a:pt x="1267345" y="1382026"/>
                  </a:lnTo>
                  <a:lnTo>
                    <a:pt x="1220256" y="1347106"/>
                  </a:lnTo>
                  <a:lnTo>
                    <a:pt x="1218911" y="1343077"/>
                  </a:lnTo>
                  <a:lnTo>
                    <a:pt x="1222947" y="1341734"/>
                  </a:lnTo>
                  <a:lnTo>
                    <a:pt x="1226983" y="1336362"/>
                  </a:lnTo>
                  <a:lnTo>
                    <a:pt x="1226983" y="1332332"/>
                  </a:lnTo>
                  <a:lnTo>
                    <a:pt x="1224293" y="1330989"/>
                  </a:lnTo>
                  <a:lnTo>
                    <a:pt x="1217566" y="1332332"/>
                  </a:lnTo>
                  <a:lnTo>
                    <a:pt x="1212184" y="1333675"/>
                  </a:lnTo>
                  <a:lnTo>
                    <a:pt x="1208148" y="1337705"/>
                  </a:lnTo>
                  <a:lnTo>
                    <a:pt x="1204112" y="1339048"/>
                  </a:lnTo>
                  <a:lnTo>
                    <a:pt x="1198731" y="1344420"/>
                  </a:lnTo>
                  <a:lnTo>
                    <a:pt x="1198731" y="1348449"/>
                  </a:lnTo>
                  <a:lnTo>
                    <a:pt x="1194694" y="1351135"/>
                  </a:lnTo>
                  <a:lnTo>
                    <a:pt x="1192004" y="1355165"/>
                  </a:lnTo>
                  <a:lnTo>
                    <a:pt x="1186622" y="1357851"/>
                  </a:lnTo>
                  <a:lnTo>
                    <a:pt x="1178550" y="1359194"/>
                  </a:lnTo>
                  <a:lnTo>
                    <a:pt x="1173168" y="1360537"/>
                  </a:lnTo>
                  <a:lnTo>
                    <a:pt x="1174514" y="1365909"/>
                  </a:lnTo>
                  <a:lnTo>
                    <a:pt x="1171823" y="1368595"/>
                  </a:lnTo>
                  <a:lnTo>
                    <a:pt x="1169132" y="1367252"/>
                  </a:lnTo>
                  <a:lnTo>
                    <a:pt x="1158369" y="1364566"/>
                  </a:lnTo>
                  <a:lnTo>
                    <a:pt x="1152988" y="1365909"/>
                  </a:lnTo>
                  <a:lnTo>
                    <a:pt x="1150297" y="1369939"/>
                  </a:lnTo>
                  <a:lnTo>
                    <a:pt x="1146261" y="1369939"/>
                  </a:lnTo>
                  <a:lnTo>
                    <a:pt x="1142225" y="1365909"/>
                  </a:lnTo>
                  <a:lnTo>
                    <a:pt x="1142225" y="1359194"/>
                  </a:lnTo>
                  <a:lnTo>
                    <a:pt x="1144916" y="1356508"/>
                  </a:lnTo>
                  <a:lnTo>
                    <a:pt x="1147606" y="1351135"/>
                  </a:lnTo>
                  <a:lnTo>
                    <a:pt x="1144916" y="1349792"/>
                  </a:lnTo>
                  <a:lnTo>
                    <a:pt x="1140879" y="1352479"/>
                  </a:lnTo>
                  <a:lnTo>
                    <a:pt x="1138189" y="1352479"/>
                  </a:lnTo>
                  <a:lnTo>
                    <a:pt x="1128771" y="1347106"/>
                  </a:lnTo>
                  <a:lnTo>
                    <a:pt x="1123390" y="1348449"/>
                  </a:lnTo>
                  <a:lnTo>
                    <a:pt x="1124735" y="1351135"/>
                  </a:lnTo>
                  <a:lnTo>
                    <a:pt x="1127425" y="1352479"/>
                  </a:lnTo>
                  <a:lnTo>
                    <a:pt x="1123390" y="1356508"/>
                  </a:lnTo>
                  <a:lnTo>
                    <a:pt x="1120699" y="1356508"/>
                  </a:lnTo>
                  <a:lnTo>
                    <a:pt x="1118008" y="1349792"/>
                  </a:lnTo>
                  <a:lnTo>
                    <a:pt x="1116663" y="1341734"/>
                  </a:lnTo>
                  <a:lnTo>
                    <a:pt x="1107245" y="1335019"/>
                  </a:lnTo>
                  <a:lnTo>
                    <a:pt x="1105899" y="1336362"/>
                  </a:lnTo>
                  <a:lnTo>
                    <a:pt x="1107245" y="1341734"/>
                  </a:lnTo>
                  <a:lnTo>
                    <a:pt x="1107245" y="1345763"/>
                  </a:lnTo>
                  <a:lnTo>
                    <a:pt x="1104554" y="1345763"/>
                  </a:lnTo>
                  <a:lnTo>
                    <a:pt x="1103209" y="1340391"/>
                  </a:lnTo>
                  <a:lnTo>
                    <a:pt x="1100518" y="1341734"/>
                  </a:lnTo>
                  <a:lnTo>
                    <a:pt x="1099173" y="1347106"/>
                  </a:lnTo>
                  <a:lnTo>
                    <a:pt x="1096482" y="1348449"/>
                  </a:lnTo>
                  <a:lnTo>
                    <a:pt x="1092446" y="1345763"/>
                  </a:lnTo>
                  <a:lnTo>
                    <a:pt x="1087064" y="1349792"/>
                  </a:lnTo>
                  <a:lnTo>
                    <a:pt x="1084374" y="1347106"/>
                  </a:lnTo>
                  <a:lnTo>
                    <a:pt x="1081683" y="1341734"/>
                  </a:lnTo>
                  <a:lnTo>
                    <a:pt x="1085719" y="1340391"/>
                  </a:lnTo>
                  <a:lnTo>
                    <a:pt x="1085719" y="1339048"/>
                  </a:lnTo>
                  <a:lnTo>
                    <a:pt x="1084374" y="1333675"/>
                  </a:lnTo>
                  <a:lnTo>
                    <a:pt x="1085719" y="1329646"/>
                  </a:lnTo>
                  <a:lnTo>
                    <a:pt x="1085719" y="1326960"/>
                  </a:lnTo>
                  <a:lnTo>
                    <a:pt x="1081683" y="1325617"/>
                  </a:lnTo>
                  <a:lnTo>
                    <a:pt x="1077647" y="1321588"/>
                  </a:lnTo>
                  <a:lnTo>
                    <a:pt x="1076301" y="1316216"/>
                  </a:lnTo>
                  <a:lnTo>
                    <a:pt x="1074956" y="1314872"/>
                  </a:lnTo>
                  <a:lnTo>
                    <a:pt x="1072265" y="1308157"/>
                  </a:lnTo>
                  <a:lnTo>
                    <a:pt x="1066884" y="1308157"/>
                  </a:lnTo>
                  <a:lnTo>
                    <a:pt x="1061502" y="1310843"/>
                  </a:lnTo>
                  <a:lnTo>
                    <a:pt x="1054775" y="1310843"/>
                  </a:lnTo>
                  <a:lnTo>
                    <a:pt x="1048048" y="1306814"/>
                  </a:lnTo>
                  <a:lnTo>
                    <a:pt x="1041321" y="1308157"/>
                  </a:lnTo>
                  <a:lnTo>
                    <a:pt x="1034595" y="1305471"/>
                  </a:lnTo>
                  <a:lnTo>
                    <a:pt x="1030559" y="1306814"/>
                  </a:lnTo>
                  <a:lnTo>
                    <a:pt x="1027868" y="1306814"/>
                  </a:lnTo>
                  <a:lnTo>
                    <a:pt x="1022486" y="1309500"/>
                  </a:lnTo>
                  <a:lnTo>
                    <a:pt x="1021141" y="1314872"/>
                  </a:lnTo>
                  <a:lnTo>
                    <a:pt x="1014414" y="1314872"/>
                  </a:lnTo>
                  <a:lnTo>
                    <a:pt x="1011723" y="1316216"/>
                  </a:lnTo>
                  <a:lnTo>
                    <a:pt x="1014414" y="1320245"/>
                  </a:lnTo>
                  <a:lnTo>
                    <a:pt x="1014414" y="1324274"/>
                  </a:lnTo>
                  <a:lnTo>
                    <a:pt x="1007687" y="1325617"/>
                  </a:lnTo>
                  <a:lnTo>
                    <a:pt x="1004996" y="1324274"/>
                  </a:lnTo>
                  <a:lnTo>
                    <a:pt x="1000960" y="1329646"/>
                  </a:lnTo>
                  <a:lnTo>
                    <a:pt x="994233" y="1330989"/>
                  </a:lnTo>
                  <a:lnTo>
                    <a:pt x="991542" y="1332332"/>
                  </a:lnTo>
                  <a:lnTo>
                    <a:pt x="988852" y="1332332"/>
                  </a:lnTo>
                  <a:lnTo>
                    <a:pt x="978089" y="1340391"/>
                  </a:lnTo>
                  <a:lnTo>
                    <a:pt x="972707" y="1341734"/>
                  </a:lnTo>
                  <a:lnTo>
                    <a:pt x="967326" y="1344420"/>
                  </a:lnTo>
                  <a:lnTo>
                    <a:pt x="963290" y="1343077"/>
                  </a:lnTo>
                  <a:lnTo>
                    <a:pt x="960599" y="1340391"/>
                  </a:lnTo>
                  <a:lnTo>
                    <a:pt x="957908" y="1343077"/>
                  </a:lnTo>
                  <a:lnTo>
                    <a:pt x="956563" y="1345763"/>
                  </a:lnTo>
                  <a:lnTo>
                    <a:pt x="951181" y="1345763"/>
                  </a:lnTo>
                  <a:lnTo>
                    <a:pt x="948491" y="1348449"/>
                  </a:lnTo>
                  <a:lnTo>
                    <a:pt x="948491" y="1353822"/>
                  </a:lnTo>
                  <a:lnTo>
                    <a:pt x="945800" y="1355165"/>
                  </a:lnTo>
                  <a:lnTo>
                    <a:pt x="941764" y="1353822"/>
                  </a:lnTo>
                  <a:lnTo>
                    <a:pt x="937727" y="1353822"/>
                  </a:lnTo>
                  <a:lnTo>
                    <a:pt x="933691" y="1356508"/>
                  </a:lnTo>
                  <a:lnTo>
                    <a:pt x="926964" y="1356508"/>
                  </a:lnTo>
                  <a:lnTo>
                    <a:pt x="920238" y="1360537"/>
                  </a:lnTo>
                  <a:lnTo>
                    <a:pt x="918892" y="1363223"/>
                  </a:lnTo>
                  <a:lnTo>
                    <a:pt x="912165" y="1363223"/>
                  </a:lnTo>
                  <a:lnTo>
                    <a:pt x="905438" y="1365909"/>
                  </a:lnTo>
                  <a:lnTo>
                    <a:pt x="900057" y="1365909"/>
                  </a:lnTo>
                  <a:lnTo>
                    <a:pt x="890639" y="1368595"/>
                  </a:lnTo>
                  <a:lnTo>
                    <a:pt x="890639" y="1372625"/>
                  </a:lnTo>
                  <a:lnTo>
                    <a:pt x="887949" y="1375311"/>
                  </a:lnTo>
                  <a:lnTo>
                    <a:pt x="885258" y="1369939"/>
                  </a:lnTo>
                  <a:lnTo>
                    <a:pt x="879876" y="1369939"/>
                  </a:lnTo>
                  <a:lnTo>
                    <a:pt x="875840" y="1372625"/>
                  </a:lnTo>
                  <a:lnTo>
                    <a:pt x="875840" y="1375311"/>
                  </a:lnTo>
                  <a:lnTo>
                    <a:pt x="874495" y="1377997"/>
                  </a:lnTo>
                  <a:lnTo>
                    <a:pt x="869113" y="1375311"/>
                  </a:lnTo>
                  <a:lnTo>
                    <a:pt x="859696" y="1382026"/>
                  </a:lnTo>
                  <a:lnTo>
                    <a:pt x="858350" y="1379340"/>
                  </a:lnTo>
                  <a:lnTo>
                    <a:pt x="854314" y="1379340"/>
                  </a:lnTo>
                  <a:lnTo>
                    <a:pt x="851623" y="1382026"/>
                  </a:lnTo>
                  <a:lnTo>
                    <a:pt x="846242" y="1382026"/>
                  </a:lnTo>
                  <a:lnTo>
                    <a:pt x="844896" y="1383369"/>
                  </a:lnTo>
                  <a:lnTo>
                    <a:pt x="847587" y="1390085"/>
                  </a:lnTo>
                  <a:lnTo>
                    <a:pt x="844896" y="1392771"/>
                  </a:lnTo>
                  <a:lnTo>
                    <a:pt x="850278" y="1394114"/>
                  </a:lnTo>
                  <a:lnTo>
                    <a:pt x="857005" y="1392771"/>
                  </a:lnTo>
                  <a:lnTo>
                    <a:pt x="858350" y="1398143"/>
                  </a:lnTo>
                  <a:lnTo>
                    <a:pt x="851623" y="1398143"/>
                  </a:lnTo>
                  <a:lnTo>
                    <a:pt x="848933" y="1399486"/>
                  </a:lnTo>
                  <a:lnTo>
                    <a:pt x="848933" y="1402172"/>
                  </a:lnTo>
                  <a:lnTo>
                    <a:pt x="855660" y="1402172"/>
                  </a:lnTo>
                  <a:lnTo>
                    <a:pt x="861041" y="1404859"/>
                  </a:lnTo>
                  <a:lnTo>
                    <a:pt x="863732" y="1402172"/>
                  </a:lnTo>
                  <a:lnTo>
                    <a:pt x="867768" y="1402172"/>
                  </a:lnTo>
                  <a:lnTo>
                    <a:pt x="871804" y="1406202"/>
                  </a:lnTo>
                  <a:lnTo>
                    <a:pt x="877185" y="1407545"/>
                  </a:lnTo>
                  <a:lnTo>
                    <a:pt x="877185" y="1412917"/>
                  </a:lnTo>
                  <a:lnTo>
                    <a:pt x="874495" y="1414260"/>
                  </a:lnTo>
                  <a:lnTo>
                    <a:pt x="870458" y="1412917"/>
                  </a:lnTo>
                  <a:lnTo>
                    <a:pt x="859696" y="1414260"/>
                  </a:lnTo>
                  <a:lnTo>
                    <a:pt x="852969" y="1419632"/>
                  </a:lnTo>
                  <a:lnTo>
                    <a:pt x="847587" y="1427691"/>
                  </a:lnTo>
                  <a:lnTo>
                    <a:pt x="847587" y="1433063"/>
                  </a:lnTo>
                  <a:lnTo>
                    <a:pt x="851623" y="1433063"/>
                  </a:lnTo>
                  <a:lnTo>
                    <a:pt x="852969" y="1438435"/>
                  </a:lnTo>
                  <a:lnTo>
                    <a:pt x="848933" y="1443808"/>
                  </a:lnTo>
                  <a:lnTo>
                    <a:pt x="847587" y="1449180"/>
                  </a:lnTo>
                  <a:lnTo>
                    <a:pt x="842206" y="1449180"/>
                  </a:lnTo>
                  <a:lnTo>
                    <a:pt x="840860" y="1451866"/>
                  </a:lnTo>
                  <a:lnTo>
                    <a:pt x="842206" y="1454552"/>
                  </a:lnTo>
                  <a:lnTo>
                    <a:pt x="842206" y="1457239"/>
                  </a:lnTo>
                  <a:lnTo>
                    <a:pt x="848933" y="1457239"/>
                  </a:lnTo>
                  <a:lnTo>
                    <a:pt x="852969" y="1459925"/>
                  </a:lnTo>
                  <a:lnTo>
                    <a:pt x="858350" y="1461268"/>
                  </a:lnTo>
                  <a:lnTo>
                    <a:pt x="859696" y="1463954"/>
                  </a:lnTo>
                  <a:lnTo>
                    <a:pt x="865077" y="1467983"/>
                  </a:lnTo>
                  <a:lnTo>
                    <a:pt x="873149" y="1467983"/>
                  </a:lnTo>
                  <a:lnTo>
                    <a:pt x="875840" y="1469326"/>
                  </a:lnTo>
                  <a:lnTo>
                    <a:pt x="877185" y="1489472"/>
                  </a:lnTo>
                  <a:lnTo>
                    <a:pt x="874495" y="1493502"/>
                  </a:lnTo>
                  <a:lnTo>
                    <a:pt x="866422" y="1496188"/>
                  </a:lnTo>
                  <a:lnTo>
                    <a:pt x="859696" y="1502903"/>
                  </a:lnTo>
                  <a:lnTo>
                    <a:pt x="851623" y="1497531"/>
                  </a:lnTo>
                  <a:lnTo>
                    <a:pt x="848933" y="1500217"/>
                  </a:lnTo>
                  <a:lnTo>
                    <a:pt x="848933" y="1505589"/>
                  </a:lnTo>
                  <a:lnTo>
                    <a:pt x="846242" y="1510962"/>
                  </a:lnTo>
                  <a:lnTo>
                    <a:pt x="840860" y="1512305"/>
                  </a:lnTo>
                  <a:lnTo>
                    <a:pt x="831443" y="1506932"/>
                  </a:lnTo>
                  <a:lnTo>
                    <a:pt x="823370" y="1506932"/>
                  </a:lnTo>
                  <a:lnTo>
                    <a:pt x="819334" y="1505589"/>
                  </a:lnTo>
                  <a:lnTo>
                    <a:pt x="816643" y="1506932"/>
                  </a:lnTo>
                  <a:lnTo>
                    <a:pt x="811262" y="1505589"/>
                  </a:lnTo>
                  <a:lnTo>
                    <a:pt x="805881" y="1500217"/>
                  </a:lnTo>
                  <a:lnTo>
                    <a:pt x="809917" y="1498874"/>
                  </a:lnTo>
                  <a:lnTo>
                    <a:pt x="811262" y="1494845"/>
                  </a:lnTo>
                  <a:lnTo>
                    <a:pt x="807226" y="1493502"/>
                  </a:lnTo>
                  <a:lnTo>
                    <a:pt x="800499" y="1490816"/>
                  </a:lnTo>
                  <a:lnTo>
                    <a:pt x="797808" y="1494845"/>
                  </a:lnTo>
                  <a:lnTo>
                    <a:pt x="792427" y="1494845"/>
                  </a:lnTo>
                  <a:lnTo>
                    <a:pt x="788391" y="1496188"/>
                  </a:lnTo>
                  <a:lnTo>
                    <a:pt x="789736" y="1502903"/>
                  </a:lnTo>
                  <a:lnTo>
                    <a:pt x="783009" y="1504246"/>
                  </a:lnTo>
                  <a:lnTo>
                    <a:pt x="781664" y="1501560"/>
                  </a:lnTo>
                  <a:lnTo>
                    <a:pt x="773592" y="1494845"/>
                  </a:lnTo>
                  <a:lnTo>
                    <a:pt x="766865" y="1496188"/>
                  </a:lnTo>
                  <a:lnTo>
                    <a:pt x="764174" y="1500217"/>
                  </a:lnTo>
                  <a:lnTo>
                    <a:pt x="761483" y="1496188"/>
                  </a:lnTo>
                  <a:lnTo>
                    <a:pt x="757447" y="1497531"/>
                  </a:lnTo>
                  <a:lnTo>
                    <a:pt x="757447" y="1502903"/>
                  </a:lnTo>
                  <a:lnTo>
                    <a:pt x="752065" y="1502903"/>
                  </a:lnTo>
                  <a:lnTo>
                    <a:pt x="752065" y="1512305"/>
                  </a:lnTo>
                  <a:lnTo>
                    <a:pt x="745339" y="1517677"/>
                  </a:lnTo>
                  <a:lnTo>
                    <a:pt x="741303" y="1516334"/>
                  </a:lnTo>
                  <a:lnTo>
                    <a:pt x="738612" y="1510962"/>
                  </a:lnTo>
                  <a:lnTo>
                    <a:pt x="729194" y="1509619"/>
                  </a:lnTo>
                  <a:lnTo>
                    <a:pt x="725158" y="1504246"/>
                  </a:lnTo>
                  <a:lnTo>
                    <a:pt x="719777" y="1506932"/>
                  </a:lnTo>
                  <a:lnTo>
                    <a:pt x="719777" y="1513648"/>
                  </a:lnTo>
                  <a:lnTo>
                    <a:pt x="717086" y="1519020"/>
                  </a:lnTo>
                  <a:lnTo>
                    <a:pt x="714395" y="1517677"/>
                  </a:lnTo>
                  <a:lnTo>
                    <a:pt x="714395" y="1512305"/>
                  </a:lnTo>
                  <a:lnTo>
                    <a:pt x="713050" y="1508275"/>
                  </a:lnTo>
                  <a:lnTo>
                    <a:pt x="709013" y="1508275"/>
                  </a:lnTo>
                  <a:lnTo>
                    <a:pt x="702286" y="1502903"/>
                  </a:lnTo>
                  <a:lnTo>
                    <a:pt x="698250" y="1497531"/>
                  </a:lnTo>
                  <a:lnTo>
                    <a:pt x="692869" y="1497531"/>
                  </a:lnTo>
                  <a:lnTo>
                    <a:pt x="687488" y="1490816"/>
                  </a:lnTo>
                  <a:lnTo>
                    <a:pt x="684797" y="1490816"/>
                  </a:lnTo>
                  <a:lnTo>
                    <a:pt x="682106" y="1486786"/>
                  </a:lnTo>
                  <a:lnTo>
                    <a:pt x="678070" y="1486786"/>
                  </a:lnTo>
                  <a:lnTo>
                    <a:pt x="668652" y="1489472"/>
                  </a:lnTo>
                  <a:lnTo>
                    <a:pt x="663271" y="1485443"/>
                  </a:lnTo>
                  <a:lnTo>
                    <a:pt x="660580" y="1478728"/>
                  </a:lnTo>
                  <a:lnTo>
                    <a:pt x="655198" y="1478728"/>
                  </a:lnTo>
                  <a:lnTo>
                    <a:pt x="649817" y="1482757"/>
                  </a:lnTo>
                  <a:lnTo>
                    <a:pt x="644435" y="1482757"/>
                  </a:lnTo>
                  <a:lnTo>
                    <a:pt x="643090" y="1485443"/>
                  </a:lnTo>
                  <a:lnTo>
                    <a:pt x="640399" y="1489472"/>
                  </a:lnTo>
                  <a:lnTo>
                    <a:pt x="640399" y="1485443"/>
                  </a:lnTo>
                  <a:lnTo>
                    <a:pt x="636363" y="1488129"/>
                  </a:lnTo>
                  <a:lnTo>
                    <a:pt x="635018" y="1492159"/>
                  </a:lnTo>
                  <a:lnTo>
                    <a:pt x="629636" y="1494845"/>
                  </a:lnTo>
                  <a:lnTo>
                    <a:pt x="626946" y="1492159"/>
                  </a:lnTo>
                  <a:lnTo>
                    <a:pt x="630982" y="1488129"/>
                  </a:lnTo>
                  <a:lnTo>
                    <a:pt x="630982" y="1485443"/>
                  </a:lnTo>
                  <a:lnTo>
                    <a:pt x="624255" y="1482757"/>
                  </a:lnTo>
                  <a:lnTo>
                    <a:pt x="616182" y="1478728"/>
                  </a:lnTo>
                  <a:lnTo>
                    <a:pt x="614837" y="1481414"/>
                  </a:lnTo>
                  <a:lnTo>
                    <a:pt x="616182" y="1486786"/>
                  </a:lnTo>
                  <a:lnTo>
                    <a:pt x="616182" y="1492159"/>
                  </a:lnTo>
                  <a:lnTo>
                    <a:pt x="610801" y="1490816"/>
                  </a:lnTo>
                  <a:lnTo>
                    <a:pt x="606765" y="1493502"/>
                  </a:lnTo>
                  <a:lnTo>
                    <a:pt x="604074" y="1500217"/>
                  </a:lnTo>
                  <a:lnTo>
                    <a:pt x="600038" y="1500217"/>
                  </a:lnTo>
                  <a:lnTo>
                    <a:pt x="591966" y="1505589"/>
                  </a:lnTo>
                  <a:lnTo>
                    <a:pt x="590620" y="1510962"/>
                  </a:lnTo>
                  <a:lnTo>
                    <a:pt x="594656" y="1516334"/>
                  </a:lnTo>
                  <a:lnTo>
                    <a:pt x="594656" y="1523049"/>
                  </a:lnTo>
                  <a:lnTo>
                    <a:pt x="586584" y="1523049"/>
                  </a:lnTo>
                  <a:lnTo>
                    <a:pt x="578512" y="1524392"/>
                  </a:lnTo>
                  <a:lnTo>
                    <a:pt x="583893" y="1544539"/>
                  </a:lnTo>
                  <a:lnTo>
                    <a:pt x="581202" y="1547225"/>
                  </a:lnTo>
                  <a:lnTo>
                    <a:pt x="582548" y="1555283"/>
                  </a:lnTo>
                  <a:lnTo>
                    <a:pt x="574476" y="1556626"/>
                  </a:lnTo>
                  <a:lnTo>
                    <a:pt x="566404" y="1551254"/>
                  </a:lnTo>
                  <a:lnTo>
                    <a:pt x="565058" y="1545882"/>
                  </a:lnTo>
                  <a:lnTo>
                    <a:pt x="551604" y="1533794"/>
                  </a:lnTo>
                  <a:lnTo>
                    <a:pt x="547568" y="1539166"/>
                  </a:lnTo>
                  <a:lnTo>
                    <a:pt x="547568" y="1545882"/>
                  </a:lnTo>
                  <a:lnTo>
                    <a:pt x="540841" y="1553940"/>
                  </a:lnTo>
                  <a:lnTo>
                    <a:pt x="535460" y="1556626"/>
                  </a:lnTo>
                  <a:lnTo>
                    <a:pt x="536805" y="1568714"/>
                  </a:lnTo>
                  <a:lnTo>
                    <a:pt x="540841" y="1572743"/>
                  </a:lnTo>
                  <a:lnTo>
                    <a:pt x="538151" y="1588860"/>
                  </a:lnTo>
                  <a:lnTo>
                    <a:pt x="534114" y="1598262"/>
                  </a:lnTo>
                  <a:lnTo>
                    <a:pt x="544878" y="1602291"/>
                  </a:lnTo>
                  <a:lnTo>
                    <a:pt x="548914" y="1609006"/>
                  </a:lnTo>
                  <a:lnTo>
                    <a:pt x="547568" y="1613035"/>
                  </a:lnTo>
                  <a:lnTo>
                    <a:pt x="555640" y="1619751"/>
                  </a:lnTo>
                  <a:lnTo>
                    <a:pt x="556986" y="1615722"/>
                  </a:lnTo>
                  <a:lnTo>
                    <a:pt x="573131" y="1621094"/>
                  </a:lnTo>
                  <a:lnTo>
                    <a:pt x="585239" y="1631839"/>
                  </a:lnTo>
                  <a:lnTo>
                    <a:pt x="596002" y="1649298"/>
                  </a:lnTo>
                  <a:lnTo>
                    <a:pt x="586584" y="1649298"/>
                  </a:lnTo>
                  <a:lnTo>
                    <a:pt x="586584" y="1653328"/>
                  </a:lnTo>
                  <a:lnTo>
                    <a:pt x="596002" y="1660043"/>
                  </a:lnTo>
                  <a:lnTo>
                    <a:pt x="602729" y="1657357"/>
                  </a:lnTo>
                  <a:lnTo>
                    <a:pt x="609455" y="1661386"/>
                  </a:lnTo>
                  <a:lnTo>
                    <a:pt x="609455" y="1661386"/>
                  </a:lnTo>
                  <a:lnTo>
                    <a:pt x="609455" y="1661386"/>
                  </a:lnTo>
                  <a:lnTo>
                    <a:pt x="609455" y="1662729"/>
                  </a:lnTo>
                  <a:lnTo>
                    <a:pt x="609455" y="1665416"/>
                  </a:lnTo>
                  <a:lnTo>
                    <a:pt x="605420" y="1666759"/>
                  </a:lnTo>
                  <a:lnTo>
                    <a:pt x="608110" y="1668102"/>
                  </a:lnTo>
                  <a:lnTo>
                    <a:pt x="608110" y="1670788"/>
                  </a:lnTo>
                  <a:lnTo>
                    <a:pt x="605420" y="1670788"/>
                  </a:lnTo>
                  <a:lnTo>
                    <a:pt x="608110" y="1672131"/>
                  </a:lnTo>
                  <a:lnTo>
                    <a:pt x="608110" y="1674817"/>
                  </a:lnTo>
                  <a:lnTo>
                    <a:pt x="604074" y="1673474"/>
                  </a:lnTo>
                  <a:lnTo>
                    <a:pt x="602729" y="1674817"/>
                  </a:lnTo>
                  <a:lnTo>
                    <a:pt x="597347" y="1673474"/>
                  </a:lnTo>
                  <a:lnTo>
                    <a:pt x="594656" y="1674817"/>
                  </a:lnTo>
                  <a:lnTo>
                    <a:pt x="602729" y="1678846"/>
                  </a:lnTo>
                  <a:lnTo>
                    <a:pt x="604074" y="1681532"/>
                  </a:lnTo>
                  <a:lnTo>
                    <a:pt x="602729" y="1682875"/>
                  </a:lnTo>
                  <a:lnTo>
                    <a:pt x="600038" y="1680189"/>
                  </a:lnTo>
                  <a:cubicBezTo>
                    <a:pt x="600038" y="1680189"/>
                    <a:pt x="597347" y="1681532"/>
                    <a:pt x="596002" y="1681532"/>
                  </a:cubicBezTo>
                  <a:cubicBezTo>
                    <a:pt x="594656" y="1681532"/>
                    <a:pt x="593311" y="1680189"/>
                    <a:pt x="593311" y="1680189"/>
                  </a:cubicBezTo>
                  <a:lnTo>
                    <a:pt x="590620" y="1680189"/>
                  </a:lnTo>
                  <a:lnTo>
                    <a:pt x="594656" y="1681532"/>
                  </a:lnTo>
                  <a:lnTo>
                    <a:pt x="596002" y="1684219"/>
                  </a:lnTo>
                  <a:lnTo>
                    <a:pt x="591966" y="1686905"/>
                  </a:lnTo>
                  <a:lnTo>
                    <a:pt x="587929" y="1686905"/>
                  </a:lnTo>
                  <a:lnTo>
                    <a:pt x="585239" y="1688248"/>
                  </a:lnTo>
                  <a:lnTo>
                    <a:pt x="582548" y="1685562"/>
                  </a:lnTo>
                  <a:lnTo>
                    <a:pt x="581202" y="1688248"/>
                  </a:lnTo>
                  <a:lnTo>
                    <a:pt x="579857" y="1689591"/>
                  </a:lnTo>
                  <a:lnTo>
                    <a:pt x="577167" y="1688248"/>
                  </a:lnTo>
                  <a:lnTo>
                    <a:pt x="574476" y="1686905"/>
                  </a:lnTo>
                  <a:lnTo>
                    <a:pt x="574476" y="1689591"/>
                  </a:lnTo>
                  <a:lnTo>
                    <a:pt x="571785" y="1693620"/>
                  </a:lnTo>
                  <a:lnTo>
                    <a:pt x="570440" y="1698992"/>
                  </a:lnTo>
                  <a:lnTo>
                    <a:pt x="567749" y="1700335"/>
                  </a:lnTo>
                  <a:lnTo>
                    <a:pt x="566404" y="1705708"/>
                  </a:lnTo>
                  <a:lnTo>
                    <a:pt x="565058" y="1709737"/>
                  </a:lnTo>
                  <a:lnTo>
                    <a:pt x="565058" y="1719139"/>
                  </a:lnTo>
                  <a:lnTo>
                    <a:pt x="562367" y="1720482"/>
                  </a:lnTo>
                  <a:lnTo>
                    <a:pt x="561022" y="1725854"/>
                  </a:lnTo>
                  <a:lnTo>
                    <a:pt x="563713" y="1735256"/>
                  </a:lnTo>
                  <a:lnTo>
                    <a:pt x="567749" y="1735256"/>
                  </a:lnTo>
                  <a:lnTo>
                    <a:pt x="570440" y="1733912"/>
                  </a:lnTo>
                  <a:lnTo>
                    <a:pt x="573131" y="1737942"/>
                  </a:lnTo>
                  <a:lnTo>
                    <a:pt x="578512" y="1739285"/>
                  </a:lnTo>
                  <a:lnTo>
                    <a:pt x="578512" y="1747343"/>
                  </a:lnTo>
                  <a:lnTo>
                    <a:pt x="583893" y="1751372"/>
                  </a:lnTo>
                  <a:lnTo>
                    <a:pt x="586584" y="1748686"/>
                  </a:lnTo>
                  <a:lnTo>
                    <a:pt x="589275" y="1748686"/>
                  </a:lnTo>
                  <a:lnTo>
                    <a:pt x="587929" y="1752716"/>
                  </a:lnTo>
                  <a:lnTo>
                    <a:pt x="586584" y="1758088"/>
                  </a:lnTo>
                  <a:lnTo>
                    <a:pt x="583893" y="1756745"/>
                  </a:lnTo>
                  <a:lnTo>
                    <a:pt x="583893" y="1760774"/>
                  </a:lnTo>
                  <a:lnTo>
                    <a:pt x="587929" y="1760774"/>
                  </a:lnTo>
                  <a:lnTo>
                    <a:pt x="587929" y="1763460"/>
                  </a:lnTo>
                  <a:lnTo>
                    <a:pt x="589275" y="1767489"/>
                  </a:lnTo>
                  <a:lnTo>
                    <a:pt x="589275" y="1775548"/>
                  </a:lnTo>
                  <a:lnTo>
                    <a:pt x="593311" y="1779577"/>
                  </a:lnTo>
                  <a:lnTo>
                    <a:pt x="594656" y="1787635"/>
                  </a:lnTo>
                  <a:lnTo>
                    <a:pt x="604074" y="1799723"/>
                  </a:lnTo>
                  <a:lnTo>
                    <a:pt x="617528" y="1810468"/>
                  </a:lnTo>
                  <a:lnTo>
                    <a:pt x="620219" y="1811811"/>
                  </a:lnTo>
                  <a:lnTo>
                    <a:pt x="620219" y="1811811"/>
                  </a:lnTo>
                  <a:lnTo>
                    <a:pt x="612146" y="1822556"/>
                  </a:lnTo>
                  <a:lnTo>
                    <a:pt x="604074" y="1826585"/>
                  </a:lnTo>
                  <a:lnTo>
                    <a:pt x="601383" y="1830614"/>
                  </a:lnTo>
                  <a:lnTo>
                    <a:pt x="589275" y="1829271"/>
                  </a:lnTo>
                  <a:lnTo>
                    <a:pt x="586584" y="1822556"/>
                  </a:lnTo>
                  <a:lnTo>
                    <a:pt x="574476" y="1813154"/>
                  </a:lnTo>
                  <a:lnTo>
                    <a:pt x="566404" y="1811811"/>
                  </a:lnTo>
                  <a:lnTo>
                    <a:pt x="563713" y="1821212"/>
                  </a:lnTo>
                  <a:lnTo>
                    <a:pt x="570440" y="1825242"/>
                  </a:lnTo>
                  <a:lnTo>
                    <a:pt x="574476" y="1830614"/>
                  </a:lnTo>
                  <a:lnTo>
                    <a:pt x="573131" y="1840016"/>
                  </a:lnTo>
                  <a:lnTo>
                    <a:pt x="563713" y="1834643"/>
                  </a:lnTo>
                  <a:lnTo>
                    <a:pt x="554295" y="1834643"/>
                  </a:lnTo>
                  <a:lnTo>
                    <a:pt x="539496" y="1826585"/>
                  </a:lnTo>
                  <a:lnTo>
                    <a:pt x="530078" y="1830614"/>
                  </a:lnTo>
                  <a:lnTo>
                    <a:pt x="530078" y="1834643"/>
                  </a:lnTo>
                  <a:lnTo>
                    <a:pt x="535460" y="1838672"/>
                  </a:lnTo>
                  <a:lnTo>
                    <a:pt x="528733" y="1833300"/>
                  </a:lnTo>
                  <a:lnTo>
                    <a:pt x="513934" y="1833300"/>
                  </a:lnTo>
                  <a:lnTo>
                    <a:pt x="511243" y="1831957"/>
                  </a:lnTo>
                  <a:lnTo>
                    <a:pt x="499135" y="1834643"/>
                  </a:lnTo>
                  <a:lnTo>
                    <a:pt x="491062" y="1837329"/>
                  </a:lnTo>
                  <a:lnTo>
                    <a:pt x="491062" y="1837329"/>
                  </a:lnTo>
                  <a:lnTo>
                    <a:pt x="485681" y="1835986"/>
                  </a:lnTo>
                  <a:lnTo>
                    <a:pt x="474918" y="1826585"/>
                  </a:lnTo>
                  <a:lnTo>
                    <a:pt x="470882" y="1825242"/>
                  </a:lnTo>
                  <a:lnTo>
                    <a:pt x="466845" y="1827928"/>
                  </a:lnTo>
                  <a:lnTo>
                    <a:pt x="464155" y="1827928"/>
                  </a:lnTo>
                  <a:lnTo>
                    <a:pt x="457428" y="1825242"/>
                  </a:lnTo>
                  <a:lnTo>
                    <a:pt x="454737" y="1827928"/>
                  </a:lnTo>
                  <a:lnTo>
                    <a:pt x="452047" y="1826585"/>
                  </a:lnTo>
                  <a:lnTo>
                    <a:pt x="450701" y="1821212"/>
                  </a:lnTo>
                  <a:lnTo>
                    <a:pt x="448010" y="1821212"/>
                  </a:lnTo>
                  <a:lnTo>
                    <a:pt x="448010" y="1821212"/>
                  </a:lnTo>
                  <a:lnTo>
                    <a:pt x="448010" y="1819869"/>
                  </a:lnTo>
                  <a:lnTo>
                    <a:pt x="446665" y="1815840"/>
                  </a:lnTo>
                  <a:lnTo>
                    <a:pt x="448010" y="1813154"/>
                  </a:lnTo>
                  <a:lnTo>
                    <a:pt x="443974" y="1805095"/>
                  </a:lnTo>
                  <a:lnTo>
                    <a:pt x="442629" y="1794351"/>
                  </a:lnTo>
                  <a:lnTo>
                    <a:pt x="439938" y="1790322"/>
                  </a:lnTo>
                  <a:lnTo>
                    <a:pt x="434556" y="1782263"/>
                  </a:lnTo>
                  <a:lnTo>
                    <a:pt x="427830" y="1780920"/>
                  </a:lnTo>
                  <a:lnTo>
                    <a:pt x="427830" y="1778234"/>
                  </a:lnTo>
                  <a:lnTo>
                    <a:pt x="421103" y="1772862"/>
                  </a:lnTo>
                  <a:lnTo>
                    <a:pt x="418412" y="1774205"/>
                  </a:lnTo>
                  <a:lnTo>
                    <a:pt x="415721" y="1772862"/>
                  </a:lnTo>
                  <a:lnTo>
                    <a:pt x="410340" y="1771519"/>
                  </a:lnTo>
                  <a:lnTo>
                    <a:pt x="406304" y="1766146"/>
                  </a:lnTo>
                  <a:lnTo>
                    <a:pt x="403613" y="1766146"/>
                  </a:lnTo>
                  <a:lnTo>
                    <a:pt x="398232" y="1764803"/>
                  </a:lnTo>
                  <a:lnTo>
                    <a:pt x="396886" y="1760774"/>
                  </a:lnTo>
                  <a:lnTo>
                    <a:pt x="392850" y="1760774"/>
                  </a:lnTo>
                  <a:lnTo>
                    <a:pt x="388814" y="1756745"/>
                  </a:lnTo>
                  <a:lnTo>
                    <a:pt x="387468" y="1754059"/>
                  </a:lnTo>
                  <a:lnTo>
                    <a:pt x="382087" y="1752716"/>
                  </a:lnTo>
                  <a:lnTo>
                    <a:pt x="379396" y="1746000"/>
                  </a:lnTo>
                  <a:lnTo>
                    <a:pt x="363252" y="1733912"/>
                  </a:lnTo>
                  <a:lnTo>
                    <a:pt x="356525" y="1732569"/>
                  </a:lnTo>
                  <a:lnTo>
                    <a:pt x="347107" y="1727197"/>
                  </a:lnTo>
                  <a:lnTo>
                    <a:pt x="337690" y="1728540"/>
                  </a:lnTo>
                  <a:lnTo>
                    <a:pt x="332308" y="1723168"/>
                  </a:lnTo>
                  <a:lnTo>
                    <a:pt x="332308" y="1719139"/>
                  </a:lnTo>
                  <a:lnTo>
                    <a:pt x="325581" y="1713766"/>
                  </a:lnTo>
                  <a:lnTo>
                    <a:pt x="322890" y="1713766"/>
                  </a:lnTo>
                  <a:lnTo>
                    <a:pt x="316164" y="1712423"/>
                  </a:lnTo>
                  <a:lnTo>
                    <a:pt x="320199" y="1709737"/>
                  </a:lnTo>
                  <a:lnTo>
                    <a:pt x="324236" y="1708394"/>
                  </a:lnTo>
                  <a:lnTo>
                    <a:pt x="322890" y="1704365"/>
                  </a:lnTo>
                  <a:lnTo>
                    <a:pt x="322890" y="1701679"/>
                  </a:lnTo>
                  <a:lnTo>
                    <a:pt x="328272" y="1703022"/>
                  </a:lnTo>
                  <a:lnTo>
                    <a:pt x="332308" y="1705708"/>
                  </a:lnTo>
                  <a:lnTo>
                    <a:pt x="333653" y="1704365"/>
                  </a:lnTo>
                  <a:lnTo>
                    <a:pt x="339035" y="1705708"/>
                  </a:lnTo>
                  <a:lnTo>
                    <a:pt x="340380" y="1697649"/>
                  </a:lnTo>
                  <a:lnTo>
                    <a:pt x="337690" y="1696306"/>
                  </a:lnTo>
                  <a:lnTo>
                    <a:pt x="337690" y="1690934"/>
                  </a:lnTo>
                  <a:lnTo>
                    <a:pt x="343071" y="1685562"/>
                  </a:lnTo>
                  <a:lnTo>
                    <a:pt x="343071" y="1684219"/>
                  </a:lnTo>
                  <a:lnTo>
                    <a:pt x="345762" y="1682875"/>
                  </a:lnTo>
                  <a:lnTo>
                    <a:pt x="349798" y="1682875"/>
                  </a:lnTo>
                  <a:lnTo>
                    <a:pt x="352488" y="1680189"/>
                  </a:lnTo>
                  <a:lnTo>
                    <a:pt x="355179" y="1678846"/>
                  </a:lnTo>
                  <a:lnTo>
                    <a:pt x="355179" y="1677503"/>
                  </a:lnTo>
                  <a:lnTo>
                    <a:pt x="349798" y="1676160"/>
                  </a:lnTo>
                  <a:lnTo>
                    <a:pt x="348452" y="1673474"/>
                  </a:lnTo>
                  <a:lnTo>
                    <a:pt x="345762" y="1676160"/>
                  </a:lnTo>
                  <a:lnTo>
                    <a:pt x="341726" y="1672131"/>
                  </a:lnTo>
                  <a:lnTo>
                    <a:pt x="337690" y="1664072"/>
                  </a:lnTo>
                  <a:lnTo>
                    <a:pt x="347107" y="1662729"/>
                  </a:lnTo>
                  <a:lnTo>
                    <a:pt x="353834" y="1664072"/>
                  </a:lnTo>
                  <a:lnTo>
                    <a:pt x="356525" y="1660043"/>
                  </a:lnTo>
                  <a:lnTo>
                    <a:pt x="353834" y="1660043"/>
                  </a:lnTo>
                  <a:lnTo>
                    <a:pt x="351143" y="1657357"/>
                  </a:lnTo>
                  <a:lnTo>
                    <a:pt x="356525" y="1653328"/>
                  </a:lnTo>
                  <a:lnTo>
                    <a:pt x="369979" y="1646612"/>
                  </a:lnTo>
                  <a:lnTo>
                    <a:pt x="371324" y="1642583"/>
                  </a:lnTo>
                  <a:lnTo>
                    <a:pt x="369979" y="1639897"/>
                  </a:lnTo>
                  <a:lnTo>
                    <a:pt x="363252" y="1641240"/>
                  </a:lnTo>
                  <a:lnTo>
                    <a:pt x="357870" y="1645269"/>
                  </a:lnTo>
                  <a:lnTo>
                    <a:pt x="352488" y="1643926"/>
                  </a:lnTo>
                  <a:lnTo>
                    <a:pt x="351143" y="1643926"/>
                  </a:lnTo>
                  <a:lnTo>
                    <a:pt x="351143" y="1643926"/>
                  </a:lnTo>
                  <a:lnTo>
                    <a:pt x="352488" y="1631839"/>
                  </a:lnTo>
                  <a:lnTo>
                    <a:pt x="355179" y="1630495"/>
                  </a:lnTo>
                  <a:lnTo>
                    <a:pt x="360561" y="1621094"/>
                  </a:lnTo>
                  <a:lnTo>
                    <a:pt x="372669" y="1619751"/>
                  </a:lnTo>
                  <a:lnTo>
                    <a:pt x="378051" y="1615722"/>
                  </a:lnTo>
                  <a:lnTo>
                    <a:pt x="376705" y="1609006"/>
                  </a:lnTo>
                  <a:lnTo>
                    <a:pt x="379396" y="1599605"/>
                  </a:lnTo>
                  <a:lnTo>
                    <a:pt x="378051" y="1591546"/>
                  </a:lnTo>
                  <a:lnTo>
                    <a:pt x="369979" y="1586174"/>
                  </a:lnTo>
                  <a:lnTo>
                    <a:pt x="371324" y="1575429"/>
                  </a:lnTo>
                  <a:lnTo>
                    <a:pt x="376705" y="1574086"/>
                  </a:lnTo>
                  <a:lnTo>
                    <a:pt x="380741" y="1568714"/>
                  </a:lnTo>
                  <a:lnTo>
                    <a:pt x="380741" y="1561998"/>
                  </a:lnTo>
                  <a:lnTo>
                    <a:pt x="376705" y="1560656"/>
                  </a:lnTo>
                  <a:lnTo>
                    <a:pt x="374015" y="1555283"/>
                  </a:lnTo>
                  <a:lnTo>
                    <a:pt x="369979" y="1559312"/>
                  </a:lnTo>
                  <a:lnTo>
                    <a:pt x="361906" y="1557969"/>
                  </a:lnTo>
                  <a:lnTo>
                    <a:pt x="355179" y="1553940"/>
                  </a:lnTo>
                  <a:lnTo>
                    <a:pt x="349798" y="1555283"/>
                  </a:lnTo>
                  <a:lnTo>
                    <a:pt x="344417" y="1552597"/>
                  </a:lnTo>
                  <a:lnTo>
                    <a:pt x="337690" y="1552597"/>
                  </a:lnTo>
                  <a:lnTo>
                    <a:pt x="328272" y="1551254"/>
                  </a:lnTo>
                  <a:lnTo>
                    <a:pt x="324236" y="1555283"/>
                  </a:lnTo>
                  <a:lnTo>
                    <a:pt x="321545" y="1549911"/>
                  </a:lnTo>
                  <a:lnTo>
                    <a:pt x="313473" y="1544539"/>
                  </a:lnTo>
                  <a:lnTo>
                    <a:pt x="308091" y="1532451"/>
                  </a:lnTo>
                  <a:lnTo>
                    <a:pt x="304055" y="1532451"/>
                  </a:lnTo>
                  <a:lnTo>
                    <a:pt x="295983" y="1539166"/>
                  </a:lnTo>
                  <a:lnTo>
                    <a:pt x="290601" y="1537823"/>
                  </a:lnTo>
                  <a:lnTo>
                    <a:pt x="283875" y="1539166"/>
                  </a:lnTo>
                  <a:lnTo>
                    <a:pt x="277148" y="1535137"/>
                  </a:lnTo>
                  <a:lnTo>
                    <a:pt x="271766" y="1540509"/>
                  </a:lnTo>
                  <a:lnTo>
                    <a:pt x="259658" y="1528422"/>
                  </a:lnTo>
                  <a:lnTo>
                    <a:pt x="256967" y="1520363"/>
                  </a:lnTo>
                  <a:lnTo>
                    <a:pt x="256967" y="1513648"/>
                  </a:lnTo>
                  <a:lnTo>
                    <a:pt x="251585" y="1512305"/>
                  </a:lnTo>
                  <a:lnTo>
                    <a:pt x="250240" y="1506932"/>
                  </a:lnTo>
                  <a:lnTo>
                    <a:pt x="244858" y="1502903"/>
                  </a:lnTo>
                  <a:lnTo>
                    <a:pt x="230059" y="1504246"/>
                  </a:lnTo>
                  <a:lnTo>
                    <a:pt x="223333" y="1494845"/>
                  </a:lnTo>
                  <a:lnTo>
                    <a:pt x="226023" y="1489472"/>
                  </a:lnTo>
                  <a:lnTo>
                    <a:pt x="220642" y="1485443"/>
                  </a:lnTo>
                  <a:lnTo>
                    <a:pt x="216606" y="1473356"/>
                  </a:lnTo>
                  <a:lnTo>
                    <a:pt x="211224" y="1473356"/>
                  </a:lnTo>
                  <a:lnTo>
                    <a:pt x="204497" y="1477385"/>
                  </a:lnTo>
                  <a:lnTo>
                    <a:pt x="191043" y="1477385"/>
                  </a:lnTo>
                  <a:lnTo>
                    <a:pt x="177589" y="1473356"/>
                  </a:lnTo>
                  <a:lnTo>
                    <a:pt x="173554" y="1477385"/>
                  </a:lnTo>
                  <a:lnTo>
                    <a:pt x="173554" y="1482757"/>
                  </a:lnTo>
                  <a:lnTo>
                    <a:pt x="166827" y="1484100"/>
                  </a:lnTo>
                  <a:lnTo>
                    <a:pt x="162791" y="1482757"/>
                  </a:lnTo>
                  <a:lnTo>
                    <a:pt x="162791" y="1476042"/>
                  </a:lnTo>
                  <a:lnTo>
                    <a:pt x="156064" y="1469326"/>
                  </a:lnTo>
                  <a:lnTo>
                    <a:pt x="157409" y="1462611"/>
                  </a:lnTo>
                  <a:lnTo>
                    <a:pt x="152027" y="1454552"/>
                  </a:lnTo>
                  <a:lnTo>
                    <a:pt x="152027" y="1447837"/>
                  </a:lnTo>
                  <a:lnTo>
                    <a:pt x="154718" y="1443808"/>
                  </a:lnTo>
                  <a:lnTo>
                    <a:pt x="160100" y="1449180"/>
                  </a:lnTo>
                  <a:lnTo>
                    <a:pt x="173554" y="1447837"/>
                  </a:lnTo>
                  <a:lnTo>
                    <a:pt x="178935" y="1439779"/>
                  </a:lnTo>
                  <a:lnTo>
                    <a:pt x="181626" y="1437092"/>
                  </a:lnTo>
                  <a:lnTo>
                    <a:pt x="174899" y="1433063"/>
                  </a:lnTo>
                  <a:lnTo>
                    <a:pt x="173554" y="1427691"/>
                  </a:lnTo>
                  <a:lnTo>
                    <a:pt x="164136" y="1419632"/>
                  </a:lnTo>
                  <a:lnTo>
                    <a:pt x="156064" y="1416946"/>
                  </a:lnTo>
                  <a:lnTo>
                    <a:pt x="153373" y="1408888"/>
                  </a:lnTo>
                  <a:lnTo>
                    <a:pt x="147991" y="1404859"/>
                  </a:lnTo>
                  <a:lnTo>
                    <a:pt x="141265" y="1395457"/>
                  </a:lnTo>
                  <a:lnTo>
                    <a:pt x="138574" y="1388742"/>
                  </a:lnTo>
                  <a:lnTo>
                    <a:pt x="131847" y="1382026"/>
                  </a:lnTo>
                  <a:lnTo>
                    <a:pt x="131847" y="1373968"/>
                  </a:lnTo>
                  <a:lnTo>
                    <a:pt x="127811" y="1368595"/>
                  </a:lnTo>
                  <a:lnTo>
                    <a:pt x="129156" y="1361880"/>
                  </a:lnTo>
                  <a:lnTo>
                    <a:pt x="127811" y="1356508"/>
                  </a:lnTo>
                  <a:lnTo>
                    <a:pt x="117048" y="1352479"/>
                  </a:lnTo>
                  <a:lnTo>
                    <a:pt x="113012" y="1352479"/>
                  </a:lnTo>
                  <a:lnTo>
                    <a:pt x="110321" y="1348449"/>
                  </a:lnTo>
                  <a:lnTo>
                    <a:pt x="102249" y="1351135"/>
                  </a:lnTo>
                  <a:lnTo>
                    <a:pt x="95522" y="1356508"/>
                  </a:lnTo>
                  <a:lnTo>
                    <a:pt x="90140" y="1348449"/>
                  </a:lnTo>
                  <a:lnTo>
                    <a:pt x="84759" y="1347106"/>
                  </a:lnTo>
                  <a:lnTo>
                    <a:pt x="78032" y="1349792"/>
                  </a:lnTo>
                  <a:lnTo>
                    <a:pt x="72650" y="1341734"/>
                  </a:lnTo>
                  <a:lnTo>
                    <a:pt x="67269" y="1344420"/>
                  </a:lnTo>
                  <a:lnTo>
                    <a:pt x="63232" y="1341734"/>
                  </a:lnTo>
                  <a:lnTo>
                    <a:pt x="61887" y="1341734"/>
                  </a:lnTo>
                  <a:lnTo>
                    <a:pt x="60542" y="1333675"/>
                  </a:lnTo>
                  <a:lnTo>
                    <a:pt x="56506" y="1328303"/>
                  </a:lnTo>
                  <a:lnTo>
                    <a:pt x="53815" y="1320245"/>
                  </a:lnTo>
                  <a:lnTo>
                    <a:pt x="52470" y="1317559"/>
                  </a:lnTo>
                  <a:lnTo>
                    <a:pt x="49779" y="1310843"/>
                  </a:lnTo>
                  <a:lnTo>
                    <a:pt x="51124" y="1308157"/>
                  </a:lnTo>
                  <a:lnTo>
                    <a:pt x="49779" y="1304128"/>
                  </a:lnTo>
                  <a:lnTo>
                    <a:pt x="47088" y="1302785"/>
                  </a:lnTo>
                  <a:lnTo>
                    <a:pt x="48434" y="1300098"/>
                  </a:lnTo>
                  <a:lnTo>
                    <a:pt x="47088" y="1296069"/>
                  </a:lnTo>
                  <a:lnTo>
                    <a:pt x="41707" y="1294726"/>
                  </a:lnTo>
                  <a:lnTo>
                    <a:pt x="45743" y="1289354"/>
                  </a:lnTo>
                  <a:lnTo>
                    <a:pt x="44397" y="1283982"/>
                  </a:lnTo>
                  <a:lnTo>
                    <a:pt x="48434" y="1279952"/>
                  </a:lnTo>
                  <a:lnTo>
                    <a:pt x="48434" y="1274580"/>
                  </a:lnTo>
                  <a:lnTo>
                    <a:pt x="36325" y="1253091"/>
                  </a:lnTo>
                  <a:lnTo>
                    <a:pt x="37670" y="1234288"/>
                  </a:lnTo>
                  <a:lnTo>
                    <a:pt x="40361" y="1231602"/>
                  </a:lnTo>
                  <a:lnTo>
                    <a:pt x="41707" y="1223543"/>
                  </a:lnTo>
                  <a:lnTo>
                    <a:pt x="45743" y="1218171"/>
                  </a:lnTo>
                  <a:lnTo>
                    <a:pt x="45743" y="1216828"/>
                  </a:lnTo>
                  <a:lnTo>
                    <a:pt x="45743" y="1215485"/>
                  </a:lnTo>
                  <a:lnTo>
                    <a:pt x="43052" y="1211456"/>
                  </a:lnTo>
                  <a:lnTo>
                    <a:pt x="43052" y="1211456"/>
                  </a:lnTo>
                  <a:lnTo>
                    <a:pt x="44397" y="1206083"/>
                  </a:lnTo>
                  <a:lnTo>
                    <a:pt x="41707" y="1202054"/>
                  </a:lnTo>
                  <a:lnTo>
                    <a:pt x="41707" y="1199368"/>
                  </a:lnTo>
                  <a:lnTo>
                    <a:pt x="44397" y="1198025"/>
                  </a:lnTo>
                  <a:lnTo>
                    <a:pt x="47088" y="1202054"/>
                  </a:lnTo>
                  <a:lnTo>
                    <a:pt x="52470" y="1200711"/>
                  </a:lnTo>
                  <a:lnTo>
                    <a:pt x="52470" y="1195339"/>
                  </a:lnTo>
                  <a:lnTo>
                    <a:pt x="55161" y="1192652"/>
                  </a:lnTo>
                  <a:lnTo>
                    <a:pt x="60542" y="1195339"/>
                  </a:lnTo>
                  <a:lnTo>
                    <a:pt x="67269" y="1191309"/>
                  </a:lnTo>
                  <a:lnTo>
                    <a:pt x="68614" y="1187280"/>
                  </a:lnTo>
                  <a:lnTo>
                    <a:pt x="71305" y="1185937"/>
                  </a:lnTo>
                  <a:lnTo>
                    <a:pt x="79377" y="1188623"/>
                  </a:lnTo>
                  <a:lnTo>
                    <a:pt x="82068" y="1184594"/>
                  </a:lnTo>
                  <a:lnTo>
                    <a:pt x="78032" y="1177879"/>
                  </a:lnTo>
                  <a:lnTo>
                    <a:pt x="73996" y="1177879"/>
                  </a:lnTo>
                  <a:lnTo>
                    <a:pt x="71305" y="1179222"/>
                  </a:lnTo>
                  <a:lnTo>
                    <a:pt x="65923" y="1179222"/>
                  </a:lnTo>
                  <a:lnTo>
                    <a:pt x="63232" y="1173849"/>
                  </a:lnTo>
                  <a:lnTo>
                    <a:pt x="56506" y="1173849"/>
                  </a:lnTo>
                  <a:lnTo>
                    <a:pt x="49779" y="1167134"/>
                  </a:lnTo>
                  <a:lnTo>
                    <a:pt x="51124" y="1164448"/>
                  </a:lnTo>
                  <a:lnTo>
                    <a:pt x="56506" y="1168477"/>
                  </a:lnTo>
                  <a:lnTo>
                    <a:pt x="56506" y="1164448"/>
                  </a:lnTo>
                  <a:lnTo>
                    <a:pt x="55161" y="1161762"/>
                  </a:lnTo>
                  <a:lnTo>
                    <a:pt x="59196" y="1159075"/>
                  </a:lnTo>
                  <a:lnTo>
                    <a:pt x="53815" y="1160419"/>
                  </a:lnTo>
                  <a:lnTo>
                    <a:pt x="47088" y="1164448"/>
                  </a:lnTo>
                  <a:lnTo>
                    <a:pt x="45743" y="1165791"/>
                  </a:lnTo>
                  <a:lnTo>
                    <a:pt x="45743" y="1165791"/>
                  </a:lnTo>
                  <a:lnTo>
                    <a:pt x="44397" y="1159075"/>
                  </a:lnTo>
                  <a:lnTo>
                    <a:pt x="56506" y="1148331"/>
                  </a:lnTo>
                  <a:lnTo>
                    <a:pt x="63232" y="1145645"/>
                  </a:lnTo>
                  <a:lnTo>
                    <a:pt x="69959" y="1133557"/>
                  </a:lnTo>
                  <a:lnTo>
                    <a:pt x="76686" y="1122812"/>
                  </a:lnTo>
                  <a:lnTo>
                    <a:pt x="82068" y="1109382"/>
                  </a:lnTo>
                  <a:lnTo>
                    <a:pt x="92831" y="1091922"/>
                  </a:lnTo>
                  <a:lnTo>
                    <a:pt x="100903" y="1073119"/>
                  </a:lnTo>
                  <a:lnTo>
                    <a:pt x="99558" y="1065060"/>
                  </a:lnTo>
                  <a:lnTo>
                    <a:pt x="88795" y="1051629"/>
                  </a:lnTo>
                  <a:lnTo>
                    <a:pt x="82068" y="1048943"/>
                  </a:lnTo>
                  <a:lnTo>
                    <a:pt x="69959" y="1032826"/>
                  </a:lnTo>
                  <a:lnTo>
                    <a:pt x="71305" y="1024768"/>
                  </a:lnTo>
                  <a:lnTo>
                    <a:pt x="76686" y="1018052"/>
                  </a:lnTo>
                  <a:lnTo>
                    <a:pt x="76686" y="1009994"/>
                  </a:lnTo>
                  <a:lnTo>
                    <a:pt x="68614" y="1004622"/>
                  </a:lnTo>
                  <a:lnTo>
                    <a:pt x="65923" y="999249"/>
                  </a:lnTo>
                  <a:lnTo>
                    <a:pt x="65923" y="989848"/>
                  </a:lnTo>
                  <a:lnTo>
                    <a:pt x="67269" y="987162"/>
                  </a:lnTo>
                  <a:lnTo>
                    <a:pt x="64578" y="981789"/>
                  </a:lnTo>
                  <a:lnTo>
                    <a:pt x="57851" y="980446"/>
                  </a:lnTo>
                  <a:lnTo>
                    <a:pt x="55161" y="976417"/>
                  </a:lnTo>
                  <a:lnTo>
                    <a:pt x="55161" y="968358"/>
                  </a:lnTo>
                  <a:lnTo>
                    <a:pt x="59196" y="964329"/>
                  </a:lnTo>
                  <a:lnTo>
                    <a:pt x="53815" y="962986"/>
                  </a:lnTo>
                  <a:lnTo>
                    <a:pt x="53815" y="958957"/>
                  </a:lnTo>
                  <a:lnTo>
                    <a:pt x="55161" y="942840"/>
                  </a:lnTo>
                  <a:lnTo>
                    <a:pt x="60542" y="941497"/>
                  </a:lnTo>
                  <a:lnTo>
                    <a:pt x="48434" y="914635"/>
                  </a:lnTo>
                  <a:lnTo>
                    <a:pt x="37670" y="894489"/>
                  </a:lnTo>
                  <a:lnTo>
                    <a:pt x="34980" y="887774"/>
                  </a:lnTo>
                  <a:lnTo>
                    <a:pt x="28253" y="881058"/>
                  </a:lnTo>
                  <a:lnTo>
                    <a:pt x="32289" y="868971"/>
                  </a:lnTo>
                  <a:lnTo>
                    <a:pt x="37670" y="860912"/>
                  </a:lnTo>
                  <a:lnTo>
                    <a:pt x="40361" y="852854"/>
                  </a:lnTo>
                  <a:lnTo>
                    <a:pt x="37670" y="850168"/>
                  </a:lnTo>
                  <a:lnTo>
                    <a:pt x="25562" y="842109"/>
                  </a:lnTo>
                  <a:lnTo>
                    <a:pt x="24217" y="836737"/>
                  </a:lnTo>
                  <a:lnTo>
                    <a:pt x="20181" y="831365"/>
                  </a:lnTo>
                  <a:lnTo>
                    <a:pt x="13454" y="827335"/>
                  </a:lnTo>
                  <a:lnTo>
                    <a:pt x="9417" y="827335"/>
                  </a:lnTo>
                  <a:lnTo>
                    <a:pt x="5381" y="815248"/>
                  </a:lnTo>
                  <a:lnTo>
                    <a:pt x="1345" y="811219"/>
                  </a:lnTo>
                  <a:lnTo>
                    <a:pt x="2691" y="801817"/>
                  </a:lnTo>
                  <a:lnTo>
                    <a:pt x="4036" y="795102"/>
                  </a:lnTo>
                  <a:lnTo>
                    <a:pt x="0" y="793758"/>
                  </a:lnTo>
                  <a:lnTo>
                    <a:pt x="4036" y="791072"/>
                  </a:lnTo>
                  <a:lnTo>
                    <a:pt x="10763" y="788386"/>
                  </a:lnTo>
                  <a:lnTo>
                    <a:pt x="10763" y="788386"/>
                  </a:lnTo>
                  <a:lnTo>
                    <a:pt x="13454" y="788386"/>
                  </a:lnTo>
                  <a:lnTo>
                    <a:pt x="13454" y="778985"/>
                  </a:lnTo>
                  <a:lnTo>
                    <a:pt x="20181" y="772269"/>
                  </a:lnTo>
                  <a:lnTo>
                    <a:pt x="26908" y="770926"/>
                  </a:lnTo>
                  <a:lnTo>
                    <a:pt x="30943" y="765554"/>
                  </a:lnTo>
                  <a:lnTo>
                    <a:pt x="30943" y="757495"/>
                  </a:lnTo>
                  <a:lnTo>
                    <a:pt x="34980" y="757495"/>
                  </a:lnTo>
                  <a:lnTo>
                    <a:pt x="40361" y="760182"/>
                  </a:lnTo>
                  <a:lnTo>
                    <a:pt x="43052" y="756152"/>
                  </a:lnTo>
                  <a:lnTo>
                    <a:pt x="43052" y="750780"/>
                  </a:lnTo>
                  <a:lnTo>
                    <a:pt x="43052" y="750780"/>
                  </a:lnTo>
                  <a:lnTo>
                    <a:pt x="48434" y="752123"/>
                  </a:lnTo>
                  <a:lnTo>
                    <a:pt x="51124" y="753466"/>
                  </a:lnTo>
                  <a:lnTo>
                    <a:pt x="51124" y="758838"/>
                  </a:lnTo>
                  <a:lnTo>
                    <a:pt x="53815" y="761525"/>
                  </a:lnTo>
                  <a:lnTo>
                    <a:pt x="53815" y="754809"/>
                  </a:lnTo>
                  <a:lnTo>
                    <a:pt x="55161" y="750780"/>
                  </a:lnTo>
                  <a:lnTo>
                    <a:pt x="59196" y="750780"/>
                  </a:lnTo>
                  <a:lnTo>
                    <a:pt x="61887" y="749437"/>
                  </a:lnTo>
                  <a:lnTo>
                    <a:pt x="57851" y="746751"/>
                  </a:lnTo>
                  <a:lnTo>
                    <a:pt x="57851" y="744065"/>
                  </a:lnTo>
                  <a:lnTo>
                    <a:pt x="60542" y="744065"/>
                  </a:lnTo>
                  <a:lnTo>
                    <a:pt x="63232" y="742722"/>
                  </a:lnTo>
                  <a:lnTo>
                    <a:pt x="63232" y="737349"/>
                  </a:lnTo>
                  <a:lnTo>
                    <a:pt x="61887" y="737349"/>
                  </a:lnTo>
                  <a:lnTo>
                    <a:pt x="60542" y="734663"/>
                  </a:lnTo>
                  <a:lnTo>
                    <a:pt x="61887" y="733320"/>
                  </a:lnTo>
                  <a:lnTo>
                    <a:pt x="67269" y="733320"/>
                  </a:lnTo>
                  <a:lnTo>
                    <a:pt x="72650" y="736006"/>
                  </a:lnTo>
                  <a:lnTo>
                    <a:pt x="75341" y="740035"/>
                  </a:lnTo>
                  <a:lnTo>
                    <a:pt x="78032" y="742722"/>
                  </a:lnTo>
                  <a:lnTo>
                    <a:pt x="79377" y="740035"/>
                  </a:lnTo>
                  <a:lnTo>
                    <a:pt x="83413" y="741379"/>
                  </a:lnTo>
                  <a:lnTo>
                    <a:pt x="84759" y="742722"/>
                  </a:lnTo>
                  <a:lnTo>
                    <a:pt x="87449" y="745408"/>
                  </a:lnTo>
                  <a:lnTo>
                    <a:pt x="87449" y="748094"/>
                  </a:lnTo>
                  <a:lnTo>
                    <a:pt x="83413" y="752123"/>
                  </a:lnTo>
                  <a:lnTo>
                    <a:pt x="79377" y="750780"/>
                  </a:lnTo>
                  <a:lnTo>
                    <a:pt x="72650" y="752123"/>
                  </a:lnTo>
                  <a:lnTo>
                    <a:pt x="68614" y="748094"/>
                  </a:lnTo>
                  <a:lnTo>
                    <a:pt x="68614" y="745408"/>
                  </a:lnTo>
                  <a:lnTo>
                    <a:pt x="65923" y="749437"/>
                  </a:lnTo>
                  <a:lnTo>
                    <a:pt x="65923" y="754809"/>
                  </a:lnTo>
                  <a:lnTo>
                    <a:pt x="67269" y="758838"/>
                  </a:lnTo>
                  <a:lnTo>
                    <a:pt x="71305" y="754809"/>
                  </a:lnTo>
                  <a:lnTo>
                    <a:pt x="72650" y="756152"/>
                  </a:lnTo>
                  <a:lnTo>
                    <a:pt x="73996" y="760182"/>
                  </a:lnTo>
                  <a:lnTo>
                    <a:pt x="78032" y="756152"/>
                  </a:lnTo>
                  <a:lnTo>
                    <a:pt x="82068" y="757495"/>
                  </a:lnTo>
                  <a:lnTo>
                    <a:pt x="82068" y="761525"/>
                  </a:lnTo>
                  <a:lnTo>
                    <a:pt x="83413" y="761525"/>
                  </a:lnTo>
                  <a:lnTo>
                    <a:pt x="86104" y="758838"/>
                  </a:lnTo>
                  <a:lnTo>
                    <a:pt x="87449" y="760182"/>
                  </a:lnTo>
                  <a:lnTo>
                    <a:pt x="87449" y="762868"/>
                  </a:lnTo>
                  <a:lnTo>
                    <a:pt x="87449" y="764211"/>
                  </a:lnTo>
                  <a:lnTo>
                    <a:pt x="91485" y="758838"/>
                  </a:lnTo>
                  <a:lnTo>
                    <a:pt x="94176" y="756152"/>
                  </a:lnTo>
                  <a:lnTo>
                    <a:pt x="96867" y="757495"/>
                  </a:lnTo>
                  <a:lnTo>
                    <a:pt x="95522" y="758838"/>
                  </a:lnTo>
                  <a:lnTo>
                    <a:pt x="94176" y="761525"/>
                  </a:lnTo>
                  <a:lnTo>
                    <a:pt x="98212" y="761525"/>
                  </a:lnTo>
                  <a:lnTo>
                    <a:pt x="99558" y="764211"/>
                  </a:lnTo>
                  <a:lnTo>
                    <a:pt x="96867" y="766897"/>
                  </a:lnTo>
                  <a:lnTo>
                    <a:pt x="94176" y="772269"/>
                  </a:lnTo>
                  <a:lnTo>
                    <a:pt x="99558" y="772269"/>
                  </a:lnTo>
                  <a:lnTo>
                    <a:pt x="102249" y="765554"/>
                  </a:lnTo>
                  <a:lnTo>
                    <a:pt x="100903" y="762868"/>
                  </a:lnTo>
                  <a:lnTo>
                    <a:pt x="102249" y="760182"/>
                  </a:lnTo>
                  <a:lnTo>
                    <a:pt x="107630" y="760182"/>
                  </a:lnTo>
                  <a:lnTo>
                    <a:pt x="111666" y="762868"/>
                  </a:lnTo>
                  <a:lnTo>
                    <a:pt x="113012" y="760182"/>
                  </a:lnTo>
                  <a:lnTo>
                    <a:pt x="110321" y="756152"/>
                  </a:lnTo>
                  <a:lnTo>
                    <a:pt x="110321" y="754809"/>
                  </a:lnTo>
                  <a:lnTo>
                    <a:pt x="115702" y="757495"/>
                  </a:lnTo>
                  <a:lnTo>
                    <a:pt x="118393" y="761525"/>
                  </a:lnTo>
                  <a:lnTo>
                    <a:pt x="126465" y="761525"/>
                  </a:lnTo>
                  <a:lnTo>
                    <a:pt x="131847" y="764211"/>
                  </a:lnTo>
                  <a:lnTo>
                    <a:pt x="135883" y="761525"/>
                  </a:lnTo>
                  <a:lnTo>
                    <a:pt x="135883" y="758838"/>
                  </a:lnTo>
                  <a:lnTo>
                    <a:pt x="142610" y="760182"/>
                  </a:lnTo>
                  <a:lnTo>
                    <a:pt x="147991" y="762868"/>
                  </a:lnTo>
                  <a:lnTo>
                    <a:pt x="149337" y="760182"/>
                  </a:lnTo>
                  <a:lnTo>
                    <a:pt x="156064" y="762868"/>
                  </a:lnTo>
                  <a:lnTo>
                    <a:pt x="182971" y="777642"/>
                  </a:lnTo>
                  <a:lnTo>
                    <a:pt x="200461" y="789729"/>
                  </a:lnTo>
                  <a:lnTo>
                    <a:pt x="204497" y="793758"/>
                  </a:lnTo>
                  <a:lnTo>
                    <a:pt x="209879" y="795102"/>
                  </a:lnTo>
                  <a:lnTo>
                    <a:pt x="216606" y="804503"/>
                  </a:lnTo>
                  <a:lnTo>
                    <a:pt x="220642" y="805846"/>
                  </a:lnTo>
                  <a:lnTo>
                    <a:pt x="219296" y="803160"/>
                  </a:lnTo>
                  <a:lnTo>
                    <a:pt x="219296" y="800474"/>
                  </a:lnTo>
                  <a:lnTo>
                    <a:pt x="221987" y="800474"/>
                  </a:lnTo>
                  <a:lnTo>
                    <a:pt x="230059" y="807189"/>
                  </a:lnTo>
                  <a:lnTo>
                    <a:pt x="234095" y="807189"/>
                  </a:lnTo>
                  <a:lnTo>
                    <a:pt x="240822" y="812562"/>
                  </a:lnTo>
                  <a:lnTo>
                    <a:pt x="244858" y="811219"/>
                  </a:lnTo>
                  <a:lnTo>
                    <a:pt x="240822" y="805846"/>
                  </a:lnTo>
                  <a:lnTo>
                    <a:pt x="239477" y="803160"/>
                  </a:lnTo>
                  <a:lnTo>
                    <a:pt x="242168" y="803160"/>
                  </a:lnTo>
                  <a:lnTo>
                    <a:pt x="247549" y="808532"/>
                  </a:lnTo>
                  <a:lnTo>
                    <a:pt x="247549" y="813905"/>
                  </a:lnTo>
                  <a:lnTo>
                    <a:pt x="258312" y="820620"/>
                  </a:lnTo>
                  <a:lnTo>
                    <a:pt x="258312" y="823306"/>
                  </a:lnTo>
                  <a:lnTo>
                    <a:pt x="263694" y="825992"/>
                  </a:lnTo>
                  <a:lnTo>
                    <a:pt x="265039" y="823306"/>
                  </a:lnTo>
                  <a:lnTo>
                    <a:pt x="269075" y="824649"/>
                  </a:lnTo>
                  <a:lnTo>
                    <a:pt x="274457" y="830022"/>
                  </a:lnTo>
                  <a:lnTo>
                    <a:pt x="275802" y="836737"/>
                  </a:lnTo>
                  <a:lnTo>
                    <a:pt x="278493" y="839423"/>
                  </a:lnTo>
                  <a:lnTo>
                    <a:pt x="282529" y="846138"/>
                  </a:lnTo>
                  <a:lnTo>
                    <a:pt x="283875" y="846138"/>
                  </a:lnTo>
                  <a:lnTo>
                    <a:pt x="285220" y="847482"/>
                  </a:lnTo>
                  <a:lnTo>
                    <a:pt x="285220" y="854197"/>
                  </a:lnTo>
                  <a:lnTo>
                    <a:pt x="285220" y="859569"/>
                  </a:lnTo>
                  <a:lnTo>
                    <a:pt x="283875" y="867628"/>
                  </a:lnTo>
                  <a:lnTo>
                    <a:pt x="282529" y="871657"/>
                  </a:lnTo>
                  <a:lnTo>
                    <a:pt x="282529" y="875686"/>
                  </a:lnTo>
                  <a:lnTo>
                    <a:pt x="277148" y="882402"/>
                  </a:lnTo>
                  <a:lnTo>
                    <a:pt x="275802" y="886431"/>
                  </a:lnTo>
                  <a:lnTo>
                    <a:pt x="266384" y="899862"/>
                  </a:lnTo>
                  <a:lnTo>
                    <a:pt x="259658" y="903891"/>
                  </a:lnTo>
                  <a:lnTo>
                    <a:pt x="251585" y="905234"/>
                  </a:lnTo>
                  <a:lnTo>
                    <a:pt x="247549" y="907920"/>
                  </a:lnTo>
                  <a:lnTo>
                    <a:pt x="239477" y="907920"/>
                  </a:lnTo>
                  <a:lnTo>
                    <a:pt x="238131" y="910606"/>
                  </a:lnTo>
                  <a:lnTo>
                    <a:pt x="226023" y="911949"/>
                  </a:lnTo>
                  <a:lnTo>
                    <a:pt x="211224" y="910606"/>
                  </a:lnTo>
                  <a:lnTo>
                    <a:pt x="203152" y="907920"/>
                  </a:lnTo>
                  <a:lnTo>
                    <a:pt x="196425" y="903891"/>
                  </a:lnTo>
                  <a:lnTo>
                    <a:pt x="192389" y="906577"/>
                  </a:lnTo>
                  <a:lnTo>
                    <a:pt x="188353" y="905234"/>
                  </a:lnTo>
                  <a:lnTo>
                    <a:pt x="181626" y="905234"/>
                  </a:lnTo>
                  <a:lnTo>
                    <a:pt x="180280" y="902548"/>
                  </a:lnTo>
                  <a:lnTo>
                    <a:pt x="176244" y="901205"/>
                  </a:lnTo>
                  <a:lnTo>
                    <a:pt x="172208" y="903891"/>
                  </a:lnTo>
                  <a:lnTo>
                    <a:pt x="165481" y="897175"/>
                  </a:lnTo>
                  <a:lnTo>
                    <a:pt x="165481" y="894489"/>
                  </a:lnTo>
                  <a:lnTo>
                    <a:pt x="160100" y="895832"/>
                  </a:lnTo>
                  <a:lnTo>
                    <a:pt x="156064" y="895832"/>
                  </a:lnTo>
                  <a:lnTo>
                    <a:pt x="158754" y="894489"/>
                  </a:lnTo>
                  <a:lnTo>
                    <a:pt x="150682" y="894489"/>
                  </a:lnTo>
                  <a:lnTo>
                    <a:pt x="147991" y="897175"/>
                  </a:lnTo>
                  <a:lnTo>
                    <a:pt x="142610" y="897175"/>
                  </a:lnTo>
                  <a:lnTo>
                    <a:pt x="142610" y="894489"/>
                  </a:lnTo>
                  <a:lnTo>
                    <a:pt x="141265" y="893146"/>
                  </a:lnTo>
                  <a:lnTo>
                    <a:pt x="143955" y="890460"/>
                  </a:lnTo>
                  <a:lnTo>
                    <a:pt x="141265" y="886431"/>
                  </a:lnTo>
                  <a:lnTo>
                    <a:pt x="139919" y="889117"/>
                  </a:lnTo>
                  <a:lnTo>
                    <a:pt x="131847" y="889117"/>
                  </a:lnTo>
                  <a:lnTo>
                    <a:pt x="126465" y="885088"/>
                  </a:lnTo>
                  <a:lnTo>
                    <a:pt x="119738" y="885088"/>
                  </a:lnTo>
                  <a:lnTo>
                    <a:pt x="115702" y="885088"/>
                  </a:lnTo>
                  <a:lnTo>
                    <a:pt x="104939" y="875686"/>
                  </a:lnTo>
                  <a:lnTo>
                    <a:pt x="103594" y="870314"/>
                  </a:lnTo>
                  <a:lnTo>
                    <a:pt x="96867" y="870314"/>
                  </a:lnTo>
                  <a:lnTo>
                    <a:pt x="95522" y="868971"/>
                  </a:lnTo>
                  <a:lnTo>
                    <a:pt x="90140" y="868971"/>
                  </a:lnTo>
                  <a:lnTo>
                    <a:pt x="88795" y="870314"/>
                  </a:lnTo>
                  <a:lnTo>
                    <a:pt x="94176" y="874343"/>
                  </a:lnTo>
                  <a:lnTo>
                    <a:pt x="95522" y="882402"/>
                  </a:lnTo>
                  <a:lnTo>
                    <a:pt x="102249" y="886431"/>
                  </a:lnTo>
                  <a:lnTo>
                    <a:pt x="103594" y="890460"/>
                  </a:lnTo>
                  <a:lnTo>
                    <a:pt x="111666" y="891803"/>
                  </a:lnTo>
                  <a:lnTo>
                    <a:pt x="113012" y="893146"/>
                  </a:lnTo>
                  <a:lnTo>
                    <a:pt x="107630" y="895832"/>
                  </a:lnTo>
                  <a:lnTo>
                    <a:pt x="106285" y="898519"/>
                  </a:lnTo>
                  <a:lnTo>
                    <a:pt x="107630" y="899862"/>
                  </a:lnTo>
                  <a:lnTo>
                    <a:pt x="115702" y="897175"/>
                  </a:lnTo>
                  <a:lnTo>
                    <a:pt x="119738" y="894489"/>
                  </a:lnTo>
                  <a:lnTo>
                    <a:pt x="123774" y="897175"/>
                  </a:lnTo>
                  <a:lnTo>
                    <a:pt x="119738" y="898519"/>
                  </a:lnTo>
                  <a:lnTo>
                    <a:pt x="119738" y="899862"/>
                  </a:lnTo>
                  <a:lnTo>
                    <a:pt x="125120" y="899862"/>
                  </a:lnTo>
                  <a:lnTo>
                    <a:pt x="123774" y="903891"/>
                  </a:lnTo>
                  <a:lnTo>
                    <a:pt x="118393" y="905234"/>
                  </a:lnTo>
                  <a:lnTo>
                    <a:pt x="115702" y="907920"/>
                  </a:lnTo>
                  <a:lnTo>
                    <a:pt x="122429" y="909263"/>
                  </a:lnTo>
                  <a:lnTo>
                    <a:pt x="125120" y="907920"/>
                  </a:lnTo>
                  <a:lnTo>
                    <a:pt x="129156" y="907920"/>
                  </a:lnTo>
                  <a:lnTo>
                    <a:pt x="131847" y="910606"/>
                  </a:lnTo>
                  <a:lnTo>
                    <a:pt x="134538" y="907920"/>
                  </a:lnTo>
                  <a:lnTo>
                    <a:pt x="146646" y="913292"/>
                  </a:lnTo>
                  <a:lnTo>
                    <a:pt x="152027" y="921351"/>
                  </a:lnTo>
                  <a:lnTo>
                    <a:pt x="154718" y="921351"/>
                  </a:lnTo>
                  <a:lnTo>
                    <a:pt x="153373" y="924037"/>
                  </a:lnTo>
                  <a:lnTo>
                    <a:pt x="153373" y="928066"/>
                  </a:lnTo>
                  <a:lnTo>
                    <a:pt x="154718" y="928066"/>
                  </a:lnTo>
                  <a:lnTo>
                    <a:pt x="154718" y="933438"/>
                  </a:lnTo>
                  <a:lnTo>
                    <a:pt x="153373" y="941497"/>
                  </a:lnTo>
                  <a:lnTo>
                    <a:pt x="149337" y="942840"/>
                  </a:lnTo>
                  <a:lnTo>
                    <a:pt x="147991" y="946869"/>
                  </a:lnTo>
                  <a:lnTo>
                    <a:pt x="152027" y="948212"/>
                  </a:lnTo>
                  <a:lnTo>
                    <a:pt x="152027" y="953585"/>
                  </a:lnTo>
                  <a:lnTo>
                    <a:pt x="158754" y="960300"/>
                  </a:lnTo>
                  <a:lnTo>
                    <a:pt x="158754" y="964329"/>
                  </a:lnTo>
                  <a:lnTo>
                    <a:pt x="164136" y="968358"/>
                  </a:lnTo>
                  <a:lnTo>
                    <a:pt x="164136" y="973731"/>
                  </a:lnTo>
                  <a:lnTo>
                    <a:pt x="165481" y="979103"/>
                  </a:lnTo>
                  <a:lnTo>
                    <a:pt x="162791" y="983132"/>
                  </a:lnTo>
                  <a:lnTo>
                    <a:pt x="165481" y="985819"/>
                  </a:lnTo>
                  <a:lnTo>
                    <a:pt x="168172" y="989848"/>
                  </a:lnTo>
                  <a:lnTo>
                    <a:pt x="178935" y="993877"/>
                  </a:lnTo>
                  <a:lnTo>
                    <a:pt x="184316" y="989848"/>
                  </a:lnTo>
                  <a:lnTo>
                    <a:pt x="185662" y="989848"/>
                  </a:lnTo>
                  <a:lnTo>
                    <a:pt x="189698" y="995220"/>
                  </a:lnTo>
                  <a:lnTo>
                    <a:pt x="193734" y="997906"/>
                  </a:lnTo>
                  <a:lnTo>
                    <a:pt x="193734" y="1004622"/>
                  </a:lnTo>
                  <a:lnTo>
                    <a:pt x="196425" y="1005965"/>
                  </a:lnTo>
                  <a:lnTo>
                    <a:pt x="204497" y="1005965"/>
                  </a:lnTo>
                  <a:lnTo>
                    <a:pt x="207188" y="1008651"/>
                  </a:lnTo>
                  <a:lnTo>
                    <a:pt x="213915" y="1008651"/>
                  </a:lnTo>
                  <a:lnTo>
                    <a:pt x="217951" y="1012680"/>
                  </a:lnTo>
                  <a:lnTo>
                    <a:pt x="220642" y="1012680"/>
                  </a:lnTo>
                  <a:lnTo>
                    <a:pt x="226023" y="1007308"/>
                  </a:lnTo>
                  <a:lnTo>
                    <a:pt x="230059" y="1007308"/>
                  </a:lnTo>
                  <a:lnTo>
                    <a:pt x="232750" y="1005965"/>
                  </a:lnTo>
                  <a:lnTo>
                    <a:pt x="232750" y="997906"/>
                  </a:lnTo>
                  <a:lnTo>
                    <a:pt x="228714" y="995220"/>
                  </a:lnTo>
                  <a:lnTo>
                    <a:pt x="230059" y="992534"/>
                  </a:lnTo>
                  <a:lnTo>
                    <a:pt x="230059" y="991191"/>
                  </a:lnTo>
                  <a:lnTo>
                    <a:pt x="224678" y="988505"/>
                  </a:lnTo>
                  <a:lnTo>
                    <a:pt x="224678" y="984475"/>
                  </a:lnTo>
                  <a:lnTo>
                    <a:pt x="220642" y="987162"/>
                  </a:lnTo>
                  <a:lnTo>
                    <a:pt x="217951" y="987162"/>
                  </a:lnTo>
                  <a:lnTo>
                    <a:pt x="212569" y="989848"/>
                  </a:lnTo>
                  <a:lnTo>
                    <a:pt x="205842" y="987162"/>
                  </a:lnTo>
                  <a:lnTo>
                    <a:pt x="201806" y="981789"/>
                  </a:lnTo>
                  <a:lnTo>
                    <a:pt x="195080" y="979103"/>
                  </a:lnTo>
                  <a:lnTo>
                    <a:pt x="193734" y="973731"/>
                  </a:lnTo>
                  <a:lnTo>
                    <a:pt x="191043" y="967015"/>
                  </a:lnTo>
                  <a:lnTo>
                    <a:pt x="196425" y="967015"/>
                  </a:lnTo>
                  <a:lnTo>
                    <a:pt x="199116" y="964329"/>
                  </a:lnTo>
                  <a:lnTo>
                    <a:pt x="197770" y="961643"/>
                  </a:lnTo>
                  <a:lnTo>
                    <a:pt x="199116" y="958957"/>
                  </a:lnTo>
                  <a:lnTo>
                    <a:pt x="197770" y="956271"/>
                  </a:lnTo>
                  <a:lnTo>
                    <a:pt x="199116" y="953585"/>
                  </a:lnTo>
                  <a:lnTo>
                    <a:pt x="204497" y="953585"/>
                  </a:lnTo>
                  <a:lnTo>
                    <a:pt x="209879" y="957614"/>
                  </a:lnTo>
                  <a:lnTo>
                    <a:pt x="216606" y="958957"/>
                  </a:lnTo>
                  <a:lnTo>
                    <a:pt x="220642" y="964329"/>
                  </a:lnTo>
                  <a:lnTo>
                    <a:pt x="226023" y="968358"/>
                  </a:lnTo>
                  <a:lnTo>
                    <a:pt x="235441" y="968358"/>
                  </a:lnTo>
                  <a:lnTo>
                    <a:pt x="236786" y="971045"/>
                  </a:lnTo>
                  <a:lnTo>
                    <a:pt x="242168" y="971045"/>
                  </a:lnTo>
                  <a:lnTo>
                    <a:pt x="258312" y="979103"/>
                  </a:lnTo>
                  <a:lnTo>
                    <a:pt x="265039" y="985819"/>
                  </a:lnTo>
                  <a:lnTo>
                    <a:pt x="267730" y="981789"/>
                  </a:lnTo>
                  <a:lnTo>
                    <a:pt x="271766" y="977760"/>
                  </a:lnTo>
                  <a:lnTo>
                    <a:pt x="271766" y="972388"/>
                  </a:lnTo>
                  <a:lnTo>
                    <a:pt x="275802" y="972388"/>
                  </a:lnTo>
                  <a:lnTo>
                    <a:pt x="279838" y="968358"/>
                  </a:lnTo>
                  <a:lnTo>
                    <a:pt x="273111" y="957614"/>
                  </a:lnTo>
                  <a:lnTo>
                    <a:pt x="261003" y="945526"/>
                  </a:lnTo>
                  <a:lnTo>
                    <a:pt x="258312" y="937468"/>
                  </a:lnTo>
                  <a:lnTo>
                    <a:pt x="258312" y="933438"/>
                  </a:lnTo>
                  <a:lnTo>
                    <a:pt x="265039" y="928066"/>
                  </a:lnTo>
                  <a:lnTo>
                    <a:pt x="270421" y="920008"/>
                  </a:lnTo>
                  <a:lnTo>
                    <a:pt x="271766" y="913292"/>
                  </a:lnTo>
                  <a:lnTo>
                    <a:pt x="275802" y="909263"/>
                  </a:lnTo>
                  <a:lnTo>
                    <a:pt x="282529" y="907920"/>
                  </a:lnTo>
                  <a:lnTo>
                    <a:pt x="290601" y="901205"/>
                  </a:lnTo>
                  <a:lnTo>
                    <a:pt x="295983" y="889117"/>
                  </a:lnTo>
                  <a:lnTo>
                    <a:pt x="300019" y="886431"/>
                  </a:lnTo>
                  <a:lnTo>
                    <a:pt x="306746" y="887774"/>
                  </a:lnTo>
                  <a:lnTo>
                    <a:pt x="312127" y="891803"/>
                  </a:lnTo>
                  <a:lnTo>
                    <a:pt x="320199" y="890460"/>
                  </a:lnTo>
                  <a:lnTo>
                    <a:pt x="328272" y="891803"/>
                  </a:lnTo>
                  <a:lnTo>
                    <a:pt x="330963" y="895832"/>
                  </a:lnTo>
                  <a:lnTo>
                    <a:pt x="334999" y="898519"/>
                  </a:lnTo>
                  <a:lnTo>
                    <a:pt x="341726" y="893146"/>
                  </a:lnTo>
                  <a:lnTo>
                    <a:pt x="348452" y="898519"/>
                  </a:lnTo>
                  <a:lnTo>
                    <a:pt x="349798" y="905234"/>
                  </a:lnTo>
                  <a:lnTo>
                    <a:pt x="352488" y="907920"/>
                  </a:lnTo>
                  <a:lnTo>
                    <a:pt x="351143" y="898519"/>
                  </a:lnTo>
                  <a:lnTo>
                    <a:pt x="347107" y="891803"/>
                  </a:lnTo>
                  <a:lnTo>
                    <a:pt x="349798" y="889117"/>
                  </a:lnTo>
                  <a:lnTo>
                    <a:pt x="349798" y="877029"/>
                  </a:lnTo>
                  <a:lnTo>
                    <a:pt x="351143" y="873000"/>
                  </a:lnTo>
                  <a:lnTo>
                    <a:pt x="348452" y="871657"/>
                  </a:lnTo>
                  <a:lnTo>
                    <a:pt x="348452" y="868971"/>
                  </a:lnTo>
                  <a:lnTo>
                    <a:pt x="349798" y="866285"/>
                  </a:lnTo>
                  <a:lnTo>
                    <a:pt x="348452" y="862255"/>
                  </a:lnTo>
                  <a:lnTo>
                    <a:pt x="349798" y="859569"/>
                  </a:lnTo>
                  <a:lnTo>
                    <a:pt x="345762" y="855540"/>
                  </a:lnTo>
                  <a:lnTo>
                    <a:pt x="340380" y="852854"/>
                  </a:lnTo>
                  <a:lnTo>
                    <a:pt x="332308" y="852854"/>
                  </a:lnTo>
                  <a:lnTo>
                    <a:pt x="329617" y="846138"/>
                  </a:lnTo>
                  <a:lnTo>
                    <a:pt x="330963" y="839423"/>
                  </a:lnTo>
                  <a:lnTo>
                    <a:pt x="330963" y="827335"/>
                  </a:lnTo>
                  <a:lnTo>
                    <a:pt x="332308" y="825992"/>
                  </a:lnTo>
                  <a:lnTo>
                    <a:pt x="330963" y="821963"/>
                  </a:lnTo>
                  <a:lnTo>
                    <a:pt x="330963" y="816591"/>
                  </a:lnTo>
                  <a:lnTo>
                    <a:pt x="333653" y="815248"/>
                  </a:lnTo>
                  <a:lnTo>
                    <a:pt x="330963" y="811219"/>
                  </a:lnTo>
                  <a:lnTo>
                    <a:pt x="330963" y="804503"/>
                  </a:lnTo>
                  <a:lnTo>
                    <a:pt x="326926" y="793758"/>
                  </a:lnTo>
                  <a:lnTo>
                    <a:pt x="318854" y="788386"/>
                  </a:lnTo>
                  <a:lnTo>
                    <a:pt x="305400" y="777642"/>
                  </a:lnTo>
                  <a:lnTo>
                    <a:pt x="305400" y="774955"/>
                  </a:lnTo>
                  <a:lnTo>
                    <a:pt x="310782" y="774955"/>
                  </a:lnTo>
                  <a:lnTo>
                    <a:pt x="321545" y="781671"/>
                  </a:lnTo>
                  <a:lnTo>
                    <a:pt x="328272" y="781671"/>
                  </a:lnTo>
                  <a:lnTo>
                    <a:pt x="332308" y="778985"/>
                  </a:lnTo>
                  <a:lnTo>
                    <a:pt x="341726" y="777642"/>
                  </a:lnTo>
                  <a:lnTo>
                    <a:pt x="355179" y="778985"/>
                  </a:lnTo>
                  <a:lnTo>
                    <a:pt x="361906" y="783014"/>
                  </a:lnTo>
                  <a:lnTo>
                    <a:pt x="361906" y="787043"/>
                  </a:lnTo>
                  <a:lnTo>
                    <a:pt x="367288" y="793758"/>
                  </a:lnTo>
                  <a:lnTo>
                    <a:pt x="372669" y="795102"/>
                  </a:lnTo>
                  <a:lnTo>
                    <a:pt x="374015" y="799131"/>
                  </a:lnTo>
                  <a:lnTo>
                    <a:pt x="380741" y="808532"/>
                  </a:lnTo>
                  <a:lnTo>
                    <a:pt x="379396" y="812562"/>
                  </a:lnTo>
                  <a:lnTo>
                    <a:pt x="369979" y="812562"/>
                  </a:lnTo>
                  <a:lnTo>
                    <a:pt x="367288" y="816591"/>
                  </a:lnTo>
                  <a:lnTo>
                    <a:pt x="359215" y="816591"/>
                  </a:lnTo>
                  <a:lnTo>
                    <a:pt x="356525" y="819277"/>
                  </a:lnTo>
                  <a:lnTo>
                    <a:pt x="357870" y="821963"/>
                  </a:lnTo>
                  <a:lnTo>
                    <a:pt x="355179" y="825992"/>
                  </a:lnTo>
                  <a:lnTo>
                    <a:pt x="352488" y="824649"/>
                  </a:lnTo>
                  <a:lnTo>
                    <a:pt x="351143" y="827335"/>
                  </a:lnTo>
                  <a:lnTo>
                    <a:pt x="351143" y="835394"/>
                  </a:lnTo>
                  <a:lnTo>
                    <a:pt x="355179" y="838080"/>
                  </a:lnTo>
                  <a:lnTo>
                    <a:pt x="365942" y="847482"/>
                  </a:lnTo>
                  <a:lnTo>
                    <a:pt x="376705" y="860912"/>
                  </a:lnTo>
                  <a:lnTo>
                    <a:pt x="382087" y="860912"/>
                  </a:lnTo>
                  <a:lnTo>
                    <a:pt x="388814" y="855540"/>
                  </a:lnTo>
                  <a:lnTo>
                    <a:pt x="391505" y="860912"/>
                  </a:lnTo>
                  <a:lnTo>
                    <a:pt x="394195" y="858226"/>
                  </a:lnTo>
                  <a:lnTo>
                    <a:pt x="399577" y="858226"/>
                  </a:lnTo>
                  <a:lnTo>
                    <a:pt x="400922" y="855540"/>
                  </a:lnTo>
                  <a:lnTo>
                    <a:pt x="410340" y="851511"/>
                  </a:lnTo>
                  <a:lnTo>
                    <a:pt x="411685" y="846138"/>
                  </a:lnTo>
                  <a:lnTo>
                    <a:pt x="408994" y="838080"/>
                  </a:lnTo>
                  <a:lnTo>
                    <a:pt x="411685" y="832708"/>
                  </a:lnTo>
                  <a:lnTo>
                    <a:pt x="411685" y="828679"/>
                  </a:lnTo>
                  <a:lnTo>
                    <a:pt x="407649" y="823306"/>
                  </a:lnTo>
                  <a:lnTo>
                    <a:pt x="410340" y="820620"/>
                  </a:lnTo>
                  <a:lnTo>
                    <a:pt x="423794" y="819277"/>
                  </a:lnTo>
                  <a:lnTo>
                    <a:pt x="426484" y="816591"/>
                  </a:lnTo>
                  <a:lnTo>
                    <a:pt x="434556" y="819277"/>
                  </a:lnTo>
                  <a:lnTo>
                    <a:pt x="433211" y="815248"/>
                  </a:lnTo>
                  <a:lnTo>
                    <a:pt x="426484" y="809875"/>
                  </a:lnTo>
                  <a:lnTo>
                    <a:pt x="423794" y="804503"/>
                  </a:lnTo>
                  <a:lnTo>
                    <a:pt x="426484" y="804503"/>
                  </a:lnTo>
                  <a:lnTo>
                    <a:pt x="430521" y="808532"/>
                  </a:lnTo>
                  <a:lnTo>
                    <a:pt x="434556" y="805846"/>
                  </a:lnTo>
                  <a:lnTo>
                    <a:pt x="443974" y="793758"/>
                  </a:lnTo>
                  <a:lnTo>
                    <a:pt x="446665" y="792415"/>
                  </a:lnTo>
                  <a:lnTo>
                    <a:pt x="457428" y="778985"/>
                  </a:lnTo>
                  <a:lnTo>
                    <a:pt x="457428" y="777642"/>
                  </a:lnTo>
                  <a:lnTo>
                    <a:pt x="460119" y="776299"/>
                  </a:lnTo>
                  <a:lnTo>
                    <a:pt x="465500" y="777642"/>
                  </a:lnTo>
                  <a:lnTo>
                    <a:pt x="472227" y="774955"/>
                  </a:lnTo>
                  <a:lnTo>
                    <a:pt x="473572" y="772269"/>
                  </a:lnTo>
                  <a:lnTo>
                    <a:pt x="484336" y="769583"/>
                  </a:lnTo>
                  <a:lnTo>
                    <a:pt x="484336" y="773612"/>
                  </a:lnTo>
                  <a:lnTo>
                    <a:pt x="485681" y="773612"/>
                  </a:lnTo>
                  <a:lnTo>
                    <a:pt x="487026" y="777642"/>
                  </a:lnTo>
                  <a:lnTo>
                    <a:pt x="485681" y="780328"/>
                  </a:lnTo>
                  <a:lnTo>
                    <a:pt x="488372" y="781671"/>
                  </a:lnTo>
                  <a:lnTo>
                    <a:pt x="493753" y="776299"/>
                  </a:lnTo>
                  <a:lnTo>
                    <a:pt x="493753" y="772269"/>
                  </a:lnTo>
                  <a:lnTo>
                    <a:pt x="491062" y="770926"/>
                  </a:lnTo>
                  <a:lnTo>
                    <a:pt x="487026" y="766897"/>
                  </a:lnTo>
                  <a:lnTo>
                    <a:pt x="487026" y="764211"/>
                  </a:lnTo>
                  <a:lnTo>
                    <a:pt x="496444" y="754809"/>
                  </a:lnTo>
                  <a:lnTo>
                    <a:pt x="497789" y="754809"/>
                  </a:lnTo>
                  <a:lnTo>
                    <a:pt x="499135" y="757495"/>
                  </a:lnTo>
                  <a:lnTo>
                    <a:pt x="497789" y="758838"/>
                  </a:lnTo>
                  <a:lnTo>
                    <a:pt x="496444" y="761525"/>
                  </a:lnTo>
                  <a:lnTo>
                    <a:pt x="501825" y="766897"/>
                  </a:lnTo>
                  <a:lnTo>
                    <a:pt x="504516" y="765554"/>
                  </a:lnTo>
                  <a:lnTo>
                    <a:pt x="507207" y="761525"/>
                  </a:lnTo>
                  <a:lnTo>
                    <a:pt x="505862" y="758838"/>
                  </a:lnTo>
                  <a:lnTo>
                    <a:pt x="504516" y="753466"/>
                  </a:lnTo>
                  <a:lnTo>
                    <a:pt x="509898" y="750780"/>
                  </a:lnTo>
                  <a:lnTo>
                    <a:pt x="513934" y="748094"/>
                  </a:lnTo>
                  <a:lnTo>
                    <a:pt x="527387" y="742722"/>
                  </a:lnTo>
                  <a:lnTo>
                    <a:pt x="536805" y="741379"/>
                  </a:lnTo>
                  <a:lnTo>
                    <a:pt x="538151" y="744065"/>
                  </a:lnTo>
                  <a:lnTo>
                    <a:pt x="532769" y="746751"/>
                  </a:lnTo>
                  <a:lnTo>
                    <a:pt x="528733" y="746751"/>
                  </a:lnTo>
                  <a:lnTo>
                    <a:pt x="519315" y="750780"/>
                  </a:lnTo>
                  <a:lnTo>
                    <a:pt x="520661" y="753466"/>
                  </a:lnTo>
                  <a:lnTo>
                    <a:pt x="524697" y="754809"/>
                  </a:lnTo>
                  <a:lnTo>
                    <a:pt x="527387" y="753466"/>
                  </a:lnTo>
                  <a:lnTo>
                    <a:pt x="532769" y="758838"/>
                  </a:lnTo>
                  <a:lnTo>
                    <a:pt x="530078" y="760182"/>
                  </a:lnTo>
                  <a:lnTo>
                    <a:pt x="528733" y="762868"/>
                  </a:lnTo>
                  <a:lnTo>
                    <a:pt x="532769" y="768240"/>
                  </a:lnTo>
                  <a:lnTo>
                    <a:pt x="530078" y="772269"/>
                  </a:lnTo>
                  <a:lnTo>
                    <a:pt x="524697" y="772269"/>
                  </a:lnTo>
                  <a:lnTo>
                    <a:pt x="519315" y="777642"/>
                  </a:lnTo>
                  <a:lnTo>
                    <a:pt x="520661" y="781671"/>
                  </a:lnTo>
                  <a:lnTo>
                    <a:pt x="524697" y="783014"/>
                  </a:lnTo>
                  <a:lnTo>
                    <a:pt x="527387" y="781671"/>
                  </a:lnTo>
                  <a:lnTo>
                    <a:pt x="530078" y="781671"/>
                  </a:lnTo>
                  <a:lnTo>
                    <a:pt x="534114" y="778985"/>
                  </a:lnTo>
                  <a:lnTo>
                    <a:pt x="539496" y="781671"/>
                  </a:lnTo>
                  <a:lnTo>
                    <a:pt x="539496" y="788386"/>
                  </a:lnTo>
                  <a:lnTo>
                    <a:pt x="542187" y="781671"/>
                  </a:lnTo>
                  <a:lnTo>
                    <a:pt x="547568" y="774955"/>
                  </a:lnTo>
                  <a:lnTo>
                    <a:pt x="550259" y="774955"/>
                  </a:lnTo>
                  <a:lnTo>
                    <a:pt x="552950" y="778985"/>
                  </a:lnTo>
                  <a:lnTo>
                    <a:pt x="556986" y="781671"/>
                  </a:lnTo>
                  <a:lnTo>
                    <a:pt x="558331" y="778985"/>
                  </a:lnTo>
                  <a:lnTo>
                    <a:pt x="556986" y="776299"/>
                  </a:lnTo>
                  <a:lnTo>
                    <a:pt x="558331" y="773612"/>
                  </a:lnTo>
                  <a:lnTo>
                    <a:pt x="554295" y="770926"/>
                  </a:lnTo>
                  <a:lnTo>
                    <a:pt x="554295" y="768240"/>
                  </a:lnTo>
                  <a:lnTo>
                    <a:pt x="558331" y="762868"/>
                  </a:lnTo>
                  <a:lnTo>
                    <a:pt x="563713" y="761525"/>
                  </a:lnTo>
                  <a:lnTo>
                    <a:pt x="565058" y="758838"/>
                  </a:lnTo>
                  <a:lnTo>
                    <a:pt x="571785" y="754809"/>
                  </a:lnTo>
                  <a:lnTo>
                    <a:pt x="574476" y="757495"/>
                  </a:lnTo>
                  <a:lnTo>
                    <a:pt x="577167" y="757495"/>
                  </a:lnTo>
                  <a:lnTo>
                    <a:pt x="579857" y="756152"/>
                  </a:lnTo>
                  <a:lnTo>
                    <a:pt x="583893" y="757495"/>
                  </a:lnTo>
                  <a:lnTo>
                    <a:pt x="594656" y="757495"/>
                  </a:lnTo>
                  <a:lnTo>
                    <a:pt x="598693" y="754809"/>
                  </a:lnTo>
                  <a:lnTo>
                    <a:pt x="598693" y="752123"/>
                  </a:lnTo>
                  <a:lnTo>
                    <a:pt x="601383" y="749437"/>
                  </a:lnTo>
                  <a:lnTo>
                    <a:pt x="608110" y="749437"/>
                  </a:lnTo>
                  <a:lnTo>
                    <a:pt x="608110" y="746751"/>
                  </a:lnTo>
                  <a:lnTo>
                    <a:pt x="613492" y="742722"/>
                  </a:lnTo>
                  <a:lnTo>
                    <a:pt x="617528" y="741379"/>
                  </a:lnTo>
                  <a:lnTo>
                    <a:pt x="624255" y="734663"/>
                  </a:lnTo>
                  <a:lnTo>
                    <a:pt x="626946" y="734663"/>
                  </a:lnTo>
                  <a:lnTo>
                    <a:pt x="630982" y="731977"/>
                  </a:lnTo>
                  <a:lnTo>
                    <a:pt x="632327" y="733320"/>
                  </a:lnTo>
                  <a:lnTo>
                    <a:pt x="628291" y="737349"/>
                  </a:lnTo>
                  <a:lnTo>
                    <a:pt x="632327" y="738692"/>
                  </a:lnTo>
                  <a:lnTo>
                    <a:pt x="637708" y="744065"/>
                  </a:lnTo>
                  <a:lnTo>
                    <a:pt x="637708" y="746751"/>
                  </a:lnTo>
                  <a:lnTo>
                    <a:pt x="633672" y="750780"/>
                  </a:lnTo>
                  <a:lnTo>
                    <a:pt x="636363" y="756152"/>
                  </a:lnTo>
                  <a:lnTo>
                    <a:pt x="635018" y="760182"/>
                  </a:lnTo>
                  <a:lnTo>
                    <a:pt x="637708" y="764211"/>
                  </a:lnTo>
                  <a:lnTo>
                    <a:pt x="651162" y="764211"/>
                  </a:lnTo>
                  <a:lnTo>
                    <a:pt x="653853" y="761525"/>
                  </a:lnTo>
                  <a:lnTo>
                    <a:pt x="653853" y="758838"/>
                  </a:lnTo>
                  <a:lnTo>
                    <a:pt x="652508" y="757495"/>
                  </a:lnTo>
                  <a:lnTo>
                    <a:pt x="647126" y="750780"/>
                  </a:lnTo>
                  <a:lnTo>
                    <a:pt x="647126" y="748094"/>
                  </a:lnTo>
                  <a:lnTo>
                    <a:pt x="651162" y="745408"/>
                  </a:lnTo>
                  <a:lnTo>
                    <a:pt x="657889" y="748094"/>
                  </a:lnTo>
                  <a:lnTo>
                    <a:pt x="663271" y="745408"/>
                  </a:lnTo>
                  <a:lnTo>
                    <a:pt x="665961" y="737349"/>
                  </a:lnTo>
                  <a:lnTo>
                    <a:pt x="669997" y="737349"/>
                  </a:lnTo>
                  <a:lnTo>
                    <a:pt x="672688" y="740035"/>
                  </a:lnTo>
                  <a:lnTo>
                    <a:pt x="679415" y="741379"/>
                  </a:lnTo>
                  <a:lnTo>
                    <a:pt x="672688" y="733320"/>
                  </a:lnTo>
                  <a:lnTo>
                    <a:pt x="667307" y="731977"/>
                  </a:lnTo>
                  <a:lnTo>
                    <a:pt x="667307" y="727948"/>
                  </a:lnTo>
                  <a:lnTo>
                    <a:pt x="663271" y="719889"/>
                  </a:lnTo>
                  <a:lnTo>
                    <a:pt x="660580" y="719889"/>
                  </a:lnTo>
                  <a:lnTo>
                    <a:pt x="659235" y="723919"/>
                  </a:lnTo>
                  <a:lnTo>
                    <a:pt x="656544" y="719889"/>
                  </a:lnTo>
                  <a:lnTo>
                    <a:pt x="653853" y="710488"/>
                  </a:lnTo>
                  <a:lnTo>
                    <a:pt x="649817" y="707802"/>
                  </a:lnTo>
                  <a:lnTo>
                    <a:pt x="645781" y="702429"/>
                  </a:lnTo>
                  <a:lnTo>
                    <a:pt x="645781" y="699743"/>
                  </a:lnTo>
                  <a:lnTo>
                    <a:pt x="651162" y="697057"/>
                  </a:lnTo>
                  <a:lnTo>
                    <a:pt x="651162" y="693028"/>
                  </a:lnTo>
                  <a:lnTo>
                    <a:pt x="648471" y="687655"/>
                  </a:lnTo>
                  <a:lnTo>
                    <a:pt x="651162" y="684969"/>
                  </a:lnTo>
                  <a:lnTo>
                    <a:pt x="655198" y="686312"/>
                  </a:lnTo>
                  <a:lnTo>
                    <a:pt x="657889" y="684969"/>
                  </a:lnTo>
                  <a:lnTo>
                    <a:pt x="661925" y="687655"/>
                  </a:lnTo>
                  <a:lnTo>
                    <a:pt x="667307" y="686312"/>
                  </a:lnTo>
                  <a:lnTo>
                    <a:pt x="672688" y="687655"/>
                  </a:lnTo>
                  <a:lnTo>
                    <a:pt x="692869" y="684969"/>
                  </a:lnTo>
                  <a:lnTo>
                    <a:pt x="718431" y="686312"/>
                  </a:lnTo>
                  <a:lnTo>
                    <a:pt x="725158" y="691685"/>
                  </a:lnTo>
                  <a:lnTo>
                    <a:pt x="741303" y="697057"/>
                  </a:lnTo>
                  <a:lnTo>
                    <a:pt x="742648" y="701086"/>
                  </a:lnTo>
                  <a:lnTo>
                    <a:pt x="741303" y="703772"/>
                  </a:lnTo>
                  <a:lnTo>
                    <a:pt x="743993" y="709145"/>
                  </a:lnTo>
                  <a:lnTo>
                    <a:pt x="749375" y="705115"/>
                  </a:lnTo>
                  <a:lnTo>
                    <a:pt x="757447" y="702429"/>
                  </a:lnTo>
                  <a:lnTo>
                    <a:pt x="761483" y="706458"/>
                  </a:lnTo>
                  <a:lnTo>
                    <a:pt x="765519" y="706458"/>
                  </a:lnTo>
                  <a:lnTo>
                    <a:pt x="766865" y="711831"/>
                  </a:lnTo>
                  <a:lnTo>
                    <a:pt x="774937" y="713174"/>
                  </a:lnTo>
                  <a:lnTo>
                    <a:pt x="789736" y="721232"/>
                  </a:lnTo>
                  <a:lnTo>
                    <a:pt x="803190" y="722575"/>
                  </a:lnTo>
                  <a:lnTo>
                    <a:pt x="808571" y="726605"/>
                  </a:lnTo>
                  <a:lnTo>
                    <a:pt x="811262" y="733320"/>
                  </a:lnTo>
                  <a:lnTo>
                    <a:pt x="819334" y="734663"/>
                  </a:lnTo>
                  <a:lnTo>
                    <a:pt x="826061" y="740035"/>
                  </a:lnTo>
                  <a:lnTo>
                    <a:pt x="832788" y="752123"/>
                  </a:lnTo>
                  <a:lnTo>
                    <a:pt x="838169" y="753466"/>
                  </a:lnTo>
                  <a:lnTo>
                    <a:pt x="838169" y="750780"/>
                  </a:lnTo>
                  <a:lnTo>
                    <a:pt x="836824" y="744065"/>
                  </a:lnTo>
                  <a:lnTo>
                    <a:pt x="839515" y="744065"/>
                  </a:lnTo>
                  <a:lnTo>
                    <a:pt x="840860" y="741379"/>
                  </a:lnTo>
                  <a:lnTo>
                    <a:pt x="836824" y="736006"/>
                  </a:lnTo>
                  <a:lnTo>
                    <a:pt x="838169" y="731977"/>
                  </a:lnTo>
                  <a:lnTo>
                    <a:pt x="838169" y="718546"/>
                  </a:lnTo>
                  <a:lnTo>
                    <a:pt x="843551" y="714517"/>
                  </a:lnTo>
                  <a:lnTo>
                    <a:pt x="838169" y="714517"/>
                  </a:lnTo>
                  <a:lnTo>
                    <a:pt x="836824" y="711831"/>
                  </a:lnTo>
                  <a:lnTo>
                    <a:pt x="831443" y="711831"/>
                  </a:lnTo>
                  <a:lnTo>
                    <a:pt x="827407" y="714517"/>
                  </a:lnTo>
                  <a:lnTo>
                    <a:pt x="822025" y="713174"/>
                  </a:lnTo>
                  <a:lnTo>
                    <a:pt x="811262" y="701086"/>
                  </a:lnTo>
                  <a:lnTo>
                    <a:pt x="808571" y="701086"/>
                  </a:lnTo>
                  <a:lnTo>
                    <a:pt x="804535" y="695714"/>
                  </a:lnTo>
                  <a:lnTo>
                    <a:pt x="804535" y="686312"/>
                  </a:lnTo>
                  <a:lnTo>
                    <a:pt x="801845" y="683626"/>
                  </a:lnTo>
                  <a:lnTo>
                    <a:pt x="796463" y="690342"/>
                  </a:lnTo>
                  <a:lnTo>
                    <a:pt x="791081" y="686312"/>
                  </a:lnTo>
                  <a:lnTo>
                    <a:pt x="784354" y="686312"/>
                  </a:lnTo>
                  <a:lnTo>
                    <a:pt x="778973" y="683626"/>
                  </a:lnTo>
                  <a:lnTo>
                    <a:pt x="776282" y="687655"/>
                  </a:lnTo>
                  <a:lnTo>
                    <a:pt x="774937" y="678254"/>
                  </a:lnTo>
                  <a:lnTo>
                    <a:pt x="770901" y="674225"/>
                  </a:lnTo>
                  <a:lnTo>
                    <a:pt x="766865" y="663480"/>
                  </a:lnTo>
                  <a:lnTo>
                    <a:pt x="766865" y="659451"/>
                  </a:lnTo>
                  <a:lnTo>
                    <a:pt x="770901" y="662137"/>
                  </a:lnTo>
                  <a:lnTo>
                    <a:pt x="774937" y="658108"/>
                  </a:lnTo>
                  <a:lnTo>
                    <a:pt x="774937" y="652735"/>
                  </a:lnTo>
                  <a:lnTo>
                    <a:pt x="766865" y="647363"/>
                  </a:lnTo>
                  <a:lnTo>
                    <a:pt x="766865" y="640648"/>
                  </a:lnTo>
                  <a:lnTo>
                    <a:pt x="770901" y="635275"/>
                  </a:lnTo>
                  <a:lnTo>
                    <a:pt x="774937" y="636619"/>
                  </a:lnTo>
                  <a:lnTo>
                    <a:pt x="769555" y="632589"/>
                  </a:lnTo>
                  <a:lnTo>
                    <a:pt x="764174" y="632589"/>
                  </a:lnTo>
                  <a:lnTo>
                    <a:pt x="760138" y="623188"/>
                  </a:lnTo>
                  <a:lnTo>
                    <a:pt x="756101" y="620502"/>
                  </a:lnTo>
                  <a:lnTo>
                    <a:pt x="753411" y="623188"/>
                  </a:lnTo>
                  <a:lnTo>
                    <a:pt x="746684" y="617815"/>
                  </a:lnTo>
                  <a:lnTo>
                    <a:pt x="748030" y="609757"/>
                  </a:lnTo>
                  <a:lnTo>
                    <a:pt x="750720" y="605728"/>
                  </a:lnTo>
                  <a:lnTo>
                    <a:pt x="748030" y="600355"/>
                  </a:lnTo>
                  <a:lnTo>
                    <a:pt x="746684" y="596326"/>
                  </a:lnTo>
                  <a:lnTo>
                    <a:pt x="750720" y="593640"/>
                  </a:lnTo>
                  <a:lnTo>
                    <a:pt x="760138" y="578866"/>
                  </a:lnTo>
                  <a:lnTo>
                    <a:pt x="765519" y="574837"/>
                  </a:lnTo>
                  <a:lnTo>
                    <a:pt x="766865" y="572151"/>
                  </a:lnTo>
                  <a:lnTo>
                    <a:pt x="764174" y="565435"/>
                  </a:lnTo>
                  <a:lnTo>
                    <a:pt x="764174" y="560063"/>
                  </a:lnTo>
                  <a:lnTo>
                    <a:pt x="768210" y="553348"/>
                  </a:lnTo>
                  <a:lnTo>
                    <a:pt x="764174" y="547975"/>
                  </a:lnTo>
                  <a:lnTo>
                    <a:pt x="764174" y="539917"/>
                  </a:lnTo>
                  <a:lnTo>
                    <a:pt x="765519" y="535888"/>
                  </a:lnTo>
                  <a:lnTo>
                    <a:pt x="764174" y="531858"/>
                  </a:lnTo>
                  <a:lnTo>
                    <a:pt x="764174" y="526486"/>
                  </a:lnTo>
                  <a:lnTo>
                    <a:pt x="761483" y="523800"/>
                  </a:lnTo>
                  <a:lnTo>
                    <a:pt x="764174" y="514399"/>
                  </a:lnTo>
                  <a:lnTo>
                    <a:pt x="765519" y="511712"/>
                  </a:lnTo>
                  <a:lnTo>
                    <a:pt x="761483" y="506340"/>
                  </a:lnTo>
                  <a:lnTo>
                    <a:pt x="762828" y="496938"/>
                  </a:lnTo>
                  <a:lnTo>
                    <a:pt x="761483" y="486194"/>
                  </a:lnTo>
                  <a:lnTo>
                    <a:pt x="765519" y="484851"/>
                  </a:lnTo>
                  <a:lnTo>
                    <a:pt x="769555" y="487537"/>
                  </a:lnTo>
                  <a:lnTo>
                    <a:pt x="768210" y="490223"/>
                  </a:lnTo>
                  <a:lnTo>
                    <a:pt x="769555" y="492909"/>
                  </a:lnTo>
                  <a:lnTo>
                    <a:pt x="774937" y="490223"/>
                  </a:lnTo>
                  <a:lnTo>
                    <a:pt x="781664" y="490223"/>
                  </a:lnTo>
                  <a:lnTo>
                    <a:pt x="788391" y="487537"/>
                  </a:lnTo>
                  <a:lnTo>
                    <a:pt x="792427" y="487537"/>
                  </a:lnTo>
                  <a:lnTo>
                    <a:pt x="796463" y="490223"/>
                  </a:lnTo>
                  <a:lnTo>
                    <a:pt x="799154" y="487537"/>
                  </a:lnTo>
                  <a:lnTo>
                    <a:pt x="805881" y="487537"/>
                  </a:lnTo>
                  <a:lnTo>
                    <a:pt x="820680" y="494252"/>
                  </a:lnTo>
                  <a:lnTo>
                    <a:pt x="827407" y="494252"/>
                  </a:lnTo>
                  <a:lnTo>
                    <a:pt x="832788" y="495595"/>
                  </a:lnTo>
                  <a:lnTo>
                    <a:pt x="834134" y="499625"/>
                  </a:lnTo>
                  <a:lnTo>
                    <a:pt x="830097" y="500968"/>
                  </a:lnTo>
                  <a:lnTo>
                    <a:pt x="832788" y="506340"/>
                  </a:lnTo>
                  <a:lnTo>
                    <a:pt x="832788" y="513055"/>
                  </a:lnTo>
                  <a:lnTo>
                    <a:pt x="835479" y="515742"/>
                  </a:lnTo>
                  <a:lnTo>
                    <a:pt x="835479" y="525143"/>
                  </a:lnTo>
                  <a:lnTo>
                    <a:pt x="838169" y="533202"/>
                  </a:lnTo>
                  <a:lnTo>
                    <a:pt x="835479" y="547975"/>
                  </a:lnTo>
                  <a:lnTo>
                    <a:pt x="838169" y="552005"/>
                  </a:lnTo>
                  <a:lnTo>
                    <a:pt x="836824" y="556034"/>
                  </a:lnTo>
                  <a:lnTo>
                    <a:pt x="839515" y="560063"/>
                  </a:lnTo>
                  <a:lnTo>
                    <a:pt x="838169" y="565435"/>
                  </a:lnTo>
                  <a:lnTo>
                    <a:pt x="835479" y="566779"/>
                  </a:lnTo>
                  <a:lnTo>
                    <a:pt x="836824" y="572151"/>
                  </a:lnTo>
                  <a:lnTo>
                    <a:pt x="842206" y="577523"/>
                  </a:lnTo>
                  <a:lnTo>
                    <a:pt x="846242" y="584238"/>
                  </a:lnTo>
                  <a:lnTo>
                    <a:pt x="852969" y="585582"/>
                  </a:lnTo>
                  <a:lnTo>
                    <a:pt x="852969" y="586925"/>
                  </a:lnTo>
                  <a:lnTo>
                    <a:pt x="857005" y="585582"/>
                  </a:lnTo>
                  <a:lnTo>
                    <a:pt x="859696" y="588268"/>
                  </a:lnTo>
                  <a:lnTo>
                    <a:pt x="862387" y="597669"/>
                  </a:lnTo>
                  <a:lnTo>
                    <a:pt x="869113" y="601699"/>
                  </a:lnTo>
                  <a:lnTo>
                    <a:pt x="871804" y="607071"/>
                  </a:lnTo>
                  <a:lnTo>
                    <a:pt x="873149" y="623188"/>
                  </a:lnTo>
                  <a:lnTo>
                    <a:pt x="877185" y="627217"/>
                  </a:lnTo>
                  <a:lnTo>
                    <a:pt x="877185" y="631246"/>
                  </a:lnTo>
                  <a:lnTo>
                    <a:pt x="875840" y="635275"/>
                  </a:lnTo>
                  <a:lnTo>
                    <a:pt x="881222" y="640648"/>
                  </a:lnTo>
                  <a:lnTo>
                    <a:pt x="881222" y="648706"/>
                  </a:lnTo>
                  <a:lnTo>
                    <a:pt x="889294" y="660794"/>
                  </a:lnTo>
                  <a:lnTo>
                    <a:pt x="887949" y="667509"/>
                  </a:lnTo>
                  <a:lnTo>
                    <a:pt x="890639" y="672882"/>
                  </a:lnTo>
                  <a:lnTo>
                    <a:pt x="896021" y="675568"/>
                  </a:lnTo>
                  <a:lnTo>
                    <a:pt x="893330" y="679597"/>
                  </a:lnTo>
                  <a:lnTo>
                    <a:pt x="896021" y="682283"/>
                  </a:lnTo>
                  <a:lnTo>
                    <a:pt x="898711" y="693028"/>
                  </a:lnTo>
                  <a:lnTo>
                    <a:pt x="909475" y="706458"/>
                  </a:lnTo>
                  <a:lnTo>
                    <a:pt x="917547" y="709145"/>
                  </a:lnTo>
                  <a:lnTo>
                    <a:pt x="921583" y="713174"/>
                  </a:lnTo>
                  <a:lnTo>
                    <a:pt x="925619" y="714517"/>
                  </a:lnTo>
                  <a:lnTo>
                    <a:pt x="933691" y="722575"/>
                  </a:lnTo>
                  <a:lnTo>
                    <a:pt x="933691" y="726605"/>
                  </a:lnTo>
                  <a:lnTo>
                    <a:pt x="931000" y="725262"/>
                  </a:lnTo>
                  <a:lnTo>
                    <a:pt x="931000" y="730634"/>
                  </a:lnTo>
                  <a:lnTo>
                    <a:pt x="929655" y="737349"/>
                  </a:lnTo>
                  <a:lnTo>
                    <a:pt x="932346" y="746751"/>
                  </a:lnTo>
                  <a:lnTo>
                    <a:pt x="937727" y="752123"/>
                  </a:lnTo>
                  <a:lnTo>
                    <a:pt x="939073" y="760182"/>
                  </a:lnTo>
                  <a:lnTo>
                    <a:pt x="933691" y="764211"/>
                  </a:lnTo>
                  <a:lnTo>
                    <a:pt x="933691" y="766897"/>
                  </a:lnTo>
                  <a:lnTo>
                    <a:pt x="929655" y="770926"/>
                  </a:lnTo>
                  <a:lnTo>
                    <a:pt x="932346" y="773612"/>
                  </a:lnTo>
                  <a:lnTo>
                    <a:pt x="932346" y="784357"/>
                  </a:lnTo>
                  <a:lnTo>
                    <a:pt x="926964" y="787043"/>
                  </a:lnTo>
                  <a:lnTo>
                    <a:pt x="928310" y="789729"/>
                  </a:lnTo>
                  <a:lnTo>
                    <a:pt x="932346" y="788386"/>
                  </a:lnTo>
                  <a:lnTo>
                    <a:pt x="933691" y="791072"/>
                  </a:lnTo>
                  <a:lnTo>
                    <a:pt x="926964" y="795102"/>
                  </a:lnTo>
                  <a:lnTo>
                    <a:pt x="926964" y="805846"/>
                  </a:lnTo>
                  <a:lnTo>
                    <a:pt x="924274" y="808532"/>
                  </a:lnTo>
                  <a:lnTo>
                    <a:pt x="917547" y="805846"/>
                  </a:lnTo>
                  <a:lnTo>
                    <a:pt x="917547" y="809875"/>
                  </a:lnTo>
                  <a:lnTo>
                    <a:pt x="922928" y="815248"/>
                  </a:lnTo>
                  <a:lnTo>
                    <a:pt x="922928" y="819277"/>
                  </a:lnTo>
                  <a:lnTo>
                    <a:pt x="917547" y="821963"/>
                  </a:lnTo>
                  <a:lnTo>
                    <a:pt x="913511" y="827335"/>
                  </a:lnTo>
                  <a:lnTo>
                    <a:pt x="904093" y="827335"/>
                  </a:lnTo>
                  <a:lnTo>
                    <a:pt x="898711" y="823306"/>
                  </a:lnTo>
                  <a:lnTo>
                    <a:pt x="906784" y="819277"/>
                  </a:lnTo>
                  <a:lnTo>
                    <a:pt x="906784" y="815248"/>
                  </a:lnTo>
                  <a:lnTo>
                    <a:pt x="901402" y="815248"/>
                  </a:lnTo>
                  <a:lnTo>
                    <a:pt x="900057" y="817934"/>
                  </a:lnTo>
                  <a:lnTo>
                    <a:pt x="896021" y="817934"/>
                  </a:lnTo>
                  <a:lnTo>
                    <a:pt x="883912" y="811219"/>
                  </a:lnTo>
                  <a:lnTo>
                    <a:pt x="881222" y="813905"/>
                  </a:lnTo>
                  <a:lnTo>
                    <a:pt x="866422" y="816591"/>
                  </a:lnTo>
                  <a:lnTo>
                    <a:pt x="858350" y="816591"/>
                  </a:lnTo>
                  <a:lnTo>
                    <a:pt x="854314" y="823306"/>
                  </a:lnTo>
                  <a:lnTo>
                    <a:pt x="858350" y="823306"/>
                  </a:lnTo>
                  <a:lnTo>
                    <a:pt x="859696" y="825992"/>
                  </a:lnTo>
                  <a:lnTo>
                    <a:pt x="862387" y="820620"/>
                  </a:lnTo>
                  <a:lnTo>
                    <a:pt x="870458" y="819277"/>
                  </a:lnTo>
                  <a:lnTo>
                    <a:pt x="873149" y="824649"/>
                  </a:lnTo>
                  <a:lnTo>
                    <a:pt x="879876" y="831365"/>
                  </a:lnTo>
                  <a:lnTo>
                    <a:pt x="898711" y="834051"/>
                  </a:lnTo>
                  <a:lnTo>
                    <a:pt x="906784" y="836737"/>
                  </a:lnTo>
                  <a:lnTo>
                    <a:pt x="916202" y="835394"/>
                  </a:lnTo>
                  <a:lnTo>
                    <a:pt x="925619" y="835394"/>
                  </a:lnTo>
                  <a:lnTo>
                    <a:pt x="926964" y="838080"/>
                  </a:lnTo>
                  <a:lnTo>
                    <a:pt x="937727" y="840766"/>
                  </a:lnTo>
                  <a:lnTo>
                    <a:pt x="945800" y="836737"/>
                  </a:lnTo>
                  <a:lnTo>
                    <a:pt x="945800" y="831365"/>
                  </a:lnTo>
                  <a:lnTo>
                    <a:pt x="943109" y="827335"/>
                  </a:lnTo>
                  <a:lnTo>
                    <a:pt x="943109" y="820620"/>
                  </a:lnTo>
                  <a:lnTo>
                    <a:pt x="945800" y="816591"/>
                  </a:lnTo>
                  <a:lnTo>
                    <a:pt x="951181" y="813905"/>
                  </a:lnTo>
                  <a:lnTo>
                    <a:pt x="951181" y="809875"/>
                  </a:lnTo>
                  <a:lnTo>
                    <a:pt x="957908" y="803160"/>
                  </a:lnTo>
                  <a:lnTo>
                    <a:pt x="957908" y="799131"/>
                  </a:lnTo>
                  <a:lnTo>
                    <a:pt x="961944" y="787043"/>
                  </a:lnTo>
                  <a:lnTo>
                    <a:pt x="957908" y="778985"/>
                  </a:lnTo>
                  <a:lnTo>
                    <a:pt x="959253" y="770926"/>
                  </a:lnTo>
                  <a:lnTo>
                    <a:pt x="967326" y="756152"/>
                  </a:lnTo>
                  <a:lnTo>
                    <a:pt x="968671" y="752123"/>
                  </a:lnTo>
                  <a:lnTo>
                    <a:pt x="960599" y="733320"/>
                  </a:lnTo>
                  <a:lnTo>
                    <a:pt x="949836" y="726605"/>
                  </a:lnTo>
                  <a:lnTo>
                    <a:pt x="947145" y="722575"/>
                  </a:lnTo>
                  <a:lnTo>
                    <a:pt x="945800" y="707802"/>
                  </a:lnTo>
                  <a:lnTo>
                    <a:pt x="953872" y="701086"/>
                  </a:lnTo>
                  <a:lnTo>
                    <a:pt x="957908" y="695714"/>
                  </a:lnTo>
                  <a:lnTo>
                    <a:pt x="964635" y="694371"/>
                  </a:lnTo>
                  <a:lnTo>
                    <a:pt x="975398" y="683626"/>
                  </a:lnTo>
                  <a:lnTo>
                    <a:pt x="982125" y="683626"/>
                  </a:lnTo>
                  <a:lnTo>
                    <a:pt x="990197" y="691685"/>
                  </a:lnTo>
                  <a:lnTo>
                    <a:pt x="990197" y="698400"/>
                  </a:lnTo>
                  <a:lnTo>
                    <a:pt x="998269" y="702429"/>
                  </a:lnTo>
                  <a:lnTo>
                    <a:pt x="1000960" y="706458"/>
                  </a:lnTo>
                  <a:lnTo>
                    <a:pt x="1003651" y="706458"/>
                  </a:lnTo>
                  <a:lnTo>
                    <a:pt x="1010378" y="714517"/>
                  </a:lnTo>
                  <a:lnTo>
                    <a:pt x="1009032" y="721232"/>
                  </a:lnTo>
                  <a:lnTo>
                    <a:pt x="1013068" y="723919"/>
                  </a:lnTo>
                  <a:lnTo>
                    <a:pt x="1014414" y="729291"/>
                  </a:lnTo>
                  <a:lnTo>
                    <a:pt x="1019795" y="734663"/>
                  </a:lnTo>
                  <a:lnTo>
                    <a:pt x="1021141" y="741379"/>
                  </a:lnTo>
                  <a:lnTo>
                    <a:pt x="1018450" y="744065"/>
                  </a:lnTo>
                  <a:lnTo>
                    <a:pt x="1022486" y="749437"/>
                  </a:lnTo>
                  <a:lnTo>
                    <a:pt x="1029213" y="749437"/>
                  </a:lnTo>
                  <a:lnTo>
                    <a:pt x="1035940" y="754809"/>
                  </a:lnTo>
                  <a:lnTo>
                    <a:pt x="1042667" y="753466"/>
                  </a:lnTo>
                  <a:lnTo>
                    <a:pt x="1046703" y="752123"/>
                  </a:lnTo>
                  <a:lnTo>
                    <a:pt x="1054775" y="750780"/>
                  </a:lnTo>
                  <a:lnTo>
                    <a:pt x="1056121" y="748094"/>
                  </a:lnTo>
                  <a:lnTo>
                    <a:pt x="1058811" y="746751"/>
                  </a:lnTo>
                  <a:lnTo>
                    <a:pt x="1054775" y="745408"/>
                  </a:lnTo>
                  <a:lnTo>
                    <a:pt x="1049394" y="746751"/>
                  </a:lnTo>
                  <a:lnTo>
                    <a:pt x="1048048" y="742722"/>
                  </a:lnTo>
                  <a:lnTo>
                    <a:pt x="1044012" y="749437"/>
                  </a:lnTo>
                  <a:lnTo>
                    <a:pt x="1037285" y="749437"/>
                  </a:lnTo>
                  <a:lnTo>
                    <a:pt x="1034595" y="745408"/>
                  </a:lnTo>
                  <a:lnTo>
                    <a:pt x="1029213" y="745408"/>
                  </a:lnTo>
                  <a:lnTo>
                    <a:pt x="1026522" y="741379"/>
                  </a:lnTo>
                  <a:lnTo>
                    <a:pt x="1027868" y="737349"/>
                  </a:lnTo>
                  <a:lnTo>
                    <a:pt x="1025177" y="734663"/>
                  </a:lnTo>
                  <a:lnTo>
                    <a:pt x="1021141" y="726605"/>
                  </a:lnTo>
                  <a:lnTo>
                    <a:pt x="1021141" y="718546"/>
                  </a:lnTo>
                  <a:lnTo>
                    <a:pt x="1026522" y="717203"/>
                  </a:lnTo>
                  <a:lnTo>
                    <a:pt x="1030559" y="713174"/>
                  </a:lnTo>
                  <a:lnTo>
                    <a:pt x="1026522" y="710488"/>
                  </a:lnTo>
                  <a:lnTo>
                    <a:pt x="1025177" y="706458"/>
                  </a:lnTo>
                  <a:lnTo>
                    <a:pt x="1023832" y="705115"/>
                  </a:lnTo>
                  <a:lnTo>
                    <a:pt x="1022486" y="701086"/>
                  </a:lnTo>
                  <a:lnTo>
                    <a:pt x="1014414" y="697057"/>
                  </a:lnTo>
                  <a:lnTo>
                    <a:pt x="1014414" y="693028"/>
                  </a:lnTo>
                  <a:lnTo>
                    <a:pt x="1009032" y="684969"/>
                  </a:lnTo>
                  <a:lnTo>
                    <a:pt x="999615" y="684969"/>
                  </a:lnTo>
                  <a:lnTo>
                    <a:pt x="987506" y="679597"/>
                  </a:lnTo>
                  <a:lnTo>
                    <a:pt x="984815" y="674225"/>
                  </a:lnTo>
                  <a:lnTo>
                    <a:pt x="979434" y="676911"/>
                  </a:lnTo>
                  <a:lnTo>
                    <a:pt x="970017" y="671538"/>
                  </a:lnTo>
                  <a:lnTo>
                    <a:pt x="965980" y="672882"/>
                  </a:lnTo>
                  <a:lnTo>
                    <a:pt x="959253" y="670195"/>
                  </a:lnTo>
                  <a:lnTo>
                    <a:pt x="952527" y="676911"/>
                  </a:lnTo>
                  <a:lnTo>
                    <a:pt x="951181" y="683626"/>
                  </a:lnTo>
                  <a:lnTo>
                    <a:pt x="947145" y="686312"/>
                  </a:lnTo>
                  <a:lnTo>
                    <a:pt x="937727" y="683626"/>
                  </a:lnTo>
                  <a:lnTo>
                    <a:pt x="929655" y="687655"/>
                  </a:lnTo>
                  <a:lnTo>
                    <a:pt x="922928" y="684969"/>
                  </a:lnTo>
                  <a:lnTo>
                    <a:pt x="920238" y="680940"/>
                  </a:lnTo>
                  <a:lnTo>
                    <a:pt x="926964" y="670195"/>
                  </a:lnTo>
                  <a:lnTo>
                    <a:pt x="925619" y="664823"/>
                  </a:lnTo>
                  <a:lnTo>
                    <a:pt x="916202" y="654079"/>
                  </a:lnTo>
                  <a:lnTo>
                    <a:pt x="913511" y="648706"/>
                  </a:lnTo>
                  <a:lnTo>
                    <a:pt x="914856" y="636619"/>
                  </a:lnTo>
                  <a:lnTo>
                    <a:pt x="909475" y="627217"/>
                  </a:lnTo>
                  <a:lnTo>
                    <a:pt x="910820" y="620502"/>
                  </a:lnTo>
                  <a:lnTo>
                    <a:pt x="912165" y="603042"/>
                  </a:lnTo>
                  <a:lnTo>
                    <a:pt x="906784" y="592297"/>
                  </a:lnTo>
                  <a:lnTo>
                    <a:pt x="901402" y="586925"/>
                  </a:lnTo>
                  <a:lnTo>
                    <a:pt x="894675" y="586925"/>
                  </a:lnTo>
                  <a:lnTo>
                    <a:pt x="891985" y="580209"/>
                  </a:lnTo>
                  <a:lnTo>
                    <a:pt x="879876" y="569465"/>
                  </a:lnTo>
                  <a:lnTo>
                    <a:pt x="870458" y="564092"/>
                  </a:lnTo>
                  <a:lnTo>
                    <a:pt x="870458" y="557377"/>
                  </a:lnTo>
                  <a:lnTo>
                    <a:pt x="874495" y="547975"/>
                  </a:lnTo>
                  <a:lnTo>
                    <a:pt x="873149" y="539917"/>
                  </a:lnTo>
                  <a:lnTo>
                    <a:pt x="869113" y="535888"/>
                  </a:lnTo>
                  <a:lnTo>
                    <a:pt x="869113" y="533202"/>
                  </a:lnTo>
                  <a:lnTo>
                    <a:pt x="874495" y="527829"/>
                  </a:lnTo>
                  <a:lnTo>
                    <a:pt x="882567" y="517085"/>
                  </a:lnTo>
                  <a:lnTo>
                    <a:pt x="885258" y="506340"/>
                  </a:lnTo>
                  <a:lnTo>
                    <a:pt x="882567" y="492909"/>
                  </a:lnTo>
                  <a:lnTo>
                    <a:pt x="871804" y="471420"/>
                  </a:lnTo>
                  <a:lnTo>
                    <a:pt x="873149" y="468734"/>
                  </a:lnTo>
                  <a:lnTo>
                    <a:pt x="879876" y="474106"/>
                  </a:lnTo>
                  <a:lnTo>
                    <a:pt x="881222" y="480822"/>
                  </a:lnTo>
                  <a:lnTo>
                    <a:pt x="885258" y="482165"/>
                  </a:lnTo>
                  <a:lnTo>
                    <a:pt x="887949" y="484851"/>
                  </a:lnTo>
                  <a:lnTo>
                    <a:pt x="887949" y="492909"/>
                  </a:lnTo>
                  <a:lnTo>
                    <a:pt x="893330" y="498282"/>
                  </a:lnTo>
                  <a:lnTo>
                    <a:pt x="893330" y="509026"/>
                  </a:lnTo>
                  <a:lnTo>
                    <a:pt x="897366" y="515742"/>
                  </a:lnTo>
                  <a:lnTo>
                    <a:pt x="894675" y="522457"/>
                  </a:lnTo>
                  <a:lnTo>
                    <a:pt x="897366" y="527829"/>
                  </a:lnTo>
                  <a:lnTo>
                    <a:pt x="905438" y="534545"/>
                  </a:lnTo>
                  <a:lnTo>
                    <a:pt x="905438" y="538574"/>
                  </a:lnTo>
                  <a:lnTo>
                    <a:pt x="909475" y="542603"/>
                  </a:lnTo>
                  <a:lnTo>
                    <a:pt x="909475" y="546632"/>
                  </a:lnTo>
                  <a:lnTo>
                    <a:pt x="905438" y="549319"/>
                  </a:lnTo>
                  <a:lnTo>
                    <a:pt x="908129" y="553348"/>
                  </a:lnTo>
                  <a:lnTo>
                    <a:pt x="914856" y="552005"/>
                  </a:lnTo>
                  <a:lnTo>
                    <a:pt x="921583" y="556034"/>
                  </a:lnTo>
                  <a:lnTo>
                    <a:pt x="931000" y="556034"/>
                  </a:lnTo>
                  <a:lnTo>
                    <a:pt x="936382" y="553348"/>
                  </a:lnTo>
                  <a:lnTo>
                    <a:pt x="941764" y="556034"/>
                  </a:lnTo>
                  <a:lnTo>
                    <a:pt x="943109" y="560063"/>
                  </a:lnTo>
                  <a:lnTo>
                    <a:pt x="948491" y="554691"/>
                  </a:lnTo>
                  <a:lnTo>
                    <a:pt x="953872" y="554691"/>
                  </a:lnTo>
                  <a:lnTo>
                    <a:pt x="959253" y="552005"/>
                  </a:lnTo>
                  <a:lnTo>
                    <a:pt x="963290" y="553348"/>
                  </a:lnTo>
                  <a:lnTo>
                    <a:pt x="970017" y="561406"/>
                  </a:lnTo>
                  <a:lnTo>
                    <a:pt x="975398" y="561406"/>
                  </a:lnTo>
                  <a:lnTo>
                    <a:pt x="982125" y="565435"/>
                  </a:lnTo>
                  <a:lnTo>
                    <a:pt x="992888" y="564092"/>
                  </a:lnTo>
                  <a:lnTo>
                    <a:pt x="996924" y="558720"/>
                  </a:lnTo>
                  <a:lnTo>
                    <a:pt x="992888" y="561406"/>
                  </a:lnTo>
                  <a:lnTo>
                    <a:pt x="982125" y="560063"/>
                  </a:lnTo>
                  <a:lnTo>
                    <a:pt x="980779" y="554691"/>
                  </a:lnTo>
                  <a:lnTo>
                    <a:pt x="978089" y="553348"/>
                  </a:lnTo>
                  <a:lnTo>
                    <a:pt x="975398" y="545289"/>
                  </a:lnTo>
                  <a:lnTo>
                    <a:pt x="965980" y="545289"/>
                  </a:lnTo>
                  <a:lnTo>
                    <a:pt x="964635" y="541260"/>
                  </a:lnTo>
                  <a:lnTo>
                    <a:pt x="961944" y="541260"/>
                  </a:lnTo>
                  <a:lnTo>
                    <a:pt x="959253" y="545289"/>
                  </a:lnTo>
                  <a:lnTo>
                    <a:pt x="945800" y="543946"/>
                  </a:lnTo>
                  <a:lnTo>
                    <a:pt x="940418" y="539917"/>
                  </a:lnTo>
                  <a:lnTo>
                    <a:pt x="932346" y="539917"/>
                  </a:lnTo>
                  <a:lnTo>
                    <a:pt x="922928" y="531858"/>
                  </a:lnTo>
                  <a:lnTo>
                    <a:pt x="921583" y="525143"/>
                  </a:lnTo>
                  <a:lnTo>
                    <a:pt x="918892" y="525143"/>
                  </a:lnTo>
                  <a:lnTo>
                    <a:pt x="910820" y="513055"/>
                  </a:lnTo>
                  <a:lnTo>
                    <a:pt x="914856" y="511712"/>
                  </a:lnTo>
                  <a:lnTo>
                    <a:pt x="917547" y="509026"/>
                  </a:lnTo>
                  <a:lnTo>
                    <a:pt x="924274" y="503654"/>
                  </a:lnTo>
                  <a:lnTo>
                    <a:pt x="928310" y="503654"/>
                  </a:lnTo>
                  <a:lnTo>
                    <a:pt x="935037" y="511712"/>
                  </a:lnTo>
                  <a:lnTo>
                    <a:pt x="947145" y="517085"/>
                  </a:lnTo>
                  <a:lnTo>
                    <a:pt x="953872" y="515742"/>
                  </a:lnTo>
                  <a:lnTo>
                    <a:pt x="959253" y="504997"/>
                  </a:lnTo>
                  <a:lnTo>
                    <a:pt x="953872" y="495595"/>
                  </a:lnTo>
                  <a:lnTo>
                    <a:pt x="944454" y="492909"/>
                  </a:lnTo>
                  <a:lnTo>
                    <a:pt x="936382" y="498282"/>
                  </a:lnTo>
                  <a:lnTo>
                    <a:pt x="933691" y="494252"/>
                  </a:lnTo>
                  <a:lnTo>
                    <a:pt x="935037" y="491566"/>
                  </a:lnTo>
                  <a:lnTo>
                    <a:pt x="937727" y="492909"/>
                  </a:lnTo>
                  <a:lnTo>
                    <a:pt x="940418" y="495595"/>
                  </a:lnTo>
                  <a:lnTo>
                    <a:pt x="940418" y="490223"/>
                  </a:lnTo>
                  <a:lnTo>
                    <a:pt x="947145" y="480822"/>
                  </a:lnTo>
                  <a:lnTo>
                    <a:pt x="952527" y="476792"/>
                  </a:lnTo>
                  <a:lnTo>
                    <a:pt x="957908" y="479479"/>
                  </a:lnTo>
                  <a:lnTo>
                    <a:pt x="975398" y="479479"/>
                  </a:lnTo>
                  <a:lnTo>
                    <a:pt x="982125" y="486194"/>
                  </a:lnTo>
                  <a:lnTo>
                    <a:pt x="988852" y="490223"/>
                  </a:lnTo>
                  <a:lnTo>
                    <a:pt x="1003651" y="491566"/>
                  </a:lnTo>
                  <a:lnTo>
                    <a:pt x="1004996" y="496938"/>
                  </a:lnTo>
                  <a:lnTo>
                    <a:pt x="1010378" y="499625"/>
                  </a:lnTo>
                  <a:lnTo>
                    <a:pt x="1021141" y="510369"/>
                  </a:lnTo>
                  <a:lnTo>
                    <a:pt x="1027868" y="510369"/>
                  </a:lnTo>
                  <a:lnTo>
                    <a:pt x="1041321" y="507683"/>
                  </a:lnTo>
                  <a:lnTo>
                    <a:pt x="1052084" y="500968"/>
                  </a:lnTo>
                  <a:lnTo>
                    <a:pt x="1056121" y="504997"/>
                  </a:lnTo>
                  <a:lnTo>
                    <a:pt x="1058811" y="504997"/>
                  </a:lnTo>
                  <a:lnTo>
                    <a:pt x="1065538" y="504997"/>
                  </a:lnTo>
                  <a:lnTo>
                    <a:pt x="1064193" y="514399"/>
                  </a:lnTo>
                  <a:lnTo>
                    <a:pt x="1065538" y="519771"/>
                  </a:lnTo>
                  <a:lnTo>
                    <a:pt x="1065538" y="523800"/>
                  </a:lnTo>
                  <a:lnTo>
                    <a:pt x="1057466" y="527829"/>
                  </a:lnTo>
                  <a:lnTo>
                    <a:pt x="1057466" y="534545"/>
                  </a:lnTo>
                  <a:lnTo>
                    <a:pt x="1060157" y="539917"/>
                  </a:lnTo>
                  <a:lnTo>
                    <a:pt x="1060157" y="547975"/>
                  </a:lnTo>
                  <a:lnTo>
                    <a:pt x="1068229" y="554691"/>
                  </a:lnTo>
                  <a:lnTo>
                    <a:pt x="1068229" y="561406"/>
                  </a:lnTo>
                  <a:lnTo>
                    <a:pt x="1064193" y="565435"/>
                  </a:lnTo>
                  <a:lnTo>
                    <a:pt x="1066884" y="581552"/>
                  </a:lnTo>
                  <a:lnTo>
                    <a:pt x="1069574" y="581552"/>
                  </a:lnTo>
                  <a:lnTo>
                    <a:pt x="1070920" y="576180"/>
                  </a:lnTo>
                  <a:lnTo>
                    <a:pt x="1069574" y="572151"/>
                  </a:lnTo>
                  <a:lnTo>
                    <a:pt x="1072265" y="568122"/>
                  </a:lnTo>
                  <a:lnTo>
                    <a:pt x="1070920" y="561406"/>
                  </a:lnTo>
                  <a:lnTo>
                    <a:pt x="1074956" y="560063"/>
                  </a:lnTo>
                  <a:lnTo>
                    <a:pt x="1077647" y="552005"/>
                  </a:lnTo>
                  <a:lnTo>
                    <a:pt x="1081683" y="554691"/>
                  </a:lnTo>
                  <a:lnTo>
                    <a:pt x="1084374" y="564092"/>
                  </a:lnTo>
                  <a:lnTo>
                    <a:pt x="1085719" y="576180"/>
                  </a:lnTo>
                  <a:lnTo>
                    <a:pt x="1087064" y="580209"/>
                  </a:lnTo>
                  <a:lnTo>
                    <a:pt x="1083028" y="582895"/>
                  </a:lnTo>
                  <a:lnTo>
                    <a:pt x="1083028" y="588268"/>
                  </a:lnTo>
                  <a:lnTo>
                    <a:pt x="1080337" y="590954"/>
                  </a:lnTo>
                  <a:lnTo>
                    <a:pt x="1089755" y="597669"/>
                  </a:lnTo>
                  <a:lnTo>
                    <a:pt x="1097827" y="597669"/>
                  </a:lnTo>
                  <a:lnTo>
                    <a:pt x="1105899" y="600355"/>
                  </a:lnTo>
                  <a:lnTo>
                    <a:pt x="1111281" y="607071"/>
                  </a:lnTo>
                  <a:lnTo>
                    <a:pt x="1111281" y="612443"/>
                  </a:lnTo>
                  <a:lnTo>
                    <a:pt x="1116663" y="616472"/>
                  </a:lnTo>
                  <a:lnTo>
                    <a:pt x="1127425" y="616472"/>
                  </a:lnTo>
                  <a:lnTo>
                    <a:pt x="1138189" y="627217"/>
                  </a:lnTo>
                  <a:lnTo>
                    <a:pt x="1136843" y="623188"/>
                  </a:lnTo>
                  <a:lnTo>
                    <a:pt x="1136843" y="616472"/>
                  </a:lnTo>
                  <a:lnTo>
                    <a:pt x="1144916" y="608414"/>
                  </a:lnTo>
                  <a:lnTo>
                    <a:pt x="1150297" y="608414"/>
                  </a:lnTo>
                  <a:lnTo>
                    <a:pt x="1161060" y="617815"/>
                  </a:lnTo>
                  <a:lnTo>
                    <a:pt x="1169132" y="617815"/>
                  </a:lnTo>
                  <a:lnTo>
                    <a:pt x="1173168" y="623188"/>
                  </a:lnTo>
                  <a:lnTo>
                    <a:pt x="1175859" y="632589"/>
                  </a:lnTo>
                  <a:lnTo>
                    <a:pt x="1174514" y="621845"/>
                  </a:lnTo>
                  <a:lnTo>
                    <a:pt x="1171823" y="615129"/>
                  </a:lnTo>
                  <a:lnTo>
                    <a:pt x="1166441" y="615129"/>
                  </a:lnTo>
                  <a:lnTo>
                    <a:pt x="1159714" y="612443"/>
                  </a:lnTo>
                  <a:lnTo>
                    <a:pt x="1150297" y="605728"/>
                  </a:lnTo>
                  <a:lnTo>
                    <a:pt x="1142225" y="607071"/>
                  </a:lnTo>
                  <a:lnTo>
                    <a:pt x="1134152" y="613786"/>
                  </a:lnTo>
                  <a:lnTo>
                    <a:pt x="1130116" y="612443"/>
                  </a:lnTo>
                  <a:lnTo>
                    <a:pt x="1128771" y="613786"/>
                  </a:lnTo>
                  <a:lnTo>
                    <a:pt x="1119353" y="609757"/>
                  </a:lnTo>
                  <a:lnTo>
                    <a:pt x="1109936" y="599012"/>
                  </a:lnTo>
                  <a:lnTo>
                    <a:pt x="1104554" y="594983"/>
                  </a:lnTo>
                  <a:lnTo>
                    <a:pt x="1095137" y="593640"/>
                  </a:lnTo>
                  <a:lnTo>
                    <a:pt x="1089755" y="585582"/>
                  </a:lnTo>
                  <a:lnTo>
                    <a:pt x="1093791" y="586925"/>
                  </a:lnTo>
                  <a:lnTo>
                    <a:pt x="1096482" y="586925"/>
                  </a:lnTo>
                  <a:lnTo>
                    <a:pt x="1101863" y="576180"/>
                  </a:lnTo>
                  <a:lnTo>
                    <a:pt x="1100518" y="570808"/>
                  </a:lnTo>
                  <a:lnTo>
                    <a:pt x="1093791" y="564092"/>
                  </a:lnTo>
                  <a:lnTo>
                    <a:pt x="1091101" y="552005"/>
                  </a:lnTo>
                  <a:lnTo>
                    <a:pt x="1083028" y="539917"/>
                  </a:lnTo>
                  <a:lnTo>
                    <a:pt x="1077647" y="535888"/>
                  </a:lnTo>
                  <a:lnTo>
                    <a:pt x="1072265" y="529172"/>
                  </a:lnTo>
                  <a:lnTo>
                    <a:pt x="1073610" y="523800"/>
                  </a:lnTo>
                  <a:lnTo>
                    <a:pt x="1072265" y="518428"/>
                  </a:lnTo>
                  <a:lnTo>
                    <a:pt x="1070920" y="504997"/>
                  </a:lnTo>
                  <a:lnTo>
                    <a:pt x="1065538" y="498282"/>
                  </a:lnTo>
                  <a:lnTo>
                    <a:pt x="1061502" y="498282"/>
                  </a:lnTo>
                  <a:lnTo>
                    <a:pt x="1052084" y="492909"/>
                  </a:lnTo>
                  <a:lnTo>
                    <a:pt x="1038631" y="492909"/>
                  </a:lnTo>
                  <a:lnTo>
                    <a:pt x="1034595" y="486194"/>
                  </a:lnTo>
                  <a:lnTo>
                    <a:pt x="1026522" y="482165"/>
                  </a:lnTo>
                  <a:lnTo>
                    <a:pt x="1026522" y="475449"/>
                  </a:lnTo>
                  <a:lnTo>
                    <a:pt x="1023832" y="471420"/>
                  </a:lnTo>
                  <a:lnTo>
                    <a:pt x="1023832" y="467391"/>
                  </a:lnTo>
                  <a:lnTo>
                    <a:pt x="1017105" y="471420"/>
                  </a:lnTo>
                  <a:lnTo>
                    <a:pt x="999615" y="470077"/>
                  </a:lnTo>
                  <a:lnTo>
                    <a:pt x="992888" y="470077"/>
                  </a:lnTo>
                  <a:lnTo>
                    <a:pt x="984815" y="464705"/>
                  </a:lnTo>
                  <a:lnTo>
                    <a:pt x="983470" y="457989"/>
                  </a:lnTo>
                  <a:lnTo>
                    <a:pt x="980779" y="457989"/>
                  </a:lnTo>
                  <a:lnTo>
                    <a:pt x="978089" y="453960"/>
                  </a:lnTo>
                  <a:lnTo>
                    <a:pt x="978089" y="444558"/>
                  </a:lnTo>
                  <a:lnTo>
                    <a:pt x="971362" y="432471"/>
                  </a:lnTo>
                  <a:lnTo>
                    <a:pt x="961944" y="427099"/>
                  </a:lnTo>
                  <a:lnTo>
                    <a:pt x="963290" y="423069"/>
                  </a:lnTo>
                  <a:lnTo>
                    <a:pt x="961944" y="420383"/>
                  </a:lnTo>
                  <a:lnTo>
                    <a:pt x="957908" y="420383"/>
                  </a:lnTo>
                  <a:lnTo>
                    <a:pt x="955217" y="417697"/>
                  </a:lnTo>
                  <a:lnTo>
                    <a:pt x="956563" y="412325"/>
                  </a:lnTo>
                  <a:lnTo>
                    <a:pt x="956563" y="406952"/>
                  </a:lnTo>
                  <a:lnTo>
                    <a:pt x="949836" y="402923"/>
                  </a:lnTo>
                  <a:lnTo>
                    <a:pt x="953872" y="400237"/>
                  </a:lnTo>
                  <a:lnTo>
                    <a:pt x="960599" y="400237"/>
                  </a:lnTo>
                  <a:lnTo>
                    <a:pt x="967326" y="393522"/>
                  </a:lnTo>
                  <a:lnTo>
                    <a:pt x="974053" y="393522"/>
                  </a:lnTo>
                  <a:lnTo>
                    <a:pt x="987506" y="390835"/>
                  </a:lnTo>
                  <a:lnTo>
                    <a:pt x="1007687" y="384120"/>
                  </a:lnTo>
                  <a:lnTo>
                    <a:pt x="1015759" y="377405"/>
                  </a:lnTo>
                  <a:lnTo>
                    <a:pt x="1022486" y="376062"/>
                  </a:lnTo>
                  <a:lnTo>
                    <a:pt x="1027868" y="378748"/>
                  </a:lnTo>
                  <a:lnTo>
                    <a:pt x="1034595" y="376062"/>
                  </a:lnTo>
                  <a:lnTo>
                    <a:pt x="1037285" y="369346"/>
                  </a:lnTo>
                  <a:lnTo>
                    <a:pt x="1046703" y="365317"/>
                  </a:lnTo>
                  <a:lnTo>
                    <a:pt x="1064193" y="357259"/>
                  </a:lnTo>
                  <a:lnTo>
                    <a:pt x="1065538" y="359945"/>
                  </a:lnTo>
                  <a:lnTo>
                    <a:pt x="1062848" y="365317"/>
                  </a:lnTo>
                  <a:lnTo>
                    <a:pt x="1062848" y="369346"/>
                  </a:lnTo>
                  <a:lnTo>
                    <a:pt x="1058811" y="372032"/>
                  </a:lnTo>
                  <a:lnTo>
                    <a:pt x="1053430" y="382777"/>
                  </a:lnTo>
                  <a:lnTo>
                    <a:pt x="1053430" y="388149"/>
                  </a:lnTo>
                  <a:lnTo>
                    <a:pt x="1064193" y="396208"/>
                  </a:lnTo>
                  <a:lnTo>
                    <a:pt x="1073610" y="396208"/>
                  </a:lnTo>
                  <a:lnTo>
                    <a:pt x="1068229" y="393522"/>
                  </a:lnTo>
                  <a:lnTo>
                    <a:pt x="1058811" y="384120"/>
                  </a:lnTo>
                  <a:lnTo>
                    <a:pt x="1058811" y="380091"/>
                  </a:lnTo>
                  <a:lnTo>
                    <a:pt x="1062848" y="374718"/>
                  </a:lnTo>
                  <a:lnTo>
                    <a:pt x="1073610" y="368003"/>
                  </a:lnTo>
                  <a:lnTo>
                    <a:pt x="1077647" y="358602"/>
                  </a:lnTo>
                  <a:lnTo>
                    <a:pt x="1073610" y="351886"/>
                  </a:lnTo>
                  <a:lnTo>
                    <a:pt x="1066884" y="351886"/>
                  </a:lnTo>
                  <a:lnTo>
                    <a:pt x="1058811" y="346514"/>
                  </a:lnTo>
                  <a:lnTo>
                    <a:pt x="1060157" y="342485"/>
                  </a:lnTo>
                  <a:lnTo>
                    <a:pt x="1052084" y="342485"/>
                  </a:lnTo>
                  <a:lnTo>
                    <a:pt x="1049394" y="345171"/>
                  </a:lnTo>
                  <a:lnTo>
                    <a:pt x="1046703" y="342485"/>
                  </a:lnTo>
                  <a:lnTo>
                    <a:pt x="1044012" y="335769"/>
                  </a:lnTo>
                  <a:lnTo>
                    <a:pt x="1035940" y="335769"/>
                  </a:lnTo>
                  <a:lnTo>
                    <a:pt x="1031904" y="337112"/>
                  </a:lnTo>
                  <a:lnTo>
                    <a:pt x="1025177" y="330397"/>
                  </a:lnTo>
                  <a:lnTo>
                    <a:pt x="1027868" y="329054"/>
                  </a:lnTo>
                  <a:lnTo>
                    <a:pt x="1029213" y="325025"/>
                  </a:lnTo>
                  <a:lnTo>
                    <a:pt x="1031904" y="323682"/>
                  </a:lnTo>
                  <a:lnTo>
                    <a:pt x="1037285" y="327711"/>
                  </a:lnTo>
                  <a:lnTo>
                    <a:pt x="1044012" y="327711"/>
                  </a:lnTo>
                  <a:lnTo>
                    <a:pt x="1049394" y="325025"/>
                  </a:lnTo>
                  <a:lnTo>
                    <a:pt x="1048048" y="322338"/>
                  </a:lnTo>
                  <a:lnTo>
                    <a:pt x="1045357" y="323682"/>
                  </a:lnTo>
                  <a:lnTo>
                    <a:pt x="1039976" y="325025"/>
                  </a:lnTo>
                  <a:lnTo>
                    <a:pt x="1034595" y="320995"/>
                  </a:lnTo>
                  <a:lnTo>
                    <a:pt x="1033249" y="315623"/>
                  </a:lnTo>
                  <a:lnTo>
                    <a:pt x="1027868" y="314280"/>
                  </a:lnTo>
                  <a:lnTo>
                    <a:pt x="1019795" y="311594"/>
                  </a:lnTo>
                  <a:lnTo>
                    <a:pt x="1014414" y="314280"/>
                  </a:lnTo>
                  <a:lnTo>
                    <a:pt x="1021141" y="307565"/>
                  </a:lnTo>
                  <a:lnTo>
                    <a:pt x="1023832" y="304878"/>
                  </a:lnTo>
                  <a:lnTo>
                    <a:pt x="1023832" y="300849"/>
                  </a:lnTo>
                  <a:lnTo>
                    <a:pt x="1021141" y="298163"/>
                  </a:lnTo>
                  <a:lnTo>
                    <a:pt x="1022486" y="295477"/>
                  </a:lnTo>
                  <a:lnTo>
                    <a:pt x="1026522" y="296820"/>
                  </a:lnTo>
                  <a:lnTo>
                    <a:pt x="1031904" y="304878"/>
                  </a:lnTo>
                  <a:lnTo>
                    <a:pt x="1037285" y="303535"/>
                  </a:lnTo>
                  <a:lnTo>
                    <a:pt x="1042667" y="311594"/>
                  </a:lnTo>
                  <a:lnTo>
                    <a:pt x="1044012" y="306222"/>
                  </a:lnTo>
                  <a:lnTo>
                    <a:pt x="1042667" y="302192"/>
                  </a:lnTo>
                  <a:lnTo>
                    <a:pt x="1048048" y="299506"/>
                  </a:lnTo>
                  <a:lnTo>
                    <a:pt x="1049394" y="288762"/>
                  </a:lnTo>
                  <a:lnTo>
                    <a:pt x="1045357" y="286075"/>
                  </a:lnTo>
                  <a:lnTo>
                    <a:pt x="1046703" y="283389"/>
                  </a:lnTo>
                  <a:lnTo>
                    <a:pt x="1052084" y="284732"/>
                  </a:lnTo>
                  <a:lnTo>
                    <a:pt x="1054775" y="280703"/>
                  </a:lnTo>
                  <a:lnTo>
                    <a:pt x="1042667" y="278017"/>
                  </a:lnTo>
                  <a:lnTo>
                    <a:pt x="1039976" y="282046"/>
                  </a:lnTo>
                  <a:lnTo>
                    <a:pt x="1035940" y="282046"/>
                  </a:lnTo>
                  <a:lnTo>
                    <a:pt x="1035940" y="276674"/>
                  </a:lnTo>
                  <a:lnTo>
                    <a:pt x="1041321" y="272645"/>
                  </a:lnTo>
                  <a:lnTo>
                    <a:pt x="1050739" y="272645"/>
                  </a:lnTo>
                  <a:lnTo>
                    <a:pt x="1057466" y="269959"/>
                  </a:lnTo>
                  <a:lnTo>
                    <a:pt x="1056121" y="265929"/>
                  </a:lnTo>
                  <a:lnTo>
                    <a:pt x="1061502" y="260557"/>
                  </a:lnTo>
                  <a:lnTo>
                    <a:pt x="1061502" y="255185"/>
                  </a:lnTo>
                  <a:lnTo>
                    <a:pt x="1062848" y="253842"/>
                  </a:lnTo>
                  <a:lnTo>
                    <a:pt x="1061502" y="251155"/>
                  </a:lnTo>
                  <a:lnTo>
                    <a:pt x="1066884" y="244440"/>
                  </a:lnTo>
                  <a:lnTo>
                    <a:pt x="1068229" y="244440"/>
                  </a:lnTo>
                  <a:lnTo>
                    <a:pt x="1070920" y="248469"/>
                  </a:lnTo>
                  <a:lnTo>
                    <a:pt x="1073610" y="247126"/>
                  </a:lnTo>
                  <a:lnTo>
                    <a:pt x="1074956" y="243097"/>
                  </a:lnTo>
                  <a:lnTo>
                    <a:pt x="1077647" y="243097"/>
                  </a:lnTo>
                  <a:lnTo>
                    <a:pt x="1074956" y="239068"/>
                  </a:lnTo>
                  <a:lnTo>
                    <a:pt x="1076301" y="236382"/>
                  </a:lnTo>
                  <a:lnTo>
                    <a:pt x="1083028" y="233695"/>
                  </a:lnTo>
                  <a:lnTo>
                    <a:pt x="1085719" y="232352"/>
                  </a:lnTo>
                  <a:lnTo>
                    <a:pt x="1087064" y="228323"/>
                  </a:lnTo>
                  <a:lnTo>
                    <a:pt x="1089755" y="228323"/>
                  </a:lnTo>
                  <a:lnTo>
                    <a:pt x="1095137" y="231009"/>
                  </a:lnTo>
                  <a:lnTo>
                    <a:pt x="1104554" y="228323"/>
                  </a:lnTo>
                  <a:lnTo>
                    <a:pt x="1103209" y="225637"/>
                  </a:lnTo>
                  <a:lnTo>
                    <a:pt x="1104554" y="221608"/>
                  </a:lnTo>
                  <a:lnTo>
                    <a:pt x="1116663" y="220265"/>
                  </a:lnTo>
                  <a:lnTo>
                    <a:pt x="1123390" y="216235"/>
                  </a:lnTo>
                  <a:lnTo>
                    <a:pt x="1126080" y="210863"/>
                  </a:lnTo>
                  <a:lnTo>
                    <a:pt x="1140879" y="204148"/>
                  </a:lnTo>
                  <a:lnTo>
                    <a:pt x="1142225" y="198775"/>
                  </a:lnTo>
                  <a:lnTo>
                    <a:pt x="1139534" y="197432"/>
                  </a:lnTo>
                  <a:lnTo>
                    <a:pt x="1130116" y="202805"/>
                  </a:lnTo>
                  <a:lnTo>
                    <a:pt x="1127425" y="200118"/>
                  </a:lnTo>
                  <a:lnTo>
                    <a:pt x="1115317" y="200118"/>
                  </a:lnTo>
                  <a:lnTo>
                    <a:pt x="1112626" y="197432"/>
                  </a:lnTo>
                  <a:lnTo>
                    <a:pt x="1112626" y="186688"/>
                  </a:lnTo>
                  <a:lnTo>
                    <a:pt x="1115317" y="184002"/>
                  </a:lnTo>
                  <a:lnTo>
                    <a:pt x="1118008" y="179972"/>
                  </a:lnTo>
                  <a:lnTo>
                    <a:pt x="1119353" y="181315"/>
                  </a:lnTo>
                  <a:lnTo>
                    <a:pt x="1120699" y="184002"/>
                  </a:lnTo>
                  <a:lnTo>
                    <a:pt x="1122044" y="185345"/>
                  </a:lnTo>
                  <a:lnTo>
                    <a:pt x="1126080" y="181315"/>
                  </a:lnTo>
                  <a:lnTo>
                    <a:pt x="1120699" y="175943"/>
                  </a:lnTo>
                  <a:lnTo>
                    <a:pt x="1127425" y="174600"/>
                  </a:lnTo>
                  <a:lnTo>
                    <a:pt x="1131462" y="177286"/>
                  </a:lnTo>
                  <a:lnTo>
                    <a:pt x="1135498" y="178629"/>
                  </a:lnTo>
                  <a:lnTo>
                    <a:pt x="1143570" y="173257"/>
                  </a:lnTo>
                  <a:lnTo>
                    <a:pt x="1148952" y="174600"/>
                  </a:lnTo>
                  <a:lnTo>
                    <a:pt x="1162405" y="169228"/>
                  </a:lnTo>
                  <a:lnTo>
                    <a:pt x="1167787" y="170571"/>
                  </a:lnTo>
                  <a:lnTo>
                    <a:pt x="1169132" y="173257"/>
                  </a:lnTo>
                  <a:lnTo>
                    <a:pt x="1163751" y="185345"/>
                  </a:lnTo>
                  <a:lnTo>
                    <a:pt x="1163751" y="188031"/>
                  </a:lnTo>
                  <a:lnTo>
                    <a:pt x="1169132" y="192060"/>
                  </a:lnTo>
                  <a:lnTo>
                    <a:pt x="1170478" y="185345"/>
                  </a:lnTo>
                  <a:lnTo>
                    <a:pt x="1175859" y="177286"/>
                  </a:lnTo>
                  <a:lnTo>
                    <a:pt x="1174514" y="171914"/>
                  </a:lnTo>
                  <a:lnTo>
                    <a:pt x="1175859" y="169228"/>
                  </a:lnTo>
                  <a:lnTo>
                    <a:pt x="1179895" y="174600"/>
                  </a:lnTo>
                  <a:lnTo>
                    <a:pt x="1181241" y="182659"/>
                  </a:lnTo>
                  <a:lnTo>
                    <a:pt x="1185277" y="182659"/>
                  </a:lnTo>
                  <a:lnTo>
                    <a:pt x="1186622" y="177286"/>
                  </a:lnTo>
                  <a:lnTo>
                    <a:pt x="1185277" y="171914"/>
                  </a:lnTo>
                  <a:lnTo>
                    <a:pt x="1189313" y="169228"/>
                  </a:lnTo>
                  <a:lnTo>
                    <a:pt x="1192004" y="169228"/>
                  </a:lnTo>
                  <a:lnTo>
                    <a:pt x="1193349" y="174600"/>
                  </a:lnTo>
                  <a:lnTo>
                    <a:pt x="1201421" y="169228"/>
                  </a:lnTo>
                  <a:lnTo>
                    <a:pt x="1202767" y="166542"/>
                  </a:lnTo>
                  <a:lnTo>
                    <a:pt x="1198731" y="162512"/>
                  </a:lnTo>
                  <a:lnTo>
                    <a:pt x="1204112" y="162512"/>
                  </a:lnTo>
                  <a:lnTo>
                    <a:pt x="1206803" y="159826"/>
                  </a:lnTo>
                  <a:lnTo>
                    <a:pt x="1201421" y="157140"/>
                  </a:lnTo>
                  <a:lnTo>
                    <a:pt x="1206803" y="151768"/>
                  </a:lnTo>
                  <a:lnTo>
                    <a:pt x="1213530" y="151768"/>
                  </a:lnTo>
                  <a:lnTo>
                    <a:pt x="1218911" y="149082"/>
                  </a:lnTo>
                  <a:lnTo>
                    <a:pt x="1221602" y="150425"/>
                  </a:lnTo>
                  <a:lnTo>
                    <a:pt x="1221602" y="153111"/>
                  </a:lnTo>
                  <a:lnTo>
                    <a:pt x="1222947" y="154454"/>
                  </a:lnTo>
                  <a:lnTo>
                    <a:pt x="1231020" y="154454"/>
                  </a:lnTo>
                  <a:lnTo>
                    <a:pt x="1231020" y="161169"/>
                  </a:lnTo>
                  <a:lnTo>
                    <a:pt x="1233710" y="163855"/>
                  </a:lnTo>
                  <a:lnTo>
                    <a:pt x="1229674" y="175943"/>
                  </a:lnTo>
                  <a:lnTo>
                    <a:pt x="1236401" y="171914"/>
                  </a:lnTo>
                  <a:lnTo>
                    <a:pt x="1241783" y="161169"/>
                  </a:lnTo>
                  <a:lnTo>
                    <a:pt x="1236401" y="150425"/>
                  </a:lnTo>
                  <a:lnTo>
                    <a:pt x="1229674" y="146395"/>
                  </a:lnTo>
                  <a:lnTo>
                    <a:pt x="1224293" y="139680"/>
                  </a:lnTo>
                  <a:lnTo>
                    <a:pt x="1218911" y="143709"/>
                  </a:lnTo>
                  <a:lnTo>
                    <a:pt x="1216220" y="141023"/>
                  </a:lnTo>
                  <a:lnTo>
                    <a:pt x="1209494" y="142366"/>
                  </a:lnTo>
                  <a:lnTo>
                    <a:pt x="1208148" y="138337"/>
                  </a:lnTo>
                  <a:lnTo>
                    <a:pt x="1202767" y="136994"/>
                  </a:lnTo>
                  <a:lnTo>
                    <a:pt x="1201421" y="134308"/>
                  </a:lnTo>
                  <a:lnTo>
                    <a:pt x="1205458" y="130278"/>
                  </a:lnTo>
                  <a:lnTo>
                    <a:pt x="1216220" y="130278"/>
                  </a:lnTo>
                  <a:lnTo>
                    <a:pt x="1220256" y="126249"/>
                  </a:lnTo>
                  <a:lnTo>
                    <a:pt x="1225638" y="126249"/>
                  </a:lnTo>
                  <a:lnTo>
                    <a:pt x="1231020" y="127592"/>
                  </a:lnTo>
                  <a:lnTo>
                    <a:pt x="1236401" y="124906"/>
                  </a:lnTo>
                  <a:lnTo>
                    <a:pt x="1240437" y="127592"/>
                  </a:lnTo>
                  <a:lnTo>
                    <a:pt x="1252546" y="122220"/>
                  </a:lnTo>
                  <a:lnTo>
                    <a:pt x="1259273" y="124906"/>
                  </a:lnTo>
                  <a:lnTo>
                    <a:pt x="1263309" y="124906"/>
                  </a:lnTo>
                  <a:lnTo>
                    <a:pt x="1267345" y="126249"/>
                  </a:lnTo>
                  <a:lnTo>
                    <a:pt x="1271381" y="123563"/>
                  </a:lnTo>
                  <a:lnTo>
                    <a:pt x="1270035" y="120877"/>
                  </a:lnTo>
                  <a:lnTo>
                    <a:pt x="1261963" y="120877"/>
                  </a:lnTo>
                  <a:lnTo>
                    <a:pt x="1253891" y="118191"/>
                  </a:lnTo>
                  <a:lnTo>
                    <a:pt x="1247164" y="120877"/>
                  </a:lnTo>
                  <a:lnTo>
                    <a:pt x="1236401" y="119534"/>
                  </a:lnTo>
                  <a:lnTo>
                    <a:pt x="1236401" y="115505"/>
                  </a:lnTo>
                  <a:lnTo>
                    <a:pt x="1233710" y="108789"/>
                  </a:lnTo>
                  <a:lnTo>
                    <a:pt x="1241783" y="103417"/>
                  </a:lnTo>
                  <a:lnTo>
                    <a:pt x="1235056" y="102074"/>
                  </a:lnTo>
                  <a:lnTo>
                    <a:pt x="1229674" y="94015"/>
                  </a:lnTo>
                  <a:lnTo>
                    <a:pt x="1224293" y="94015"/>
                  </a:lnTo>
                  <a:lnTo>
                    <a:pt x="1218911" y="87300"/>
                  </a:lnTo>
                  <a:lnTo>
                    <a:pt x="1217566" y="80585"/>
                  </a:lnTo>
                  <a:lnTo>
                    <a:pt x="1222947" y="80585"/>
                  </a:lnTo>
                  <a:lnTo>
                    <a:pt x="1222947" y="73869"/>
                  </a:lnTo>
                  <a:lnTo>
                    <a:pt x="1216220" y="68497"/>
                  </a:lnTo>
                  <a:lnTo>
                    <a:pt x="1217566" y="44322"/>
                  </a:lnTo>
                  <a:lnTo>
                    <a:pt x="1222947" y="37606"/>
                  </a:lnTo>
                  <a:lnTo>
                    <a:pt x="1221602" y="30891"/>
                  </a:lnTo>
                  <a:lnTo>
                    <a:pt x="1222947" y="22832"/>
                  </a:lnTo>
                  <a:lnTo>
                    <a:pt x="1228329" y="17460"/>
                  </a:lnTo>
                  <a:lnTo>
                    <a:pt x="1225638" y="12088"/>
                  </a:lnTo>
                  <a:lnTo>
                    <a:pt x="1231020" y="10745"/>
                  </a:lnTo>
                  <a:lnTo>
                    <a:pt x="1232365" y="6715"/>
                  </a:lnTo>
                  <a:lnTo>
                    <a:pt x="1239092" y="0"/>
                  </a:lnTo>
                  <a:lnTo>
                    <a:pt x="1243128" y="0"/>
                  </a:lnTo>
                  <a:lnTo>
                    <a:pt x="1249855" y="6715"/>
                  </a:lnTo>
                  <a:lnTo>
                    <a:pt x="1255236" y="1343"/>
                  </a:lnTo>
                  <a:lnTo>
                    <a:pt x="1259273" y="1343"/>
                  </a:lnTo>
                  <a:lnTo>
                    <a:pt x="1261963" y="9402"/>
                  </a:lnTo>
                  <a:lnTo>
                    <a:pt x="1268690" y="10745"/>
                  </a:lnTo>
                  <a:lnTo>
                    <a:pt x="1275417" y="5372"/>
                  </a:lnTo>
                  <a:lnTo>
                    <a:pt x="1278108" y="6715"/>
                  </a:lnTo>
                  <a:lnTo>
                    <a:pt x="1278108" y="13431"/>
                  </a:lnTo>
                  <a:lnTo>
                    <a:pt x="1279453" y="16117"/>
                  </a:lnTo>
                  <a:lnTo>
                    <a:pt x="1287525" y="18803"/>
                  </a:lnTo>
                  <a:lnTo>
                    <a:pt x="1287525" y="21489"/>
                  </a:lnTo>
                  <a:lnTo>
                    <a:pt x="1282144" y="24175"/>
                  </a:lnTo>
                  <a:lnTo>
                    <a:pt x="1282144" y="26862"/>
                  </a:lnTo>
                  <a:lnTo>
                    <a:pt x="1279453" y="30891"/>
                  </a:lnTo>
                  <a:lnTo>
                    <a:pt x="1280798" y="36263"/>
                  </a:lnTo>
                  <a:lnTo>
                    <a:pt x="1275417" y="44322"/>
                  </a:lnTo>
                  <a:lnTo>
                    <a:pt x="1270035" y="45665"/>
                  </a:lnTo>
                  <a:lnTo>
                    <a:pt x="1266000" y="52380"/>
                  </a:lnTo>
                  <a:lnTo>
                    <a:pt x="1270035" y="53723"/>
                  </a:lnTo>
                  <a:lnTo>
                    <a:pt x="1282144" y="49694"/>
                  </a:lnTo>
                  <a:lnTo>
                    <a:pt x="1290216" y="37606"/>
                  </a:lnTo>
                  <a:lnTo>
                    <a:pt x="1294252" y="38949"/>
                  </a:lnTo>
                  <a:lnTo>
                    <a:pt x="1294252" y="42978"/>
                  </a:lnTo>
                  <a:lnTo>
                    <a:pt x="1290216" y="48351"/>
                  </a:lnTo>
                  <a:lnTo>
                    <a:pt x="1290216" y="52380"/>
                  </a:lnTo>
                  <a:lnTo>
                    <a:pt x="1295598" y="52380"/>
                  </a:lnTo>
                  <a:lnTo>
                    <a:pt x="1299634" y="45665"/>
                  </a:lnTo>
                  <a:lnTo>
                    <a:pt x="1305015" y="42978"/>
                  </a:lnTo>
                  <a:lnTo>
                    <a:pt x="1307706" y="45665"/>
                  </a:lnTo>
                  <a:lnTo>
                    <a:pt x="1314433" y="45665"/>
                  </a:lnTo>
                  <a:lnTo>
                    <a:pt x="1315778" y="40292"/>
                  </a:lnTo>
                  <a:lnTo>
                    <a:pt x="1318469" y="40292"/>
                  </a:lnTo>
                  <a:lnTo>
                    <a:pt x="1322505" y="42978"/>
                  </a:lnTo>
                  <a:lnTo>
                    <a:pt x="1326541" y="40292"/>
                  </a:lnTo>
                  <a:lnTo>
                    <a:pt x="1333268" y="47008"/>
                  </a:lnTo>
                  <a:lnTo>
                    <a:pt x="1333268" y="52380"/>
                  </a:lnTo>
                  <a:lnTo>
                    <a:pt x="1335959" y="60438"/>
                  </a:lnTo>
                  <a:lnTo>
                    <a:pt x="1334613" y="63125"/>
                  </a:lnTo>
                  <a:lnTo>
                    <a:pt x="1334613" y="68497"/>
                  </a:lnTo>
                  <a:lnTo>
                    <a:pt x="1330577" y="75212"/>
                  </a:lnTo>
                  <a:lnTo>
                    <a:pt x="1337304" y="85957"/>
                  </a:lnTo>
                  <a:lnTo>
                    <a:pt x="1337304" y="91329"/>
                  </a:lnTo>
                  <a:lnTo>
                    <a:pt x="1333268" y="92672"/>
                  </a:lnTo>
                  <a:lnTo>
                    <a:pt x="1329232" y="96702"/>
                  </a:lnTo>
                  <a:lnTo>
                    <a:pt x="1333268" y="98045"/>
                  </a:lnTo>
                  <a:lnTo>
                    <a:pt x="1342686" y="95358"/>
                  </a:lnTo>
                  <a:lnTo>
                    <a:pt x="1349413" y="88643"/>
                  </a:lnTo>
                  <a:lnTo>
                    <a:pt x="1357485" y="88643"/>
                  </a:lnTo>
                  <a:lnTo>
                    <a:pt x="1361521" y="81928"/>
                  </a:lnTo>
                  <a:lnTo>
                    <a:pt x="1360176" y="72526"/>
                  </a:lnTo>
                  <a:lnTo>
                    <a:pt x="1357485" y="65811"/>
                  </a:lnTo>
                  <a:lnTo>
                    <a:pt x="1354794" y="65811"/>
                  </a:lnTo>
                  <a:lnTo>
                    <a:pt x="1350758" y="64468"/>
                  </a:lnTo>
                  <a:lnTo>
                    <a:pt x="1350758" y="59095"/>
                  </a:lnTo>
                  <a:lnTo>
                    <a:pt x="1353449" y="57752"/>
                  </a:lnTo>
                  <a:lnTo>
                    <a:pt x="1357485" y="57752"/>
                  </a:lnTo>
                  <a:lnTo>
                    <a:pt x="1360176" y="59095"/>
                  </a:lnTo>
                  <a:lnTo>
                    <a:pt x="1364212" y="57752"/>
                  </a:lnTo>
                  <a:lnTo>
                    <a:pt x="1373630" y="55066"/>
                  </a:lnTo>
                  <a:lnTo>
                    <a:pt x="1380357" y="48351"/>
                  </a:lnTo>
                  <a:lnTo>
                    <a:pt x="1384393" y="49694"/>
                  </a:lnTo>
                  <a:lnTo>
                    <a:pt x="1392465" y="49694"/>
                  </a:lnTo>
                  <a:lnTo>
                    <a:pt x="1393810" y="44322"/>
                  </a:lnTo>
                  <a:lnTo>
                    <a:pt x="1399192" y="40292"/>
                  </a:lnTo>
                  <a:lnTo>
                    <a:pt x="1400537" y="41635"/>
                  </a:lnTo>
                  <a:lnTo>
                    <a:pt x="1404573" y="37606"/>
                  </a:lnTo>
                  <a:lnTo>
                    <a:pt x="1409955" y="36263"/>
                  </a:lnTo>
                  <a:lnTo>
                    <a:pt x="1412646" y="37606"/>
                  </a:lnTo>
                  <a:lnTo>
                    <a:pt x="1418027" y="36263"/>
                  </a:lnTo>
                  <a:lnTo>
                    <a:pt x="1419372" y="38949"/>
                  </a:lnTo>
                  <a:lnTo>
                    <a:pt x="1418027" y="41635"/>
                  </a:lnTo>
                  <a:lnTo>
                    <a:pt x="1419372" y="45665"/>
                  </a:lnTo>
                  <a:lnTo>
                    <a:pt x="1431481" y="44322"/>
                  </a:lnTo>
                  <a:lnTo>
                    <a:pt x="1432826" y="45665"/>
                  </a:lnTo>
                  <a:lnTo>
                    <a:pt x="1438208" y="47008"/>
                  </a:lnTo>
                  <a:lnTo>
                    <a:pt x="1458388" y="57752"/>
                  </a:lnTo>
                  <a:lnTo>
                    <a:pt x="1462424" y="59095"/>
                  </a:lnTo>
                  <a:lnTo>
                    <a:pt x="1465115" y="64468"/>
                  </a:lnTo>
                  <a:lnTo>
                    <a:pt x="1465115" y="68497"/>
                  </a:lnTo>
                  <a:lnTo>
                    <a:pt x="1474533" y="79242"/>
                  </a:lnTo>
                  <a:lnTo>
                    <a:pt x="1465115" y="79242"/>
                  </a:lnTo>
                  <a:lnTo>
                    <a:pt x="1465115" y="75212"/>
                  </a:lnTo>
                  <a:lnTo>
                    <a:pt x="1467806" y="72526"/>
                  </a:lnTo>
                  <a:lnTo>
                    <a:pt x="1469151" y="69840"/>
                  </a:lnTo>
                  <a:lnTo>
                    <a:pt x="1466461" y="67154"/>
                  </a:lnTo>
                  <a:lnTo>
                    <a:pt x="1461079" y="67154"/>
                  </a:lnTo>
                  <a:lnTo>
                    <a:pt x="1461079" y="61782"/>
                  </a:lnTo>
                  <a:lnTo>
                    <a:pt x="1465115" y="59095"/>
                  </a:lnTo>
                  <a:lnTo>
                    <a:pt x="1469151" y="59095"/>
                  </a:lnTo>
                  <a:lnTo>
                    <a:pt x="1471842" y="63125"/>
                  </a:lnTo>
                  <a:lnTo>
                    <a:pt x="1475878" y="67154"/>
                  </a:lnTo>
                  <a:lnTo>
                    <a:pt x="1475878" y="71183"/>
                  </a:lnTo>
                  <a:lnTo>
                    <a:pt x="1482605" y="77899"/>
                  </a:lnTo>
                  <a:lnTo>
                    <a:pt x="1483950" y="83271"/>
                  </a:lnTo>
                  <a:lnTo>
                    <a:pt x="1486641" y="84614"/>
                  </a:lnTo>
                  <a:lnTo>
                    <a:pt x="1489332" y="83271"/>
                  </a:lnTo>
                  <a:lnTo>
                    <a:pt x="1490677" y="83271"/>
                  </a:lnTo>
                  <a:lnTo>
                    <a:pt x="1493368" y="85957"/>
                  </a:lnTo>
                  <a:lnTo>
                    <a:pt x="1497404" y="91329"/>
                  </a:lnTo>
                  <a:lnTo>
                    <a:pt x="1497404" y="96702"/>
                  </a:lnTo>
                  <a:lnTo>
                    <a:pt x="1501440" y="102074"/>
                  </a:lnTo>
                  <a:lnTo>
                    <a:pt x="1501440" y="106103"/>
                  </a:lnTo>
                  <a:lnTo>
                    <a:pt x="1500095" y="106103"/>
                  </a:lnTo>
                  <a:lnTo>
                    <a:pt x="1500095" y="103417"/>
                  </a:lnTo>
                  <a:lnTo>
                    <a:pt x="1497404" y="100731"/>
                  </a:lnTo>
                  <a:lnTo>
                    <a:pt x="1496059" y="100731"/>
                  </a:lnTo>
                  <a:lnTo>
                    <a:pt x="1493368" y="103417"/>
                  </a:lnTo>
                  <a:lnTo>
                    <a:pt x="1489332" y="99388"/>
                  </a:lnTo>
                  <a:lnTo>
                    <a:pt x="1479914" y="95358"/>
                  </a:lnTo>
                  <a:lnTo>
                    <a:pt x="1473187" y="95358"/>
                  </a:lnTo>
                  <a:lnTo>
                    <a:pt x="1471842" y="96702"/>
                  </a:lnTo>
                  <a:lnTo>
                    <a:pt x="1475878" y="100731"/>
                  </a:lnTo>
                  <a:lnTo>
                    <a:pt x="1482605" y="102074"/>
                  </a:lnTo>
                  <a:lnTo>
                    <a:pt x="1485296" y="103417"/>
                  </a:lnTo>
                  <a:lnTo>
                    <a:pt x="1483950" y="104760"/>
                  </a:lnTo>
                  <a:lnTo>
                    <a:pt x="1486641" y="111475"/>
                  </a:lnTo>
                  <a:lnTo>
                    <a:pt x="1489332" y="114162"/>
                  </a:lnTo>
                  <a:lnTo>
                    <a:pt x="1492023" y="112818"/>
                  </a:lnTo>
                  <a:lnTo>
                    <a:pt x="1494714" y="107446"/>
                  </a:lnTo>
                  <a:lnTo>
                    <a:pt x="1496059" y="107446"/>
                  </a:lnTo>
                  <a:lnTo>
                    <a:pt x="1498750" y="111475"/>
                  </a:lnTo>
                  <a:lnTo>
                    <a:pt x="1502785" y="114162"/>
                  </a:lnTo>
                  <a:lnTo>
                    <a:pt x="1505476" y="112818"/>
                  </a:lnTo>
                  <a:lnTo>
                    <a:pt x="1508167" y="114162"/>
                  </a:lnTo>
                  <a:lnTo>
                    <a:pt x="1509512" y="118191"/>
                  </a:lnTo>
                  <a:lnTo>
                    <a:pt x="1508167" y="120877"/>
                  </a:lnTo>
                  <a:lnTo>
                    <a:pt x="1513549" y="128935"/>
                  </a:lnTo>
                  <a:lnTo>
                    <a:pt x="1514894" y="138337"/>
                  </a:lnTo>
                  <a:lnTo>
                    <a:pt x="1514894" y="147738"/>
                  </a:lnTo>
                  <a:lnTo>
                    <a:pt x="1510858" y="155797"/>
                  </a:lnTo>
                  <a:lnTo>
                    <a:pt x="1508167" y="157140"/>
                  </a:lnTo>
                  <a:lnTo>
                    <a:pt x="1506822" y="161169"/>
                  </a:lnTo>
                  <a:lnTo>
                    <a:pt x="1508167" y="166542"/>
                  </a:lnTo>
                  <a:lnTo>
                    <a:pt x="1504131" y="173257"/>
                  </a:lnTo>
                  <a:lnTo>
                    <a:pt x="1504131" y="175943"/>
                  </a:lnTo>
                  <a:lnTo>
                    <a:pt x="1506822" y="179972"/>
                  </a:lnTo>
                  <a:lnTo>
                    <a:pt x="1506822" y="184002"/>
                  </a:lnTo>
                  <a:lnTo>
                    <a:pt x="1500095" y="186688"/>
                  </a:lnTo>
                  <a:lnTo>
                    <a:pt x="1498750" y="192060"/>
                  </a:lnTo>
                  <a:lnTo>
                    <a:pt x="1500095" y="194746"/>
                  </a:lnTo>
                  <a:lnTo>
                    <a:pt x="1496059" y="202805"/>
                  </a:lnTo>
                  <a:lnTo>
                    <a:pt x="1493368" y="206834"/>
                  </a:lnTo>
                  <a:lnTo>
                    <a:pt x="1494714" y="209520"/>
                  </a:lnTo>
                  <a:lnTo>
                    <a:pt x="1492023" y="214892"/>
                  </a:lnTo>
                  <a:lnTo>
                    <a:pt x="1487987" y="217578"/>
                  </a:lnTo>
                  <a:lnTo>
                    <a:pt x="1481260" y="222951"/>
                  </a:lnTo>
                  <a:lnTo>
                    <a:pt x="1475878" y="222951"/>
                  </a:lnTo>
                  <a:lnTo>
                    <a:pt x="1481260" y="224294"/>
                  </a:lnTo>
                  <a:lnTo>
                    <a:pt x="1485296" y="224294"/>
                  </a:lnTo>
                  <a:lnTo>
                    <a:pt x="1487987" y="220265"/>
                  </a:lnTo>
                  <a:lnTo>
                    <a:pt x="1489332" y="220265"/>
                  </a:lnTo>
                  <a:lnTo>
                    <a:pt x="1492023" y="226980"/>
                  </a:lnTo>
                  <a:lnTo>
                    <a:pt x="1487987" y="236382"/>
                  </a:lnTo>
                  <a:lnTo>
                    <a:pt x="1483950" y="241754"/>
                  </a:lnTo>
                  <a:lnTo>
                    <a:pt x="1481260" y="253842"/>
                  </a:lnTo>
                  <a:lnTo>
                    <a:pt x="1483950" y="259214"/>
                  </a:lnTo>
                  <a:lnTo>
                    <a:pt x="1485296" y="263243"/>
                  </a:lnTo>
                  <a:lnTo>
                    <a:pt x="1481260" y="273988"/>
                  </a:lnTo>
                  <a:lnTo>
                    <a:pt x="1474533" y="276674"/>
                  </a:lnTo>
                  <a:lnTo>
                    <a:pt x="1473187" y="275331"/>
                  </a:lnTo>
                  <a:lnTo>
                    <a:pt x="1470497" y="275331"/>
                  </a:lnTo>
                  <a:lnTo>
                    <a:pt x="1469151" y="278017"/>
                  </a:lnTo>
                  <a:lnTo>
                    <a:pt x="1470497" y="280703"/>
                  </a:lnTo>
                  <a:lnTo>
                    <a:pt x="1473187" y="291448"/>
                  </a:lnTo>
                  <a:lnTo>
                    <a:pt x="1471842" y="295477"/>
                  </a:lnTo>
                  <a:lnTo>
                    <a:pt x="1466461" y="298163"/>
                  </a:lnTo>
                  <a:lnTo>
                    <a:pt x="1463770" y="304878"/>
                  </a:lnTo>
                  <a:lnTo>
                    <a:pt x="1466461" y="311594"/>
                  </a:lnTo>
                  <a:lnTo>
                    <a:pt x="1466461" y="318309"/>
                  </a:lnTo>
                  <a:lnTo>
                    <a:pt x="1463770" y="320995"/>
                  </a:lnTo>
                  <a:lnTo>
                    <a:pt x="1463770" y="325025"/>
                  </a:lnTo>
                  <a:lnTo>
                    <a:pt x="1467806" y="327711"/>
                  </a:lnTo>
                  <a:lnTo>
                    <a:pt x="1463770" y="341142"/>
                  </a:lnTo>
                  <a:lnTo>
                    <a:pt x="1459734" y="343828"/>
                  </a:lnTo>
                  <a:lnTo>
                    <a:pt x="1458388" y="349200"/>
                  </a:lnTo>
                  <a:lnTo>
                    <a:pt x="1459734" y="346514"/>
                  </a:lnTo>
                  <a:lnTo>
                    <a:pt x="1465115" y="346514"/>
                  </a:lnTo>
                  <a:lnTo>
                    <a:pt x="1470497" y="341142"/>
                  </a:lnTo>
                  <a:lnTo>
                    <a:pt x="1473187" y="335769"/>
                  </a:lnTo>
                  <a:lnTo>
                    <a:pt x="1471842" y="333083"/>
                  </a:lnTo>
                  <a:lnTo>
                    <a:pt x="1473187" y="329054"/>
                  </a:lnTo>
                  <a:lnTo>
                    <a:pt x="1479914" y="329054"/>
                  </a:lnTo>
                  <a:lnTo>
                    <a:pt x="1483950" y="327711"/>
                  </a:lnTo>
                  <a:lnTo>
                    <a:pt x="1479914" y="326368"/>
                  </a:lnTo>
                  <a:lnTo>
                    <a:pt x="1471842" y="316966"/>
                  </a:lnTo>
                  <a:lnTo>
                    <a:pt x="1469151" y="310251"/>
                  </a:lnTo>
                  <a:lnTo>
                    <a:pt x="1471842" y="304878"/>
                  </a:lnTo>
                  <a:lnTo>
                    <a:pt x="1481260" y="303535"/>
                  </a:lnTo>
                  <a:lnTo>
                    <a:pt x="1490677" y="302192"/>
                  </a:lnTo>
                  <a:lnTo>
                    <a:pt x="1498750" y="295477"/>
                  </a:lnTo>
                  <a:lnTo>
                    <a:pt x="1502785" y="295477"/>
                  </a:lnTo>
                  <a:lnTo>
                    <a:pt x="1505476" y="292791"/>
                  </a:lnTo>
                  <a:lnTo>
                    <a:pt x="1502785" y="288762"/>
                  </a:lnTo>
                  <a:lnTo>
                    <a:pt x="1510858" y="282046"/>
                  </a:lnTo>
                  <a:lnTo>
                    <a:pt x="1514894" y="275331"/>
                  </a:lnTo>
                  <a:lnTo>
                    <a:pt x="1512203" y="269959"/>
                  </a:lnTo>
                  <a:lnTo>
                    <a:pt x="1512203" y="267272"/>
                  </a:lnTo>
                  <a:lnTo>
                    <a:pt x="1517585" y="269959"/>
                  </a:lnTo>
                  <a:lnTo>
                    <a:pt x="1524312" y="267272"/>
                  </a:lnTo>
                  <a:lnTo>
                    <a:pt x="1528348" y="261900"/>
                  </a:lnTo>
                  <a:lnTo>
                    <a:pt x="1525657" y="257871"/>
                  </a:lnTo>
                  <a:lnTo>
                    <a:pt x="1535075" y="251155"/>
                  </a:lnTo>
                  <a:lnTo>
                    <a:pt x="1535075" y="245783"/>
                  </a:lnTo>
                  <a:lnTo>
                    <a:pt x="1532384" y="241754"/>
                  </a:lnTo>
                  <a:lnTo>
                    <a:pt x="1522966" y="247126"/>
                  </a:lnTo>
                  <a:lnTo>
                    <a:pt x="1521621" y="251155"/>
                  </a:lnTo>
                  <a:lnTo>
                    <a:pt x="1513549" y="256528"/>
                  </a:lnTo>
                  <a:lnTo>
                    <a:pt x="1508167" y="253842"/>
                  </a:lnTo>
                  <a:lnTo>
                    <a:pt x="1504131" y="247126"/>
                  </a:lnTo>
                  <a:lnTo>
                    <a:pt x="1508167" y="241754"/>
                  </a:lnTo>
                  <a:lnTo>
                    <a:pt x="1506822" y="233695"/>
                  </a:lnTo>
                  <a:lnTo>
                    <a:pt x="1512203" y="229666"/>
                  </a:lnTo>
                  <a:lnTo>
                    <a:pt x="1520276" y="229666"/>
                  </a:lnTo>
                  <a:lnTo>
                    <a:pt x="1529693" y="235038"/>
                  </a:lnTo>
                  <a:lnTo>
                    <a:pt x="1533729" y="231009"/>
                  </a:lnTo>
                  <a:lnTo>
                    <a:pt x="1533729" y="225637"/>
                  </a:lnTo>
                  <a:lnTo>
                    <a:pt x="1540456" y="222951"/>
                  </a:lnTo>
                  <a:lnTo>
                    <a:pt x="1541802" y="226980"/>
                  </a:lnTo>
                  <a:lnTo>
                    <a:pt x="1539111" y="229666"/>
                  </a:lnTo>
                  <a:lnTo>
                    <a:pt x="1539111" y="235038"/>
                  </a:lnTo>
                  <a:lnTo>
                    <a:pt x="1552565" y="245783"/>
                  </a:lnTo>
                  <a:lnTo>
                    <a:pt x="1559291" y="245783"/>
                  </a:lnTo>
                  <a:lnTo>
                    <a:pt x="1563327" y="243097"/>
                  </a:lnTo>
                  <a:lnTo>
                    <a:pt x="1572745" y="241754"/>
                  </a:lnTo>
                  <a:lnTo>
                    <a:pt x="1576781" y="237725"/>
                  </a:lnTo>
                  <a:lnTo>
                    <a:pt x="1575436" y="232352"/>
                  </a:lnTo>
                  <a:lnTo>
                    <a:pt x="1567364" y="222951"/>
                  </a:lnTo>
                  <a:lnTo>
                    <a:pt x="1567364" y="220265"/>
                  </a:lnTo>
                  <a:lnTo>
                    <a:pt x="1570054" y="220265"/>
                  </a:lnTo>
                  <a:lnTo>
                    <a:pt x="1579472" y="229666"/>
                  </a:lnTo>
                  <a:lnTo>
                    <a:pt x="1583508" y="229666"/>
                  </a:lnTo>
                  <a:lnTo>
                    <a:pt x="1588890" y="235038"/>
                  </a:lnTo>
                  <a:lnTo>
                    <a:pt x="1587544" y="239068"/>
                  </a:lnTo>
                  <a:lnTo>
                    <a:pt x="1588890" y="243097"/>
                  </a:lnTo>
                  <a:lnTo>
                    <a:pt x="1595617" y="248469"/>
                  </a:lnTo>
                  <a:lnTo>
                    <a:pt x="1596962" y="257871"/>
                  </a:lnTo>
                  <a:lnTo>
                    <a:pt x="1598307" y="259214"/>
                  </a:lnTo>
                  <a:lnTo>
                    <a:pt x="1598307" y="256528"/>
                  </a:lnTo>
                  <a:lnTo>
                    <a:pt x="1603689" y="251155"/>
                  </a:lnTo>
                  <a:lnTo>
                    <a:pt x="1606380" y="251155"/>
                  </a:lnTo>
                  <a:lnTo>
                    <a:pt x="1609071" y="247126"/>
                  </a:lnTo>
                  <a:lnTo>
                    <a:pt x="1606380" y="245783"/>
                  </a:lnTo>
                  <a:lnTo>
                    <a:pt x="1602344" y="248469"/>
                  </a:lnTo>
                  <a:lnTo>
                    <a:pt x="1598307" y="247126"/>
                  </a:lnTo>
                  <a:lnTo>
                    <a:pt x="1595617" y="240411"/>
                  </a:lnTo>
                  <a:lnTo>
                    <a:pt x="1602344" y="233695"/>
                  </a:lnTo>
                  <a:lnTo>
                    <a:pt x="1607725" y="231009"/>
                  </a:lnTo>
                  <a:lnTo>
                    <a:pt x="1610416" y="226980"/>
                  </a:lnTo>
                  <a:lnTo>
                    <a:pt x="1613107" y="226980"/>
                  </a:lnTo>
                  <a:lnTo>
                    <a:pt x="1613107" y="226980"/>
                  </a:lnTo>
                  <a:lnTo>
                    <a:pt x="1623869" y="224294"/>
                  </a:lnTo>
                  <a:lnTo>
                    <a:pt x="1641360" y="220265"/>
                  </a:lnTo>
                  <a:lnTo>
                    <a:pt x="1661540" y="218922"/>
                  </a:lnTo>
                  <a:lnTo>
                    <a:pt x="1677684" y="212206"/>
                  </a:lnTo>
                  <a:lnTo>
                    <a:pt x="1685757" y="212206"/>
                  </a:lnTo>
                  <a:lnTo>
                    <a:pt x="1692484" y="214892"/>
                  </a:lnTo>
                  <a:lnTo>
                    <a:pt x="1692484" y="218922"/>
                  </a:lnTo>
                  <a:lnTo>
                    <a:pt x="1691138" y="220265"/>
                  </a:lnTo>
                  <a:lnTo>
                    <a:pt x="1688448" y="226980"/>
                  </a:lnTo>
                  <a:lnTo>
                    <a:pt x="1691138" y="236382"/>
                  </a:lnTo>
                  <a:lnTo>
                    <a:pt x="1697865" y="241754"/>
                  </a:lnTo>
                  <a:lnTo>
                    <a:pt x="1720737" y="243097"/>
                  </a:lnTo>
                  <a:lnTo>
                    <a:pt x="1724773" y="244440"/>
                  </a:lnTo>
                  <a:lnTo>
                    <a:pt x="1726118" y="243097"/>
                  </a:lnTo>
                  <a:lnTo>
                    <a:pt x="1734190" y="243097"/>
                  </a:lnTo>
                  <a:lnTo>
                    <a:pt x="1740917" y="245783"/>
                  </a:lnTo>
                  <a:lnTo>
                    <a:pt x="1757062" y="243097"/>
                  </a:lnTo>
                  <a:lnTo>
                    <a:pt x="1769170" y="236382"/>
                  </a:lnTo>
                  <a:lnTo>
                    <a:pt x="1773206" y="237725"/>
                  </a:lnTo>
                  <a:lnTo>
                    <a:pt x="1778588" y="237725"/>
                  </a:lnTo>
                  <a:lnTo>
                    <a:pt x="1781279" y="232352"/>
                  </a:lnTo>
                  <a:lnTo>
                    <a:pt x="1779933" y="228323"/>
                  </a:lnTo>
                  <a:lnTo>
                    <a:pt x="1785315" y="226980"/>
                  </a:lnTo>
                  <a:lnTo>
                    <a:pt x="1789351" y="228323"/>
                  </a:lnTo>
                  <a:lnTo>
                    <a:pt x="1796078" y="225637"/>
                  </a:lnTo>
                  <a:lnTo>
                    <a:pt x="1797423" y="229666"/>
                  </a:lnTo>
                  <a:lnTo>
                    <a:pt x="1800114" y="231009"/>
                  </a:lnTo>
                  <a:lnTo>
                    <a:pt x="1802805" y="225637"/>
                  </a:lnTo>
                  <a:lnTo>
                    <a:pt x="1801459" y="221608"/>
                  </a:lnTo>
                  <a:lnTo>
                    <a:pt x="1797423" y="217578"/>
                  </a:lnTo>
                  <a:lnTo>
                    <a:pt x="1797423" y="212206"/>
                  </a:lnTo>
                  <a:lnTo>
                    <a:pt x="1794732" y="208177"/>
                  </a:lnTo>
                  <a:lnTo>
                    <a:pt x="1789351" y="206834"/>
                  </a:lnTo>
                  <a:lnTo>
                    <a:pt x="1788005" y="200118"/>
                  </a:lnTo>
                  <a:lnTo>
                    <a:pt x="1785315" y="198775"/>
                  </a:lnTo>
                  <a:lnTo>
                    <a:pt x="1783970" y="193403"/>
                  </a:lnTo>
                  <a:lnTo>
                    <a:pt x="1779933" y="189374"/>
                  </a:lnTo>
                  <a:lnTo>
                    <a:pt x="1778588" y="182659"/>
                  </a:lnTo>
                  <a:lnTo>
                    <a:pt x="1781279" y="177286"/>
                  </a:lnTo>
                  <a:lnTo>
                    <a:pt x="1782624" y="179972"/>
                  </a:lnTo>
                  <a:lnTo>
                    <a:pt x="1785315" y="181315"/>
                  </a:lnTo>
                  <a:lnTo>
                    <a:pt x="1790696" y="177286"/>
                  </a:lnTo>
                  <a:lnTo>
                    <a:pt x="1789351" y="174600"/>
                  </a:lnTo>
                  <a:lnTo>
                    <a:pt x="1788005" y="170571"/>
                  </a:lnTo>
                  <a:lnTo>
                    <a:pt x="1792041" y="170571"/>
                  </a:lnTo>
                  <a:lnTo>
                    <a:pt x="1798768" y="175943"/>
                  </a:lnTo>
                  <a:lnTo>
                    <a:pt x="1801459" y="173257"/>
                  </a:lnTo>
                  <a:lnTo>
                    <a:pt x="1802805" y="169228"/>
                  </a:lnTo>
                  <a:lnTo>
                    <a:pt x="1804150" y="171914"/>
                  </a:lnTo>
                  <a:lnTo>
                    <a:pt x="1810877" y="171914"/>
                  </a:lnTo>
                  <a:lnTo>
                    <a:pt x="1814913" y="170571"/>
                  </a:lnTo>
                  <a:lnTo>
                    <a:pt x="1816258" y="167885"/>
                  </a:lnTo>
                  <a:lnTo>
                    <a:pt x="1821640" y="173257"/>
                  </a:lnTo>
                  <a:lnTo>
                    <a:pt x="1825676" y="174600"/>
                  </a:lnTo>
                  <a:lnTo>
                    <a:pt x="1828367" y="178629"/>
                  </a:lnTo>
                  <a:lnTo>
                    <a:pt x="1831058" y="175943"/>
                  </a:lnTo>
                  <a:lnTo>
                    <a:pt x="1831058" y="170571"/>
                  </a:lnTo>
                  <a:lnTo>
                    <a:pt x="1835094" y="171914"/>
                  </a:lnTo>
                  <a:lnTo>
                    <a:pt x="1837785" y="177286"/>
                  </a:lnTo>
                  <a:lnTo>
                    <a:pt x="1835094" y="179972"/>
                  </a:lnTo>
                  <a:lnTo>
                    <a:pt x="1832403" y="184002"/>
                  </a:lnTo>
                  <a:lnTo>
                    <a:pt x="1833748" y="185345"/>
                  </a:lnTo>
                  <a:lnTo>
                    <a:pt x="1839130" y="184002"/>
                  </a:lnTo>
                  <a:lnTo>
                    <a:pt x="1840475" y="185345"/>
                  </a:lnTo>
                  <a:lnTo>
                    <a:pt x="1840475" y="181315"/>
                  </a:lnTo>
                  <a:lnTo>
                    <a:pt x="1843166" y="179972"/>
                  </a:lnTo>
                  <a:lnTo>
                    <a:pt x="1845857" y="181315"/>
                  </a:lnTo>
                  <a:lnTo>
                    <a:pt x="1844511" y="175943"/>
                  </a:lnTo>
                  <a:lnTo>
                    <a:pt x="1841821" y="173257"/>
                  </a:lnTo>
                  <a:lnTo>
                    <a:pt x="1843166" y="170571"/>
                  </a:lnTo>
                  <a:lnTo>
                    <a:pt x="1848547" y="170571"/>
                  </a:lnTo>
                  <a:lnTo>
                    <a:pt x="1856620" y="167885"/>
                  </a:lnTo>
                  <a:lnTo>
                    <a:pt x="1859310" y="170571"/>
                  </a:lnTo>
                  <a:lnTo>
                    <a:pt x="1862001" y="169228"/>
                  </a:lnTo>
                  <a:lnTo>
                    <a:pt x="1868728" y="169228"/>
                  </a:lnTo>
                  <a:lnTo>
                    <a:pt x="1868728" y="173257"/>
                  </a:lnTo>
                  <a:lnTo>
                    <a:pt x="1870074" y="179972"/>
                  </a:lnTo>
                  <a:lnTo>
                    <a:pt x="1871419" y="177286"/>
                  </a:lnTo>
                  <a:lnTo>
                    <a:pt x="1874110" y="177286"/>
                  </a:lnTo>
                  <a:lnTo>
                    <a:pt x="1878146" y="173257"/>
                  </a:lnTo>
                  <a:lnTo>
                    <a:pt x="1880836" y="179972"/>
                  </a:lnTo>
                  <a:lnTo>
                    <a:pt x="1883527" y="179972"/>
                  </a:lnTo>
                  <a:lnTo>
                    <a:pt x="1888909" y="175943"/>
                  </a:lnTo>
                  <a:lnTo>
                    <a:pt x="1894291" y="179972"/>
                  </a:lnTo>
                  <a:lnTo>
                    <a:pt x="1895636" y="189374"/>
                  </a:lnTo>
                  <a:lnTo>
                    <a:pt x="1899672" y="182659"/>
                  </a:lnTo>
                  <a:lnTo>
                    <a:pt x="1902363" y="179972"/>
                  </a:lnTo>
                  <a:lnTo>
                    <a:pt x="1905053" y="182659"/>
                  </a:lnTo>
                  <a:lnTo>
                    <a:pt x="1902363" y="189374"/>
                  </a:lnTo>
                  <a:lnTo>
                    <a:pt x="1906398" y="192060"/>
                  </a:lnTo>
                  <a:lnTo>
                    <a:pt x="1907744" y="194746"/>
                  </a:lnTo>
                  <a:lnTo>
                    <a:pt x="1913125" y="194746"/>
                  </a:lnTo>
                  <a:lnTo>
                    <a:pt x="1914471" y="200118"/>
                  </a:lnTo>
                  <a:lnTo>
                    <a:pt x="1917161" y="197432"/>
                  </a:lnTo>
                  <a:lnTo>
                    <a:pt x="1919852" y="197432"/>
                  </a:lnTo>
                  <a:lnTo>
                    <a:pt x="1921198" y="202805"/>
                  </a:lnTo>
                  <a:lnTo>
                    <a:pt x="1917161" y="206834"/>
                  </a:lnTo>
                  <a:lnTo>
                    <a:pt x="1917161" y="213549"/>
                  </a:lnTo>
                  <a:lnTo>
                    <a:pt x="1923888" y="206834"/>
                  </a:lnTo>
                  <a:lnTo>
                    <a:pt x="1927925" y="206834"/>
                  </a:lnTo>
                  <a:lnTo>
                    <a:pt x="1929270" y="210863"/>
                  </a:lnTo>
                  <a:lnTo>
                    <a:pt x="1919852" y="220265"/>
                  </a:lnTo>
                  <a:lnTo>
                    <a:pt x="1919852" y="226980"/>
                  </a:lnTo>
                  <a:lnTo>
                    <a:pt x="1927925" y="228323"/>
                  </a:lnTo>
                  <a:lnTo>
                    <a:pt x="1930615" y="225637"/>
                  </a:lnTo>
                  <a:lnTo>
                    <a:pt x="1934652" y="222951"/>
                  </a:lnTo>
                  <a:lnTo>
                    <a:pt x="1937342" y="224294"/>
                  </a:lnTo>
                  <a:lnTo>
                    <a:pt x="1938688" y="228323"/>
                  </a:lnTo>
                  <a:lnTo>
                    <a:pt x="1942724" y="225637"/>
                  </a:lnTo>
                  <a:lnTo>
                    <a:pt x="1948106" y="232352"/>
                  </a:lnTo>
                  <a:lnTo>
                    <a:pt x="1946760" y="240411"/>
                  </a:lnTo>
                  <a:lnTo>
                    <a:pt x="1952142" y="239068"/>
                  </a:lnTo>
                  <a:lnTo>
                    <a:pt x="1953487" y="243097"/>
                  </a:lnTo>
                  <a:lnTo>
                    <a:pt x="1957523" y="241754"/>
                  </a:lnTo>
                  <a:lnTo>
                    <a:pt x="1957523" y="245783"/>
                  </a:lnTo>
                  <a:lnTo>
                    <a:pt x="1953487" y="253842"/>
                  </a:lnTo>
                  <a:lnTo>
                    <a:pt x="1948106" y="256528"/>
                  </a:lnTo>
                  <a:lnTo>
                    <a:pt x="1944069" y="252499"/>
                  </a:lnTo>
                  <a:lnTo>
                    <a:pt x="1933306" y="249812"/>
                  </a:lnTo>
                  <a:lnTo>
                    <a:pt x="1922543" y="249812"/>
                  </a:lnTo>
                  <a:lnTo>
                    <a:pt x="1926579" y="252499"/>
                  </a:lnTo>
                  <a:lnTo>
                    <a:pt x="1929270" y="257871"/>
                  </a:lnTo>
                  <a:lnTo>
                    <a:pt x="1938688" y="259214"/>
                  </a:lnTo>
                  <a:lnTo>
                    <a:pt x="1941379" y="263243"/>
                  </a:lnTo>
                  <a:lnTo>
                    <a:pt x="1950796" y="269959"/>
                  </a:lnTo>
                  <a:lnTo>
                    <a:pt x="1960214" y="272645"/>
                  </a:lnTo>
                  <a:lnTo>
                    <a:pt x="1966940" y="268615"/>
                  </a:lnTo>
                  <a:lnTo>
                    <a:pt x="1966940" y="263243"/>
                  </a:lnTo>
                  <a:lnTo>
                    <a:pt x="1961559" y="259214"/>
                  </a:lnTo>
                  <a:lnTo>
                    <a:pt x="1960214" y="256528"/>
                  </a:lnTo>
                  <a:lnTo>
                    <a:pt x="1961559" y="256528"/>
                  </a:lnTo>
                  <a:lnTo>
                    <a:pt x="1966940" y="261900"/>
                  </a:lnTo>
                  <a:lnTo>
                    <a:pt x="1973667" y="264586"/>
                  </a:lnTo>
                  <a:lnTo>
                    <a:pt x="1977703" y="267272"/>
                  </a:lnTo>
                  <a:lnTo>
                    <a:pt x="1973667" y="267272"/>
                  </a:lnTo>
                  <a:lnTo>
                    <a:pt x="1962904" y="276674"/>
                  </a:lnTo>
                  <a:lnTo>
                    <a:pt x="1965595" y="279360"/>
                  </a:lnTo>
                  <a:lnTo>
                    <a:pt x="1969631" y="279360"/>
                  </a:lnTo>
                  <a:lnTo>
                    <a:pt x="1972322" y="276674"/>
                  </a:lnTo>
                  <a:lnTo>
                    <a:pt x="1975013" y="276674"/>
                  </a:lnTo>
                  <a:lnTo>
                    <a:pt x="1992503" y="292791"/>
                  </a:lnTo>
                  <a:lnTo>
                    <a:pt x="1996539" y="294134"/>
                  </a:lnTo>
                  <a:lnTo>
                    <a:pt x="2001921" y="300849"/>
                  </a:lnTo>
                  <a:lnTo>
                    <a:pt x="2014029" y="302192"/>
                  </a:lnTo>
                  <a:lnTo>
                    <a:pt x="2022101" y="310251"/>
                  </a:lnTo>
                  <a:lnTo>
                    <a:pt x="2030173" y="311594"/>
                  </a:lnTo>
                  <a:lnTo>
                    <a:pt x="2031518" y="308908"/>
                  </a:lnTo>
                  <a:lnTo>
                    <a:pt x="2028828" y="304878"/>
                  </a:lnTo>
                  <a:lnTo>
                    <a:pt x="2031518" y="303535"/>
                  </a:lnTo>
                  <a:lnTo>
                    <a:pt x="2035555" y="307565"/>
                  </a:lnTo>
                  <a:lnTo>
                    <a:pt x="2036900" y="311594"/>
                  </a:lnTo>
                  <a:lnTo>
                    <a:pt x="2039591" y="315623"/>
                  </a:lnTo>
                  <a:lnTo>
                    <a:pt x="2042282" y="315623"/>
                  </a:lnTo>
                  <a:lnTo>
                    <a:pt x="2043627" y="310251"/>
                  </a:lnTo>
                  <a:lnTo>
                    <a:pt x="2038245" y="283389"/>
                  </a:lnTo>
                  <a:lnTo>
                    <a:pt x="2032864" y="271302"/>
                  </a:lnTo>
                  <a:lnTo>
                    <a:pt x="2026137" y="255185"/>
                  </a:lnTo>
                  <a:lnTo>
                    <a:pt x="2024791" y="241754"/>
                  </a:lnTo>
                  <a:lnTo>
                    <a:pt x="2020755" y="233695"/>
                  </a:lnTo>
                  <a:lnTo>
                    <a:pt x="2020755" y="229666"/>
                  </a:lnTo>
                  <a:lnTo>
                    <a:pt x="2024791" y="232352"/>
                  </a:lnTo>
                  <a:lnTo>
                    <a:pt x="2027482" y="239068"/>
                  </a:lnTo>
                  <a:lnTo>
                    <a:pt x="2032864" y="245783"/>
                  </a:lnTo>
                  <a:lnTo>
                    <a:pt x="2039591" y="247126"/>
                  </a:lnTo>
                  <a:lnTo>
                    <a:pt x="2044972" y="253842"/>
                  </a:lnTo>
                  <a:lnTo>
                    <a:pt x="2054390" y="255185"/>
                  </a:lnTo>
                  <a:lnTo>
                    <a:pt x="2074571" y="252499"/>
                  </a:lnTo>
                  <a:lnTo>
                    <a:pt x="2078607" y="253842"/>
                  </a:lnTo>
                  <a:lnTo>
                    <a:pt x="2082643" y="251155"/>
                  </a:lnTo>
                  <a:lnTo>
                    <a:pt x="2088024" y="255185"/>
                  </a:lnTo>
                  <a:lnTo>
                    <a:pt x="2089370" y="253842"/>
                  </a:lnTo>
                  <a:lnTo>
                    <a:pt x="2085333" y="248469"/>
                  </a:lnTo>
                  <a:lnTo>
                    <a:pt x="2086679" y="245783"/>
                  </a:lnTo>
                  <a:lnTo>
                    <a:pt x="2082643" y="241754"/>
                  </a:lnTo>
                  <a:lnTo>
                    <a:pt x="2085333" y="239068"/>
                  </a:lnTo>
                  <a:lnTo>
                    <a:pt x="2086679" y="233695"/>
                  </a:lnTo>
                  <a:lnTo>
                    <a:pt x="2104169" y="226980"/>
                  </a:lnTo>
                  <a:lnTo>
                    <a:pt x="2106860" y="228323"/>
                  </a:lnTo>
                  <a:lnTo>
                    <a:pt x="2110896" y="226980"/>
                  </a:lnTo>
                  <a:lnTo>
                    <a:pt x="2116278" y="229666"/>
                  </a:lnTo>
                  <a:lnTo>
                    <a:pt x="2124350" y="229666"/>
                  </a:lnTo>
                  <a:lnTo>
                    <a:pt x="2131077" y="236382"/>
                  </a:lnTo>
                  <a:lnTo>
                    <a:pt x="2137803" y="240411"/>
                  </a:lnTo>
                  <a:lnTo>
                    <a:pt x="2140494" y="245783"/>
                  </a:lnTo>
                  <a:lnTo>
                    <a:pt x="2148566" y="245783"/>
                  </a:lnTo>
                  <a:lnTo>
                    <a:pt x="2151257" y="251155"/>
                  </a:lnTo>
                  <a:lnTo>
                    <a:pt x="2163366" y="251155"/>
                  </a:lnTo>
                  <a:lnTo>
                    <a:pt x="2156639" y="247126"/>
                  </a:lnTo>
                  <a:lnTo>
                    <a:pt x="2156639" y="244440"/>
                  </a:lnTo>
                  <a:lnTo>
                    <a:pt x="2163366" y="247126"/>
                  </a:lnTo>
                  <a:lnTo>
                    <a:pt x="2167402" y="243097"/>
                  </a:lnTo>
                  <a:lnTo>
                    <a:pt x="2162020" y="240411"/>
                  </a:lnTo>
                  <a:lnTo>
                    <a:pt x="2166056" y="236382"/>
                  </a:lnTo>
                  <a:lnTo>
                    <a:pt x="2162020" y="232352"/>
                  </a:lnTo>
                  <a:lnTo>
                    <a:pt x="2155293" y="236382"/>
                  </a:lnTo>
                  <a:lnTo>
                    <a:pt x="2149912" y="235038"/>
                  </a:lnTo>
                  <a:lnTo>
                    <a:pt x="2148566" y="226980"/>
                  </a:lnTo>
                  <a:lnTo>
                    <a:pt x="2145875" y="221608"/>
                  </a:lnTo>
                  <a:lnTo>
                    <a:pt x="2148566" y="218922"/>
                  </a:lnTo>
                  <a:lnTo>
                    <a:pt x="2151257" y="221608"/>
                  </a:lnTo>
                  <a:lnTo>
                    <a:pt x="2155293" y="218922"/>
                  </a:lnTo>
                  <a:lnTo>
                    <a:pt x="2152602" y="214892"/>
                  </a:lnTo>
                  <a:lnTo>
                    <a:pt x="2156639" y="213549"/>
                  </a:lnTo>
                  <a:lnTo>
                    <a:pt x="2164711" y="220265"/>
                  </a:lnTo>
                  <a:lnTo>
                    <a:pt x="2167402" y="225637"/>
                  </a:lnTo>
                  <a:lnTo>
                    <a:pt x="2170093" y="224294"/>
                  </a:lnTo>
                  <a:lnTo>
                    <a:pt x="2172783" y="226980"/>
                  </a:lnTo>
                  <a:lnTo>
                    <a:pt x="2175474" y="225637"/>
                  </a:lnTo>
                  <a:lnTo>
                    <a:pt x="2174129" y="218922"/>
                  </a:lnTo>
                  <a:lnTo>
                    <a:pt x="2179510" y="216235"/>
                  </a:lnTo>
                  <a:lnTo>
                    <a:pt x="2183547" y="218922"/>
                  </a:lnTo>
                  <a:lnTo>
                    <a:pt x="2184892" y="214892"/>
                  </a:lnTo>
                  <a:lnTo>
                    <a:pt x="2176820" y="205491"/>
                  </a:lnTo>
                  <a:lnTo>
                    <a:pt x="2170093" y="205491"/>
                  </a:lnTo>
                  <a:lnTo>
                    <a:pt x="2163366" y="198775"/>
                  </a:lnTo>
                  <a:lnTo>
                    <a:pt x="2164711" y="193403"/>
                  </a:lnTo>
                  <a:lnTo>
                    <a:pt x="2164711" y="186688"/>
                  </a:lnTo>
                  <a:lnTo>
                    <a:pt x="2159329" y="189374"/>
                  </a:lnTo>
                  <a:lnTo>
                    <a:pt x="2153948" y="188031"/>
                  </a:lnTo>
                  <a:lnTo>
                    <a:pt x="2160675" y="184002"/>
                  </a:lnTo>
                  <a:lnTo>
                    <a:pt x="2157984" y="179972"/>
                  </a:lnTo>
                  <a:lnTo>
                    <a:pt x="2159329" y="178629"/>
                  </a:lnTo>
                  <a:lnTo>
                    <a:pt x="2155293" y="171914"/>
                  </a:lnTo>
                  <a:lnTo>
                    <a:pt x="2164711" y="171914"/>
                  </a:lnTo>
                  <a:lnTo>
                    <a:pt x="2166056" y="162512"/>
                  </a:lnTo>
                  <a:lnTo>
                    <a:pt x="2156639" y="165199"/>
                  </a:lnTo>
                  <a:lnTo>
                    <a:pt x="2151257" y="170571"/>
                  </a:lnTo>
                  <a:lnTo>
                    <a:pt x="2149912" y="175943"/>
                  </a:lnTo>
                  <a:lnTo>
                    <a:pt x="2141839" y="173257"/>
                  </a:lnTo>
                  <a:lnTo>
                    <a:pt x="2136458" y="163855"/>
                  </a:lnTo>
                  <a:lnTo>
                    <a:pt x="2139149" y="158483"/>
                  </a:lnTo>
                  <a:lnTo>
                    <a:pt x="2140494" y="151768"/>
                  </a:lnTo>
                  <a:lnTo>
                    <a:pt x="2149912" y="149082"/>
                  </a:lnTo>
                  <a:lnTo>
                    <a:pt x="2155293" y="150425"/>
                  </a:lnTo>
                  <a:lnTo>
                    <a:pt x="2164711" y="142366"/>
                  </a:lnTo>
                  <a:lnTo>
                    <a:pt x="2164711" y="138337"/>
                  </a:lnTo>
                  <a:lnTo>
                    <a:pt x="2159329" y="131622"/>
                  </a:lnTo>
                  <a:lnTo>
                    <a:pt x="2153948" y="132965"/>
                  </a:lnTo>
                  <a:lnTo>
                    <a:pt x="2148566" y="130278"/>
                  </a:lnTo>
                  <a:lnTo>
                    <a:pt x="2139149" y="130278"/>
                  </a:lnTo>
                  <a:lnTo>
                    <a:pt x="2133768" y="123563"/>
                  </a:lnTo>
                  <a:lnTo>
                    <a:pt x="2140494" y="120877"/>
                  </a:lnTo>
                  <a:lnTo>
                    <a:pt x="2151257" y="119534"/>
                  </a:lnTo>
                  <a:lnTo>
                    <a:pt x="2163366" y="124906"/>
                  </a:lnTo>
                  <a:lnTo>
                    <a:pt x="2174129" y="122220"/>
                  </a:lnTo>
                  <a:lnTo>
                    <a:pt x="2191619" y="122220"/>
                  </a:lnTo>
                  <a:lnTo>
                    <a:pt x="2221217" y="119534"/>
                  </a:lnTo>
                  <a:lnTo>
                    <a:pt x="2226598" y="116848"/>
                  </a:lnTo>
                  <a:lnTo>
                    <a:pt x="2249470" y="116848"/>
                  </a:lnTo>
                  <a:lnTo>
                    <a:pt x="2260232" y="118191"/>
                  </a:lnTo>
                  <a:lnTo>
                    <a:pt x="2266959" y="116848"/>
                  </a:lnTo>
                  <a:lnTo>
                    <a:pt x="2279068" y="116848"/>
                  </a:lnTo>
                  <a:lnTo>
                    <a:pt x="2272341" y="119534"/>
                  </a:lnTo>
                  <a:lnTo>
                    <a:pt x="2254851" y="127592"/>
                  </a:lnTo>
                  <a:lnTo>
                    <a:pt x="2249470" y="124906"/>
                  </a:lnTo>
                  <a:lnTo>
                    <a:pt x="2246779" y="126249"/>
                  </a:lnTo>
                  <a:lnTo>
                    <a:pt x="2241398" y="123563"/>
                  </a:lnTo>
                  <a:lnTo>
                    <a:pt x="2238707" y="134308"/>
                  </a:lnTo>
                  <a:lnTo>
                    <a:pt x="2244089" y="139680"/>
                  </a:lnTo>
                  <a:lnTo>
                    <a:pt x="2240052" y="141023"/>
                  </a:lnTo>
                  <a:lnTo>
                    <a:pt x="2238707" y="145052"/>
                  </a:lnTo>
                  <a:lnTo>
                    <a:pt x="2244089" y="147738"/>
                  </a:lnTo>
                  <a:lnTo>
                    <a:pt x="2252160" y="142366"/>
                  </a:lnTo>
                  <a:lnTo>
                    <a:pt x="2252160" y="136994"/>
                  </a:lnTo>
                  <a:lnTo>
                    <a:pt x="2265614" y="127592"/>
                  </a:lnTo>
                  <a:lnTo>
                    <a:pt x="2283104" y="120877"/>
                  </a:lnTo>
                  <a:lnTo>
                    <a:pt x="2285795" y="130278"/>
                  </a:lnTo>
                  <a:lnTo>
                    <a:pt x="2287140" y="143709"/>
                  </a:lnTo>
                  <a:lnTo>
                    <a:pt x="2285795" y="146395"/>
                  </a:lnTo>
                  <a:lnTo>
                    <a:pt x="2283104" y="138337"/>
                  </a:lnTo>
                  <a:lnTo>
                    <a:pt x="2277723" y="132965"/>
                  </a:lnTo>
                  <a:lnTo>
                    <a:pt x="2277723" y="127592"/>
                  </a:lnTo>
                  <a:lnTo>
                    <a:pt x="2272341" y="131622"/>
                  </a:lnTo>
                  <a:lnTo>
                    <a:pt x="2268305" y="130278"/>
                  </a:lnTo>
                  <a:lnTo>
                    <a:pt x="2270996" y="139680"/>
                  </a:lnTo>
                  <a:lnTo>
                    <a:pt x="2276377" y="142366"/>
                  </a:lnTo>
                  <a:lnTo>
                    <a:pt x="2279068" y="153111"/>
                  </a:lnTo>
                  <a:lnTo>
                    <a:pt x="2275032" y="161169"/>
                  </a:lnTo>
                  <a:lnTo>
                    <a:pt x="2270996" y="159826"/>
                  </a:lnTo>
                  <a:lnTo>
                    <a:pt x="2266959" y="162512"/>
                  </a:lnTo>
                  <a:lnTo>
                    <a:pt x="2273686" y="166542"/>
                  </a:lnTo>
                  <a:lnTo>
                    <a:pt x="2273686" y="170571"/>
                  </a:lnTo>
                  <a:lnTo>
                    <a:pt x="2276377" y="173257"/>
                  </a:lnTo>
                  <a:lnTo>
                    <a:pt x="2280413" y="173257"/>
                  </a:lnTo>
                  <a:lnTo>
                    <a:pt x="2287140" y="167885"/>
                  </a:lnTo>
                  <a:lnTo>
                    <a:pt x="2287140" y="161169"/>
                  </a:lnTo>
                  <a:lnTo>
                    <a:pt x="2292522" y="153111"/>
                  </a:lnTo>
                  <a:lnTo>
                    <a:pt x="2291177" y="147738"/>
                  </a:lnTo>
                  <a:lnTo>
                    <a:pt x="2291177" y="141023"/>
                  </a:lnTo>
                  <a:lnTo>
                    <a:pt x="2289831" y="114162"/>
                  </a:lnTo>
                  <a:lnTo>
                    <a:pt x="2299249" y="107446"/>
                  </a:lnTo>
                  <a:lnTo>
                    <a:pt x="2312702" y="104760"/>
                  </a:lnTo>
                  <a:lnTo>
                    <a:pt x="2327501" y="100731"/>
                  </a:lnTo>
                  <a:lnTo>
                    <a:pt x="2340955" y="102074"/>
                  </a:lnTo>
                  <a:lnTo>
                    <a:pt x="2358446" y="108789"/>
                  </a:lnTo>
                  <a:lnTo>
                    <a:pt x="2366517" y="119534"/>
                  </a:lnTo>
                  <a:lnTo>
                    <a:pt x="2365172" y="124906"/>
                  </a:lnTo>
                  <a:lnTo>
                    <a:pt x="2361136" y="127592"/>
                  </a:lnTo>
                  <a:lnTo>
                    <a:pt x="2351719" y="120877"/>
                  </a:lnTo>
                  <a:lnTo>
                    <a:pt x="2350373" y="122220"/>
                  </a:lnTo>
                  <a:lnTo>
                    <a:pt x="2351719" y="127592"/>
                  </a:lnTo>
                  <a:lnTo>
                    <a:pt x="2351719" y="132965"/>
                  </a:lnTo>
                  <a:lnTo>
                    <a:pt x="2353064" y="138337"/>
                  </a:lnTo>
                  <a:lnTo>
                    <a:pt x="2349028" y="142366"/>
                  </a:lnTo>
                  <a:lnTo>
                    <a:pt x="2353064" y="143709"/>
                  </a:lnTo>
                  <a:lnTo>
                    <a:pt x="2358446" y="139680"/>
                  </a:lnTo>
                  <a:lnTo>
                    <a:pt x="2367863" y="139680"/>
                  </a:lnTo>
                  <a:lnTo>
                    <a:pt x="2373244" y="134308"/>
                  </a:lnTo>
                  <a:lnTo>
                    <a:pt x="2375935" y="142366"/>
                  </a:lnTo>
                  <a:lnTo>
                    <a:pt x="2378626" y="147738"/>
                  </a:lnTo>
                  <a:lnTo>
                    <a:pt x="2379971" y="154454"/>
                  </a:lnTo>
                  <a:lnTo>
                    <a:pt x="2382662" y="157140"/>
                  </a:lnTo>
                  <a:lnTo>
                    <a:pt x="2385353" y="151768"/>
                  </a:lnTo>
                  <a:lnTo>
                    <a:pt x="2384007" y="147738"/>
                  </a:lnTo>
                  <a:lnTo>
                    <a:pt x="2390734" y="142366"/>
                  </a:lnTo>
                  <a:lnTo>
                    <a:pt x="2397461" y="145052"/>
                  </a:lnTo>
                  <a:lnTo>
                    <a:pt x="2400152" y="151768"/>
                  </a:lnTo>
                  <a:lnTo>
                    <a:pt x="2397461" y="155797"/>
                  </a:lnTo>
                  <a:lnTo>
                    <a:pt x="2394770" y="162512"/>
                  </a:lnTo>
                  <a:lnTo>
                    <a:pt x="2396116" y="165199"/>
                  </a:lnTo>
                  <a:lnTo>
                    <a:pt x="2400152" y="162512"/>
                  </a:lnTo>
                  <a:lnTo>
                    <a:pt x="2402843" y="155797"/>
                  </a:lnTo>
                  <a:lnTo>
                    <a:pt x="2405534" y="154454"/>
                  </a:lnTo>
                  <a:lnTo>
                    <a:pt x="2408224" y="158483"/>
                  </a:lnTo>
                  <a:lnTo>
                    <a:pt x="2408224" y="153111"/>
                  </a:lnTo>
                  <a:lnTo>
                    <a:pt x="2413606" y="142366"/>
                  </a:lnTo>
                  <a:lnTo>
                    <a:pt x="2416297" y="139680"/>
                  </a:lnTo>
                  <a:lnTo>
                    <a:pt x="2420333" y="142366"/>
                  </a:lnTo>
                  <a:lnTo>
                    <a:pt x="2432441" y="150425"/>
                  </a:lnTo>
                  <a:lnTo>
                    <a:pt x="2445895" y="153111"/>
                  </a:lnTo>
                  <a:lnTo>
                    <a:pt x="2452622" y="161169"/>
                  </a:lnTo>
                  <a:lnTo>
                    <a:pt x="2451276" y="165199"/>
                  </a:lnTo>
                  <a:lnTo>
                    <a:pt x="2443204" y="170571"/>
                  </a:lnTo>
                  <a:lnTo>
                    <a:pt x="2437822" y="175943"/>
                  </a:lnTo>
                  <a:lnTo>
                    <a:pt x="2445895" y="171914"/>
                  </a:lnTo>
                  <a:lnTo>
                    <a:pt x="2456658" y="169228"/>
                  </a:lnTo>
                  <a:lnTo>
                    <a:pt x="2463385" y="171914"/>
                  </a:lnTo>
                  <a:lnTo>
                    <a:pt x="2471457" y="169228"/>
                  </a:lnTo>
                  <a:lnTo>
                    <a:pt x="2478184" y="163855"/>
                  </a:lnTo>
                  <a:lnTo>
                    <a:pt x="2483565" y="161169"/>
                  </a:lnTo>
                  <a:lnTo>
                    <a:pt x="2494328" y="153111"/>
                  </a:lnTo>
                  <a:lnTo>
                    <a:pt x="2499710" y="150425"/>
                  </a:lnTo>
                  <a:lnTo>
                    <a:pt x="2507782" y="142366"/>
                  </a:lnTo>
                  <a:lnTo>
                    <a:pt x="2514509" y="141023"/>
                  </a:lnTo>
                  <a:lnTo>
                    <a:pt x="2533345" y="131622"/>
                  </a:lnTo>
                  <a:lnTo>
                    <a:pt x="2542762" y="128935"/>
                  </a:lnTo>
                  <a:lnTo>
                    <a:pt x="2548143" y="130278"/>
                  </a:lnTo>
                  <a:lnTo>
                    <a:pt x="2548143" y="127592"/>
                  </a:lnTo>
                  <a:lnTo>
                    <a:pt x="2558906" y="120877"/>
                  </a:lnTo>
                  <a:lnTo>
                    <a:pt x="2565633" y="119534"/>
                  </a:lnTo>
                  <a:lnTo>
                    <a:pt x="2579087" y="119534"/>
                  </a:lnTo>
                  <a:lnTo>
                    <a:pt x="2604649" y="127592"/>
                  </a:lnTo>
                  <a:lnTo>
                    <a:pt x="2615412" y="138337"/>
                  </a:lnTo>
                  <a:lnTo>
                    <a:pt x="2626175" y="143709"/>
                  </a:lnTo>
                  <a:lnTo>
                    <a:pt x="2635593" y="154454"/>
                  </a:lnTo>
                  <a:lnTo>
                    <a:pt x="2640975" y="163855"/>
                  </a:lnTo>
                  <a:lnTo>
                    <a:pt x="2640975" y="169228"/>
                  </a:lnTo>
                  <a:lnTo>
                    <a:pt x="2643665" y="171914"/>
                  </a:lnTo>
                  <a:lnTo>
                    <a:pt x="2643665" y="178629"/>
                  </a:lnTo>
                  <a:lnTo>
                    <a:pt x="2649047" y="189374"/>
                  </a:lnTo>
                  <a:lnTo>
                    <a:pt x="2649047" y="194746"/>
                  </a:lnTo>
                  <a:lnTo>
                    <a:pt x="2645011" y="200118"/>
                  </a:lnTo>
                  <a:lnTo>
                    <a:pt x="2649047" y="200118"/>
                  </a:lnTo>
                  <a:lnTo>
                    <a:pt x="2655773" y="193403"/>
                  </a:lnTo>
                  <a:lnTo>
                    <a:pt x="2662500" y="193403"/>
                  </a:lnTo>
                  <a:lnTo>
                    <a:pt x="2665191" y="196089"/>
                  </a:lnTo>
                  <a:lnTo>
                    <a:pt x="2665191" y="192060"/>
                  </a:lnTo>
                  <a:lnTo>
                    <a:pt x="2671918" y="190717"/>
                  </a:lnTo>
                  <a:lnTo>
                    <a:pt x="2677299" y="193403"/>
                  </a:lnTo>
                  <a:lnTo>
                    <a:pt x="2679990" y="200118"/>
                  </a:lnTo>
                  <a:lnTo>
                    <a:pt x="2681336" y="194746"/>
                  </a:lnTo>
                  <a:lnTo>
                    <a:pt x="2678645" y="186688"/>
                  </a:lnTo>
                  <a:lnTo>
                    <a:pt x="2682681" y="186688"/>
                  </a:lnTo>
                  <a:lnTo>
                    <a:pt x="2686717" y="193403"/>
                  </a:lnTo>
                  <a:lnTo>
                    <a:pt x="2694790" y="201462"/>
                  </a:lnTo>
                  <a:lnTo>
                    <a:pt x="2696135" y="210863"/>
                  </a:lnTo>
                  <a:lnTo>
                    <a:pt x="2700171" y="210863"/>
                  </a:lnTo>
                  <a:lnTo>
                    <a:pt x="2708243" y="220265"/>
                  </a:lnTo>
                  <a:lnTo>
                    <a:pt x="2708243" y="217578"/>
                  </a:lnTo>
                  <a:lnTo>
                    <a:pt x="2705553" y="209520"/>
                  </a:lnTo>
                  <a:lnTo>
                    <a:pt x="2700171" y="206834"/>
                  </a:lnTo>
                  <a:lnTo>
                    <a:pt x="2698826" y="202805"/>
                  </a:lnTo>
                  <a:lnTo>
                    <a:pt x="2704207" y="205491"/>
                  </a:lnTo>
                  <a:lnTo>
                    <a:pt x="2708243" y="205491"/>
                  </a:lnTo>
                  <a:lnTo>
                    <a:pt x="2713624" y="210863"/>
                  </a:lnTo>
                  <a:lnTo>
                    <a:pt x="2720351" y="220265"/>
                  </a:lnTo>
                  <a:lnTo>
                    <a:pt x="2719006" y="212206"/>
                  </a:lnTo>
                  <a:lnTo>
                    <a:pt x="2709589" y="198775"/>
                  </a:lnTo>
                  <a:lnTo>
                    <a:pt x="2709589" y="186688"/>
                  </a:lnTo>
                  <a:lnTo>
                    <a:pt x="2709589" y="177286"/>
                  </a:lnTo>
                  <a:lnTo>
                    <a:pt x="2716315" y="170571"/>
                  </a:lnTo>
                  <a:lnTo>
                    <a:pt x="2727078" y="169228"/>
                  </a:lnTo>
                  <a:lnTo>
                    <a:pt x="2732460" y="165199"/>
                  </a:lnTo>
                  <a:lnTo>
                    <a:pt x="2741878" y="161169"/>
                  </a:lnTo>
                  <a:lnTo>
                    <a:pt x="2741878" y="157140"/>
                  </a:lnTo>
                  <a:lnTo>
                    <a:pt x="2743223" y="154454"/>
                  </a:lnTo>
                  <a:lnTo>
                    <a:pt x="2747259" y="154454"/>
                  </a:lnTo>
                  <a:lnTo>
                    <a:pt x="2752641" y="159826"/>
                  </a:lnTo>
                  <a:lnTo>
                    <a:pt x="2756677" y="161169"/>
                  </a:lnTo>
                  <a:lnTo>
                    <a:pt x="2764749" y="159826"/>
                  </a:lnTo>
                  <a:lnTo>
                    <a:pt x="2771476" y="154454"/>
                  </a:lnTo>
                  <a:lnTo>
                    <a:pt x="2775512" y="155797"/>
                  </a:lnTo>
                  <a:lnTo>
                    <a:pt x="2784929" y="153111"/>
                  </a:lnTo>
                  <a:lnTo>
                    <a:pt x="2795693" y="154454"/>
                  </a:lnTo>
                  <a:lnTo>
                    <a:pt x="2801074" y="151768"/>
                  </a:lnTo>
                  <a:lnTo>
                    <a:pt x="2803765" y="151768"/>
                  </a:lnTo>
                  <a:lnTo>
                    <a:pt x="2803765" y="154454"/>
                  </a:lnTo>
                  <a:lnTo>
                    <a:pt x="2806456" y="157140"/>
                  </a:lnTo>
                  <a:lnTo>
                    <a:pt x="2809147" y="151768"/>
                  </a:lnTo>
                  <a:lnTo>
                    <a:pt x="2815874" y="143709"/>
                  </a:lnTo>
                  <a:lnTo>
                    <a:pt x="2814528" y="139680"/>
                  </a:lnTo>
                  <a:lnTo>
                    <a:pt x="2814528" y="132965"/>
                  </a:lnTo>
                  <a:lnTo>
                    <a:pt x="2814528" y="127592"/>
                  </a:lnTo>
                  <a:lnTo>
                    <a:pt x="2817219" y="124906"/>
                  </a:lnTo>
                  <a:lnTo>
                    <a:pt x="2825291" y="126249"/>
                  </a:lnTo>
                  <a:lnTo>
                    <a:pt x="2827982" y="131622"/>
                  </a:lnTo>
                  <a:lnTo>
                    <a:pt x="2829327" y="134308"/>
                  </a:lnTo>
                  <a:lnTo>
                    <a:pt x="2836054" y="135651"/>
                  </a:lnTo>
                  <a:lnTo>
                    <a:pt x="2840090" y="139680"/>
                  </a:lnTo>
                  <a:lnTo>
                    <a:pt x="2840090" y="146395"/>
                  </a:lnTo>
                  <a:lnTo>
                    <a:pt x="2848162" y="154454"/>
                  </a:lnTo>
                  <a:lnTo>
                    <a:pt x="2852198" y="157140"/>
                  </a:lnTo>
                  <a:lnTo>
                    <a:pt x="2860271" y="155797"/>
                  </a:lnTo>
                  <a:lnTo>
                    <a:pt x="2872379" y="158483"/>
                  </a:lnTo>
                  <a:lnTo>
                    <a:pt x="2873725" y="157140"/>
                  </a:lnTo>
                  <a:lnTo>
                    <a:pt x="2877761" y="157140"/>
                  </a:lnTo>
                  <a:lnTo>
                    <a:pt x="2885833" y="169228"/>
                  </a:lnTo>
                  <a:lnTo>
                    <a:pt x="2885833" y="174600"/>
                  </a:lnTo>
                  <a:lnTo>
                    <a:pt x="2888523" y="177286"/>
                  </a:lnTo>
                  <a:lnTo>
                    <a:pt x="2896596" y="178629"/>
                  </a:lnTo>
                  <a:lnTo>
                    <a:pt x="2900632" y="175943"/>
                  </a:lnTo>
                  <a:lnTo>
                    <a:pt x="2907359" y="174600"/>
                  </a:lnTo>
                  <a:lnTo>
                    <a:pt x="2906013" y="170571"/>
                  </a:lnTo>
                  <a:lnTo>
                    <a:pt x="2912740" y="166542"/>
                  </a:lnTo>
                  <a:lnTo>
                    <a:pt x="2916777" y="167885"/>
                  </a:lnTo>
                  <a:lnTo>
                    <a:pt x="2919467" y="165199"/>
                  </a:lnTo>
                  <a:lnTo>
                    <a:pt x="2915431" y="159826"/>
                  </a:lnTo>
                  <a:lnTo>
                    <a:pt x="2918122" y="157140"/>
                  </a:lnTo>
                  <a:lnTo>
                    <a:pt x="2916777" y="154454"/>
                  </a:lnTo>
                  <a:lnTo>
                    <a:pt x="2916777" y="150425"/>
                  </a:lnTo>
                  <a:lnTo>
                    <a:pt x="2911395" y="143709"/>
                  </a:lnTo>
                  <a:lnTo>
                    <a:pt x="2904668" y="141023"/>
                  </a:lnTo>
                  <a:lnTo>
                    <a:pt x="2903323" y="132965"/>
                  </a:lnTo>
                  <a:lnTo>
                    <a:pt x="2893905" y="123563"/>
                  </a:lnTo>
                  <a:lnTo>
                    <a:pt x="2889869" y="122220"/>
                  </a:lnTo>
                  <a:lnTo>
                    <a:pt x="2887178" y="118191"/>
                  </a:lnTo>
                  <a:lnTo>
                    <a:pt x="2877761" y="114162"/>
                  </a:lnTo>
                  <a:lnTo>
                    <a:pt x="2873725" y="118191"/>
                  </a:lnTo>
                  <a:lnTo>
                    <a:pt x="2871034" y="118191"/>
                  </a:lnTo>
                  <a:lnTo>
                    <a:pt x="2871034" y="111475"/>
                  </a:lnTo>
                  <a:lnTo>
                    <a:pt x="2873725" y="108789"/>
                  </a:lnTo>
                  <a:lnTo>
                    <a:pt x="2869689" y="100731"/>
                  </a:lnTo>
                  <a:lnTo>
                    <a:pt x="2868343" y="95358"/>
                  </a:lnTo>
                  <a:lnTo>
                    <a:pt x="2865652" y="92672"/>
                  </a:lnTo>
                  <a:lnTo>
                    <a:pt x="2862962" y="84614"/>
                  </a:lnTo>
                  <a:lnTo>
                    <a:pt x="2856235" y="79242"/>
                  </a:lnTo>
                  <a:lnTo>
                    <a:pt x="2857580" y="77899"/>
                  </a:lnTo>
                  <a:lnTo>
                    <a:pt x="2869689" y="76555"/>
                  </a:lnTo>
                  <a:lnTo>
                    <a:pt x="2873725" y="79242"/>
                  </a:lnTo>
                  <a:lnTo>
                    <a:pt x="2887178" y="77899"/>
                  </a:lnTo>
                  <a:lnTo>
                    <a:pt x="2899286" y="77899"/>
                  </a:lnTo>
                  <a:lnTo>
                    <a:pt x="2899286" y="73869"/>
                  </a:lnTo>
                  <a:lnTo>
                    <a:pt x="2906013" y="71183"/>
                  </a:lnTo>
                  <a:lnTo>
                    <a:pt x="2912740" y="75212"/>
                  </a:lnTo>
                  <a:lnTo>
                    <a:pt x="2916777" y="72526"/>
                  </a:lnTo>
                  <a:lnTo>
                    <a:pt x="2920813" y="72526"/>
                  </a:lnTo>
                  <a:lnTo>
                    <a:pt x="2920813" y="67154"/>
                  </a:lnTo>
                  <a:lnTo>
                    <a:pt x="2927540" y="65811"/>
                  </a:lnTo>
                  <a:lnTo>
                    <a:pt x="2930231" y="69840"/>
                  </a:lnTo>
                  <a:lnTo>
                    <a:pt x="2932921" y="69840"/>
                  </a:lnTo>
                  <a:lnTo>
                    <a:pt x="2935612" y="64468"/>
                  </a:lnTo>
                  <a:lnTo>
                    <a:pt x="2940993" y="65811"/>
                  </a:lnTo>
                  <a:lnTo>
                    <a:pt x="2940993" y="60438"/>
                  </a:lnTo>
                  <a:lnTo>
                    <a:pt x="2961174" y="55066"/>
                  </a:lnTo>
                  <a:lnTo>
                    <a:pt x="2963865" y="60438"/>
                  </a:lnTo>
                  <a:lnTo>
                    <a:pt x="2965210" y="56409"/>
                  </a:lnTo>
                  <a:lnTo>
                    <a:pt x="2967901" y="52380"/>
                  </a:lnTo>
                  <a:lnTo>
                    <a:pt x="2970592" y="53723"/>
                  </a:lnTo>
                  <a:lnTo>
                    <a:pt x="2977319" y="52380"/>
                  </a:lnTo>
                  <a:lnTo>
                    <a:pt x="2981355" y="52380"/>
                  </a:lnTo>
                  <a:lnTo>
                    <a:pt x="2985391" y="56409"/>
                  </a:lnTo>
                  <a:lnTo>
                    <a:pt x="2994809" y="56409"/>
                  </a:lnTo>
                  <a:lnTo>
                    <a:pt x="3000190" y="53723"/>
                  </a:lnTo>
                  <a:lnTo>
                    <a:pt x="3002880" y="56409"/>
                  </a:lnTo>
                  <a:lnTo>
                    <a:pt x="3006916" y="57752"/>
                  </a:lnTo>
                  <a:lnTo>
                    <a:pt x="3009607" y="53723"/>
                  </a:lnTo>
                  <a:lnTo>
                    <a:pt x="3017680" y="52380"/>
                  </a:lnTo>
                  <a:lnTo>
                    <a:pt x="3033824" y="57752"/>
                  </a:lnTo>
                  <a:lnTo>
                    <a:pt x="3039206" y="60438"/>
                  </a:lnTo>
                  <a:lnTo>
                    <a:pt x="3043242" y="59095"/>
                  </a:lnTo>
                  <a:lnTo>
                    <a:pt x="3041897" y="57752"/>
                  </a:lnTo>
                  <a:lnTo>
                    <a:pt x="3047278" y="56409"/>
                  </a:lnTo>
                  <a:lnTo>
                    <a:pt x="3051315" y="59095"/>
                  </a:lnTo>
                  <a:lnTo>
                    <a:pt x="3048624" y="61782"/>
                  </a:lnTo>
                  <a:lnTo>
                    <a:pt x="3051315" y="63125"/>
                  </a:lnTo>
                  <a:lnTo>
                    <a:pt x="3059386" y="60438"/>
                  </a:lnTo>
                  <a:lnTo>
                    <a:pt x="3076876" y="63125"/>
                  </a:lnTo>
                  <a:lnTo>
                    <a:pt x="3091676" y="73869"/>
                  </a:lnTo>
                  <a:lnTo>
                    <a:pt x="3090330" y="76555"/>
                  </a:lnTo>
                  <a:lnTo>
                    <a:pt x="3086294" y="73869"/>
                  </a:lnTo>
                  <a:lnTo>
                    <a:pt x="3076876" y="71183"/>
                  </a:lnTo>
                  <a:lnTo>
                    <a:pt x="3076876" y="73869"/>
                  </a:lnTo>
                  <a:lnTo>
                    <a:pt x="3093021" y="79242"/>
                  </a:lnTo>
                  <a:lnTo>
                    <a:pt x="3101093" y="79242"/>
                  </a:lnTo>
                  <a:lnTo>
                    <a:pt x="3102439" y="75212"/>
                  </a:lnTo>
                  <a:lnTo>
                    <a:pt x="3109166" y="75212"/>
                  </a:lnTo>
                  <a:lnTo>
                    <a:pt x="3117237" y="75212"/>
                  </a:lnTo>
                  <a:lnTo>
                    <a:pt x="3115892" y="71183"/>
                  </a:lnTo>
                  <a:lnTo>
                    <a:pt x="3118583" y="69840"/>
                  </a:lnTo>
                  <a:lnTo>
                    <a:pt x="3122619" y="73869"/>
                  </a:lnTo>
                  <a:lnTo>
                    <a:pt x="3128000" y="75212"/>
                  </a:lnTo>
                  <a:lnTo>
                    <a:pt x="3130691" y="76555"/>
                  </a:lnTo>
                  <a:lnTo>
                    <a:pt x="3130691" y="73869"/>
                  </a:lnTo>
                  <a:lnTo>
                    <a:pt x="3132037" y="72526"/>
                  </a:lnTo>
                  <a:lnTo>
                    <a:pt x="3140109" y="75212"/>
                  </a:lnTo>
                  <a:lnTo>
                    <a:pt x="3140109" y="77899"/>
                  </a:lnTo>
                  <a:lnTo>
                    <a:pt x="3148181" y="80585"/>
                  </a:lnTo>
                  <a:lnTo>
                    <a:pt x="3154908" y="77899"/>
                  </a:lnTo>
                  <a:lnTo>
                    <a:pt x="3177779" y="81928"/>
                  </a:lnTo>
                  <a:lnTo>
                    <a:pt x="3175089" y="77899"/>
                  </a:lnTo>
                  <a:lnTo>
                    <a:pt x="3181815" y="77899"/>
                  </a:lnTo>
                  <a:lnTo>
                    <a:pt x="3184506" y="81928"/>
                  </a:lnTo>
                  <a:lnTo>
                    <a:pt x="3188542" y="83271"/>
                  </a:lnTo>
                  <a:lnTo>
                    <a:pt x="3187197" y="77899"/>
                  </a:lnTo>
                  <a:lnTo>
                    <a:pt x="3189888" y="76555"/>
                  </a:lnTo>
                  <a:lnTo>
                    <a:pt x="3197960" y="77899"/>
                  </a:lnTo>
                  <a:lnTo>
                    <a:pt x="3196615" y="80585"/>
                  </a:lnTo>
                  <a:lnTo>
                    <a:pt x="3200651" y="85957"/>
                  </a:lnTo>
                  <a:lnTo>
                    <a:pt x="3207378" y="83271"/>
                  </a:lnTo>
                  <a:lnTo>
                    <a:pt x="3207378" y="80585"/>
                  </a:lnTo>
                  <a:lnTo>
                    <a:pt x="3204687" y="79242"/>
                  </a:lnTo>
                  <a:lnTo>
                    <a:pt x="3212760" y="79242"/>
                  </a:lnTo>
                  <a:lnTo>
                    <a:pt x="3215450" y="80585"/>
                  </a:lnTo>
                  <a:lnTo>
                    <a:pt x="3214105" y="84614"/>
                  </a:lnTo>
                  <a:lnTo>
                    <a:pt x="3218141" y="88643"/>
                  </a:lnTo>
                  <a:lnTo>
                    <a:pt x="3227559" y="92672"/>
                  </a:lnTo>
                  <a:lnTo>
                    <a:pt x="3234285" y="89986"/>
                  </a:lnTo>
                  <a:lnTo>
                    <a:pt x="3224868" y="85957"/>
                  </a:lnTo>
                  <a:lnTo>
                    <a:pt x="3220832" y="83271"/>
                  </a:lnTo>
                  <a:lnTo>
                    <a:pt x="3219487" y="80585"/>
                  </a:lnTo>
                  <a:lnTo>
                    <a:pt x="3224868" y="79242"/>
                  </a:lnTo>
                  <a:lnTo>
                    <a:pt x="3231594" y="79242"/>
                  </a:lnTo>
                  <a:lnTo>
                    <a:pt x="3242357" y="84614"/>
                  </a:lnTo>
                  <a:lnTo>
                    <a:pt x="3245048" y="89986"/>
                  </a:lnTo>
                  <a:lnTo>
                    <a:pt x="3247739" y="91329"/>
                  </a:lnTo>
                  <a:lnTo>
                    <a:pt x="3249084" y="87300"/>
                  </a:lnTo>
                  <a:lnTo>
                    <a:pt x="3247739" y="84614"/>
                  </a:lnTo>
                  <a:lnTo>
                    <a:pt x="3251775" y="85957"/>
                  </a:lnTo>
                  <a:lnTo>
                    <a:pt x="3254466" y="88643"/>
                  </a:lnTo>
                  <a:lnTo>
                    <a:pt x="3253121" y="91329"/>
                  </a:lnTo>
                  <a:lnTo>
                    <a:pt x="3254466" y="106103"/>
                  </a:lnTo>
                  <a:lnTo>
                    <a:pt x="3262538" y="120877"/>
                  </a:lnTo>
                  <a:lnTo>
                    <a:pt x="3271956" y="123563"/>
                  </a:lnTo>
                  <a:lnTo>
                    <a:pt x="3273302" y="128935"/>
                  </a:lnTo>
                  <a:lnTo>
                    <a:pt x="3277338" y="132965"/>
                  </a:lnTo>
                  <a:lnTo>
                    <a:pt x="3280029" y="138337"/>
                  </a:lnTo>
                  <a:lnTo>
                    <a:pt x="3277338" y="141023"/>
                  </a:lnTo>
                  <a:lnTo>
                    <a:pt x="3281374" y="146395"/>
                  </a:lnTo>
                  <a:lnTo>
                    <a:pt x="3285410" y="147738"/>
                  </a:lnTo>
                  <a:lnTo>
                    <a:pt x="3290791" y="143709"/>
                  </a:lnTo>
                  <a:lnTo>
                    <a:pt x="3297518" y="145052"/>
                  </a:lnTo>
                  <a:lnTo>
                    <a:pt x="3301554" y="151768"/>
                  </a:lnTo>
                  <a:lnTo>
                    <a:pt x="3305590" y="153111"/>
                  </a:lnTo>
                  <a:lnTo>
                    <a:pt x="3306936" y="151768"/>
                  </a:lnTo>
                  <a:lnTo>
                    <a:pt x="3304245" y="150425"/>
                  </a:lnTo>
                  <a:lnTo>
                    <a:pt x="3302899" y="145052"/>
                  </a:lnTo>
                  <a:lnTo>
                    <a:pt x="3305590" y="141023"/>
                  </a:lnTo>
                  <a:lnTo>
                    <a:pt x="3308281" y="142366"/>
                  </a:lnTo>
                  <a:lnTo>
                    <a:pt x="3310972" y="149082"/>
                  </a:lnTo>
                  <a:lnTo>
                    <a:pt x="3315008" y="154454"/>
                  </a:lnTo>
                  <a:lnTo>
                    <a:pt x="3315008" y="151768"/>
                  </a:lnTo>
                  <a:lnTo>
                    <a:pt x="3312317" y="143709"/>
                  </a:lnTo>
                  <a:lnTo>
                    <a:pt x="3312317" y="139680"/>
                  </a:lnTo>
                  <a:lnTo>
                    <a:pt x="3308281" y="135651"/>
                  </a:lnTo>
                  <a:lnTo>
                    <a:pt x="3301554" y="139680"/>
                  </a:lnTo>
                  <a:lnTo>
                    <a:pt x="3294827" y="141023"/>
                  </a:lnTo>
                  <a:lnTo>
                    <a:pt x="3293482" y="136994"/>
                  </a:lnTo>
                  <a:lnTo>
                    <a:pt x="3297518" y="132965"/>
                  </a:lnTo>
                  <a:lnTo>
                    <a:pt x="3296172" y="126249"/>
                  </a:lnTo>
                  <a:lnTo>
                    <a:pt x="3286755" y="119534"/>
                  </a:lnTo>
                  <a:lnTo>
                    <a:pt x="3281374" y="115505"/>
                  </a:lnTo>
                  <a:lnTo>
                    <a:pt x="3278683" y="110132"/>
                  </a:lnTo>
                  <a:lnTo>
                    <a:pt x="3275992" y="110132"/>
                  </a:lnTo>
                  <a:lnTo>
                    <a:pt x="3269265" y="115505"/>
                  </a:lnTo>
                  <a:lnTo>
                    <a:pt x="3267920" y="112818"/>
                  </a:lnTo>
                  <a:lnTo>
                    <a:pt x="3273302" y="108789"/>
                  </a:lnTo>
                  <a:lnTo>
                    <a:pt x="3277338" y="100731"/>
                  </a:lnTo>
                  <a:lnTo>
                    <a:pt x="3284065" y="91329"/>
                  </a:lnTo>
                  <a:lnTo>
                    <a:pt x="3288100" y="89986"/>
                  </a:lnTo>
                  <a:lnTo>
                    <a:pt x="3288100" y="92672"/>
                  </a:lnTo>
                  <a:lnTo>
                    <a:pt x="3292136" y="102074"/>
                  </a:lnTo>
                  <a:lnTo>
                    <a:pt x="3297518" y="103417"/>
                  </a:lnTo>
                  <a:lnTo>
                    <a:pt x="3298863" y="100731"/>
                  </a:lnTo>
                  <a:lnTo>
                    <a:pt x="3294827" y="96702"/>
                  </a:lnTo>
                  <a:lnTo>
                    <a:pt x="3293482" y="92672"/>
                  </a:lnTo>
                  <a:lnTo>
                    <a:pt x="3296172" y="92672"/>
                  </a:lnTo>
                  <a:lnTo>
                    <a:pt x="3301554" y="88643"/>
                  </a:lnTo>
                  <a:lnTo>
                    <a:pt x="3302899" y="84614"/>
                  </a:lnTo>
                  <a:lnTo>
                    <a:pt x="3294827" y="84614"/>
                  </a:lnTo>
                  <a:lnTo>
                    <a:pt x="3297518" y="81928"/>
                  </a:lnTo>
                  <a:lnTo>
                    <a:pt x="3300209" y="80585"/>
                  </a:lnTo>
                  <a:lnTo>
                    <a:pt x="3305590" y="79242"/>
                  </a:lnTo>
                  <a:lnTo>
                    <a:pt x="3309626" y="72526"/>
                  </a:lnTo>
                  <a:lnTo>
                    <a:pt x="3313663" y="72526"/>
                  </a:lnTo>
                  <a:lnTo>
                    <a:pt x="3316353" y="75212"/>
                  </a:lnTo>
                  <a:lnTo>
                    <a:pt x="3319044" y="73869"/>
                  </a:lnTo>
                  <a:lnTo>
                    <a:pt x="3323080" y="75212"/>
                  </a:lnTo>
                  <a:lnTo>
                    <a:pt x="3323080" y="77899"/>
                  </a:lnTo>
                  <a:lnTo>
                    <a:pt x="3327117" y="81928"/>
                  </a:lnTo>
                  <a:lnTo>
                    <a:pt x="3335189" y="83271"/>
                  </a:lnTo>
                  <a:lnTo>
                    <a:pt x="3339225" y="80585"/>
                  </a:lnTo>
                  <a:lnTo>
                    <a:pt x="3355369" y="83271"/>
                  </a:lnTo>
                  <a:lnTo>
                    <a:pt x="3354024" y="88643"/>
                  </a:lnTo>
                  <a:lnTo>
                    <a:pt x="3355369" y="91329"/>
                  </a:lnTo>
                  <a:lnTo>
                    <a:pt x="3358060" y="89986"/>
                  </a:lnTo>
                  <a:lnTo>
                    <a:pt x="3358060" y="85957"/>
                  </a:lnTo>
                  <a:lnTo>
                    <a:pt x="3362096" y="85957"/>
                  </a:lnTo>
                  <a:lnTo>
                    <a:pt x="3362096" y="92672"/>
                  </a:lnTo>
                  <a:lnTo>
                    <a:pt x="3366132" y="89986"/>
                  </a:lnTo>
                  <a:lnTo>
                    <a:pt x="3371514" y="84614"/>
                  </a:lnTo>
                  <a:lnTo>
                    <a:pt x="3376895" y="85957"/>
                  </a:lnTo>
                  <a:lnTo>
                    <a:pt x="3376895" y="89986"/>
                  </a:lnTo>
                  <a:lnTo>
                    <a:pt x="3374205" y="94015"/>
                  </a:lnTo>
                  <a:lnTo>
                    <a:pt x="3372859" y="96702"/>
                  </a:lnTo>
                  <a:lnTo>
                    <a:pt x="3376895" y="110132"/>
                  </a:lnTo>
                  <a:lnTo>
                    <a:pt x="3375550" y="116848"/>
                  </a:lnTo>
                  <a:lnTo>
                    <a:pt x="3375550" y="119534"/>
                  </a:lnTo>
                  <a:lnTo>
                    <a:pt x="3380932" y="118191"/>
                  </a:lnTo>
                  <a:lnTo>
                    <a:pt x="3383622" y="123563"/>
                  </a:lnTo>
                  <a:lnTo>
                    <a:pt x="3389004" y="126249"/>
                  </a:lnTo>
                  <a:lnTo>
                    <a:pt x="3391695" y="131622"/>
                  </a:lnTo>
                  <a:lnTo>
                    <a:pt x="3389004" y="134308"/>
                  </a:lnTo>
                  <a:lnTo>
                    <a:pt x="3380932" y="134308"/>
                  </a:lnTo>
                  <a:lnTo>
                    <a:pt x="3371514" y="135651"/>
                  </a:lnTo>
                  <a:lnTo>
                    <a:pt x="3383622" y="138337"/>
                  </a:lnTo>
                  <a:lnTo>
                    <a:pt x="3386313" y="142366"/>
                  </a:lnTo>
                  <a:lnTo>
                    <a:pt x="3384968" y="146395"/>
                  </a:lnTo>
                  <a:lnTo>
                    <a:pt x="3379586" y="147738"/>
                  </a:lnTo>
                  <a:lnTo>
                    <a:pt x="3374205" y="157140"/>
                  </a:lnTo>
                  <a:lnTo>
                    <a:pt x="3372859" y="154454"/>
                  </a:lnTo>
                  <a:lnTo>
                    <a:pt x="3366132" y="159826"/>
                  </a:lnTo>
                  <a:lnTo>
                    <a:pt x="3359405" y="159826"/>
                  </a:lnTo>
                  <a:lnTo>
                    <a:pt x="3354024" y="165199"/>
                  </a:lnTo>
                  <a:lnTo>
                    <a:pt x="3360751" y="163855"/>
                  </a:lnTo>
                  <a:lnTo>
                    <a:pt x="3364787" y="165199"/>
                  </a:lnTo>
                  <a:lnTo>
                    <a:pt x="3367478" y="169228"/>
                  </a:lnTo>
                  <a:lnTo>
                    <a:pt x="3371514" y="165199"/>
                  </a:lnTo>
                  <a:lnTo>
                    <a:pt x="3374205" y="165199"/>
                  </a:lnTo>
                  <a:lnTo>
                    <a:pt x="3374205" y="169228"/>
                  </a:lnTo>
                  <a:lnTo>
                    <a:pt x="3379586" y="175943"/>
                  </a:lnTo>
                  <a:lnTo>
                    <a:pt x="3375550" y="178629"/>
                  </a:lnTo>
                  <a:lnTo>
                    <a:pt x="3374205" y="186688"/>
                  </a:lnTo>
                  <a:lnTo>
                    <a:pt x="3380932" y="179972"/>
                  </a:lnTo>
                  <a:lnTo>
                    <a:pt x="3387659" y="179972"/>
                  </a:lnTo>
                  <a:lnTo>
                    <a:pt x="3394386" y="185345"/>
                  </a:lnTo>
                  <a:lnTo>
                    <a:pt x="3393040" y="189374"/>
                  </a:lnTo>
                  <a:lnTo>
                    <a:pt x="3397076" y="196089"/>
                  </a:lnTo>
                  <a:lnTo>
                    <a:pt x="3390349" y="200118"/>
                  </a:lnTo>
                  <a:lnTo>
                    <a:pt x="3393040" y="201462"/>
                  </a:lnTo>
                  <a:lnTo>
                    <a:pt x="3394386" y="209520"/>
                  </a:lnTo>
                  <a:lnTo>
                    <a:pt x="3389004" y="212206"/>
                  </a:lnTo>
                  <a:lnTo>
                    <a:pt x="3389004" y="216235"/>
                  </a:lnTo>
                  <a:lnTo>
                    <a:pt x="3391695" y="218922"/>
                  </a:lnTo>
                  <a:lnTo>
                    <a:pt x="3391695" y="214892"/>
                  </a:lnTo>
                  <a:lnTo>
                    <a:pt x="3395731" y="213549"/>
                  </a:lnTo>
                  <a:lnTo>
                    <a:pt x="3398422" y="217578"/>
                  </a:lnTo>
                  <a:lnTo>
                    <a:pt x="3397076" y="224294"/>
                  </a:lnTo>
                  <a:lnTo>
                    <a:pt x="3402457" y="222951"/>
                  </a:lnTo>
                  <a:lnTo>
                    <a:pt x="3405148" y="226980"/>
                  </a:lnTo>
                  <a:lnTo>
                    <a:pt x="3405148" y="222951"/>
                  </a:lnTo>
                  <a:lnTo>
                    <a:pt x="3407839" y="220265"/>
                  </a:lnTo>
                  <a:lnTo>
                    <a:pt x="3411875" y="222951"/>
                  </a:lnTo>
                  <a:lnTo>
                    <a:pt x="3417256" y="224294"/>
                  </a:lnTo>
                  <a:lnTo>
                    <a:pt x="3417256" y="231009"/>
                  </a:lnTo>
                  <a:lnTo>
                    <a:pt x="3413220" y="232352"/>
                  </a:lnTo>
                  <a:lnTo>
                    <a:pt x="3409184" y="229666"/>
                  </a:lnTo>
                  <a:lnTo>
                    <a:pt x="3406493" y="233695"/>
                  </a:lnTo>
                  <a:lnTo>
                    <a:pt x="3411875" y="237725"/>
                  </a:lnTo>
                  <a:lnTo>
                    <a:pt x="3415911" y="236382"/>
                  </a:lnTo>
                  <a:lnTo>
                    <a:pt x="3419947" y="243097"/>
                  </a:lnTo>
                  <a:lnTo>
                    <a:pt x="3419947" y="247126"/>
                  </a:lnTo>
                  <a:lnTo>
                    <a:pt x="3413220" y="249812"/>
                  </a:lnTo>
                  <a:lnTo>
                    <a:pt x="3407839" y="241754"/>
                  </a:lnTo>
                  <a:lnTo>
                    <a:pt x="3406493" y="240411"/>
                  </a:lnTo>
                  <a:lnTo>
                    <a:pt x="3409184" y="249812"/>
                  </a:lnTo>
                  <a:lnTo>
                    <a:pt x="3405148" y="253842"/>
                  </a:lnTo>
                  <a:lnTo>
                    <a:pt x="3402457" y="253842"/>
                  </a:lnTo>
                  <a:lnTo>
                    <a:pt x="3402457" y="253842"/>
                  </a:lnTo>
                  <a:lnTo>
                    <a:pt x="3398422" y="253842"/>
                  </a:lnTo>
                  <a:lnTo>
                    <a:pt x="3395731" y="251155"/>
                  </a:lnTo>
                  <a:lnTo>
                    <a:pt x="3383622" y="249812"/>
                  </a:lnTo>
                  <a:lnTo>
                    <a:pt x="3379586" y="252499"/>
                  </a:lnTo>
                  <a:lnTo>
                    <a:pt x="3374205" y="252499"/>
                  </a:lnTo>
                  <a:lnTo>
                    <a:pt x="3375550" y="248469"/>
                  </a:lnTo>
                  <a:lnTo>
                    <a:pt x="3372859" y="244440"/>
                  </a:lnTo>
                  <a:lnTo>
                    <a:pt x="3368823" y="244440"/>
                  </a:lnTo>
                  <a:lnTo>
                    <a:pt x="3370168" y="251155"/>
                  </a:lnTo>
                  <a:lnTo>
                    <a:pt x="3367478" y="251155"/>
                  </a:lnTo>
                  <a:lnTo>
                    <a:pt x="3366132" y="252499"/>
                  </a:lnTo>
                  <a:lnTo>
                    <a:pt x="3368823" y="256528"/>
                  </a:lnTo>
                  <a:lnTo>
                    <a:pt x="3364787" y="261900"/>
                  </a:lnTo>
                  <a:lnTo>
                    <a:pt x="3362096" y="261900"/>
                  </a:lnTo>
                  <a:lnTo>
                    <a:pt x="3362096" y="259214"/>
                  </a:lnTo>
                  <a:lnTo>
                    <a:pt x="3359405" y="257871"/>
                  </a:lnTo>
                  <a:lnTo>
                    <a:pt x="3348642" y="260557"/>
                  </a:lnTo>
                  <a:lnTo>
                    <a:pt x="3345952" y="259214"/>
                  </a:lnTo>
                  <a:lnTo>
                    <a:pt x="3345952" y="256528"/>
                  </a:lnTo>
                  <a:lnTo>
                    <a:pt x="3343261" y="249812"/>
                  </a:lnTo>
                  <a:lnTo>
                    <a:pt x="3341916" y="248469"/>
                  </a:lnTo>
                  <a:lnTo>
                    <a:pt x="3329807" y="239068"/>
                  </a:lnTo>
                  <a:lnTo>
                    <a:pt x="3328462" y="237725"/>
                  </a:lnTo>
                  <a:lnTo>
                    <a:pt x="3329807" y="236382"/>
                  </a:lnTo>
                  <a:lnTo>
                    <a:pt x="3320390" y="233695"/>
                  </a:lnTo>
                  <a:lnTo>
                    <a:pt x="3319044" y="239068"/>
                  </a:lnTo>
                  <a:lnTo>
                    <a:pt x="3309626" y="241754"/>
                  </a:lnTo>
                  <a:lnTo>
                    <a:pt x="3305590" y="245783"/>
                  </a:lnTo>
                  <a:lnTo>
                    <a:pt x="3302899" y="245783"/>
                  </a:lnTo>
                  <a:lnTo>
                    <a:pt x="3302899" y="239068"/>
                  </a:lnTo>
                  <a:lnTo>
                    <a:pt x="3300209" y="233695"/>
                  </a:lnTo>
                  <a:lnTo>
                    <a:pt x="3301554" y="239068"/>
                  </a:lnTo>
                  <a:lnTo>
                    <a:pt x="3300209" y="249812"/>
                  </a:lnTo>
                  <a:lnTo>
                    <a:pt x="3302899" y="255185"/>
                  </a:lnTo>
                  <a:lnTo>
                    <a:pt x="3301554" y="261900"/>
                  </a:lnTo>
                  <a:lnTo>
                    <a:pt x="3292136" y="275331"/>
                  </a:lnTo>
                  <a:lnTo>
                    <a:pt x="3286755" y="275331"/>
                  </a:lnTo>
                  <a:lnTo>
                    <a:pt x="3286755" y="265929"/>
                  </a:lnTo>
                  <a:lnTo>
                    <a:pt x="3281374" y="263243"/>
                  </a:lnTo>
                  <a:lnTo>
                    <a:pt x="3277338" y="265929"/>
                  </a:lnTo>
                  <a:lnTo>
                    <a:pt x="3263884" y="256528"/>
                  </a:lnTo>
                  <a:lnTo>
                    <a:pt x="3265229" y="252499"/>
                  </a:lnTo>
                  <a:lnTo>
                    <a:pt x="3263884" y="240411"/>
                  </a:lnTo>
                  <a:lnTo>
                    <a:pt x="3258502" y="239068"/>
                  </a:lnTo>
                  <a:lnTo>
                    <a:pt x="3257157" y="235038"/>
                  </a:lnTo>
                  <a:lnTo>
                    <a:pt x="3254466" y="232352"/>
                  </a:lnTo>
                  <a:lnTo>
                    <a:pt x="3251775" y="235038"/>
                  </a:lnTo>
                  <a:lnTo>
                    <a:pt x="3253121" y="239068"/>
                  </a:lnTo>
                  <a:lnTo>
                    <a:pt x="3253121" y="243097"/>
                  </a:lnTo>
                  <a:lnTo>
                    <a:pt x="3255811" y="247126"/>
                  </a:lnTo>
                  <a:lnTo>
                    <a:pt x="3254466" y="251155"/>
                  </a:lnTo>
                  <a:lnTo>
                    <a:pt x="3246394" y="247126"/>
                  </a:lnTo>
                  <a:lnTo>
                    <a:pt x="3241012" y="240411"/>
                  </a:lnTo>
                  <a:lnTo>
                    <a:pt x="3239667" y="240411"/>
                  </a:lnTo>
                  <a:lnTo>
                    <a:pt x="3242357" y="247126"/>
                  </a:lnTo>
                  <a:lnTo>
                    <a:pt x="3239667" y="249812"/>
                  </a:lnTo>
                  <a:lnTo>
                    <a:pt x="3242357" y="252499"/>
                  </a:lnTo>
                  <a:lnTo>
                    <a:pt x="3249084" y="252499"/>
                  </a:lnTo>
                  <a:lnTo>
                    <a:pt x="3251775" y="256528"/>
                  </a:lnTo>
                  <a:lnTo>
                    <a:pt x="3249084" y="261900"/>
                  </a:lnTo>
                  <a:lnTo>
                    <a:pt x="3241012" y="261900"/>
                  </a:lnTo>
                  <a:lnTo>
                    <a:pt x="3239667" y="264586"/>
                  </a:lnTo>
                  <a:lnTo>
                    <a:pt x="3242357" y="265929"/>
                  </a:lnTo>
                  <a:lnTo>
                    <a:pt x="3257157" y="283389"/>
                  </a:lnTo>
                  <a:lnTo>
                    <a:pt x="3267920" y="286075"/>
                  </a:lnTo>
                  <a:lnTo>
                    <a:pt x="3273302" y="283389"/>
                  </a:lnTo>
                  <a:lnTo>
                    <a:pt x="3280029" y="286075"/>
                  </a:lnTo>
                  <a:lnTo>
                    <a:pt x="3281374" y="292791"/>
                  </a:lnTo>
                  <a:lnTo>
                    <a:pt x="3280029" y="292791"/>
                  </a:lnTo>
                  <a:lnTo>
                    <a:pt x="3275992" y="286075"/>
                  </a:lnTo>
                  <a:lnTo>
                    <a:pt x="3273302" y="286075"/>
                  </a:lnTo>
                  <a:lnTo>
                    <a:pt x="3275992" y="294134"/>
                  </a:lnTo>
                  <a:lnTo>
                    <a:pt x="3282719" y="299506"/>
                  </a:lnTo>
                  <a:lnTo>
                    <a:pt x="3284065" y="306222"/>
                  </a:lnTo>
                  <a:lnTo>
                    <a:pt x="3289446" y="311594"/>
                  </a:lnTo>
                  <a:lnTo>
                    <a:pt x="3289446" y="322338"/>
                  </a:lnTo>
                  <a:lnTo>
                    <a:pt x="3285410" y="339799"/>
                  </a:lnTo>
                  <a:lnTo>
                    <a:pt x="3288100" y="349200"/>
                  </a:lnTo>
                  <a:lnTo>
                    <a:pt x="3288100" y="355915"/>
                  </a:lnTo>
                  <a:lnTo>
                    <a:pt x="3289446" y="359945"/>
                  </a:lnTo>
                  <a:lnTo>
                    <a:pt x="3282719" y="369346"/>
                  </a:lnTo>
                  <a:lnTo>
                    <a:pt x="3282719" y="376062"/>
                  </a:lnTo>
                  <a:lnTo>
                    <a:pt x="3278683" y="378748"/>
                  </a:lnTo>
                  <a:lnTo>
                    <a:pt x="3280029" y="373375"/>
                  </a:lnTo>
                  <a:lnTo>
                    <a:pt x="3278683" y="370689"/>
                  </a:lnTo>
                  <a:lnTo>
                    <a:pt x="3266575" y="380091"/>
                  </a:lnTo>
                  <a:lnTo>
                    <a:pt x="3263884" y="376062"/>
                  </a:lnTo>
                  <a:lnTo>
                    <a:pt x="3258502" y="380091"/>
                  </a:lnTo>
                  <a:lnTo>
                    <a:pt x="3254466" y="378748"/>
                  </a:lnTo>
                  <a:lnTo>
                    <a:pt x="3251775" y="373375"/>
                  </a:lnTo>
                  <a:lnTo>
                    <a:pt x="3246394" y="373375"/>
                  </a:lnTo>
                  <a:lnTo>
                    <a:pt x="3238321" y="365317"/>
                  </a:lnTo>
                  <a:lnTo>
                    <a:pt x="3231594" y="361288"/>
                  </a:lnTo>
                  <a:lnTo>
                    <a:pt x="3224868" y="359945"/>
                  </a:lnTo>
                  <a:lnTo>
                    <a:pt x="3220832" y="357259"/>
                  </a:lnTo>
                  <a:lnTo>
                    <a:pt x="3216796" y="358602"/>
                  </a:lnTo>
                  <a:lnTo>
                    <a:pt x="3212760" y="365317"/>
                  </a:lnTo>
                  <a:lnTo>
                    <a:pt x="3207378" y="365317"/>
                  </a:lnTo>
                  <a:lnTo>
                    <a:pt x="3212760" y="368003"/>
                  </a:lnTo>
                  <a:lnTo>
                    <a:pt x="3219487" y="368003"/>
                  </a:lnTo>
                  <a:lnTo>
                    <a:pt x="3222177" y="362631"/>
                  </a:lnTo>
                  <a:lnTo>
                    <a:pt x="3235630" y="368003"/>
                  </a:lnTo>
                  <a:lnTo>
                    <a:pt x="3238321" y="372032"/>
                  </a:lnTo>
                  <a:lnTo>
                    <a:pt x="3231594" y="376062"/>
                  </a:lnTo>
                  <a:lnTo>
                    <a:pt x="3227559" y="373375"/>
                  </a:lnTo>
                  <a:lnTo>
                    <a:pt x="3222177" y="373375"/>
                  </a:lnTo>
                  <a:lnTo>
                    <a:pt x="3222177" y="378748"/>
                  </a:lnTo>
                  <a:lnTo>
                    <a:pt x="3216796" y="373375"/>
                  </a:lnTo>
                  <a:lnTo>
                    <a:pt x="3212760" y="373375"/>
                  </a:lnTo>
                  <a:lnTo>
                    <a:pt x="3215450" y="373375"/>
                  </a:lnTo>
                  <a:lnTo>
                    <a:pt x="3218141" y="380091"/>
                  </a:lnTo>
                  <a:lnTo>
                    <a:pt x="3226213" y="384120"/>
                  </a:lnTo>
                  <a:lnTo>
                    <a:pt x="3223523" y="390835"/>
                  </a:lnTo>
                  <a:lnTo>
                    <a:pt x="3226213" y="400237"/>
                  </a:lnTo>
                  <a:lnTo>
                    <a:pt x="3231594" y="402923"/>
                  </a:lnTo>
                  <a:lnTo>
                    <a:pt x="3228904" y="400237"/>
                  </a:lnTo>
                  <a:lnTo>
                    <a:pt x="3228904" y="389492"/>
                  </a:lnTo>
                  <a:lnTo>
                    <a:pt x="3232940" y="386806"/>
                  </a:lnTo>
                  <a:lnTo>
                    <a:pt x="3236976" y="388149"/>
                  </a:lnTo>
                  <a:lnTo>
                    <a:pt x="3236976" y="385463"/>
                  </a:lnTo>
                  <a:lnTo>
                    <a:pt x="3245048" y="378748"/>
                  </a:lnTo>
                  <a:lnTo>
                    <a:pt x="3249084" y="377405"/>
                  </a:lnTo>
                  <a:lnTo>
                    <a:pt x="3251775" y="380091"/>
                  </a:lnTo>
                  <a:lnTo>
                    <a:pt x="3251775" y="388149"/>
                  </a:lnTo>
                  <a:lnTo>
                    <a:pt x="3258502" y="397551"/>
                  </a:lnTo>
                  <a:lnTo>
                    <a:pt x="3265229" y="398894"/>
                  </a:lnTo>
                  <a:lnTo>
                    <a:pt x="3271956" y="405609"/>
                  </a:lnTo>
                  <a:lnTo>
                    <a:pt x="3278683" y="404266"/>
                  </a:lnTo>
                  <a:lnTo>
                    <a:pt x="3281374" y="400237"/>
                  </a:lnTo>
                  <a:lnTo>
                    <a:pt x="3280029" y="396208"/>
                  </a:lnTo>
                  <a:lnTo>
                    <a:pt x="3282719" y="396208"/>
                  </a:lnTo>
                  <a:lnTo>
                    <a:pt x="3296172" y="406952"/>
                  </a:lnTo>
                  <a:lnTo>
                    <a:pt x="3298863" y="410982"/>
                  </a:lnTo>
                  <a:lnTo>
                    <a:pt x="3293482" y="409638"/>
                  </a:lnTo>
                  <a:lnTo>
                    <a:pt x="3293482" y="415011"/>
                  </a:lnTo>
                  <a:lnTo>
                    <a:pt x="3302899" y="424412"/>
                  </a:lnTo>
                  <a:lnTo>
                    <a:pt x="3306936" y="424412"/>
                  </a:lnTo>
                  <a:lnTo>
                    <a:pt x="3306936" y="421726"/>
                  </a:lnTo>
                  <a:lnTo>
                    <a:pt x="3306936" y="413668"/>
                  </a:lnTo>
                  <a:lnTo>
                    <a:pt x="3315008" y="419040"/>
                  </a:lnTo>
                  <a:lnTo>
                    <a:pt x="3325771" y="435157"/>
                  </a:lnTo>
                  <a:lnTo>
                    <a:pt x="3321735" y="431128"/>
                  </a:lnTo>
                  <a:lnTo>
                    <a:pt x="3319044" y="431128"/>
                  </a:lnTo>
                  <a:lnTo>
                    <a:pt x="3317699" y="432471"/>
                  </a:lnTo>
                  <a:lnTo>
                    <a:pt x="3321735" y="441872"/>
                  </a:lnTo>
                  <a:lnTo>
                    <a:pt x="3316353" y="445902"/>
                  </a:lnTo>
                  <a:lnTo>
                    <a:pt x="3316353" y="451274"/>
                  </a:lnTo>
                  <a:lnTo>
                    <a:pt x="3319044" y="453960"/>
                  </a:lnTo>
                  <a:lnTo>
                    <a:pt x="3324426" y="452617"/>
                  </a:lnTo>
                  <a:lnTo>
                    <a:pt x="3325771" y="447245"/>
                  </a:lnTo>
                  <a:lnTo>
                    <a:pt x="3328462" y="445902"/>
                  </a:lnTo>
                  <a:lnTo>
                    <a:pt x="3332498" y="447245"/>
                  </a:lnTo>
                  <a:lnTo>
                    <a:pt x="3333844" y="441872"/>
                  </a:lnTo>
                  <a:lnTo>
                    <a:pt x="3337880" y="449931"/>
                  </a:lnTo>
                  <a:lnTo>
                    <a:pt x="3349987" y="457989"/>
                  </a:lnTo>
                  <a:lnTo>
                    <a:pt x="3362096" y="460675"/>
                  </a:lnTo>
                  <a:lnTo>
                    <a:pt x="3368823" y="466048"/>
                  </a:lnTo>
                  <a:lnTo>
                    <a:pt x="3364787" y="470077"/>
                  </a:lnTo>
                  <a:lnTo>
                    <a:pt x="3371514" y="479479"/>
                  </a:lnTo>
                  <a:lnTo>
                    <a:pt x="3376895" y="480822"/>
                  </a:lnTo>
                  <a:lnTo>
                    <a:pt x="3383622" y="491566"/>
                  </a:lnTo>
                  <a:lnTo>
                    <a:pt x="3383622" y="507683"/>
                  </a:lnTo>
                  <a:lnTo>
                    <a:pt x="3379586" y="509026"/>
                  </a:lnTo>
                  <a:lnTo>
                    <a:pt x="3379586" y="511712"/>
                  </a:lnTo>
                  <a:lnTo>
                    <a:pt x="3384968" y="514399"/>
                  </a:lnTo>
                  <a:lnTo>
                    <a:pt x="3387659" y="521114"/>
                  </a:lnTo>
                  <a:lnTo>
                    <a:pt x="3384968" y="522457"/>
                  </a:lnTo>
                  <a:lnTo>
                    <a:pt x="3382277" y="519771"/>
                  </a:lnTo>
                  <a:lnTo>
                    <a:pt x="3363441" y="519771"/>
                  </a:lnTo>
                  <a:lnTo>
                    <a:pt x="3358060" y="515742"/>
                  </a:lnTo>
                  <a:lnTo>
                    <a:pt x="3354024" y="518428"/>
                  </a:lnTo>
                  <a:lnTo>
                    <a:pt x="3349987" y="517085"/>
                  </a:lnTo>
                  <a:lnTo>
                    <a:pt x="3348642" y="513055"/>
                  </a:lnTo>
                  <a:lnTo>
                    <a:pt x="3345952" y="511712"/>
                  </a:lnTo>
                  <a:lnTo>
                    <a:pt x="3344606" y="514399"/>
                  </a:lnTo>
                  <a:lnTo>
                    <a:pt x="3347297" y="518428"/>
                  </a:lnTo>
                  <a:lnTo>
                    <a:pt x="3339225" y="523800"/>
                  </a:lnTo>
                  <a:lnTo>
                    <a:pt x="3332498" y="523800"/>
                  </a:lnTo>
                  <a:lnTo>
                    <a:pt x="3331153" y="526486"/>
                  </a:lnTo>
                  <a:lnTo>
                    <a:pt x="3335189" y="529172"/>
                  </a:lnTo>
                  <a:lnTo>
                    <a:pt x="3325771" y="537231"/>
                  </a:lnTo>
                  <a:lnTo>
                    <a:pt x="3321735" y="537231"/>
                  </a:lnTo>
                  <a:lnTo>
                    <a:pt x="3321735" y="541260"/>
                  </a:lnTo>
                  <a:lnTo>
                    <a:pt x="3324426" y="542603"/>
                  </a:lnTo>
                  <a:lnTo>
                    <a:pt x="3316353" y="552005"/>
                  </a:lnTo>
                  <a:lnTo>
                    <a:pt x="3313663" y="554691"/>
                  </a:lnTo>
                  <a:lnTo>
                    <a:pt x="3312317" y="553348"/>
                  </a:lnTo>
                  <a:lnTo>
                    <a:pt x="3308281" y="553348"/>
                  </a:lnTo>
                  <a:lnTo>
                    <a:pt x="3308281" y="561406"/>
                  </a:lnTo>
                  <a:lnTo>
                    <a:pt x="3310972" y="569465"/>
                  </a:lnTo>
                  <a:lnTo>
                    <a:pt x="3305590" y="574837"/>
                  </a:lnTo>
                  <a:lnTo>
                    <a:pt x="3302899" y="572151"/>
                  </a:lnTo>
                  <a:lnTo>
                    <a:pt x="3301554" y="577523"/>
                  </a:lnTo>
                  <a:lnTo>
                    <a:pt x="3304245" y="581552"/>
                  </a:lnTo>
                  <a:lnTo>
                    <a:pt x="3298863" y="586925"/>
                  </a:lnTo>
                  <a:lnTo>
                    <a:pt x="3294827" y="588268"/>
                  </a:lnTo>
                  <a:lnTo>
                    <a:pt x="3297518" y="590954"/>
                  </a:lnTo>
                  <a:lnTo>
                    <a:pt x="3296172" y="593640"/>
                  </a:lnTo>
                  <a:lnTo>
                    <a:pt x="3293482" y="597669"/>
                  </a:lnTo>
                  <a:lnTo>
                    <a:pt x="3290791" y="596326"/>
                  </a:lnTo>
                  <a:lnTo>
                    <a:pt x="3286755" y="599012"/>
                  </a:lnTo>
                  <a:lnTo>
                    <a:pt x="3289446" y="603042"/>
                  </a:lnTo>
                  <a:lnTo>
                    <a:pt x="3289446" y="607071"/>
                  </a:lnTo>
                  <a:lnTo>
                    <a:pt x="3284065" y="611100"/>
                  </a:lnTo>
                  <a:lnTo>
                    <a:pt x="3286755" y="615129"/>
                  </a:lnTo>
                  <a:lnTo>
                    <a:pt x="3285410" y="619158"/>
                  </a:lnTo>
                  <a:lnTo>
                    <a:pt x="3281374" y="620502"/>
                  </a:lnTo>
                  <a:lnTo>
                    <a:pt x="3278683" y="617815"/>
                  </a:lnTo>
                  <a:lnTo>
                    <a:pt x="3275992" y="619158"/>
                  </a:lnTo>
                  <a:lnTo>
                    <a:pt x="3278683" y="623188"/>
                  </a:lnTo>
                  <a:lnTo>
                    <a:pt x="3286755" y="627217"/>
                  </a:lnTo>
                  <a:lnTo>
                    <a:pt x="3284065" y="632589"/>
                  </a:lnTo>
                  <a:lnTo>
                    <a:pt x="3277338" y="632589"/>
                  </a:lnTo>
                  <a:lnTo>
                    <a:pt x="3277338" y="629903"/>
                  </a:lnTo>
                  <a:lnTo>
                    <a:pt x="3281374" y="632589"/>
                  </a:lnTo>
                  <a:lnTo>
                    <a:pt x="3285410" y="640648"/>
                  </a:lnTo>
                  <a:lnTo>
                    <a:pt x="3282719" y="643334"/>
                  </a:lnTo>
                  <a:lnTo>
                    <a:pt x="3285410" y="647363"/>
                  </a:lnTo>
                  <a:lnTo>
                    <a:pt x="3280029" y="655422"/>
                  </a:lnTo>
                  <a:lnTo>
                    <a:pt x="3281374" y="659451"/>
                  </a:lnTo>
                  <a:lnTo>
                    <a:pt x="3277338" y="668852"/>
                  </a:lnTo>
                  <a:lnTo>
                    <a:pt x="3274647" y="680940"/>
                  </a:lnTo>
                  <a:lnTo>
                    <a:pt x="3267920" y="683626"/>
                  </a:lnTo>
                  <a:lnTo>
                    <a:pt x="3267920" y="687655"/>
                  </a:lnTo>
                  <a:lnTo>
                    <a:pt x="3270611" y="688999"/>
                  </a:lnTo>
                  <a:lnTo>
                    <a:pt x="3271956" y="691685"/>
                  </a:lnTo>
                  <a:lnTo>
                    <a:pt x="3269265" y="694371"/>
                  </a:lnTo>
                  <a:lnTo>
                    <a:pt x="3277338" y="703772"/>
                  </a:lnTo>
                  <a:lnTo>
                    <a:pt x="3277338" y="707802"/>
                  </a:lnTo>
                  <a:lnTo>
                    <a:pt x="3273302" y="706458"/>
                  </a:lnTo>
                  <a:lnTo>
                    <a:pt x="3266575" y="707802"/>
                  </a:lnTo>
                  <a:lnTo>
                    <a:pt x="3262538" y="703772"/>
                  </a:lnTo>
                  <a:lnTo>
                    <a:pt x="3259848" y="706458"/>
                  </a:lnTo>
                  <a:lnTo>
                    <a:pt x="3253121" y="698400"/>
                  </a:lnTo>
                  <a:lnTo>
                    <a:pt x="3255811" y="697057"/>
                  </a:lnTo>
                  <a:lnTo>
                    <a:pt x="3253121" y="695714"/>
                  </a:lnTo>
                  <a:lnTo>
                    <a:pt x="3249084" y="697057"/>
                  </a:lnTo>
                  <a:lnTo>
                    <a:pt x="3245048" y="697057"/>
                  </a:lnTo>
                  <a:lnTo>
                    <a:pt x="3243703" y="693028"/>
                  </a:lnTo>
                  <a:lnTo>
                    <a:pt x="3230249" y="684969"/>
                  </a:lnTo>
                  <a:lnTo>
                    <a:pt x="3223523" y="683626"/>
                  </a:lnTo>
                  <a:lnTo>
                    <a:pt x="3215450" y="688999"/>
                  </a:lnTo>
                  <a:lnTo>
                    <a:pt x="3212760" y="686312"/>
                  </a:lnTo>
                  <a:lnTo>
                    <a:pt x="3207378" y="687655"/>
                  </a:lnTo>
                  <a:lnTo>
                    <a:pt x="3201996" y="694371"/>
                  </a:lnTo>
                  <a:lnTo>
                    <a:pt x="3196615" y="694371"/>
                  </a:lnTo>
                  <a:lnTo>
                    <a:pt x="3193924" y="703772"/>
                  </a:lnTo>
                  <a:lnTo>
                    <a:pt x="3189888" y="706458"/>
                  </a:lnTo>
                  <a:lnTo>
                    <a:pt x="3184506" y="703772"/>
                  </a:lnTo>
                  <a:lnTo>
                    <a:pt x="3188542" y="710488"/>
                  </a:lnTo>
                  <a:lnTo>
                    <a:pt x="3185852" y="714517"/>
                  </a:lnTo>
                  <a:lnTo>
                    <a:pt x="3187197" y="719889"/>
                  </a:lnTo>
                  <a:lnTo>
                    <a:pt x="3185852" y="723919"/>
                  </a:lnTo>
                  <a:lnTo>
                    <a:pt x="3184506" y="737349"/>
                  </a:lnTo>
                  <a:lnTo>
                    <a:pt x="3181815" y="740035"/>
                  </a:lnTo>
                  <a:lnTo>
                    <a:pt x="3179125" y="736006"/>
                  </a:lnTo>
                  <a:lnTo>
                    <a:pt x="3172398" y="719889"/>
                  </a:lnTo>
                  <a:lnTo>
                    <a:pt x="3172398" y="714517"/>
                  </a:lnTo>
                  <a:lnTo>
                    <a:pt x="3168362" y="711831"/>
                  </a:lnTo>
                  <a:lnTo>
                    <a:pt x="3164326" y="706458"/>
                  </a:lnTo>
                  <a:lnTo>
                    <a:pt x="3164326" y="711831"/>
                  </a:lnTo>
                  <a:lnTo>
                    <a:pt x="3157599" y="722575"/>
                  </a:lnTo>
                  <a:lnTo>
                    <a:pt x="3153563" y="725262"/>
                  </a:lnTo>
                  <a:lnTo>
                    <a:pt x="3152218" y="730634"/>
                  </a:lnTo>
                  <a:lnTo>
                    <a:pt x="3157599" y="733320"/>
                  </a:lnTo>
                  <a:lnTo>
                    <a:pt x="3152218" y="745408"/>
                  </a:lnTo>
                  <a:lnTo>
                    <a:pt x="3148181" y="740035"/>
                  </a:lnTo>
                  <a:lnTo>
                    <a:pt x="3145491" y="740035"/>
                  </a:lnTo>
                  <a:lnTo>
                    <a:pt x="3142800" y="736006"/>
                  </a:lnTo>
                  <a:lnTo>
                    <a:pt x="3138764" y="736006"/>
                  </a:lnTo>
                  <a:lnTo>
                    <a:pt x="3136073" y="744065"/>
                  </a:lnTo>
                  <a:lnTo>
                    <a:pt x="3133382" y="745408"/>
                  </a:lnTo>
                  <a:lnTo>
                    <a:pt x="3128000" y="742722"/>
                  </a:lnTo>
                  <a:lnTo>
                    <a:pt x="3123964" y="742722"/>
                  </a:lnTo>
                  <a:lnTo>
                    <a:pt x="3123964" y="745408"/>
                  </a:lnTo>
                  <a:lnTo>
                    <a:pt x="3126655" y="750780"/>
                  </a:lnTo>
                  <a:lnTo>
                    <a:pt x="3123964" y="753466"/>
                  </a:lnTo>
                  <a:lnTo>
                    <a:pt x="3122619" y="757495"/>
                  </a:lnTo>
                  <a:lnTo>
                    <a:pt x="3122619" y="761525"/>
                  </a:lnTo>
                  <a:lnTo>
                    <a:pt x="3126655" y="766897"/>
                  </a:lnTo>
                  <a:lnTo>
                    <a:pt x="3128000" y="773612"/>
                  </a:lnTo>
                  <a:lnTo>
                    <a:pt x="3125310" y="774955"/>
                  </a:lnTo>
                  <a:lnTo>
                    <a:pt x="3126655" y="778985"/>
                  </a:lnTo>
                  <a:lnTo>
                    <a:pt x="3132037" y="780328"/>
                  </a:lnTo>
                  <a:lnTo>
                    <a:pt x="3136073" y="784357"/>
                  </a:lnTo>
                  <a:lnTo>
                    <a:pt x="3137418" y="787043"/>
                  </a:lnTo>
                  <a:lnTo>
                    <a:pt x="3136073" y="787043"/>
                  </a:lnTo>
                  <a:lnTo>
                    <a:pt x="3134727" y="791072"/>
                  </a:lnTo>
                  <a:lnTo>
                    <a:pt x="3138764" y="795102"/>
                  </a:lnTo>
                  <a:lnTo>
                    <a:pt x="3142800" y="797788"/>
                  </a:lnTo>
                  <a:lnTo>
                    <a:pt x="3142800" y="800474"/>
                  </a:lnTo>
                  <a:lnTo>
                    <a:pt x="3138764" y="797788"/>
                  </a:lnTo>
                  <a:lnTo>
                    <a:pt x="3134727" y="799131"/>
                  </a:lnTo>
                  <a:lnTo>
                    <a:pt x="3134727" y="801817"/>
                  </a:lnTo>
                  <a:lnTo>
                    <a:pt x="3140109" y="807189"/>
                  </a:lnTo>
                  <a:lnTo>
                    <a:pt x="3142800" y="805846"/>
                  </a:lnTo>
                  <a:lnTo>
                    <a:pt x="3142800" y="811219"/>
                  </a:lnTo>
                  <a:lnTo>
                    <a:pt x="3141454" y="816591"/>
                  </a:lnTo>
                  <a:lnTo>
                    <a:pt x="3141454" y="820620"/>
                  </a:lnTo>
                  <a:lnTo>
                    <a:pt x="3138764" y="824649"/>
                  </a:lnTo>
                  <a:lnTo>
                    <a:pt x="3141454" y="832708"/>
                  </a:lnTo>
                  <a:lnTo>
                    <a:pt x="3140109" y="836737"/>
                  </a:lnTo>
                  <a:lnTo>
                    <a:pt x="3142800" y="842109"/>
                  </a:lnTo>
                  <a:lnTo>
                    <a:pt x="3142800" y="844795"/>
                  </a:lnTo>
                  <a:lnTo>
                    <a:pt x="3142800" y="850168"/>
                  </a:lnTo>
                  <a:lnTo>
                    <a:pt x="3146836" y="859569"/>
                  </a:lnTo>
                  <a:lnTo>
                    <a:pt x="3144145" y="862255"/>
                  </a:lnTo>
                  <a:lnTo>
                    <a:pt x="3148181" y="864942"/>
                  </a:lnTo>
                  <a:lnTo>
                    <a:pt x="3152218" y="870314"/>
                  </a:lnTo>
                  <a:lnTo>
                    <a:pt x="3158945" y="879715"/>
                  </a:lnTo>
                  <a:lnTo>
                    <a:pt x="3165672" y="882402"/>
                  </a:lnTo>
                  <a:lnTo>
                    <a:pt x="3168362" y="881058"/>
                  </a:lnTo>
                  <a:lnTo>
                    <a:pt x="3169707" y="877029"/>
                  </a:lnTo>
                  <a:lnTo>
                    <a:pt x="3162981" y="868971"/>
                  </a:lnTo>
                  <a:lnTo>
                    <a:pt x="3162981" y="864942"/>
                  </a:lnTo>
                  <a:lnTo>
                    <a:pt x="3167017" y="862255"/>
                  </a:lnTo>
                  <a:lnTo>
                    <a:pt x="3172398" y="862255"/>
                  </a:lnTo>
                  <a:lnTo>
                    <a:pt x="3181815" y="868971"/>
                  </a:lnTo>
                  <a:lnTo>
                    <a:pt x="3185852" y="867628"/>
                  </a:lnTo>
                  <a:lnTo>
                    <a:pt x="3189888" y="868971"/>
                  </a:lnTo>
                  <a:lnTo>
                    <a:pt x="3189888" y="873000"/>
                  </a:lnTo>
                  <a:lnTo>
                    <a:pt x="3188542" y="875686"/>
                  </a:lnTo>
                  <a:lnTo>
                    <a:pt x="3191233" y="879715"/>
                  </a:lnTo>
                  <a:lnTo>
                    <a:pt x="3188542" y="885088"/>
                  </a:lnTo>
                  <a:lnTo>
                    <a:pt x="3189888" y="889117"/>
                  </a:lnTo>
                  <a:lnTo>
                    <a:pt x="3188542" y="890460"/>
                  </a:lnTo>
                  <a:lnTo>
                    <a:pt x="3184506" y="894489"/>
                  </a:lnTo>
                  <a:lnTo>
                    <a:pt x="3189888" y="903891"/>
                  </a:lnTo>
                  <a:lnTo>
                    <a:pt x="3193924" y="909263"/>
                  </a:lnTo>
                  <a:lnTo>
                    <a:pt x="3193924" y="918665"/>
                  </a:lnTo>
                  <a:lnTo>
                    <a:pt x="3199306" y="922694"/>
                  </a:lnTo>
                  <a:lnTo>
                    <a:pt x="3201996" y="920008"/>
                  </a:lnTo>
                  <a:lnTo>
                    <a:pt x="3201996" y="917322"/>
                  </a:lnTo>
                  <a:lnTo>
                    <a:pt x="3206033" y="914635"/>
                  </a:lnTo>
                  <a:lnTo>
                    <a:pt x="3207378" y="911949"/>
                  </a:lnTo>
                  <a:lnTo>
                    <a:pt x="3208723" y="913292"/>
                  </a:lnTo>
                  <a:lnTo>
                    <a:pt x="3214105" y="915979"/>
                  </a:lnTo>
                  <a:lnTo>
                    <a:pt x="3214105" y="928066"/>
                  </a:lnTo>
                  <a:lnTo>
                    <a:pt x="3226213" y="938811"/>
                  </a:lnTo>
                  <a:lnTo>
                    <a:pt x="3230249" y="946869"/>
                  </a:lnTo>
                  <a:lnTo>
                    <a:pt x="3227559" y="949555"/>
                  </a:lnTo>
                  <a:lnTo>
                    <a:pt x="3227559" y="956271"/>
                  </a:lnTo>
                  <a:lnTo>
                    <a:pt x="3223523" y="957614"/>
                  </a:lnTo>
                  <a:lnTo>
                    <a:pt x="3216796" y="952242"/>
                  </a:lnTo>
                  <a:lnTo>
                    <a:pt x="3200651" y="952242"/>
                  </a:lnTo>
                  <a:lnTo>
                    <a:pt x="3200651" y="944183"/>
                  </a:lnTo>
                  <a:lnTo>
                    <a:pt x="3203342" y="938811"/>
                  </a:lnTo>
                  <a:lnTo>
                    <a:pt x="3203342" y="932095"/>
                  </a:lnTo>
                  <a:lnTo>
                    <a:pt x="3201996" y="926723"/>
                  </a:lnTo>
                  <a:lnTo>
                    <a:pt x="3199306" y="929409"/>
                  </a:lnTo>
                  <a:lnTo>
                    <a:pt x="3200651" y="932095"/>
                  </a:lnTo>
                  <a:lnTo>
                    <a:pt x="3200651" y="936125"/>
                  </a:lnTo>
                  <a:lnTo>
                    <a:pt x="3195269" y="937468"/>
                  </a:lnTo>
                  <a:lnTo>
                    <a:pt x="3189888" y="944183"/>
                  </a:lnTo>
                  <a:lnTo>
                    <a:pt x="3191233" y="946869"/>
                  </a:lnTo>
                  <a:lnTo>
                    <a:pt x="3197960" y="945526"/>
                  </a:lnTo>
                  <a:lnTo>
                    <a:pt x="3197960" y="950899"/>
                  </a:lnTo>
                  <a:lnTo>
                    <a:pt x="3193924" y="956271"/>
                  </a:lnTo>
                  <a:lnTo>
                    <a:pt x="3196615" y="964329"/>
                  </a:lnTo>
                  <a:lnTo>
                    <a:pt x="3195269" y="967015"/>
                  </a:lnTo>
                  <a:lnTo>
                    <a:pt x="3195269" y="985819"/>
                  </a:lnTo>
                  <a:lnTo>
                    <a:pt x="3199306" y="989848"/>
                  </a:lnTo>
                  <a:lnTo>
                    <a:pt x="3199306" y="993877"/>
                  </a:lnTo>
                  <a:lnTo>
                    <a:pt x="3212760" y="1014023"/>
                  </a:lnTo>
                  <a:lnTo>
                    <a:pt x="3216796" y="1014023"/>
                  </a:lnTo>
                  <a:lnTo>
                    <a:pt x="3226213" y="1026111"/>
                  </a:lnTo>
                  <a:lnTo>
                    <a:pt x="3231594" y="1028797"/>
                  </a:lnTo>
                  <a:lnTo>
                    <a:pt x="3227559" y="1032826"/>
                  </a:lnTo>
                  <a:lnTo>
                    <a:pt x="3227559" y="1039542"/>
                  </a:lnTo>
                  <a:lnTo>
                    <a:pt x="3212760" y="1044914"/>
                  </a:lnTo>
                  <a:lnTo>
                    <a:pt x="3211414" y="1042228"/>
                  </a:lnTo>
                  <a:lnTo>
                    <a:pt x="3203342" y="1047600"/>
                  </a:lnTo>
                  <a:lnTo>
                    <a:pt x="3199306" y="1046257"/>
                  </a:lnTo>
                  <a:lnTo>
                    <a:pt x="3201996" y="1048943"/>
                  </a:lnTo>
                  <a:lnTo>
                    <a:pt x="3197960" y="1058345"/>
                  </a:lnTo>
                  <a:lnTo>
                    <a:pt x="3196615" y="1065060"/>
                  </a:lnTo>
                  <a:lnTo>
                    <a:pt x="3193924" y="1067746"/>
                  </a:lnTo>
                  <a:lnTo>
                    <a:pt x="3197960" y="1071775"/>
                  </a:lnTo>
                  <a:lnTo>
                    <a:pt x="3195269" y="1085206"/>
                  </a:lnTo>
                  <a:lnTo>
                    <a:pt x="3200651" y="1099980"/>
                  </a:lnTo>
                  <a:lnTo>
                    <a:pt x="3207378" y="1104009"/>
                  </a:lnTo>
                  <a:lnTo>
                    <a:pt x="3207378" y="1110725"/>
                  </a:lnTo>
                  <a:lnTo>
                    <a:pt x="3215450" y="1114754"/>
                  </a:lnTo>
                  <a:lnTo>
                    <a:pt x="3219487" y="1120126"/>
                  </a:lnTo>
                  <a:lnTo>
                    <a:pt x="3214105" y="1120126"/>
                  </a:lnTo>
                  <a:lnTo>
                    <a:pt x="3212760" y="1118783"/>
                  </a:lnTo>
                  <a:lnTo>
                    <a:pt x="3207378" y="1121469"/>
                  </a:lnTo>
                  <a:lnTo>
                    <a:pt x="3203342" y="1125499"/>
                  </a:lnTo>
                  <a:lnTo>
                    <a:pt x="3199306" y="1124156"/>
                  </a:lnTo>
                  <a:lnTo>
                    <a:pt x="3191233" y="1130871"/>
                  </a:lnTo>
                  <a:lnTo>
                    <a:pt x="3185852" y="1126842"/>
                  </a:lnTo>
                  <a:lnTo>
                    <a:pt x="3183161" y="1132214"/>
                  </a:lnTo>
                  <a:lnTo>
                    <a:pt x="3185852" y="1134900"/>
                  </a:lnTo>
                  <a:lnTo>
                    <a:pt x="3191233" y="1134900"/>
                  </a:lnTo>
                  <a:lnTo>
                    <a:pt x="3189888" y="1140272"/>
                  </a:lnTo>
                  <a:lnTo>
                    <a:pt x="3188542" y="1142959"/>
                  </a:lnTo>
                  <a:lnTo>
                    <a:pt x="3193924" y="1148331"/>
                  </a:lnTo>
                  <a:lnTo>
                    <a:pt x="3191233" y="1151017"/>
                  </a:lnTo>
                  <a:lnTo>
                    <a:pt x="3188542" y="1149674"/>
                  </a:lnTo>
                  <a:lnTo>
                    <a:pt x="3192579" y="1157732"/>
                  </a:lnTo>
                  <a:lnTo>
                    <a:pt x="3191233" y="1161762"/>
                  </a:lnTo>
                  <a:lnTo>
                    <a:pt x="3193924" y="1163105"/>
                  </a:lnTo>
                  <a:lnTo>
                    <a:pt x="3196615" y="1161762"/>
                  </a:lnTo>
                  <a:lnTo>
                    <a:pt x="3200651" y="1167134"/>
                  </a:lnTo>
                  <a:lnTo>
                    <a:pt x="3196615" y="1171163"/>
                  </a:lnTo>
                  <a:lnTo>
                    <a:pt x="3196615" y="1179222"/>
                  </a:lnTo>
                  <a:lnTo>
                    <a:pt x="3199306" y="1183251"/>
                  </a:lnTo>
                  <a:lnTo>
                    <a:pt x="3197960" y="1193995"/>
                  </a:lnTo>
                  <a:lnTo>
                    <a:pt x="3195269" y="1198025"/>
                  </a:lnTo>
                  <a:lnTo>
                    <a:pt x="3196615" y="1200711"/>
                  </a:lnTo>
                  <a:lnTo>
                    <a:pt x="3195269" y="1204740"/>
                  </a:lnTo>
                  <a:lnTo>
                    <a:pt x="3188542" y="1210112"/>
                  </a:lnTo>
                  <a:lnTo>
                    <a:pt x="3188542" y="1215485"/>
                  </a:lnTo>
                  <a:lnTo>
                    <a:pt x="3187197" y="1216828"/>
                  </a:lnTo>
                  <a:lnTo>
                    <a:pt x="3184506" y="1227572"/>
                  </a:lnTo>
                  <a:lnTo>
                    <a:pt x="3179125" y="1239660"/>
                  </a:lnTo>
                  <a:lnTo>
                    <a:pt x="3180470" y="1234288"/>
                  </a:lnTo>
                  <a:lnTo>
                    <a:pt x="3179125" y="1230259"/>
                  </a:lnTo>
                  <a:lnTo>
                    <a:pt x="3179125" y="1224886"/>
                  </a:lnTo>
                  <a:lnTo>
                    <a:pt x="3177779" y="1220857"/>
                  </a:lnTo>
                  <a:lnTo>
                    <a:pt x="3167017" y="1219514"/>
                  </a:lnTo>
                  <a:lnTo>
                    <a:pt x="3161635" y="1211456"/>
                  </a:lnTo>
                  <a:lnTo>
                    <a:pt x="3160290" y="1202054"/>
                  </a:lnTo>
                  <a:lnTo>
                    <a:pt x="3150872" y="1179222"/>
                  </a:lnTo>
                  <a:lnTo>
                    <a:pt x="3144145" y="1168477"/>
                  </a:lnTo>
                  <a:lnTo>
                    <a:pt x="3148181" y="1168477"/>
                  </a:lnTo>
                  <a:lnTo>
                    <a:pt x="3152218" y="1165791"/>
                  </a:lnTo>
                  <a:lnTo>
                    <a:pt x="3154908" y="1161762"/>
                  </a:lnTo>
                  <a:lnTo>
                    <a:pt x="3150872" y="1164448"/>
                  </a:lnTo>
                  <a:lnTo>
                    <a:pt x="3144145" y="1164448"/>
                  </a:lnTo>
                  <a:lnTo>
                    <a:pt x="3134727" y="1160419"/>
                  </a:lnTo>
                  <a:lnTo>
                    <a:pt x="3114547" y="1124156"/>
                  </a:lnTo>
                  <a:lnTo>
                    <a:pt x="3095712" y="1102666"/>
                  </a:lnTo>
                  <a:lnTo>
                    <a:pt x="3095712" y="1094608"/>
                  </a:lnTo>
                  <a:lnTo>
                    <a:pt x="3088985" y="1086549"/>
                  </a:lnTo>
                  <a:lnTo>
                    <a:pt x="3074185" y="1063717"/>
                  </a:lnTo>
                  <a:lnTo>
                    <a:pt x="3060731" y="1035512"/>
                  </a:lnTo>
                  <a:lnTo>
                    <a:pt x="3049969" y="1009994"/>
                  </a:lnTo>
                  <a:lnTo>
                    <a:pt x="3049969" y="1000592"/>
                  </a:lnTo>
                  <a:lnTo>
                    <a:pt x="3043242" y="989848"/>
                  </a:lnTo>
                  <a:lnTo>
                    <a:pt x="3040551" y="972388"/>
                  </a:lnTo>
                  <a:lnTo>
                    <a:pt x="3036515" y="962986"/>
                  </a:lnTo>
                  <a:lnTo>
                    <a:pt x="3037861" y="952242"/>
                  </a:lnTo>
                  <a:lnTo>
                    <a:pt x="3043242" y="945526"/>
                  </a:lnTo>
                  <a:lnTo>
                    <a:pt x="3044588" y="936125"/>
                  </a:lnTo>
                  <a:lnTo>
                    <a:pt x="3048624" y="934782"/>
                  </a:lnTo>
                  <a:lnTo>
                    <a:pt x="3045933" y="930752"/>
                  </a:lnTo>
                  <a:lnTo>
                    <a:pt x="3048624" y="928066"/>
                  </a:lnTo>
                  <a:lnTo>
                    <a:pt x="3048624" y="915979"/>
                  </a:lnTo>
                  <a:lnTo>
                    <a:pt x="3039206" y="902548"/>
                  </a:lnTo>
                  <a:lnTo>
                    <a:pt x="3032479" y="902548"/>
                  </a:lnTo>
                  <a:lnTo>
                    <a:pt x="3032479" y="898519"/>
                  </a:lnTo>
                  <a:lnTo>
                    <a:pt x="3037861" y="894489"/>
                  </a:lnTo>
                  <a:lnTo>
                    <a:pt x="3048624" y="899862"/>
                  </a:lnTo>
                  <a:lnTo>
                    <a:pt x="3054005" y="893146"/>
                  </a:lnTo>
                  <a:lnTo>
                    <a:pt x="3052660" y="889117"/>
                  </a:lnTo>
                  <a:lnTo>
                    <a:pt x="3052660" y="879715"/>
                  </a:lnTo>
                  <a:lnTo>
                    <a:pt x="3062077" y="878372"/>
                  </a:lnTo>
                  <a:lnTo>
                    <a:pt x="3067458" y="879715"/>
                  </a:lnTo>
                  <a:lnTo>
                    <a:pt x="3063422" y="874343"/>
                  </a:lnTo>
                  <a:lnTo>
                    <a:pt x="3071495" y="858226"/>
                  </a:lnTo>
                  <a:lnTo>
                    <a:pt x="3068804" y="848825"/>
                  </a:lnTo>
                  <a:lnTo>
                    <a:pt x="3068804" y="838080"/>
                  </a:lnTo>
                  <a:lnTo>
                    <a:pt x="3066113" y="832708"/>
                  </a:lnTo>
                  <a:lnTo>
                    <a:pt x="3070149" y="828679"/>
                  </a:lnTo>
                  <a:lnTo>
                    <a:pt x="3070149" y="821963"/>
                  </a:lnTo>
                  <a:lnTo>
                    <a:pt x="3068804" y="819277"/>
                  </a:lnTo>
                  <a:lnTo>
                    <a:pt x="3070149" y="809875"/>
                  </a:lnTo>
                  <a:lnTo>
                    <a:pt x="3074185" y="809875"/>
                  </a:lnTo>
                  <a:lnTo>
                    <a:pt x="3068804" y="804503"/>
                  </a:lnTo>
                  <a:lnTo>
                    <a:pt x="3067458" y="800474"/>
                  </a:lnTo>
                  <a:lnTo>
                    <a:pt x="3068804" y="797788"/>
                  </a:lnTo>
                  <a:lnTo>
                    <a:pt x="3070149" y="788386"/>
                  </a:lnTo>
                  <a:lnTo>
                    <a:pt x="3067458" y="785700"/>
                  </a:lnTo>
                  <a:lnTo>
                    <a:pt x="3068804" y="780328"/>
                  </a:lnTo>
                  <a:lnTo>
                    <a:pt x="3074185" y="777642"/>
                  </a:lnTo>
                  <a:lnTo>
                    <a:pt x="3076876" y="773612"/>
                  </a:lnTo>
                  <a:lnTo>
                    <a:pt x="3075531" y="765554"/>
                  </a:lnTo>
                  <a:lnTo>
                    <a:pt x="3076876" y="754809"/>
                  </a:lnTo>
                  <a:lnTo>
                    <a:pt x="3074185" y="753466"/>
                  </a:lnTo>
                  <a:lnTo>
                    <a:pt x="3072840" y="750780"/>
                  </a:lnTo>
                  <a:lnTo>
                    <a:pt x="3076876" y="742722"/>
                  </a:lnTo>
                  <a:lnTo>
                    <a:pt x="3076876" y="736006"/>
                  </a:lnTo>
                  <a:lnTo>
                    <a:pt x="3072840" y="737349"/>
                  </a:lnTo>
                  <a:lnTo>
                    <a:pt x="3071495" y="730634"/>
                  </a:lnTo>
                  <a:lnTo>
                    <a:pt x="3074185" y="726605"/>
                  </a:lnTo>
                  <a:lnTo>
                    <a:pt x="3074185" y="721232"/>
                  </a:lnTo>
                  <a:lnTo>
                    <a:pt x="3078222" y="719889"/>
                  </a:lnTo>
                  <a:lnTo>
                    <a:pt x="3079567" y="717203"/>
                  </a:lnTo>
                  <a:lnTo>
                    <a:pt x="3084949" y="713174"/>
                  </a:lnTo>
                  <a:lnTo>
                    <a:pt x="3084949" y="707802"/>
                  </a:lnTo>
                  <a:lnTo>
                    <a:pt x="3091676" y="701086"/>
                  </a:lnTo>
                  <a:lnTo>
                    <a:pt x="3093021" y="701086"/>
                  </a:lnTo>
                  <a:lnTo>
                    <a:pt x="3098403" y="697057"/>
                  </a:lnTo>
                  <a:lnTo>
                    <a:pt x="3101093" y="697057"/>
                  </a:lnTo>
                  <a:lnTo>
                    <a:pt x="3102439" y="694371"/>
                  </a:lnTo>
                  <a:lnTo>
                    <a:pt x="3101093" y="691685"/>
                  </a:lnTo>
                  <a:lnTo>
                    <a:pt x="3095712" y="690342"/>
                  </a:lnTo>
                  <a:lnTo>
                    <a:pt x="3093021" y="693028"/>
                  </a:lnTo>
                  <a:lnTo>
                    <a:pt x="3088985" y="690342"/>
                  </a:lnTo>
                  <a:lnTo>
                    <a:pt x="3088985" y="680940"/>
                  </a:lnTo>
                  <a:lnTo>
                    <a:pt x="3091676" y="672882"/>
                  </a:lnTo>
                  <a:lnTo>
                    <a:pt x="3088985" y="670195"/>
                  </a:lnTo>
                  <a:lnTo>
                    <a:pt x="3086294" y="664823"/>
                  </a:lnTo>
                  <a:lnTo>
                    <a:pt x="3084949" y="664823"/>
                  </a:lnTo>
                  <a:lnTo>
                    <a:pt x="3083603" y="668852"/>
                  </a:lnTo>
                  <a:lnTo>
                    <a:pt x="3082258" y="667509"/>
                  </a:lnTo>
                  <a:lnTo>
                    <a:pt x="3080912" y="655422"/>
                  </a:lnTo>
                  <a:lnTo>
                    <a:pt x="3083603" y="652735"/>
                  </a:lnTo>
                  <a:lnTo>
                    <a:pt x="3083603" y="650049"/>
                  </a:lnTo>
                  <a:lnTo>
                    <a:pt x="3082258" y="643334"/>
                  </a:lnTo>
                  <a:lnTo>
                    <a:pt x="3076876" y="640648"/>
                  </a:lnTo>
                  <a:lnTo>
                    <a:pt x="3078222" y="637962"/>
                  </a:lnTo>
                  <a:lnTo>
                    <a:pt x="3078222" y="637962"/>
                  </a:lnTo>
                  <a:lnTo>
                    <a:pt x="3078222" y="635275"/>
                  </a:lnTo>
                  <a:lnTo>
                    <a:pt x="3072840" y="628560"/>
                  </a:lnTo>
                  <a:lnTo>
                    <a:pt x="3066113" y="629903"/>
                  </a:lnTo>
                  <a:lnTo>
                    <a:pt x="3063422" y="627217"/>
                  </a:lnTo>
                  <a:lnTo>
                    <a:pt x="3063422" y="621845"/>
                  </a:lnTo>
                  <a:lnTo>
                    <a:pt x="3060731" y="615129"/>
                  </a:lnTo>
                  <a:lnTo>
                    <a:pt x="3060731" y="611100"/>
                  </a:lnTo>
                  <a:lnTo>
                    <a:pt x="3067458" y="604385"/>
                  </a:lnTo>
                  <a:lnTo>
                    <a:pt x="3072840" y="605728"/>
                  </a:lnTo>
                  <a:lnTo>
                    <a:pt x="3078222" y="604385"/>
                  </a:lnTo>
                  <a:lnTo>
                    <a:pt x="3075531" y="601699"/>
                  </a:lnTo>
                  <a:lnTo>
                    <a:pt x="3082258" y="597669"/>
                  </a:lnTo>
                  <a:lnTo>
                    <a:pt x="3079567" y="599012"/>
                  </a:lnTo>
                  <a:lnTo>
                    <a:pt x="3074185" y="599012"/>
                  </a:lnTo>
                  <a:lnTo>
                    <a:pt x="3071495" y="597669"/>
                  </a:lnTo>
                  <a:lnTo>
                    <a:pt x="3064768" y="597669"/>
                  </a:lnTo>
                  <a:lnTo>
                    <a:pt x="3056696" y="590954"/>
                  </a:lnTo>
                  <a:lnTo>
                    <a:pt x="3054005" y="592297"/>
                  </a:lnTo>
                  <a:lnTo>
                    <a:pt x="3047278" y="592297"/>
                  </a:lnTo>
                  <a:lnTo>
                    <a:pt x="3043242" y="597669"/>
                  </a:lnTo>
                  <a:lnTo>
                    <a:pt x="3037861" y="597669"/>
                  </a:lnTo>
                  <a:lnTo>
                    <a:pt x="3031134" y="604385"/>
                  </a:lnTo>
                  <a:lnTo>
                    <a:pt x="3033824" y="607071"/>
                  </a:lnTo>
                  <a:lnTo>
                    <a:pt x="3033824" y="611100"/>
                  </a:lnTo>
                  <a:lnTo>
                    <a:pt x="3039206" y="615129"/>
                  </a:lnTo>
                  <a:lnTo>
                    <a:pt x="3040551" y="620502"/>
                  </a:lnTo>
                  <a:lnTo>
                    <a:pt x="3037861" y="623188"/>
                  </a:lnTo>
                  <a:lnTo>
                    <a:pt x="3039206" y="631246"/>
                  </a:lnTo>
                  <a:lnTo>
                    <a:pt x="3044588" y="635275"/>
                  </a:lnTo>
                  <a:lnTo>
                    <a:pt x="3044588" y="637962"/>
                  </a:lnTo>
                  <a:lnTo>
                    <a:pt x="3048624" y="639305"/>
                  </a:lnTo>
                  <a:lnTo>
                    <a:pt x="3051315" y="650049"/>
                  </a:lnTo>
                  <a:lnTo>
                    <a:pt x="3059386" y="654079"/>
                  </a:lnTo>
                  <a:lnTo>
                    <a:pt x="3058041" y="659451"/>
                  </a:lnTo>
                  <a:lnTo>
                    <a:pt x="3060731" y="663480"/>
                  </a:lnTo>
                  <a:lnTo>
                    <a:pt x="3058041" y="666166"/>
                  </a:lnTo>
                  <a:lnTo>
                    <a:pt x="3054005" y="663480"/>
                  </a:lnTo>
                  <a:lnTo>
                    <a:pt x="3052660" y="659451"/>
                  </a:lnTo>
                  <a:lnTo>
                    <a:pt x="3045933" y="660794"/>
                  </a:lnTo>
                  <a:lnTo>
                    <a:pt x="3041897" y="663480"/>
                  </a:lnTo>
                  <a:lnTo>
                    <a:pt x="3039206" y="671538"/>
                  </a:lnTo>
                  <a:lnTo>
                    <a:pt x="3041897" y="674225"/>
                  </a:lnTo>
                  <a:lnTo>
                    <a:pt x="3040551" y="682283"/>
                  </a:lnTo>
                  <a:lnTo>
                    <a:pt x="3039206" y="683626"/>
                  </a:lnTo>
                  <a:lnTo>
                    <a:pt x="3039206" y="684969"/>
                  </a:lnTo>
                  <a:lnTo>
                    <a:pt x="3040551" y="686312"/>
                  </a:lnTo>
                  <a:lnTo>
                    <a:pt x="3040551" y="690342"/>
                  </a:lnTo>
                  <a:lnTo>
                    <a:pt x="3036515" y="694371"/>
                  </a:lnTo>
                  <a:lnTo>
                    <a:pt x="3040551" y="697057"/>
                  </a:lnTo>
                  <a:lnTo>
                    <a:pt x="3036515" y="701086"/>
                  </a:lnTo>
                  <a:lnTo>
                    <a:pt x="3036515" y="714517"/>
                  </a:lnTo>
                  <a:lnTo>
                    <a:pt x="3033824" y="717203"/>
                  </a:lnTo>
                  <a:lnTo>
                    <a:pt x="3033824" y="719889"/>
                  </a:lnTo>
                  <a:lnTo>
                    <a:pt x="3029788" y="722575"/>
                  </a:lnTo>
                  <a:lnTo>
                    <a:pt x="3027097" y="730634"/>
                  </a:lnTo>
                  <a:lnTo>
                    <a:pt x="3025752" y="725262"/>
                  </a:lnTo>
                  <a:lnTo>
                    <a:pt x="3021716" y="721232"/>
                  </a:lnTo>
                  <a:lnTo>
                    <a:pt x="3025752" y="713174"/>
                  </a:lnTo>
                  <a:lnTo>
                    <a:pt x="3023061" y="710488"/>
                  </a:lnTo>
                  <a:lnTo>
                    <a:pt x="3019025" y="710488"/>
                  </a:lnTo>
                  <a:lnTo>
                    <a:pt x="3014989" y="714517"/>
                  </a:lnTo>
                  <a:lnTo>
                    <a:pt x="3014989" y="718546"/>
                  </a:lnTo>
                  <a:lnTo>
                    <a:pt x="3012298" y="721232"/>
                  </a:lnTo>
                  <a:lnTo>
                    <a:pt x="3010953" y="711831"/>
                  </a:lnTo>
                  <a:lnTo>
                    <a:pt x="3005571" y="710488"/>
                  </a:lnTo>
                  <a:lnTo>
                    <a:pt x="3004226" y="706458"/>
                  </a:lnTo>
                  <a:lnTo>
                    <a:pt x="3000190" y="710488"/>
                  </a:lnTo>
                  <a:lnTo>
                    <a:pt x="2998845" y="707802"/>
                  </a:lnTo>
                  <a:lnTo>
                    <a:pt x="3000190" y="705115"/>
                  </a:lnTo>
                  <a:lnTo>
                    <a:pt x="3002880" y="702429"/>
                  </a:lnTo>
                  <a:lnTo>
                    <a:pt x="3001535" y="699743"/>
                  </a:lnTo>
                  <a:lnTo>
                    <a:pt x="3001535" y="697057"/>
                  </a:lnTo>
                  <a:lnTo>
                    <a:pt x="3002880" y="697057"/>
                  </a:lnTo>
                  <a:lnTo>
                    <a:pt x="3001535" y="691685"/>
                  </a:lnTo>
                  <a:lnTo>
                    <a:pt x="2998845" y="690342"/>
                  </a:lnTo>
                  <a:lnTo>
                    <a:pt x="3001535" y="686312"/>
                  </a:lnTo>
                  <a:lnTo>
                    <a:pt x="3000190" y="682283"/>
                  </a:lnTo>
                  <a:lnTo>
                    <a:pt x="2997499" y="679597"/>
                  </a:lnTo>
                  <a:lnTo>
                    <a:pt x="2998845" y="676911"/>
                  </a:lnTo>
                  <a:lnTo>
                    <a:pt x="2998845" y="670195"/>
                  </a:lnTo>
                  <a:lnTo>
                    <a:pt x="2993463" y="666166"/>
                  </a:lnTo>
                  <a:lnTo>
                    <a:pt x="2992118" y="662137"/>
                  </a:lnTo>
                  <a:lnTo>
                    <a:pt x="2989427" y="662137"/>
                  </a:lnTo>
                  <a:lnTo>
                    <a:pt x="2988082" y="668852"/>
                  </a:lnTo>
                  <a:lnTo>
                    <a:pt x="2984046" y="670195"/>
                  </a:lnTo>
                  <a:lnTo>
                    <a:pt x="2984046" y="676911"/>
                  </a:lnTo>
                  <a:lnTo>
                    <a:pt x="2980009" y="682283"/>
                  </a:lnTo>
                  <a:lnTo>
                    <a:pt x="2977319" y="682283"/>
                  </a:lnTo>
                  <a:lnTo>
                    <a:pt x="2974628" y="675568"/>
                  </a:lnTo>
                  <a:lnTo>
                    <a:pt x="2973282" y="675568"/>
                  </a:lnTo>
                  <a:lnTo>
                    <a:pt x="2970592" y="676911"/>
                  </a:lnTo>
                  <a:lnTo>
                    <a:pt x="2969246" y="671538"/>
                  </a:lnTo>
                  <a:lnTo>
                    <a:pt x="2962519" y="671538"/>
                  </a:lnTo>
                  <a:lnTo>
                    <a:pt x="2961174" y="672882"/>
                  </a:lnTo>
                  <a:lnTo>
                    <a:pt x="2958483" y="672882"/>
                  </a:lnTo>
                  <a:lnTo>
                    <a:pt x="2957138" y="678254"/>
                  </a:lnTo>
                  <a:lnTo>
                    <a:pt x="2953101" y="679597"/>
                  </a:lnTo>
                  <a:lnTo>
                    <a:pt x="2953101" y="682283"/>
                  </a:lnTo>
                  <a:lnTo>
                    <a:pt x="2943684" y="682283"/>
                  </a:lnTo>
                  <a:lnTo>
                    <a:pt x="2940993" y="686312"/>
                  </a:lnTo>
                  <a:lnTo>
                    <a:pt x="2936958" y="684969"/>
                  </a:lnTo>
                  <a:lnTo>
                    <a:pt x="2934267" y="687655"/>
                  </a:lnTo>
                  <a:lnTo>
                    <a:pt x="2927540" y="686312"/>
                  </a:lnTo>
                  <a:lnTo>
                    <a:pt x="2922158" y="695714"/>
                  </a:lnTo>
                  <a:lnTo>
                    <a:pt x="2919467" y="697057"/>
                  </a:lnTo>
                  <a:lnTo>
                    <a:pt x="2919467" y="703772"/>
                  </a:lnTo>
                  <a:lnTo>
                    <a:pt x="2915431" y="707802"/>
                  </a:lnTo>
                  <a:lnTo>
                    <a:pt x="2915431" y="710488"/>
                  </a:lnTo>
                  <a:lnTo>
                    <a:pt x="2919467" y="713174"/>
                  </a:lnTo>
                  <a:lnTo>
                    <a:pt x="2920813" y="719889"/>
                  </a:lnTo>
                  <a:lnTo>
                    <a:pt x="2926194" y="727948"/>
                  </a:lnTo>
                  <a:lnTo>
                    <a:pt x="2922158" y="731977"/>
                  </a:lnTo>
                  <a:lnTo>
                    <a:pt x="2919467" y="749437"/>
                  </a:lnTo>
                  <a:lnTo>
                    <a:pt x="2926194" y="757495"/>
                  </a:lnTo>
                  <a:lnTo>
                    <a:pt x="2920813" y="760182"/>
                  </a:lnTo>
                  <a:lnTo>
                    <a:pt x="2922158" y="761525"/>
                  </a:lnTo>
                  <a:lnTo>
                    <a:pt x="2922158" y="766897"/>
                  </a:lnTo>
                  <a:lnTo>
                    <a:pt x="2916777" y="772269"/>
                  </a:lnTo>
                  <a:lnTo>
                    <a:pt x="2916777" y="780328"/>
                  </a:lnTo>
                  <a:lnTo>
                    <a:pt x="2912740" y="784357"/>
                  </a:lnTo>
                  <a:lnTo>
                    <a:pt x="2912740" y="789729"/>
                  </a:lnTo>
                  <a:lnTo>
                    <a:pt x="2910050" y="799131"/>
                  </a:lnTo>
                  <a:lnTo>
                    <a:pt x="2915431" y="805846"/>
                  </a:lnTo>
                  <a:lnTo>
                    <a:pt x="2911395" y="808532"/>
                  </a:lnTo>
                  <a:lnTo>
                    <a:pt x="2918122" y="817934"/>
                  </a:lnTo>
                  <a:lnTo>
                    <a:pt x="2915431" y="819277"/>
                  </a:lnTo>
                  <a:lnTo>
                    <a:pt x="2914086" y="823306"/>
                  </a:lnTo>
                  <a:lnTo>
                    <a:pt x="2918122" y="825992"/>
                  </a:lnTo>
                  <a:lnTo>
                    <a:pt x="2920813" y="824649"/>
                  </a:lnTo>
                  <a:lnTo>
                    <a:pt x="2926194" y="824649"/>
                  </a:lnTo>
                  <a:lnTo>
                    <a:pt x="2926194" y="821963"/>
                  </a:lnTo>
                  <a:lnTo>
                    <a:pt x="2927540" y="820620"/>
                  </a:lnTo>
                  <a:lnTo>
                    <a:pt x="2931576" y="823306"/>
                  </a:lnTo>
                  <a:lnTo>
                    <a:pt x="2934267" y="823306"/>
                  </a:lnTo>
                  <a:lnTo>
                    <a:pt x="2934267" y="820620"/>
                  </a:lnTo>
                  <a:lnTo>
                    <a:pt x="2934267" y="819277"/>
                  </a:lnTo>
                  <a:lnTo>
                    <a:pt x="2936958" y="820620"/>
                  </a:lnTo>
                  <a:lnTo>
                    <a:pt x="2942339" y="823306"/>
                  </a:lnTo>
                  <a:lnTo>
                    <a:pt x="2942339" y="825992"/>
                  </a:lnTo>
                  <a:lnTo>
                    <a:pt x="2940993" y="827335"/>
                  </a:lnTo>
                  <a:lnTo>
                    <a:pt x="2945029" y="832708"/>
                  </a:lnTo>
                  <a:lnTo>
                    <a:pt x="2943684" y="835394"/>
                  </a:lnTo>
                  <a:lnTo>
                    <a:pt x="2939648" y="835394"/>
                  </a:lnTo>
                  <a:lnTo>
                    <a:pt x="2936958" y="838080"/>
                  </a:lnTo>
                  <a:lnTo>
                    <a:pt x="2932921" y="836737"/>
                  </a:lnTo>
                  <a:lnTo>
                    <a:pt x="2928885" y="839423"/>
                  </a:lnTo>
                  <a:lnTo>
                    <a:pt x="2928885" y="840766"/>
                  </a:lnTo>
                  <a:lnTo>
                    <a:pt x="2931576" y="843452"/>
                  </a:lnTo>
                  <a:lnTo>
                    <a:pt x="2924849" y="850168"/>
                  </a:lnTo>
                  <a:lnTo>
                    <a:pt x="2920813" y="848825"/>
                  </a:lnTo>
                  <a:lnTo>
                    <a:pt x="2920813" y="844795"/>
                  </a:lnTo>
                  <a:lnTo>
                    <a:pt x="2918122" y="842109"/>
                  </a:lnTo>
                  <a:lnTo>
                    <a:pt x="2914086" y="844795"/>
                  </a:lnTo>
                  <a:lnTo>
                    <a:pt x="2911395" y="842109"/>
                  </a:lnTo>
                  <a:lnTo>
                    <a:pt x="2907359" y="843452"/>
                  </a:lnTo>
                  <a:lnTo>
                    <a:pt x="2908704" y="846138"/>
                  </a:lnTo>
                  <a:lnTo>
                    <a:pt x="2908704" y="850168"/>
                  </a:lnTo>
                  <a:lnTo>
                    <a:pt x="2907359" y="850168"/>
                  </a:lnTo>
                  <a:lnTo>
                    <a:pt x="2904668" y="852854"/>
                  </a:lnTo>
                  <a:lnTo>
                    <a:pt x="2900632" y="855540"/>
                  </a:lnTo>
                  <a:lnTo>
                    <a:pt x="2903323" y="858226"/>
                  </a:lnTo>
                  <a:lnTo>
                    <a:pt x="2900632" y="860912"/>
                  </a:lnTo>
                  <a:lnTo>
                    <a:pt x="2896596" y="860912"/>
                  </a:lnTo>
                  <a:lnTo>
                    <a:pt x="2889869" y="854197"/>
                  </a:lnTo>
                  <a:lnTo>
                    <a:pt x="2887178" y="854197"/>
                  </a:lnTo>
                  <a:lnTo>
                    <a:pt x="2891214" y="859569"/>
                  </a:lnTo>
                  <a:lnTo>
                    <a:pt x="2885833" y="862255"/>
                  </a:lnTo>
                  <a:lnTo>
                    <a:pt x="2887178" y="864942"/>
                  </a:lnTo>
                  <a:lnTo>
                    <a:pt x="2884487" y="868971"/>
                  </a:lnTo>
                  <a:lnTo>
                    <a:pt x="2876416" y="871657"/>
                  </a:lnTo>
                  <a:lnTo>
                    <a:pt x="2873725" y="874343"/>
                  </a:lnTo>
                  <a:lnTo>
                    <a:pt x="2866998" y="864942"/>
                  </a:lnTo>
                  <a:lnTo>
                    <a:pt x="2862962" y="864942"/>
                  </a:lnTo>
                  <a:lnTo>
                    <a:pt x="2860271" y="863599"/>
                  </a:lnTo>
                  <a:lnTo>
                    <a:pt x="2861616" y="860912"/>
                  </a:lnTo>
                  <a:lnTo>
                    <a:pt x="2865652" y="860912"/>
                  </a:lnTo>
                  <a:lnTo>
                    <a:pt x="2865652" y="855540"/>
                  </a:lnTo>
                  <a:lnTo>
                    <a:pt x="2866998" y="852854"/>
                  </a:lnTo>
                  <a:lnTo>
                    <a:pt x="2875070" y="852854"/>
                  </a:lnTo>
                  <a:lnTo>
                    <a:pt x="2884487" y="846138"/>
                  </a:lnTo>
                  <a:lnTo>
                    <a:pt x="2883142" y="843452"/>
                  </a:lnTo>
                  <a:lnTo>
                    <a:pt x="2879106" y="842109"/>
                  </a:lnTo>
                  <a:lnTo>
                    <a:pt x="2875070" y="846138"/>
                  </a:lnTo>
                  <a:lnTo>
                    <a:pt x="2868343" y="844795"/>
                  </a:lnTo>
                  <a:lnTo>
                    <a:pt x="2868343" y="842109"/>
                  </a:lnTo>
                  <a:lnTo>
                    <a:pt x="2862962" y="838080"/>
                  </a:lnTo>
                  <a:lnTo>
                    <a:pt x="2858925" y="838080"/>
                  </a:lnTo>
                  <a:lnTo>
                    <a:pt x="2850853" y="836737"/>
                  </a:lnTo>
                  <a:lnTo>
                    <a:pt x="2842781" y="836737"/>
                  </a:lnTo>
                  <a:lnTo>
                    <a:pt x="2845471" y="840766"/>
                  </a:lnTo>
                  <a:lnTo>
                    <a:pt x="2842781" y="842109"/>
                  </a:lnTo>
                  <a:lnTo>
                    <a:pt x="2840090" y="839423"/>
                  </a:lnTo>
                  <a:lnTo>
                    <a:pt x="2840090" y="836737"/>
                  </a:lnTo>
                  <a:lnTo>
                    <a:pt x="2833363" y="836737"/>
                  </a:lnTo>
                  <a:lnTo>
                    <a:pt x="2823946" y="834051"/>
                  </a:lnTo>
                  <a:lnTo>
                    <a:pt x="2819910" y="836737"/>
                  </a:lnTo>
                  <a:lnTo>
                    <a:pt x="2815874" y="834051"/>
                  </a:lnTo>
                  <a:lnTo>
                    <a:pt x="2807801" y="834051"/>
                  </a:lnTo>
                  <a:lnTo>
                    <a:pt x="2801074" y="842109"/>
                  </a:lnTo>
                  <a:lnTo>
                    <a:pt x="2798383" y="842109"/>
                  </a:lnTo>
                  <a:lnTo>
                    <a:pt x="2798383" y="846138"/>
                  </a:lnTo>
                  <a:lnTo>
                    <a:pt x="2805110" y="850168"/>
                  </a:lnTo>
                  <a:lnTo>
                    <a:pt x="2797038" y="852854"/>
                  </a:lnTo>
                  <a:lnTo>
                    <a:pt x="2795693" y="848825"/>
                  </a:lnTo>
                  <a:lnTo>
                    <a:pt x="2791656" y="854197"/>
                  </a:lnTo>
                  <a:lnTo>
                    <a:pt x="2797038" y="858226"/>
                  </a:lnTo>
                  <a:lnTo>
                    <a:pt x="2799729" y="856883"/>
                  </a:lnTo>
                  <a:lnTo>
                    <a:pt x="2802420" y="858226"/>
                  </a:lnTo>
                  <a:lnTo>
                    <a:pt x="2802420" y="862255"/>
                  </a:lnTo>
                  <a:lnTo>
                    <a:pt x="2793002" y="866285"/>
                  </a:lnTo>
                  <a:lnTo>
                    <a:pt x="2788966" y="862255"/>
                  </a:lnTo>
                  <a:lnTo>
                    <a:pt x="2780893" y="862255"/>
                  </a:lnTo>
                  <a:lnTo>
                    <a:pt x="2778202" y="864942"/>
                  </a:lnTo>
                  <a:lnTo>
                    <a:pt x="2779548" y="868971"/>
                  </a:lnTo>
                  <a:lnTo>
                    <a:pt x="2775512" y="868971"/>
                  </a:lnTo>
                  <a:lnTo>
                    <a:pt x="2772821" y="871657"/>
                  </a:lnTo>
                  <a:lnTo>
                    <a:pt x="2770130" y="871657"/>
                  </a:lnTo>
                  <a:lnTo>
                    <a:pt x="2768785" y="867628"/>
                  </a:lnTo>
                  <a:lnTo>
                    <a:pt x="2758022" y="867628"/>
                  </a:lnTo>
                  <a:lnTo>
                    <a:pt x="2753986" y="870314"/>
                  </a:lnTo>
                  <a:lnTo>
                    <a:pt x="2744568" y="868971"/>
                  </a:lnTo>
                  <a:lnTo>
                    <a:pt x="2739187" y="871657"/>
                  </a:lnTo>
                  <a:lnTo>
                    <a:pt x="2739187" y="874343"/>
                  </a:lnTo>
                  <a:lnTo>
                    <a:pt x="2745914" y="879715"/>
                  </a:lnTo>
                  <a:lnTo>
                    <a:pt x="2741878" y="883745"/>
                  </a:lnTo>
                  <a:lnTo>
                    <a:pt x="2739187" y="889117"/>
                  </a:lnTo>
                  <a:lnTo>
                    <a:pt x="2735151" y="885088"/>
                  </a:lnTo>
                  <a:lnTo>
                    <a:pt x="2731114" y="883745"/>
                  </a:lnTo>
                  <a:lnTo>
                    <a:pt x="2733805" y="878372"/>
                  </a:lnTo>
                  <a:lnTo>
                    <a:pt x="2729769" y="875686"/>
                  </a:lnTo>
                  <a:lnTo>
                    <a:pt x="2727078" y="879715"/>
                  </a:lnTo>
                  <a:lnTo>
                    <a:pt x="2723042" y="879715"/>
                  </a:lnTo>
                  <a:lnTo>
                    <a:pt x="2719006" y="879715"/>
                  </a:lnTo>
                  <a:lnTo>
                    <a:pt x="2713624" y="883745"/>
                  </a:lnTo>
                  <a:lnTo>
                    <a:pt x="2708243" y="883745"/>
                  </a:lnTo>
                  <a:lnTo>
                    <a:pt x="2700171" y="887774"/>
                  </a:lnTo>
                  <a:lnTo>
                    <a:pt x="2692099" y="887774"/>
                  </a:lnTo>
                  <a:lnTo>
                    <a:pt x="2682681" y="894489"/>
                  </a:lnTo>
                  <a:lnTo>
                    <a:pt x="2677299" y="895832"/>
                  </a:lnTo>
                  <a:lnTo>
                    <a:pt x="2673263" y="891803"/>
                  </a:lnTo>
                  <a:lnTo>
                    <a:pt x="2670572" y="891803"/>
                  </a:lnTo>
                  <a:lnTo>
                    <a:pt x="2669227" y="897175"/>
                  </a:lnTo>
                  <a:lnTo>
                    <a:pt x="2659809" y="903891"/>
                  </a:lnTo>
                  <a:lnTo>
                    <a:pt x="2658464" y="909263"/>
                  </a:lnTo>
                  <a:lnTo>
                    <a:pt x="2653083" y="913292"/>
                  </a:lnTo>
                  <a:lnTo>
                    <a:pt x="2651738" y="918665"/>
                  </a:lnTo>
                  <a:lnTo>
                    <a:pt x="2658464" y="929409"/>
                  </a:lnTo>
                  <a:lnTo>
                    <a:pt x="2657119" y="938811"/>
                  </a:lnTo>
                  <a:lnTo>
                    <a:pt x="2649047" y="946869"/>
                  </a:lnTo>
                  <a:lnTo>
                    <a:pt x="2645011" y="954928"/>
                  </a:lnTo>
                  <a:lnTo>
                    <a:pt x="2646356" y="961643"/>
                  </a:lnTo>
                  <a:lnTo>
                    <a:pt x="2646356" y="972388"/>
                  </a:lnTo>
                  <a:lnTo>
                    <a:pt x="2649047" y="976417"/>
                  </a:lnTo>
                  <a:lnTo>
                    <a:pt x="2649047" y="981789"/>
                  </a:lnTo>
                  <a:lnTo>
                    <a:pt x="2646356" y="981789"/>
                  </a:lnTo>
                  <a:lnTo>
                    <a:pt x="2643665" y="984475"/>
                  </a:lnTo>
                  <a:lnTo>
                    <a:pt x="2643665" y="989848"/>
                  </a:lnTo>
                  <a:lnTo>
                    <a:pt x="2640975" y="992534"/>
                  </a:lnTo>
                  <a:lnTo>
                    <a:pt x="2643665" y="1001935"/>
                  </a:lnTo>
                  <a:lnTo>
                    <a:pt x="2638284" y="1005965"/>
                  </a:lnTo>
                  <a:lnTo>
                    <a:pt x="2636938" y="1012680"/>
                  </a:lnTo>
                  <a:lnTo>
                    <a:pt x="2630211" y="1020738"/>
                  </a:lnTo>
                  <a:lnTo>
                    <a:pt x="2631557" y="1026111"/>
                  </a:lnTo>
                  <a:lnTo>
                    <a:pt x="2627521" y="1028797"/>
                  </a:lnTo>
                  <a:lnTo>
                    <a:pt x="2626175" y="1038199"/>
                  </a:lnTo>
                  <a:lnTo>
                    <a:pt x="2622139" y="1038199"/>
                  </a:lnTo>
                  <a:lnTo>
                    <a:pt x="2619448" y="1050286"/>
                  </a:lnTo>
                  <a:lnTo>
                    <a:pt x="2619448" y="1059688"/>
                  </a:lnTo>
                  <a:lnTo>
                    <a:pt x="2618103" y="1062374"/>
                  </a:lnTo>
                  <a:lnTo>
                    <a:pt x="2620794" y="1067746"/>
                  </a:lnTo>
                  <a:lnTo>
                    <a:pt x="2616757" y="1073119"/>
                  </a:lnTo>
                  <a:lnTo>
                    <a:pt x="2615412" y="1078491"/>
                  </a:lnTo>
                  <a:lnTo>
                    <a:pt x="2610030" y="1086549"/>
                  </a:lnTo>
                  <a:lnTo>
                    <a:pt x="2610030" y="1089235"/>
                  </a:lnTo>
                  <a:lnTo>
                    <a:pt x="2607340" y="1090579"/>
                  </a:lnTo>
                  <a:lnTo>
                    <a:pt x="2607340" y="1097294"/>
                  </a:lnTo>
                  <a:lnTo>
                    <a:pt x="2599267" y="1104009"/>
                  </a:lnTo>
                  <a:lnTo>
                    <a:pt x="2599267" y="1112068"/>
                  </a:lnTo>
                  <a:lnTo>
                    <a:pt x="2592541" y="1118783"/>
                  </a:lnTo>
                  <a:lnTo>
                    <a:pt x="2592541" y="1122812"/>
                  </a:lnTo>
                  <a:lnTo>
                    <a:pt x="2587160" y="1130871"/>
                  </a:lnTo>
                  <a:lnTo>
                    <a:pt x="2585814" y="1136243"/>
                  </a:lnTo>
                  <a:lnTo>
                    <a:pt x="2583123" y="1140272"/>
                  </a:lnTo>
                  <a:lnTo>
                    <a:pt x="2585814" y="1145645"/>
                  </a:lnTo>
                  <a:lnTo>
                    <a:pt x="2591196" y="1148331"/>
                  </a:lnTo>
                  <a:lnTo>
                    <a:pt x="2596577" y="1146988"/>
                  </a:lnTo>
                  <a:lnTo>
                    <a:pt x="2600613" y="1151017"/>
                  </a:lnTo>
                  <a:lnTo>
                    <a:pt x="2605994" y="1151017"/>
                  </a:lnTo>
                  <a:lnTo>
                    <a:pt x="2612721" y="1146988"/>
                  </a:lnTo>
                  <a:lnTo>
                    <a:pt x="2616757" y="1145645"/>
                  </a:lnTo>
                  <a:lnTo>
                    <a:pt x="2620794" y="1142959"/>
                  </a:lnTo>
                  <a:lnTo>
                    <a:pt x="2623484" y="1142959"/>
                  </a:lnTo>
                  <a:lnTo>
                    <a:pt x="2628866" y="1141615"/>
                  </a:lnTo>
                  <a:lnTo>
                    <a:pt x="2628866" y="1155046"/>
                  </a:lnTo>
                  <a:lnTo>
                    <a:pt x="2634248" y="1163105"/>
                  </a:lnTo>
                  <a:lnTo>
                    <a:pt x="2636938" y="1171163"/>
                  </a:lnTo>
                  <a:lnTo>
                    <a:pt x="2635593" y="1177879"/>
                  </a:lnTo>
                  <a:lnTo>
                    <a:pt x="2642320" y="1183251"/>
                  </a:lnTo>
                  <a:lnTo>
                    <a:pt x="2646356" y="1179222"/>
                  </a:lnTo>
                  <a:lnTo>
                    <a:pt x="2647702" y="1179222"/>
                  </a:lnTo>
                  <a:lnTo>
                    <a:pt x="2650392" y="1176535"/>
                  </a:lnTo>
                  <a:lnTo>
                    <a:pt x="2653083" y="1171163"/>
                  </a:lnTo>
                  <a:lnTo>
                    <a:pt x="2657119" y="1169820"/>
                  </a:lnTo>
                  <a:lnTo>
                    <a:pt x="2659809" y="1172506"/>
                  </a:lnTo>
                  <a:lnTo>
                    <a:pt x="2662500" y="1169820"/>
                  </a:lnTo>
                  <a:lnTo>
                    <a:pt x="2667882" y="1171163"/>
                  </a:lnTo>
                  <a:lnTo>
                    <a:pt x="2665191" y="1173849"/>
                  </a:lnTo>
                  <a:lnTo>
                    <a:pt x="2662500" y="1177879"/>
                  </a:lnTo>
                  <a:lnTo>
                    <a:pt x="2662500" y="1185937"/>
                  </a:lnTo>
                  <a:lnTo>
                    <a:pt x="2659809" y="1185937"/>
                  </a:lnTo>
                  <a:lnTo>
                    <a:pt x="2655773" y="1189966"/>
                  </a:lnTo>
                  <a:lnTo>
                    <a:pt x="2657119" y="1192652"/>
                  </a:lnTo>
                  <a:lnTo>
                    <a:pt x="2669227" y="1191309"/>
                  </a:lnTo>
                  <a:lnTo>
                    <a:pt x="2675954" y="1187280"/>
                  </a:lnTo>
                  <a:lnTo>
                    <a:pt x="2678645" y="1179222"/>
                  </a:lnTo>
                  <a:lnTo>
                    <a:pt x="2677299" y="1173849"/>
                  </a:lnTo>
                  <a:lnTo>
                    <a:pt x="2679990" y="1169820"/>
                  </a:lnTo>
                  <a:lnTo>
                    <a:pt x="2682681" y="1176535"/>
                  </a:lnTo>
                  <a:lnTo>
                    <a:pt x="2681336" y="1183251"/>
                  </a:lnTo>
                  <a:lnTo>
                    <a:pt x="2681336" y="1189966"/>
                  </a:lnTo>
                  <a:lnTo>
                    <a:pt x="2684026" y="1187280"/>
                  </a:lnTo>
                  <a:lnTo>
                    <a:pt x="2686717" y="1180565"/>
                  </a:lnTo>
                  <a:lnTo>
                    <a:pt x="2684026" y="1171163"/>
                  </a:lnTo>
                  <a:lnTo>
                    <a:pt x="2686717" y="1167134"/>
                  </a:lnTo>
                  <a:lnTo>
                    <a:pt x="2682681" y="1161762"/>
                  </a:lnTo>
                  <a:lnTo>
                    <a:pt x="2679990" y="1152360"/>
                  </a:lnTo>
                  <a:lnTo>
                    <a:pt x="2685372" y="1152360"/>
                  </a:lnTo>
                  <a:lnTo>
                    <a:pt x="2690753" y="1155046"/>
                  </a:lnTo>
                  <a:lnTo>
                    <a:pt x="2690753" y="1157732"/>
                  </a:lnTo>
                  <a:lnTo>
                    <a:pt x="2693444" y="1160419"/>
                  </a:lnTo>
                  <a:lnTo>
                    <a:pt x="2696135" y="1160419"/>
                  </a:lnTo>
                  <a:lnTo>
                    <a:pt x="2698826" y="1157732"/>
                  </a:lnTo>
                  <a:lnTo>
                    <a:pt x="2704207" y="1157732"/>
                  </a:lnTo>
                  <a:lnTo>
                    <a:pt x="2709589" y="1153703"/>
                  </a:lnTo>
                  <a:lnTo>
                    <a:pt x="2714970" y="1159075"/>
                  </a:lnTo>
                  <a:lnTo>
                    <a:pt x="2720351" y="1159075"/>
                  </a:lnTo>
                  <a:lnTo>
                    <a:pt x="2724387" y="1161762"/>
                  </a:lnTo>
                  <a:lnTo>
                    <a:pt x="2727078" y="1168477"/>
                  </a:lnTo>
                  <a:lnTo>
                    <a:pt x="2729769" y="1171163"/>
                  </a:lnTo>
                  <a:lnTo>
                    <a:pt x="2736496" y="1172506"/>
                  </a:lnTo>
                  <a:lnTo>
                    <a:pt x="2739187" y="1176535"/>
                  </a:lnTo>
                  <a:lnTo>
                    <a:pt x="2749950" y="1180565"/>
                  </a:lnTo>
                  <a:lnTo>
                    <a:pt x="2751295" y="1183251"/>
                  </a:lnTo>
                  <a:lnTo>
                    <a:pt x="2755332" y="1184594"/>
                  </a:lnTo>
                  <a:lnTo>
                    <a:pt x="2758022" y="1188623"/>
                  </a:lnTo>
                  <a:lnTo>
                    <a:pt x="2760713" y="1188623"/>
                  </a:lnTo>
                  <a:lnTo>
                    <a:pt x="2764749" y="1196682"/>
                  </a:lnTo>
                  <a:lnTo>
                    <a:pt x="2762059" y="1200711"/>
                  </a:lnTo>
                  <a:lnTo>
                    <a:pt x="2762059" y="1204740"/>
                  </a:lnTo>
                  <a:lnTo>
                    <a:pt x="2758022" y="1207426"/>
                  </a:lnTo>
                  <a:lnTo>
                    <a:pt x="2763404" y="1212799"/>
                  </a:lnTo>
                  <a:lnTo>
                    <a:pt x="2767440" y="1212799"/>
                  </a:lnTo>
                  <a:lnTo>
                    <a:pt x="2774166" y="1222200"/>
                  </a:lnTo>
                  <a:lnTo>
                    <a:pt x="2774166" y="1226229"/>
                  </a:lnTo>
                  <a:lnTo>
                    <a:pt x="2771476" y="1230259"/>
                  </a:lnTo>
                  <a:lnTo>
                    <a:pt x="2771476" y="1235631"/>
                  </a:lnTo>
                  <a:lnTo>
                    <a:pt x="2776857" y="1239660"/>
                  </a:lnTo>
                  <a:lnTo>
                    <a:pt x="2780893" y="1241003"/>
                  </a:lnTo>
                  <a:lnTo>
                    <a:pt x="2783584" y="1238317"/>
                  </a:lnTo>
                  <a:lnTo>
                    <a:pt x="2784929" y="1242346"/>
                  </a:lnTo>
                  <a:lnTo>
                    <a:pt x="2782239" y="1245032"/>
                  </a:lnTo>
                  <a:lnTo>
                    <a:pt x="2783584" y="1251748"/>
                  </a:lnTo>
                  <a:lnTo>
                    <a:pt x="2787620" y="1255777"/>
                  </a:lnTo>
                  <a:lnTo>
                    <a:pt x="2784929" y="1258463"/>
                  </a:lnTo>
                  <a:lnTo>
                    <a:pt x="2784929" y="1262492"/>
                  </a:lnTo>
                  <a:lnTo>
                    <a:pt x="2787620" y="1266522"/>
                  </a:lnTo>
                  <a:lnTo>
                    <a:pt x="2784929" y="1271894"/>
                  </a:lnTo>
                  <a:lnTo>
                    <a:pt x="2787620" y="1273237"/>
                  </a:lnTo>
                  <a:lnTo>
                    <a:pt x="2787620" y="1277266"/>
                  </a:lnTo>
                  <a:lnTo>
                    <a:pt x="2786275" y="1279952"/>
                  </a:lnTo>
                  <a:lnTo>
                    <a:pt x="2788966" y="1281295"/>
                  </a:lnTo>
                  <a:lnTo>
                    <a:pt x="2786275" y="1285325"/>
                  </a:lnTo>
                  <a:lnTo>
                    <a:pt x="2790311" y="1297412"/>
                  </a:lnTo>
                  <a:lnTo>
                    <a:pt x="2788966" y="1301442"/>
                  </a:lnTo>
                  <a:lnTo>
                    <a:pt x="2790311" y="1310843"/>
                  </a:lnTo>
                  <a:lnTo>
                    <a:pt x="2791656" y="1314872"/>
                  </a:lnTo>
                  <a:lnTo>
                    <a:pt x="2791656" y="1318902"/>
                  </a:lnTo>
                  <a:lnTo>
                    <a:pt x="2797038" y="1336362"/>
                  </a:lnTo>
                  <a:lnTo>
                    <a:pt x="2801074" y="1337705"/>
                  </a:lnTo>
                  <a:lnTo>
                    <a:pt x="2805110" y="1335019"/>
                  </a:lnTo>
                  <a:lnTo>
                    <a:pt x="2805110" y="1337705"/>
                  </a:lnTo>
                  <a:lnTo>
                    <a:pt x="2801074" y="1344420"/>
                  </a:lnTo>
                  <a:lnTo>
                    <a:pt x="2798383" y="1347106"/>
                  </a:lnTo>
                  <a:lnTo>
                    <a:pt x="2801074" y="1351135"/>
                  </a:lnTo>
                  <a:lnTo>
                    <a:pt x="2803765" y="1351135"/>
                  </a:lnTo>
                  <a:lnTo>
                    <a:pt x="2810492" y="1359194"/>
                  </a:lnTo>
                  <a:lnTo>
                    <a:pt x="2810492" y="1368595"/>
                  </a:lnTo>
                  <a:lnTo>
                    <a:pt x="2811837" y="1372625"/>
                  </a:lnTo>
                  <a:lnTo>
                    <a:pt x="2811837" y="1375311"/>
                  </a:lnTo>
                  <a:lnTo>
                    <a:pt x="2813183" y="1387398"/>
                  </a:lnTo>
                  <a:lnTo>
                    <a:pt x="2817219" y="1387398"/>
                  </a:lnTo>
                  <a:lnTo>
                    <a:pt x="2817219" y="1392771"/>
                  </a:lnTo>
                  <a:lnTo>
                    <a:pt x="2815874" y="1394114"/>
                  </a:lnTo>
                  <a:lnTo>
                    <a:pt x="2815874" y="1402172"/>
                  </a:lnTo>
                  <a:lnTo>
                    <a:pt x="2818564" y="1407545"/>
                  </a:lnTo>
                  <a:lnTo>
                    <a:pt x="2818564" y="1414260"/>
                  </a:lnTo>
                  <a:lnTo>
                    <a:pt x="2811837" y="1422319"/>
                  </a:lnTo>
                  <a:lnTo>
                    <a:pt x="2811837" y="1430377"/>
                  </a:lnTo>
                  <a:lnTo>
                    <a:pt x="2809147" y="1438435"/>
                  </a:lnTo>
                  <a:lnTo>
                    <a:pt x="2810492" y="1446494"/>
                  </a:lnTo>
                  <a:lnTo>
                    <a:pt x="2811837" y="1447837"/>
                  </a:lnTo>
                  <a:lnTo>
                    <a:pt x="2811837" y="1455895"/>
                  </a:lnTo>
                  <a:lnTo>
                    <a:pt x="2806456" y="1461268"/>
                  </a:lnTo>
                  <a:lnTo>
                    <a:pt x="2806456" y="1467983"/>
                  </a:lnTo>
                  <a:lnTo>
                    <a:pt x="2802420" y="1476042"/>
                  </a:lnTo>
                  <a:lnTo>
                    <a:pt x="2805110" y="1476042"/>
                  </a:lnTo>
                  <a:lnTo>
                    <a:pt x="2805110" y="1480071"/>
                  </a:lnTo>
                  <a:lnTo>
                    <a:pt x="2801074" y="1485443"/>
                  </a:lnTo>
                  <a:lnTo>
                    <a:pt x="2803765" y="1497531"/>
                  </a:lnTo>
                  <a:lnTo>
                    <a:pt x="2798383" y="1502903"/>
                  </a:lnTo>
                  <a:lnTo>
                    <a:pt x="2799729" y="1509619"/>
                  </a:lnTo>
                  <a:lnTo>
                    <a:pt x="2802420" y="1510962"/>
                  </a:lnTo>
                  <a:lnTo>
                    <a:pt x="2802420" y="1516334"/>
                  </a:lnTo>
                  <a:lnTo>
                    <a:pt x="2795693" y="1524392"/>
                  </a:lnTo>
                  <a:lnTo>
                    <a:pt x="2794347" y="1529765"/>
                  </a:lnTo>
                  <a:lnTo>
                    <a:pt x="2788966" y="1535137"/>
                  </a:lnTo>
                  <a:lnTo>
                    <a:pt x="2788966" y="1540509"/>
                  </a:lnTo>
                  <a:lnTo>
                    <a:pt x="2783584" y="1547225"/>
                  </a:lnTo>
                  <a:lnTo>
                    <a:pt x="2778202" y="1568714"/>
                  </a:lnTo>
                  <a:lnTo>
                    <a:pt x="2775512" y="1570057"/>
                  </a:lnTo>
                  <a:lnTo>
                    <a:pt x="2774166" y="1575429"/>
                  </a:lnTo>
                  <a:lnTo>
                    <a:pt x="2776857" y="1576772"/>
                  </a:lnTo>
                  <a:lnTo>
                    <a:pt x="2775512" y="1579459"/>
                  </a:lnTo>
                  <a:lnTo>
                    <a:pt x="2768785" y="1584831"/>
                  </a:lnTo>
                  <a:lnTo>
                    <a:pt x="2768785" y="1590203"/>
                  </a:lnTo>
                  <a:lnTo>
                    <a:pt x="2764749" y="1592889"/>
                  </a:lnTo>
                  <a:lnTo>
                    <a:pt x="2764749" y="1600948"/>
                  </a:lnTo>
                  <a:lnTo>
                    <a:pt x="2756677" y="1596919"/>
                  </a:lnTo>
                  <a:lnTo>
                    <a:pt x="2759368" y="1602291"/>
                  </a:lnTo>
                  <a:lnTo>
                    <a:pt x="2752641" y="1610349"/>
                  </a:lnTo>
                  <a:lnTo>
                    <a:pt x="2752641" y="1609006"/>
                  </a:lnTo>
                  <a:lnTo>
                    <a:pt x="2748605" y="1607663"/>
                  </a:lnTo>
                  <a:lnTo>
                    <a:pt x="2751295" y="1613035"/>
                  </a:lnTo>
                  <a:lnTo>
                    <a:pt x="2751295" y="1618408"/>
                  </a:lnTo>
                  <a:lnTo>
                    <a:pt x="2744568" y="1621094"/>
                  </a:lnTo>
                  <a:lnTo>
                    <a:pt x="2745914" y="1623780"/>
                  </a:lnTo>
                  <a:lnTo>
                    <a:pt x="2737841" y="1634525"/>
                  </a:lnTo>
                  <a:lnTo>
                    <a:pt x="2733805" y="1641240"/>
                  </a:lnTo>
                  <a:lnTo>
                    <a:pt x="2729769" y="1641240"/>
                  </a:lnTo>
                  <a:lnTo>
                    <a:pt x="2728424" y="1645269"/>
                  </a:lnTo>
                  <a:lnTo>
                    <a:pt x="2721697" y="1646612"/>
                  </a:lnTo>
                  <a:lnTo>
                    <a:pt x="2716315" y="1651985"/>
                  </a:lnTo>
                  <a:lnTo>
                    <a:pt x="2713624" y="1649298"/>
                  </a:lnTo>
                  <a:lnTo>
                    <a:pt x="2710934" y="1651985"/>
                  </a:lnTo>
                  <a:lnTo>
                    <a:pt x="2702862" y="1646612"/>
                  </a:lnTo>
                  <a:lnTo>
                    <a:pt x="2694790" y="1643926"/>
                  </a:lnTo>
                  <a:lnTo>
                    <a:pt x="2694790" y="1634525"/>
                  </a:lnTo>
                  <a:lnTo>
                    <a:pt x="2692099" y="1631839"/>
                  </a:lnTo>
                  <a:lnTo>
                    <a:pt x="2685372" y="1634525"/>
                  </a:lnTo>
                  <a:lnTo>
                    <a:pt x="2679990" y="1630495"/>
                  </a:lnTo>
                  <a:lnTo>
                    <a:pt x="2678645" y="1633182"/>
                  </a:lnTo>
                  <a:lnTo>
                    <a:pt x="2678645" y="1638554"/>
                  </a:lnTo>
                  <a:lnTo>
                    <a:pt x="2674609" y="1642583"/>
                  </a:lnTo>
                  <a:lnTo>
                    <a:pt x="2674609" y="1651985"/>
                  </a:lnTo>
                  <a:lnTo>
                    <a:pt x="2671918" y="1654671"/>
                  </a:lnTo>
                  <a:lnTo>
                    <a:pt x="2669227" y="1662729"/>
                  </a:lnTo>
                  <a:lnTo>
                    <a:pt x="2666536" y="1660043"/>
                  </a:lnTo>
                  <a:lnTo>
                    <a:pt x="2659809" y="1661386"/>
                  </a:lnTo>
                  <a:lnTo>
                    <a:pt x="2654428" y="1672131"/>
                  </a:lnTo>
                  <a:lnTo>
                    <a:pt x="2654428" y="1672131"/>
                  </a:lnTo>
                  <a:lnTo>
                    <a:pt x="2654428" y="16721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23C1AFE4-7773-BEB1-5791-7BD7693096AB}"/>
                </a:ext>
              </a:extLst>
            </p:cNvPr>
            <p:cNvSpPr/>
            <p:nvPr/>
          </p:nvSpPr>
          <p:spPr>
            <a:xfrm>
              <a:off x="8743605" y="3335664"/>
              <a:ext cx="36325" cy="5372"/>
            </a:xfrm>
            <a:custGeom>
              <a:avLst/>
              <a:gdLst>
                <a:gd name="connsiteX0" fmla="*/ 36325 w 36325"/>
                <a:gd name="connsiteY0" fmla="*/ 4029 h 5372"/>
                <a:gd name="connsiteX1" fmla="*/ 29598 w 36325"/>
                <a:gd name="connsiteY1" fmla="*/ 0 h 5372"/>
                <a:gd name="connsiteX2" fmla="*/ 0 w 36325"/>
                <a:gd name="connsiteY2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325" h="5372">
                  <a:moveTo>
                    <a:pt x="36325" y="4029"/>
                  </a:moveTo>
                  <a:lnTo>
                    <a:pt x="29598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06AEEF75-7C5F-B1F5-4CE6-E25082F8462E}"/>
                </a:ext>
              </a:extLst>
            </p:cNvPr>
            <p:cNvSpPr/>
            <p:nvPr/>
          </p:nvSpPr>
          <p:spPr>
            <a:xfrm>
              <a:off x="10956750" y="3224188"/>
              <a:ext cx="8071" cy="6715"/>
            </a:xfrm>
            <a:custGeom>
              <a:avLst/>
              <a:gdLst>
                <a:gd name="connsiteX0" fmla="*/ 0 w 8071"/>
                <a:gd name="connsiteY0" fmla="*/ 5372 h 6715"/>
                <a:gd name="connsiteX1" fmla="*/ 2690 w 8071"/>
                <a:gd name="connsiteY1" fmla="*/ 6715 h 6715"/>
                <a:gd name="connsiteX2" fmla="*/ 6727 w 8071"/>
                <a:gd name="connsiteY2" fmla="*/ 4029 h 6715"/>
                <a:gd name="connsiteX3" fmla="*/ 8072 w 8071"/>
                <a:gd name="connsiteY3" fmla="*/ 0 h 6715"/>
                <a:gd name="connsiteX4" fmla="*/ 4036 w 8071"/>
                <a:gd name="connsiteY4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1" h="6715">
                  <a:moveTo>
                    <a:pt x="0" y="5372"/>
                  </a:moveTo>
                  <a:lnTo>
                    <a:pt x="2690" y="6715"/>
                  </a:lnTo>
                  <a:lnTo>
                    <a:pt x="6727" y="4029"/>
                  </a:lnTo>
                  <a:lnTo>
                    <a:pt x="8072" y="0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735481D-090F-1176-8FC8-9ADD9A6E4EB3}"/>
                </a:ext>
              </a:extLst>
            </p:cNvPr>
            <p:cNvSpPr/>
            <p:nvPr/>
          </p:nvSpPr>
          <p:spPr>
            <a:xfrm>
              <a:off x="10570626" y="1748147"/>
              <a:ext cx="4035" cy="5372"/>
            </a:xfrm>
            <a:custGeom>
              <a:avLst/>
              <a:gdLst>
                <a:gd name="connsiteX0" fmla="*/ 1345 w 4035"/>
                <a:gd name="connsiteY0" fmla="*/ 5372 h 5372"/>
                <a:gd name="connsiteX1" fmla="*/ 2691 w 4035"/>
                <a:gd name="connsiteY1" fmla="*/ 5372 h 5372"/>
                <a:gd name="connsiteX2" fmla="*/ 4036 w 4035"/>
                <a:gd name="connsiteY2" fmla="*/ 1343 h 5372"/>
                <a:gd name="connsiteX3" fmla="*/ 1345 w 4035"/>
                <a:gd name="connsiteY3" fmla="*/ 0 h 5372"/>
                <a:gd name="connsiteX4" fmla="*/ 0 w 4035"/>
                <a:gd name="connsiteY4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5372">
                  <a:moveTo>
                    <a:pt x="1345" y="5372"/>
                  </a:moveTo>
                  <a:lnTo>
                    <a:pt x="2691" y="5372"/>
                  </a:lnTo>
                  <a:lnTo>
                    <a:pt x="4036" y="1343"/>
                  </a:lnTo>
                  <a:lnTo>
                    <a:pt x="1345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08AA4584-22FF-D2FA-FBC9-332378245E1A}"/>
                </a:ext>
              </a:extLst>
            </p:cNvPr>
            <p:cNvSpPr/>
            <p:nvPr/>
          </p:nvSpPr>
          <p:spPr>
            <a:xfrm>
              <a:off x="10549100" y="1744117"/>
              <a:ext cx="8072" cy="5372"/>
            </a:xfrm>
            <a:custGeom>
              <a:avLst/>
              <a:gdLst>
                <a:gd name="connsiteX0" fmla="*/ 2691 w 8072"/>
                <a:gd name="connsiteY0" fmla="*/ 5372 h 5372"/>
                <a:gd name="connsiteX1" fmla="*/ 6727 w 8072"/>
                <a:gd name="connsiteY1" fmla="*/ 5372 h 5372"/>
                <a:gd name="connsiteX2" fmla="*/ 8073 w 8072"/>
                <a:gd name="connsiteY2" fmla="*/ 2686 h 5372"/>
                <a:gd name="connsiteX3" fmla="*/ 1346 w 8072"/>
                <a:gd name="connsiteY3" fmla="*/ 0 h 5372"/>
                <a:gd name="connsiteX4" fmla="*/ 0 w 8072"/>
                <a:gd name="connsiteY4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5372">
                  <a:moveTo>
                    <a:pt x="2691" y="5372"/>
                  </a:moveTo>
                  <a:lnTo>
                    <a:pt x="6727" y="5372"/>
                  </a:lnTo>
                  <a:lnTo>
                    <a:pt x="8073" y="2686"/>
                  </a:lnTo>
                  <a:lnTo>
                    <a:pt x="1346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D8C71B9B-3091-AA20-7E61-49488E134FC8}"/>
                </a:ext>
              </a:extLst>
            </p:cNvPr>
            <p:cNvSpPr/>
            <p:nvPr/>
          </p:nvSpPr>
          <p:spPr>
            <a:xfrm>
              <a:off x="10528919" y="1749490"/>
              <a:ext cx="8072" cy="6715"/>
            </a:xfrm>
            <a:custGeom>
              <a:avLst/>
              <a:gdLst>
                <a:gd name="connsiteX0" fmla="*/ 4037 w 8072"/>
                <a:gd name="connsiteY0" fmla="*/ 6715 h 6715"/>
                <a:gd name="connsiteX1" fmla="*/ 5382 w 8072"/>
                <a:gd name="connsiteY1" fmla="*/ 6715 h 6715"/>
                <a:gd name="connsiteX2" fmla="*/ 8073 w 8072"/>
                <a:gd name="connsiteY2" fmla="*/ 5372 h 6715"/>
                <a:gd name="connsiteX3" fmla="*/ 6727 w 8072"/>
                <a:gd name="connsiteY3" fmla="*/ 0 h 6715"/>
                <a:gd name="connsiteX4" fmla="*/ 2691 w 8072"/>
                <a:gd name="connsiteY4" fmla="*/ 0 h 6715"/>
                <a:gd name="connsiteX5" fmla="*/ 0 w 8072"/>
                <a:gd name="connsiteY5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6715">
                  <a:moveTo>
                    <a:pt x="4037" y="6715"/>
                  </a:moveTo>
                  <a:lnTo>
                    <a:pt x="5382" y="6715"/>
                  </a:lnTo>
                  <a:lnTo>
                    <a:pt x="8073" y="5372"/>
                  </a:lnTo>
                  <a:lnTo>
                    <a:pt x="6727" y="0"/>
                  </a:lnTo>
                  <a:lnTo>
                    <a:pt x="2691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724D1AC5-A3A7-0E75-0FCC-0E8A1A8C12A8}"/>
                </a:ext>
              </a:extLst>
            </p:cNvPr>
            <p:cNvSpPr/>
            <p:nvPr/>
          </p:nvSpPr>
          <p:spPr>
            <a:xfrm>
              <a:off x="10982311" y="2305524"/>
              <a:ext cx="4035" cy="8058"/>
            </a:xfrm>
            <a:custGeom>
              <a:avLst/>
              <a:gdLst>
                <a:gd name="connsiteX0" fmla="*/ 1346 w 4035"/>
                <a:gd name="connsiteY0" fmla="*/ 1343 h 8058"/>
                <a:gd name="connsiteX1" fmla="*/ 0 w 4035"/>
                <a:gd name="connsiteY1" fmla="*/ 2686 h 8058"/>
                <a:gd name="connsiteX2" fmla="*/ 1346 w 4035"/>
                <a:gd name="connsiteY2" fmla="*/ 8058 h 8058"/>
                <a:gd name="connsiteX3" fmla="*/ 4036 w 4035"/>
                <a:gd name="connsiteY3" fmla="*/ 5372 h 8058"/>
                <a:gd name="connsiteX4" fmla="*/ 4036 w 4035"/>
                <a:gd name="connsiteY4" fmla="*/ 1343 h 8058"/>
                <a:gd name="connsiteX5" fmla="*/ 2691 w 4035"/>
                <a:gd name="connsiteY5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8058">
                  <a:moveTo>
                    <a:pt x="1346" y="1343"/>
                  </a:moveTo>
                  <a:lnTo>
                    <a:pt x="0" y="2686"/>
                  </a:lnTo>
                  <a:lnTo>
                    <a:pt x="1346" y="8058"/>
                  </a:lnTo>
                  <a:lnTo>
                    <a:pt x="4036" y="5372"/>
                  </a:lnTo>
                  <a:lnTo>
                    <a:pt x="4036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9E38027-22EE-D742-4EEB-9358C3F37461}"/>
                </a:ext>
              </a:extLst>
            </p:cNvPr>
            <p:cNvSpPr/>
            <p:nvPr/>
          </p:nvSpPr>
          <p:spPr>
            <a:xfrm>
              <a:off x="10976930" y="2294779"/>
              <a:ext cx="8071" cy="8058"/>
            </a:xfrm>
            <a:custGeom>
              <a:avLst/>
              <a:gdLst>
                <a:gd name="connsiteX0" fmla="*/ 0 w 8071"/>
                <a:gd name="connsiteY0" fmla="*/ 2686 h 8058"/>
                <a:gd name="connsiteX1" fmla="*/ 5381 w 8071"/>
                <a:gd name="connsiteY1" fmla="*/ 8058 h 8058"/>
                <a:gd name="connsiteX2" fmla="*/ 6727 w 8071"/>
                <a:gd name="connsiteY2" fmla="*/ 6715 h 8058"/>
                <a:gd name="connsiteX3" fmla="*/ 8072 w 8071"/>
                <a:gd name="connsiteY3" fmla="*/ 4029 h 8058"/>
                <a:gd name="connsiteX4" fmla="*/ 4036 w 8071"/>
                <a:gd name="connsiteY4" fmla="*/ 0 h 8058"/>
                <a:gd name="connsiteX5" fmla="*/ 0 w 8071"/>
                <a:gd name="connsiteY5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1" h="8058">
                  <a:moveTo>
                    <a:pt x="0" y="2686"/>
                  </a:moveTo>
                  <a:lnTo>
                    <a:pt x="5381" y="8058"/>
                  </a:lnTo>
                  <a:lnTo>
                    <a:pt x="6727" y="6715"/>
                  </a:lnTo>
                  <a:lnTo>
                    <a:pt x="8072" y="4029"/>
                  </a:lnTo>
                  <a:lnTo>
                    <a:pt x="40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07D5D7D4-A3AC-FB0E-ADE3-6443B58BFC58}"/>
                </a:ext>
              </a:extLst>
            </p:cNvPr>
            <p:cNvSpPr/>
            <p:nvPr/>
          </p:nvSpPr>
          <p:spPr>
            <a:xfrm>
              <a:off x="8403225" y="1969754"/>
              <a:ext cx="13453" cy="12087"/>
            </a:xfrm>
            <a:custGeom>
              <a:avLst/>
              <a:gdLst>
                <a:gd name="connsiteX0" fmla="*/ 1345 w 13453"/>
                <a:gd name="connsiteY0" fmla="*/ 12088 h 12087"/>
                <a:gd name="connsiteX1" fmla="*/ 4036 w 13453"/>
                <a:gd name="connsiteY1" fmla="*/ 12088 h 12087"/>
                <a:gd name="connsiteX2" fmla="*/ 5381 w 13453"/>
                <a:gd name="connsiteY2" fmla="*/ 9401 h 12087"/>
                <a:gd name="connsiteX3" fmla="*/ 12108 w 13453"/>
                <a:gd name="connsiteY3" fmla="*/ 4029 h 12087"/>
                <a:gd name="connsiteX4" fmla="*/ 13454 w 13453"/>
                <a:gd name="connsiteY4" fmla="*/ 1343 h 12087"/>
                <a:gd name="connsiteX5" fmla="*/ 12108 w 13453"/>
                <a:gd name="connsiteY5" fmla="*/ 0 h 12087"/>
                <a:gd name="connsiteX6" fmla="*/ 5381 w 13453"/>
                <a:gd name="connsiteY6" fmla="*/ 4029 h 12087"/>
                <a:gd name="connsiteX7" fmla="*/ 2691 w 13453"/>
                <a:gd name="connsiteY7" fmla="*/ 5372 h 12087"/>
                <a:gd name="connsiteX8" fmla="*/ 0 w 13453"/>
                <a:gd name="connsiteY8" fmla="*/ 9401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53" h="12087">
                  <a:moveTo>
                    <a:pt x="1345" y="12088"/>
                  </a:moveTo>
                  <a:lnTo>
                    <a:pt x="4036" y="12088"/>
                  </a:lnTo>
                  <a:lnTo>
                    <a:pt x="5381" y="9401"/>
                  </a:lnTo>
                  <a:lnTo>
                    <a:pt x="12108" y="4029"/>
                  </a:lnTo>
                  <a:lnTo>
                    <a:pt x="13454" y="1343"/>
                  </a:lnTo>
                  <a:lnTo>
                    <a:pt x="12108" y="0"/>
                  </a:lnTo>
                  <a:lnTo>
                    <a:pt x="5381" y="4029"/>
                  </a:lnTo>
                  <a:lnTo>
                    <a:pt x="2691" y="5372"/>
                  </a:lnTo>
                  <a:lnTo>
                    <a:pt x="0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7627564-4A56-BD97-D242-5BDDEF294EF7}"/>
                </a:ext>
              </a:extLst>
            </p:cNvPr>
            <p:cNvSpPr/>
            <p:nvPr/>
          </p:nvSpPr>
          <p:spPr>
            <a:xfrm>
              <a:off x="8353445" y="1870367"/>
              <a:ext cx="223332" cy="278016"/>
            </a:xfrm>
            <a:custGeom>
              <a:avLst/>
              <a:gdLst>
                <a:gd name="connsiteX0" fmla="*/ 20181 w 223332"/>
                <a:gd name="connsiteY0" fmla="*/ 278017 h 278016"/>
                <a:gd name="connsiteX1" fmla="*/ 28253 w 223332"/>
                <a:gd name="connsiteY1" fmla="*/ 278017 h 278016"/>
                <a:gd name="connsiteX2" fmla="*/ 36325 w 223332"/>
                <a:gd name="connsiteY2" fmla="*/ 273988 h 278016"/>
                <a:gd name="connsiteX3" fmla="*/ 43052 w 223332"/>
                <a:gd name="connsiteY3" fmla="*/ 271302 h 278016"/>
                <a:gd name="connsiteX4" fmla="*/ 48434 w 223332"/>
                <a:gd name="connsiteY4" fmla="*/ 272645 h 278016"/>
                <a:gd name="connsiteX5" fmla="*/ 48434 w 223332"/>
                <a:gd name="connsiteY5" fmla="*/ 275331 h 278016"/>
                <a:gd name="connsiteX6" fmla="*/ 53815 w 223332"/>
                <a:gd name="connsiteY6" fmla="*/ 276674 h 278016"/>
                <a:gd name="connsiteX7" fmla="*/ 57851 w 223332"/>
                <a:gd name="connsiteY7" fmla="*/ 273988 h 278016"/>
                <a:gd name="connsiteX8" fmla="*/ 55161 w 223332"/>
                <a:gd name="connsiteY8" fmla="*/ 271302 h 278016"/>
                <a:gd name="connsiteX9" fmla="*/ 55161 w 223332"/>
                <a:gd name="connsiteY9" fmla="*/ 267272 h 278016"/>
                <a:gd name="connsiteX10" fmla="*/ 57851 w 223332"/>
                <a:gd name="connsiteY10" fmla="*/ 268615 h 278016"/>
                <a:gd name="connsiteX11" fmla="*/ 60542 w 223332"/>
                <a:gd name="connsiteY11" fmla="*/ 273988 h 278016"/>
                <a:gd name="connsiteX12" fmla="*/ 64578 w 223332"/>
                <a:gd name="connsiteY12" fmla="*/ 276674 h 278016"/>
                <a:gd name="connsiteX13" fmla="*/ 72650 w 223332"/>
                <a:gd name="connsiteY13" fmla="*/ 276674 h 278016"/>
                <a:gd name="connsiteX14" fmla="*/ 73996 w 223332"/>
                <a:gd name="connsiteY14" fmla="*/ 273988 h 278016"/>
                <a:gd name="connsiteX15" fmla="*/ 78032 w 223332"/>
                <a:gd name="connsiteY15" fmla="*/ 272645 h 278016"/>
                <a:gd name="connsiteX16" fmla="*/ 80723 w 223332"/>
                <a:gd name="connsiteY16" fmla="*/ 265929 h 278016"/>
                <a:gd name="connsiteX17" fmla="*/ 80723 w 223332"/>
                <a:gd name="connsiteY17" fmla="*/ 260557 h 278016"/>
                <a:gd name="connsiteX18" fmla="*/ 83414 w 223332"/>
                <a:gd name="connsiteY18" fmla="*/ 255185 h 278016"/>
                <a:gd name="connsiteX19" fmla="*/ 84759 w 223332"/>
                <a:gd name="connsiteY19" fmla="*/ 251155 h 278016"/>
                <a:gd name="connsiteX20" fmla="*/ 80723 w 223332"/>
                <a:gd name="connsiteY20" fmla="*/ 248469 h 278016"/>
                <a:gd name="connsiteX21" fmla="*/ 78032 w 223332"/>
                <a:gd name="connsiteY21" fmla="*/ 241754 h 278016"/>
                <a:gd name="connsiteX22" fmla="*/ 72650 w 223332"/>
                <a:gd name="connsiteY22" fmla="*/ 240411 h 278016"/>
                <a:gd name="connsiteX23" fmla="*/ 68614 w 223332"/>
                <a:gd name="connsiteY23" fmla="*/ 240411 h 278016"/>
                <a:gd name="connsiteX24" fmla="*/ 67269 w 223332"/>
                <a:gd name="connsiteY24" fmla="*/ 237725 h 278016"/>
                <a:gd name="connsiteX25" fmla="*/ 69960 w 223332"/>
                <a:gd name="connsiteY25" fmla="*/ 236382 h 278016"/>
                <a:gd name="connsiteX26" fmla="*/ 73996 w 223332"/>
                <a:gd name="connsiteY26" fmla="*/ 237725 h 278016"/>
                <a:gd name="connsiteX27" fmla="*/ 76687 w 223332"/>
                <a:gd name="connsiteY27" fmla="*/ 236382 h 278016"/>
                <a:gd name="connsiteX28" fmla="*/ 79377 w 223332"/>
                <a:gd name="connsiteY28" fmla="*/ 240411 h 278016"/>
                <a:gd name="connsiteX29" fmla="*/ 79377 w 223332"/>
                <a:gd name="connsiteY29" fmla="*/ 243097 h 278016"/>
                <a:gd name="connsiteX30" fmla="*/ 82068 w 223332"/>
                <a:gd name="connsiteY30" fmla="*/ 244440 h 278016"/>
                <a:gd name="connsiteX31" fmla="*/ 84759 w 223332"/>
                <a:gd name="connsiteY31" fmla="*/ 241754 h 278016"/>
                <a:gd name="connsiteX32" fmla="*/ 83414 w 223332"/>
                <a:gd name="connsiteY32" fmla="*/ 233695 h 278016"/>
                <a:gd name="connsiteX33" fmla="*/ 78032 w 223332"/>
                <a:gd name="connsiteY33" fmla="*/ 226980 h 278016"/>
                <a:gd name="connsiteX34" fmla="*/ 72650 w 223332"/>
                <a:gd name="connsiteY34" fmla="*/ 220265 h 278016"/>
                <a:gd name="connsiteX35" fmla="*/ 73996 w 223332"/>
                <a:gd name="connsiteY35" fmla="*/ 217578 h 278016"/>
                <a:gd name="connsiteX36" fmla="*/ 78032 w 223332"/>
                <a:gd name="connsiteY36" fmla="*/ 221608 h 278016"/>
                <a:gd name="connsiteX37" fmla="*/ 79377 w 223332"/>
                <a:gd name="connsiteY37" fmla="*/ 225637 h 278016"/>
                <a:gd name="connsiteX38" fmla="*/ 84759 w 223332"/>
                <a:gd name="connsiteY38" fmla="*/ 228323 h 278016"/>
                <a:gd name="connsiteX39" fmla="*/ 88795 w 223332"/>
                <a:gd name="connsiteY39" fmla="*/ 229666 h 278016"/>
                <a:gd name="connsiteX40" fmla="*/ 90140 w 223332"/>
                <a:gd name="connsiteY40" fmla="*/ 226980 h 278016"/>
                <a:gd name="connsiteX41" fmla="*/ 88795 w 223332"/>
                <a:gd name="connsiteY41" fmla="*/ 222951 h 278016"/>
                <a:gd name="connsiteX42" fmla="*/ 87449 w 223332"/>
                <a:gd name="connsiteY42" fmla="*/ 220265 h 278016"/>
                <a:gd name="connsiteX43" fmla="*/ 87449 w 223332"/>
                <a:gd name="connsiteY43" fmla="*/ 217578 h 278016"/>
                <a:gd name="connsiteX44" fmla="*/ 90140 w 223332"/>
                <a:gd name="connsiteY44" fmla="*/ 212206 h 278016"/>
                <a:gd name="connsiteX45" fmla="*/ 90140 w 223332"/>
                <a:gd name="connsiteY45" fmla="*/ 206834 h 278016"/>
                <a:gd name="connsiteX46" fmla="*/ 86104 w 223332"/>
                <a:gd name="connsiteY46" fmla="*/ 201462 h 278016"/>
                <a:gd name="connsiteX47" fmla="*/ 80723 w 223332"/>
                <a:gd name="connsiteY47" fmla="*/ 194746 h 278016"/>
                <a:gd name="connsiteX48" fmla="*/ 84759 w 223332"/>
                <a:gd name="connsiteY48" fmla="*/ 194746 h 278016"/>
                <a:gd name="connsiteX49" fmla="*/ 88795 w 223332"/>
                <a:gd name="connsiteY49" fmla="*/ 198775 h 278016"/>
                <a:gd name="connsiteX50" fmla="*/ 92831 w 223332"/>
                <a:gd name="connsiteY50" fmla="*/ 197432 h 278016"/>
                <a:gd name="connsiteX51" fmla="*/ 94176 w 223332"/>
                <a:gd name="connsiteY51" fmla="*/ 192060 h 278016"/>
                <a:gd name="connsiteX52" fmla="*/ 92831 w 223332"/>
                <a:gd name="connsiteY52" fmla="*/ 190717 h 278016"/>
                <a:gd name="connsiteX53" fmla="*/ 90140 w 223332"/>
                <a:gd name="connsiteY53" fmla="*/ 190717 h 278016"/>
                <a:gd name="connsiteX54" fmla="*/ 90140 w 223332"/>
                <a:gd name="connsiteY54" fmla="*/ 184002 h 278016"/>
                <a:gd name="connsiteX55" fmla="*/ 92831 w 223332"/>
                <a:gd name="connsiteY55" fmla="*/ 182658 h 278016"/>
                <a:gd name="connsiteX56" fmla="*/ 96867 w 223332"/>
                <a:gd name="connsiteY56" fmla="*/ 185345 h 278016"/>
                <a:gd name="connsiteX57" fmla="*/ 103594 w 223332"/>
                <a:gd name="connsiteY57" fmla="*/ 188031 h 278016"/>
                <a:gd name="connsiteX58" fmla="*/ 104940 w 223332"/>
                <a:gd name="connsiteY58" fmla="*/ 185345 h 278016"/>
                <a:gd name="connsiteX59" fmla="*/ 100903 w 223332"/>
                <a:gd name="connsiteY59" fmla="*/ 182658 h 278016"/>
                <a:gd name="connsiteX60" fmla="*/ 100903 w 223332"/>
                <a:gd name="connsiteY60" fmla="*/ 179972 h 278016"/>
                <a:gd name="connsiteX61" fmla="*/ 104940 w 223332"/>
                <a:gd name="connsiteY61" fmla="*/ 179972 h 278016"/>
                <a:gd name="connsiteX62" fmla="*/ 107630 w 223332"/>
                <a:gd name="connsiteY62" fmla="*/ 181315 h 278016"/>
                <a:gd name="connsiteX63" fmla="*/ 111667 w 223332"/>
                <a:gd name="connsiteY63" fmla="*/ 178629 h 278016"/>
                <a:gd name="connsiteX64" fmla="*/ 111667 w 223332"/>
                <a:gd name="connsiteY64" fmla="*/ 173257 h 278016"/>
                <a:gd name="connsiteX65" fmla="*/ 110321 w 223332"/>
                <a:gd name="connsiteY65" fmla="*/ 171914 h 278016"/>
                <a:gd name="connsiteX66" fmla="*/ 111667 w 223332"/>
                <a:gd name="connsiteY66" fmla="*/ 169228 h 278016"/>
                <a:gd name="connsiteX67" fmla="*/ 118393 w 223332"/>
                <a:gd name="connsiteY67" fmla="*/ 166542 h 278016"/>
                <a:gd name="connsiteX68" fmla="*/ 119738 w 223332"/>
                <a:gd name="connsiteY68" fmla="*/ 162512 h 278016"/>
                <a:gd name="connsiteX69" fmla="*/ 115702 w 223332"/>
                <a:gd name="connsiteY69" fmla="*/ 159826 h 278016"/>
                <a:gd name="connsiteX70" fmla="*/ 114357 w 223332"/>
                <a:gd name="connsiteY70" fmla="*/ 155797 h 278016"/>
                <a:gd name="connsiteX71" fmla="*/ 117048 w 223332"/>
                <a:gd name="connsiteY71" fmla="*/ 151768 h 278016"/>
                <a:gd name="connsiteX72" fmla="*/ 119738 w 223332"/>
                <a:gd name="connsiteY72" fmla="*/ 155797 h 278016"/>
                <a:gd name="connsiteX73" fmla="*/ 122429 w 223332"/>
                <a:gd name="connsiteY73" fmla="*/ 153111 h 278016"/>
                <a:gd name="connsiteX74" fmla="*/ 129156 w 223332"/>
                <a:gd name="connsiteY74" fmla="*/ 143709 h 278016"/>
                <a:gd name="connsiteX75" fmla="*/ 130502 w 223332"/>
                <a:gd name="connsiteY75" fmla="*/ 138337 h 278016"/>
                <a:gd name="connsiteX76" fmla="*/ 133192 w 223332"/>
                <a:gd name="connsiteY76" fmla="*/ 135651 h 278016"/>
                <a:gd name="connsiteX77" fmla="*/ 134538 w 223332"/>
                <a:gd name="connsiteY77" fmla="*/ 128935 h 278016"/>
                <a:gd name="connsiteX78" fmla="*/ 142610 w 223332"/>
                <a:gd name="connsiteY78" fmla="*/ 124906 h 278016"/>
                <a:gd name="connsiteX79" fmla="*/ 146646 w 223332"/>
                <a:gd name="connsiteY79" fmla="*/ 118191 h 278016"/>
                <a:gd name="connsiteX80" fmla="*/ 149337 w 223332"/>
                <a:gd name="connsiteY80" fmla="*/ 108789 h 278016"/>
                <a:gd name="connsiteX81" fmla="*/ 153373 w 223332"/>
                <a:gd name="connsiteY81" fmla="*/ 108789 h 278016"/>
                <a:gd name="connsiteX82" fmla="*/ 162791 w 223332"/>
                <a:gd name="connsiteY82" fmla="*/ 102074 h 278016"/>
                <a:gd name="connsiteX83" fmla="*/ 173554 w 223332"/>
                <a:gd name="connsiteY83" fmla="*/ 89986 h 278016"/>
                <a:gd name="connsiteX84" fmla="*/ 181626 w 223332"/>
                <a:gd name="connsiteY84" fmla="*/ 83271 h 278016"/>
                <a:gd name="connsiteX85" fmla="*/ 184317 w 223332"/>
                <a:gd name="connsiteY85" fmla="*/ 83271 h 278016"/>
                <a:gd name="connsiteX86" fmla="*/ 191044 w 223332"/>
                <a:gd name="connsiteY86" fmla="*/ 76555 h 278016"/>
                <a:gd name="connsiteX87" fmla="*/ 199116 w 223332"/>
                <a:gd name="connsiteY87" fmla="*/ 73869 h 278016"/>
                <a:gd name="connsiteX88" fmla="*/ 204497 w 223332"/>
                <a:gd name="connsiteY88" fmla="*/ 69840 h 278016"/>
                <a:gd name="connsiteX89" fmla="*/ 211224 w 223332"/>
                <a:gd name="connsiteY89" fmla="*/ 60438 h 278016"/>
                <a:gd name="connsiteX90" fmla="*/ 215260 w 223332"/>
                <a:gd name="connsiteY90" fmla="*/ 57752 h 278016"/>
                <a:gd name="connsiteX91" fmla="*/ 217951 w 223332"/>
                <a:gd name="connsiteY91" fmla="*/ 57752 h 278016"/>
                <a:gd name="connsiteX92" fmla="*/ 221987 w 223332"/>
                <a:gd name="connsiteY92" fmla="*/ 56409 h 278016"/>
                <a:gd name="connsiteX93" fmla="*/ 221987 w 223332"/>
                <a:gd name="connsiteY93" fmla="*/ 53723 h 278016"/>
                <a:gd name="connsiteX94" fmla="*/ 220642 w 223332"/>
                <a:gd name="connsiteY94" fmla="*/ 51037 h 278016"/>
                <a:gd name="connsiteX95" fmla="*/ 223333 w 223332"/>
                <a:gd name="connsiteY95" fmla="*/ 45665 h 278016"/>
                <a:gd name="connsiteX96" fmla="*/ 221987 w 223332"/>
                <a:gd name="connsiteY96" fmla="*/ 41635 h 278016"/>
                <a:gd name="connsiteX97" fmla="*/ 221987 w 223332"/>
                <a:gd name="connsiteY97" fmla="*/ 33577 h 278016"/>
                <a:gd name="connsiteX98" fmla="*/ 220642 w 223332"/>
                <a:gd name="connsiteY98" fmla="*/ 32234 h 278016"/>
                <a:gd name="connsiteX99" fmla="*/ 217951 w 223332"/>
                <a:gd name="connsiteY99" fmla="*/ 32234 h 278016"/>
                <a:gd name="connsiteX100" fmla="*/ 217951 w 223332"/>
                <a:gd name="connsiteY100" fmla="*/ 25518 h 278016"/>
                <a:gd name="connsiteX101" fmla="*/ 220642 w 223332"/>
                <a:gd name="connsiteY101" fmla="*/ 18803 h 278016"/>
                <a:gd name="connsiteX102" fmla="*/ 219297 w 223332"/>
                <a:gd name="connsiteY102" fmla="*/ 16117 h 278016"/>
                <a:gd name="connsiteX103" fmla="*/ 213915 w 223332"/>
                <a:gd name="connsiteY103" fmla="*/ 14774 h 278016"/>
                <a:gd name="connsiteX104" fmla="*/ 211224 w 223332"/>
                <a:gd name="connsiteY104" fmla="*/ 12088 h 278016"/>
                <a:gd name="connsiteX105" fmla="*/ 205843 w 223332"/>
                <a:gd name="connsiteY105" fmla="*/ 10745 h 278016"/>
                <a:gd name="connsiteX106" fmla="*/ 203152 w 223332"/>
                <a:gd name="connsiteY106" fmla="*/ 6715 h 278016"/>
                <a:gd name="connsiteX107" fmla="*/ 203152 w 223332"/>
                <a:gd name="connsiteY107" fmla="*/ 2686 h 278016"/>
                <a:gd name="connsiteX108" fmla="*/ 201806 w 223332"/>
                <a:gd name="connsiteY108" fmla="*/ 0 h 278016"/>
                <a:gd name="connsiteX109" fmla="*/ 195080 w 223332"/>
                <a:gd name="connsiteY109" fmla="*/ 4029 h 278016"/>
                <a:gd name="connsiteX110" fmla="*/ 193734 w 223332"/>
                <a:gd name="connsiteY110" fmla="*/ 6715 h 278016"/>
                <a:gd name="connsiteX111" fmla="*/ 191044 w 223332"/>
                <a:gd name="connsiteY111" fmla="*/ 5372 h 278016"/>
                <a:gd name="connsiteX112" fmla="*/ 187007 w 223332"/>
                <a:gd name="connsiteY112" fmla="*/ 4029 h 278016"/>
                <a:gd name="connsiteX113" fmla="*/ 182971 w 223332"/>
                <a:gd name="connsiteY113" fmla="*/ 5372 h 278016"/>
                <a:gd name="connsiteX114" fmla="*/ 176244 w 223332"/>
                <a:gd name="connsiteY114" fmla="*/ 9402 h 278016"/>
                <a:gd name="connsiteX115" fmla="*/ 174899 w 223332"/>
                <a:gd name="connsiteY115" fmla="*/ 13431 h 278016"/>
                <a:gd name="connsiteX116" fmla="*/ 172208 w 223332"/>
                <a:gd name="connsiteY116" fmla="*/ 16117 h 278016"/>
                <a:gd name="connsiteX117" fmla="*/ 168172 w 223332"/>
                <a:gd name="connsiteY117" fmla="*/ 17460 h 278016"/>
                <a:gd name="connsiteX118" fmla="*/ 165482 w 223332"/>
                <a:gd name="connsiteY118" fmla="*/ 20146 h 278016"/>
                <a:gd name="connsiteX119" fmla="*/ 165482 w 223332"/>
                <a:gd name="connsiteY119" fmla="*/ 24175 h 278016"/>
                <a:gd name="connsiteX120" fmla="*/ 161445 w 223332"/>
                <a:gd name="connsiteY120" fmla="*/ 28205 h 278016"/>
                <a:gd name="connsiteX121" fmla="*/ 161445 w 223332"/>
                <a:gd name="connsiteY121" fmla="*/ 30891 h 278016"/>
                <a:gd name="connsiteX122" fmla="*/ 164136 w 223332"/>
                <a:gd name="connsiteY122" fmla="*/ 36263 h 278016"/>
                <a:gd name="connsiteX123" fmla="*/ 164136 w 223332"/>
                <a:gd name="connsiteY123" fmla="*/ 40292 h 278016"/>
                <a:gd name="connsiteX124" fmla="*/ 160100 w 223332"/>
                <a:gd name="connsiteY124" fmla="*/ 40292 h 278016"/>
                <a:gd name="connsiteX125" fmla="*/ 157409 w 223332"/>
                <a:gd name="connsiteY125" fmla="*/ 42978 h 278016"/>
                <a:gd name="connsiteX126" fmla="*/ 157409 w 223332"/>
                <a:gd name="connsiteY126" fmla="*/ 47008 h 278016"/>
                <a:gd name="connsiteX127" fmla="*/ 154718 w 223332"/>
                <a:gd name="connsiteY127" fmla="*/ 48351 h 278016"/>
                <a:gd name="connsiteX128" fmla="*/ 152028 w 223332"/>
                <a:gd name="connsiteY128" fmla="*/ 52380 h 278016"/>
                <a:gd name="connsiteX129" fmla="*/ 142610 w 223332"/>
                <a:gd name="connsiteY129" fmla="*/ 57752 h 278016"/>
                <a:gd name="connsiteX130" fmla="*/ 139919 w 223332"/>
                <a:gd name="connsiteY130" fmla="*/ 60438 h 278016"/>
                <a:gd name="connsiteX131" fmla="*/ 138574 w 223332"/>
                <a:gd name="connsiteY131" fmla="*/ 59095 h 278016"/>
                <a:gd name="connsiteX132" fmla="*/ 134538 w 223332"/>
                <a:gd name="connsiteY132" fmla="*/ 59095 h 278016"/>
                <a:gd name="connsiteX133" fmla="*/ 130502 w 223332"/>
                <a:gd name="connsiteY133" fmla="*/ 61782 h 278016"/>
                <a:gd name="connsiteX134" fmla="*/ 126465 w 223332"/>
                <a:gd name="connsiteY134" fmla="*/ 68497 h 278016"/>
                <a:gd name="connsiteX135" fmla="*/ 122429 w 223332"/>
                <a:gd name="connsiteY135" fmla="*/ 71183 h 278016"/>
                <a:gd name="connsiteX136" fmla="*/ 121084 w 223332"/>
                <a:gd name="connsiteY136" fmla="*/ 69840 h 278016"/>
                <a:gd name="connsiteX137" fmla="*/ 119738 w 223332"/>
                <a:gd name="connsiteY137" fmla="*/ 65811 h 278016"/>
                <a:gd name="connsiteX138" fmla="*/ 118393 w 223332"/>
                <a:gd name="connsiteY138" fmla="*/ 65811 h 278016"/>
                <a:gd name="connsiteX139" fmla="*/ 117048 w 223332"/>
                <a:gd name="connsiteY139" fmla="*/ 68497 h 278016"/>
                <a:gd name="connsiteX140" fmla="*/ 118393 w 223332"/>
                <a:gd name="connsiteY140" fmla="*/ 73869 h 278016"/>
                <a:gd name="connsiteX141" fmla="*/ 117048 w 223332"/>
                <a:gd name="connsiteY141" fmla="*/ 75212 h 278016"/>
                <a:gd name="connsiteX142" fmla="*/ 115702 w 223332"/>
                <a:gd name="connsiteY142" fmla="*/ 71183 h 278016"/>
                <a:gd name="connsiteX143" fmla="*/ 113012 w 223332"/>
                <a:gd name="connsiteY143" fmla="*/ 67154 h 278016"/>
                <a:gd name="connsiteX144" fmla="*/ 104940 w 223332"/>
                <a:gd name="connsiteY144" fmla="*/ 68497 h 278016"/>
                <a:gd name="connsiteX145" fmla="*/ 95522 w 223332"/>
                <a:gd name="connsiteY145" fmla="*/ 71183 h 278016"/>
                <a:gd name="connsiteX146" fmla="*/ 92831 w 223332"/>
                <a:gd name="connsiteY146" fmla="*/ 72526 h 278016"/>
                <a:gd name="connsiteX147" fmla="*/ 88795 w 223332"/>
                <a:gd name="connsiteY147" fmla="*/ 72526 h 278016"/>
                <a:gd name="connsiteX148" fmla="*/ 87449 w 223332"/>
                <a:gd name="connsiteY148" fmla="*/ 75212 h 278016"/>
                <a:gd name="connsiteX149" fmla="*/ 90140 w 223332"/>
                <a:gd name="connsiteY149" fmla="*/ 81928 h 278016"/>
                <a:gd name="connsiteX150" fmla="*/ 92831 w 223332"/>
                <a:gd name="connsiteY150" fmla="*/ 84614 h 278016"/>
                <a:gd name="connsiteX151" fmla="*/ 92831 w 223332"/>
                <a:gd name="connsiteY151" fmla="*/ 87300 h 278016"/>
                <a:gd name="connsiteX152" fmla="*/ 90140 w 223332"/>
                <a:gd name="connsiteY152" fmla="*/ 88643 h 278016"/>
                <a:gd name="connsiteX153" fmla="*/ 87449 w 223332"/>
                <a:gd name="connsiteY153" fmla="*/ 92672 h 278016"/>
                <a:gd name="connsiteX154" fmla="*/ 84759 w 223332"/>
                <a:gd name="connsiteY154" fmla="*/ 91329 h 278016"/>
                <a:gd name="connsiteX155" fmla="*/ 84759 w 223332"/>
                <a:gd name="connsiteY155" fmla="*/ 88643 h 278016"/>
                <a:gd name="connsiteX156" fmla="*/ 86104 w 223332"/>
                <a:gd name="connsiteY156" fmla="*/ 85957 h 278016"/>
                <a:gd name="connsiteX157" fmla="*/ 86104 w 223332"/>
                <a:gd name="connsiteY157" fmla="*/ 81928 h 278016"/>
                <a:gd name="connsiteX158" fmla="*/ 83414 w 223332"/>
                <a:gd name="connsiteY158" fmla="*/ 81928 h 278016"/>
                <a:gd name="connsiteX159" fmla="*/ 79377 w 223332"/>
                <a:gd name="connsiteY159" fmla="*/ 87300 h 278016"/>
                <a:gd name="connsiteX160" fmla="*/ 75341 w 223332"/>
                <a:gd name="connsiteY160" fmla="*/ 89986 h 278016"/>
                <a:gd name="connsiteX161" fmla="*/ 75341 w 223332"/>
                <a:gd name="connsiteY161" fmla="*/ 94015 h 278016"/>
                <a:gd name="connsiteX162" fmla="*/ 78032 w 223332"/>
                <a:gd name="connsiteY162" fmla="*/ 95358 h 278016"/>
                <a:gd name="connsiteX163" fmla="*/ 75341 w 223332"/>
                <a:gd name="connsiteY163" fmla="*/ 98045 h 278016"/>
                <a:gd name="connsiteX164" fmla="*/ 73996 w 223332"/>
                <a:gd name="connsiteY164" fmla="*/ 102074 h 278016"/>
                <a:gd name="connsiteX165" fmla="*/ 68614 w 223332"/>
                <a:gd name="connsiteY165" fmla="*/ 102074 h 278016"/>
                <a:gd name="connsiteX166" fmla="*/ 65923 w 223332"/>
                <a:gd name="connsiteY166" fmla="*/ 104760 h 278016"/>
                <a:gd name="connsiteX167" fmla="*/ 64578 w 223332"/>
                <a:gd name="connsiteY167" fmla="*/ 107446 h 278016"/>
                <a:gd name="connsiteX168" fmla="*/ 59196 w 223332"/>
                <a:gd name="connsiteY168" fmla="*/ 108789 h 278016"/>
                <a:gd name="connsiteX169" fmla="*/ 56506 w 223332"/>
                <a:gd name="connsiteY169" fmla="*/ 111475 h 278016"/>
                <a:gd name="connsiteX170" fmla="*/ 55161 w 223332"/>
                <a:gd name="connsiteY170" fmla="*/ 118191 h 278016"/>
                <a:gd name="connsiteX171" fmla="*/ 56506 w 223332"/>
                <a:gd name="connsiteY171" fmla="*/ 119534 h 278016"/>
                <a:gd name="connsiteX172" fmla="*/ 59196 w 223332"/>
                <a:gd name="connsiteY172" fmla="*/ 119534 h 278016"/>
                <a:gd name="connsiteX173" fmla="*/ 55161 w 223332"/>
                <a:gd name="connsiteY173" fmla="*/ 123563 h 278016"/>
                <a:gd name="connsiteX174" fmla="*/ 47088 w 223332"/>
                <a:gd name="connsiteY174" fmla="*/ 123563 h 278016"/>
                <a:gd name="connsiteX175" fmla="*/ 44398 w 223332"/>
                <a:gd name="connsiteY175" fmla="*/ 126249 h 278016"/>
                <a:gd name="connsiteX176" fmla="*/ 43052 w 223332"/>
                <a:gd name="connsiteY176" fmla="*/ 132965 h 278016"/>
                <a:gd name="connsiteX177" fmla="*/ 43052 w 223332"/>
                <a:gd name="connsiteY177" fmla="*/ 136994 h 278016"/>
                <a:gd name="connsiteX178" fmla="*/ 45743 w 223332"/>
                <a:gd name="connsiteY178" fmla="*/ 136994 h 278016"/>
                <a:gd name="connsiteX179" fmla="*/ 49779 w 223332"/>
                <a:gd name="connsiteY179" fmla="*/ 136994 h 278016"/>
                <a:gd name="connsiteX180" fmla="*/ 51125 w 223332"/>
                <a:gd name="connsiteY180" fmla="*/ 139680 h 278016"/>
                <a:gd name="connsiteX181" fmla="*/ 49779 w 223332"/>
                <a:gd name="connsiteY181" fmla="*/ 142366 h 278016"/>
                <a:gd name="connsiteX182" fmla="*/ 49779 w 223332"/>
                <a:gd name="connsiteY182" fmla="*/ 146395 h 278016"/>
                <a:gd name="connsiteX183" fmla="*/ 45743 w 223332"/>
                <a:gd name="connsiteY183" fmla="*/ 149082 h 278016"/>
                <a:gd name="connsiteX184" fmla="*/ 43052 w 223332"/>
                <a:gd name="connsiteY184" fmla="*/ 147738 h 278016"/>
                <a:gd name="connsiteX185" fmla="*/ 36325 w 223332"/>
                <a:gd name="connsiteY185" fmla="*/ 146395 h 278016"/>
                <a:gd name="connsiteX186" fmla="*/ 30944 w 223332"/>
                <a:gd name="connsiteY186" fmla="*/ 149082 h 278016"/>
                <a:gd name="connsiteX187" fmla="*/ 29598 w 223332"/>
                <a:gd name="connsiteY187" fmla="*/ 153111 h 278016"/>
                <a:gd name="connsiteX188" fmla="*/ 29598 w 223332"/>
                <a:gd name="connsiteY188" fmla="*/ 157140 h 278016"/>
                <a:gd name="connsiteX189" fmla="*/ 26908 w 223332"/>
                <a:gd name="connsiteY189" fmla="*/ 161169 h 278016"/>
                <a:gd name="connsiteX190" fmla="*/ 21526 w 223332"/>
                <a:gd name="connsiteY190" fmla="*/ 165198 h 278016"/>
                <a:gd name="connsiteX191" fmla="*/ 17490 w 223332"/>
                <a:gd name="connsiteY191" fmla="*/ 162512 h 278016"/>
                <a:gd name="connsiteX192" fmla="*/ 14799 w 223332"/>
                <a:gd name="connsiteY192" fmla="*/ 158483 h 278016"/>
                <a:gd name="connsiteX193" fmla="*/ 13454 w 223332"/>
                <a:gd name="connsiteY193" fmla="*/ 154454 h 278016"/>
                <a:gd name="connsiteX194" fmla="*/ 12108 w 223332"/>
                <a:gd name="connsiteY194" fmla="*/ 155797 h 278016"/>
                <a:gd name="connsiteX195" fmla="*/ 10763 w 223332"/>
                <a:gd name="connsiteY195" fmla="*/ 162512 h 278016"/>
                <a:gd name="connsiteX196" fmla="*/ 12108 w 223332"/>
                <a:gd name="connsiteY196" fmla="*/ 167885 h 278016"/>
                <a:gd name="connsiteX197" fmla="*/ 16145 w 223332"/>
                <a:gd name="connsiteY197" fmla="*/ 171914 h 278016"/>
                <a:gd name="connsiteX198" fmla="*/ 18835 w 223332"/>
                <a:gd name="connsiteY198" fmla="*/ 170571 h 278016"/>
                <a:gd name="connsiteX199" fmla="*/ 20181 w 223332"/>
                <a:gd name="connsiteY199" fmla="*/ 170571 h 278016"/>
                <a:gd name="connsiteX200" fmla="*/ 20181 w 223332"/>
                <a:gd name="connsiteY200" fmla="*/ 173257 h 278016"/>
                <a:gd name="connsiteX201" fmla="*/ 17490 w 223332"/>
                <a:gd name="connsiteY201" fmla="*/ 178629 h 278016"/>
                <a:gd name="connsiteX202" fmla="*/ 18835 w 223332"/>
                <a:gd name="connsiteY202" fmla="*/ 181315 h 278016"/>
                <a:gd name="connsiteX203" fmla="*/ 21526 w 223332"/>
                <a:gd name="connsiteY203" fmla="*/ 182658 h 278016"/>
                <a:gd name="connsiteX204" fmla="*/ 24217 w 223332"/>
                <a:gd name="connsiteY204" fmla="*/ 179972 h 278016"/>
                <a:gd name="connsiteX205" fmla="*/ 26908 w 223332"/>
                <a:gd name="connsiteY205" fmla="*/ 179972 h 278016"/>
                <a:gd name="connsiteX206" fmla="*/ 28253 w 223332"/>
                <a:gd name="connsiteY206" fmla="*/ 181315 h 278016"/>
                <a:gd name="connsiteX207" fmla="*/ 33634 w 223332"/>
                <a:gd name="connsiteY207" fmla="*/ 181315 h 278016"/>
                <a:gd name="connsiteX208" fmla="*/ 36325 w 223332"/>
                <a:gd name="connsiteY208" fmla="*/ 178629 h 278016"/>
                <a:gd name="connsiteX209" fmla="*/ 37671 w 223332"/>
                <a:gd name="connsiteY209" fmla="*/ 179972 h 278016"/>
                <a:gd name="connsiteX210" fmla="*/ 36325 w 223332"/>
                <a:gd name="connsiteY210" fmla="*/ 184002 h 278016"/>
                <a:gd name="connsiteX211" fmla="*/ 32289 w 223332"/>
                <a:gd name="connsiteY211" fmla="*/ 185345 h 278016"/>
                <a:gd name="connsiteX212" fmla="*/ 25562 w 223332"/>
                <a:gd name="connsiteY212" fmla="*/ 185345 h 278016"/>
                <a:gd name="connsiteX213" fmla="*/ 22872 w 223332"/>
                <a:gd name="connsiteY213" fmla="*/ 188031 h 278016"/>
                <a:gd name="connsiteX214" fmla="*/ 20181 w 223332"/>
                <a:gd name="connsiteY214" fmla="*/ 186688 h 278016"/>
                <a:gd name="connsiteX215" fmla="*/ 18835 w 223332"/>
                <a:gd name="connsiteY215" fmla="*/ 189374 h 278016"/>
                <a:gd name="connsiteX216" fmla="*/ 20181 w 223332"/>
                <a:gd name="connsiteY216" fmla="*/ 194746 h 278016"/>
                <a:gd name="connsiteX217" fmla="*/ 24217 w 223332"/>
                <a:gd name="connsiteY217" fmla="*/ 197432 h 278016"/>
                <a:gd name="connsiteX218" fmla="*/ 26908 w 223332"/>
                <a:gd name="connsiteY218" fmla="*/ 198775 h 278016"/>
                <a:gd name="connsiteX219" fmla="*/ 30944 w 223332"/>
                <a:gd name="connsiteY219" fmla="*/ 197432 h 278016"/>
                <a:gd name="connsiteX220" fmla="*/ 32289 w 223332"/>
                <a:gd name="connsiteY220" fmla="*/ 198775 h 278016"/>
                <a:gd name="connsiteX221" fmla="*/ 30944 w 223332"/>
                <a:gd name="connsiteY221" fmla="*/ 201462 h 278016"/>
                <a:gd name="connsiteX222" fmla="*/ 25562 w 223332"/>
                <a:gd name="connsiteY222" fmla="*/ 204148 h 278016"/>
                <a:gd name="connsiteX223" fmla="*/ 18835 w 223332"/>
                <a:gd name="connsiteY223" fmla="*/ 204148 h 278016"/>
                <a:gd name="connsiteX224" fmla="*/ 16145 w 223332"/>
                <a:gd name="connsiteY224" fmla="*/ 206834 h 278016"/>
                <a:gd name="connsiteX225" fmla="*/ 16145 w 223332"/>
                <a:gd name="connsiteY225" fmla="*/ 209520 h 278016"/>
                <a:gd name="connsiteX226" fmla="*/ 18835 w 223332"/>
                <a:gd name="connsiteY226" fmla="*/ 210863 h 278016"/>
                <a:gd name="connsiteX227" fmla="*/ 22872 w 223332"/>
                <a:gd name="connsiteY227" fmla="*/ 209520 h 278016"/>
                <a:gd name="connsiteX228" fmla="*/ 28253 w 223332"/>
                <a:gd name="connsiteY228" fmla="*/ 209520 h 278016"/>
                <a:gd name="connsiteX229" fmla="*/ 28253 w 223332"/>
                <a:gd name="connsiteY229" fmla="*/ 210863 h 278016"/>
                <a:gd name="connsiteX230" fmla="*/ 25562 w 223332"/>
                <a:gd name="connsiteY230" fmla="*/ 212206 h 278016"/>
                <a:gd name="connsiteX231" fmla="*/ 20181 w 223332"/>
                <a:gd name="connsiteY231" fmla="*/ 213549 h 278016"/>
                <a:gd name="connsiteX232" fmla="*/ 20181 w 223332"/>
                <a:gd name="connsiteY232" fmla="*/ 216235 h 278016"/>
                <a:gd name="connsiteX233" fmla="*/ 21526 w 223332"/>
                <a:gd name="connsiteY233" fmla="*/ 217578 h 278016"/>
                <a:gd name="connsiteX234" fmla="*/ 28253 w 223332"/>
                <a:gd name="connsiteY234" fmla="*/ 218922 h 278016"/>
                <a:gd name="connsiteX235" fmla="*/ 34980 w 223332"/>
                <a:gd name="connsiteY235" fmla="*/ 222951 h 278016"/>
                <a:gd name="connsiteX236" fmla="*/ 39016 w 223332"/>
                <a:gd name="connsiteY236" fmla="*/ 224294 h 278016"/>
                <a:gd name="connsiteX237" fmla="*/ 39016 w 223332"/>
                <a:gd name="connsiteY237" fmla="*/ 225637 h 278016"/>
                <a:gd name="connsiteX238" fmla="*/ 39016 w 223332"/>
                <a:gd name="connsiteY238" fmla="*/ 228323 h 278016"/>
                <a:gd name="connsiteX239" fmla="*/ 34980 w 223332"/>
                <a:gd name="connsiteY239" fmla="*/ 224294 h 278016"/>
                <a:gd name="connsiteX240" fmla="*/ 29598 w 223332"/>
                <a:gd name="connsiteY240" fmla="*/ 221608 h 278016"/>
                <a:gd name="connsiteX241" fmla="*/ 25562 w 223332"/>
                <a:gd name="connsiteY241" fmla="*/ 221608 h 278016"/>
                <a:gd name="connsiteX242" fmla="*/ 21526 w 223332"/>
                <a:gd name="connsiteY242" fmla="*/ 218922 h 278016"/>
                <a:gd name="connsiteX243" fmla="*/ 17490 w 223332"/>
                <a:gd name="connsiteY243" fmla="*/ 218922 h 278016"/>
                <a:gd name="connsiteX244" fmla="*/ 14799 w 223332"/>
                <a:gd name="connsiteY244" fmla="*/ 221608 h 278016"/>
                <a:gd name="connsiteX245" fmla="*/ 13454 w 223332"/>
                <a:gd name="connsiteY245" fmla="*/ 224294 h 278016"/>
                <a:gd name="connsiteX246" fmla="*/ 12108 w 223332"/>
                <a:gd name="connsiteY246" fmla="*/ 225637 h 278016"/>
                <a:gd name="connsiteX247" fmla="*/ 12108 w 223332"/>
                <a:gd name="connsiteY247" fmla="*/ 228323 h 278016"/>
                <a:gd name="connsiteX248" fmla="*/ 13454 w 223332"/>
                <a:gd name="connsiteY248" fmla="*/ 231009 h 278016"/>
                <a:gd name="connsiteX249" fmla="*/ 13454 w 223332"/>
                <a:gd name="connsiteY249" fmla="*/ 233695 h 278016"/>
                <a:gd name="connsiteX250" fmla="*/ 10763 w 223332"/>
                <a:gd name="connsiteY250" fmla="*/ 235038 h 278016"/>
                <a:gd name="connsiteX251" fmla="*/ 8072 w 223332"/>
                <a:gd name="connsiteY251" fmla="*/ 235038 h 278016"/>
                <a:gd name="connsiteX252" fmla="*/ 5381 w 223332"/>
                <a:gd name="connsiteY252" fmla="*/ 239068 h 278016"/>
                <a:gd name="connsiteX253" fmla="*/ 4036 w 223332"/>
                <a:gd name="connsiteY253" fmla="*/ 243097 h 278016"/>
                <a:gd name="connsiteX254" fmla="*/ 5381 w 223332"/>
                <a:gd name="connsiteY254" fmla="*/ 244440 h 278016"/>
                <a:gd name="connsiteX255" fmla="*/ 4036 w 223332"/>
                <a:gd name="connsiteY255" fmla="*/ 247126 h 278016"/>
                <a:gd name="connsiteX256" fmla="*/ 0 w 223332"/>
                <a:gd name="connsiteY256" fmla="*/ 248469 h 278016"/>
                <a:gd name="connsiteX257" fmla="*/ 0 w 223332"/>
                <a:gd name="connsiteY257" fmla="*/ 249812 h 278016"/>
                <a:gd name="connsiteX258" fmla="*/ 5381 w 223332"/>
                <a:gd name="connsiteY258" fmla="*/ 255185 h 278016"/>
                <a:gd name="connsiteX259" fmla="*/ 10763 w 223332"/>
                <a:gd name="connsiteY259" fmla="*/ 257871 h 278016"/>
                <a:gd name="connsiteX260" fmla="*/ 13454 w 223332"/>
                <a:gd name="connsiteY260" fmla="*/ 256528 h 278016"/>
                <a:gd name="connsiteX261" fmla="*/ 14799 w 223332"/>
                <a:gd name="connsiteY261" fmla="*/ 253842 h 278016"/>
                <a:gd name="connsiteX262" fmla="*/ 18835 w 223332"/>
                <a:gd name="connsiteY262" fmla="*/ 251155 h 278016"/>
                <a:gd name="connsiteX263" fmla="*/ 25562 w 223332"/>
                <a:gd name="connsiteY263" fmla="*/ 245783 h 278016"/>
                <a:gd name="connsiteX264" fmla="*/ 30944 w 223332"/>
                <a:gd name="connsiteY264" fmla="*/ 244440 h 278016"/>
                <a:gd name="connsiteX265" fmla="*/ 36325 w 223332"/>
                <a:gd name="connsiteY265" fmla="*/ 244440 h 278016"/>
                <a:gd name="connsiteX266" fmla="*/ 39016 w 223332"/>
                <a:gd name="connsiteY266" fmla="*/ 247126 h 278016"/>
                <a:gd name="connsiteX267" fmla="*/ 39016 w 223332"/>
                <a:gd name="connsiteY267" fmla="*/ 249812 h 278016"/>
                <a:gd name="connsiteX268" fmla="*/ 36325 w 223332"/>
                <a:gd name="connsiteY268" fmla="*/ 249812 h 278016"/>
                <a:gd name="connsiteX269" fmla="*/ 33634 w 223332"/>
                <a:gd name="connsiteY269" fmla="*/ 247126 h 278016"/>
                <a:gd name="connsiteX270" fmla="*/ 30944 w 223332"/>
                <a:gd name="connsiteY270" fmla="*/ 247126 h 278016"/>
                <a:gd name="connsiteX271" fmla="*/ 29598 w 223332"/>
                <a:gd name="connsiteY271" fmla="*/ 249812 h 278016"/>
                <a:gd name="connsiteX272" fmla="*/ 22872 w 223332"/>
                <a:gd name="connsiteY272" fmla="*/ 253842 h 278016"/>
                <a:gd name="connsiteX273" fmla="*/ 20181 w 223332"/>
                <a:gd name="connsiteY273" fmla="*/ 257871 h 278016"/>
                <a:gd name="connsiteX274" fmla="*/ 18835 w 223332"/>
                <a:gd name="connsiteY274" fmla="*/ 261900 h 278016"/>
                <a:gd name="connsiteX275" fmla="*/ 20181 w 223332"/>
                <a:gd name="connsiteY275" fmla="*/ 265929 h 278016"/>
                <a:gd name="connsiteX276" fmla="*/ 21526 w 223332"/>
                <a:gd name="connsiteY276" fmla="*/ 275331 h 278016"/>
                <a:gd name="connsiteX277" fmla="*/ 20181 w 223332"/>
                <a:gd name="connsiteY277" fmla="*/ 278017 h 278016"/>
                <a:gd name="connsiteX278" fmla="*/ 20181 w 223332"/>
                <a:gd name="connsiteY278" fmla="*/ 278017 h 27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</a:cxnLst>
              <a:rect l="l" t="t" r="r" b="b"/>
              <a:pathLst>
                <a:path w="223332" h="278016">
                  <a:moveTo>
                    <a:pt x="20181" y="278017"/>
                  </a:moveTo>
                  <a:lnTo>
                    <a:pt x="28253" y="278017"/>
                  </a:lnTo>
                  <a:lnTo>
                    <a:pt x="36325" y="273988"/>
                  </a:lnTo>
                  <a:lnTo>
                    <a:pt x="43052" y="271302"/>
                  </a:lnTo>
                  <a:lnTo>
                    <a:pt x="48434" y="272645"/>
                  </a:lnTo>
                  <a:lnTo>
                    <a:pt x="48434" y="275331"/>
                  </a:lnTo>
                  <a:lnTo>
                    <a:pt x="53815" y="276674"/>
                  </a:lnTo>
                  <a:lnTo>
                    <a:pt x="57851" y="273988"/>
                  </a:lnTo>
                  <a:lnTo>
                    <a:pt x="55161" y="271302"/>
                  </a:lnTo>
                  <a:lnTo>
                    <a:pt x="55161" y="267272"/>
                  </a:lnTo>
                  <a:lnTo>
                    <a:pt x="57851" y="268615"/>
                  </a:lnTo>
                  <a:lnTo>
                    <a:pt x="60542" y="273988"/>
                  </a:lnTo>
                  <a:lnTo>
                    <a:pt x="64578" y="276674"/>
                  </a:lnTo>
                  <a:lnTo>
                    <a:pt x="72650" y="276674"/>
                  </a:lnTo>
                  <a:lnTo>
                    <a:pt x="73996" y="273988"/>
                  </a:lnTo>
                  <a:lnTo>
                    <a:pt x="78032" y="272645"/>
                  </a:lnTo>
                  <a:lnTo>
                    <a:pt x="80723" y="265929"/>
                  </a:lnTo>
                  <a:lnTo>
                    <a:pt x="80723" y="260557"/>
                  </a:lnTo>
                  <a:lnTo>
                    <a:pt x="83414" y="255185"/>
                  </a:lnTo>
                  <a:lnTo>
                    <a:pt x="84759" y="251155"/>
                  </a:lnTo>
                  <a:lnTo>
                    <a:pt x="80723" y="248469"/>
                  </a:lnTo>
                  <a:lnTo>
                    <a:pt x="78032" y="241754"/>
                  </a:lnTo>
                  <a:lnTo>
                    <a:pt x="72650" y="240411"/>
                  </a:lnTo>
                  <a:lnTo>
                    <a:pt x="68614" y="240411"/>
                  </a:lnTo>
                  <a:lnTo>
                    <a:pt x="67269" y="237725"/>
                  </a:lnTo>
                  <a:lnTo>
                    <a:pt x="69960" y="236382"/>
                  </a:lnTo>
                  <a:lnTo>
                    <a:pt x="73996" y="237725"/>
                  </a:lnTo>
                  <a:lnTo>
                    <a:pt x="76687" y="236382"/>
                  </a:lnTo>
                  <a:lnTo>
                    <a:pt x="79377" y="240411"/>
                  </a:lnTo>
                  <a:lnTo>
                    <a:pt x="79377" y="243097"/>
                  </a:lnTo>
                  <a:lnTo>
                    <a:pt x="82068" y="244440"/>
                  </a:lnTo>
                  <a:lnTo>
                    <a:pt x="84759" y="241754"/>
                  </a:lnTo>
                  <a:lnTo>
                    <a:pt x="83414" y="233695"/>
                  </a:lnTo>
                  <a:lnTo>
                    <a:pt x="78032" y="226980"/>
                  </a:lnTo>
                  <a:lnTo>
                    <a:pt x="72650" y="220265"/>
                  </a:lnTo>
                  <a:lnTo>
                    <a:pt x="73996" y="217578"/>
                  </a:lnTo>
                  <a:lnTo>
                    <a:pt x="78032" y="221608"/>
                  </a:lnTo>
                  <a:lnTo>
                    <a:pt x="79377" y="225637"/>
                  </a:lnTo>
                  <a:lnTo>
                    <a:pt x="84759" y="228323"/>
                  </a:lnTo>
                  <a:lnTo>
                    <a:pt x="88795" y="229666"/>
                  </a:lnTo>
                  <a:lnTo>
                    <a:pt x="90140" y="226980"/>
                  </a:lnTo>
                  <a:lnTo>
                    <a:pt x="88795" y="222951"/>
                  </a:lnTo>
                  <a:lnTo>
                    <a:pt x="87449" y="220265"/>
                  </a:lnTo>
                  <a:lnTo>
                    <a:pt x="87449" y="217578"/>
                  </a:lnTo>
                  <a:lnTo>
                    <a:pt x="90140" y="212206"/>
                  </a:lnTo>
                  <a:lnTo>
                    <a:pt x="90140" y="206834"/>
                  </a:lnTo>
                  <a:lnTo>
                    <a:pt x="86104" y="201462"/>
                  </a:lnTo>
                  <a:lnTo>
                    <a:pt x="80723" y="194746"/>
                  </a:lnTo>
                  <a:lnTo>
                    <a:pt x="84759" y="194746"/>
                  </a:lnTo>
                  <a:lnTo>
                    <a:pt x="88795" y="198775"/>
                  </a:lnTo>
                  <a:lnTo>
                    <a:pt x="92831" y="197432"/>
                  </a:lnTo>
                  <a:lnTo>
                    <a:pt x="94176" y="192060"/>
                  </a:lnTo>
                  <a:lnTo>
                    <a:pt x="92831" y="190717"/>
                  </a:lnTo>
                  <a:lnTo>
                    <a:pt x="90140" y="190717"/>
                  </a:lnTo>
                  <a:lnTo>
                    <a:pt x="90140" y="184002"/>
                  </a:lnTo>
                  <a:lnTo>
                    <a:pt x="92831" y="182658"/>
                  </a:lnTo>
                  <a:lnTo>
                    <a:pt x="96867" y="185345"/>
                  </a:lnTo>
                  <a:lnTo>
                    <a:pt x="103594" y="188031"/>
                  </a:lnTo>
                  <a:lnTo>
                    <a:pt x="104940" y="185345"/>
                  </a:lnTo>
                  <a:lnTo>
                    <a:pt x="100903" y="182658"/>
                  </a:lnTo>
                  <a:lnTo>
                    <a:pt x="100903" y="179972"/>
                  </a:lnTo>
                  <a:lnTo>
                    <a:pt x="104940" y="179972"/>
                  </a:lnTo>
                  <a:lnTo>
                    <a:pt x="107630" y="181315"/>
                  </a:lnTo>
                  <a:lnTo>
                    <a:pt x="111667" y="178629"/>
                  </a:lnTo>
                  <a:lnTo>
                    <a:pt x="111667" y="173257"/>
                  </a:lnTo>
                  <a:lnTo>
                    <a:pt x="110321" y="171914"/>
                  </a:lnTo>
                  <a:lnTo>
                    <a:pt x="111667" y="169228"/>
                  </a:lnTo>
                  <a:lnTo>
                    <a:pt x="118393" y="166542"/>
                  </a:lnTo>
                  <a:lnTo>
                    <a:pt x="119738" y="162512"/>
                  </a:lnTo>
                  <a:lnTo>
                    <a:pt x="115702" y="159826"/>
                  </a:lnTo>
                  <a:lnTo>
                    <a:pt x="114357" y="155797"/>
                  </a:lnTo>
                  <a:lnTo>
                    <a:pt x="117048" y="151768"/>
                  </a:lnTo>
                  <a:lnTo>
                    <a:pt x="119738" y="155797"/>
                  </a:lnTo>
                  <a:lnTo>
                    <a:pt x="122429" y="153111"/>
                  </a:lnTo>
                  <a:lnTo>
                    <a:pt x="129156" y="143709"/>
                  </a:lnTo>
                  <a:lnTo>
                    <a:pt x="130502" y="138337"/>
                  </a:lnTo>
                  <a:lnTo>
                    <a:pt x="133192" y="135651"/>
                  </a:lnTo>
                  <a:lnTo>
                    <a:pt x="134538" y="128935"/>
                  </a:lnTo>
                  <a:lnTo>
                    <a:pt x="142610" y="124906"/>
                  </a:lnTo>
                  <a:lnTo>
                    <a:pt x="146646" y="118191"/>
                  </a:lnTo>
                  <a:lnTo>
                    <a:pt x="149337" y="108789"/>
                  </a:lnTo>
                  <a:lnTo>
                    <a:pt x="153373" y="108789"/>
                  </a:lnTo>
                  <a:lnTo>
                    <a:pt x="162791" y="102074"/>
                  </a:lnTo>
                  <a:lnTo>
                    <a:pt x="173554" y="89986"/>
                  </a:lnTo>
                  <a:lnTo>
                    <a:pt x="181626" y="83271"/>
                  </a:lnTo>
                  <a:lnTo>
                    <a:pt x="184317" y="83271"/>
                  </a:lnTo>
                  <a:lnTo>
                    <a:pt x="191044" y="76555"/>
                  </a:lnTo>
                  <a:lnTo>
                    <a:pt x="199116" y="73869"/>
                  </a:lnTo>
                  <a:lnTo>
                    <a:pt x="204497" y="69840"/>
                  </a:lnTo>
                  <a:lnTo>
                    <a:pt x="211224" y="60438"/>
                  </a:lnTo>
                  <a:lnTo>
                    <a:pt x="215260" y="57752"/>
                  </a:lnTo>
                  <a:lnTo>
                    <a:pt x="217951" y="57752"/>
                  </a:lnTo>
                  <a:lnTo>
                    <a:pt x="221987" y="56409"/>
                  </a:lnTo>
                  <a:lnTo>
                    <a:pt x="221987" y="53723"/>
                  </a:lnTo>
                  <a:lnTo>
                    <a:pt x="220642" y="51037"/>
                  </a:lnTo>
                  <a:lnTo>
                    <a:pt x="223333" y="45665"/>
                  </a:lnTo>
                  <a:lnTo>
                    <a:pt x="221987" y="41635"/>
                  </a:lnTo>
                  <a:lnTo>
                    <a:pt x="221987" y="33577"/>
                  </a:lnTo>
                  <a:lnTo>
                    <a:pt x="220642" y="32234"/>
                  </a:lnTo>
                  <a:lnTo>
                    <a:pt x="217951" y="32234"/>
                  </a:lnTo>
                  <a:lnTo>
                    <a:pt x="217951" y="25518"/>
                  </a:lnTo>
                  <a:lnTo>
                    <a:pt x="220642" y="18803"/>
                  </a:lnTo>
                  <a:lnTo>
                    <a:pt x="219297" y="16117"/>
                  </a:lnTo>
                  <a:lnTo>
                    <a:pt x="213915" y="14774"/>
                  </a:lnTo>
                  <a:lnTo>
                    <a:pt x="211224" y="12088"/>
                  </a:lnTo>
                  <a:lnTo>
                    <a:pt x="205843" y="10745"/>
                  </a:lnTo>
                  <a:lnTo>
                    <a:pt x="203152" y="6715"/>
                  </a:lnTo>
                  <a:lnTo>
                    <a:pt x="203152" y="2686"/>
                  </a:lnTo>
                  <a:lnTo>
                    <a:pt x="201806" y="0"/>
                  </a:lnTo>
                  <a:lnTo>
                    <a:pt x="195080" y="4029"/>
                  </a:lnTo>
                  <a:lnTo>
                    <a:pt x="193734" y="6715"/>
                  </a:lnTo>
                  <a:lnTo>
                    <a:pt x="191044" y="5372"/>
                  </a:lnTo>
                  <a:lnTo>
                    <a:pt x="187007" y="4029"/>
                  </a:lnTo>
                  <a:lnTo>
                    <a:pt x="182971" y="5372"/>
                  </a:lnTo>
                  <a:lnTo>
                    <a:pt x="176244" y="9402"/>
                  </a:lnTo>
                  <a:lnTo>
                    <a:pt x="174899" y="13431"/>
                  </a:lnTo>
                  <a:lnTo>
                    <a:pt x="172208" y="16117"/>
                  </a:lnTo>
                  <a:lnTo>
                    <a:pt x="168172" y="17460"/>
                  </a:lnTo>
                  <a:lnTo>
                    <a:pt x="165482" y="20146"/>
                  </a:lnTo>
                  <a:lnTo>
                    <a:pt x="165482" y="24175"/>
                  </a:lnTo>
                  <a:lnTo>
                    <a:pt x="161445" y="28205"/>
                  </a:lnTo>
                  <a:lnTo>
                    <a:pt x="161445" y="30891"/>
                  </a:lnTo>
                  <a:lnTo>
                    <a:pt x="164136" y="36263"/>
                  </a:lnTo>
                  <a:lnTo>
                    <a:pt x="164136" y="40292"/>
                  </a:lnTo>
                  <a:lnTo>
                    <a:pt x="160100" y="40292"/>
                  </a:lnTo>
                  <a:lnTo>
                    <a:pt x="157409" y="42978"/>
                  </a:lnTo>
                  <a:lnTo>
                    <a:pt x="157409" y="47008"/>
                  </a:lnTo>
                  <a:lnTo>
                    <a:pt x="154718" y="48351"/>
                  </a:lnTo>
                  <a:lnTo>
                    <a:pt x="152028" y="52380"/>
                  </a:lnTo>
                  <a:lnTo>
                    <a:pt x="142610" y="57752"/>
                  </a:lnTo>
                  <a:lnTo>
                    <a:pt x="139919" y="60438"/>
                  </a:lnTo>
                  <a:lnTo>
                    <a:pt x="138574" y="59095"/>
                  </a:lnTo>
                  <a:lnTo>
                    <a:pt x="134538" y="59095"/>
                  </a:lnTo>
                  <a:lnTo>
                    <a:pt x="130502" y="61782"/>
                  </a:lnTo>
                  <a:lnTo>
                    <a:pt x="126465" y="68497"/>
                  </a:lnTo>
                  <a:lnTo>
                    <a:pt x="122429" y="71183"/>
                  </a:lnTo>
                  <a:lnTo>
                    <a:pt x="121084" y="69840"/>
                  </a:lnTo>
                  <a:lnTo>
                    <a:pt x="119738" y="65811"/>
                  </a:lnTo>
                  <a:lnTo>
                    <a:pt x="118393" y="65811"/>
                  </a:lnTo>
                  <a:lnTo>
                    <a:pt x="117048" y="68497"/>
                  </a:lnTo>
                  <a:lnTo>
                    <a:pt x="118393" y="73869"/>
                  </a:lnTo>
                  <a:lnTo>
                    <a:pt x="117048" y="75212"/>
                  </a:lnTo>
                  <a:lnTo>
                    <a:pt x="115702" y="71183"/>
                  </a:lnTo>
                  <a:lnTo>
                    <a:pt x="113012" y="67154"/>
                  </a:lnTo>
                  <a:lnTo>
                    <a:pt x="104940" y="68497"/>
                  </a:lnTo>
                  <a:lnTo>
                    <a:pt x="95522" y="71183"/>
                  </a:lnTo>
                  <a:lnTo>
                    <a:pt x="92831" y="72526"/>
                  </a:lnTo>
                  <a:lnTo>
                    <a:pt x="88795" y="72526"/>
                  </a:lnTo>
                  <a:lnTo>
                    <a:pt x="87449" y="75212"/>
                  </a:lnTo>
                  <a:lnTo>
                    <a:pt x="90140" y="81928"/>
                  </a:lnTo>
                  <a:lnTo>
                    <a:pt x="92831" y="84614"/>
                  </a:lnTo>
                  <a:lnTo>
                    <a:pt x="92831" y="87300"/>
                  </a:lnTo>
                  <a:lnTo>
                    <a:pt x="90140" y="88643"/>
                  </a:lnTo>
                  <a:lnTo>
                    <a:pt x="87449" y="92672"/>
                  </a:lnTo>
                  <a:lnTo>
                    <a:pt x="84759" y="91329"/>
                  </a:lnTo>
                  <a:lnTo>
                    <a:pt x="84759" y="88643"/>
                  </a:lnTo>
                  <a:lnTo>
                    <a:pt x="86104" y="85957"/>
                  </a:lnTo>
                  <a:lnTo>
                    <a:pt x="86104" y="81928"/>
                  </a:lnTo>
                  <a:lnTo>
                    <a:pt x="83414" y="81928"/>
                  </a:lnTo>
                  <a:lnTo>
                    <a:pt x="79377" y="87300"/>
                  </a:lnTo>
                  <a:lnTo>
                    <a:pt x="75341" y="89986"/>
                  </a:lnTo>
                  <a:lnTo>
                    <a:pt x="75341" y="94015"/>
                  </a:lnTo>
                  <a:lnTo>
                    <a:pt x="78032" y="95358"/>
                  </a:lnTo>
                  <a:lnTo>
                    <a:pt x="75341" y="98045"/>
                  </a:lnTo>
                  <a:lnTo>
                    <a:pt x="73996" y="102074"/>
                  </a:lnTo>
                  <a:lnTo>
                    <a:pt x="68614" y="102074"/>
                  </a:lnTo>
                  <a:lnTo>
                    <a:pt x="65923" y="104760"/>
                  </a:lnTo>
                  <a:lnTo>
                    <a:pt x="64578" y="107446"/>
                  </a:lnTo>
                  <a:lnTo>
                    <a:pt x="59196" y="108789"/>
                  </a:lnTo>
                  <a:lnTo>
                    <a:pt x="56506" y="111475"/>
                  </a:lnTo>
                  <a:lnTo>
                    <a:pt x="55161" y="118191"/>
                  </a:lnTo>
                  <a:lnTo>
                    <a:pt x="56506" y="119534"/>
                  </a:lnTo>
                  <a:lnTo>
                    <a:pt x="59196" y="119534"/>
                  </a:lnTo>
                  <a:lnTo>
                    <a:pt x="55161" y="123563"/>
                  </a:lnTo>
                  <a:lnTo>
                    <a:pt x="47088" y="123563"/>
                  </a:lnTo>
                  <a:lnTo>
                    <a:pt x="44398" y="126249"/>
                  </a:lnTo>
                  <a:lnTo>
                    <a:pt x="43052" y="132965"/>
                  </a:lnTo>
                  <a:lnTo>
                    <a:pt x="43052" y="136994"/>
                  </a:lnTo>
                  <a:lnTo>
                    <a:pt x="45743" y="136994"/>
                  </a:lnTo>
                  <a:lnTo>
                    <a:pt x="49779" y="136994"/>
                  </a:lnTo>
                  <a:lnTo>
                    <a:pt x="51125" y="139680"/>
                  </a:lnTo>
                  <a:lnTo>
                    <a:pt x="49779" y="142366"/>
                  </a:lnTo>
                  <a:lnTo>
                    <a:pt x="49779" y="146395"/>
                  </a:lnTo>
                  <a:lnTo>
                    <a:pt x="45743" y="149082"/>
                  </a:lnTo>
                  <a:lnTo>
                    <a:pt x="43052" y="147738"/>
                  </a:lnTo>
                  <a:lnTo>
                    <a:pt x="36325" y="146395"/>
                  </a:lnTo>
                  <a:lnTo>
                    <a:pt x="30944" y="149082"/>
                  </a:lnTo>
                  <a:lnTo>
                    <a:pt x="29598" y="153111"/>
                  </a:lnTo>
                  <a:lnTo>
                    <a:pt x="29598" y="157140"/>
                  </a:lnTo>
                  <a:lnTo>
                    <a:pt x="26908" y="161169"/>
                  </a:lnTo>
                  <a:lnTo>
                    <a:pt x="21526" y="165198"/>
                  </a:lnTo>
                  <a:lnTo>
                    <a:pt x="17490" y="162512"/>
                  </a:lnTo>
                  <a:lnTo>
                    <a:pt x="14799" y="158483"/>
                  </a:lnTo>
                  <a:lnTo>
                    <a:pt x="13454" y="154454"/>
                  </a:lnTo>
                  <a:lnTo>
                    <a:pt x="12108" y="155797"/>
                  </a:lnTo>
                  <a:lnTo>
                    <a:pt x="10763" y="162512"/>
                  </a:lnTo>
                  <a:lnTo>
                    <a:pt x="12108" y="167885"/>
                  </a:lnTo>
                  <a:lnTo>
                    <a:pt x="16145" y="171914"/>
                  </a:lnTo>
                  <a:lnTo>
                    <a:pt x="18835" y="170571"/>
                  </a:lnTo>
                  <a:lnTo>
                    <a:pt x="20181" y="170571"/>
                  </a:lnTo>
                  <a:lnTo>
                    <a:pt x="20181" y="173257"/>
                  </a:lnTo>
                  <a:lnTo>
                    <a:pt x="17490" y="178629"/>
                  </a:lnTo>
                  <a:lnTo>
                    <a:pt x="18835" y="181315"/>
                  </a:lnTo>
                  <a:lnTo>
                    <a:pt x="21526" y="182658"/>
                  </a:lnTo>
                  <a:lnTo>
                    <a:pt x="24217" y="179972"/>
                  </a:lnTo>
                  <a:lnTo>
                    <a:pt x="26908" y="179972"/>
                  </a:lnTo>
                  <a:lnTo>
                    <a:pt x="28253" y="181315"/>
                  </a:lnTo>
                  <a:lnTo>
                    <a:pt x="33634" y="181315"/>
                  </a:lnTo>
                  <a:lnTo>
                    <a:pt x="36325" y="178629"/>
                  </a:lnTo>
                  <a:lnTo>
                    <a:pt x="37671" y="179972"/>
                  </a:lnTo>
                  <a:lnTo>
                    <a:pt x="36325" y="184002"/>
                  </a:lnTo>
                  <a:lnTo>
                    <a:pt x="32289" y="185345"/>
                  </a:lnTo>
                  <a:lnTo>
                    <a:pt x="25562" y="185345"/>
                  </a:lnTo>
                  <a:lnTo>
                    <a:pt x="22872" y="188031"/>
                  </a:lnTo>
                  <a:lnTo>
                    <a:pt x="20181" y="186688"/>
                  </a:lnTo>
                  <a:lnTo>
                    <a:pt x="18835" y="189374"/>
                  </a:lnTo>
                  <a:lnTo>
                    <a:pt x="20181" y="194746"/>
                  </a:lnTo>
                  <a:lnTo>
                    <a:pt x="24217" y="197432"/>
                  </a:lnTo>
                  <a:lnTo>
                    <a:pt x="26908" y="198775"/>
                  </a:lnTo>
                  <a:lnTo>
                    <a:pt x="30944" y="197432"/>
                  </a:lnTo>
                  <a:lnTo>
                    <a:pt x="32289" y="198775"/>
                  </a:lnTo>
                  <a:lnTo>
                    <a:pt x="30944" y="201462"/>
                  </a:lnTo>
                  <a:lnTo>
                    <a:pt x="25562" y="204148"/>
                  </a:lnTo>
                  <a:lnTo>
                    <a:pt x="18835" y="204148"/>
                  </a:lnTo>
                  <a:lnTo>
                    <a:pt x="16145" y="206834"/>
                  </a:lnTo>
                  <a:lnTo>
                    <a:pt x="16145" y="209520"/>
                  </a:lnTo>
                  <a:lnTo>
                    <a:pt x="18835" y="210863"/>
                  </a:lnTo>
                  <a:lnTo>
                    <a:pt x="22872" y="209520"/>
                  </a:lnTo>
                  <a:lnTo>
                    <a:pt x="28253" y="209520"/>
                  </a:lnTo>
                  <a:lnTo>
                    <a:pt x="28253" y="210863"/>
                  </a:lnTo>
                  <a:lnTo>
                    <a:pt x="25562" y="212206"/>
                  </a:lnTo>
                  <a:lnTo>
                    <a:pt x="20181" y="213549"/>
                  </a:lnTo>
                  <a:lnTo>
                    <a:pt x="20181" y="216235"/>
                  </a:lnTo>
                  <a:lnTo>
                    <a:pt x="21526" y="217578"/>
                  </a:lnTo>
                  <a:lnTo>
                    <a:pt x="28253" y="218922"/>
                  </a:lnTo>
                  <a:lnTo>
                    <a:pt x="34980" y="222951"/>
                  </a:lnTo>
                  <a:lnTo>
                    <a:pt x="39016" y="224294"/>
                  </a:lnTo>
                  <a:lnTo>
                    <a:pt x="39016" y="225637"/>
                  </a:lnTo>
                  <a:lnTo>
                    <a:pt x="39016" y="228323"/>
                  </a:lnTo>
                  <a:lnTo>
                    <a:pt x="34980" y="224294"/>
                  </a:lnTo>
                  <a:lnTo>
                    <a:pt x="29598" y="221608"/>
                  </a:lnTo>
                  <a:lnTo>
                    <a:pt x="25562" y="221608"/>
                  </a:lnTo>
                  <a:lnTo>
                    <a:pt x="21526" y="218922"/>
                  </a:lnTo>
                  <a:lnTo>
                    <a:pt x="17490" y="218922"/>
                  </a:lnTo>
                  <a:lnTo>
                    <a:pt x="14799" y="221608"/>
                  </a:lnTo>
                  <a:lnTo>
                    <a:pt x="13454" y="224294"/>
                  </a:lnTo>
                  <a:lnTo>
                    <a:pt x="12108" y="225637"/>
                  </a:lnTo>
                  <a:lnTo>
                    <a:pt x="12108" y="228323"/>
                  </a:lnTo>
                  <a:lnTo>
                    <a:pt x="13454" y="231009"/>
                  </a:lnTo>
                  <a:lnTo>
                    <a:pt x="13454" y="233695"/>
                  </a:lnTo>
                  <a:lnTo>
                    <a:pt x="10763" y="235038"/>
                  </a:lnTo>
                  <a:lnTo>
                    <a:pt x="8072" y="235038"/>
                  </a:lnTo>
                  <a:lnTo>
                    <a:pt x="5381" y="239068"/>
                  </a:lnTo>
                  <a:lnTo>
                    <a:pt x="4036" y="243097"/>
                  </a:lnTo>
                  <a:lnTo>
                    <a:pt x="5381" y="244440"/>
                  </a:lnTo>
                  <a:lnTo>
                    <a:pt x="4036" y="247126"/>
                  </a:lnTo>
                  <a:lnTo>
                    <a:pt x="0" y="248469"/>
                  </a:lnTo>
                  <a:lnTo>
                    <a:pt x="0" y="249812"/>
                  </a:lnTo>
                  <a:lnTo>
                    <a:pt x="5381" y="255185"/>
                  </a:lnTo>
                  <a:lnTo>
                    <a:pt x="10763" y="257871"/>
                  </a:lnTo>
                  <a:lnTo>
                    <a:pt x="13454" y="256528"/>
                  </a:lnTo>
                  <a:lnTo>
                    <a:pt x="14799" y="253842"/>
                  </a:lnTo>
                  <a:lnTo>
                    <a:pt x="18835" y="251155"/>
                  </a:lnTo>
                  <a:lnTo>
                    <a:pt x="25562" y="245783"/>
                  </a:lnTo>
                  <a:lnTo>
                    <a:pt x="30944" y="244440"/>
                  </a:lnTo>
                  <a:lnTo>
                    <a:pt x="36325" y="244440"/>
                  </a:lnTo>
                  <a:lnTo>
                    <a:pt x="39016" y="247126"/>
                  </a:lnTo>
                  <a:lnTo>
                    <a:pt x="39016" y="249812"/>
                  </a:lnTo>
                  <a:lnTo>
                    <a:pt x="36325" y="249812"/>
                  </a:lnTo>
                  <a:lnTo>
                    <a:pt x="33634" y="247126"/>
                  </a:lnTo>
                  <a:lnTo>
                    <a:pt x="30944" y="247126"/>
                  </a:lnTo>
                  <a:lnTo>
                    <a:pt x="29598" y="249812"/>
                  </a:lnTo>
                  <a:lnTo>
                    <a:pt x="22872" y="253842"/>
                  </a:lnTo>
                  <a:lnTo>
                    <a:pt x="20181" y="257871"/>
                  </a:lnTo>
                  <a:lnTo>
                    <a:pt x="18835" y="261900"/>
                  </a:lnTo>
                  <a:lnTo>
                    <a:pt x="20181" y="265929"/>
                  </a:lnTo>
                  <a:lnTo>
                    <a:pt x="21526" y="275331"/>
                  </a:lnTo>
                  <a:cubicBezTo>
                    <a:pt x="20181" y="275331"/>
                    <a:pt x="20181" y="278017"/>
                    <a:pt x="20181" y="278017"/>
                  </a:cubicBezTo>
                  <a:lnTo>
                    <a:pt x="20181" y="2780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593EE66-A2D4-6028-9819-23C48C08850F}"/>
                </a:ext>
              </a:extLst>
            </p:cNvPr>
            <p:cNvSpPr/>
            <p:nvPr/>
          </p:nvSpPr>
          <p:spPr>
            <a:xfrm>
              <a:off x="8377662" y="2267917"/>
              <a:ext cx="21525" cy="21489"/>
            </a:xfrm>
            <a:custGeom>
              <a:avLst/>
              <a:gdLst>
                <a:gd name="connsiteX0" fmla="*/ 18835 w 21525"/>
                <a:gd name="connsiteY0" fmla="*/ 21489 h 21489"/>
                <a:gd name="connsiteX1" fmla="*/ 21526 w 21525"/>
                <a:gd name="connsiteY1" fmla="*/ 21489 h 21489"/>
                <a:gd name="connsiteX2" fmla="*/ 21526 w 21525"/>
                <a:gd name="connsiteY2" fmla="*/ 18803 h 21489"/>
                <a:gd name="connsiteX3" fmla="*/ 18835 w 21525"/>
                <a:gd name="connsiteY3" fmla="*/ 16117 h 21489"/>
                <a:gd name="connsiteX4" fmla="*/ 21526 w 21525"/>
                <a:gd name="connsiteY4" fmla="*/ 12088 h 21489"/>
                <a:gd name="connsiteX5" fmla="*/ 20181 w 21525"/>
                <a:gd name="connsiteY5" fmla="*/ 8058 h 21489"/>
                <a:gd name="connsiteX6" fmla="*/ 14799 w 21525"/>
                <a:gd name="connsiteY6" fmla="*/ 5372 h 21489"/>
                <a:gd name="connsiteX7" fmla="*/ 13454 w 21525"/>
                <a:gd name="connsiteY7" fmla="*/ 2686 h 21489"/>
                <a:gd name="connsiteX8" fmla="*/ 9417 w 21525"/>
                <a:gd name="connsiteY8" fmla="*/ 0 h 21489"/>
                <a:gd name="connsiteX9" fmla="*/ 4036 w 21525"/>
                <a:gd name="connsiteY9" fmla="*/ 1343 h 21489"/>
                <a:gd name="connsiteX10" fmla="*/ 0 w 21525"/>
                <a:gd name="connsiteY10" fmla="*/ 4029 h 21489"/>
                <a:gd name="connsiteX11" fmla="*/ 1345 w 21525"/>
                <a:gd name="connsiteY11" fmla="*/ 8058 h 21489"/>
                <a:gd name="connsiteX12" fmla="*/ 4036 w 21525"/>
                <a:gd name="connsiteY12" fmla="*/ 9402 h 21489"/>
                <a:gd name="connsiteX13" fmla="*/ 6727 w 21525"/>
                <a:gd name="connsiteY13" fmla="*/ 8058 h 21489"/>
                <a:gd name="connsiteX14" fmla="*/ 10763 w 21525"/>
                <a:gd name="connsiteY14" fmla="*/ 9402 h 21489"/>
                <a:gd name="connsiteX15" fmla="*/ 10763 w 21525"/>
                <a:gd name="connsiteY15" fmla="*/ 14774 h 21489"/>
                <a:gd name="connsiteX16" fmla="*/ 16144 w 21525"/>
                <a:gd name="connsiteY16" fmla="*/ 16117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525" h="21489">
                  <a:moveTo>
                    <a:pt x="18835" y="21489"/>
                  </a:moveTo>
                  <a:lnTo>
                    <a:pt x="21526" y="21489"/>
                  </a:lnTo>
                  <a:lnTo>
                    <a:pt x="21526" y="18803"/>
                  </a:lnTo>
                  <a:lnTo>
                    <a:pt x="18835" y="16117"/>
                  </a:lnTo>
                  <a:lnTo>
                    <a:pt x="21526" y="12088"/>
                  </a:lnTo>
                  <a:lnTo>
                    <a:pt x="20181" y="8058"/>
                  </a:lnTo>
                  <a:lnTo>
                    <a:pt x="14799" y="5372"/>
                  </a:lnTo>
                  <a:lnTo>
                    <a:pt x="13454" y="2686"/>
                  </a:lnTo>
                  <a:lnTo>
                    <a:pt x="9417" y="0"/>
                  </a:lnTo>
                  <a:lnTo>
                    <a:pt x="4036" y="1343"/>
                  </a:lnTo>
                  <a:lnTo>
                    <a:pt x="0" y="4029"/>
                  </a:lnTo>
                  <a:lnTo>
                    <a:pt x="1345" y="8058"/>
                  </a:lnTo>
                  <a:lnTo>
                    <a:pt x="4036" y="9402"/>
                  </a:lnTo>
                  <a:lnTo>
                    <a:pt x="6727" y="8058"/>
                  </a:lnTo>
                  <a:lnTo>
                    <a:pt x="10763" y="9402"/>
                  </a:lnTo>
                  <a:lnTo>
                    <a:pt x="10763" y="14774"/>
                  </a:lnTo>
                  <a:lnTo>
                    <a:pt x="16144" y="161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B5D5A7A-32E5-2456-DFA2-E3E53A730F64}"/>
                </a:ext>
              </a:extLst>
            </p:cNvPr>
            <p:cNvSpPr/>
            <p:nvPr/>
          </p:nvSpPr>
          <p:spPr>
            <a:xfrm>
              <a:off x="8348064" y="2145697"/>
              <a:ext cx="142610" cy="165198"/>
            </a:xfrm>
            <a:custGeom>
              <a:avLst/>
              <a:gdLst>
                <a:gd name="connsiteX0" fmla="*/ 142610 w 142610"/>
                <a:gd name="connsiteY0" fmla="*/ 142366 h 165198"/>
                <a:gd name="connsiteX1" fmla="*/ 135883 w 142610"/>
                <a:gd name="connsiteY1" fmla="*/ 138337 h 165198"/>
                <a:gd name="connsiteX2" fmla="*/ 133192 w 142610"/>
                <a:gd name="connsiteY2" fmla="*/ 139680 h 165198"/>
                <a:gd name="connsiteX3" fmla="*/ 129156 w 142610"/>
                <a:gd name="connsiteY3" fmla="*/ 138337 h 165198"/>
                <a:gd name="connsiteX4" fmla="*/ 125120 w 142610"/>
                <a:gd name="connsiteY4" fmla="*/ 131622 h 165198"/>
                <a:gd name="connsiteX5" fmla="*/ 119738 w 142610"/>
                <a:gd name="connsiteY5" fmla="*/ 131622 h 165198"/>
                <a:gd name="connsiteX6" fmla="*/ 111666 w 142610"/>
                <a:gd name="connsiteY6" fmla="*/ 124906 h 165198"/>
                <a:gd name="connsiteX7" fmla="*/ 108976 w 142610"/>
                <a:gd name="connsiteY7" fmla="*/ 119534 h 165198"/>
                <a:gd name="connsiteX8" fmla="*/ 103594 w 142610"/>
                <a:gd name="connsiteY8" fmla="*/ 119534 h 165198"/>
                <a:gd name="connsiteX9" fmla="*/ 96867 w 142610"/>
                <a:gd name="connsiteY9" fmla="*/ 108789 h 165198"/>
                <a:gd name="connsiteX10" fmla="*/ 87449 w 142610"/>
                <a:gd name="connsiteY10" fmla="*/ 98045 h 165198"/>
                <a:gd name="connsiteX11" fmla="*/ 84759 w 142610"/>
                <a:gd name="connsiteY11" fmla="*/ 87300 h 165198"/>
                <a:gd name="connsiteX12" fmla="*/ 79377 w 142610"/>
                <a:gd name="connsiteY12" fmla="*/ 79242 h 165198"/>
                <a:gd name="connsiteX13" fmla="*/ 79377 w 142610"/>
                <a:gd name="connsiteY13" fmla="*/ 65811 h 165198"/>
                <a:gd name="connsiteX14" fmla="*/ 75341 w 142610"/>
                <a:gd name="connsiteY14" fmla="*/ 57752 h 165198"/>
                <a:gd name="connsiteX15" fmla="*/ 72650 w 142610"/>
                <a:gd name="connsiteY15" fmla="*/ 44322 h 165198"/>
                <a:gd name="connsiteX16" fmla="*/ 72650 w 142610"/>
                <a:gd name="connsiteY16" fmla="*/ 40292 h 165198"/>
                <a:gd name="connsiteX17" fmla="*/ 73996 w 142610"/>
                <a:gd name="connsiteY17" fmla="*/ 36263 h 165198"/>
                <a:gd name="connsiteX18" fmla="*/ 73996 w 142610"/>
                <a:gd name="connsiteY18" fmla="*/ 33577 h 165198"/>
                <a:gd name="connsiteX19" fmla="*/ 68614 w 142610"/>
                <a:gd name="connsiteY19" fmla="*/ 32234 h 165198"/>
                <a:gd name="connsiteX20" fmla="*/ 65923 w 142610"/>
                <a:gd name="connsiteY20" fmla="*/ 33577 h 165198"/>
                <a:gd name="connsiteX21" fmla="*/ 61887 w 142610"/>
                <a:gd name="connsiteY21" fmla="*/ 32234 h 165198"/>
                <a:gd name="connsiteX22" fmla="*/ 63233 w 142610"/>
                <a:gd name="connsiteY22" fmla="*/ 29548 h 165198"/>
                <a:gd name="connsiteX23" fmla="*/ 69960 w 142610"/>
                <a:gd name="connsiteY23" fmla="*/ 30891 h 165198"/>
                <a:gd name="connsiteX24" fmla="*/ 76687 w 142610"/>
                <a:gd name="connsiteY24" fmla="*/ 26862 h 165198"/>
                <a:gd name="connsiteX25" fmla="*/ 76687 w 142610"/>
                <a:gd name="connsiteY25" fmla="*/ 17460 h 165198"/>
                <a:gd name="connsiteX26" fmla="*/ 75341 w 142610"/>
                <a:gd name="connsiteY26" fmla="*/ 12088 h 165198"/>
                <a:gd name="connsiteX27" fmla="*/ 71305 w 142610"/>
                <a:gd name="connsiteY27" fmla="*/ 13431 h 165198"/>
                <a:gd name="connsiteX28" fmla="*/ 67269 w 142610"/>
                <a:gd name="connsiteY28" fmla="*/ 14774 h 165198"/>
                <a:gd name="connsiteX29" fmla="*/ 68614 w 142610"/>
                <a:gd name="connsiteY29" fmla="*/ 12088 h 165198"/>
                <a:gd name="connsiteX30" fmla="*/ 75341 w 142610"/>
                <a:gd name="connsiteY30" fmla="*/ 9401 h 165198"/>
                <a:gd name="connsiteX31" fmla="*/ 76687 w 142610"/>
                <a:gd name="connsiteY31" fmla="*/ 6715 h 165198"/>
                <a:gd name="connsiteX32" fmla="*/ 75341 w 142610"/>
                <a:gd name="connsiteY32" fmla="*/ 5372 h 165198"/>
                <a:gd name="connsiteX33" fmla="*/ 65923 w 142610"/>
                <a:gd name="connsiteY33" fmla="*/ 5372 h 165198"/>
                <a:gd name="connsiteX34" fmla="*/ 52470 w 142610"/>
                <a:gd name="connsiteY34" fmla="*/ 2686 h 165198"/>
                <a:gd name="connsiteX35" fmla="*/ 48434 w 142610"/>
                <a:gd name="connsiteY35" fmla="*/ 0 h 165198"/>
                <a:gd name="connsiteX36" fmla="*/ 44397 w 142610"/>
                <a:gd name="connsiteY36" fmla="*/ 0 h 165198"/>
                <a:gd name="connsiteX37" fmla="*/ 34980 w 142610"/>
                <a:gd name="connsiteY37" fmla="*/ 5372 h 165198"/>
                <a:gd name="connsiteX38" fmla="*/ 25562 w 142610"/>
                <a:gd name="connsiteY38" fmla="*/ 5372 h 165198"/>
                <a:gd name="connsiteX39" fmla="*/ 22872 w 142610"/>
                <a:gd name="connsiteY39" fmla="*/ 8058 h 165198"/>
                <a:gd name="connsiteX40" fmla="*/ 16145 w 142610"/>
                <a:gd name="connsiteY40" fmla="*/ 13431 h 165198"/>
                <a:gd name="connsiteX41" fmla="*/ 14799 w 142610"/>
                <a:gd name="connsiteY41" fmla="*/ 18803 h 165198"/>
                <a:gd name="connsiteX42" fmla="*/ 13454 w 142610"/>
                <a:gd name="connsiteY42" fmla="*/ 22832 h 165198"/>
                <a:gd name="connsiteX43" fmla="*/ 14799 w 142610"/>
                <a:gd name="connsiteY43" fmla="*/ 26862 h 165198"/>
                <a:gd name="connsiteX44" fmla="*/ 20181 w 142610"/>
                <a:gd name="connsiteY44" fmla="*/ 28205 h 165198"/>
                <a:gd name="connsiteX45" fmla="*/ 21526 w 142610"/>
                <a:gd name="connsiteY45" fmla="*/ 29548 h 165198"/>
                <a:gd name="connsiteX46" fmla="*/ 20181 w 142610"/>
                <a:gd name="connsiteY46" fmla="*/ 32234 h 165198"/>
                <a:gd name="connsiteX47" fmla="*/ 14799 w 142610"/>
                <a:gd name="connsiteY47" fmla="*/ 32234 h 165198"/>
                <a:gd name="connsiteX48" fmla="*/ 10763 w 142610"/>
                <a:gd name="connsiteY48" fmla="*/ 33577 h 165198"/>
                <a:gd name="connsiteX49" fmla="*/ 5381 w 142610"/>
                <a:gd name="connsiteY49" fmla="*/ 41635 h 165198"/>
                <a:gd name="connsiteX50" fmla="*/ 5381 w 142610"/>
                <a:gd name="connsiteY50" fmla="*/ 47008 h 165198"/>
                <a:gd name="connsiteX51" fmla="*/ 8072 w 142610"/>
                <a:gd name="connsiteY51" fmla="*/ 49694 h 165198"/>
                <a:gd name="connsiteX52" fmla="*/ 12108 w 142610"/>
                <a:gd name="connsiteY52" fmla="*/ 48351 h 165198"/>
                <a:gd name="connsiteX53" fmla="*/ 18835 w 142610"/>
                <a:gd name="connsiteY53" fmla="*/ 45665 h 165198"/>
                <a:gd name="connsiteX54" fmla="*/ 20181 w 142610"/>
                <a:gd name="connsiteY54" fmla="*/ 47008 h 165198"/>
                <a:gd name="connsiteX55" fmla="*/ 14799 w 142610"/>
                <a:gd name="connsiteY55" fmla="*/ 51037 h 165198"/>
                <a:gd name="connsiteX56" fmla="*/ 13454 w 142610"/>
                <a:gd name="connsiteY56" fmla="*/ 56409 h 165198"/>
                <a:gd name="connsiteX57" fmla="*/ 16145 w 142610"/>
                <a:gd name="connsiteY57" fmla="*/ 56409 h 165198"/>
                <a:gd name="connsiteX58" fmla="*/ 20181 w 142610"/>
                <a:gd name="connsiteY58" fmla="*/ 52380 h 165198"/>
                <a:gd name="connsiteX59" fmla="*/ 24217 w 142610"/>
                <a:gd name="connsiteY59" fmla="*/ 51037 h 165198"/>
                <a:gd name="connsiteX60" fmla="*/ 24217 w 142610"/>
                <a:gd name="connsiteY60" fmla="*/ 53723 h 165198"/>
                <a:gd name="connsiteX61" fmla="*/ 20181 w 142610"/>
                <a:gd name="connsiteY61" fmla="*/ 56409 h 165198"/>
                <a:gd name="connsiteX62" fmla="*/ 20181 w 142610"/>
                <a:gd name="connsiteY62" fmla="*/ 60438 h 165198"/>
                <a:gd name="connsiteX63" fmla="*/ 22872 w 142610"/>
                <a:gd name="connsiteY63" fmla="*/ 64468 h 165198"/>
                <a:gd name="connsiteX64" fmla="*/ 28253 w 142610"/>
                <a:gd name="connsiteY64" fmla="*/ 64468 h 165198"/>
                <a:gd name="connsiteX65" fmla="*/ 25562 w 142610"/>
                <a:gd name="connsiteY65" fmla="*/ 65811 h 165198"/>
                <a:gd name="connsiteX66" fmla="*/ 21526 w 142610"/>
                <a:gd name="connsiteY66" fmla="*/ 67154 h 165198"/>
                <a:gd name="connsiteX67" fmla="*/ 18835 w 142610"/>
                <a:gd name="connsiteY67" fmla="*/ 69840 h 165198"/>
                <a:gd name="connsiteX68" fmla="*/ 18835 w 142610"/>
                <a:gd name="connsiteY68" fmla="*/ 73869 h 165198"/>
                <a:gd name="connsiteX69" fmla="*/ 21526 w 142610"/>
                <a:gd name="connsiteY69" fmla="*/ 77899 h 165198"/>
                <a:gd name="connsiteX70" fmla="*/ 20181 w 142610"/>
                <a:gd name="connsiteY70" fmla="*/ 80585 h 165198"/>
                <a:gd name="connsiteX71" fmla="*/ 16145 w 142610"/>
                <a:gd name="connsiteY71" fmla="*/ 79242 h 165198"/>
                <a:gd name="connsiteX72" fmla="*/ 12108 w 142610"/>
                <a:gd name="connsiteY72" fmla="*/ 80585 h 165198"/>
                <a:gd name="connsiteX73" fmla="*/ 8072 w 142610"/>
                <a:gd name="connsiteY73" fmla="*/ 77899 h 165198"/>
                <a:gd name="connsiteX74" fmla="*/ 5381 w 142610"/>
                <a:gd name="connsiteY74" fmla="*/ 79242 h 165198"/>
                <a:gd name="connsiteX75" fmla="*/ 0 w 142610"/>
                <a:gd name="connsiteY75" fmla="*/ 84614 h 165198"/>
                <a:gd name="connsiteX76" fmla="*/ 1345 w 142610"/>
                <a:gd name="connsiteY76" fmla="*/ 89986 h 165198"/>
                <a:gd name="connsiteX77" fmla="*/ 2691 w 142610"/>
                <a:gd name="connsiteY77" fmla="*/ 96702 h 165198"/>
                <a:gd name="connsiteX78" fmla="*/ 1345 w 142610"/>
                <a:gd name="connsiteY78" fmla="*/ 102074 h 165198"/>
                <a:gd name="connsiteX79" fmla="*/ 2691 w 142610"/>
                <a:gd name="connsiteY79" fmla="*/ 106103 h 165198"/>
                <a:gd name="connsiteX80" fmla="*/ 9418 w 142610"/>
                <a:gd name="connsiteY80" fmla="*/ 112818 h 165198"/>
                <a:gd name="connsiteX81" fmla="*/ 9418 w 142610"/>
                <a:gd name="connsiteY81" fmla="*/ 115505 h 165198"/>
                <a:gd name="connsiteX82" fmla="*/ 16145 w 142610"/>
                <a:gd name="connsiteY82" fmla="*/ 120877 h 165198"/>
                <a:gd name="connsiteX83" fmla="*/ 21526 w 142610"/>
                <a:gd name="connsiteY83" fmla="*/ 122220 h 165198"/>
                <a:gd name="connsiteX84" fmla="*/ 24217 w 142610"/>
                <a:gd name="connsiteY84" fmla="*/ 120877 h 165198"/>
                <a:gd name="connsiteX85" fmla="*/ 28253 w 142610"/>
                <a:gd name="connsiteY85" fmla="*/ 119534 h 165198"/>
                <a:gd name="connsiteX86" fmla="*/ 32289 w 142610"/>
                <a:gd name="connsiteY86" fmla="*/ 114162 h 165198"/>
                <a:gd name="connsiteX87" fmla="*/ 30943 w 142610"/>
                <a:gd name="connsiteY87" fmla="*/ 106103 h 165198"/>
                <a:gd name="connsiteX88" fmla="*/ 32289 w 142610"/>
                <a:gd name="connsiteY88" fmla="*/ 102074 h 165198"/>
                <a:gd name="connsiteX89" fmla="*/ 34980 w 142610"/>
                <a:gd name="connsiteY89" fmla="*/ 96702 h 165198"/>
                <a:gd name="connsiteX90" fmla="*/ 32289 w 142610"/>
                <a:gd name="connsiteY90" fmla="*/ 103417 h 165198"/>
                <a:gd name="connsiteX91" fmla="*/ 32289 w 142610"/>
                <a:gd name="connsiteY91" fmla="*/ 106103 h 165198"/>
                <a:gd name="connsiteX92" fmla="*/ 34980 w 142610"/>
                <a:gd name="connsiteY92" fmla="*/ 110132 h 165198"/>
                <a:gd name="connsiteX93" fmla="*/ 36325 w 142610"/>
                <a:gd name="connsiteY93" fmla="*/ 116848 h 165198"/>
                <a:gd name="connsiteX94" fmla="*/ 39016 w 142610"/>
                <a:gd name="connsiteY94" fmla="*/ 118191 h 165198"/>
                <a:gd name="connsiteX95" fmla="*/ 43052 w 142610"/>
                <a:gd name="connsiteY95" fmla="*/ 115505 h 165198"/>
                <a:gd name="connsiteX96" fmla="*/ 43052 w 142610"/>
                <a:gd name="connsiteY96" fmla="*/ 111475 h 165198"/>
                <a:gd name="connsiteX97" fmla="*/ 45743 w 142610"/>
                <a:gd name="connsiteY97" fmla="*/ 106103 h 165198"/>
                <a:gd name="connsiteX98" fmla="*/ 47088 w 142610"/>
                <a:gd name="connsiteY98" fmla="*/ 108789 h 165198"/>
                <a:gd name="connsiteX99" fmla="*/ 45743 w 142610"/>
                <a:gd name="connsiteY99" fmla="*/ 111475 h 165198"/>
                <a:gd name="connsiteX100" fmla="*/ 47088 w 142610"/>
                <a:gd name="connsiteY100" fmla="*/ 116848 h 165198"/>
                <a:gd name="connsiteX101" fmla="*/ 51124 w 142610"/>
                <a:gd name="connsiteY101" fmla="*/ 123563 h 165198"/>
                <a:gd name="connsiteX102" fmla="*/ 57851 w 142610"/>
                <a:gd name="connsiteY102" fmla="*/ 127592 h 165198"/>
                <a:gd name="connsiteX103" fmla="*/ 61887 w 142610"/>
                <a:gd name="connsiteY103" fmla="*/ 127592 h 165198"/>
                <a:gd name="connsiteX104" fmla="*/ 64578 w 142610"/>
                <a:gd name="connsiteY104" fmla="*/ 124906 h 165198"/>
                <a:gd name="connsiteX105" fmla="*/ 67269 w 142610"/>
                <a:gd name="connsiteY105" fmla="*/ 126249 h 165198"/>
                <a:gd name="connsiteX106" fmla="*/ 65923 w 142610"/>
                <a:gd name="connsiteY106" fmla="*/ 128935 h 165198"/>
                <a:gd name="connsiteX107" fmla="*/ 63233 w 142610"/>
                <a:gd name="connsiteY107" fmla="*/ 128935 h 165198"/>
                <a:gd name="connsiteX108" fmla="*/ 61887 w 142610"/>
                <a:gd name="connsiteY108" fmla="*/ 131622 h 165198"/>
                <a:gd name="connsiteX109" fmla="*/ 57851 w 142610"/>
                <a:gd name="connsiteY109" fmla="*/ 134308 h 165198"/>
                <a:gd name="connsiteX110" fmla="*/ 57851 w 142610"/>
                <a:gd name="connsiteY110" fmla="*/ 136994 h 165198"/>
                <a:gd name="connsiteX111" fmla="*/ 61887 w 142610"/>
                <a:gd name="connsiteY111" fmla="*/ 141023 h 165198"/>
                <a:gd name="connsiteX112" fmla="*/ 61887 w 142610"/>
                <a:gd name="connsiteY112" fmla="*/ 145052 h 165198"/>
                <a:gd name="connsiteX113" fmla="*/ 59196 w 142610"/>
                <a:gd name="connsiteY113" fmla="*/ 145052 h 165198"/>
                <a:gd name="connsiteX114" fmla="*/ 56506 w 142610"/>
                <a:gd name="connsiteY114" fmla="*/ 143709 h 165198"/>
                <a:gd name="connsiteX115" fmla="*/ 56506 w 142610"/>
                <a:gd name="connsiteY115" fmla="*/ 147738 h 165198"/>
                <a:gd name="connsiteX116" fmla="*/ 59196 w 142610"/>
                <a:gd name="connsiteY116" fmla="*/ 150425 h 165198"/>
                <a:gd name="connsiteX117" fmla="*/ 67269 w 142610"/>
                <a:gd name="connsiteY117" fmla="*/ 150425 h 165198"/>
                <a:gd name="connsiteX118" fmla="*/ 72650 w 142610"/>
                <a:gd name="connsiteY118" fmla="*/ 153111 h 165198"/>
                <a:gd name="connsiteX119" fmla="*/ 78032 w 142610"/>
                <a:gd name="connsiteY119" fmla="*/ 151768 h 165198"/>
                <a:gd name="connsiteX120" fmla="*/ 83414 w 142610"/>
                <a:gd name="connsiteY120" fmla="*/ 154454 h 165198"/>
                <a:gd name="connsiteX121" fmla="*/ 83414 w 142610"/>
                <a:gd name="connsiteY121" fmla="*/ 149082 h 165198"/>
                <a:gd name="connsiteX122" fmla="*/ 86104 w 142610"/>
                <a:gd name="connsiteY122" fmla="*/ 150425 h 165198"/>
                <a:gd name="connsiteX123" fmla="*/ 88795 w 142610"/>
                <a:gd name="connsiteY123" fmla="*/ 154454 h 165198"/>
                <a:gd name="connsiteX124" fmla="*/ 90140 w 142610"/>
                <a:gd name="connsiteY124" fmla="*/ 161169 h 165198"/>
                <a:gd name="connsiteX125" fmla="*/ 94176 w 142610"/>
                <a:gd name="connsiteY125" fmla="*/ 163855 h 165198"/>
                <a:gd name="connsiteX126" fmla="*/ 98212 w 142610"/>
                <a:gd name="connsiteY126" fmla="*/ 163855 h 165198"/>
                <a:gd name="connsiteX127" fmla="*/ 100903 w 142610"/>
                <a:gd name="connsiteY127" fmla="*/ 159826 h 165198"/>
                <a:gd name="connsiteX128" fmla="*/ 100903 w 142610"/>
                <a:gd name="connsiteY128" fmla="*/ 154454 h 165198"/>
                <a:gd name="connsiteX129" fmla="*/ 94176 w 142610"/>
                <a:gd name="connsiteY129" fmla="*/ 151768 h 165198"/>
                <a:gd name="connsiteX130" fmla="*/ 91485 w 142610"/>
                <a:gd name="connsiteY130" fmla="*/ 150425 h 165198"/>
                <a:gd name="connsiteX131" fmla="*/ 94176 w 142610"/>
                <a:gd name="connsiteY131" fmla="*/ 149082 h 165198"/>
                <a:gd name="connsiteX132" fmla="*/ 96867 w 142610"/>
                <a:gd name="connsiteY132" fmla="*/ 149082 h 165198"/>
                <a:gd name="connsiteX133" fmla="*/ 102249 w 142610"/>
                <a:gd name="connsiteY133" fmla="*/ 153111 h 165198"/>
                <a:gd name="connsiteX134" fmla="*/ 104939 w 142610"/>
                <a:gd name="connsiteY134" fmla="*/ 155797 h 165198"/>
                <a:gd name="connsiteX135" fmla="*/ 106285 w 142610"/>
                <a:gd name="connsiteY135" fmla="*/ 161169 h 165198"/>
                <a:gd name="connsiteX136" fmla="*/ 108976 w 142610"/>
                <a:gd name="connsiteY136" fmla="*/ 161169 h 165198"/>
                <a:gd name="connsiteX137" fmla="*/ 110321 w 142610"/>
                <a:gd name="connsiteY137" fmla="*/ 157140 h 165198"/>
                <a:gd name="connsiteX138" fmla="*/ 111666 w 142610"/>
                <a:gd name="connsiteY138" fmla="*/ 155797 h 165198"/>
                <a:gd name="connsiteX139" fmla="*/ 114357 w 142610"/>
                <a:gd name="connsiteY139" fmla="*/ 159826 h 165198"/>
                <a:gd name="connsiteX140" fmla="*/ 121084 w 142610"/>
                <a:gd name="connsiteY140" fmla="*/ 162512 h 165198"/>
                <a:gd name="connsiteX141" fmla="*/ 123775 w 142610"/>
                <a:gd name="connsiteY141" fmla="*/ 162512 h 165198"/>
                <a:gd name="connsiteX142" fmla="*/ 123775 w 142610"/>
                <a:gd name="connsiteY142" fmla="*/ 159826 h 165198"/>
                <a:gd name="connsiteX143" fmla="*/ 119738 w 142610"/>
                <a:gd name="connsiteY143" fmla="*/ 155797 h 165198"/>
                <a:gd name="connsiteX144" fmla="*/ 119738 w 142610"/>
                <a:gd name="connsiteY144" fmla="*/ 153111 h 165198"/>
                <a:gd name="connsiteX145" fmla="*/ 122429 w 142610"/>
                <a:gd name="connsiteY145" fmla="*/ 153111 h 165198"/>
                <a:gd name="connsiteX146" fmla="*/ 127811 w 142610"/>
                <a:gd name="connsiteY146" fmla="*/ 155797 h 165198"/>
                <a:gd name="connsiteX147" fmla="*/ 129156 w 142610"/>
                <a:gd name="connsiteY147" fmla="*/ 158483 h 165198"/>
                <a:gd name="connsiteX148" fmla="*/ 130502 w 142610"/>
                <a:gd name="connsiteY148" fmla="*/ 158483 h 165198"/>
                <a:gd name="connsiteX149" fmla="*/ 133192 w 142610"/>
                <a:gd name="connsiteY149" fmla="*/ 162512 h 165198"/>
                <a:gd name="connsiteX150" fmla="*/ 135883 w 142610"/>
                <a:gd name="connsiteY150" fmla="*/ 165199 h 165198"/>
                <a:gd name="connsiteX151" fmla="*/ 138574 w 142610"/>
                <a:gd name="connsiteY151" fmla="*/ 163855 h 165198"/>
                <a:gd name="connsiteX152" fmla="*/ 138574 w 142610"/>
                <a:gd name="connsiteY152" fmla="*/ 159826 h 165198"/>
                <a:gd name="connsiteX153" fmla="*/ 137229 w 142610"/>
                <a:gd name="connsiteY153" fmla="*/ 155797 h 165198"/>
                <a:gd name="connsiteX154" fmla="*/ 133192 w 142610"/>
                <a:gd name="connsiteY154" fmla="*/ 155797 h 165198"/>
                <a:gd name="connsiteX155" fmla="*/ 131847 w 142610"/>
                <a:gd name="connsiteY155" fmla="*/ 153111 h 165198"/>
                <a:gd name="connsiteX156" fmla="*/ 131847 w 142610"/>
                <a:gd name="connsiteY156" fmla="*/ 151768 h 165198"/>
                <a:gd name="connsiteX157" fmla="*/ 134538 w 142610"/>
                <a:gd name="connsiteY157" fmla="*/ 153111 h 165198"/>
                <a:gd name="connsiteX158" fmla="*/ 137229 w 142610"/>
                <a:gd name="connsiteY158" fmla="*/ 153111 h 165198"/>
                <a:gd name="connsiteX159" fmla="*/ 141265 w 142610"/>
                <a:gd name="connsiteY159" fmla="*/ 149082 h 165198"/>
                <a:gd name="connsiteX160" fmla="*/ 142610 w 142610"/>
                <a:gd name="connsiteY160" fmla="*/ 145052 h 165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142610" h="165198">
                  <a:moveTo>
                    <a:pt x="142610" y="142366"/>
                  </a:moveTo>
                  <a:lnTo>
                    <a:pt x="135883" y="138337"/>
                  </a:lnTo>
                  <a:lnTo>
                    <a:pt x="133192" y="139680"/>
                  </a:lnTo>
                  <a:lnTo>
                    <a:pt x="129156" y="138337"/>
                  </a:lnTo>
                  <a:lnTo>
                    <a:pt x="125120" y="131622"/>
                  </a:lnTo>
                  <a:lnTo>
                    <a:pt x="119738" y="131622"/>
                  </a:lnTo>
                  <a:lnTo>
                    <a:pt x="111666" y="124906"/>
                  </a:lnTo>
                  <a:lnTo>
                    <a:pt x="108976" y="119534"/>
                  </a:lnTo>
                  <a:lnTo>
                    <a:pt x="103594" y="119534"/>
                  </a:lnTo>
                  <a:lnTo>
                    <a:pt x="96867" y="108789"/>
                  </a:lnTo>
                  <a:lnTo>
                    <a:pt x="87449" y="98045"/>
                  </a:lnTo>
                  <a:lnTo>
                    <a:pt x="84759" y="87300"/>
                  </a:lnTo>
                  <a:lnTo>
                    <a:pt x="79377" y="79242"/>
                  </a:lnTo>
                  <a:lnTo>
                    <a:pt x="79377" y="65811"/>
                  </a:lnTo>
                  <a:lnTo>
                    <a:pt x="75341" y="57752"/>
                  </a:lnTo>
                  <a:lnTo>
                    <a:pt x="72650" y="44322"/>
                  </a:lnTo>
                  <a:lnTo>
                    <a:pt x="72650" y="40292"/>
                  </a:lnTo>
                  <a:lnTo>
                    <a:pt x="73996" y="36263"/>
                  </a:lnTo>
                  <a:lnTo>
                    <a:pt x="73996" y="33577"/>
                  </a:lnTo>
                  <a:lnTo>
                    <a:pt x="68614" y="32234"/>
                  </a:lnTo>
                  <a:lnTo>
                    <a:pt x="65923" y="33577"/>
                  </a:lnTo>
                  <a:lnTo>
                    <a:pt x="61887" y="32234"/>
                  </a:lnTo>
                  <a:lnTo>
                    <a:pt x="63233" y="29548"/>
                  </a:lnTo>
                  <a:lnTo>
                    <a:pt x="69960" y="30891"/>
                  </a:lnTo>
                  <a:lnTo>
                    <a:pt x="76687" y="26862"/>
                  </a:lnTo>
                  <a:lnTo>
                    <a:pt x="76687" y="17460"/>
                  </a:lnTo>
                  <a:lnTo>
                    <a:pt x="75341" y="12088"/>
                  </a:lnTo>
                  <a:lnTo>
                    <a:pt x="71305" y="13431"/>
                  </a:lnTo>
                  <a:lnTo>
                    <a:pt x="67269" y="14774"/>
                  </a:lnTo>
                  <a:lnTo>
                    <a:pt x="68614" y="12088"/>
                  </a:lnTo>
                  <a:lnTo>
                    <a:pt x="75341" y="9401"/>
                  </a:lnTo>
                  <a:lnTo>
                    <a:pt x="76687" y="6715"/>
                  </a:lnTo>
                  <a:lnTo>
                    <a:pt x="75341" y="5372"/>
                  </a:lnTo>
                  <a:lnTo>
                    <a:pt x="65923" y="5372"/>
                  </a:lnTo>
                  <a:lnTo>
                    <a:pt x="52470" y="2686"/>
                  </a:lnTo>
                  <a:lnTo>
                    <a:pt x="48434" y="0"/>
                  </a:lnTo>
                  <a:lnTo>
                    <a:pt x="44397" y="0"/>
                  </a:lnTo>
                  <a:lnTo>
                    <a:pt x="34980" y="5372"/>
                  </a:lnTo>
                  <a:lnTo>
                    <a:pt x="25562" y="5372"/>
                  </a:lnTo>
                  <a:lnTo>
                    <a:pt x="22872" y="8058"/>
                  </a:lnTo>
                  <a:lnTo>
                    <a:pt x="16145" y="13431"/>
                  </a:lnTo>
                  <a:lnTo>
                    <a:pt x="14799" y="18803"/>
                  </a:lnTo>
                  <a:lnTo>
                    <a:pt x="13454" y="22832"/>
                  </a:lnTo>
                  <a:lnTo>
                    <a:pt x="14799" y="26862"/>
                  </a:lnTo>
                  <a:lnTo>
                    <a:pt x="20181" y="28205"/>
                  </a:lnTo>
                  <a:lnTo>
                    <a:pt x="21526" y="29548"/>
                  </a:lnTo>
                  <a:lnTo>
                    <a:pt x="20181" y="32234"/>
                  </a:lnTo>
                  <a:lnTo>
                    <a:pt x="14799" y="32234"/>
                  </a:lnTo>
                  <a:lnTo>
                    <a:pt x="10763" y="33577"/>
                  </a:lnTo>
                  <a:lnTo>
                    <a:pt x="5381" y="41635"/>
                  </a:lnTo>
                  <a:lnTo>
                    <a:pt x="5381" y="47008"/>
                  </a:lnTo>
                  <a:lnTo>
                    <a:pt x="8072" y="49694"/>
                  </a:lnTo>
                  <a:lnTo>
                    <a:pt x="12108" y="48351"/>
                  </a:lnTo>
                  <a:lnTo>
                    <a:pt x="18835" y="45665"/>
                  </a:lnTo>
                  <a:lnTo>
                    <a:pt x="20181" y="47008"/>
                  </a:lnTo>
                  <a:lnTo>
                    <a:pt x="14799" y="51037"/>
                  </a:lnTo>
                  <a:lnTo>
                    <a:pt x="13454" y="56409"/>
                  </a:lnTo>
                  <a:lnTo>
                    <a:pt x="16145" y="56409"/>
                  </a:lnTo>
                  <a:lnTo>
                    <a:pt x="20181" y="52380"/>
                  </a:lnTo>
                  <a:lnTo>
                    <a:pt x="24217" y="51037"/>
                  </a:lnTo>
                  <a:lnTo>
                    <a:pt x="24217" y="53723"/>
                  </a:lnTo>
                  <a:lnTo>
                    <a:pt x="20181" y="56409"/>
                  </a:lnTo>
                  <a:lnTo>
                    <a:pt x="20181" y="60438"/>
                  </a:lnTo>
                  <a:lnTo>
                    <a:pt x="22872" y="64468"/>
                  </a:lnTo>
                  <a:lnTo>
                    <a:pt x="28253" y="64468"/>
                  </a:lnTo>
                  <a:lnTo>
                    <a:pt x="25562" y="65811"/>
                  </a:lnTo>
                  <a:lnTo>
                    <a:pt x="21526" y="67154"/>
                  </a:lnTo>
                  <a:lnTo>
                    <a:pt x="18835" y="69840"/>
                  </a:lnTo>
                  <a:lnTo>
                    <a:pt x="18835" y="73869"/>
                  </a:lnTo>
                  <a:lnTo>
                    <a:pt x="21526" y="77899"/>
                  </a:lnTo>
                  <a:lnTo>
                    <a:pt x="20181" y="80585"/>
                  </a:lnTo>
                  <a:lnTo>
                    <a:pt x="16145" y="79242"/>
                  </a:lnTo>
                  <a:lnTo>
                    <a:pt x="12108" y="80585"/>
                  </a:lnTo>
                  <a:lnTo>
                    <a:pt x="8072" y="77899"/>
                  </a:lnTo>
                  <a:lnTo>
                    <a:pt x="5381" y="79242"/>
                  </a:lnTo>
                  <a:lnTo>
                    <a:pt x="0" y="84614"/>
                  </a:lnTo>
                  <a:lnTo>
                    <a:pt x="1345" y="89986"/>
                  </a:lnTo>
                  <a:lnTo>
                    <a:pt x="2691" y="96702"/>
                  </a:lnTo>
                  <a:lnTo>
                    <a:pt x="1345" y="102074"/>
                  </a:lnTo>
                  <a:lnTo>
                    <a:pt x="2691" y="106103"/>
                  </a:lnTo>
                  <a:lnTo>
                    <a:pt x="9418" y="112818"/>
                  </a:lnTo>
                  <a:lnTo>
                    <a:pt x="9418" y="115505"/>
                  </a:lnTo>
                  <a:lnTo>
                    <a:pt x="16145" y="120877"/>
                  </a:lnTo>
                  <a:lnTo>
                    <a:pt x="21526" y="122220"/>
                  </a:lnTo>
                  <a:lnTo>
                    <a:pt x="24217" y="120877"/>
                  </a:lnTo>
                  <a:lnTo>
                    <a:pt x="28253" y="119534"/>
                  </a:lnTo>
                  <a:lnTo>
                    <a:pt x="32289" y="114162"/>
                  </a:lnTo>
                  <a:lnTo>
                    <a:pt x="30943" y="106103"/>
                  </a:lnTo>
                  <a:lnTo>
                    <a:pt x="32289" y="102074"/>
                  </a:lnTo>
                  <a:lnTo>
                    <a:pt x="34980" y="96702"/>
                  </a:lnTo>
                  <a:lnTo>
                    <a:pt x="32289" y="103417"/>
                  </a:lnTo>
                  <a:lnTo>
                    <a:pt x="32289" y="106103"/>
                  </a:lnTo>
                  <a:lnTo>
                    <a:pt x="34980" y="110132"/>
                  </a:lnTo>
                  <a:lnTo>
                    <a:pt x="36325" y="116848"/>
                  </a:lnTo>
                  <a:lnTo>
                    <a:pt x="39016" y="118191"/>
                  </a:lnTo>
                  <a:lnTo>
                    <a:pt x="43052" y="115505"/>
                  </a:lnTo>
                  <a:lnTo>
                    <a:pt x="43052" y="111475"/>
                  </a:lnTo>
                  <a:lnTo>
                    <a:pt x="45743" y="106103"/>
                  </a:lnTo>
                  <a:lnTo>
                    <a:pt x="47088" y="108789"/>
                  </a:lnTo>
                  <a:lnTo>
                    <a:pt x="45743" y="111475"/>
                  </a:lnTo>
                  <a:lnTo>
                    <a:pt x="47088" y="116848"/>
                  </a:lnTo>
                  <a:lnTo>
                    <a:pt x="51124" y="123563"/>
                  </a:lnTo>
                  <a:lnTo>
                    <a:pt x="57851" y="127592"/>
                  </a:lnTo>
                  <a:lnTo>
                    <a:pt x="61887" y="127592"/>
                  </a:lnTo>
                  <a:lnTo>
                    <a:pt x="64578" y="124906"/>
                  </a:lnTo>
                  <a:lnTo>
                    <a:pt x="67269" y="126249"/>
                  </a:lnTo>
                  <a:lnTo>
                    <a:pt x="65923" y="128935"/>
                  </a:lnTo>
                  <a:lnTo>
                    <a:pt x="63233" y="128935"/>
                  </a:lnTo>
                  <a:lnTo>
                    <a:pt x="61887" y="131622"/>
                  </a:lnTo>
                  <a:lnTo>
                    <a:pt x="57851" y="134308"/>
                  </a:lnTo>
                  <a:lnTo>
                    <a:pt x="57851" y="136994"/>
                  </a:lnTo>
                  <a:lnTo>
                    <a:pt x="61887" y="141023"/>
                  </a:lnTo>
                  <a:lnTo>
                    <a:pt x="61887" y="145052"/>
                  </a:lnTo>
                  <a:lnTo>
                    <a:pt x="59196" y="145052"/>
                  </a:lnTo>
                  <a:lnTo>
                    <a:pt x="56506" y="143709"/>
                  </a:lnTo>
                  <a:lnTo>
                    <a:pt x="56506" y="147738"/>
                  </a:lnTo>
                  <a:lnTo>
                    <a:pt x="59196" y="150425"/>
                  </a:lnTo>
                  <a:lnTo>
                    <a:pt x="67269" y="150425"/>
                  </a:lnTo>
                  <a:lnTo>
                    <a:pt x="72650" y="153111"/>
                  </a:lnTo>
                  <a:lnTo>
                    <a:pt x="78032" y="151768"/>
                  </a:lnTo>
                  <a:lnTo>
                    <a:pt x="83414" y="154454"/>
                  </a:lnTo>
                  <a:lnTo>
                    <a:pt x="83414" y="149082"/>
                  </a:lnTo>
                  <a:lnTo>
                    <a:pt x="86104" y="150425"/>
                  </a:lnTo>
                  <a:lnTo>
                    <a:pt x="88795" y="154454"/>
                  </a:lnTo>
                  <a:lnTo>
                    <a:pt x="90140" y="161169"/>
                  </a:lnTo>
                  <a:lnTo>
                    <a:pt x="94176" y="163855"/>
                  </a:lnTo>
                  <a:lnTo>
                    <a:pt x="98212" y="163855"/>
                  </a:lnTo>
                  <a:lnTo>
                    <a:pt x="100903" y="159826"/>
                  </a:lnTo>
                  <a:lnTo>
                    <a:pt x="100903" y="154454"/>
                  </a:lnTo>
                  <a:lnTo>
                    <a:pt x="94176" y="151768"/>
                  </a:lnTo>
                  <a:lnTo>
                    <a:pt x="91485" y="150425"/>
                  </a:lnTo>
                  <a:lnTo>
                    <a:pt x="94176" y="149082"/>
                  </a:lnTo>
                  <a:lnTo>
                    <a:pt x="96867" y="149082"/>
                  </a:lnTo>
                  <a:lnTo>
                    <a:pt x="102249" y="153111"/>
                  </a:lnTo>
                  <a:lnTo>
                    <a:pt x="104939" y="155797"/>
                  </a:lnTo>
                  <a:lnTo>
                    <a:pt x="106285" y="161169"/>
                  </a:lnTo>
                  <a:lnTo>
                    <a:pt x="108976" y="161169"/>
                  </a:lnTo>
                  <a:lnTo>
                    <a:pt x="110321" y="157140"/>
                  </a:lnTo>
                  <a:lnTo>
                    <a:pt x="111666" y="155797"/>
                  </a:lnTo>
                  <a:lnTo>
                    <a:pt x="114357" y="159826"/>
                  </a:lnTo>
                  <a:lnTo>
                    <a:pt x="121084" y="162512"/>
                  </a:lnTo>
                  <a:lnTo>
                    <a:pt x="123775" y="162512"/>
                  </a:lnTo>
                  <a:lnTo>
                    <a:pt x="123775" y="159826"/>
                  </a:lnTo>
                  <a:lnTo>
                    <a:pt x="119738" y="155797"/>
                  </a:lnTo>
                  <a:lnTo>
                    <a:pt x="119738" y="153111"/>
                  </a:lnTo>
                  <a:lnTo>
                    <a:pt x="122429" y="153111"/>
                  </a:lnTo>
                  <a:lnTo>
                    <a:pt x="127811" y="155797"/>
                  </a:lnTo>
                  <a:lnTo>
                    <a:pt x="129156" y="158483"/>
                  </a:lnTo>
                  <a:lnTo>
                    <a:pt x="130502" y="158483"/>
                  </a:lnTo>
                  <a:lnTo>
                    <a:pt x="133192" y="162512"/>
                  </a:lnTo>
                  <a:lnTo>
                    <a:pt x="135883" y="165199"/>
                  </a:lnTo>
                  <a:lnTo>
                    <a:pt x="138574" y="163855"/>
                  </a:lnTo>
                  <a:lnTo>
                    <a:pt x="138574" y="159826"/>
                  </a:lnTo>
                  <a:lnTo>
                    <a:pt x="137229" y="155797"/>
                  </a:lnTo>
                  <a:lnTo>
                    <a:pt x="133192" y="155797"/>
                  </a:lnTo>
                  <a:lnTo>
                    <a:pt x="131847" y="153111"/>
                  </a:lnTo>
                  <a:lnTo>
                    <a:pt x="131847" y="151768"/>
                  </a:lnTo>
                  <a:lnTo>
                    <a:pt x="134538" y="153111"/>
                  </a:lnTo>
                  <a:lnTo>
                    <a:pt x="137229" y="153111"/>
                  </a:lnTo>
                  <a:lnTo>
                    <a:pt x="141265" y="149082"/>
                  </a:lnTo>
                  <a:lnTo>
                    <a:pt x="142610" y="14505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E0503EA-FB25-32E0-5C32-0F9C36BC3036}"/>
                </a:ext>
              </a:extLst>
            </p:cNvPr>
            <p:cNvSpPr/>
            <p:nvPr/>
          </p:nvSpPr>
          <p:spPr>
            <a:xfrm>
              <a:off x="8091097" y="2602344"/>
              <a:ext cx="8072" cy="13430"/>
            </a:xfrm>
            <a:custGeom>
              <a:avLst/>
              <a:gdLst>
                <a:gd name="connsiteX0" fmla="*/ 8072 w 8072"/>
                <a:gd name="connsiteY0" fmla="*/ 10745 h 13430"/>
                <a:gd name="connsiteX1" fmla="*/ 6727 w 8072"/>
                <a:gd name="connsiteY1" fmla="*/ 5372 h 13430"/>
                <a:gd name="connsiteX2" fmla="*/ 8072 w 8072"/>
                <a:gd name="connsiteY2" fmla="*/ 4029 h 13430"/>
                <a:gd name="connsiteX3" fmla="*/ 6727 w 8072"/>
                <a:gd name="connsiteY3" fmla="*/ 1343 h 13430"/>
                <a:gd name="connsiteX4" fmla="*/ 4036 w 8072"/>
                <a:gd name="connsiteY4" fmla="*/ 0 h 13430"/>
                <a:gd name="connsiteX5" fmla="*/ 0 w 8072"/>
                <a:gd name="connsiteY5" fmla="*/ 4029 h 13430"/>
                <a:gd name="connsiteX6" fmla="*/ 1345 w 8072"/>
                <a:gd name="connsiteY6" fmla="*/ 6715 h 13430"/>
                <a:gd name="connsiteX7" fmla="*/ 4036 w 8072"/>
                <a:gd name="connsiteY7" fmla="*/ 10745 h 13430"/>
                <a:gd name="connsiteX8" fmla="*/ 5381 w 8072"/>
                <a:gd name="connsiteY8" fmla="*/ 13431 h 13430"/>
                <a:gd name="connsiteX9" fmla="*/ 8072 w 8072"/>
                <a:gd name="connsiteY9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2" h="13430">
                  <a:moveTo>
                    <a:pt x="8072" y="10745"/>
                  </a:moveTo>
                  <a:lnTo>
                    <a:pt x="6727" y="5372"/>
                  </a:lnTo>
                  <a:lnTo>
                    <a:pt x="8072" y="4029"/>
                  </a:lnTo>
                  <a:lnTo>
                    <a:pt x="6727" y="1343"/>
                  </a:lnTo>
                  <a:lnTo>
                    <a:pt x="4036" y="0"/>
                  </a:lnTo>
                  <a:lnTo>
                    <a:pt x="0" y="4029"/>
                  </a:lnTo>
                  <a:lnTo>
                    <a:pt x="1345" y="6715"/>
                  </a:lnTo>
                  <a:lnTo>
                    <a:pt x="4036" y="10745"/>
                  </a:lnTo>
                  <a:lnTo>
                    <a:pt x="5381" y="13431"/>
                  </a:lnTo>
                  <a:lnTo>
                    <a:pt x="8072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4C01E5EE-9C82-D264-24DE-433313C15DE2}"/>
                </a:ext>
              </a:extLst>
            </p:cNvPr>
            <p:cNvSpPr/>
            <p:nvPr/>
          </p:nvSpPr>
          <p:spPr>
            <a:xfrm>
              <a:off x="8231016" y="2520416"/>
              <a:ext cx="5381" cy="6715"/>
            </a:xfrm>
            <a:custGeom>
              <a:avLst/>
              <a:gdLst>
                <a:gd name="connsiteX0" fmla="*/ 2691 w 5381"/>
                <a:gd name="connsiteY0" fmla="*/ 6715 h 6715"/>
                <a:gd name="connsiteX1" fmla="*/ 5382 w 5381"/>
                <a:gd name="connsiteY1" fmla="*/ 6715 h 6715"/>
                <a:gd name="connsiteX2" fmla="*/ 5382 w 5381"/>
                <a:gd name="connsiteY2" fmla="*/ 4029 h 6715"/>
                <a:gd name="connsiteX3" fmla="*/ 2691 w 5381"/>
                <a:gd name="connsiteY3" fmla="*/ 0 h 6715"/>
                <a:gd name="connsiteX4" fmla="*/ 0 w 5381"/>
                <a:gd name="connsiteY4" fmla="*/ 1343 h 6715"/>
                <a:gd name="connsiteX5" fmla="*/ 0 w 5381"/>
                <a:gd name="connsiteY5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6715">
                  <a:moveTo>
                    <a:pt x="2691" y="6715"/>
                  </a:moveTo>
                  <a:lnTo>
                    <a:pt x="5382" y="6715"/>
                  </a:lnTo>
                  <a:lnTo>
                    <a:pt x="5382" y="4029"/>
                  </a:lnTo>
                  <a:lnTo>
                    <a:pt x="2691" y="0"/>
                  </a:lnTo>
                  <a:lnTo>
                    <a:pt x="0" y="1343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06C730B9-EC06-7EED-7819-5E12AB090F9D}"/>
                </a:ext>
              </a:extLst>
            </p:cNvPr>
            <p:cNvSpPr/>
            <p:nvPr/>
          </p:nvSpPr>
          <p:spPr>
            <a:xfrm>
              <a:off x="8322502" y="2374020"/>
              <a:ext cx="40361" cy="44321"/>
            </a:xfrm>
            <a:custGeom>
              <a:avLst/>
              <a:gdLst>
                <a:gd name="connsiteX0" fmla="*/ 16144 w 40361"/>
                <a:gd name="connsiteY0" fmla="*/ 40292 h 44321"/>
                <a:gd name="connsiteX1" fmla="*/ 21526 w 40361"/>
                <a:gd name="connsiteY1" fmla="*/ 40292 h 44321"/>
                <a:gd name="connsiteX2" fmla="*/ 28253 w 40361"/>
                <a:gd name="connsiteY2" fmla="*/ 34920 h 44321"/>
                <a:gd name="connsiteX3" fmla="*/ 33634 w 40361"/>
                <a:gd name="connsiteY3" fmla="*/ 28205 h 44321"/>
                <a:gd name="connsiteX4" fmla="*/ 33634 w 40361"/>
                <a:gd name="connsiteY4" fmla="*/ 20146 h 44321"/>
                <a:gd name="connsiteX5" fmla="*/ 36325 w 40361"/>
                <a:gd name="connsiteY5" fmla="*/ 16117 h 44321"/>
                <a:gd name="connsiteX6" fmla="*/ 39016 w 40361"/>
                <a:gd name="connsiteY6" fmla="*/ 21489 h 44321"/>
                <a:gd name="connsiteX7" fmla="*/ 36325 w 40361"/>
                <a:gd name="connsiteY7" fmla="*/ 28205 h 44321"/>
                <a:gd name="connsiteX8" fmla="*/ 40361 w 40361"/>
                <a:gd name="connsiteY8" fmla="*/ 21489 h 44321"/>
                <a:gd name="connsiteX9" fmla="*/ 40361 w 40361"/>
                <a:gd name="connsiteY9" fmla="*/ 16117 h 44321"/>
                <a:gd name="connsiteX10" fmla="*/ 36325 w 40361"/>
                <a:gd name="connsiteY10" fmla="*/ 9401 h 44321"/>
                <a:gd name="connsiteX11" fmla="*/ 17490 w 40361"/>
                <a:gd name="connsiteY11" fmla="*/ 2686 h 44321"/>
                <a:gd name="connsiteX12" fmla="*/ 8072 w 40361"/>
                <a:gd name="connsiteY12" fmla="*/ 0 h 44321"/>
                <a:gd name="connsiteX13" fmla="*/ 2691 w 40361"/>
                <a:gd name="connsiteY13" fmla="*/ 4029 h 44321"/>
                <a:gd name="connsiteX14" fmla="*/ 0 w 40361"/>
                <a:gd name="connsiteY14" fmla="*/ 14774 h 44321"/>
                <a:gd name="connsiteX15" fmla="*/ 0 w 40361"/>
                <a:gd name="connsiteY15" fmla="*/ 26862 h 44321"/>
                <a:gd name="connsiteX16" fmla="*/ 2691 w 40361"/>
                <a:gd name="connsiteY16" fmla="*/ 33577 h 44321"/>
                <a:gd name="connsiteX17" fmla="*/ 4036 w 40361"/>
                <a:gd name="connsiteY17" fmla="*/ 40292 h 44321"/>
                <a:gd name="connsiteX18" fmla="*/ 5381 w 40361"/>
                <a:gd name="connsiteY18" fmla="*/ 38949 h 44321"/>
                <a:gd name="connsiteX19" fmla="*/ 9417 w 40361"/>
                <a:gd name="connsiteY19" fmla="*/ 40292 h 44321"/>
                <a:gd name="connsiteX20" fmla="*/ 8072 w 40361"/>
                <a:gd name="connsiteY20" fmla="*/ 44322 h 44321"/>
                <a:gd name="connsiteX21" fmla="*/ 12108 w 40361"/>
                <a:gd name="connsiteY21" fmla="*/ 44322 h 44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361" h="44321">
                  <a:moveTo>
                    <a:pt x="16144" y="40292"/>
                  </a:moveTo>
                  <a:lnTo>
                    <a:pt x="21526" y="40292"/>
                  </a:lnTo>
                  <a:lnTo>
                    <a:pt x="28253" y="34920"/>
                  </a:lnTo>
                  <a:lnTo>
                    <a:pt x="33634" y="28205"/>
                  </a:lnTo>
                  <a:lnTo>
                    <a:pt x="33634" y="20146"/>
                  </a:lnTo>
                  <a:lnTo>
                    <a:pt x="36325" y="16117"/>
                  </a:lnTo>
                  <a:lnTo>
                    <a:pt x="39016" y="21489"/>
                  </a:lnTo>
                  <a:lnTo>
                    <a:pt x="36325" y="28205"/>
                  </a:lnTo>
                  <a:lnTo>
                    <a:pt x="40361" y="21489"/>
                  </a:lnTo>
                  <a:lnTo>
                    <a:pt x="40361" y="16117"/>
                  </a:lnTo>
                  <a:lnTo>
                    <a:pt x="36325" y="9401"/>
                  </a:lnTo>
                  <a:lnTo>
                    <a:pt x="17490" y="2686"/>
                  </a:lnTo>
                  <a:lnTo>
                    <a:pt x="8072" y="0"/>
                  </a:lnTo>
                  <a:lnTo>
                    <a:pt x="2691" y="4029"/>
                  </a:lnTo>
                  <a:lnTo>
                    <a:pt x="0" y="14774"/>
                  </a:lnTo>
                  <a:lnTo>
                    <a:pt x="0" y="26862"/>
                  </a:lnTo>
                  <a:lnTo>
                    <a:pt x="2691" y="33577"/>
                  </a:lnTo>
                  <a:lnTo>
                    <a:pt x="4036" y="40292"/>
                  </a:lnTo>
                  <a:lnTo>
                    <a:pt x="5381" y="38949"/>
                  </a:lnTo>
                  <a:lnTo>
                    <a:pt x="9417" y="40292"/>
                  </a:lnTo>
                  <a:lnTo>
                    <a:pt x="8072" y="44322"/>
                  </a:lnTo>
                  <a:lnTo>
                    <a:pt x="12108" y="4432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B047A622-11A9-7226-D1A5-8C2FCAD8C965}"/>
                </a:ext>
              </a:extLst>
            </p:cNvPr>
            <p:cNvSpPr/>
            <p:nvPr/>
          </p:nvSpPr>
          <p:spPr>
            <a:xfrm>
              <a:off x="8385734" y="2419685"/>
              <a:ext cx="10763" cy="5372"/>
            </a:xfrm>
            <a:custGeom>
              <a:avLst/>
              <a:gdLst>
                <a:gd name="connsiteX0" fmla="*/ 0 w 10763"/>
                <a:gd name="connsiteY0" fmla="*/ 5372 h 5372"/>
                <a:gd name="connsiteX1" fmla="*/ 1345 w 10763"/>
                <a:gd name="connsiteY1" fmla="*/ 5372 h 5372"/>
                <a:gd name="connsiteX2" fmla="*/ 2691 w 10763"/>
                <a:gd name="connsiteY2" fmla="*/ 2686 h 5372"/>
                <a:gd name="connsiteX3" fmla="*/ 8072 w 10763"/>
                <a:gd name="connsiteY3" fmla="*/ 2686 h 5372"/>
                <a:gd name="connsiteX4" fmla="*/ 10763 w 10763"/>
                <a:gd name="connsiteY4" fmla="*/ 0 h 5372"/>
                <a:gd name="connsiteX5" fmla="*/ 4036 w 10763"/>
                <a:gd name="connsiteY5" fmla="*/ 0 h 5372"/>
                <a:gd name="connsiteX6" fmla="*/ 0 w 10763"/>
                <a:gd name="connsiteY6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63" h="5372">
                  <a:moveTo>
                    <a:pt x="0" y="5372"/>
                  </a:moveTo>
                  <a:lnTo>
                    <a:pt x="1345" y="5372"/>
                  </a:lnTo>
                  <a:lnTo>
                    <a:pt x="2691" y="2686"/>
                  </a:lnTo>
                  <a:lnTo>
                    <a:pt x="8072" y="2686"/>
                  </a:lnTo>
                  <a:lnTo>
                    <a:pt x="10763" y="0"/>
                  </a:lnTo>
                  <a:lnTo>
                    <a:pt x="4036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F9D7BC5B-5A8E-D78D-4E61-48452A417620}"/>
                </a:ext>
              </a:extLst>
            </p:cNvPr>
            <p:cNvSpPr/>
            <p:nvPr/>
          </p:nvSpPr>
          <p:spPr>
            <a:xfrm>
              <a:off x="8459730" y="2416999"/>
              <a:ext cx="5381" cy="8058"/>
            </a:xfrm>
            <a:custGeom>
              <a:avLst/>
              <a:gdLst>
                <a:gd name="connsiteX0" fmla="*/ 0 w 5381"/>
                <a:gd name="connsiteY0" fmla="*/ 5372 h 8058"/>
                <a:gd name="connsiteX1" fmla="*/ 2691 w 5381"/>
                <a:gd name="connsiteY1" fmla="*/ 8059 h 8058"/>
                <a:gd name="connsiteX2" fmla="*/ 5382 w 5381"/>
                <a:gd name="connsiteY2" fmla="*/ 2686 h 8058"/>
                <a:gd name="connsiteX3" fmla="*/ 5382 w 5381"/>
                <a:gd name="connsiteY3" fmla="*/ 0 h 8058"/>
                <a:gd name="connsiteX4" fmla="*/ 2691 w 5381"/>
                <a:gd name="connsiteY4" fmla="*/ 0 h 8058"/>
                <a:gd name="connsiteX5" fmla="*/ 0 w 5381"/>
                <a:gd name="connsiteY5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8058">
                  <a:moveTo>
                    <a:pt x="0" y="5372"/>
                  </a:moveTo>
                  <a:lnTo>
                    <a:pt x="2691" y="8059"/>
                  </a:lnTo>
                  <a:lnTo>
                    <a:pt x="5382" y="2686"/>
                  </a:lnTo>
                  <a:lnTo>
                    <a:pt x="5382" y="0"/>
                  </a:lnTo>
                  <a:lnTo>
                    <a:pt x="2691" y="0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960372AB-30C0-F2B8-358F-3E82BF420A3C}"/>
                </a:ext>
              </a:extLst>
            </p:cNvPr>
            <p:cNvSpPr/>
            <p:nvPr/>
          </p:nvSpPr>
          <p:spPr>
            <a:xfrm>
              <a:off x="8450313" y="2418342"/>
              <a:ext cx="5381" cy="6715"/>
            </a:xfrm>
            <a:custGeom>
              <a:avLst/>
              <a:gdLst>
                <a:gd name="connsiteX0" fmla="*/ 0 w 5381"/>
                <a:gd name="connsiteY0" fmla="*/ 5372 h 6715"/>
                <a:gd name="connsiteX1" fmla="*/ 4036 w 5381"/>
                <a:gd name="connsiteY1" fmla="*/ 6715 h 6715"/>
                <a:gd name="connsiteX2" fmla="*/ 5381 w 5381"/>
                <a:gd name="connsiteY2" fmla="*/ 2686 h 6715"/>
                <a:gd name="connsiteX3" fmla="*/ 4036 w 5381"/>
                <a:gd name="connsiteY3" fmla="*/ 0 h 6715"/>
                <a:gd name="connsiteX4" fmla="*/ 1345 w 5381"/>
                <a:gd name="connsiteY4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0" y="5372"/>
                  </a:moveTo>
                  <a:lnTo>
                    <a:pt x="4036" y="6715"/>
                  </a:lnTo>
                  <a:lnTo>
                    <a:pt x="5381" y="2686"/>
                  </a:lnTo>
                  <a:lnTo>
                    <a:pt x="4036" y="0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FB1AB638-AC16-7F06-8044-E5C74F2FC230}"/>
                </a:ext>
              </a:extLst>
            </p:cNvPr>
            <p:cNvSpPr/>
            <p:nvPr/>
          </p:nvSpPr>
          <p:spPr>
            <a:xfrm>
              <a:off x="8512200" y="2390137"/>
              <a:ext cx="13453" cy="8058"/>
            </a:xfrm>
            <a:custGeom>
              <a:avLst/>
              <a:gdLst>
                <a:gd name="connsiteX0" fmla="*/ 0 w 13453"/>
                <a:gd name="connsiteY0" fmla="*/ 8059 h 8058"/>
                <a:gd name="connsiteX1" fmla="*/ 2691 w 13453"/>
                <a:gd name="connsiteY1" fmla="*/ 8059 h 8058"/>
                <a:gd name="connsiteX2" fmla="*/ 5381 w 13453"/>
                <a:gd name="connsiteY2" fmla="*/ 6715 h 8058"/>
                <a:gd name="connsiteX3" fmla="*/ 12108 w 13453"/>
                <a:gd name="connsiteY3" fmla="*/ 4029 h 8058"/>
                <a:gd name="connsiteX4" fmla="*/ 13454 w 13453"/>
                <a:gd name="connsiteY4" fmla="*/ 1343 h 8058"/>
                <a:gd name="connsiteX5" fmla="*/ 9417 w 13453"/>
                <a:gd name="connsiteY5" fmla="*/ 0 h 8058"/>
                <a:gd name="connsiteX6" fmla="*/ 2691 w 13453"/>
                <a:gd name="connsiteY6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53" h="8058">
                  <a:moveTo>
                    <a:pt x="0" y="8059"/>
                  </a:moveTo>
                  <a:lnTo>
                    <a:pt x="2691" y="8059"/>
                  </a:lnTo>
                  <a:lnTo>
                    <a:pt x="5381" y="6715"/>
                  </a:lnTo>
                  <a:lnTo>
                    <a:pt x="12108" y="4029"/>
                  </a:lnTo>
                  <a:lnTo>
                    <a:pt x="13454" y="1343"/>
                  </a:lnTo>
                  <a:lnTo>
                    <a:pt x="9417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CC466ACE-B8FD-9019-7C64-21B9C96766C6}"/>
                </a:ext>
              </a:extLst>
            </p:cNvPr>
            <p:cNvSpPr/>
            <p:nvPr/>
          </p:nvSpPr>
          <p:spPr>
            <a:xfrm>
              <a:off x="8486638" y="2391480"/>
              <a:ext cx="6726" cy="4029"/>
            </a:xfrm>
            <a:custGeom>
              <a:avLst/>
              <a:gdLst>
                <a:gd name="connsiteX0" fmla="*/ 0 w 6726"/>
                <a:gd name="connsiteY0" fmla="*/ 1343 h 4029"/>
                <a:gd name="connsiteX1" fmla="*/ 2691 w 6726"/>
                <a:gd name="connsiteY1" fmla="*/ 4029 h 4029"/>
                <a:gd name="connsiteX2" fmla="*/ 6727 w 6726"/>
                <a:gd name="connsiteY2" fmla="*/ 4029 h 4029"/>
                <a:gd name="connsiteX3" fmla="*/ 6727 w 6726"/>
                <a:gd name="connsiteY3" fmla="*/ 1343 h 4029"/>
                <a:gd name="connsiteX4" fmla="*/ 2691 w 6726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4029">
                  <a:moveTo>
                    <a:pt x="0" y="1343"/>
                  </a:moveTo>
                  <a:lnTo>
                    <a:pt x="2691" y="4029"/>
                  </a:lnTo>
                  <a:lnTo>
                    <a:pt x="6727" y="4029"/>
                  </a:lnTo>
                  <a:lnTo>
                    <a:pt x="6727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22531EF9-0FFF-AB79-066E-5F9AC94C0AB0}"/>
                </a:ext>
              </a:extLst>
            </p:cNvPr>
            <p:cNvSpPr/>
            <p:nvPr/>
          </p:nvSpPr>
          <p:spPr>
            <a:xfrm>
              <a:off x="8471839" y="2388794"/>
              <a:ext cx="10762" cy="6715"/>
            </a:xfrm>
            <a:custGeom>
              <a:avLst/>
              <a:gdLst>
                <a:gd name="connsiteX0" fmla="*/ 0 w 10762"/>
                <a:gd name="connsiteY0" fmla="*/ 2686 h 6715"/>
                <a:gd name="connsiteX1" fmla="*/ 2691 w 10762"/>
                <a:gd name="connsiteY1" fmla="*/ 4029 h 6715"/>
                <a:gd name="connsiteX2" fmla="*/ 5381 w 10762"/>
                <a:gd name="connsiteY2" fmla="*/ 5372 h 6715"/>
                <a:gd name="connsiteX3" fmla="*/ 10763 w 10762"/>
                <a:gd name="connsiteY3" fmla="*/ 6715 h 6715"/>
                <a:gd name="connsiteX4" fmla="*/ 8072 w 10762"/>
                <a:gd name="connsiteY4" fmla="*/ 2686 h 6715"/>
                <a:gd name="connsiteX5" fmla="*/ 4036 w 10762"/>
                <a:gd name="connsiteY5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2" h="6715">
                  <a:moveTo>
                    <a:pt x="0" y="2686"/>
                  </a:moveTo>
                  <a:lnTo>
                    <a:pt x="2691" y="4029"/>
                  </a:lnTo>
                  <a:lnTo>
                    <a:pt x="5381" y="5372"/>
                  </a:lnTo>
                  <a:lnTo>
                    <a:pt x="10763" y="6715"/>
                  </a:lnTo>
                  <a:lnTo>
                    <a:pt x="8072" y="2686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C8ACF0B4-DDEE-9C9A-FC09-8348588DEB91}"/>
                </a:ext>
              </a:extLst>
            </p:cNvPr>
            <p:cNvSpPr/>
            <p:nvPr/>
          </p:nvSpPr>
          <p:spPr>
            <a:xfrm>
              <a:off x="8463766" y="2390137"/>
              <a:ext cx="5381" cy="2686"/>
            </a:xfrm>
            <a:custGeom>
              <a:avLst/>
              <a:gdLst>
                <a:gd name="connsiteX0" fmla="*/ 0 w 5381"/>
                <a:gd name="connsiteY0" fmla="*/ 1343 h 2686"/>
                <a:gd name="connsiteX1" fmla="*/ 0 w 5381"/>
                <a:gd name="connsiteY1" fmla="*/ 2686 h 2686"/>
                <a:gd name="connsiteX2" fmla="*/ 4036 w 5381"/>
                <a:gd name="connsiteY2" fmla="*/ 2686 h 2686"/>
                <a:gd name="connsiteX3" fmla="*/ 5381 w 5381"/>
                <a:gd name="connsiteY3" fmla="*/ 0 h 2686"/>
                <a:gd name="connsiteX4" fmla="*/ 4036 w 5381"/>
                <a:gd name="connsiteY4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2686">
                  <a:moveTo>
                    <a:pt x="0" y="1343"/>
                  </a:moveTo>
                  <a:lnTo>
                    <a:pt x="0" y="2686"/>
                  </a:lnTo>
                  <a:lnTo>
                    <a:pt x="4036" y="2686"/>
                  </a:lnTo>
                  <a:lnTo>
                    <a:pt x="5381" y="0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C64613DA-7506-4737-05BE-42370676B629}"/>
                </a:ext>
              </a:extLst>
            </p:cNvPr>
            <p:cNvSpPr/>
            <p:nvPr/>
          </p:nvSpPr>
          <p:spPr>
            <a:xfrm>
              <a:off x="9019407" y="2223596"/>
              <a:ext cx="4036" cy="8058"/>
            </a:xfrm>
            <a:custGeom>
              <a:avLst/>
              <a:gdLst>
                <a:gd name="connsiteX0" fmla="*/ 0 w 4036"/>
                <a:gd name="connsiteY0" fmla="*/ 0 h 8058"/>
                <a:gd name="connsiteX1" fmla="*/ 0 w 4036"/>
                <a:gd name="connsiteY1" fmla="*/ 5372 h 8058"/>
                <a:gd name="connsiteX2" fmla="*/ 2691 w 4036"/>
                <a:gd name="connsiteY2" fmla="*/ 8058 h 8058"/>
                <a:gd name="connsiteX3" fmla="*/ 4036 w 4036"/>
                <a:gd name="connsiteY3" fmla="*/ 4029 h 8058"/>
                <a:gd name="connsiteX4" fmla="*/ 1345 w 4036"/>
                <a:gd name="connsiteY4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8058">
                  <a:moveTo>
                    <a:pt x="0" y="0"/>
                  </a:moveTo>
                  <a:lnTo>
                    <a:pt x="0" y="5372"/>
                  </a:lnTo>
                  <a:lnTo>
                    <a:pt x="2691" y="8058"/>
                  </a:lnTo>
                  <a:lnTo>
                    <a:pt x="4036" y="4029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E617349D-DEF5-A95A-2EA5-3A5B1CB598E0}"/>
                </a:ext>
              </a:extLst>
            </p:cNvPr>
            <p:cNvSpPr/>
            <p:nvPr/>
          </p:nvSpPr>
          <p:spPr>
            <a:xfrm>
              <a:off x="9008644" y="2207479"/>
              <a:ext cx="6726" cy="25518"/>
            </a:xfrm>
            <a:custGeom>
              <a:avLst/>
              <a:gdLst>
                <a:gd name="connsiteX0" fmla="*/ 0 w 6726"/>
                <a:gd name="connsiteY0" fmla="*/ 0 h 25518"/>
                <a:gd name="connsiteX1" fmla="*/ 0 w 6726"/>
                <a:gd name="connsiteY1" fmla="*/ 9402 h 25518"/>
                <a:gd name="connsiteX2" fmla="*/ 2691 w 6726"/>
                <a:gd name="connsiteY2" fmla="*/ 14774 h 25518"/>
                <a:gd name="connsiteX3" fmla="*/ 2691 w 6726"/>
                <a:gd name="connsiteY3" fmla="*/ 22832 h 25518"/>
                <a:gd name="connsiteX4" fmla="*/ 4036 w 6726"/>
                <a:gd name="connsiteY4" fmla="*/ 25518 h 25518"/>
                <a:gd name="connsiteX5" fmla="*/ 6727 w 6726"/>
                <a:gd name="connsiteY5" fmla="*/ 20146 h 25518"/>
                <a:gd name="connsiteX6" fmla="*/ 5381 w 6726"/>
                <a:gd name="connsiteY6" fmla="*/ 6715 h 25518"/>
                <a:gd name="connsiteX7" fmla="*/ 1345 w 6726"/>
                <a:gd name="connsiteY7" fmla="*/ 0 h 2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25518">
                  <a:moveTo>
                    <a:pt x="0" y="0"/>
                  </a:moveTo>
                  <a:lnTo>
                    <a:pt x="0" y="9402"/>
                  </a:lnTo>
                  <a:lnTo>
                    <a:pt x="2691" y="14774"/>
                  </a:lnTo>
                  <a:lnTo>
                    <a:pt x="2691" y="22832"/>
                  </a:lnTo>
                  <a:lnTo>
                    <a:pt x="4036" y="25518"/>
                  </a:lnTo>
                  <a:lnTo>
                    <a:pt x="6727" y="20146"/>
                  </a:lnTo>
                  <a:lnTo>
                    <a:pt x="5381" y="6715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ABC8DEE3-5591-87C4-36AE-E78BC18B9431}"/>
                </a:ext>
              </a:extLst>
            </p:cNvPr>
            <p:cNvSpPr/>
            <p:nvPr/>
          </p:nvSpPr>
          <p:spPr>
            <a:xfrm>
              <a:off x="9001917" y="2196734"/>
              <a:ext cx="5381" cy="8058"/>
            </a:xfrm>
            <a:custGeom>
              <a:avLst/>
              <a:gdLst>
                <a:gd name="connsiteX0" fmla="*/ 0 w 5381"/>
                <a:gd name="connsiteY0" fmla="*/ 1343 h 8058"/>
                <a:gd name="connsiteX1" fmla="*/ 2691 w 5381"/>
                <a:gd name="connsiteY1" fmla="*/ 6715 h 8058"/>
                <a:gd name="connsiteX2" fmla="*/ 5381 w 5381"/>
                <a:gd name="connsiteY2" fmla="*/ 8058 h 8058"/>
                <a:gd name="connsiteX3" fmla="*/ 5381 w 5381"/>
                <a:gd name="connsiteY3" fmla="*/ 4029 h 8058"/>
                <a:gd name="connsiteX4" fmla="*/ 1345 w 5381"/>
                <a:gd name="connsiteY4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8058">
                  <a:moveTo>
                    <a:pt x="0" y="1343"/>
                  </a:moveTo>
                  <a:lnTo>
                    <a:pt x="2691" y="6715"/>
                  </a:lnTo>
                  <a:lnTo>
                    <a:pt x="5381" y="8058"/>
                  </a:lnTo>
                  <a:lnTo>
                    <a:pt x="5381" y="4029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163DE5CB-10E9-464D-B297-E09B0970507E}"/>
                </a:ext>
              </a:extLst>
            </p:cNvPr>
            <p:cNvSpPr/>
            <p:nvPr/>
          </p:nvSpPr>
          <p:spPr>
            <a:xfrm>
              <a:off x="8528344" y="2347159"/>
              <a:ext cx="2690" cy="6715"/>
            </a:xfrm>
            <a:custGeom>
              <a:avLst/>
              <a:gdLst>
                <a:gd name="connsiteX0" fmla="*/ 0 w 2690"/>
                <a:gd name="connsiteY0" fmla="*/ 6715 h 6715"/>
                <a:gd name="connsiteX1" fmla="*/ 2691 w 2690"/>
                <a:gd name="connsiteY1" fmla="*/ 5372 h 6715"/>
                <a:gd name="connsiteX2" fmla="*/ 2691 w 2690"/>
                <a:gd name="connsiteY2" fmla="*/ 1343 h 6715"/>
                <a:gd name="connsiteX3" fmla="*/ 1345 w 2690"/>
                <a:gd name="connsiteY3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6715">
                  <a:moveTo>
                    <a:pt x="0" y="6715"/>
                  </a:moveTo>
                  <a:lnTo>
                    <a:pt x="2691" y="5372"/>
                  </a:lnTo>
                  <a:lnTo>
                    <a:pt x="2691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24D2481E-F7C4-118D-7A42-6119FF03BE2C}"/>
                </a:ext>
              </a:extLst>
            </p:cNvPr>
            <p:cNvSpPr/>
            <p:nvPr/>
          </p:nvSpPr>
          <p:spPr>
            <a:xfrm>
              <a:off x="8552561" y="2371334"/>
              <a:ext cx="4035" cy="4029"/>
            </a:xfrm>
            <a:custGeom>
              <a:avLst/>
              <a:gdLst>
                <a:gd name="connsiteX0" fmla="*/ 1345 w 4035"/>
                <a:gd name="connsiteY0" fmla="*/ 4029 h 4029"/>
                <a:gd name="connsiteX1" fmla="*/ 4036 w 4035"/>
                <a:gd name="connsiteY1" fmla="*/ 0 h 4029"/>
                <a:gd name="connsiteX2" fmla="*/ 0 w 4035"/>
                <a:gd name="connsiteY2" fmla="*/ 1343 h 4029"/>
                <a:gd name="connsiteX3" fmla="*/ 1345 w 4035"/>
                <a:gd name="connsiteY3" fmla="*/ 4029 h 4029"/>
                <a:gd name="connsiteX4" fmla="*/ 1345 w 4035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4029">
                  <a:moveTo>
                    <a:pt x="1345" y="4029"/>
                  </a:moveTo>
                  <a:lnTo>
                    <a:pt x="4036" y="0"/>
                  </a:lnTo>
                  <a:lnTo>
                    <a:pt x="0" y="1343"/>
                  </a:lnTo>
                  <a:lnTo>
                    <a:pt x="1345" y="4029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9C22C2C3-4148-7C83-2351-C651166AD3E0}"/>
                </a:ext>
              </a:extLst>
            </p:cNvPr>
            <p:cNvSpPr/>
            <p:nvPr/>
          </p:nvSpPr>
          <p:spPr>
            <a:xfrm>
              <a:off x="8536417" y="2353874"/>
              <a:ext cx="13453" cy="13430"/>
            </a:xfrm>
            <a:custGeom>
              <a:avLst/>
              <a:gdLst>
                <a:gd name="connsiteX0" fmla="*/ 13454 w 13453"/>
                <a:gd name="connsiteY0" fmla="*/ 13431 h 13430"/>
                <a:gd name="connsiteX1" fmla="*/ 12108 w 13453"/>
                <a:gd name="connsiteY1" fmla="*/ 8058 h 13430"/>
                <a:gd name="connsiteX2" fmla="*/ 4036 w 13453"/>
                <a:gd name="connsiteY2" fmla="*/ 2686 h 13430"/>
                <a:gd name="connsiteX3" fmla="*/ 0 w 13453"/>
                <a:gd name="connsiteY3" fmla="*/ 0 h 13430"/>
                <a:gd name="connsiteX4" fmla="*/ 0 w 13453"/>
                <a:gd name="connsiteY4" fmla="*/ 2686 h 13430"/>
                <a:gd name="connsiteX5" fmla="*/ 5381 w 13453"/>
                <a:gd name="connsiteY5" fmla="*/ 671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53" h="13430">
                  <a:moveTo>
                    <a:pt x="13454" y="13431"/>
                  </a:moveTo>
                  <a:lnTo>
                    <a:pt x="12108" y="8058"/>
                  </a:lnTo>
                  <a:lnTo>
                    <a:pt x="4036" y="2686"/>
                  </a:lnTo>
                  <a:lnTo>
                    <a:pt x="0" y="0"/>
                  </a:lnTo>
                  <a:lnTo>
                    <a:pt x="0" y="2686"/>
                  </a:lnTo>
                  <a:lnTo>
                    <a:pt x="538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AFD2C009-6084-B293-95E8-CC52CF1D6876}"/>
                </a:ext>
              </a:extLst>
            </p:cNvPr>
            <p:cNvSpPr/>
            <p:nvPr/>
          </p:nvSpPr>
          <p:spPr>
            <a:xfrm>
              <a:off x="8512200" y="2298808"/>
              <a:ext cx="53815" cy="45664"/>
            </a:xfrm>
            <a:custGeom>
              <a:avLst/>
              <a:gdLst>
                <a:gd name="connsiteX0" fmla="*/ 51124 w 53815"/>
                <a:gd name="connsiteY0" fmla="*/ 42978 h 45664"/>
                <a:gd name="connsiteX1" fmla="*/ 53815 w 53815"/>
                <a:gd name="connsiteY1" fmla="*/ 37606 h 45664"/>
                <a:gd name="connsiteX2" fmla="*/ 52470 w 53815"/>
                <a:gd name="connsiteY2" fmla="*/ 29548 h 45664"/>
                <a:gd name="connsiteX3" fmla="*/ 43052 w 53815"/>
                <a:gd name="connsiteY3" fmla="*/ 24175 h 45664"/>
                <a:gd name="connsiteX4" fmla="*/ 36325 w 53815"/>
                <a:gd name="connsiteY4" fmla="*/ 17460 h 45664"/>
                <a:gd name="connsiteX5" fmla="*/ 30943 w 53815"/>
                <a:gd name="connsiteY5" fmla="*/ 16117 h 45664"/>
                <a:gd name="connsiteX6" fmla="*/ 25562 w 53815"/>
                <a:gd name="connsiteY6" fmla="*/ 10745 h 45664"/>
                <a:gd name="connsiteX7" fmla="*/ 20181 w 53815"/>
                <a:gd name="connsiteY7" fmla="*/ 8058 h 45664"/>
                <a:gd name="connsiteX8" fmla="*/ 18835 w 53815"/>
                <a:gd name="connsiteY8" fmla="*/ 4029 h 45664"/>
                <a:gd name="connsiteX9" fmla="*/ 12108 w 53815"/>
                <a:gd name="connsiteY9" fmla="*/ 0 h 45664"/>
                <a:gd name="connsiteX10" fmla="*/ 8072 w 53815"/>
                <a:gd name="connsiteY10" fmla="*/ 0 h 45664"/>
                <a:gd name="connsiteX11" fmla="*/ 5381 w 53815"/>
                <a:gd name="connsiteY11" fmla="*/ 1343 h 45664"/>
                <a:gd name="connsiteX12" fmla="*/ 5381 w 53815"/>
                <a:gd name="connsiteY12" fmla="*/ 4029 h 45664"/>
                <a:gd name="connsiteX13" fmla="*/ 2691 w 53815"/>
                <a:gd name="connsiteY13" fmla="*/ 8058 h 45664"/>
                <a:gd name="connsiteX14" fmla="*/ 5381 w 53815"/>
                <a:gd name="connsiteY14" fmla="*/ 12088 h 45664"/>
                <a:gd name="connsiteX15" fmla="*/ 9417 w 53815"/>
                <a:gd name="connsiteY15" fmla="*/ 12088 h 45664"/>
                <a:gd name="connsiteX16" fmla="*/ 9417 w 53815"/>
                <a:gd name="connsiteY16" fmla="*/ 14774 h 45664"/>
                <a:gd name="connsiteX17" fmla="*/ 6727 w 53815"/>
                <a:gd name="connsiteY17" fmla="*/ 16117 h 45664"/>
                <a:gd name="connsiteX18" fmla="*/ 2691 w 53815"/>
                <a:gd name="connsiteY18" fmla="*/ 12088 h 45664"/>
                <a:gd name="connsiteX19" fmla="*/ 0 w 53815"/>
                <a:gd name="connsiteY19" fmla="*/ 13431 h 45664"/>
                <a:gd name="connsiteX20" fmla="*/ 2691 w 53815"/>
                <a:gd name="connsiteY20" fmla="*/ 17460 h 45664"/>
                <a:gd name="connsiteX21" fmla="*/ 10763 w 53815"/>
                <a:gd name="connsiteY21" fmla="*/ 26862 h 45664"/>
                <a:gd name="connsiteX22" fmla="*/ 16144 w 53815"/>
                <a:gd name="connsiteY22" fmla="*/ 30891 h 45664"/>
                <a:gd name="connsiteX23" fmla="*/ 20181 w 53815"/>
                <a:gd name="connsiteY23" fmla="*/ 34920 h 45664"/>
                <a:gd name="connsiteX24" fmla="*/ 21526 w 53815"/>
                <a:gd name="connsiteY24" fmla="*/ 34920 h 45664"/>
                <a:gd name="connsiteX25" fmla="*/ 22871 w 53815"/>
                <a:gd name="connsiteY25" fmla="*/ 29548 h 45664"/>
                <a:gd name="connsiteX26" fmla="*/ 25562 w 53815"/>
                <a:gd name="connsiteY26" fmla="*/ 30891 h 45664"/>
                <a:gd name="connsiteX27" fmla="*/ 30943 w 53815"/>
                <a:gd name="connsiteY27" fmla="*/ 30891 h 45664"/>
                <a:gd name="connsiteX28" fmla="*/ 32289 w 53815"/>
                <a:gd name="connsiteY28" fmla="*/ 32234 h 45664"/>
                <a:gd name="connsiteX29" fmla="*/ 33634 w 53815"/>
                <a:gd name="connsiteY29" fmla="*/ 38949 h 45664"/>
                <a:gd name="connsiteX30" fmla="*/ 32289 w 53815"/>
                <a:gd name="connsiteY30" fmla="*/ 41635 h 45664"/>
                <a:gd name="connsiteX31" fmla="*/ 36325 w 53815"/>
                <a:gd name="connsiteY31" fmla="*/ 44321 h 45664"/>
                <a:gd name="connsiteX32" fmla="*/ 43052 w 53815"/>
                <a:gd name="connsiteY32" fmla="*/ 45665 h 45664"/>
                <a:gd name="connsiteX33" fmla="*/ 45743 w 53815"/>
                <a:gd name="connsiteY33" fmla="*/ 41635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3815" h="45664">
                  <a:moveTo>
                    <a:pt x="51124" y="42978"/>
                  </a:moveTo>
                  <a:lnTo>
                    <a:pt x="53815" y="37606"/>
                  </a:lnTo>
                  <a:lnTo>
                    <a:pt x="52470" y="29548"/>
                  </a:lnTo>
                  <a:lnTo>
                    <a:pt x="43052" y="24175"/>
                  </a:lnTo>
                  <a:lnTo>
                    <a:pt x="36325" y="17460"/>
                  </a:lnTo>
                  <a:lnTo>
                    <a:pt x="30943" y="16117"/>
                  </a:lnTo>
                  <a:lnTo>
                    <a:pt x="25562" y="10745"/>
                  </a:lnTo>
                  <a:lnTo>
                    <a:pt x="20181" y="8058"/>
                  </a:lnTo>
                  <a:lnTo>
                    <a:pt x="18835" y="4029"/>
                  </a:lnTo>
                  <a:lnTo>
                    <a:pt x="12108" y="0"/>
                  </a:lnTo>
                  <a:lnTo>
                    <a:pt x="8072" y="0"/>
                  </a:lnTo>
                  <a:lnTo>
                    <a:pt x="5381" y="1343"/>
                  </a:lnTo>
                  <a:lnTo>
                    <a:pt x="5381" y="4029"/>
                  </a:lnTo>
                  <a:lnTo>
                    <a:pt x="2691" y="8058"/>
                  </a:lnTo>
                  <a:lnTo>
                    <a:pt x="5381" y="12088"/>
                  </a:lnTo>
                  <a:lnTo>
                    <a:pt x="9417" y="12088"/>
                  </a:lnTo>
                  <a:lnTo>
                    <a:pt x="9417" y="14774"/>
                  </a:lnTo>
                  <a:lnTo>
                    <a:pt x="6727" y="16117"/>
                  </a:lnTo>
                  <a:lnTo>
                    <a:pt x="2691" y="12088"/>
                  </a:lnTo>
                  <a:lnTo>
                    <a:pt x="0" y="13431"/>
                  </a:lnTo>
                  <a:lnTo>
                    <a:pt x="2691" y="17460"/>
                  </a:lnTo>
                  <a:lnTo>
                    <a:pt x="10763" y="26862"/>
                  </a:lnTo>
                  <a:lnTo>
                    <a:pt x="16144" y="30891"/>
                  </a:lnTo>
                  <a:lnTo>
                    <a:pt x="20181" y="34920"/>
                  </a:lnTo>
                  <a:lnTo>
                    <a:pt x="21526" y="34920"/>
                  </a:lnTo>
                  <a:lnTo>
                    <a:pt x="22871" y="29548"/>
                  </a:lnTo>
                  <a:lnTo>
                    <a:pt x="25562" y="30891"/>
                  </a:lnTo>
                  <a:lnTo>
                    <a:pt x="30943" y="30891"/>
                  </a:lnTo>
                  <a:lnTo>
                    <a:pt x="32289" y="32234"/>
                  </a:lnTo>
                  <a:lnTo>
                    <a:pt x="33634" y="38949"/>
                  </a:lnTo>
                  <a:lnTo>
                    <a:pt x="32289" y="41635"/>
                  </a:lnTo>
                  <a:lnTo>
                    <a:pt x="36325" y="44321"/>
                  </a:lnTo>
                  <a:lnTo>
                    <a:pt x="43052" y="45665"/>
                  </a:lnTo>
                  <a:lnTo>
                    <a:pt x="45743" y="4163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77BF72D1-2429-5012-F059-1FBB73E2D9A8}"/>
                </a:ext>
              </a:extLst>
            </p:cNvPr>
            <p:cNvSpPr/>
            <p:nvPr/>
          </p:nvSpPr>
          <p:spPr>
            <a:xfrm>
              <a:off x="8677681" y="2086602"/>
              <a:ext cx="36325" cy="36263"/>
            </a:xfrm>
            <a:custGeom>
              <a:avLst/>
              <a:gdLst>
                <a:gd name="connsiteX0" fmla="*/ 8072 w 36325"/>
                <a:gd name="connsiteY0" fmla="*/ 34920 h 36263"/>
                <a:gd name="connsiteX1" fmla="*/ 10763 w 36325"/>
                <a:gd name="connsiteY1" fmla="*/ 36263 h 36263"/>
                <a:gd name="connsiteX2" fmla="*/ 9418 w 36325"/>
                <a:gd name="connsiteY2" fmla="*/ 32234 h 36263"/>
                <a:gd name="connsiteX3" fmla="*/ 9418 w 36325"/>
                <a:gd name="connsiteY3" fmla="*/ 29548 h 36263"/>
                <a:gd name="connsiteX4" fmla="*/ 13454 w 36325"/>
                <a:gd name="connsiteY4" fmla="*/ 29548 h 36263"/>
                <a:gd name="connsiteX5" fmla="*/ 14799 w 36325"/>
                <a:gd name="connsiteY5" fmla="*/ 33577 h 36263"/>
                <a:gd name="connsiteX6" fmla="*/ 17490 w 36325"/>
                <a:gd name="connsiteY6" fmla="*/ 32234 h 36263"/>
                <a:gd name="connsiteX7" fmla="*/ 20181 w 36325"/>
                <a:gd name="connsiteY7" fmla="*/ 33577 h 36263"/>
                <a:gd name="connsiteX8" fmla="*/ 24217 w 36325"/>
                <a:gd name="connsiteY8" fmla="*/ 33577 h 36263"/>
                <a:gd name="connsiteX9" fmla="*/ 25562 w 36325"/>
                <a:gd name="connsiteY9" fmla="*/ 28205 h 36263"/>
                <a:gd name="connsiteX10" fmla="*/ 30943 w 36325"/>
                <a:gd name="connsiteY10" fmla="*/ 24175 h 36263"/>
                <a:gd name="connsiteX11" fmla="*/ 34980 w 36325"/>
                <a:gd name="connsiteY11" fmla="*/ 22832 h 36263"/>
                <a:gd name="connsiteX12" fmla="*/ 36325 w 36325"/>
                <a:gd name="connsiteY12" fmla="*/ 20146 h 36263"/>
                <a:gd name="connsiteX13" fmla="*/ 33634 w 36325"/>
                <a:gd name="connsiteY13" fmla="*/ 14774 h 36263"/>
                <a:gd name="connsiteX14" fmla="*/ 26908 w 36325"/>
                <a:gd name="connsiteY14" fmla="*/ 10745 h 36263"/>
                <a:gd name="connsiteX15" fmla="*/ 25562 w 36325"/>
                <a:gd name="connsiteY15" fmla="*/ 6715 h 36263"/>
                <a:gd name="connsiteX16" fmla="*/ 21526 w 36325"/>
                <a:gd name="connsiteY16" fmla="*/ 1343 h 36263"/>
                <a:gd name="connsiteX17" fmla="*/ 18835 w 36325"/>
                <a:gd name="connsiteY17" fmla="*/ 0 h 36263"/>
                <a:gd name="connsiteX18" fmla="*/ 14799 w 36325"/>
                <a:gd name="connsiteY18" fmla="*/ 1343 h 36263"/>
                <a:gd name="connsiteX19" fmla="*/ 9418 w 36325"/>
                <a:gd name="connsiteY19" fmla="*/ 5372 h 36263"/>
                <a:gd name="connsiteX20" fmla="*/ 5381 w 36325"/>
                <a:gd name="connsiteY20" fmla="*/ 6715 h 36263"/>
                <a:gd name="connsiteX21" fmla="*/ 0 w 36325"/>
                <a:gd name="connsiteY21" fmla="*/ 10745 h 36263"/>
                <a:gd name="connsiteX22" fmla="*/ 1345 w 36325"/>
                <a:gd name="connsiteY22" fmla="*/ 14774 h 36263"/>
                <a:gd name="connsiteX23" fmla="*/ 4036 w 36325"/>
                <a:gd name="connsiteY23" fmla="*/ 18803 h 36263"/>
                <a:gd name="connsiteX24" fmla="*/ 5381 w 36325"/>
                <a:gd name="connsiteY24" fmla="*/ 24175 h 36263"/>
                <a:gd name="connsiteX25" fmla="*/ 4036 w 36325"/>
                <a:gd name="connsiteY25" fmla="*/ 30891 h 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325" h="36263">
                  <a:moveTo>
                    <a:pt x="8072" y="34920"/>
                  </a:moveTo>
                  <a:lnTo>
                    <a:pt x="10763" y="36263"/>
                  </a:lnTo>
                  <a:lnTo>
                    <a:pt x="9418" y="32234"/>
                  </a:lnTo>
                  <a:lnTo>
                    <a:pt x="9418" y="29548"/>
                  </a:lnTo>
                  <a:lnTo>
                    <a:pt x="13454" y="29548"/>
                  </a:lnTo>
                  <a:lnTo>
                    <a:pt x="14799" y="33577"/>
                  </a:lnTo>
                  <a:lnTo>
                    <a:pt x="17490" y="32234"/>
                  </a:lnTo>
                  <a:lnTo>
                    <a:pt x="20181" y="33577"/>
                  </a:lnTo>
                  <a:lnTo>
                    <a:pt x="24217" y="33577"/>
                  </a:lnTo>
                  <a:lnTo>
                    <a:pt x="25562" y="28205"/>
                  </a:lnTo>
                  <a:lnTo>
                    <a:pt x="30943" y="24175"/>
                  </a:lnTo>
                  <a:lnTo>
                    <a:pt x="34980" y="22832"/>
                  </a:lnTo>
                  <a:lnTo>
                    <a:pt x="36325" y="20146"/>
                  </a:lnTo>
                  <a:lnTo>
                    <a:pt x="33634" y="14774"/>
                  </a:lnTo>
                  <a:lnTo>
                    <a:pt x="26908" y="10745"/>
                  </a:lnTo>
                  <a:lnTo>
                    <a:pt x="25562" y="6715"/>
                  </a:lnTo>
                  <a:lnTo>
                    <a:pt x="21526" y="1343"/>
                  </a:lnTo>
                  <a:lnTo>
                    <a:pt x="18835" y="0"/>
                  </a:lnTo>
                  <a:lnTo>
                    <a:pt x="14799" y="1343"/>
                  </a:lnTo>
                  <a:lnTo>
                    <a:pt x="9418" y="5372"/>
                  </a:lnTo>
                  <a:lnTo>
                    <a:pt x="5381" y="6715"/>
                  </a:lnTo>
                  <a:lnTo>
                    <a:pt x="0" y="10745"/>
                  </a:lnTo>
                  <a:lnTo>
                    <a:pt x="1345" y="14774"/>
                  </a:lnTo>
                  <a:lnTo>
                    <a:pt x="4036" y="18803"/>
                  </a:lnTo>
                  <a:lnTo>
                    <a:pt x="5381" y="24175"/>
                  </a:lnTo>
                  <a:lnTo>
                    <a:pt x="4036" y="3089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A8066CEA-B2CD-DC93-B8FB-EEA9A0FE6DC3}"/>
                </a:ext>
              </a:extLst>
            </p:cNvPr>
            <p:cNvSpPr/>
            <p:nvPr/>
          </p:nvSpPr>
          <p:spPr>
            <a:xfrm>
              <a:off x="8701898" y="2333728"/>
              <a:ext cx="8072" cy="10744"/>
            </a:xfrm>
            <a:custGeom>
              <a:avLst/>
              <a:gdLst>
                <a:gd name="connsiteX0" fmla="*/ 0 w 8072"/>
                <a:gd name="connsiteY0" fmla="*/ 6715 h 10744"/>
                <a:gd name="connsiteX1" fmla="*/ 1345 w 8072"/>
                <a:gd name="connsiteY1" fmla="*/ 9401 h 10744"/>
                <a:gd name="connsiteX2" fmla="*/ 5382 w 8072"/>
                <a:gd name="connsiteY2" fmla="*/ 10745 h 10744"/>
                <a:gd name="connsiteX3" fmla="*/ 8072 w 8072"/>
                <a:gd name="connsiteY3" fmla="*/ 6715 h 10744"/>
                <a:gd name="connsiteX4" fmla="*/ 8072 w 8072"/>
                <a:gd name="connsiteY4" fmla="*/ 2686 h 10744"/>
                <a:gd name="connsiteX5" fmla="*/ 5382 w 8072"/>
                <a:gd name="connsiteY5" fmla="*/ 0 h 10744"/>
                <a:gd name="connsiteX6" fmla="*/ 2691 w 8072"/>
                <a:gd name="connsiteY6" fmla="*/ 2686 h 10744"/>
                <a:gd name="connsiteX7" fmla="*/ 2691 w 8072"/>
                <a:gd name="connsiteY7" fmla="*/ 5372 h 10744"/>
                <a:gd name="connsiteX8" fmla="*/ 0 w 8072"/>
                <a:gd name="connsiteY8" fmla="*/ 6715 h 10744"/>
                <a:gd name="connsiteX9" fmla="*/ 0 w 8072"/>
                <a:gd name="connsiteY9" fmla="*/ 671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2" h="10744">
                  <a:moveTo>
                    <a:pt x="0" y="6715"/>
                  </a:moveTo>
                  <a:lnTo>
                    <a:pt x="1345" y="9401"/>
                  </a:lnTo>
                  <a:lnTo>
                    <a:pt x="5382" y="10745"/>
                  </a:lnTo>
                  <a:lnTo>
                    <a:pt x="8072" y="6715"/>
                  </a:lnTo>
                  <a:lnTo>
                    <a:pt x="8072" y="2686"/>
                  </a:lnTo>
                  <a:lnTo>
                    <a:pt x="5382" y="0"/>
                  </a:lnTo>
                  <a:lnTo>
                    <a:pt x="2691" y="2686"/>
                  </a:lnTo>
                  <a:lnTo>
                    <a:pt x="2691" y="5372"/>
                  </a:lnTo>
                  <a:lnTo>
                    <a:pt x="0" y="6715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2B77963D-3F2E-52BE-FBE3-925842DFCF69}"/>
                </a:ext>
              </a:extLst>
            </p:cNvPr>
            <p:cNvSpPr/>
            <p:nvPr/>
          </p:nvSpPr>
          <p:spPr>
            <a:xfrm>
              <a:off x="8798765" y="2462663"/>
              <a:ext cx="17489" cy="10744"/>
            </a:xfrm>
            <a:custGeom>
              <a:avLst/>
              <a:gdLst>
                <a:gd name="connsiteX0" fmla="*/ 0 w 17489"/>
                <a:gd name="connsiteY0" fmla="*/ 0 h 10744"/>
                <a:gd name="connsiteX1" fmla="*/ 1345 w 17489"/>
                <a:gd name="connsiteY1" fmla="*/ 2686 h 10744"/>
                <a:gd name="connsiteX2" fmla="*/ 4036 w 17489"/>
                <a:gd name="connsiteY2" fmla="*/ 4029 h 10744"/>
                <a:gd name="connsiteX3" fmla="*/ 5381 w 17489"/>
                <a:gd name="connsiteY3" fmla="*/ 6715 h 10744"/>
                <a:gd name="connsiteX4" fmla="*/ 10763 w 17489"/>
                <a:gd name="connsiteY4" fmla="*/ 10745 h 10744"/>
                <a:gd name="connsiteX5" fmla="*/ 16145 w 17489"/>
                <a:gd name="connsiteY5" fmla="*/ 9402 h 10744"/>
                <a:gd name="connsiteX6" fmla="*/ 17490 w 17489"/>
                <a:gd name="connsiteY6" fmla="*/ 6715 h 10744"/>
                <a:gd name="connsiteX7" fmla="*/ 16145 w 17489"/>
                <a:gd name="connsiteY7" fmla="*/ 1343 h 10744"/>
                <a:gd name="connsiteX8" fmla="*/ 12108 w 17489"/>
                <a:gd name="connsiteY8" fmla="*/ 1343 h 10744"/>
                <a:gd name="connsiteX9" fmla="*/ 8072 w 17489"/>
                <a:gd name="connsiteY9" fmla="*/ 1343 h 10744"/>
                <a:gd name="connsiteX10" fmla="*/ 4036 w 17489"/>
                <a:gd name="connsiteY10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89" h="10744">
                  <a:moveTo>
                    <a:pt x="0" y="0"/>
                  </a:moveTo>
                  <a:lnTo>
                    <a:pt x="1345" y="2686"/>
                  </a:lnTo>
                  <a:lnTo>
                    <a:pt x="4036" y="4029"/>
                  </a:lnTo>
                  <a:lnTo>
                    <a:pt x="5381" y="6715"/>
                  </a:lnTo>
                  <a:lnTo>
                    <a:pt x="10763" y="10745"/>
                  </a:lnTo>
                  <a:lnTo>
                    <a:pt x="16145" y="9402"/>
                  </a:lnTo>
                  <a:lnTo>
                    <a:pt x="17490" y="6715"/>
                  </a:lnTo>
                  <a:lnTo>
                    <a:pt x="16145" y="1343"/>
                  </a:lnTo>
                  <a:lnTo>
                    <a:pt x="12108" y="1343"/>
                  </a:lnTo>
                  <a:lnTo>
                    <a:pt x="8072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A10C6AF5-126F-E13B-C452-AAF9EB48851B}"/>
                </a:ext>
              </a:extLst>
            </p:cNvPr>
            <p:cNvSpPr/>
            <p:nvPr/>
          </p:nvSpPr>
          <p:spPr>
            <a:xfrm>
              <a:off x="8769167" y="2100033"/>
              <a:ext cx="12108" cy="18803"/>
            </a:xfrm>
            <a:custGeom>
              <a:avLst/>
              <a:gdLst>
                <a:gd name="connsiteX0" fmla="*/ 12109 w 12108"/>
                <a:gd name="connsiteY0" fmla="*/ 18803 h 18803"/>
                <a:gd name="connsiteX1" fmla="*/ 12109 w 12108"/>
                <a:gd name="connsiteY1" fmla="*/ 13431 h 18803"/>
                <a:gd name="connsiteX2" fmla="*/ 9418 w 12108"/>
                <a:gd name="connsiteY2" fmla="*/ 10745 h 18803"/>
                <a:gd name="connsiteX3" fmla="*/ 9418 w 12108"/>
                <a:gd name="connsiteY3" fmla="*/ 6715 h 18803"/>
                <a:gd name="connsiteX4" fmla="*/ 12109 w 12108"/>
                <a:gd name="connsiteY4" fmla="*/ 5372 h 18803"/>
                <a:gd name="connsiteX5" fmla="*/ 9418 w 12108"/>
                <a:gd name="connsiteY5" fmla="*/ 1343 h 18803"/>
                <a:gd name="connsiteX6" fmla="*/ 5382 w 12108"/>
                <a:gd name="connsiteY6" fmla="*/ 0 h 18803"/>
                <a:gd name="connsiteX7" fmla="*/ 1345 w 12108"/>
                <a:gd name="connsiteY7" fmla="*/ 2686 h 18803"/>
                <a:gd name="connsiteX8" fmla="*/ 0 w 12108"/>
                <a:gd name="connsiteY8" fmla="*/ 10745 h 18803"/>
                <a:gd name="connsiteX9" fmla="*/ 1345 w 12108"/>
                <a:gd name="connsiteY9" fmla="*/ 14774 h 18803"/>
                <a:gd name="connsiteX10" fmla="*/ 6727 w 12108"/>
                <a:gd name="connsiteY10" fmla="*/ 14774 h 18803"/>
                <a:gd name="connsiteX11" fmla="*/ 9418 w 12108"/>
                <a:gd name="connsiteY11" fmla="*/ 18803 h 1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08" h="18803">
                  <a:moveTo>
                    <a:pt x="12109" y="18803"/>
                  </a:moveTo>
                  <a:lnTo>
                    <a:pt x="12109" y="13431"/>
                  </a:lnTo>
                  <a:lnTo>
                    <a:pt x="9418" y="10745"/>
                  </a:lnTo>
                  <a:lnTo>
                    <a:pt x="9418" y="6715"/>
                  </a:lnTo>
                  <a:lnTo>
                    <a:pt x="12109" y="5372"/>
                  </a:lnTo>
                  <a:lnTo>
                    <a:pt x="9418" y="1343"/>
                  </a:lnTo>
                  <a:lnTo>
                    <a:pt x="5382" y="0"/>
                  </a:lnTo>
                  <a:lnTo>
                    <a:pt x="1345" y="2686"/>
                  </a:lnTo>
                  <a:lnTo>
                    <a:pt x="0" y="10745"/>
                  </a:lnTo>
                  <a:lnTo>
                    <a:pt x="1345" y="14774"/>
                  </a:lnTo>
                  <a:lnTo>
                    <a:pt x="6727" y="14774"/>
                  </a:lnTo>
                  <a:lnTo>
                    <a:pt x="9418" y="1880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D02444C-2DC1-08D8-B8D3-40532744541A}"/>
                </a:ext>
              </a:extLst>
            </p:cNvPr>
            <p:cNvSpPr/>
            <p:nvPr/>
          </p:nvSpPr>
          <p:spPr>
            <a:xfrm>
              <a:off x="8773203" y="2065113"/>
              <a:ext cx="14799" cy="16116"/>
            </a:xfrm>
            <a:custGeom>
              <a:avLst/>
              <a:gdLst>
                <a:gd name="connsiteX0" fmla="*/ 0 w 14799"/>
                <a:gd name="connsiteY0" fmla="*/ 16117 h 16116"/>
                <a:gd name="connsiteX1" fmla="*/ 4036 w 14799"/>
                <a:gd name="connsiteY1" fmla="*/ 10745 h 16116"/>
                <a:gd name="connsiteX2" fmla="*/ 8072 w 14799"/>
                <a:gd name="connsiteY2" fmla="*/ 12088 h 16116"/>
                <a:gd name="connsiteX3" fmla="*/ 12108 w 14799"/>
                <a:gd name="connsiteY3" fmla="*/ 9401 h 16116"/>
                <a:gd name="connsiteX4" fmla="*/ 10763 w 14799"/>
                <a:gd name="connsiteY4" fmla="*/ 6715 h 16116"/>
                <a:gd name="connsiteX5" fmla="*/ 12108 w 14799"/>
                <a:gd name="connsiteY5" fmla="*/ 4029 h 16116"/>
                <a:gd name="connsiteX6" fmla="*/ 14799 w 14799"/>
                <a:gd name="connsiteY6" fmla="*/ 1343 h 16116"/>
                <a:gd name="connsiteX7" fmla="*/ 13454 w 14799"/>
                <a:gd name="connsiteY7" fmla="*/ 0 h 16116"/>
                <a:gd name="connsiteX8" fmla="*/ 9417 w 14799"/>
                <a:gd name="connsiteY8" fmla="*/ 1343 h 16116"/>
                <a:gd name="connsiteX9" fmla="*/ 2691 w 14799"/>
                <a:gd name="connsiteY9" fmla="*/ 6715 h 16116"/>
                <a:gd name="connsiteX10" fmla="*/ 0 w 14799"/>
                <a:gd name="connsiteY10" fmla="*/ 12088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99" h="16116">
                  <a:moveTo>
                    <a:pt x="0" y="16117"/>
                  </a:moveTo>
                  <a:lnTo>
                    <a:pt x="4036" y="10745"/>
                  </a:lnTo>
                  <a:lnTo>
                    <a:pt x="8072" y="12088"/>
                  </a:lnTo>
                  <a:lnTo>
                    <a:pt x="12108" y="9401"/>
                  </a:lnTo>
                  <a:lnTo>
                    <a:pt x="10763" y="6715"/>
                  </a:lnTo>
                  <a:lnTo>
                    <a:pt x="12108" y="4029"/>
                  </a:lnTo>
                  <a:lnTo>
                    <a:pt x="14799" y="1343"/>
                  </a:lnTo>
                  <a:lnTo>
                    <a:pt x="13454" y="0"/>
                  </a:lnTo>
                  <a:lnTo>
                    <a:pt x="9417" y="1343"/>
                  </a:lnTo>
                  <a:lnTo>
                    <a:pt x="2691" y="6715"/>
                  </a:lnTo>
                  <a:lnTo>
                    <a:pt x="0" y="120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0B9814E-921B-710C-2605-7438E2E00790}"/>
                </a:ext>
              </a:extLst>
            </p:cNvPr>
            <p:cNvSpPr/>
            <p:nvPr/>
          </p:nvSpPr>
          <p:spPr>
            <a:xfrm>
              <a:off x="8796074" y="2085259"/>
              <a:ext cx="14799" cy="8058"/>
            </a:xfrm>
            <a:custGeom>
              <a:avLst/>
              <a:gdLst>
                <a:gd name="connsiteX0" fmla="*/ 0 w 14799"/>
                <a:gd name="connsiteY0" fmla="*/ 1343 h 8058"/>
                <a:gd name="connsiteX1" fmla="*/ 5382 w 14799"/>
                <a:gd name="connsiteY1" fmla="*/ 6715 h 8058"/>
                <a:gd name="connsiteX2" fmla="*/ 12109 w 14799"/>
                <a:gd name="connsiteY2" fmla="*/ 8058 h 8058"/>
                <a:gd name="connsiteX3" fmla="*/ 14799 w 14799"/>
                <a:gd name="connsiteY3" fmla="*/ 6715 h 8058"/>
                <a:gd name="connsiteX4" fmla="*/ 14799 w 14799"/>
                <a:gd name="connsiteY4" fmla="*/ 4029 h 8058"/>
                <a:gd name="connsiteX5" fmla="*/ 8072 w 14799"/>
                <a:gd name="connsiteY5" fmla="*/ 2686 h 8058"/>
                <a:gd name="connsiteX6" fmla="*/ 2691 w 14799"/>
                <a:gd name="connsiteY6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9" h="8058">
                  <a:moveTo>
                    <a:pt x="0" y="1343"/>
                  </a:moveTo>
                  <a:lnTo>
                    <a:pt x="5382" y="6715"/>
                  </a:lnTo>
                  <a:lnTo>
                    <a:pt x="12109" y="8058"/>
                  </a:lnTo>
                  <a:lnTo>
                    <a:pt x="14799" y="6715"/>
                  </a:lnTo>
                  <a:lnTo>
                    <a:pt x="14799" y="4029"/>
                  </a:lnTo>
                  <a:lnTo>
                    <a:pt x="8072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50D0BFAE-41BC-BBE3-9BFA-410339B3FDE9}"/>
                </a:ext>
              </a:extLst>
            </p:cNvPr>
            <p:cNvSpPr/>
            <p:nvPr/>
          </p:nvSpPr>
          <p:spPr>
            <a:xfrm>
              <a:off x="8839126" y="2117493"/>
              <a:ext cx="25562" cy="26861"/>
            </a:xfrm>
            <a:custGeom>
              <a:avLst/>
              <a:gdLst>
                <a:gd name="connsiteX0" fmla="*/ 6727 w 25562"/>
                <a:gd name="connsiteY0" fmla="*/ 6715 h 26861"/>
                <a:gd name="connsiteX1" fmla="*/ 6727 w 25562"/>
                <a:gd name="connsiteY1" fmla="*/ 12088 h 26861"/>
                <a:gd name="connsiteX2" fmla="*/ 4036 w 25562"/>
                <a:gd name="connsiteY2" fmla="*/ 16117 h 26861"/>
                <a:gd name="connsiteX3" fmla="*/ 1345 w 25562"/>
                <a:gd name="connsiteY3" fmla="*/ 18803 h 26861"/>
                <a:gd name="connsiteX4" fmla="*/ 0 w 25562"/>
                <a:gd name="connsiteY4" fmla="*/ 22832 h 26861"/>
                <a:gd name="connsiteX5" fmla="*/ 2691 w 25562"/>
                <a:gd name="connsiteY5" fmla="*/ 26862 h 26861"/>
                <a:gd name="connsiteX6" fmla="*/ 5381 w 25562"/>
                <a:gd name="connsiteY6" fmla="*/ 25518 h 26861"/>
                <a:gd name="connsiteX7" fmla="*/ 10763 w 25562"/>
                <a:gd name="connsiteY7" fmla="*/ 21489 h 26861"/>
                <a:gd name="connsiteX8" fmla="*/ 13454 w 25562"/>
                <a:gd name="connsiteY8" fmla="*/ 20146 h 26861"/>
                <a:gd name="connsiteX9" fmla="*/ 17490 w 25562"/>
                <a:gd name="connsiteY9" fmla="*/ 14774 h 26861"/>
                <a:gd name="connsiteX10" fmla="*/ 21526 w 25562"/>
                <a:gd name="connsiteY10" fmla="*/ 12088 h 26861"/>
                <a:gd name="connsiteX11" fmla="*/ 25562 w 25562"/>
                <a:gd name="connsiteY11" fmla="*/ 6715 h 26861"/>
                <a:gd name="connsiteX12" fmla="*/ 25562 w 25562"/>
                <a:gd name="connsiteY12" fmla="*/ 2686 h 26861"/>
                <a:gd name="connsiteX13" fmla="*/ 22872 w 25562"/>
                <a:gd name="connsiteY13" fmla="*/ 1343 h 26861"/>
                <a:gd name="connsiteX14" fmla="*/ 17490 w 25562"/>
                <a:gd name="connsiteY14" fmla="*/ 0 h 26861"/>
                <a:gd name="connsiteX15" fmla="*/ 10763 w 25562"/>
                <a:gd name="connsiteY15" fmla="*/ 2686 h 2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562" h="26861">
                  <a:moveTo>
                    <a:pt x="6727" y="6715"/>
                  </a:moveTo>
                  <a:lnTo>
                    <a:pt x="6727" y="12088"/>
                  </a:lnTo>
                  <a:lnTo>
                    <a:pt x="4036" y="16117"/>
                  </a:lnTo>
                  <a:lnTo>
                    <a:pt x="1345" y="18803"/>
                  </a:lnTo>
                  <a:lnTo>
                    <a:pt x="0" y="22832"/>
                  </a:lnTo>
                  <a:lnTo>
                    <a:pt x="2691" y="26862"/>
                  </a:lnTo>
                  <a:lnTo>
                    <a:pt x="5381" y="25518"/>
                  </a:lnTo>
                  <a:lnTo>
                    <a:pt x="10763" y="21489"/>
                  </a:lnTo>
                  <a:lnTo>
                    <a:pt x="13454" y="20146"/>
                  </a:lnTo>
                  <a:lnTo>
                    <a:pt x="17490" y="14774"/>
                  </a:lnTo>
                  <a:lnTo>
                    <a:pt x="21526" y="12088"/>
                  </a:lnTo>
                  <a:lnTo>
                    <a:pt x="25562" y="6715"/>
                  </a:lnTo>
                  <a:lnTo>
                    <a:pt x="25562" y="2686"/>
                  </a:lnTo>
                  <a:lnTo>
                    <a:pt x="22872" y="1343"/>
                  </a:lnTo>
                  <a:lnTo>
                    <a:pt x="17490" y="0"/>
                  </a:lnTo>
                  <a:lnTo>
                    <a:pt x="10763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AB81B249-B35D-DD60-FC27-31765127B0FB}"/>
                </a:ext>
              </a:extLst>
            </p:cNvPr>
            <p:cNvSpPr/>
            <p:nvPr/>
          </p:nvSpPr>
          <p:spPr>
            <a:xfrm>
              <a:off x="8855271" y="2077200"/>
              <a:ext cx="22871" cy="29547"/>
            </a:xfrm>
            <a:custGeom>
              <a:avLst/>
              <a:gdLst>
                <a:gd name="connsiteX0" fmla="*/ 9417 w 22871"/>
                <a:gd name="connsiteY0" fmla="*/ 0 h 29547"/>
                <a:gd name="connsiteX1" fmla="*/ 4036 w 22871"/>
                <a:gd name="connsiteY1" fmla="*/ 5372 h 29547"/>
                <a:gd name="connsiteX2" fmla="*/ 4036 w 22871"/>
                <a:gd name="connsiteY2" fmla="*/ 13431 h 29547"/>
                <a:gd name="connsiteX3" fmla="*/ 0 w 22871"/>
                <a:gd name="connsiteY3" fmla="*/ 20146 h 29547"/>
                <a:gd name="connsiteX4" fmla="*/ 1345 w 22871"/>
                <a:gd name="connsiteY4" fmla="*/ 24175 h 29547"/>
                <a:gd name="connsiteX5" fmla="*/ 6727 w 22871"/>
                <a:gd name="connsiteY5" fmla="*/ 25518 h 29547"/>
                <a:gd name="connsiteX6" fmla="*/ 9417 w 22871"/>
                <a:gd name="connsiteY6" fmla="*/ 28205 h 29547"/>
                <a:gd name="connsiteX7" fmla="*/ 14799 w 22871"/>
                <a:gd name="connsiteY7" fmla="*/ 28205 h 29547"/>
                <a:gd name="connsiteX8" fmla="*/ 18835 w 22871"/>
                <a:gd name="connsiteY8" fmla="*/ 29548 h 29547"/>
                <a:gd name="connsiteX9" fmla="*/ 22871 w 22871"/>
                <a:gd name="connsiteY9" fmla="*/ 28205 h 29547"/>
                <a:gd name="connsiteX10" fmla="*/ 22871 w 22871"/>
                <a:gd name="connsiteY10" fmla="*/ 25518 h 29547"/>
                <a:gd name="connsiteX11" fmla="*/ 18835 w 22871"/>
                <a:gd name="connsiteY11" fmla="*/ 17460 h 29547"/>
                <a:gd name="connsiteX12" fmla="*/ 17490 w 22871"/>
                <a:gd name="connsiteY12" fmla="*/ 10745 h 29547"/>
                <a:gd name="connsiteX13" fmla="*/ 12108 w 22871"/>
                <a:gd name="connsiteY13" fmla="*/ 5372 h 2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71" h="29547">
                  <a:moveTo>
                    <a:pt x="9417" y="0"/>
                  </a:moveTo>
                  <a:lnTo>
                    <a:pt x="4036" y="5372"/>
                  </a:lnTo>
                  <a:lnTo>
                    <a:pt x="4036" y="13431"/>
                  </a:lnTo>
                  <a:lnTo>
                    <a:pt x="0" y="20146"/>
                  </a:lnTo>
                  <a:lnTo>
                    <a:pt x="1345" y="24175"/>
                  </a:lnTo>
                  <a:lnTo>
                    <a:pt x="6727" y="25518"/>
                  </a:lnTo>
                  <a:lnTo>
                    <a:pt x="9417" y="28205"/>
                  </a:lnTo>
                  <a:lnTo>
                    <a:pt x="14799" y="28205"/>
                  </a:lnTo>
                  <a:lnTo>
                    <a:pt x="18835" y="29548"/>
                  </a:lnTo>
                  <a:lnTo>
                    <a:pt x="22871" y="28205"/>
                  </a:lnTo>
                  <a:lnTo>
                    <a:pt x="22871" y="25518"/>
                  </a:lnTo>
                  <a:lnTo>
                    <a:pt x="18835" y="17460"/>
                  </a:lnTo>
                  <a:lnTo>
                    <a:pt x="17490" y="10745"/>
                  </a:lnTo>
                  <a:lnTo>
                    <a:pt x="12108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B8CB4CED-8A78-FA1E-715E-98E2997EDCE4}"/>
                </a:ext>
              </a:extLst>
            </p:cNvPr>
            <p:cNvSpPr/>
            <p:nvPr/>
          </p:nvSpPr>
          <p:spPr>
            <a:xfrm>
              <a:off x="8817600" y="1981842"/>
              <a:ext cx="10763" cy="10744"/>
            </a:xfrm>
            <a:custGeom>
              <a:avLst/>
              <a:gdLst>
                <a:gd name="connsiteX0" fmla="*/ 10763 w 10763"/>
                <a:gd name="connsiteY0" fmla="*/ 8058 h 10744"/>
                <a:gd name="connsiteX1" fmla="*/ 9418 w 10763"/>
                <a:gd name="connsiteY1" fmla="*/ 4029 h 10744"/>
                <a:gd name="connsiteX2" fmla="*/ 10763 w 10763"/>
                <a:gd name="connsiteY2" fmla="*/ 1343 h 10744"/>
                <a:gd name="connsiteX3" fmla="*/ 6727 w 10763"/>
                <a:gd name="connsiteY3" fmla="*/ 0 h 10744"/>
                <a:gd name="connsiteX4" fmla="*/ 1345 w 10763"/>
                <a:gd name="connsiteY4" fmla="*/ 0 h 10744"/>
                <a:gd name="connsiteX5" fmla="*/ 0 w 10763"/>
                <a:gd name="connsiteY5" fmla="*/ 2686 h 10744"/>
                <a:gd name="connsiteX6" fmla="*/ 2691 w 10763"/>
                <a:gd name="connsiteY6" fmla="*/ 5372 h 10744"/>
                <a:gd name="connsiteX7" fmla="*/ 4036 w 10763"/>
                <a:gd name="connsiteY7" fmla="*/ 8058 h 10744"/>
                <a:gd name="connsiteX8" fmla="*/ 8072 w 10763"/>
                <a:gd name="connsiteY8" fmla="*/ 1074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" h="10744">
                  <a:moveTo>
                    <a:pt x="10763" y="8058"/>
                  </a:moveTo>
                  <a:lnTo>
                    <a:pt x="9418" y="4029"/>
                  </a:lnTo>
                  <a:lnTo>
                    <a:pt x="10763" y="1343"/>
                  </a:lnTo>
                  <a:lnTo>
                    <a:pt x="6727" y="0"/>
                  </a:lnTo>
                  <a:lnTo>
                    <a:pt x="1345" y="0"/>
                  </a:lnTo>
                  <a:lnTo>
                    <a:pt x="0" y="2686"/>
                  </a:lnTo>
                  <a:lnTo>
                    <a:pt x="2691" y="5372"/>
                  </a:lnTo>
                  <a:lnTo>
                    <a:pt x="4036" y="8058"/>
                  </a:lnTo>
                  <a:lnTo>
                    <a:pt x="8072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F88A34F4-2E28-6B5C-7E0B-DF97DFE4BF69}"/>
                </a:ext>
              </a:extLst>
            </p:cNvPr>
            <p:cNvSpPr/>
            <p:nvPr/>
          </p:nvSpPr>
          <p:spPr>
            <a:xfrm>
              <a:off x="8840472" y="1913345"/>
              <a:ext cx="13453" cy="26861"/>
            </a:xfrm>
            <a:custGeom>
              <a:avLst/>
              <a:gdLst>
                <a:gd name="connsiteX0" fmla="*/ 4036 w 13453"/>
                <a:gd name="connsiteY0" fmla="*/ 12088 h 26861"/>
                <a:gd name="connsiteX1" fmla="*/ 1345 w 13453"/>
                <a:gd name="connsiteY1" fmla="*/ 10745 h 26861"/>
                <a:gd name="connsiteX2" fmla="*/ 0 w 13453"/>
                <a:gd name="connsiteY2" fmla="*/ 8058 h 26861"/>
                <a:gd name="connsiteX3" fmla="*/ 0 w 13453"/>
                <a:gd name="connsiteY3" fmla="*/ 18803 h 26861"/>
                <a:gd name="connsiteX4" fmla="*/ 4036 w 13453"/>
                <a:gd name="connsiteY4" fmla="*/ 20146 h 26861"/>
                <a:gd name="connsiteX5" fmla="*/ 5381 w 13453"/>
                <a:gd name="connsiteY5" fmla="*/ 17460 h 26861"/>
                <a:gd name="connsiteX6" fmla="*/ 8072 w 13453"/>
                <a:gd name="connsiteY6" fmla="*/ 18803 h 26861"/>
                <a:gd name="connsiteX7" fmla="*/ 8072 w 13453"/>
                <a:gd name="connsiteY7" fmla="*/ 24175 h 26861"/>
                <a:gd name="connsiteX8" fmla="*/ 10763 w 13453"/>
                <a:gd name="connsiteY8" fmla="*/ 26862 h 26861"/>
                <a:gd name="connsiteX9" fmla="*/ 12108 w 13453"/>
                <a:gd name="connsiteY9" fmla="*/ 21489 h 26861"/>
                <a:gd name="connsiteX10" fmla="*/ 10763 w 13453"/>
                <a:gd name="connsiteY10" fmla="*/ 16117 h 26861"/>
                <a:gd name="connsiteX11" fmla="*/ 13454 w 13453"/>
                <a:gd name="connsiteY11" fmla="*/ 13431 h 26861"/>
                <a:gd name="connsiteX12" fmla="*/ 13454 w 13453"/>
                <a:gd name="connsiteY12" fmla="*/ 10745 h 26861"/>
                <a:gd name="connsiteX13" fmla="*/ 9417 w 13453"/>
                <a:gd name="connsiteY13" fmla="*/ 6715 h 26861"/>
                <a:gd name="connsiteX14" fmla="*/ 9417 w 13453"/>
                <a:gd name="connsiteY14" fmla="*/ 4029 h 26861"/>
                <a:gd name="connsiteX15" fmla="*/ 8072 w 13453"/>
                <a:gd name="connsiteY15" fmla="*/ 0 h 26861"/>
                <a:gd name="connsiteX16" fmla="*/ 5381 w 13453"/>
                <a:gd name="connsiteY16" fmla="*/ 1343 h 26861"/>
                <a:gd name="connsiteX17" fmla="*/ 2691 w 13453"/>
                <a:gd name="connsiteY17" fmla="*/ 1343 h 26861"/>
                <a:gd name="connsiteX18" fmla="*/ 1345 w 13453"/>
                <a:gd name="connsiteY18" fmla="*/ 4029 h 26861"/>
                <a:gd name="connsiteX19" fmla="*/ 5381 w 13453"/>
                <a:gd name="connsiteY19" fmla="*/ 8058 h 2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453" h="26861">
                  <a:moveTo>
                    <a:pt x="4036" y="12088"/>
                  </a:moveTo>
                  <a:lnTo>
                    <a:pt x="1345" y="10745"/>
                  </a:lnTo>
                  <a:lnTo>
                    <a:pt x="0" y="8058"/>
                  </a:lnTo>
                  <a:lnTo>
                    <a:pt x="0" y="18803"/>
                  </a:lnTo>
                  <a:lnTo>
                    <a:pt x="4036" y="20146"/>
                  </a:lnTo>
                  <a:lnTo>
                    <a:pt x="5381" y="17460"/>
                  </a:lnTo>
                  <a:lnTo>
                    <a:pt x="8072" y="18803"/>
                  </a:lnTo>
                  <a:lnTo>
                    <a:pt x="8072" y="24175"/>
                  </a:lnTo>
                  <a:lnTo>
                    <a:pt x="10763" y="26862"/>
                  </a:lnTo>
                  <a:lnTo>
                    <a:pt x="12108" y="21489"/>
                  </a:lnTo>
                  <a:lnTo>
                    <a:pt x="10763" y="16117"/>
                  </a:lnTo>
                  <a:lnTo>
                    <a:pt x="13454" y="13431"/>
                  </a:lnTo>
                  <a:lnTo>
                    <a:pt x="13454" y="10745"/>
                  </a:lnTo>
                  <a:lnTo>
                    <a:pt x="9417" y="6715"/>
                  </a:lnTo>
                  <a:lnTo>
                    <a:pt x="9417" y="4029"/>
                  </a:lnTo>
                  <a:lnTo>
                    <a:pt x="8072" y="0"/>
                  </a:lnTo>
                  <a:lnTo>
                    <a:pt x="5381" y="1343"/>
                  </a:lnTo>
                  <a:lnTo>
                    <a:pt x="2691" y="1343"/>
                  </a:lnTo>
                  <a:lnTo>
                    <a:pt x="1345" y="4029"/>
                  </a:lnTo>
                  <a:lnTo>
                    <a:pt x="5381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8FD1C99-09F4-2209-2639-D94C289F60A7}"/>
                </a:ext>
              </a:extLst>
            </p:cNvPr>
            <p:cNvSpPr/>
            <p:nvPr/>
          </p:nvSpPr>
          <p:spPr>
            <a:xfrm>
              <a:off x="8822982" y="1889170"/>
              <a:ext cx="13453" cy="8058"/>
            </a:xfrm>
            <a:custGeom>
              <a:avLst/>
              <a:gdLst>
                <a:gd name="connsiteX0" fmla="*/ 13454 w 13453"/>
                <a:gd name="connsiteY0" fmla="*/ 5372 h 8058"/>
                <a:gd name="connsiteX1" fmla="*/ 6727 w 13453"/>
                <a:gd name="connsiteY1" fmla="*/ 4029 h 8058"/>
                <a:gd name="connsiteX2" fmla="*/ 5382 w 13453"/>
                <a:gd name="connsiteY2" fmla="*/ 0 h 8058"/>
                <a:gd name="connsiteX3" fmla="*/ 1345 w 13453"/>
                <a:gd name="connsiteY3" fmla="*/ 0 h 8058"/>
                <a:gd name="connsiteX4" fmla="*/ 0 w 13453"/>
                <a:gd name="connsiteY4" fmla="*/ 1343 h 8058"/>
                <a:gd name="connsiteX5" fmla="*/ 0 w 13453"/>
                <a:gd name="connsiteY5" fmla="*/ 5372 h 8058"/>
                <a:gd name="connsiteX6" fmla="*/ 6727 w 13453"/>
                <a:gd name="connsiteY6" fmla="*/ 8058 h 8058"/>
                <a:gd name="connsiteX7" fmla="*/ 10763 w 13453"/>
                <a:gd name="connsiteY7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53" h="8058">
                  <a:moveTo>
                    <a:pt x="13454" y="5372"/>
                  </a:moveTo>
                  <a:lnTo>
                    <a:pt x="6727" y="4029"/>
                  </a:lnTo>
                  <a:lnTo>
                    <a:pt x="5382" y="0"/>
                  </a:lnTo>
                  <a:lnTo>
                    <a:pt x="1345" y="0"/>
                  </a:lnTo>
                  <a:lnTo>
                    <a:pt x="0" y="1343"/>
                  </a:lnTo>
                  <a:lnTo>
                    <a:pt x="0" y="5372"/>
                  </a:lnTo>
                  <a:lnTo>
                    <a:pt x="6727" y="8058"/>
                  </a:lnTo>
                  <a:lnTo>
                    <a:pt x="10763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6BE056BB-5BC5-FD7B-302A-DD70260DDA48}"/>
                </a:ext>
              </a:extLst>
            </p:cNvPr>
            <p:cNvSpPr/>
            <p:nvPr/>
          </p:nvSpPr>
          <p:spPr>
            <a:xfrm>
              <a:off x="8837781" y="1881111"/>
              <a:ext cx="17490" cy="9401"/>
            </a:xfrm>
            <a:custGeom>
              <a:avLst/>
              <a:gdLst>
                <a:gd name="connsiteX0" fmla="*/ 0 w 17490"/>
                <a:gd name="connsiteY0" fmla="*/ 8058 h 9401"/>
                <a:gd name="connsiteX1" fmla="*/ 2691 w 17490"/>
                <a:gd name="connsiteY1" fmla="*/ 9402 h 9401"/>
                <a:gd name="connsiteX2" fmla="*/ 9418 w 17490"/>
                <a:gd name="connsiteY2" fmla="*/ 8058 h 9401"/>
                <a:gd name="connsiteX3" fmla="*/ 13454 w 17490"/>
                <a:gd name="connsiteY3" fmla="*/ 8058 h 9401"/>
                <a:gd name="connsiteX4" fmla="*/ 17490 w 17490"/>
                <a:gd name="connsiteY4" fmla="*/ 6715 h 9401"/>
                <a:gd name="connsiteX5" fmla="*/ 17490 w 17490"/>
                <a:gd name="connsiteY5" fmla="*/ 4029 h 9401"/>
                <a:gd name="connsiteX6" fmla="*/ 9418 w 17490"/>
                <a:gd name="connsiteY6" fmla="*/ 2686 h 9401"/>
                <a:gd name="connsiteX7" fmla="*/ 5381 w 17490"/>
                <a:gd name="connsiteY7" fmla="*/ 0 h 9401"/>
                <a:gd name="connsiteX8" fmla="*/ 2691 w 17490"/>
                <a:gd name="connsiteY8" fmla="*/ 1343 h 9401"/>
                <a:gd name="connsiteX9" fmla="*/ 0 w 17490"/>
                <a:gd name="connsiteY9" fmla="*/ 8058 h 9401"/>
                <a:gd name="connsiteX10" fmla="*/ 0 w 17490"/>
                <a:gd name="connsiteY10" fmla="*/ 8058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90" h="9401">
                  <a:moveTo>
                    <a:pt x="0" y="8058"/>
                  </a:moveTo>
                  <a:lnTo>
                    <a:pt x="2691" y="9402"/>
                  </a:lnTo>
                  <a:lnTo>
                    <a:pt x="9418" y="8058"/>
                  </a:lnTo>
                  <a:lnTo>
                    <a:pt x="13454" y="8058"/>
                  </a:lnTo>
                  <a:lnTo>
                    <a:pt x="17490" y="6715"/>
                  </a:lnTo>
                  <a:lnTo>
                    <a:pt x="17490" y="4029"/>
                  </a:lnTo>
                  <a:lnTo>
                    <a:pt x="9418" y="2686"/>
                  </a:lnTo>
                  <a:lnTo>
                    <a:pt x="5381" y="0"/>
                  </a:lnTo>
                  <a:lnTo>
                    <a:pt x="2691" y="1343"/>
                  </a:lnTo>
                  <a:lnTo>
                    <a:pt x="0" y="8058"/>
                  </a:lnTo>
                  <a:lnTo>
                    <a:pt x="0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FACA928A-6532-5D0B-99D8-A92AB1F8CD4C}"/>
                </a:ext>
              </a:extLst>
            </p:cNvPr>
            <p:cNvSpPr/>
            <p:nvPr/>
          </p:nvSpPr>
          <p:spPr>
            <a:xfrm>
              <a:off x="8890251" y="2006017"/>
              <a:ext cx="9417" cy="8058"/>
            </a:xfrm>
            <a:custGeom>
              <a:avLst/>
              <a:gdLst>
                <a:gd name="connsiteX0" fmla="*/ 5382 w 9417"/>
                <a:gd name="connsiteY0" fmla="*/ 8058 h 8058"/>
                <a:gd name="connsiteX1" fmla="*/ 9418 w 9417"/>
                <a:gd name="connsiteY1" fmla="*/ 2686 h 8058"/>
                <a:gd name="connsiteX2" fmla="*/ 8072 w 9417"/>
                <a:gd name="connsiteY2" fmla="*/ 0 h 8058"/>
                <a:gd name="connsiteX3" fmla="*/ 2691 w 9417"/>
                <a:gd name="connsiteY3" fmla="*/ 0 h 8058"/>
                <a:gd name="connsiteX4" fmla="*/ 0 w 9417"/>
                <a:gd name="connsiteY4" fmla="*/ 2686 h 8058"/>
                <a:gd name="connsiteX5" fmla="*/ 1345 w 9417"/>
                <a:gd name="connsiteY5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8058">
                  <a:moveTo>
                    <a:pt x="5382" y="8058"/>
                  </a:moveTo>
                  <a:lnTo>
                    <a:pt x="9418" y="2686"/>
                  </a:lnTo>
                  <a:lnTo>
                    <a:pt x="8072" y="0"/>
                  </a:lnTo>
                  <a:lnTo>
                    <a:pt x="2691" y="0"/>
                  </a:lnTo>
                  <a:lnTo>
                    <a:pt x="0" y="2686"/>
                  </a:lnTo>
                  <a:lnTo>
                    <a:pt x="1345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C09ACED-59A1-6996-169E-7796DAB83480}"/>
                </a:ext>
              </a:extLst>
            </p:cNvPr>
            <p:cNvSpPr/>
            <p:nvPr/>
          </p:nvSpPr>
          <p:spPr>
            <a:xfrm>
              <a:off x="8903704" y="2003331"/>
              <a:ext cx="12108" cy="6715"/>
            </a:xfrm>
            <a:custGeom>
              <a:avLst/>
              <a:gdLst>
                <a:gd name="connsiteX0" fmla="*/ 8072 w 12108"/>
                <a:gd name="connsiteY0" fmla="*/ 6715 h 6715"/>
                <a:gd name="connsiteX1" fmla="*/ 10763 w 12108"/>
                <a:gd name="connsiteY1" fmla="*/ 4029 h 6715"/>
                <a:gd name="connsiteX2" fmla="*/ 12109 w 12108"/>
                <a:gd name="connsiteY2" fmla="*/ 0 h 6715"/>
                <a:gd name="connsiteX3" fmla="*/ 6727 w 12108"/>
                <a:gd name="connsiteY3" fmla="*/ 0 h 6715"/>
                <a:gd name="connsiteX4" fmla="*/ 4036 w 12108"/>
                <a:gd name="connsiteY4" fmla="*/ 1343 h 6715"/>
                <a:gd name="connsiteX5" fmla="*/ 0 w 12108"/>
                <a:gd name="connsiteY5" fmla="*/ 2686 h 6715"/>
                <a:gd name="connsiteX6" fmla="*/ 2691 w 12108"/>
                <a:gd name="connsiteY6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08" h="6715">
                  <a:moveTo>
                    <a:pt x="8072" y="6715"/>
                  </a:moveTo>
                  <a:lnTo>
                    <a:pt x="10763" y="4029"/>
                  </a:lnTo>
                  <a:lnTo>
                    <a:pt x="12109" y="0"/>
                  </a:lnTo>
                  <a:lnTo>
                    <a:pt x="6727" y="0"/>
                  </a:lnTo>
                  <a:lnTo>
                    <a:pt x="4036" y="1343"/>
                  </a:lnTo>
                  <a:lnTo>
                    <a:pt x="0" y="2686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2DE1B89A-54A8-7AE7-3ADB-354D5A220AA7}"/>
                </a:ext>
              </a:extLst>
            </p:cNvPr>
            <p:cNvSpPr/>
            <p:nvPr/>
          </p:nvSpPr>
          <p:spPr>
            <a:xfrm>
              <a:off x="8925230" y="2008703"/>
              <a:ext cx="12108" cy="5372"/>
            </a:xfrm>
            <a:custGeom>
              <a:avLst/>
              <a:gdLst>
                <a:gd name="connsiteX0" fmla="*/ 9418 w 12108"/>
                <a:gd name="connsiteY0" fmla="*/ 5372 h 5372"/>
                <a:gd name="connsiteX1" fmla="*/ 12108 w 12108"/>
                <a:gd name="connsiteY1" fmla="*/ 2686 h 5372"/>
                <a:gd name="connsiteX2" fmla="*/ 6727 w 12108"/>
                <a:gd name="connsiteY2" fmla="*/ 0 h 5372"/>
                <a:gd name="connsiteX3" fmla="*/ 0 w 12108"/>
                <a:gd name="connsiteY3" fmla="*/ 2686 h 5372"/>
                <a:gd name="connsiteX4" fmla="*/ 1345 w 12108"/>
                <a:gd name="connsiteY4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8" h="5372">
                  <a:moveTo>
                    <a:pt x="9418" y="5372"/>
                  </a:moveTo>
                  <a:lnTo>
                    <a:pt x="12108" y="2686"/>
                  </a:lnTo>
                  <a:lnTo>
                    <a:pt x="6727" y="0"/>
                  </a:lnTo>
                  <a:lnTo>
                    <a:pt x="0" y="2686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5C732612-D08E-4DB2-7EE9-F37111434F20}"/>
                </a:ext>
              </a:extLst>
            </p:cNvPr>
            <p:cNvSpPr/>
            <p:nvPr/>
          </p:nvSpPr>
          <p:spPr>
            <a:xfrm>
              <a:off x="8972319" y="2001988"/>
              <a:ext cx="4036" cy="8058"/>
            </a:xfrm>
            <a:custGeom>
              <a:avLst/>
              <a:gdLst>
                <a:gd name="connsiteX0" fmla="*/ 4036 w 4036"/>
                <a:gd name="connsiteY0" fmla="*/ 1343 h 8058"/>
                <a:gd name="connsiteX1" fmla="*/ 0 w 4036"/>
                <a:gd name="connsiteY1" fmla="*/ 0 h 8058"/>
                <a:gd name="connsiteX2" fmla="*/ 1345 w 4036"/>
                <a:gd name="connsiteY2" fmla="*/ 6715 h 8058"/>
                <a:gd name="connsiteX3" fmla="*/ 4036 w 4036"/>
                <a:gd name="connsiteY3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8058">
                  <a:moveTo>
                    <a:pt x="4036" y="1343"/>
                  </a:moveTo>
                  <a:lnTo>
                    <a:pt x="0" y="0"/>
                  </a:lnTo>
                  <a:lnTo>
                    <a:pt x="1345" y="6715"/>
                  </a:lnTo>
                  <a:lnTo>
                    <a:pt x="4036" y="8058"/>
                  </a:lnTo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4CEC8FC3-30C3-EF30-00F6-39894AA7D873}"/>
                </a:ext>
              </a:extLst>
            </p:cNvPr>
            <p:cNvSpPr/>
            <p:nvPr/>
          </p:nvSpPr>
          <p:spPr>
            <a:xfrm>
              <a:off x="8950793" y="1992587"/>
              <a:ext cx="8072" cy="5372"/>
            </a:xfrm>
            <a:custGeom>
              <a:avLst/>
              <a:gdLst>
                <a:gd name="connsiteX0" fmla="*/ 0 w 8072"/>
                <a:gd name="connsiteY0" fmla="*/ 5372 h 5372"/>
                <a:gd name="connsiteX1" fmla="*/ 5382 w 8072"/>
                <a:gd name="connsiteY1" fmla="*/ 5372 h 5372"/>
                <a:gd name="connsiteX2" fmla="*/ 8072 w 8072"/>
                <a:gd name="connsiteY2" fmla="*/ 1343 h 5372"/>
                <a:gd name="connsiteX3" fmla="*/ 2691 w 8072"/>
                <a:gd name="connsiteY3" fmla="*/ 0 h 5372"/>
                <a:gd name="connsiteX4" fmla="*/ 0 w 8072"/>
                <a:gd name="connsiteY4" fmla="*/ 0 h 5372"/>
                <a:gd name="connsiteX5" fmla="*/ 1345 w 8072"/>
                <a:gd name="connsiteY5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5372">
                  <a:moveTo>
                    <a:pt x="0" y="5372"/>
                  </a:moveTo>
                  <a:lnTo>
                    <a:pt x="5382" y="5372"/>
                  </a:lnTo>
                  <a:lnTo>
                    <a:pt x="8072" y="1343"/>
                  </a:lnTo>
                  <a:lnTo>
                    <a:pt x="2691" y="0"/>
                  </a:lnTo>
                  <a:lnTo>
                    <a:pt x="0" y="0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DBBDD618-B862-B209-E335-53550CAD6204}"/>
                </a:ext>
              </a:extLst>
            </p:cNvPr>
            <p:cNvSpPr/>
            <p:nvPr/>
          </p:nvSpPr>
          <p:spPr>
            <a:xfrm>
              <a:off x="8923885" y="1973784"/>
              <a:ext cx="9417" cy="9401"/>
            </a:xfrm>
            <a:custGeom>
              <a:avLst/>
              <a:gdLst>
                <a:gd name="connsiteX0" fmla="*/ 9418 w 9417"/>
                <a:gd name="connsiteY0" fmla="*/ 2686 h 9401"/>
                <a:gd name="connsiteX1" fmla="*/ 9418 w 9417"/>
                <a:gd name="connsiteY1" fmla="*/ 0 h 9401"/>
                <a:gd name="connsiteX2" fmla="*/ 6727 w 9417"/>
                <a:gd name="connsiteY2" fmla="*/ 0 h 9401"/>
                <a:gd name="connsiteX3" fmla="*/ 0 w 9417"/>
                <a:gd name="connsiteY3" fmla="*/ 4029 h 9401"/>
                <a:gd name="connsiteX4" fmla="*/ 0 w 9417"/>
                <a:gd name="connsiteY4" fmla="*/ 6715 h 9401"/>
                <a:gd name="connsiteX5" fmla="*/ 5382 w 9417"/>
                <a:gd name="connsiteY5" fmla="*/ 9402 h 9401"/>
                <a:gd name="connsiteX6" fmla="*/ 6727 w 9417"/>
                <a:gd name="connsiteY6" fmla="*/ 6715 h 9401"/>
                <a:gd name="connsiteX7" fmla="*/ 5382 w 9417"/>
                <a:gd name="connsiteY7" fmla="*/ 5372 h 9401"/>
                <a:gd name="connsiteX8" fmla="*/ 5382 w 9417"/>
                <a:gd name="connsiteY8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17" h="9401">
                  <a:moveTo>
                    <a:pt x="9418" y="2686"/>
                  </a:moveTo>
                  <a:lnTo>
                    <a:pt x="9418" y="0"/>
                  </a:lnTo>
                  <a:lnTo>
                    <a:pt x="6727" y="0"/>
                  </a:lnTo>
                  <a:lnTo>
                    <a:pt x="0" y="4029"/>
                  </a:lnTo>
                  <a:lnTo>
                    <a:pt x="0" y="6715"/>
                  </a:lnTo>
                  <a:lnTo>
                    <a:pt x="5382" y="9402"/>
                  </a:lnTo>
                  <a:lnTo>
                    <a:pt x="6727" y="6715"/>
                  </a:lnTo>
                  <a:lnTo>
                    <a:pt x="5382" y="5372"/>
                  </a:lnTo>
                  <a:lnTo>
                    <a:pt x="5382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14EF12FC-E7D1-E63B-26CE-6A22B9CDC3D1}"/>
                </a:ext>
              </a:extLst>
            </p:cNvPr>
            <p:cNvSpPr/>
            <p:nvPr/>
          </p:nvSpPr>
          <p:spPr>
            <a:xfrm>
              <a:off x="8938684" y="1968411"/>
              <a:ext cx="8072" cy="6715"/>
            </a:xfrm>
            <a:custGeom>
              <a:avLst/>
              <a:gdLst>
                <a:gd name="connsiteX0" fmla="*/ 8072 w 8072"/>
                <a:gd name="connsiteY0" fmla="*/ 4029 h 6715"/>
                <a:gd name="connsiteX1" fmla="*/ 6727 w 8072"/>
                <a:gd name="connsiteY1" fmla="*/ 0 h 6715"/>
                <a:gd name="connsiteX2" fmla="*/ 1345 w 8072"/>
                <a:gd name="connsiteY2" fmla="*/ 0 h 6715"/>
                <a:gd name="connsiteX3" fmla="*/ 0 w 8072"/>
                <a:gd name="connsiteY3" fmla="*/ 2686 h 6715"/>
                <a:gd name="connsiteX4" fmla="*/ 1345 w 8072"/>
                <a:gd name="connsiteY4" fmla="*/ 6715 h 6715"/>
                <a:gd name="connsiteX5" fmla="*/ 5381 w 8072"/>
                <a:gd name="connsiteY5" fmla="*/ 6715 h 6715"/>
                <a:gd name="connsiteX6" fmla="*/ 8072 w 8072"/>
                <a:gd name="connsiteY6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6715">
                  <a:moveTo>
                    <a:pt x="8072" y="4029"/>
                  </a:moveTo>
                  <a:lnTo>
                    <a:pt x="6727" y="0"/>
                  </a:lnTo>
                  <a:lnTo>
                    <a:pt x="1345" y="0"/>
                  </a:lnTo>
                  <a:lnTo>
                    <a:pt x="0" y="2686"/>
                  </a:lnTo>
                  <a:lnTo>
                    <a:pt x="1345" y="6715"/>
                  </a:lnTo>
                  <a:lnTo>
                    <a:pt x="5381" y="6715"/>
                  </a:lnTo>
                  <a:lnTo>
                    <a:pt x="8072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B75CA0B9-44F4-5B7F-C6F0-39A43D3D2E1F}"/>
                </a:ext>
              </a:extLst>
            </p:cNvPr>
            <p:cNvSpPr/>
            <p:nvPr/>
          </p:nvSpPr>
          <p:spPr>
            <a:xfrm>
              <a:off x="8925230" y="1950951"/>
              <a:ext cx="12108" cy="8058"/>
            </a:xfrm>
            <a:custGeom>
              <a:avLst/>
              <a:gdLst>
                <a:gd name="connsiteX0" fmla="*/ 8072 w 12108"/>
                <a:gd name="connsiteY0" fmla="*/ 8058 h 8058"/>
                <a:gd name="connsiteX1" fmla="*/ 12108 w 12108"/>
                <a:gd name="connsiteY1" fmla="*/ 2686 h 8058"/>
                <a:gd name="connsiteX2" fmla="*/ 10763 w 12108"/>
                <a:gd name="connsiteY2" fmla="*/ 1343 h 8058"/>
                <a:gd name="connsiteX3" fmla="*/ 8072 w 12108"/>
                <a:gd name="connsiteY3" fmla="*/ 0 h 8058"/>
                <a:gd name="connsiteX4" fmla="*/ 4036 w 12108"/>
                <a:gd name="connsiteY4" fmla="*/ 1343 h 8058"/>
                <a:gd name="connsiteX5" fmla="*/ 0 w 12108"/>
                <a:gd name="connsiteY5" fmla="*/ 2686 h 8058"/>
                <a:gd name="connsiteX6" fmla="*/ 0 w 12108"/>
                <a:gd name="connsiteY6" fmla="*/ 4029 h 8058"/>
                <a:gd name="connsiteX7" fmla="*/ 5381 w 12108"/>
                <a:gd name="connsiteY7" fmla="*/ 6715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8" h="8058">
                  <a:moveTo>
                    <a:pt x="8072" y="8058"/>
                  </a:moveTo>
                  <a:lnTo>
                    <a:pt x="12108" y="2686"/>
                  </a:lnTo>
                  <a:lnTo>
                    <a:pt x="10763" y="1343"/>
                  </a:lnTo>
                  <a:lnTo>
                    <a:pt x="8072" y="0"/>
                  </a:lnTo>
                  <a:lnTo>
                    <a:pt x="4036" y="1343"/>
                  </a:lnTo>
                  <a:lnTo>
                    <a:pt x="0" y="2686"/>
                  </a:lnTo>
                  <a:lnTo>
                    <a:pt x="0" y="4029"/>
                  </a:lnTo>
                  <a:lnTo>
                    <a:pt x="538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5C3D2DE4-0727-F9D3-2B05-1C8BA90951FE}"/>
                </a:ext>
              </a:extLst>
            </p:cNvPr>
            <p:cNvSpPr/>
            <p:nvPr/>
          </p:nvSpPr>
          <p:spPr>
            <a:xfrm>
              <a:off x="8944066" y="1933491"/>
              <a:ext cx="17490" cy="13430"/>
            </a:xfrm>
            <a:custGeom>
              <a:avLst/>
              <a:gdLst>
                <a:gd name="connsiteX0" fmla="*/ 13454 w 17490"/>
                <a:gd name="connsiteY0" fmla="*/ 13431 h 13430"/>
                <a:gd name="connsiteX1" fmla="*/ 16145 w 17490"/>
                <a:gd name="connsiteY1" fmla="*/ 12088 h 13430"/>
                <a:gd name="connsiteX2" fmla="*/ 16145 w 17490"/>
                <a:gd name="connsiteY2" fmla="*/ 10745 h 13430"/>
                <a:gd name="connsiteX3" fmla="*/ 13454 w 17490"/>
                <a:gd name="connsiteY3" fmla="*/ 8058 h 13430"/>
                <a:gd name="connsiteX4" fmla="*/ 17490 w 17490"/>
                <a:gd name="connsiteY4" fmla="*/ 6715 h 13430"/>
                <a:gd name="connsiteX5" fmla="*/ 17490 w 17490"/>
                <a:gd name="connsiteY5" fmla="*/ 5372 h 13430"/>
                <a:gd name="connsiteX6" fmla="*/ 14799 w 17490"/>
                <a:gd name="connsiteY6" fmla="*/ 1343 h 13430"/>
                <a:gd name="connsiteX7" fmla="*/ 8072 w 17490"/>
                <a:gd name="connsiteY7" fmla="*/ 0 h 13430"/>
                <a:gd name="connsiteX8" fmla="*/ 5382 w 17490"/>
                <a:gd name="connsiteY8" fmla="*/ 1343 h 13430"/>
                <a:gd name="connsiteX9" fmla="*/ 6727 w 17490"/>
                <a:gd name="connsiteY9" fmla="*/ 5372 h 13430"/>
                <a:gd name="connsiteX10" fmla="*/ 5382 w 17490"/>
                <a:gd name="connsiteY10" fmla="*/ 5372 h 13430"/>
                <a:gd name="connsiteX11" fmla="*/ 1345 w 17490"/>
                <a:gd name="connsiteY11" fmla="*/ 4029 h 13430"/>
                <a:gd name="connsiteX12" fmla="*/ 0 w 17490"/>
                <a:gd name="connsiteY12" fmla="*/ 4029 h 13430"/>
                <a:gd name="connsiteX13" fmla="*/ 2691 w 17490"/>
                <a:gd name="connsiteY13" fmla="*/ 9402 h 13430"/>
                <a:gd name="connsiteX14" fmla="*/ 5382 w 17490"/>
                <a:gd name="connsiteY14" fmla="*/ 10745 h 13430"/>
                <a:gd name="connsiteX15" fmla="*/ 9418 w 17490"/>
                <a:gd name="connsiteY15" fmla="*/ 1074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90" h="13430">
                  <a:moveTo>
                    <a:pt x="13454" y="13431"/>
                  </a:moveTo>
                  <a:lnTo>
                    <a:pt x="16145" y="12088"/>
                  </a:lnTo>
                  <a:lnTo>
                    <a:pt x="16145" y="10745"/>
                  </a:lnTo>
                  <a:lnTo>
                    <a:pt x="13454" y="8058"/>
                  </a:lnTo>
                  <a:lnTo>
                    <a:pt x="17490" y="6715"/>
                  </a:lnTo>
                  <a:lnTo>
                    <a:pt x="17490" y="5372"/>
                  </a:lnTo>
                  <a:lnTo>
                    <a:pt x="14799" y="1343"/>
                  </a:lnTo>
                  <a:lnTo>
                    <a:pt x="8072" y="0"/>
                  </a:lnTo>
                  <a:lnTo>
                    <a:pt x="5382" y="1343"/>
                  </a:lnTo>
                  <a:lnTo>
                    <a:pt x="6727" y="5372"/>
                  </a:lnTo>
                  <a:lnTo>
                    <a:pt x="5382" y="5372"/>
                  </a:lnTo>
                  <a:lnTo>
                    <a:pt x="1345" y="4029"/>
                  </a:lnTo>
                  <a:lnTo>
                    <a:pt x="0" y="4029"/>
                  </a:lnTo>
                  <a:lnTo>
                    <a:pt x="2691" y="9402"/>
                  </a:lnTo>
                  <a:lnTo>
                    <a:pt x="5382" y="10745"/>
                  </a:lnTo>
                  <a:lnTo>
                    <a:pt x="9418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0ACC1E2F-870F-18C5-3580-6E1C7DE935E4}"/>
                </a:ext>
              </a:extLst>
            </p:cNvPr>
            <p:cNvSpPr/>
            <p:nvPr/>
          </p:nvSpPr>
          <p:spPr>
            <a:xfrm>
              <a:off x="8935994" y="1718599"/>
              <a:ext cx="5381" cy="5372"/>
            </a:xfrm>
            <a:custGeom>
              <a:avLst/>
              <a:gdLst>
                <a:gd name="connsiteX0" fmla="*/ 2691 w 5381"/>
                <a:gd name="connsiteY0" fmla="*/ 5372 h 5372"/>
                <a:gd name="connsiteX1" fmla="*/ 5381 w 5381"/>
                <a:gd name="connsiteY1" fmla="*/ 5372 h 5372"/>
                <a:gd name="connsiteX2" fmla="*/ 5381 w 5381"/>
                <a:gd name="connsiteY2" fmla="*/ 1343 h 5372"/>
                <a:gd name="connsiteX3" fmla="*/ 1345 w 5381"/>
                <a:gd name="connsiteY3" fmla="*/ 0 h 5372"/>
                <a:gd name="connsiteX4" fmla="*/ 0 w 5381"/>
                <a:gd name="connsiteY4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2691" y="5372"/>
                  </a:moveTo>
                  <a:lnTo>
                    <a:pt x="5381" y="5372"/>
                  </a:lnTo>
                  <a:lnTo>
                    <a:pt x="5381" y="1343"/>
                  </a:lnTo>
                  <a:lnTo>
                    <a:pt x="1345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C12CB627-A85C-84ED-BD2F-B83D6D69835D}"/>
                </a:ext>
              </a:extLst>
            </p:cNvPr>
            <p:cNvSpPr/>
            <p:nvPr/>
          </p:nvSpPr>
          <p:spPr>
            <a:xfrm>
              <a:off x="8910431" y="1757548"/>
              <a:ext cx="9417" cy="14773"/>
            </a:xfrm>
            <a:custGeom>
              <a:avLst/>
              <a:gdLst>
                <a:gd name="connsiteX0" fmla="*/ 0 w 9417"/>
                <a:gd name="connsiteY0" fmla="*/ 12088 h 14773"/>
                <a:gd name="connsiteX1" fmla="*/ 1345 w 9417"/>
                <a:gd name="connsiteY1" fmla="*/ 14774 h 14773"/>
                <a:gd name="connsiteX2" fmla="*/ 2691 w 9417"/>
                <a:gd name="connsiteY2" fmla="*/ 14774 h 14773"/>
                <a:gd name="connsiteX3" fmla="*/ 8072 w 9417"/>
                <a:gd name="connsiteY3" fmla="*/ 13431 h 14773"/>
                <a:gd name="connsiteX4" fmla="*/ 9418 w 9417"/>
                <a:gd name="connsiteY4" fmla="*/ 9402 h 14773"/>
                <a:gd name="connsiteX5" fmla="*/ 9418 w 9417"/>
                <a:gd name="connsiteY5" fmla="*/ 2686 h 14773"/>
                <a:gd name="connsiteX6" fmla="*/ 5382 w 9417"/>
                <a:gd name="connsiteY6" fmla="*/ 0 h 14773"/>
                <a:gd name="connsiteX7" fmla="*/ 2691 w 9417"/>
                <a:gd name="connsiteY7" fmla="*/ 0 h 14773"/>
                <a:gd name="connsiteX8" fmla="*/ 0 w 9417"/>
                <a:gd name="connsiteY8" fmla="*/ 2686 h 14773"/>
                <a:gd name="connsiteX9" fmla="*/ 0 w 9417"/>
                <a:gd name="connsiteY9" fmla="*/ 6715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17" h="14773">
                  <a:moveTo>
                    <a:pt x="0" y="12088"/>
                  </a:moveTo>
                  <a:lnTo>
                    <a:pt x="1345" y="14774"/>
                  </a:lnTo>
                  <a:lnTo>
                    <a:pt x="2691" y="14774"/>
                  </a:lnTo>
                  <a:lnTo>
                    <a:pt x="8072" y="13431"/>
                  </a:lnTo>
                  <a:lnTo>
                    <a:pt x="9418" y="9402"/>
                  </a:lnTo>
                  <a:lnTo>
                    <a:pt x="9418" y="2686"/>
                  </a:lnTo>
                  <a:lnTo>
                    <a:pt x="5382" y="0"/>
                  </a:lnTo>
                  <a:lnTo>
                    <a:pt x="2691" y="0"/>
                  </a:lnTo>
                  <a:lnTo>
                    <a:pt x="0" y="2686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EEAE9D53-D0DE-8062-6D96-EAD3E10E0CAF}"/>
                </a:ext>
              </a:extLst>
            </p:cNvPr>
            <p:cNvSpPr/>
            <p:nvPr/>
          </p:nvSpPr>
          <p:spPr>
            <a:xfrm>
              <a:off x="9026134" y="1736059"/>
              <a:ext cx="24217" cy="24175"/>
            </a:xfrm>
            <a:custGeom>
              <a:avLst/>
              <a:gdLst>
                <a:gd name="connsiteX0" fmla="*/ 0 w 24217"/>
                <a:gd name="connsiteY0" fmla="*/ 24175 h 24175"/>
                <a:gd name="connsiteX1" fmla="*/ 1345 w 24217"/>
                <a:gd name="connsiteY1" fmla="*/ 24175 h 24175"/>
                <a:gd name="connsiteX2" fmla="*/ 6727 w 24217"/>
                <a:gd name="connsiteY2" fmla="*/ 22832 h 24175"/>
                <a:gd name="connsiteX3" fmla="*/ 9418 w 24217"/>
                <a:gd name="connsiteY3" fmla="*/ 18803 h 24175"/>
                <a:gd name="connsiteX4" fmla="*/ 12108 w 24217"/>
                <a:gd name="connsiteY4" fmla="*/ 17460 h 24175"/>
                <a:gd name="connsiteX5" fmla="*/ 13454 w 24217"/>
                <a:gd name="connsiteY5" fmla="*/ 20146 h 24175"/>
                <a:gd name="connsiteX6" fmla="*/ 10763 w 24217"/>
                <a:gd name="connsiteY6" fmla="*/ 22832 h 24175"/>
                <a:gd name="connsiteX7" fmla="*/ 16145 w 24217"/>
                <a:gd name="connsiteY7" fmla="*/ 20146 h 24175"/>
                <a:gd name="connsiteX8" fmla="*/ 21526 w 24217"/>
                <a:gd name="connsiteY8" fmla="*/ 14774 h 24175"/>
                <a:gd name="connsiteX9" fmla="*/ 21526 w 24217"/>
                <a:gd name="connsiteY9" fmla="*/ 9402 h 24175"/>
                <a:gd name="connsiteX10" fmla="*/ 24217 w 24217"/>
                <a:gd name="connsiteY10" fmla="*/ 8058 h 24175"/>
                <a:gd name="connsiteX11" fmla="*/ 24217 w 24217"/>
                <a:gd name="connsiteY11" fmla="*/ 1343 h 24175"/>
                <a:gd name="connsiteX12" fmla="*/ 22872 w 24217"/>
                <a:gd name="connsiteY12" fmla="*/ 0 h 24175"/>
                <a:gd name="connsiteX13" fmla="*/ 20181 w 24217"/>
                <a:gd name="connsiteY13" fmla="*/ 1343 h 24175"/>
                <a:gd name="connsiteX14" fmla="*/ 17490 w 24217"/>
                <a:gd name="connsiteY14" fmla="*/ 4029 h 24175"/>
                <a:gd name="connsiteX15" fmla="*/ 13454 w 24217"/>
                <a:gd name="connsiteY15" fmla="*/ 8058 h 24175"/>
                <a:gd name="connsiteX16" fmla="*/ 6727 w 24217"/>
                <a:gd name="connsiteY16" fmla="*/ 10745 h 24175"/>
                <a:gd name="connsiteX17" fmla="*/ 1345 w 24217"/>
                <a:gd name="connsiteY17" fmla="*/ 17460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217" h="24175">
                  <a:moveTo>
                    <a:pt x="0" y="24175"/>
                  </a:moveTo>
                  <a:lnTo>
                    <a:pt x="1345" y="24175"/>
                  </a:lnTo>
                  <a:lnTo>
                    <a:pt x="6727" y="22832"/>
                  </a:lnTo>
                  <a:lnTo>
                    <a:pt x="9418" y="18803"/>
                  </a:lnTo>
                  <a:lnTo>
                    <a:pt x="12108" y="17460"/>
                  </a:lnTo>
                  <a:lnTo>
                    <a:pt x="13454" y="20146"/>
                  </a:lnTo>
                  <a:lnTo>
                    <a:pt x="10763" y="22832"/>
                  </a:lnTo>
                  <a:lnTo>
                    <a:pt x="16145" y="20146"/>
                  </a:lnTo>
                  <a:lnTo>
                    <a:pt x="21526" y="14774"/>
                  </a:lnTo>
                  <a:lnTo>
                    <a:pt x="21526" y="9402"/>
                  </a:lnTo>
                  <a:lnTo>
                    <a:pt x="24217" y="8058"/>
                  </a:lnTo>
                  <a:lnTo>
                    <a:pt x="24217" y="1343"/>
                  </a:lnTo>
                  <a:lnTo>
                    <a:pt x="22872" y="0"/>
                  </a:lnTo>
                  <a:lnTo>
                    <a:pt x="20181" y="1343"/>
                  </a:lnTo>
                  <a:lnTo>
                    <a:pt x="17490" y="4029"/>
                  </a:lnTo>
                  <a:lnTo>
                    <a:pt x="13454" y="8058"/>
                  </a:lnTo>
                  <a:lnTo>
                    <a:pt x="6727" y="10745"/>
                  </a:lnTo>
                  <a:lnTo>
                    <a:pt x="1345" y="1746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E6D5F6D1-FC88-8DDB-D5CD-4469202E7849}"/>
                </a:ext>
              </a:extLst>
            </p:cNvPr>
            <p:cNvSpPr/>
            <p:nvPr/>
          </p:nvSpPr>
          <p:spPr>
            <a:xfrm>
              <a:off x="9074567" y="1757548"/>
              <a:ext cx="10762" cy="6715"/>
            </a:xfrm>
            <a:custGeom>
              <a:avLst/>
              <a:gdLst>
                <a:gd name="connsiteX0" fmla="*/ 1345 w 10762"/>
                <a:gd name="connsiteY0" fmla="*/ 6715 h 6715"/>
                <a:gd name="connsiteX1" fmla="*/ 8072 w 10762"/>
                <a:gd name="connsiteY1" fmla="*/ 5372 h 6715"/>
                <a:gd name="connsiteX2" fmla="*/ 10763 w 10762"/>
                <a:gd name="connsiteY2" fmla="*/ 1343 h 6715"/>
                <a:gd name="connsiteX3" fmla="*/ 6727 w 10762"/>
                <a:gd name="connsiteY3" fmla="*/ 0 h 6715"/>
                <a:gd name="connsiteX4" fmla="*/ 2691 w 10762"/>
                <a:gd name="connsiteY4" fmla="*/ 2686 h 6715"/>
                <a:gd name="connsiteX5" fmla="*/ 0 w 10762"/>
                <a:gd name="connsiteY5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2" h="6715">
                  <a:moveTo>
                    <a:pt x="1345" y="6715"/>
                  </a:moveTo>
                  <a:lnTo>
                    <a:pt x="8072" y="5372"/>
                  </a:lnTo>
                  <a:lnTo>
                    <a:pt x="10763" y="1343"/>
                  </a:lnTo>
                  <a:lnTo>
                    <a:pt x="6727" y="0"/>
                  </a:lnTo>
                  <a:lnTo>
                    <a:pt x="2691" y="2686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BA26B09E-49C6-D1FB-E945-3C50B6909205}"/>
                </a:ext>
              </a:extLst>
            </p:cNvPr>
            <p:cNvSpPr/>
            <p:nvPr/>
          </p:nvSpPr>
          <p:spPr>
            <a:xfrm>
              <a:off x="9081294" y="1765607"/>
              <a:ext cx="8072" cy="9401"/>
            </a:xfrm>
            <a:custGeom>
              <a:avLst/>
              <a:gdLst>
                <a:gd name="connsiteX0" fmla="*/ 2691 w 8072"/>
                <a:gd name="connsiteY0" fmla="*/ 9402 h 9401"/>
                <a:gd name="connsiteX1" fmla="*/ 5381 w 8072"/>
                <a:gd name="connsiteY1" fmla="*/ 9402 h 9401"/>
                <a:gd name="connsiteX2" fmla="*/ 8072 w 8072"/>
                <a:gd name="connsiteY2" fmla="*/ 8058 h 9401"/>
                <a:gd name="connsiteX3" fmla="*/ 8072 w 8072"/>
                <a:gd name="connsiteY3" fmla="*/ 5372 h 9401"/>
                <a:gd name="connsiteX4" fmla="*/ 4036 w 8072"/>
                <a:gd name="connsiteY4" fmla="*/ 4029 h 9401"/>
                <a:gd name="connsiteX5" fmla="*/ 1345 w 8072"/>
                <a:gd name="connsiteY5" fmla="*/ 0 h 9401"/>
                <a:gd name="connsiteX6" fmla="*/ 0 w 8072"/>
                <a:gd name="connsiteY6" fmla="*/ 0 h 9401"/>
                <a:gd name="connsiteX7" fmla="*/ 0 w 8072"/>
                <a:gd name="connsiteY7" fmla="*/ 2686 h 9401"/>
                <a:gd name="connsiteX8" fmla="*/ 2691 w 8072"/>
                <a:gd name="connsiteY8" fmla="*/ 537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72" h="9401">
                  <a:moveTo>
                    <a:pt x="2691" y="9402"/>
                  </a:moveTo>
                  <a:lnTo>
                    <a:pt x="5381" y="9402"/>
                  </a:lnTo>
                  <a:lnTo>
                    <a:pt x="8072" y="8058"/>
                  </a:lnTo>
                  <a:lnTo>
                    <a:pt x="8072" y="5372"/>
                  </a:lnTo>
                  <a:lnTo>
                    <a:pt x="4036" y="4029"/>
                  </a:lnTo>
                  <a:lnTo>
                    <a:pt x="1345" y="0"/>
                  </a:lnTo>
                  <a:lnTo>
                    <a:pt x="0" y="0"/>
                  </a:lnTo>
                  <a:lnTo>
                    <a:pt x="0" y="2686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6157744F-49BA-82F6-5CC3-B9C55B6854C8}"/>
                </a:ext>
              </a:extLst>
            </p:cNvPr>
            <p:cNvSpPr/>
            <p:nvPr/>
          </p:nvSpPr>
          <p:spPr>
            <a:xfrm>
              <a:off x="9032861" y="1780380"/>
              <a:ext cx="12108" cy="8058"/>
            </a:xfrm>
            <a:custGeom>
              <a:avLst/>
              <a:gdLst>
                <a:gd name="connsiteX0" fmla="*/ 6727 w 12108"/>
                <a:gd name="connsiteY0" fmla="*/ 6715 h 8058"/>
                <a:gd name="connsiteX1" fmla="*/ 12108 w 12108"/>
                <a:gd name="connsiteY1" fmla="*/ 5372 h 8058"/>
                <a:gd name="connsiteX2" fmla="*/ 12108 w 12108"/>
                <a:gd name="connsiteY2" fmla="*/ 2686 h 8058"/>
                <a:gd name="connsiteX3" fmla="*/ 8072 w 12108"/>
                <a:gd name="connsiteY3" fmla="*/ 0 h 8058"/>
                <a:gd name="connsiteX4" fmla="*/ 5381 w 12108"/>
                <a:gd name="connsiteY4" fmla="*/ 4029 h 8058"/>
                <a:gd name="connsiteX5" fmla="*/ 0 w 12108"/>
                <a:gd name="connsiteY5" fmla="*/ 5372 h 8058"/>
                <a:gd name="connsiteX6" fmla="*/ 1345 w 12108"/>
                <a:gd name="connsiteY6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08" h="8058">
                  <a:moveTo>
                    <a:pt x="6727" y="6715"/>
                  </a:moveTo>
                  <a:lnTo>
                    <a:pt x="12108" y="5372"/>
                  </a:lnTo>
                  <a:lnTo>
                    <a:pt x="12108" y="2686"/>
                  </a:lnTo>
                  <a:lnTo>
                    <a:pt x="8072" y="0"/>
                  </a:lnTo>
                  <a:lnTo>
                    <a:pt x="5381" y="4029"/>
                  </a:lnTo>
                  <a:lnTo>
                    <a:pt x="0" y="5372"/>
                  </a:lnTo>
                  <a:lnTo>
                    <a:pt x="1345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A2A7045A-FF07-343B-9596-DC70074AC51E}"/>
                </a:ext>
              </a:extLst>
            </p:cNvPr>
            <p:cNvSpPr/>
            <p:nvPr/>
          </p:nvSpPr>
          <p:spPr>
            <a:xfrm>
              <a:off x="9055732" y="1775008"/>
              <a:ext cx="12108" cy="13430"/>
            </a:xfrm>
            <a:custGeom>
              <a:avLst/>
              <a:gdLst>
                <a:gd name="connsiteX0" fmla="*/ 9417 w 12108"/>
                <a:gd name="connsiteY0" fmla="*/ 13431 h 13430"/>
                <a:gd name="connsiteX1" fmla="*/ 12108 w 12108"/>
                <a:gd name="connsiteY1" fmla="*/ 10745 h 13430"/>
                <a:gd name="connsiteX2" fmla="*/ 12108 w 12108"/>
                <a:gd name="connsiteY2" fmla="*/ 6715 h 13430"/>
                <a:gd name="connsiteX3" fmla="*/ 10763 w 12108"/>
                <a:gd name="connsiteY3" fmla="*/ 5372 h 13430"/>
                <a:gd name="connsiteX4" fmla="*/ 10763 w 12108"/>
                <a:gd name="connsiteY4" fmla="*/ 0 h 13430"/>
                <a:gd name="connsiteX5" fmla="*/ 8072 w 12108"/>
                <a:gd name="connsiteY5" fmla="*/ 0 h 13430"/>
                <a:gd name="connsiteX6" fmla="*/ 5381 w 12108"/>
                <a:gd name="connsiteY6" fmla="*/ 1343 h 13430"/>
                <a:gd name="connsiteX7" fmla="*/ 4036 w 12108"/>
                <a:gd name="connsiteY7" fmla="*/ 5372 h 13430"/>
                <a:gd name="connsiteX8" fmla="*/ 0 w 12108"/>
                <a:gd name="connsiteY8" fmla="*/ 9401 h 13430"/>
                <a:gd name="connsiteX9" fmla="*/ 0 w 12108"/>
                <a:gd name="connsiteY9" fmla="*/ 10745 h 13430"/>
                <a:gd name="connsiteX10" fmla="*/ 2691 w 12108"/>
                <a:gd name="connsiteY10" fmla="*/ 10745 h 13430"/>
                <a:gd name="connsiteX11" fmla="*/ 6727 w 12108"/>
                <a:gd name="connsiteY11" fmla="*/ 6715 h 13430"/>
                <a:gd name="connsiteX12" fmla="*/ 8072 w 12108"/>
                <a:gd name="connsiteY12" fmla="*/ 8058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8" h="13430">
                  <a:moveTo>
                    <a:pt x="9417" y="13431"/>
                  </a:moveTo>
                  <a:lnTo>
                    <a:pt x="12108" y="10745"/>
                  </a:lnTo>
                  <a:lnTo>
                    <a:pt x="12108" y="6715"/>
                  </a:lnTo>
                  <a:lnTo>
                    <a:pt x="10763" y="5372"/>
                  </a:lnTo>
                  <a:lnTo>
                    <a:pt x="10763" y="0"/>
                  </a:lnTo>
                  <a:lnTo>
                    <a:pt x="8072" y="0"/>
                  </a:lnTo>
                  <a:lnTo>
                    <a:pt x="5381" y="1343"/>
                  </a:lnTo>
                  <a:lnTo>
                    <a:pt x="4036" y="5372"/>
                  </a:lnTo>
                  <a:lnTo>
                    <a:pt x="0" y="9401"/>
                  </a:lnTo>
                  <a:lnTo>
                    <a:pt x="0" y="10745"/>
                  </a:lnTo>
                  <a:lnTo>
                    <a:pt x="2691" y="10745"/>
                  </a:lnTo>
                  <a:lnTo>
                    <a:pt x="6727" y="6715"/>
                  </a:lnTo>
                  <a:lnTo>
                    <a:pt x="8072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EA547396-1876-EF5F-EEB0-4711657D3E27}"/>
                </a:ext>
              </a:extLst>
            </p:cNvPr>
            <p:cNvSpPr/>
            <p:nvPr/>
          </p:nvSpPr>
          <p:spPr>
            <a:xfrm>
              <a:off x="9066495" y="1801870"/>
              <a:ext cx="26907" cy="14773"/>
            </a:xfrm>
            <a:custGeom>
              <a:avLst/>
              <a:gdLst>
                <a:gd name="connsiteX0" fmla="*/ 1345 w 26907"/>
                <a:gd name="connsiteY0" fmla="*/ 12088 h 14773"/>
                <a:gd name="connsiteX1" fmla="*/ 5381 w 26907"/>
                <a:gd name="connsiteY1" fmla="*/ 12088 h 14773"/>
                <a:gd name="connsiteX2" fmla="*/ 8072 w 26907"/>
                <a:gd name="connsiteY2" fmla="*/ 14774 h 14773"/>
                <a:gd name="connsiteX3" fmla="*/ 12108 w 26907"/>
                <a:gd name="connsiteY3" fmla="*/ 13431 h 14773"/>
                <a:gd name="connsiteX4" fmla="*/ 16145 w 26907"/>
                <a:gd name="connsiteY4" fmla="*/ 13431 h 14773"/>
                <a:gd name="connsiteX5" fmla="*/ 21526 w 26907"/>
                <a:gd name="connsiteY5" fmla="*/ 13431 h 14773"/>
                <a:gd name="connsiteX6" fmla="*/ 24217 w 26907"/>
                <a:gd name="connsiteY6" fmla="*/ 12088 h 14773"/>
                <a:gd name="connsiteX7" fmla="*/ 26908 w 26907"/>
                <a:gd name="connsiteY7" fmla="*/ 9401 h 14773"/>
                <a:gd name="connsiteX8" fmla="*/ 26908 w 26907"/>
                <a:gd name="connsiteY8" fmla="*/ 6715 h 14773"/>
                <a:gd name="connsiteX9" fmla="*/ 25562 w 26907"/>
                <a:gd name="connsiteY9" fmla="*/ 6715 h 14773"/>
                <a:gd name="connsiteX10" fmla="*/ 25562 w 26907"/>
                <a:gd name="connsiteY10" fmla="*/ 4029 h 14773"/>
                <a:gd name="connsiteX11" fmla="*/ 24217 w 26907"/>
                <a:gd name="connsiteY11" fmla="*/ 0 h 14773"/>
                <a:gd name="connsiteX12" fmla="*/ 20181 w 26907"/>
                <a:gd name="connsiteY12" fmla="*/ 0 h 14773"/>
                <a:gd name="connsiteX13" fmla="*/ 17490 w 26907"/>
                <a:gd name="connsiteY13" fmla="*/ 2686 h 14773"/>
                <a:gd name="connsiteX14" fmla="*/ 18835 w 26907"/>
                <a:gd name="connsiteY14" fmla="*/ 5372 h 14773"/>
                <a:gd name="connsiteX15" fmla="*/ 16145 w 26907"/>
                <a:gd name="connsiteY15" fmla="*/ 6715 h 14773"/>
                <a:gd name="connsiteX16" fmla="*/ 14799 w 26907"/>
                <a:gd name="connsiteY16" fmla="*/ 5372 h 14773"/>
                <a:gd name="connsiteX17" fmla="*/ 12108 w 26907"/>
                <a:gd name="connsiteY17" fmla="*/ 2686 h 14773"/>
                <a:gd name="connsiteX18" fmla="*/ 10763 w 26907"/>
                <a:gd name="connsiteY18" fmla="*/ 2686 h 14773"/>
                <a:gd name="connsiteX19" fmla="*/ 8072 w 26907"/>
                <a:gd name="connsiteY19" fmla="*/ 6715 h 14773"/>
                <a:gd name="connsiteX20" fmla="*/ 5381 w 26907"/>
                <a:gd name="connsiteY20" fmla="*/ 8058 h 14773"/>
                <a:gd name="connsiteX21" fmla="*/ 1345 w 26907"/>
                <a:gd name="connsiteY21" fmla="*/ 6715 h 14773"/>
                <a:gd name="connsiteX22" fmla="*/ 0 w 26907"/>
                <a:gd name="connsiteY22" fmla="*/ 10745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907" h="14773">
                  <a:moveTo>
                    <a:pt x="1345" y="12088"/>
                  </a:moveTo>
                  <a:lnTo>
                    <a:pt x="5381" y="12088"/>
                  </a:lnTo>
                  <a:lnTo>
                    <a:pt x="8072" y="14774"/>
                  </a:lnTo>
                  <a:lnTo>
                    <a:pt x="12108" y="13431"/>
                  </a:lnTo>
                  <a:lnTo>
                    <a:pt x="16145" y="13431"/>
                  </a:lnTo>
                  <a:lnTo>
                    <a:pt x="21526" y="13431"/>
                  </a:lnTo>
                  <a:lnTo>
                    <a:pt x="24217" y="12088"/>
                  </a:lnTo>
                  <a:lnTo>
                    <a:pt x="26908" y="9401"/>
                  </a:lnTo>
                  <a:lnTo>
                    <a:pt x="26908" y="6715"/>
                  </a:lnTo>
                  <a:lnTo>
                    <a:pt x="25562" y="6715"/>
                  </a:lnTo>
                  <a:lnTo>
                    <a:pt x="25562" y="4029"/>
                  </a:lnTo>
                  <a:lnTo>
                    <a:pt x="24217" y="0"/>
                  </a:lnTo>
                  <a:lnTo>
                    <a:pt x="20181" y="0"/>
                  </a:lnTo>
                  <a:lnTo>
                    <a:pt x="17490" y="2686"/>
                  </a:lnTo>
                  <a:lnTo>
                    <a:pt x="18835" y="5372"/>
                  </a:lnTo>
                  <a:lnTo>
                    <a:pt x="16145" y="6715"/>
                  </a:lnTo>
                  <a:lnTo>
                    <a:pt x="14799" y="5372"/>
                  </a:lnTo>
                  <a:lnTo>
                    <a:pt x="12108" y="2686"/>
                  </a:lnTo>
                  <a:lnTo>
                    <a:pt x="10763" y="2686"/>
                  </a:lnTo>
                  <a:lnTo>
                    <a:pt x="8072" y="6715"/>
                  </a:lnTo>
                  <a:lnTo>
                    <a:pt x="5381" y="8058"/>
                  </a:lnTo>
                  <a:lnTo>
                    <a:pt x="1345" y="6715"/>
                  </a:lnTo>
                  <a:lnTo>
                    <a:pt x="0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DA455D36-FC11-8982-0F40-9455C98E7FD7}"/>
                </a:ext>
              </a:extLst>
            </p:cNvPr>
            <p:cNvSpPr/>
            <p:nvPr/>
          </p:nvSpPr>
          <p:spPr>
            <a:xfrm>
              <a:off x="8750332" y="1456699"/>
              <a:ext cx="21526" cy="14773"/>
            </a:xfrm>
            <a:custGeom>
              <a:avLst/>
              <a:gdLst>
                <a:gd name="connsiteX0" fmla="*/ 0 w 21526"/>
                <a:gd name="connsiteY0" fmla="*/ 10745 h 14773"/>
                <a:gd name="connsiteX1" fmla="*/ 4036 w 21526"/>
                <a:gd name="connsiteY1" fmla="*/ 5372 h 14773"/>
                <a:gd name="connsiteX2" fmla="*/ 8072 w 21526"/>
                <a:gd name="connsiteY2" fmla="*/ 1343 h 14773"/>
                <a:gd name="connsiteX3" fmla="*/ 14799 w 21526"/>
                <a:gd name="connsiteY3" fmla="*/ 0 h 14773"/>
                <a:gd name="connsiteX4" fmla="*/ 21526 w 21526"/>
                <a:gd name="connsiteY4" fmla="*/ 2686 h 14773"/>
                <a:gd name="connsiteX5" fmla="*/ 18835 w 21526"/>
                <a:gd name="connsiteY5" fmla="*/ 5372 h 14773"/>
                <a:gd name="connsiteX6" fmla="*/ 18835 w 21526"/>
                <a:gd name="connsiteY6" fmla="*/ 9402 h 14773"/>
                <a:gd name="connsiteX7" fmla="*/ 14799 w 21526"/>
                <a:gd name="connsiteY7" fmla="*/ 13431 h 14773"/>
                <a:gd name="connsiteX8" fmla="*/ 8072 w 21526"/>
                <a:gd name="connsiteY8" fmla="*/ 14774 h 14773"/>
                <a:gd name="connsiteX9" fmla="*/ 2691 w 21526"/>
                <a:gd name="connsiteY9" fmla="*/ 13431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526" h="14773">
                  <a:moveTo>
                    <a:pt x="0" y="10745"/>
                  </a:moveTo>
                  <a:lnTo>
                    <a:pt x="4036" y="5372"/>
                  </a:lnTo>
                  <a:lnTo>
                    <a:pt x="8072" y="1343"/>
                  </a:lnTo>
                  <a:lnTo>
                    <a:pt x="14799" y="0"/>
                  </a:lnTo>
                  <a:lnTo>
                    <a:pt x="21526" y="2686"/>
                  </a:lnTo>
                  <a:lnTo>
                    <a:pt x="18835" y="5372"/>
                  </a:lnTo>
                  <a:lnTo>
                    <a:pt x="18835" y="9402"/>
                  </a:lnTo>
                  <a:lnTo>
                    <a:pt x="14799" y="13431"/>
                  </a:lnTo>
                  <a:lnTo>
                    <a:pt x="8072" y="14774"/>
                  </a:lnTo>
                  <a:lnTo>
                    <a:pt x="2691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1A5E37DD-88C4-1753-3F9A-057A11197F01}"/>
                </a:ext>
              </a:extLst>
            </p:cNvPr>
            <p:cNvSpPr/>
            <p:nvPr/>
          </p:nvSpPr>
          <p:spPr>
            <a:xfrm>
              <a:off x="8806838" y="1429837"/>
              <a:ext cx="98212" cy="111475"/>
            </a:xfrm>
            <a:custGeom>
              <a:avLst/>
              <a:gdLst>
                <a:gd name="connsiteX0" fmla="*/ 59196 w 98212"/>
                <a:gd name="connsiteY0" fmla="*/ 110132 h 111475"/>
                <a:gd name="connsiteX1" fmla="*/ 68614 w 98212"/>
                <a:gd name="connsiteY1" fmla="*/ 106103 h 111475"/>
                <a:gd name="connsiteX2" fmla="*/ 72650 w 98212"/>
                <a:gd name="connsiteY2" fmla="*/ 100731 h 111475"/>
                <a:gd name="connsiteX3" fmla="*/ 72650 w 98212"/>
                <a:gd name="connsiteY3" fmla="*/ 95358 h 111475"/>
                <a:gd name="connsiteX4" fmla="*/ 79377 w 98212"/>
                <a:gd name="connsiteY4" fmla="*/ 89986 h 111475"/>
                <a:gd name="connsiteX5" fmla="*/ 88795 w 98212"/>
                <a:gd name="connsiteY5" fmla="*/ 81928 h 111475"/>
                <a:gd name="connsiteX6" fmla="*/ 95522 w 98212"/>
                <a:gd name="connsiteY6" fmla="*/ 77898 h 111475"/>
                <a:gd name="connsiteX7" fmla="*/ 98212 w 98212"/>
                <a:gd name="connsiteY7" fmla="*/ 73869 h 111475"/>
                <a:gd name="connsiteX8" fmla="*/ 98212 w 98212"/>
                <a:gd name="connsiteY8" fmla="*/ 68497 h 111475"/>
                <a:gd name="connsiteX9" fmla="*/ 88795 w 98212"/>
                <a:gd name="connsiteY9" fmla="*/ 63125 h 111475"/>
                <a:gd name="connsiteX10" fmla="*/ 80723 w 98212"/>
                <a:gd name="connsiteY10" fmla="*/ 56409 h 111475"/>
                <a:gd name="connsiteX11" fmla="*/ 76686 w 98212"/>
                <a:gd name="connsiteY11" fmla="*/ 47008 h 111475"/>
                <a:gd name="connsiteX12" fmla="*/ 76686 w 98212"/>
                <a:gd name="connsiteY12" fmla="*/ 41635 h 111475"/>
                <a:gd name="connsiteX13" fmla="*/ 79377 w 98212"/>
                <a:gd name="connsiteY13" fmla="*/ 36263 h 111475"/>
                <a:gd name="connsiteX14" fmla="*/ 79377 w 98212"/>
                <a:gd name="connsiteY14" fmla="*/ 32234 h 111475"/>
                <a:gd name="connsiteX15" fmla="*/ 78032 w 98212"/>
                <a:gd name="connsiteY15" fmla="*/ 30891 h 111475"/>
                <a:gd name="connsiteX16" fmla="*/ 64578 w 98212"/>
                <a:gd name="connsiteY16" fmla="*/ 30891 h 111475"/>
                <a:gd name="connsiteX17" fmla="*/ 55161 w 98212"/>
                <a:gd name="connsiteY17" fmla="*/ 28205 h 111475"/>
                <a:gd name="connsiteX18" fmla="*/ 48434 w 98212"/>
                <a:gd name="connsiteY18" fmla="*/ 22832 h 111475"/>
                <a:gd name="connsiteX19" fmla="*/ 37670 w 98212"/>
                <a:gd name="connsiteY19" fmla="*/ 10745 h 111475"/>
                <a:gd name="connsiteX20" fmla="*/ 29598 w 98212"/>
                <a:gd name="connsiteY20" fmla="*/ 4029 h 111475"/>
                <a:gd name="connsiteX21" fmla="*/ 21526 w 98212"/>
                <a:gd name="connsiteY21" fmla="*/ 0 h 111475"/>
                <a:gd name="connsiteX22" fmla="*/ 17490 w 98212"/>
                <a:gd name="connsiteY22" fmla="*/ 0 h 111475"/>
                <a:gd name="connsiteX23" fmla="*/ 16144 w 98212"/>
                <a:gd name="connsiteY23" fmla="*/ 1343 h 111475"/>
                <a:gd name="connsiteX24" fmla="*/ 14799 w 98212"/>
                <a:gd name="connsiteY24" fmla="*/ 6715 h 111475"/>
                <a:gd name="connsiteX25" fmla="*/ 16144 w 98212"/>
                <a:gd name="connsiteY25" fmla="*/ 10745 h 111475"/>
                <a:gd name="connsiteX26" fmla="*/ 16144 w 98212"/>
                <a:gd name="connsiteY26" fmla="*/ 17460 h 111475"/>
                <a:gd name="connsiteX27" fmla="*/ 10763 w 98212"/>
                <a:gd name="connsiteY27" fmla="*/ 22832 h 111475"/>
                <a:gd name="connsiteX28" fmla="*/ 6727 w 98212"/>
                <a:gd name="connsiteY28" fmla="*/ 30891 h 111475"/>
                <a:gd name="connsiteX29" fmla="*/ 1345 w 98212"/>
                <a:gd name="connsiteY29" fmla="*/ 37606 h 111475"/>
                <a:gd name="connsiteX30" fmla="*/ 0 w 98212"/>
                <a:gd name="connsiteY30" fmla="*/ 42978 h 111475"/>
                <a:gd name="connsiteX31" fmla="*/ 1345 w 98212"/>
                <a:gd name="connsiteY31" fmla="*/ 63125 h 111475"/>
                <a:gd name="connsiteX32" fmla="*/ 5381 w 98212"/>
                <a:gd name="connsiteY32" fmla="*/ 68497 h 111475"/>
                <a:gd name="connsiteX33" fmla="*/ 9417 w 98212"/>
                <a:gd name="connsiteY33" fmla="*/ 71183 h 111475"/>
                <a:gd name="connsiteX34" fmla="*/ 10763 w 98212"/>
                <a:gd name="connsiteY34" fmla="*/ 76555 h 111475"/>
                <a:gd name="connsiteX35" fmla="*/ 8072 w 98212"/>
                <a:gd name="connsiteY35" fmla="*/ 91329 h 111475"/>
                <a:gd name="connsiteX36" fmla="*/ 5381 w 98212"/>
                <a:gd name="connsiteY36" fmla="*/ 96702 h 111475"/>
                <a:gd name="connsiteX37" fmla="*/ 4036 w 98212"/>
                <a:gd name="connsiteY37" fmla="*/ 100731 h 111475"/>
                <a:gd name="connsiteX38" fmla="*/ 5381 w 98212"/>
                <a:gd name="connsiteY38" fmla="*/ 104760 h 111475"/>
                <a:gd name="connsiteX39" fmla="*/ 8072 w 98212"/>
                <a:gd name="connsiteY39" fmla="*/ 103417 h 111475"/>
                <a:gd name="connsiteX40" fmla="*/ 12108 w 98212"/>
                <a:gd name="connsiteY40" fmla="*/ 98045 h 111475"/>
                <a:gd name="connsiteX41" fmla="*/ 18835 w 98212"/>
                <a:gd name="connsiteY41" fmla="*/ 95358 h 111475"/>
                <a:gd name="connsiteX42" fmla="*/ 20181 w 98212"/>
                <a:gd name="connsiteY42" fmla="*/ 98045 h 111475"/>
                <a:gd name="connsiteX43" fmla="*/ 21526 w 98212"/>
                <a:gd name="connsiteY43" fmla="*/ 103417 h 111475"/>
                <a:gd name="connsiteX44" fmla="*/ 29598 w 98212"/>
                <a:gd name="connsiteY44" fmla="*/ 108789 h 111475"/>
                <a:gd name="connsiteX45" fmla="*/ 33634 w 98212"/>
                <a:gd name="connsiteY45" fmla="*/ 108789 h 111475"/>
                <a:gd name="connsiteX46" fmla="*/ 36325 w 98212"/>
                <a:gd name="connsiteY46" fmla="*/ 106103 h 111475"/>
                <a:gd name="connsiteX47" fmla="*/ 40361 w 98212"/>
                <a:gd name="connsiteY47" fmla="*/ 106103 h 111475"/>
                <a:gd name="connsiteX48" fmla="*/ 47088 w 98212"/>
                <a:gd name="connsiteY48" fmla="*/ 110132 h 111475"/>
                <a:gd name="connsiteX49" fmla="*/ 53815 w 98212"/>
                <a:gd name="connsiteY49" fmla="*/ 111475 h 11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8212" h="111475">
                  <a:moveTo>
                    <a:pt x="59196" y="110132"/>
                  </a:moveTo>
                  <a:lnTo>
                    <a:pt x="68614" y="106103"/>
                  </a:lnTo>
                  <a:lnTo>
                    <a:pt x="72650" y="100731"/>
                  </a:lnTo>
                  <a:lnTo>
                    <a:pt x="72650" y="95358"/>
                  </a:lnTo>
                  <a:lnTo>
                    <a:pt x="79377" y="89986"/>
                  </a:lnTo>
                  <a:lnTo>
                    <a:pt x="88795" y="81928"/>
                  </a:lnTo>
                  <a:lnTo>
                    <a:pt x="95522" y="77898"/>
                  </a:lnTo>
                  <a:lnTo>
                    <a:pt x="98212" y="73869"/>
                  </a:lnTo>
                  <a:lnTo>
                    <a:pt x="98212" y="68497"/>
                  </a:lnTo>
                  <a:lnTo>
                    <a:pt x="88795" y="63125"/>
                  </a:lnTo>
                  <a:lnTo>
                    <a:pt x="80723" y="56409"/>
                  </a:lnTo>
                  <a:lnTo>
                    <a:pt x="76686" y="47008"/>
                  </a:lnTo>
                  <a:lnTo>
                    <a:pt x="76686" y="41635"/>
                  </a:lnTo>
                  <a:lnTo>
                    <a:pt x="79377" y="36263"/>
                  </a:lnTo>
                  <a:lnTo>
                    <a:pt x="79377" y="32234"/>
                  </a:lnTo>
                  <a:lnTo>
                    <a:pt x="78032" y="30891"/>
                  </a:lnTo>
                  <a:lnTo>
                    <a:pt x="64578" y="30891"/>
                  </a:lnTo>
                  <a:lnTo>
                    <a:pt x="55161" y="28205"/>
                  </a:lnTo>
                  <a:lnTo>
                    <a:pt x="48434" y="22832"/>
                  </a:lnTo>
                  <a:lnTo>
                    <a:pt x="37670" y="10745"/>
                  </a:lnTo>
                  <a:lnTo>
                    <a:pt x="29598" y="4029"/>
                  </a:lnTo>
                  <a:lnTo>
                    <a:pt x="21526" y="0"/>
                  </a:lnTo>
                  <a:lnTo>
                    <a:pt x="17490" y="0"/>
                  </a:lnTo>
                  <a:lnTo>
                    <a:pt x="16144" y="1343"/>
                  </a:lnTo>
                  <a:lnTo>
                    <a:pt x="14799" y="6715"/>
                  </a:lnTo>
                  <a:lnTo>
                    <a:pt x="16144" y="10745"/>
                  </a:lnTo>
                  <a:lnTo>
                    <a:pt x="16144" y="17460"/>
                  </a:lnTo>
                  <a:lnTo>
                    <a:pt x="10763" y="22832"/>
                  </a:lnTo>
                  <a:lnTo>
                    <a:pt x="6727" y="30891"/>
                  </a:lnTo>
                  <a:lnTo>
                    <a:pt x="1345" y="37606"/>
                  </a:lnTo>
                  <a:lnTo>
                    <a:pt x="0" y="42978"/>
                  </a:lnTo>
                  <a:lnTo>
                    <a:pt x="1345" y="63125"/>
                  </a:lnTo>
                  <a:lnTo>
                    <a:pt x="5381" y="68497"/>
                  </a:lnTo>
                  <a:lnTo>
                    <a:pt x="9417" y="71183"/>
                  </a:lnTo>
                  <a:lnTo>
                    <a:pt x="10763" y="76555"/>
                  </a:lnTo>
                  <a:lnTo>
                    <a:pt x="8072" y="91329"/>
                  </a:lnTo>
                  <a:lnTo>
                    <a:pt x="5381" y="96702"/>
                  </a:lnTo>
                  <a:lnTo>
                    <a:pt x="4036" y="100731"/>
                  </a:lnTo>
                  <a:lnTo>
                    <a:pt x="5381" y="104760"/>
                  </a:lnTo>
                  <a:lnTo>
                    <a:pt x="8072" y="103417"/>
                  </a:lnTo>
                  <a:lnTo>
                    <a:pt x="12108" y="98045"/>
                  </a:lnTo>
                  <a:lnTo>
                    <a:pt x="18835" y="95358"/>
                  </a:lnTo>
                  <a:lnTo>
                    <a:pt x="20181" y="98045"/>
                  </a:lnTo>
                  <a:lnTo>
                    <a:pt x="21526" y="103417"/>
                  </a:lnTo>
                  <a:lnTo>
                    <a:pt x="29598" y="108789"/>
                  </a:lnTo>
                  <a:lnTo>
                    <a:pt x="33634" y="108789"/>
                  </a:lnTo>
                  <a:lnTo>
                    <a:pt x="36325" y="106103"/>
                  </a:lnTo>
                  <a:lnTo>
                    <a:pt x="40361" y="106103"/>
                  </a:lnTo>
                  <a:lnTo>
                    <a:pt x="47088" y="110132"/>
                  </a:lnTo>
                  <a:lnTo>
                    <a:pt x="53815" y="11147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E4FD90F-93BB-6C20-05CB-F44F950963B4}"/>
                </a:ext>
              </a:extLst>
            </p:cNvPr>
            <p:cNvSpPr/>
            <p:nvPr/>
          </p:nvSpPr>
          <p:spPr>
            <a:xfrm>
              <a:off x="8818946" y="1545342"/>
              <a:ext cx="53815" cy="36263"/>
            </a:xfrm>
            <a:custGeom>
              <a:avLst/>
              <a:gdLst>
                <a:gd name="connsiteX0" fmla="*/ 22872 w 53815"/>
                <a:gd name="connsiteY0" fmla="*/ 30891 h 36263"/>
                <a:gd name="connsiteX1" fmla="*/ 24217 w 53815"/>
                <a:gd name="connsiteY1" fmla="*/ 33577 h 36263"/>
                <a:gd name="connsiteX2" fmla="*/ 28253 w 53815"/>
                <a:gd name="connsiteY2" fmla="*/ 36263 h 36263"/>
                <a:gd name="connsiteX3" fmla="*/ 33634 w 53815"/>
                <a:gd name="connsiteY3" fmla="*/ 36263 h 36263"/>
                <a:gd name="connsiteX4" fmla="*/ 39016 w 53815"/>
                <a:gd name="connsiteY4" fmla="*/ 33577 h 36263"/>
                <a:gd name="connsiteX5" fmla="*/ 45743 w 53815"/>
                <a:gd name="connsiteY5" fmla="*/ 28205 h 36263"/>
                <a:gd name="connsiteX6" fmla="*/ 48434 w 53815"/>
                <a:gd name="connsiteY6" fmla="*/ 25518 h 36263"/>
                <a:gd name="connsiteX7" fmla="*/ 51124 w 53815"/>
                <a:gd name="connsiteY7" fmla="*/ 18803 h 36263"/>
                <a:gd name="connsiteX8" fmla="*/ 53815 w 53815"/>
                <a:gd name="connsiteY8" fmla="*/ 10745 h 36263"/>
                <a:gd name="connsiteX9" fmla="*/ 52470 w 53815"/>
                <a:gd name="connsiteY9" fmla="*/ 8058 h 36263"/>
                <a:gd name="connsiteX10" fmla="*/ 41707 w 53815"/>
                <a:gd name="connsiteY10" fmla="*/ 1343 h 36263"/>
                <a:gd name="connsiteX11" fmla="*/ 32289 w 53815"/>
                <a:gd name="connsiteY11" fmla="*/ 0 h 36263"/>
                <a:gd name="connsiteX12" fmla="*/ 24217 w 53815"/>
                <a:gd name="connsiteY12" fmla="*/ 1343 h 36263"/>
                <a:gd name="connsiteX13" fmla="*/ 20181 w 53815"/>
                <a:gd name="connsiteY13" fmla="*/ 4029 h 36263"/>
                <a:gd name="connsiteX14" fmla="*/ 14799 w 53815"/>
                <a:gd name="connsiteY14" fmla="*/ 2686 h 36263"/>
                <a:gd name="connsiteX15" fmla="*/ 12108 w 53815"/>
                <a:gd name="connsiteY15" fmla="*/ 2686 h 36263"/>
                <a:gd name="connsiteX16" fmla="*/ 8072 w 53815"/>
                <a:gd name="connsiteY16" fmla="*/ 5372 h 36263"/>
                <a:gd name="connsiteX17" fmla="*/ 1345 w 53815"/>
                <a:gd name="connsiteY17" fmla="*/ 5372 h 36263"/>
                <a:gd name="connsiteX18" fmla="*/ 0 w 53815"/>
                <a:gd name="connsiteY18" fmla="*/ 8058 h 36263"/>
                <a:gd name="connsiteX19" fmla="*/ 1345 w 53815"/>
                <a:gd name="connsiteY19" fmla="*/ 10745 h 36263"/>
                <a:gd name="connsiteX20" fmla="*/ 8072 w 53815"/>
                <a:gd name="connsiteY20" fmla="*/ 12088 h 36263"/>
                <a:gd name="connsiteX21" fmla="*/ 10763 w 53815"/>
                <a:gd name="connsiteY21" fmla="*/ 16117 h 36263"/>
                <a:gd name="connsiteX22" fmla="*/ 16145 w 53815"/>
                <a:gd name="connsiteY22" fmla="*/ 18803 h 36263"/>
                <a:gd name="connsiteX23" fmla="*/ 20181 w 53815"/>
                <a:gd name="connsiteY23" fmla="*/ 24175 h 36263"/>
                <a:gd name="connsiteX24" fmla="*/ 25562 w 53815"/>
                <a:gd name="connsiteY24" fmla="*/ 26862 h 36263"/>
                <a:gd name="connsiteX25" fmla="*/ 34980 w 53815"/>
                <a:gd name="connsiteY25" fmla="*/ 26862 h 36263"/>
                <a:gd name="connsiteX26" fmla="*/ 39016 w 53815"/>
                <a:gd name="connsiteY26" fmla="*/ 28205 h 36263"/>
                <a:gd name="connsiteX27" fmla="*/ 36325 w 53815"/>
                <a:gd name="connsiteY27" fmla="*/ 29548 h 36263"/>
                <a:gd name="connsiteX28" fmla="*/ 29598 w 53815"/>
                <a:gd name="connsiteY28" fmla="*/ 30891 h 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3815" h="36263">
                  <a:moveTo>
                    <a:pt x="22872" y="30891"/>
                  </a:moveTo>
                  <a:lnTo>
                    <a:pt x="24217" y="33577"/>
                  </a:lnTo>
                  <a:lnTo>
                    <a:pt x="28253" y="36263"/>
                  </a:lnTo>
                  <a:lnTo>
                    <a:pt x="33634" y="36263"/>
                  </a:lnTo>
                  <a:lnTo>
                    <a:pt x="39016" y="33577"/>
                  </a:lnTo>
                  <a:lnTo>
                    <a:pt x="45743" y="28205"/>
                  </a:lnTo>
                  <a:lnTo>
                    <a:pt x="48434" y="25518"/>
                  </a:lnTo>
                  <a:lnTo>
                    <a:pt x="51124" y="18803"/>
                  </a:lnTo>
                  <a:lnTo>
                    <a:pt x="53815" y="10745"/>
                  </a:lnTo>
                  <a:lnTo>
                    <a:pt x="52470" y="8058"/>
                  </a:lnTo>
                  <a:lnTo>
                    <a:pt x="41707" y="1343"/>
                  </a:lnTo>
                  <a:lnTo>
                    <a:pt x="32289" y="0"/>
                  </a:lnTo>
                  <a:lnTo>
                    <a:pt x="24217" y="1343"/>
                  </a:lnTo>
                  <a:lnTo>
                    <a:pt x="20181" y="4029"/>
                  </a:lnTo>
                  <a:lnTo>
                    <a:pt x="14799" y="2686"/>
                  </a:lnTo>
                  <a:lnTo>
                    <a:pt x="12108" y="2686"/>
                  </a:lnTo>
                  <a:lnTo>
                    <a:pt x="8072" y="5372"/>
                  </a:lnTo>
                  <a:lnTo>
                    <a:pt x="1345" y="5372"/>
                  </a:lnTo>
                  <a:lnTo>
                    <a:pt x="0" y="8058"/>
                  </a:lnTo>
                  <a:lnTo>
                    <a:pt x="1345" y="10745"/>
                  </a:lnTo>
                  <a:lnTo>
                    <a:pt x="8072" y="12088"/>
                  </a:lnTo>
                  <a:lnTo>
                    <a:pt x="10763" y="16117"/>
                  </a:lnTo>
                  <a:lnTo>
                    <a:pt x="16145" y="18803"/>
                  </a:lnTo>
                  <a:lnTo>
                    <a:pt x="20181" y="24175"/>
                  </a:lnTo>
                  <a:lnTo>
                    <a:pt x="25562" y="26862"/>
                  </a:lnTo>
                  <a:lnTo>
                    <a:pt x="34980" y="26862"/>
                  </a:lnTo>
                  <a:lnTo>
                    <a:pt x="39016" y="28205"/>
                  </a:lnTo>
                  <a:lnTo>
                    <a:pt x="36325" y="29548"/>
                  </a:lnTo>
                  <a:lnTo>
                    <a:pt x="29598" y="3089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74ED2F4D-5ED5-9A1B-3B11-68CA771CCD80}"/>
                </a:ext>
              </a:extLst>
            </p:cNvPr>
            <p:cNvSpPr/>
            <p:nvPr/>
          </p:nvSpPr>
          <p:spPr>
            <a:xfrm>
              <a:off x="8876797" y="1506393"/>
              <a:ext cx="141264" cy="111475"/>
            </a:xfrm>
            <a:custGeom>
              <a:avLst/>
              <a:gdLst>
                <a:gd name="connsiteX0" fmla="*/ 141265 w 141264"/>
                <a:gd name="connsiteY0" fmla="*/ 85957 h 111475"/>
                <a:gd name="connsiteX1" fmla="*/ 141265 w 141264"/>
                <a:gd name="connsiteY1" fmla="*/ 89986 h 111475"/>
                <a:gd name="connsiteX2" fmla="*/ 135883 w 141264"/>
                <a:gd name="connsiteY2" fmla="*/ 98045 h 111475"/>
                <a:gd name="connsiteX3" fmla="*/ 127811 w 141264"/>
                <a:gd name="connsiteY3" fmla="*/ 100731 h 111475"/>
                <a:gd name="connsiteX4" fmla="*/ 122429 w 141264"/>
                <a:gd name="connsiteY4" fmla="*/ 106103 h 111475"/>
                <a:gd name="connsiteX5" fmla="*/ 117048 w 141264"/>
                <a:gd name="connsiteY5" fmla="*/ 110132 h 111475"/>
                <a:gd name="connsiteX6" fmla="*/ 111667 w 141264"/>
                <a:gd name="connsiteY6" fmla="*/ 111475 h 111475"/>
                <a:gd name="connsiteX7" fmla="*/ 106285 w 141264"/>
                <a:gd name="connsiteY7" fmla="*/ 106103 h 111475"/>
                <a:gd name="connsiteX8" fmla="*/ 103594 w 141264"/>
                <a:gd name="connsiteY8" fmla="*/ 103417 h 111475"/>
                <a:gd name="connsiteX9" fmla="*/ 98213 w 141264"/>
                <a:gd name="connsiteY9" fmla="*/ 104760 h 111475"/>
                <a:gd name="connsiteX10" fmla="*/ 95522 w 141264"/>
                <a:gd name="connsiteY10" fmla="*/ 102074 h 111475"/>
                <a:gd name="connsiteX11" fmla="*/ 90140 w 141264"/>
                <a:gd name="connsiteY11" fmla="*/ 104760 h 111475"/>
                <a:gd name="connsiteX12" fmla="*/ 76687 w 141264"/>
                <a:gd name="connsiteY12" fmla="*/ 103417 h 111475"/>
                <a:gd name="connsiteX13" fmla="*/ 69960 w 141264"/>
                <a:gd name="connsiteY13" fmla="*/ 99388 h 111475"/>
                <a:gd name="connsiteX14" fmla="*/ 67269 w 141264"/>
                <a:gd name="connsiteY14" fmla="*/ 96702 h 111475"/>
                <a:gd name="connsiteX15" fmla="*/ 60542 w 141264"/>
                <a:gd name="connsiteY15" fmla="*/ 99388 h 111475"/>
                <a:gd name="connsiteX16" fmla="*/ 53815 w 141264"/>
                <a:gd name="connsiteY16" fmla="*/ 102074 h 111475"/>
                <a:gd name="connsiteX17" fmla="*/ 49779 w 141264"/>
                <a:gd name="connsiteY17" fmla="*/ 100731 h 111475"/>
                <a:gd name="connsiteX18" fmla="*/ 43052 w 141264"/>
                <a:gd name="connsiteY18" fmla="*/ 98045 h 111475"/>
                <a:gd name="connsiteX19" fmla="*/ 37671 w 141264"/>
                <a:gd name="connsiteY19" fmla="*/ 96702 h 111475"/>
                <a:gd name="connsiteX20" fmla="*/ 33634 w 141264"/>
                <a:gd name="connsiteY20" fmla="*/ 92672 h 111475"/>
                <a:gd name="connsiteX21" fmla="*/ 30944 w 141264"/>
                <a:gd name="connsiteY21" fmla="*/ 83271 h 111475"/>
                <a:gd name="connsiteX22" fmla="*/ 26908 w 141264"/>
                <a:gd name="connsiteY22" fmla="*/ 77898 h 111475"/>
                <a:gd name="connsiteX23" fmla="*/ 22872 w 141264"/>
                <a:gd name="connsiteY23" fmla="*/ 77898 h 111475"/>
                <a:gd name="connsiteX24" fmla="*/ 18836 w 141264"/>
                <a:gd name="connsiteY24" fmla="*/ 80585 h 111475"/>
                <a:gd name="connsiteX25" fmla="*/ 14799 w 141264"/>
                <a:gd name="connsiteY25" fmla="*/ 76555 h 111475"/>
                <a:gd name="connsiteX26" fmla="*/ 9418 w 141264"/>
                <a:gd name="connsiteY26" fmla="*/ 75212 h 111475"/>
                <a:gd name="connsiteX27" fmla="*/ 9418 w 141264"/>
                <a:gd name="connsiteY27" fmla="*/ 77898 h 111475"/>
                <a:gd name="connsiteX28" fmla="*/ 9418 w 141264"/>
                <a:gd name="connsiteY28" fmla="*/ 80585 h 111475"/>
                <a:gd name="connsiteX29" fmla="*/ 6727 w 141264"/>
                <a:gd name="connsiteY29" fmla="*/ 81928 h 111475"/>
                <a:gd name="connsiteX30" fmla="*/ 5382 w 141264"/>
                <a:gd name="connsiteY30" fmla="*/ 80585 h 111475"/>
                <a:gd name="connsiteX31" fmla="*/ 0 w 141264"/>
                <a:gd name="connsiteY31" fmla="*/ 76555 h 111475"/>
                <a:gd name="connsiteX32" fmla="*/ 1345 w 141264"/>
                <a:gd name="connsiteY32" fmla="*/ 73869 h 111475"/>
                <a:gd name="connsiteX33" fmla="*/ 6727 w 141264"/>
                <a:gd name="connsiteY33" fmla="*/ 69840 h 111475"/>
                <a:gd name="connsiteX34" fmla="*/ 8072 w 141264"/>
                <a:gd name="connsiteY34" fmla="*/ 67154 h 111475"/>
                <a:gd name="connsiteX35" fmla="*/ 5382 w 141264"/>
                <a:gd name="connsiteY35" fmla="*/ 59095 h 111475"/>
                <a:gd name="connsiteX36" fmla="*/ 6727 w 141264"/>
                <a:gd name="connsiteY36" fmla="*/ 53723 h 111475"/>
                <a:gd name="connsiteX37" fmla="*/ 13454 w 141264"/>
                <a:gd name="connsiteY37" fmla="*/ 48351 h 111475"/>
                <a:gd name="connsiteX38" fmla="*/ 10763 w 141264"/>
                <a:gd name="connsiteY38" fmla="*/ 45665 h 111475"/>
                <a:gd name="connsiteX39" fmla="*/ 8072 w 141264"/>
                <a:gd name="connsiteY39" fmla="*/ 45665 h 111475"/>
                <a:gd name="connsiteX40" fmla="*/ 2691 w 141264"/>
                <a:gd name="connsiteY40" fmla="*/ 41635 h 111475"/>
                <a:gd name="connsiteX41" fmla="*/ 2691 w 141264"/>
                <a:gd name="connsiteY41" fmla="*/ 37606 h 111475"/>
                <a:gd name="connsiteX42" fmla="*/ 4036 w 141264"/>
                <a:gd name="connsiteY42" fmla="*/ 29548 h 111475"/>
                <a:gd name="connsiteX43" fmla="*/ 9418 w 141264"/>
                <a:gd name="connsiteY43" fmla="*/ 25518 h 111475"/>
                <a:gd name="connsiteX44" fmla="*/ 16145 w 141264"/>
                <a:gd name="connsiteY44" fmla="*/ 24175 h 111475"/>
                <a:gd name="connsiteX45" fmla="*/ 16145 w 141264"/>
                <a:gd name="connsiteY45" fmla="*/ 20146 h 111475"/>
                <a:gd name="connsiteX46" fmla="*/ 18836 w 141264"/>
                <a:gd name="connsiteY46" fmla="*/ 16117 h 111475"/>
                <a:gd name="connsiteX47" fmla="*/ 25562 w 141264"/>
                <a:gd name="connsiteY47" fmla="*/ 13431 h 111475"/>
                <a:gd name="connsiteX48" fmla="*/ 33634 w 141264"/>
                <a:gd name="connsiteY48" fmla="*/ 8058 h 111475"/>
                <a:gd name="connsiteX49" fmla="*/ 36325 w 141264"/>
                <a:gd name="connsiteY49" fmla="*/ 1343 h 111475"/>
                <a:gd name="connsiteX50" fmla="*/ 37671 w 141264"/>
                <a:gd name="connsiteY50" fmla="*/ 0 h 111475"/>
                <a:gd name="connsiteX51" fmla="*/ 48434 w 141264"/>
                <a:gd name="connsiteY51" fmla="*/ 1343 h 111475"/>
                <a:gd name="connsiteX52" fmla="*/ 55161 w 141264"/>
                <a:gd name="connsiteY52" fmla="*/ 6715 h 111475"/>
                <a:gd name="connsiteX53" fmla="*/ 63233 w 141264"/>
                <a:gd name="connsiteY53" fmla="*/ 18803 h 111475"/>
                <a:gd name="connsiteX54" fmla="*/ 65924 w 141264"/>
                <a:gd name="connsiteY54" fmla="*/ 22832 h 111475"/>
                <a:gd name="connsiteX55" fmla="*/ 63233 w 141264"/>
                <a:gd name="connsiteY55" fmla="*/ 30891 h 111475"/>
                <a:gd name="connsiteX56" fmla="*/ 65924 w 141264"/>
                <a:gd name="connsiteY56" fmla="*/ 33577 h 111475"/>
                <a:gd name="connsiteX57" fmla="*/ 64578 w 141264"/>
                <a:gd name="connsiteY57" fmla="*/ 38949 h 111475"/>
                <a:gd name="connsiteX58" fmla="*/ 61887 w 141264"/>
                <a:gd name="connsiteY58" fmla="*/ 42978 h 111475"/>
                <a:gd name="connsiteX59" fmla="*/ 61887 w 141264"/>
                <a:gd name="connsiteY59" fmla="*/ 47008 h 111475"/>
                <a:gd name="connsiteX60" fmla="*/ 64578 w 141264"/>
                <a:gd name="connsiteY60" fmla="*/ 44322 h 111475"/>
                <a:gd name="connsiteX61" fmla="*/ 68614 w 141264"/>
                <a:gd name="connsiteY61" fmla="*/ 37606 h 111475"/>
                <a:gd name="connsiteX62" fmla="*/ 68614 w 141264"/>
                <a:gd name="connsiteY62" fmla="*/ 30891 h 111475"/>
                <a:gd name="connsiteX63" fmla="*/ 69960 w 141264"/>
                <a:gd name="connsiteY63" fmla="*/ 26862 h 111475"/>
                <a:gd name="connsiteX64" fmla="*/ 71305 w 141264"/>
                <a:gd name="connsiteY64" fmla="*/ 22832 h 111475"/>
                <a:gd name="connsiteX65" fmla="*/ 71305 w 141264"/>
                <a:gd name="connsiteY65" fmla="*/ 18803 h 111475"/>
                <a:gd name="connsiteX66" fmla="*/ 64578 w 141264"/>
                <a:gd name="connsiteY66" fmla="*/ 12088 h 111475"/>
                <a:gd name="connsiteX67" fmla="*/ 63233 w 141264"/>
                <a:gd name="connsiteY67" fmla="*/ 8058 h 111475"/>
                <a:gd name="connsiteX68" fmla="*/ 64578 w 141264"/>
                <a:gd name="connsiteY68" fmla="*/ 4029 h 111475"/>
                <a:gd name="connsiteX69" fmla="*/ 72651 w 141264"/>
                <a:gd name="connsiteY69" fmla="*/ 2686 h 111475"/>
                <a:gd name="connsiteX70" fmla="*/ 83414 w 141264"/>
                <a:gd name="connsiteY70" fmla="*/ 4029 h 111475"/>
                <a:gd name="connsiteX71" fmla="*/ 98213 w 141264"/>
                <a:gd name="connsiteY71" fmla="*/ 17460 h 111475"/>
                <a:gd name="connsiteX72" fmla="*/ 100903 w 141264"/>
                <a:gd name="connsiteY72" fmla="*/ 18803 h 111475"/>
                <a:gd name="connsiteX73" fmla="*/ 103594 w 141264"/>
                <a:gd name="connsiteY73" fmla="*/ 20146 h 111475"/>
                <a:gd name="connsiteX74" fmla="*/ 104940 w 141264"/>
                <a:gd name="connsiteY74" fmla="*/ 26862 h 111475"/>
                <a:gd name="connsiteX75" fmla="*/ 108976 w 141264"/>
                <a:gd name="connsiteY75" fmla="*/ 29548 h 111475"/>
                <a:gd name="connsiteX76" fmla="*/ 110321 w 141264"/>
                <a:gd name="connsiteY76" fmla="*/ 36263 h 111475"/>
                <a:gd name="connsiteX77" fmla="*/ 110321 w 141264"/>
                <a:gd name="connsiteY77" fmla="*/ 42978 h 111475"/>
                <a:gd name="connsiteX78" fmla="*/ 118393 w 141264"/>
                <a:gd name="connsiteY78" fmla="*/ 51037 h 111475"/>
                <a:gd name="connsiteX79" fmla="*/ 123775 w 141264"/>
                <a:gd name="connsiteY79" fmla="*/ 59095 h 111475"/>
                <a:gd name="connsiteX80" fmla="*/ 123775 w 141264"/>
                <a:gd name="connsiteY80" fmla="*/ 61782 h 111475"/>
                <a:gd name="connsiteX81" fmla="*/ 118393 w 141264"/>
                <a:gd name="connsiteY81" fmla="*/ 61782 h 111475"/>
                <a:gd name="connsiteX82" fmla="*/ 114357 w 141264"/>
                <a:gd name="connsiteY82" fmla="*/ 59095 h 111475"/>
                <a:gd name="connsiteX83" fmla="*/ 111667 w 141264"/>
                <a:gd name="connsiteY83" fmla="*/ 60438 h 111475"/>
                <a:gd name="connsiteX84" fmla="*/ 113012 w 141264"/>
                <a:gd name="connsiteY84" fmla="*/ 65811 h 111475"/>
                <a:gd name="connsiteX85" fmla="*/ 118393 w 141264"/>
                <a:gd name="connsiteY85" fmla="*/ 69840 h 111475"/>
                <a:gd name="connsiteX86" fmla="*/ 125120 w 141264"/>
                <a:gd name="connsiteY86" fmla="*/ 71183 h 111475"/>
                <a:gd name="connsiteX87" fmla="*/ 131847 w 141264"/>
                <a:gd name="connsiteY87" fmla="*/ 77898 h 111475"/>
                <a:gd name="connsiteX88" fmla="*/ 135883 w 141264"/>
                <a:gd name="connsiteY88" fmla="*/ 79242 h 11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1264" h="111475">
                  <a:moveTo>
                    <a:pt x="141265" y="85957"/>
                  </a:moveTo>
                  <a:lnTo>
                    <a:pt x="141265" y="89986"/>
                  </a:lnTo>
                  <a:lnTo>
                    <a:pt x="135883" y="98045"/>
                  </a:lnTo>
                  <a:lnTo>
                    <a:pt x="127811" y="100731"/>
                  </a:lnTo>
                  <a:lnTo>
                    <a:pt x="122429" y="106103"/>
                  </a:lnTo>
                  <a:lnTo>
                    <a:pt x="117048" y="110132"/>
                  </a:lnTo>
                  <a:lnTo>
                    <a:pt x="111667" y="111475"/>
                  </a:lnTo>
                  <a:lnTo>
                    <a:pt x="106285" y="106103"/>
                  </a:lnTo>
                  <a:lnTo>
                    <a:pt x="103594" y="103417"/>
                  </a:lnTo>
                  <a:lnTo>
                    <a:pt x="98213" y="104760"/>
                  </a:lnTo>
                  <a:lnTo>
                    <a:pt x="95522" y="102074"/>
                  </a:lnTo>
                  <a:lnTo>
                    <a:pt x="90140" y="104760"/>
                  </a:lnTo>
                  <a:lnTo>
                    <a:pt x="76687" y="103417"/>
                  </a:lnTo>
                  <a:lnTo>
                    <a:pt x="69960" y="99388"/>
                  </a:lnTo>
                  <a:lnTo>
                    <a:pt x="67269" y="96702"/>
                  </a:lnTo>
                  <a:lnTo>
                    <a:pt x="60542" y="99388"/>
                  </a:lnTo>
                  <a:lnTo>
                    <a:pt x="53815" y="102074"/>
                  </a:lnTo>
                  <a:lnTo>
                    <a:pt x="49779" y="100731"/>
                  </a:lnTo>
                  <a:lnTo>
                    <a:pt x="43052" y="98045"/>
                  </a:lnTo>
                  <a:lnTo>
                    <a:pt x="37671" y="96702"/>
                  </a:lnTo>
                  <a:lnTo>
                    <a:pt x="33634" y="92672"/>
                  </a:lnTo>
                  <a:lnTo>
                    <a:pt x="30944" y="83271"/>
                  </a:lnTo>
                  <a:lnTo>
                    <a:pt x="26908" y="77898"/>
                  </a:lnTo>
                  <a:lnTo>
                    <a:pt x="22872" y="77898"/>
                  </a:lnTo>
                  <a:lnTo>
                    <a:pt x="18836" y="80585"/>
                  </a:lnTo>
                  <a:lnTo>
                    <a:pt x="14799" y="76555"/>
                  </a:lnTo>
                  <a:lnTo>
                    <a:pt x="9418" y="75212"/>
                  </a:lnTo>
                  <a:lnTo>
                    <a:pt x="9418" y="77898"/>
                  </a:lnTo>
                  <a:lnTo>
                    <a:pt x="9418" y="80585"/>
                  </a:lnTo>
                  <a:lnTo>
                    <a:pt x="6727" y="81928"/>
                  </a:lnTo>
                  <a:lnTo>
                    <a:pt x="5382" y="80585"/>
                  </a:lnTo>
                  <a:lnTo>
                    <a:pt x="0" y="76555"/>
                  </a:lnTo>
                  <a:lnTo>
                    <a:pt x="1345" y="73869"/>
                  </a:lnTo>
                  <a:lnTo>
                    <a:pt x="6727" y="69840"/>
                  </a:lnTo>
                  <a:lnTo>
                    <a:pt x="8072" y="67154"/>
                  </a:lnTo>
                  <a:lnTo>
                    <a:pt x="5382" y="59095"/>
                  </a:lnTo>
                  <a:lnTo>
                    <a:pt x="6727" y="53723"/>
                  </a:lnTo>
                  <a:lnTo>
                    <a:pt x="13454" y="48351"/>
                  </a:lnTo>
                  <a:lnTo>
                    <a:pt x="10763" y="45665"/>
                  </a:lnTo>
                  <a:lnTo>
                    <a:pt x="8072" y="45665"/>
                  </a:lnTo>
                  <a:lnTo>
                    <a:pt x="2691" y="41635"/>
                  </a:lnTo>
                  <a:lnTo>
                    <a:pt x="2691" y="37606"/>
                  </a:lnTo>
                  <a:lnTo>
                    <a:pt x="4036" y="29548"/>
                  </a:lnTo>
                  <a:lnTo>
                    <a:pt x="9418" y="25518"/>
                  </a:lnTo>
                  <a:lnTo>
                    <a:pt x="16145" y="24175"/>
                  </a:lnTo>
                  <a:lnTo>
                    <a:pt x="16145" y="20146"/>
                  </a:lnTo>
                  <a:lnTo>
                    <a:pt x="18836" y="16117"/>
                  </a:lnTo>
                  <a:lnTo>
                    <a:pt x="25562" y="13431"/>
                  </a:lnTo>
                  <a:lnTo>
                    <a:pt x="33634" y="8058"/>
                  </a:lnTo>
                  <a:lnTo>
                    <a:pt x="36325" y="1343"/>
                  </a:lnTo>
                  <a:lnTo>
                    <a:pt x="37671" y="0"/>
                  </a:lnTo>
                  <a:lnTo>
                    <a:pt x="48434" y="1343"/>
                  </a:lnTo>
                  <a:lnTo>
                    <a:pt x="55161" y="6715"/>
                  </a:lnTo>
                  <a:lnTo>
                    <a:pt x="63233" y="18803"/>
                  </a:lnTo>
                  <a:lnTo>
                    <a:pt x="65924" y="22832"/>
                  </a:lnTo>
                  <a:lnTo>
                    <a:pt x="63233" y="30891"/>
                  </a:lnTo>
                  <a:lnTo>
                    <a:pt x="65924" y="33577"/>
                  </a:lnTo>
                  <a:lnTo>
                    <a:pt x="64578" y="38949"/>
                  </a:lnTo>
                  <a:lnTo>
                    <a:pt x="61887" y="42978"/>
                  </a:lnTo>
                  <a:lnTo>
                    <a:pt x="61887" y="47008"/>
                  </a:lnTo>
                  <a:lnTo>
                    <a:pt x="64578" y="44322"/>
                  </a:lnTo>
                  <a:lnTo>
                    <a:pt x="68614" y="37606"/>
                  </a:lnTo>
                  <a:lnTo>
                    <a:pt x="68614" y="30891"/>
                  </a:lnTo>
                  <a:lnTo>
                    <a:pt x="69960" y="26862"/>
                  </a:lnTo>
                  <a:lnTo>
                    <a:pt x="71305" y="22832"/>
                  </a:lnTo>
                  <a:lnTo>
                    <a:pt x="71305" y="18803"/>
                  </a:lnTo>
                  <a:lnTo>
                    <a:pt x="64578" y="12088"/>
                  </a:lnTo>
                  <a:lnTo>
                    <a:pt x="63233" y="8058"/>
                  </a:lnTo>
                  <a:lnTo>
                    <a:pt x="64578" y="4029"/>
                  </a:lnTo>
                  <a:lnTo>
                    <a:pt x="72651" y="2686"/>
                  </a:lnTo>
                  <a:lnTo>
                    <a:pt x="83414" y="4029"/>
                  </a:lnTo>
                  <a:lnTo>
                    <a:pt x="98213" y="17460"/>
                  </a:lnTo>
                  <a:lnTo>
                    <a:pt x="100903" y="18803"/>
                  </a:lnTo>
                  <a:lnTo>
                    <a:pt x="103594" y="20146"/>
                  </a:lnTo>
                  <a:lnTo>
                    <a:pt x="104940" y="26862"/>
                  </a:lnTo>
                  <a:lnTo>
                    <a:pt x="108976" y="29548"/>
                  </a:lnTo>
                  <a:lnTo>
                    <a:pt x="110321" y="36263"/>
                  </a:lnTo>
                  <a:lnTo>
                    <a:pt x="110321" y="42978"/>
                  </a:lnTo>
                  <a:lnTo>
                    <a:pt x="118393" y="51037"/>
                  </a:lnTo>
                  <a:lnTo>
                    <a:pt x="123775" y="59095"/>
                  </a:lnTo>
                  <a:lnTo>
                    <a:pt x="123775" y="61782"/>
                  </a:lnTo>
                  <a:lnTo>
                    <a:pt x="118393" y="61782"/>
                  </a:lnTo>
                  <a:lnTo>
                    <a:pt x="114357" y="59095"/>
                  </a:lnTo>
                  <a:lnTo>
                    <a:pt x="111667" y="60438"/>
                  </a:lnTo>
                  <a:lnTo>
                    <a:pt x="113012" y="65811"/>
                  </a:lnTo>
                  <a:lnTo>
                    <a:pt x="118393" y="69840"/>
                  </a:lnTo>
                  <a:lnTo>
                    <a:pt x="125120" y="71183"/>
                  </a:lnTo>
                  <a:lnTo>
                    <a:pt x="131847" y="77898"/>
                  </a:lnTo>
                  <a:lnTo>
                    <a:pt x="135883" y="7924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01A9AD5E-4546-DBAB-561A-955BAF801371}"/>
                </a:ext>
              </a:extLst>
            </p:cNvPr>
            <p:cNvSpPr/>
            <p:nvPr/>
          </p:nvSpPr>
          <p:spPr>
            <a:xfrm>
              <a:off x="9969243" y="1431180"/>
              <a:ext cx="12108" cy="16116"/>
            </a:xfrm>
            <a:custGeom>
              <a:avLst/>
              <a:gdLst>
                <a:gd name="connsiteX0" fmla="*/ 0 w 12108"/>
                <a:gd name="connsiteY0" fmla="*/ 16117 h 16116"/>
                <a:gd name="connsiteX1" fmla="*/ 1345 w 12108"/>
                <a:gd name="connsiteY1" fmla="*/ 6715 h 16116"/>
                <a:gd name="connsiteX2" fmla="*/ 9418 w 12108"/>
                <a:gd name="connsiteY2" fmla="*/ 0 h 16116"/>
                <a:gd name="connsiteX3" fmla="*/ 10763 w 12108"/>
                <a:gd name="connsiteY3" fmla="*/ 1343 h 16116"/>
                <a:gd name="connsiteX4" fmla="*/ 10763 w 12108"/>
                <a:gd name="connsiteY4" fmla="*/ 5372 h 16116"/>
                <a:gd name="connsiteX5" fmla="*/ 12109 w 12108"/>
                <a:gd name="connsiteY5" fmla="*/ 8058 h 16116"/>
                <a:gd name="connsiteX6" fmla="*/ 8072 w 12108"/>
                <a:gd name="connsiteY6" fmla="*/ 10745 h 16116"/>
                <a:gd name="connsiteX7" fmla="*/ 5382 w 12108"/>
                <a:gd name="connsiteY7" fmla="*/ 14774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8" h="16116">
                  <a:moveTo>
                    <a:pt x="0" y="16117"/>
                  </a:moveTo>
                  <a:lnTo>
                    <a:pt x="1345" y="6715"/>
                  </a:lnTo>
                  <a:lnTo>
                    <a:pt x="9418" y="0"/>
                  </a:lnTo>
                  <a:lnTo>
                    <a:pt x="10763" y="1343"/>
                  </a:lnTo>
                  <a:lnTo>
                    <a:pt x="10763" y="5372"/>
                  </a:lnTo>
                  <a:lnTo>
                    <a:pt x="12109" y="8058"/>
                  </a:lnTo>
                  <a:lnTo>
                    <a:pt x="8072" y="10745"/>
                  </a:lnTo>
                  <a:lnTo>
                    <a:pt x="5382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2D95ABC-D390-0DCF-8743-2ABC4E078EB9}"/>
                </a:ext>
              </a:extLst>
            </p:cNvPr>
            <p:cNvSpPr/>
            <p:nvPr/>
          </p:nvSpPr>
          <p:spPr>
            <a:xfrm>
              <a:off x="10024403" y="1535940"/>
              <a:ext cx="98213" cy="38949"/>
            </a:xfrm>
            <a:custGeom>
              <a:avLst/>
              <a:gdLst>
                <a:gd name="connsiteX0" fmla="*/ 0 w 98213"/>
                <a:gd name="connsiteY0" fmla="*/ 0 h 38949"/>
                <a:gd name="connsiteX1" fmla="*/ 2691 w 98213"/>
                <a:gd name="connsiteY1" fmla="*/ 9402 h 38949"/>
                <a:gd name="connsiteX2" fmla="*/ 10764 w 98213"/>
                <a:gd name="connsiteY2" fmla="*/ 21489 h 38949"/>
                <a:gd name="connsiteX3" fmla="*/ 13454 w 98213"/>
                <a:gd name="connsiteY3" fmla="*/ 26862 h 38949"/>
                <a:gd name="connsiteX4" fmla="*/ 32289 w 98213"/>
                <a:gd name="connsiteY4" fmla="*/ 32234 h 38949"/>
                <a:gd name="connsiteX5" fmla="*/ 45743 w 98213"/>
                <a:gd name="connsiteY5" fmla="*/ 33577 h 38949"/>
                <a:gd name="connsiteX6" fmla="*/ 53815 w 98213"/>
                <a:gd name="connsiteY6" fmla="*/ 38949 h 38949"/>
                <a:gd name="connsiteX7" fmla="*/ 63233 w 98213"/>
                <a:gd name="connsiteY7" fmla="*/ 38949 h 38949"/>
                <a:gd name="connsiteX8" fmla="*/ 69960 w 98213"/>
                <a:gd name="connsiteY8" fmla="*/ 36263 h 38949"/>
                <a:gd name="connsiteX9" fmla="*/ 76687 w 98213"/>
                <a:gd name="connsiteY9" fmla="*/ 38949 h 38949"/>
                <a:gd name="connsiteX10" fmla="*/ 82068 w 98213"/>
                <a:gd name="connsiteY10" fmla="*/ 37606 h 38949"/>
                <a:gd name="connsiteX11" fmla="*/ 92831 w 98213"/>
                <a:gd name="connsiteY11" fmla="*/ 30891 h 38949"/>
                <a:gd name="connsiteX12" fmla="*/ 94176 w 98213"/>
                <a:gd name="connsiteY12" fmla="*/ 24175 h 38949"/>
                <a:gd name="connsiteX13" fmla="*/ 98213 w 98213"/>
                <a:gd name="connsiteY13" fmla="*/ 18803 h 38949"/>
                <a:gd name="connsiteX14" fmla="*/ 96867 w 98213"/>
                <a:gd name="connsiteY14" fmla="*/ 10745 h 38949"/>
                <a:gd name="connsiteX15" fmla="*/ 91486 w 98213"/>
                <a:gd name="connsiteY15" fmla="*/ 9402 h 38949"/>
                <a:gd name="connsiteX16" fmla="*/ 88795 w 98213"/>
                <a:gd name="connsiteY16" fmla="*/ 9402 h 38949"/>
                <a:gd name="connsiteX17" fmla="*/ 86104 w 98213"/>
                <a:gd name="connsiteY17" fmla="*/ 5372 h 38949"/>
                <a:gd name="connsiteX18" fmla="*/ 87449 w 98213"/>
                <a:gd name="connsiteY18" fmla="*/ 2686 h 38949"/>
                <a:gd name="connsiteX19" fmla="*/ 84759 w 98213"/>
                <a:gd name="connsiteY19" fmla="*/ 0 h 38949"/>
                <a:gd name="connsiteX20" fmla="*/ 79378 w 98213"/>
                <a:gd name="connsiteY20" fmla="*/ 2686 h 38949"/>
                <a:gd name="connsiteX21" fmla="*/ 72651 w 98213"/>
                <a:gd name="connsiteY21" fmla="*/ 0 h 38949"/>
                <a:gd name="connsiteX22" fmla="*/ 59197 w 98213"/>
                <a:gd name="connsiteY22" fmla="*/ 2686 h 38949"/>
                <a:gd name="connsiteX23" fmla="*/ 52470 w 98213"/>
                <a:gd name="connsiteY23" fmla="*/ 8058 h 38949"/>
                <a:gd name="connsiteX24" fmla="*/ 47088 w 98213"/>
                <a:gd name="connsiteY24" fmla="*/ 9402 h 38949"/>
                <a:gd name="connsiteX25" fmla="*/ 44398 w 98213"/>
                <a:gd name="connsiteY25" fmla="*/ 6715 h 38949"/>
                <a:gd name="connsiteX26" fmla="*/ 43052 w 98213"/>
                <a:gd name="connsiteY26" fmla="*/ 2686 h 38949"/>
                <a:gd name="connsiteX27" fmla="*/ 40361 w 98213"/>
                <a:gd name="connsiteY27" fmla="*/ 2686 h 38949"/>
                <a:gd name="connsiteX28" fmla="*/ 33634 w 98213"/>
                <a:gd name="connsiteY28" fmla="*/ 4029 h 38949"/>
                <a:gd name="connsiteX29" fmla="*/ 25562 w 98213"/>
                <a:gd name="connsiteY29" fmla="*/ 4029 h 38949"/>
                <a:gd name="connsiteX30" fmla="*/ 21527 w 98213"/>
                <a:gd name="connsiteY30" fmla="*/ 2686 h 38949"/>
                <a:gd name="connsiteX31" fmla="*/ 21527 w 98213"/>
                <a:gd name="connsiteY31" fmla="*/ 6715 h 38949"/>
                <a:gd name="connsiteX32" fmla="*/ 17491 w 98213"/>
                <a:gd name="connsiteY32" fmla="*/ 10745 h 38949"/>
                <a:gd name="connsiteX33" fmla="*/ 8073 w 98213"/>
                <a:gd name="connsiteY33" fmla="*/ 8058 h 38949"/>
                <a:gd name="connsiteX34" fmla="*/ 5382 w 98213"/>
                <a:gd name="connsiteY34" fmla="*/ 4029 h 38949"/>
                <a:gd name="connsiteX35" fmla="*/ 4037 w 98213"/>
                <a:gd name="connsiteY35" fmla="*/ 1343 h 3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8213" h="38949">
                  <a:moveTo>
                    <a:pt x="0" y="0"/>
                  </a:moveTo>
                  <a:lnTo>
                    <a:pt x="2691" y="9402"/>
                  </a:lnTo>
                  <a:lnTo>
                    <a:pt x="10764" y="21489"/>
                  </a:lnTo>
                  <a:lnTo>
                    <a:pt x="13454" y="26862"/>
                  </a:lnTo>
                  <a:lnTo>
                    <a:pt x="32289" y="32234"/>
                  </a:lnTo>
                  <a:lnTo>
                    <a:pt x="45743" y="33577"/>
                  </a:lnTo>
                  <a:lnTo>
                    <a:pt x="53815" y="38949"/>
                  </a:lnTo>
                  <a:lnTo>
                    <a:pt x="63233" y="38949"/>
                  </a:lnTo>
                  <a:lnTo>
                    <a:pt x="69960" y="36263"/>
                  </a:lnTo>
                  <a:lnTo>
                    <a:pt x="76687" y="38949"/>
                  </a:lnTo>
                  <a:lnTo>
                    <a:pt x="82068" y="37606"/>
                  </a:lnTo>
                  <a:lnTo>
                    <a:pt x="92831" y="30891"/>
                  </a:lnTo>
                  <a:lnTo>
                    <a:pt x="94176" y="24175"/>
                  </a:lnTo>
                  <a:lnTo>
                    <a:pt x="98213" y="18803"/>
                  </a:lnTo>
                  <a:lnTo>
                    <a:pt x="96867" y="10745"/>
                  </a:lnTo>
                  <a:lnTo>
                    <a:pt x="91486" y="9402"/>
                  </a:lnTo>
                  <a:lnTo>
                    <a:pt x="88795" y="9402"/>
                  </a:lnTo>
                  <a:lnTo>
                    <a:pt x="86104" y="5372"/>
                  </a:lnTo>
                  <a:lnTo>
                    <a:pt x="87449" y="2686"/>
                  </a:lnTo>
                  <a:lnTo>
                    <a:pt x="84759" y="0"/>
                  </a:lnTo>
                  <a:lnTo>
                    <a:pt x="79378" y="2686"/>
                  </a:lnTo>
                  <a:lnTo>
                    <a:pt x="72651" y="0"/>
                  </a:lnTo>
                  <a:lnTo>
                    <a:pt x="59197" y="2686"/>
                  </a:lnTo>
                  <a:lnTo>
                    <a:pt x="52470" y="8058"/>
                  </a:lnTo>
                  <a:lnTo>
                    <a:pt x="47088" y="9402"/>
                  </a:lnTo>
                  <a:lnTo>
                    <a:pt x="44398" y="6715"/>
                  </a:lnTo>
                  <a:lnTo>
                    <a:pt x="43052" y="2686"/>
                  </a:lnTo>
                  <a:lnTo>
                    <a:pt x="40361" y="2686"/>
                  </a:lnTo>
                  <a:lnTo>
                    <a:pt x="33634" y="4029"/>
                  </a:lnTo>
                  <a:lnTo>
                    <a:pt x="25562" y="4029"/>
                  </a:lnTo>
                  <a:lnTo>
                    <a:pt x="21527" y="2686"/>
                  </a:lnTo>
                  <a:lnTo>
                    <a:pt x="21527" y="6715"/>
                  </a:lnTo>
                  <a:lnTo>
                    <a:pt x="17491" y="10745"/>
                  </a:lnTo>
                  <a:lnTo>
                    <a:pt x="8073" y="8058"/>
                  </a:lnTo>
                  <a:lnTo>
                    <a:pt x="5382" y="4029"/>
                  </a:lnTo>
                  <a:lnTo>
                    <a:pt x="4037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27E4DCCC-800B-3A4D-4121-3B9D791B0DE4}"/>
                </a:ext>
              </a:extLst>
            </p:cNvPr>
            <p:cNvSpPr/>
            <p:nvPr/>
          </p:nvSpPr>
          <p:spPr>
            <a:xfrm>
              <a:off x="9791653" y="1591007"/>
              <a:ext cx="32289" cy="42978"/>
            </a:xfrm>
            <a:custGeom>
              <a:avLst/>
              <a:gdLst>
                <a:gd name="connsiteX0" fmla="*/ 32289 w 32289"/>
                <a:gd name="connsiteY0" fmla="*/ 34920 h 42978"/>
                <a:gd name="connsiteX1" fmla="*/ 26908 w 32289"/>
                <a:gd name="connsiteY1" fmla="*/ 21489 h 42978"/>
                <a:gd name="connsiteX2" fmla="*/ 25562 w 32289"/>
                <a:gd name="connsiteY2" fmla="*/ 16117 h 42978"/>
                <a:gd name="connsiteX3" fmla="*/ 21527 w 32289"/>
                <a:gd name="connsiteY3" fmla="*/ 12088 h 42978"/>
                <a:gd name="connsiteX4" fmla="*/ 12109 w 32289"/>
                <a:gd name="connsiteY4" fmla="*/ 12088 h 42978"/>
                <a:gd name="connsiteX5" fmla="*/ 8072 w 32289"/>
                <a:gd name="connsiteY5" fmla="*/ 5372 h 42978"/>
                <a:gd name="connsiteX6" fmla="*/ 2691 w 32289"/>
                <a:gd name="connsiteY6" fmla="*/ 1343 h 42978"/>
                <a:gd name="connsiteX7" fmla="*/ 0 w 32289"/>
                <a:gd name="connsiteY7" fmla="*/ 0 h 42978"/>
                <a:gd name="connsiteX8" fmla="*/ 1345 w 32289"/>
                <a:gd name="connsiteY8" fmla="*/ 4029 h 42978"/>
                <a:gd name="connsiteX9" fmla="*/ 6727 w 32289"/>
                <a:gd name="connsiteY9" fmla="*/ 12088 h 42978"/>
                <a:gd name="connsiteX10" fmla="*/ 13454 w 32289"/>
                <a:gd name="connsiteY10" fmla="*/ 18803 h 42978"/>
                <a:gd name="connsiteX11" fmla="*/ 20181 w 32289"/>
                <a:gd name="connsiteY11" fmla="*/ 29548 h 42978"/>
                <a:gd name="connsiteX12" fmla="*/ 25562 w 32289"/>
                <a:gd name="connsiteY12" fmla="*/ 40292 h 42978"/>
                <a:gd name="connsiteX13" fmla="*/ 29598 w 32289"/>
                <a:gd name="connsiteY13" fmla="*/ 42978 h 42978"/>
                <a:gd name="connsiteX14" fmla="*/ 32289 w 32289"/>
                <a:gd name="connsiteY14" fmla="*/ 40292 h 42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289" h="42978">
                  <a:moveTo>
                    <a:pt x="32289" y="34920"/>
                  </a:moveTo>
                  <a:lnTo>
                    <a:pt x="26908" y="21489"/>
                  </a:lnTo>
                  <a:lnTo>
                    <a:pt x="25562" y="16117"/>
                  </a:lnTo>
                  <a:lnTo>
                    <a:pt x="21527" y="12088"/>
                  </a:lnTo>
                  <a:lnTo>
                    <a:pt x="12109" y="12088"/>
                  </a:lnTo>
                  <a:lnTo>
                    <a:pt x="8072" y="5372"/>
                  </a:lnTo>
                  <a:lnTo>
                    <a:pt x="2691" y="1343"/>
                  </a:lnTo>
                  <a:lnTo>
                    <a:pt x="0" y="0"/>
                  </a:lnTo>
                  <a:lnTo>
                    <a:pt x="1345" y="4029"/>
                  </a:lnTo>
                  <a:lnTo>
                    <a:pt x="6727" y="12088"/>
                  </a:lnTo>
                  <a:lnTo>
                    <a:pt x="13454" y="18803"/>
                  </a:lnTo>
                  <a:lnTo>
                    <a:pt x="20181" y="29548"/>
                  </a:lnTo>
                  <a:lnTo>
                    <a:pt x="25562" y="40292"/>
                  </a:lnTo>
                  <a:lnTo>
                    <a:pt x="29598" y="42978"/>
                  </a:lnTo>
                  <a:lnTo>
                    <a:pt x="32289" y="4029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D6916C70-49F4-5D15-26FC-3DA11428661A}"/>
                </a:ext>
              </a:extLst>
            </p:cNvPr>
            <p:cNvSpPr/>
            <p:nvPr/>
          </p:nvSpPr>
          <p:spPr>
            <a:xfrm>
              <a:off x="9821251" y="1529225"/>
              <a:ext cx="169517" cy="127592"/>
            </a:xfrm>
            <a:custGeom>
              <a:avLst/>
              <a:gdLst>
                <a:gd name="connsiteX0" fmla="*/ 104939 w 169517"/>
                <a:gd name="connsiteY0" fmla="*/ 107446 h 127592"/>
                <a:gd name="connsiteX1" fmla="*/ 100903 w 169517"/>
                <a:gd name="connsiteY1" fmla="*/ 107446 h 127592"/>
                <a:gd name="connsiteX2" fmla="*/ 98212 w 169517"/>
                <a:gd name="connsiteY2" fmla="*/ 106103 h 127592"/>
                <a:gd name="connsiteX3" fmla="*/ 96867 w 169517"/>
                <a:gd name="connsiteY3" fmla="*/ 102074 h 127592"/>
                <a:gd name="connsiteX4" fmla="*/ 98212 w 169517"/>
                <a:gd name="connsiteY4" fmla="*/ 99388 h 127592"/>
                <a:gd name="connsiteX5" fmla="*/ 100903 w 169517"/>
                <a:gd name="connsiteY5" fmla="*/ 100731 h 127592"/>
                <a:gd name="connsiteX6" fmla="*/ 103594 w 169517"/>
                <a:gd name="connsiteY6" fmla="*/ 104760 h 127592"/>
                <a:gd name="connsiteX7" fmla="*/ 108975 w 169517"/>
                <a:gd name="connsiteY7" fmla="*/ 106103 h 127592"/>
                <a:gd name="connsiteX8" fmla="*/ 110321 w 169517"/>
                <a:gd name="connsiteY8" fmla="*/ 110132 h 127592"/>
                <a:gd name="connsiteX9" fmla="*/ 110321 w 169517"/>
                <a:gd name="connsiteY9" fmla="*/ 111475 h 127592"/>
                <a:gd name="connsiteX10" fmla="*/ 114357 w 169517"/>
                <a:gd name="connsiteY10" fmla="*/ 111475 h 127592"/>
                <a:gd name="connsiteX11" fmla="*/ 118393 w 169517"/>
                <a:gd name="connsiteY11" fmla="*/ 104760 h 127592"/>
                <a:gd name="connsiteX12" fmla="*/ 123775 w 169517"/>
                <a:gd name="connsiteY12" fmla="*/ 95358 h 127592"/>
                <a:gd name="connsiteX13" fmla="*/ 131847 w 169517"/>
                <a:gd name="connsiteY13" fmla="*/ 85957 h 127592"/>
                <a:gd name="connsiteX14" fmla="*/ 138574 w 169517"/>
                <a:gd name="connsiteY14" fmla="*/ 84614 h 127592"/>
                <a:gd name="connsiteX15" fmla="*/ 143955 w 169517"/>
                <a:gd name="connsiteY15" fmla="*/ 81928 h 127592"/>
                <a:gd name="connsiteX16" fmla="*/ 145301 w 169517"/>
                <a:gd name="connsiteY16" fmla="*/ 83271 h 127592"/>
                <a:gd name="connsiteX17" fmla="*/ 143955 w 169517"/>
                <a:gd name="connsiteY17" fmla="*/ 85957 h 127592"/>
                <a:gd name="connsiteX18" fmla="*/ 149336 w 169517"/>
                <a:gd name="connsiteY18" fmla="*/ 87300 h 127592"/>
                <a:gd name="connsiteX19" fmla="*/ 152027 w 169517"/>
                <a:gd name="connsiteY19" fmla="*/ 89986 h 127592"/>
                <a:gd name="connsiteX20" fmla="*/ 157409 w 169517"/>
                <a:gd name="connsiteY20" fmla="*/ 87300 h 127592"/>
                <a:gd name="connsiteX21" fmla="*/ 157409 w 169517"/>
                <a:gd name="connsiteY21" fmla="*/ 83271 h 127592"/>
                <a:gd name="connsiteX22" fmla="*/ 165481 w 169517"/>
                <a:gd name="connsiteY22" fmla="*/ 77898 h 127592"/>
                <a:gd name="connsiteX23" fmla="*/ 169517 w 169517"/>
                <a:gd name="connsiteY23" fmla="*/ 73869 h 127592"/>
                <a:gd name="connsiteX24" fmla="*/ 166827 w 169517"/>
                <a:gd name="connsiteY24" fmla="*/ 72526 h 127592"/>
                <a:gd name="connsiteX25" fmla="*/ 160100 w 169517"/>
                <a:gd name="connsiteY25" fmla="*/ 72526 h 127592"/>
                <a:gd name="connsiteX26" fmla="*/ 152027 w 169517"/>
                <a:gd name="connsiteY26" fmla="*/ 76555 h 127592"/>
                <a:gd name="connsiteX27" fmla="*/ 145301 w 169517"/>
                <a:gd name="connsiteY27" fmla="*/ 71183 h 127592"/>
                <a:gd name="connsiteX28" fmla="*/ 135883 w 169517"/>
                <a:gd name="connsiteY28" fmla="*/ 69840 h 127592"/>
                <a:gd name="connsiteX29" fmla="*/ 133193 w 169517"/>
                <a:gd name="connsiteY29" fmla="*/ 65811 h 127592"/>
                <a:gd name="connsiteX30" fmla="*/ 126466 w 169517"/>
                <a:gd name="connsiteY30" fmla="*/ 65811 h 127592"/>
                <a:gd name="connsiteX31" fmla="*/ 126466 w 169517"/>
                <a:gd name="connsiteY31" fmla="*/ 63125 h 127592"/>
                <a:gd name="connsiteX32" fmla="*/ 118393 w 169517"/>
                <a:gd name="connsiteY32" fmla="*/ 55066 h 127592"/>
                <a:gd name="connsiteX33" fmla="*/ 114357 w 169517"/>
                <a:gd name="connsiteY33" fmla="*/ 52380 h 127592"/>
                <a:gd name="connsiteX34" fmla="*/ 111666 w 169517"/>
                <a:gd name="connsiteY34" fmla="*/ 44322 h 127592"/>
                <a:gd name="connsiteX35" fmla="*/ 110321 w 169517"/>
                <a:gd name="connsiteY35" fmla="*/ 40292 h 127592"/>
                <a:gd name="connsiteX36" fmla="*/ 106285 w 169517"/>
                <a:gd name="connsiteY36" fmla="*/ 34920 h 127592"/>
                <a:gd name="connsiteX37" fmla="*/ 104939 w 169517"/>
                <a:gd name="connsiteY37" fmla="*/ 29548 h 127592"/>
                <a:gd name="connsiteX38" fmla="*/ 99558 w 169517"/>
                <a:gd name="connsiteY38" fmla="*/ 26862 h 127592"/>
                <a:gd name="connsiteX39" fmla="*/ 99558 w 169517"/>
                <a:gd name="connsiteY39" fmla="*/ 24175 h 127592"/>
                <a:gd name="connsiteX40" fmla="*/ 103594 w 169517"/>
                <a:gd name="connsiteY40" fmla="*/ 22832 h 127592"/>
                <a:gd name="connsiteX41" fmla="*/ 100903 w 169517"/>
                <a:gd name="connsiteY41" fmla="*/ 20146 h 127592"/>
                <a:gd name="connsiteX42" fmla="*/ 103594 w 169517"/>
                <a:gd name="connsiteY42" fmla="*/ 17460 h 127592"/>
                <a:gd name="connsiteX43" fmla="*/ 104939 w 169517"/>
                <a:gd name="connsiteY43" fmla="*/ 16117 h 127592"/>
                <a:gd name="connsiteX44" fmla="*/ 104939 w 169517"/>
                <a:gd name="connsiteY44" fmla="*/ 12088 h 127592"/>
                <a:gd name="connsiteX45" fmla="*/ 102248 w 169517"/>
                <a:gd name="connsiteY45" fmla="*/ 10745 h 127592"/>
                <a:gd name="connsiteX46" fmla="*/ 98212 w 169517"/>
                <a:gd name="connsiteY46" fmla="*/ 8058 h 127592"/>
                <a:gd name="connsiteX47" fmla="*/ 88795 w 169517"/>
                <a:gd name="connsiteY47" fmla="*/ 8058 h 127592"/>
                <a:gd name="connsiteX48" fmla="*/ 82068 w 169517"/>
                <a:gd name="connsiteY48" fmla="*/ 6715 h 127592"/>
                <a:gd name="connsiteX49" fmla="*/ 78032 w 169517"/>
                <a:gd name="connsiteY49" fmla="*/ 2686 h 127592"/>
                <a:gd name="connsiteX50" fmla="*/ 71305 w 169517"/>
                <a:gd name="connsiteY50" fmla="*/ 2686 h 127592"/>
                <a:gd name="connsiteX51" fmla="*/ 65924 w 169517"/>
                <a:gd name="connsiteY51" fmla="*/ 0 h 127592"/>
                <a:gd name="connsiteX52" fmla="*/ 64578 w 169517"/>
                <a:gd name="connsiteY52" fmla="*/ 1343 h 127592"/>
                <a:gd name="connsiteX53" fmla="*/ 72651 w 169517"/>
                <a:gd name="connsiteY53" fmla="*/ 8058 h 127592"/>
                <a:gd name="connsiteX54" fmla="*/ 76687 w 169517"/>
                <a:gd name="connsiteY54" fmla="*/ 9402 h 127592"/>
                <a:gd name="connsiteX55" fmla="*/ 79378 w 169517"/>
                <a:gd name="connsiteY55" fmla="*/ 12088 h 127592"/>
                <a:gd name="connsiteX56" fmla="*/ 72651 w 169517"/>
                <a:gd name="connsiteY56" fmla="*/ 12088 h 127592"/>
                <a:gd name="connsiteX57" fmla="*/ 71305 w 169517"/>
                <a:gd name="connsiteY57" fmla="*/ 10745 h 127592"/>
                <a:gd name="connsiteX58" fmla="*/ 67269 w 169517"/>
                <a:gd name="connsiteY58" fmla="*/ 10745 h 127592"/>
                <a:gd name="connsiteX59" fmla="*/ 63233 w 169517"/>
                <a:gd name="connsiteY59" fmla="*/ 14774 h 127592"/>
                <a:gd name="connsiteX60" fmla="*/ 64578 w 169517"/>
                <a:gd name="connsiteY60" fmla="*/ 21489 h 127592"/>
                <a:gd name="connsiteX61" fmla="*/ 68614 w 169517"/>
                <a:gd name="connsiteY61" fmla="*/ 26862 h 127592"/>
                <a:gd name="connsiteX62" fmla="*/ 69960 w 169517"/>
                <a:gd name="connsiteY62" fmla="*/ 33577 h 127592"/>
                <a:gd name="connsiteX63" fmla="*/ 78032 w 169517"/>
                <a:gd name="connsiteY63" fmla="*/ 41635 h 127592"/>
                <a:gd name="connsiteX64" fmla="*/ 79378 w 169517"/>
                <a:gd name="connsiteY64" fmla="*/ 45665 h 127592"/>
                <a:gd name="connsiteX65" fmla="*/ 76687 w 169517"/>
                <a:gd name="connsiteY65" fmla="*/ 47008 h 127592"/>
                <a:gd name="connsiteX66" fmla="*/ 71305 w 169517"/>
                <a:gd name="connsiteY66" fmla="*/ 48351 h 127592"/>
                <a:gd name="connsiteX67" fmla="*/ 65924 w 169517"/>
                <a:gd name="connsiteY67" fmla="*/ 41635 h 127592"/>
                <a:gd name="connsiteX68" fmla="*/ 63233 w 169517"/>
                <a:gd name="connsiteY68" fmla="*/ 34920 h 127592"/>
                <a:gd name="connsiteX69" fmla="*/ 59197 w 169517"/>
                <a:gd name="connsiteY69" fmla="*/ 32234 h 127592"/>
                <a:gd name="connsiteX70" fmla="*/ 53815 w 169517"/>
                <a:gd name="connsiteY70" fmla="*/ 33577 h 127592"/>
                <a:gd name="connsiteX71" fmla="*/ 51124 w 169517"/>
                <a:gd name="connsiteY71" fmla="*/ 34920 h 127592"/>
                <a:gd name="connsiteX72" fmla="*/ 48433 w 169517"/>
                <a:gd name="connsiteY72" fmla="*/ 33577 h 127592"/>
                <a:gd name="connsiteX73" fmla="*/ 44397 w 169517"/>
                <a:gd name="connsiteY73" fmla="*/ 32234 h 127592"/>
                <a:gd name="connsiteX74" fmla="*/ 44397 w 169517"/>
                <a:gd name="connsiteY74" fmla="*/ 26862 h 127592"/>
                <a:gd name="connsiteX75" fmla="*/ 41706 w 169517"/>
                <a:gd name="connsiteY75" fmla="*/ 22832 h 127592"/>
                <a:gd name="connsiteX76" fmla="*/ 36325 w 169517"/>
                <a:gd name="connsiteY76" fmla="*/ 22832 h 127592"/>
                <a:gd name="connsiteX77" fmla="*/ 30943 w 169517"/>
                <a:gd name="connsiteY77" fmla="*/ 17460 h 127592"/>
                <a:gd name="connsiteX78" fmla="*/ 24217 w 169517"/>
                <a:gd name="connsiteY78" fmla="*/ 16117 h 127592"/>
                <a:gd name="connsiteX79" fmla="*/ 21526 w 169517"/>
                <a:gd name="connsiteY79" fmla="*/ 14774 h 127592"/>
                <a:gd name="connsiteX80" fmla="*/ 18836 w 169517"/>
                <a:gd name="connsiteY80" fmla="*/ 10745 h 127592"/>
                <a:gd name="connsiteX81" fmla="*/ 13454 w 169517"/>
                <a:gd name="connsiteY81" fmla="*/ 12088 h 127592"/>
                <a:gd name="connsiteX82" fmla="*/ 9418 w 169517"/>
                <a:gd name="connsiteY82" fmla="*/ 16117 h 127592"/>
                <a:gd name="connsiteX83" fmla="*/ 9418 w 169517"/>
                <a:gd name="connsiteY83" fmla="*/ 22832 h 127592"/>
                <a:gd name="connsiteX84" fmla="*/ 6727 w 169517"/>
                <a:gd name="connsiteY84" fmla="*/ 25518 h 127592"/>
                <a:gd name="connsiteX85" fmla="*/ 8072 w 169517"/>
                <a:gd name="connsiteY85" fmla="*/ 32234 h 127592"/>
                <a:gd name="connsiteX86" fmla="*/ 6727 w 169517"/>
                <a:gd name="connsiteY86" fmla="*/ 37606 h 127592"/>
                <a:gd name="connsiteX87" fmla="*/ 0 w 169517"/>
                <a:gd name="connsiteY87" fmla="*/ 42978 h 127592"/>
                <a:gd name="connsiteX88" fmla="*/ 0 w 169517"/>
                <a:gd name="connsiteY88" fmla="*/ 45665 h 127592"/>
                <a:gd name="connsiteX89" fmla="*/ 6727 w 169517"/>
                <a:gd name="connsiteY89" fmla="*/ 55066 h 127592"/>
                <a:gd name="connsiteX90" fmla="*/ 9418 w 169517"/>
                <a:gd name="connsiteY90" fmla="*/ 55066 h 127592"/>
                <a:gd name="connsiteX91" fmla="*/ 13454 w 169517"/>
                <a:gd name="connsiteY91" fmla="*/ 57752 h 127592"/>
                <a:gd name="connsiteX92" fmla="*/ 10763 w 169517"/>
                <a:gd name="connsiteY92" fmla="*/ 60438 h 127592"/>
                <a:gd name="connsiteX93" fmla="*/ 8072 w 169517"/>
                <a:gd name="connsiteY93" fmla="*/ 60438 h 127592"/>
                <a:gd name="connsiteX94" fmla="*/ 8072 w 169517"/>
                <a:gd name="connsiteY94" fmla="*/ 65811 h 127592"/>
                <a:gd name="connsiteX95" fmla="*/ 12109 w 169517"/>
                <a:gd name="connsiteY95" fmla="*/ 67154 h 127592"/>
                <a:gd name="connsiteX96" fmla="*/ 14799 w 169517"/>
                <a:gd name="connsiteY96" fmla="*/ 71183 h 127592"/>
                <a:gd name="connsiteX97" fmla="*/ 14799 w 169517"/>
                <a:gd name="connsiteY97" fmla="*/ 75212 h 127592"/>
                <a:gd name="connsiteX98" fmla="*/ 17490 w 169517"/>
                <a:gd name="connsiteY98" fmla="*/ 77898 h 127592"/>
                <a:gd name="connsiteX99" fmla="*/ 22872 w 169517"/>
                <a:gd name="connsiteY99" fmla="*/ 79242 h 127592"/>
                <a:gd name="connsiteX100" fmla="*/ 25562 w 169517"/>
                <a:gd name="connsiteY100" fmla="*/ 83271 h 127592"/>
                <a:gd name="connsiteX101" fmla="*/ 24217 w 169517"/>
                <a:gd name="connsiteY101" fmla="*/ 84614 h 127592"/>
                <a:gd name="connsiteX102" fmla="*/ 26908 w 169517"/>
                <a:gd name="connsiteY102" fmla="*/ 87300 h 127592"/>
                <a:gd name="connsiteX103" fmla="*/ 29598 w 169517"/>
                <a:gd name="connsiteY103" fmla="*/ 85957 h 127592"/>
                <a:gd name="connsiteX104" fmla="*/ 32289 w 169517"/>
                <a:gd name="connsiteY104" fmla="*/ 85957 h 127592"/>
                <a:gd name="connsiteX105" fmla="*/ 34979 w 169517"/>
                <a:gd name="connsiteY105" fmla="*/ 88643 h 127592"/>
                <a:gd name="connsiteX106" fmla="*/ 30943 w 169517"/>
                <a:gd name="connsiteY106" fmla="*/ 91329 h 127592"/>
                <a:gd name="connsiteX107" fmla="*/ 29598 w 169517"/>
                <a:gd name="connsiteY107" fmla="*/ 89986 h 127592"/>
                <a:gd name="connsiteX108" fmla="*/ 25562 w 169517"/>
                <a:gd name="connsiteY108" fmla="*/ 89986 h 127592"/>
                <a:gd name="connsiteX109" fmla="*/ 24217 w 169517"/>
                <a:gd name="connsiteY109" fmla="*/ 94015 h 127592"/>
                <a:gd name="connsiteX110" fmla="*/ 26908 w 169517"/>
                <a:gd name="connsiteY110" fmla="*/ 98045 h 127592"/>
                <a:gd name="connsiteX111" fmla="*/ 41706 w 169517"/>
                <a:gd name="connsiteY111" fmla="*/ 108789 h 127592"/>
                <a:gd name="connsiteX112" fmla="*/ 49779 w 169517"/>
                <a:gd name="connsiteY112" fmla="*/ 111475 h 127592"/>
                <a:gd name="connsiteX113" fmla="*/ 57851 w 169517"/>
                <a:gd name="connsiteY113" fmla="*/ 111475 h 127592"/>
                <a:gd name="connsiteX114" fmla="*/ 61887 w 169517"/>
                <a:gd name="connsiteY114" fmla="*/ 114162 h 127592"/>
                <a:gd name="connsiteX115" fmla="*/ 67269 w 169517"/>
                <a:gd name="connsiteY115" fmla="*/ 118191 h 127592"/>
                <a:gd name="connsiteX116" fmla="*/ 68614 w 169517"/>
                <a:gd name="connsiteY116" fmla="*/ 123563 h 127592"/>
                <a:gd name="connsiteX117" fmla="*/ 73996 w 169517"/>
                <a:gd name="connsiteY117" fmla="*/ 127592 h 127592"/>
                <a:gd name="connsiteX118" fmla="*/ 80723 w 169517"/>
                <a:gd name="connsiteY118" fmla="*/ 127592 h 127592"/>
                <a:gd name="connsiteX119" fmla="*/ 88795 w 169517"/>
                <a:gd name="connsiteY119" fmla="*/ 124906 h 127592"/>
                <a:gd name="connsiteX120" fmla="*/ 95521 w 169517"/>
                <a:gd name="connsiteY120" fmla="*/ 124906 h 127592"/>
                <a:gd name="connsiteX121" fmla="*/ 99558 w 169517"/>
                <a:gd name="connsiteY121" fmla="*/ 127592 h 127592"/>
                <a:gd name="connsiteX122" fmla="*/ 104939 w 169517"/>
                <a:gd name="connsiteY122" fmla="*/ 127592 h 127592"/>
                <a:gd name="connsiteX123" fmla="*/ 107630 w 169517"/>
                <a:gd name="connsiteY123" fmla="*/ 122220 h 127592"/>
                <a:gd name="connsiteX124" fmla="*/ 107630 w 169517"/>
                <a:gd name="connsiteY124" fmla="*/ 118191 h 127592"/>
                <a:gd name="connsiteX125" fmla="*/ 103594 w 169517"/>
                <a:gd name="connsiteY125" fmla="*/ 111475 h 12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69517" h="127592">
                  <a:moveTo>
                    <a:pt x="104939" y="107446"/>
                  </a:moveTo>
                  <a:lnTo>
                    <a:pt x="100903" y="107446"/>
                  </a:lnTo>
                  <a:lnTo>
                    <a:pt x="98212" y="106103"/>
                  </a:lnTo>
                  <a:lnTo>
                    <a:pt x="96867" y="102074"/>
                  </a:lnTo>
                  <a:lnTo>
                    <a:pt x="98212" y="99388"/>
                  </a:lnTo>
                  <a:lnTo>
                    <a:pt x="100903" y="100731"/>
                  </a:lnTo>
                  <a:lnTo>
                    <a:pt x="103594" y="104760"/>
                  </a:lnTo>
                  <a:lnTo>
                    <a:pt x="108975" y="106103"/>
                  </a:lnTo>
                  <a:lnTo>
                    <a:pt x="110321" y="110132"/>
                  </a:lnTo>
                  <a:lnTo>
                    <a:pt x="110321" y="111475"/>
                  </a:lnTo>
                  <a:lnTo>
                    <a:pt x="114357" y="111475"/>
                  </a:lnTo>
                  <a:lnTo>
                    <a:pt x="118393" y="104760"/>
                  </a:lnTo>
                  <a:lnTo>
                    <a:pt x="123775" y="95358"/>
                  </a:lnTo>
                  <a:lnTo>
                    <a:pt x="131847" y="85957"/>
                  </a:lnTo>
                  <a:lnTo>
                    <a:pt x="138574" y="84614"/>
                  </a:lnTo>
                  <a:lnTo>
                    <a:pt x="143955" y="81928"/>
                  </a:lnTo>
                  <a:lnTo>
                    <a:pt x="145301" y="83271"/>
                  </a:lnTo>
                  <a:lnTo>
                    <a:pt x="143955" y="85957"/>
                  </a:lnTo>
                  <a:lnTo>
                    <a:pt x="149336" y="87300"/>
                  </a:lnTo>
                  <a:lnTo>
                    <a:pt x="152027" y="89986"/>
                  </a:lnTo>
                  <a:lnTo>
                    <a:pt x="157409" y="87300"/>
                  </a:lnTo>
                  <a:lnTo>
                    <a:pt x="157409" y="83271"/>
                  </a:lnTo>
                  <a:lnTo>
                    <a:pt x="165481" y="77898"/>
                  </a:lnTo>
                  <a:lnTo>
                    <a:pt x="169517" y="73869"/>
                  </a:lnTo>
                  <a:lnTo>
                    <a:pt x="166827" y="72526"/>
                  </a:lnTo>
                  <a:lnTo>
                    <a:pt x="160100" y="72526"/>
                  </a:lnTo>
                  <a:lnTo>
                    <a:pt x="152027" y="76555"/>
                  </a:lnTo>
                  <a:lnTo>
                    <a:pt x="145301" y="71183"/>
                  </a:lnTo>
                  <a:lnTo>
                    <a:pt x="135883" y="69840"/>
                  </a:lnTo>
                  <a:lnTo>
                    <a:pt x="133193" y="65811"/>
                  </a:lnTo>
                  <a:lnTo>
                    <a:pt x="126466" y="65811"/>
                  </a:lnTo>
                  <a:lnTo>
                    <a:pt x="126466" y="63125"/>
                  </a:lnTo>
                  <a:lnTo>
                    <a:pt x="118393" y="55066"/>
                  </a:lnTo>
                  <a:lnTo>
                    <a:pt x="114357" y="52380"/>
                  </a:lnTo>
                  <a:lnTo>
                    <a:pt x="111666" y="44322"/>
                  </a:lnTo>
                  <a:lnTo>
                    <a:pt x="110321" y="40292"/>
                  </a:lnTo>
                  <a:lnTo>
                    <a:pt x="106285" y="34920"/>
                  </a:lnTo>
                  <a:lnTo>
                    <a:pt x="104939" y="29548"/>
                  </a:lnTo>
                  <a:lnTo>
                    <a:pt x="99558" y="26862"/>
                  </a:lnTo>
                  <a:lnTo>
                    <a:pt x="99558" y="24175"/>
                  </a:lnTo>
                  <a:lnTo>
                    <a:pt x="103594" y="22832"/>
                  </a:lnTo>
                  <a:lnTo>
                    <a:pt x="100903" y="20146"/>
                  </a:lnTo>
                  <a:lnTo>
                    <a:pt x="103594" y="17460"/>
                  </a:lnTo>
                  <a:lnTo>
                    <a:pt x="104939" y="16117"/>
                  </a:lnTo>
                  <a:lnTo>
                    <a:pt x="104939" y="12088"/>
                  </a:lnTo>
                  <a:lnTo>
                    <a:pt x="102248" y="10745"/>
                  </a:lnTo>
                  <a:lnTo>
                    <a:pt x="98212" y="8058"/>
                  </a:lnTo>
                  <a:lnTo>
                    <a:pt x="88795" y="8058"/>
                  </a:lnTo>
                  <a:lnTo>
                    <a:pt x="82068" y="6715"/>
                  </a:lnTo>
                  <a:lnTo>
                    <a:pt x="78032" y="2686"/>
                  </a:lnTo>
                  <a:lnTo>
                    <a:pt x="71305" y="2686"/>
                  </a:lnTo>
                  <a:lnTo>
                    <a:pt x="65924" y="0"/>
                  </a:lnTo>
                  <a:lnTo>
                    <a:pt x="64578" y="1343"/>
                  </a:lnTo>
                  <a:lnTo>
                    <a:pt x="72651" y="8058"/>
                  </a:lnTo>
                  <a:lnTo>
                    <a:pt x="76687" y="9402"/>
                  </a:lnTo>
                  <a:lnTo>
                    <a:pt x="79378" y="12088"/>
                  </a:lnTo>
                  <a:lnTo>
                    <a:pt x="72651" y="12088"/>
                  </a:lnTo>
                  <a:lnTo>
                    <a:pt x="71305" y="10745"/>
                  </a:lnTo>
                  <a:lnTo>
                    <a:pt x="67269" y="10745"/>
                  </a:lnTo>
                  <a:lnTo>
                    <a:pt x="63233" y="14774"/>
                  </a:lnTo>
                  <a:lnTo>
                    <a:pt x="64578" y="21489"/>
                  </a:lnTo>
                  <a:lnTo>
                    <a:pt x="68614" y="26862"/>
                  </a:lnTo>
                  <a:lnTo>
                    <a:pt x="69960" y="33577"/>
                  </a:lnTo>
                  <a:lnTo>
                    <a:pt x="78032" y="41635"/>
                  </a:lnTo>
                  <a:lnTo>
                    <a:pt x="79378" y="45665"/>
                  </a:lnTo>
                  <a:lnTo>
                    <a:pt x="76687" y="47008"/>
                  </a:lnTo>
                  <a:lnTo>
                    <a:pt x="71305" y="48351"/>
                  </a:lnTo>
                  <a:lnTo>
                    <a:pt x="65924" y="41635"/>
                  </a:lnTo>
                  <a:lnTo>
                    <a:pt x="63233" y="34920"/>
                  </a:lnTo>
                  <a:lnTo>
                    <a:pt x="59197" y="32234"/>
                  </a:lnTo>
                  <a:lnTo>
                    <a:pt x="53815" y="33577"/>
                  </a:lnTo>
                  <a:lnTo>
                    <a:pt x="51124" y="34920"/>
                  </a:lnTo>
                  <a:lnTo>
                    <a:pt x="48433" y="33577"/>
                  </a:lnTo>
                  <a:lnTo>
                    <a:pt x="44397" y="32234"/>
                  </a:lnTo>
                  <a:lnTo>
                    <a:pt x="44397" y="26862"/>
                  </a:lnTo>
                  <a:lnTo>
                    <a:pt x="41706" y="22832"/>
                  </a:lnTo>
                  <a:lnTo>
                    <a:pt x="36325" y="22832"/>
                  </a:lnTo>
                  <a:lnTo>
                    <a:pt x="30943" y="17460"/>
                  </a:lnTo>
                  <a:lnTo>
                    <a:pt x="24217" y="16117"/>
                  </a:lnTo>
                  <a:lnTo>
                    <a:pt x="21526" y="14774"/>
                  </a:lnTo>
                  <a:lnTo>
                    <a:pt x="18836" y="10745"/>
                  </a:lnTo>
                  <a:lnTo>
                    <a:pt x="13454" y="12088"/>
                  </a:lnTo>
                  <a:lnTo>
                    <a:pt x="9418" y="16117"/>
                  </a:lnTo>
                  <a:lnTo>
                    <a:pt x="9418" y="22832"/>
                  </a:lnTo>
                  <a:lnTo>
                    <a:pt x="6727" y="25518"/>
                  </a:lnTo>
                  <a:lnTo>
                    <a:pt x="8072" y="32234"/>
                  </a:lnTo>
                  <a:lnTo>
                    <a:pt x="6727" y="37606"/>
                  </a:lnTo>
                  <a:lnTo>
                    <a:pt x="0" y="42978"/>
                  </a:lnTo>
                  <a:lnTo>
                    <a:pt x="0" y="45665"/>
                  </a:lnTo>
                  <a:lnTo>
                    <a:pt x="6727" y="55066"/>
                  </a:lnTo>
                  <a:lnTo>
                    <a:pt x="9418" y="55066"/>
                  </a:lnTo>
                  <a:lnTo>
                    <a:pt x="13454" y="57752"/>
                  </a:lnTo>
                  <a:lnTo>
                    <a:pt x="10763" y="60438"/>
                  </a:lnTo>
                  <a:lnTo>
                    <a:pt x="8072" y="60438"/>
                  </a:lnTo>
                  <a:lnTo>
                    <a:pt x="8072" y="65811"/>
                  </a:lnTo>
                  <a:lnTo>
                    <a:pt x="12109" y="67154"/>
                  </a:lnTo>
                  <a:lnTo>
                    <a:pt x="14799" y="71183"/>
                  </a:lnTo>
                  <a:lnTo>
                    <a:pt x="14799" y="75212"/>
                  </a:lnTo>
                  <a:lnTo>
                    <a:pt x="17490" y="77898"/>
                  </a:lnTo>
                  <a:lnTo>
                    <a:pt x="22872" y="79242"/>
                  </a:lnTo>
                  <a:lnTo>
                    <a:pt x="25562" y="83271"/>
                  </a:lnTo>
                  <a:lnTo>
                    <a:pt x="24217" y="84614"/>
                  </a:lnTo>
                  <a:lnTo>
                    <a:pt x="26908" y="87300"/>
                  </a:lnTo>
                  <a:lnTo>
                    <a:pt x="29598" y="85957"/>
                  </a:lnTo>
                  <a:lnTo>
                    <a:pt x="32289" y="85957"/>
                  </a:lnTo>
                  <a:lnTo>
                    <a:pt x="34979" y="88643"/>
                  </a:lnTo>
                  <a:lnTo>
                    <a:pt x="30943" y="91329"/>
                  </a:lnTo>
                  <a:lnTo>
                    <a:pt x="29598" y="89986"/>
                  </a:lnTo>
                  <a:lnTo>
                    <a:pt x="25562" y="89986"/>
                  </a:lnTo>
                  <a:lnTo>
                    <a:pt x="24217" y="94015"/>
                  </a:lnTo>
                  <a:lnTo>
                    <a:pt x="26908" y="98045"/>
                  </a:lnTo>
                  <a:lnTo>
                    <a:pt x="41706" y="108789"/>
                  </a:lnTo>
                  <a:lnTo>
                    <a:pt x="49779" y="111475"/>
                  </a:lnTo>
                  <a:lnTo>
                    <a:pt x="57851" y="111475"/>
                  </a:lnTo>
                  <a:lnTo>
                    <a:pt x="61887" y="114162"/>
                  </a:lnTo>
                  <a:lnTo>
                    <a:pt x="67269" y="118191"/>
                  </a:lnTo>
                  <a:lnTo>
                    <a:pt x="68614" y="123563"/>
                  </a:lnTo>
                  <a:lnTo>
                    <a:pt x="73996" y="127592"/>
                  </a:lnTo>
                  <a:lnTo>
                    <a:pt x="80723" y="127592"/>
                  </a:lnTo>
                  <a:lnTo>
                    <a:pt x="88795" y="124906"/>
                  </a:lnTo>
                  <a:lnTo>
                    <a:pt x="95521" y="124906"/>
                  </a:lnTo>
                  <a:lnTo>
                    <a:pt x="99558" y="127592"/>
                  </a:lnTo>
                  <a:lnTo>
                    <a:pt x="104939" y="127592"/>
                  </a:lnTo>
                  <a:lnTo>
                    <a:pt x="107630" y="122220"/>
                  </a:lnTo>
                  <a:lnTo>
                    <a:pt x="107630" y="118191"/>
                  </a:lnTo>
                  <a:lnTo>
                    <a:pt x="103594" y="11147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A6FED211-C773-280E-A2F2-4114AC16AC0B}"/>
                </a:ext>
              </a:extLst>
            </p:cNvPr>
            <p:cNvSpPr/>
            <p:nvPr/>
          </p:nvSpPr>
          <p:spPr>
            <a:xfrm>
              <a:off x="9928882" y="1535940"/>
              <a:ext cx="72650" cy="63124"/>
            </a:xfrm>
            <a:custGeom>
              <a:avLst/>
              <a:gdLst>
                <a:gd name="connsiteX0" fmla="*/ 0 w 72650"/>
                <a:gd name="connsiteY0" fmla="*/ 0 h 63124"/>
                <a:gd name="connsiteX1" fmla="*/ 6727 w 72650"/>
                <a:gd name="connsiteY1" fmla="*/ 0 h 63124"/>
                <a:gd name="connsiteX2" fmla="*/ 14799 w 72650"/>
                <a:gd name="connsiteY2" fmla="*/ 0 h 63124"/>
                <a:gd name="connsiteX3" fmla="*/ 20181 w 72650"/>
                <a:gd name="connsiteY3" fmla="*/ 0 h 63124"/>
                <a:gd name="connsiteX4" fmla="*/ 33634 w 72650"/>
                <a:gd name="connsiteY4" fmla="*/ 6715 h 63124"/>
                <a:gd name="connsiteX5" fmla="*/ 39016 w 72650"/>
                <a:gd name="connsiteY5" fmla="*/ 6715 h 63124"/>
                <a:gd name="connsiteX6" fmla="*/ 43052 w 72650"/>
                <a:gd name="connsiteY6" fmla="*/ 6715 h 63124"/>
                <a:gd name="connsiteX7" fmla="*/ 56506 w 72650"/>
                <a:gd name="connsiteY7" fmla="*/ 8058 h 63124"/>
                <a:gd name="connsiteX8" fmla="*/ 68614 w 72650"/>
                <a:gd name="connsiteY8" fmla="*/ 12088 h 63124"/>
                <a:gd name="connsiteX9" fmla="*/ 69960 w 72650"/>
                <a:gd name="connsiteY9" fmla="*/ 14774 h 63124"/>
                <a:gd name="connsiteX10" fmla="*/ 63233 w 72650"/>
                <a:gd name="connsiteY10" fmla="*/ 16117 h 63124"/>
                <a:gd name="connsiteX11" fmla="*/ 60542 w 72650"/>
                <a:gd name="connsiteY11" fmla="*/ 18803 h 63124"/>
                <a:gd name="connsiteX12" fmla="*/ 60542 w 72650"/>
                <a:gd name="connsiteY12" fmla="*/ 24175 h 63124"/>
                <a:gd name="connsiteX13" fmla="*/ 64578 w 72650"/>
                <a:gd name="connsiteY13" fmla="*/ 30891 h 63124"/>
                <a:gd name="connsiteX14" fmla="*/ 71305 w 72650"/>
                <a:gd name="connsiteY14" fmla="*/ 32234 h 63124"/>
                <a:gd name="connsiteX15" fmla="*/ 71305 w 72650"/>
                <a:gd name="connsiteY15" fmla="*/ 38949 h 63124"/>
                <a:gd name="connsiteX16" fmla="*/ 72651 w 72650"/>
                <a:gd name="connsiteY16" fmla="*/ 42978 h 63124"/>
                <a:gd name="connsiteX17" fmla="*/ 69960 w 72650"/>
                <a:gd name="connsiteY17" fmla="*/ 47008 h 63124"/>
                <a:gd name="connsiteX18" fmla="*/ 68614 w 72650"/>
                <a:gd name="connsiteY18" fmla="*/ 53723 h 63124"/>
                <a:gd name="connsiteX19" fmla="*/ 64578 w 72650"/>
                <a:gd name="connsiteY19" fmla="*/ 59095 h 63124"/>
                <a:gd name="connsiteX20" fmla="*/ 63233 w 72650"/>
                <a:gd name="connsiteY20" fmla="*/ 61782 h 63124"/>
                <a:gd name="connsiteX21" fmla="*/ 57851 w 72650"/>
                <a:gd name="connsiteY21" fmla="*/ 57752 h 63124"/>
                <a:gd name="connsiteX22" fmla="*/ 55160 w 72650"/>
                <a:gd name="connsiteY22" fmla="*/ 59095 h 63124"/>
                <a:gd name="connsiteX23" fmla="*/ 49779 w 72650"/>
                <a:gd name="connsiteY23" fmla="*/ 63125 h 63124"/>
                <a:gd name="connsiteX24" fmla="*/ 44397 w 72650"/>
                <a:gd name="connsiteY24" fmla="*/ 63125 h 63124"/>
                <a:gd name="connsiteX25" fmla="*/ 32289 w 72650"/>
                <a:gd name="connsiteY25" fmla="*/ 57752 h 63124"/>
                <a:gd name="connsiteX26" fmla="*/ 25562 w 72650"/>
                <a:gd name="connsiteY26" fmla="*/ 51037 h 63124"/>
                <a:gd name="connsiteX27" fmla="*/ 14799 w 72650"/>
                <a:gd name="connsiteY27" fmla="*/ 41635 h 63124"/>
                <a:gd name="connsiteX28" fmla="*/ 12109 w 72650"/>
                <a:gd name="connsiteY28" fmla="*/ 34920 h 63124"/>
                <a:gd name="connsiteX29" fmla="*/ 14799 w 72650"/>
                <a:gd name="connsiteY29" fmla="*/ 30891 h 63124"/>
                <a:gd name="connsiteX30" fmla="*/ 14799 w 72650"/>
                <a:gd name="connsiteY30" fmla="*/ 25518 h 63124"/>
                <a:gd name="connsiteX31" fmla="*/ 16145 w 72650"/>
                <a:gd name="connsiteY31" fmla="*/ 22832 h 63124"/>
                <a:gd name="connsiteX32" fmla="*/ 13454 w 72650"/>
                <a:gd name="connsiteY32" fmla="*/ 18803 h 63124"/>
                <a:gd name="connsiteX33" fmla="*/ 10763 w 72650"/>
                <a:gd name="connsiteY33" fmla="*/ 16117 h 63124"/>
                <a:gd name="connsiteX34" fmla="*/ 9418 w 72650"/>
                <a:gd name="connsiteY34" fmla="*/ 10745 h 63124"/>
                <a:gd name="connsiteX35" fmla="*/ 6727 w 72650"/>
                <a:gd name="connsiteY35" fmla="*/ 9402 h 63124"/>
                <a:gd name="connsiteX36" fmla="*/ 2691 w 72650"/>
                <a:gd name="connsiteY36" fmla="*/ 5372 h 63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2650" h="63124">
                  <a:moveTo>
                    <a:pt x="0" y="0"/>
                  </a:moveTo>
                  <a:lnTo>
                    <a:pt x="6727" y="0"/>
                  </a:lnTo>
                  <a:lnTo>
                    <a:pt x="14799" y="0"/>
                  </a:lnTo>
                  <a:lnTo>
                    <a:pt x="20181" y="0"/>
                  </a:lnTo>
                  <a:lnTo>
                    <a:pt x="33634" y="6715"/>
                  </a:lnTo>
                  <a:lnTo>
                    <a:pt x="39016" y="6715"/>
                  </a:lnTo>
                  <a:lnTo>
                    <a:pt x="43052" y="6715"/>
                  </a:lnTo>
                  <a:lnTo>
                    <a:pt x="56506" y="8058"/>
                  </a:lnTo>
                  <a:lnTo>
                    <a:pt x="68614" y="12088"/>
                  </a:lnTo>
                  <a:lnTo>
                    <a:pt x="69960" y="14774"/>
                  </a:lnTo>
                  <a:lnTo>
                    <a:pt x="63233" y="16117"/>
                  </a:lnTo>
                  <a:lnTo>
                    <a:pt x="60542" y="18803"/>
                  </a:lnTo>
                  <a:lnTo>
                    <a:pt x="60542" y="24175"/>
                  </a:lnTo>
                  <a:lnTo>
                    <a:pt x="64578" y="30891"/>
                  </a:lnTo>
                  <a:lnTo>
                    <a:pt x="71305" y="32234"/>
                  </a:lnTo>
                  <a:lnTo>
                    <a:pt x="71305" y="38949"/>
                  </a:lnTo>
                  <a:lnTo>
                    <a:pt x="72651" y="42978"/>
                  </a:lnTo>
                  <a:lnTo>
                    <a:pt x="69960" y="47008"/>
                  </a:lnTo>
                  <a:lnTo>
                    <a:pt x="68614" y="53723"/>
                  </a:lnTo>
                  <a:lnTo>
                    <a:pt x="64578" y="59095"/>
                  </a:lnTo>
                  <a:lnTo>
                    <a:pt x="63233" y="61782"/>
                  </a:lnTo>
                  <a:lnTo>
                    <a:pt x="57851" y="57752"/>
                  </a:lnTo>
                  <a:lnTo>
                    <a:pt x="55160" y="59095"/>
                  </a:lnTo>
                  <a:lnTo>
                    <a:pt x="49779" y="63125"/>
                  </a:lnTo>
                  <a:lnTo>
                    <a:pt x="44397" y="63125"/>
                  </a:lnTo>
                  <a:lnTo>
                    <a:pt x="32289" y="57752"/>
                  </a:lnTo>
                  <a:lnTo>
                    <a:pt x="25562" y="51037"/>
                  </a:lnTo>
                  <a:lnTo>
                    <a:pt x="14799" y="41635"/>
                  </a:lnTo>
                  <a:lnTo>
                    <a:pt x="12109" y="34920"/>
                  </a:lnTo>
                  <a:lnTo>
                    <a:pt x="14799" y="30891"/>
                  </a:lnTo>
                  <a:lnTo>
                    <a:pt x="14799" y="25518"/>
                  </a:lnTo>
                  <a:lnTo>
                    <a:pt x="16145" y="22832"/>
                  </a:lnTo>
                  <a:lnTo>
                    <a:pt x="13454" y="18803"/>
                  </a:lnTo>
                  <a:lnTo>
                    <a:pt x="10763" y="16117"/>
                  </a:lnTo>
                  <a:lnTo>
                    <a:pt x="9418" y="10745"/>
                  </a:lnTo>
                  <a:lnTo>
                    <a:pt x="6727" y="9402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BF7AF79-EEC7-3CB4-CF67-6FB7580E1751}"/>
                </a:ext>
              </a:extLst>
            </p:cNvPr>
            <p:cNvSpPr/>
            <p:nvPr/>
          </p:nvSpPr>
          <p:spPr>
            <a:xfrm>
              <a:off x="9028825" y="1541313"/>
              <a:ext cx="104939" cy="128935"/>
            </a:xfrm>
            <a:custGeom>
              <a:avLst/>
              <a:gdLst>
                <a:gd name="connsiteX0" fmla="*/ 34980 w 104939"/>
                <a:gd name="connsiteY0" fmla="*/ 128935 h 128935"/>
                <a:gd name="connsiteX1" fmla="*/ 41707 w 104939"/>
                <a:gd name="connsiteY1" fmla="*/ 126249 h 128935"/>
                <a:gd name="connsiteX2" fmla="*/ 44397 w 104939"/>
                <a:gd name="connsiteY2" fmla="*/ 119534 h 128935"/>
                <a:gd name="connsiteX3" fmla="*/ 49779 w 104939"/>
                <a:gd name="connsiteY3" fmla="*/ 111475 h 128935"/>
                <a:gd name="connsiteX4" fmla="*/ 53815 w 104939"/>
                <a:gd name="connsiteY4" fmla="*/ 108789 h 128935"/>
                <a:gd name="connsiteX5" fmla="*/ 52470 w 104939"/>
                <a:gd name="connsiteY5" fmla="*/ 106103 h 128935"/>
                <a:gd name="connsiteX6" fmla="*/ 53815 w 104939"/>
                <a:gd name="connsiteY6" fmla="*/ 102074 h 128935"/>
                <a:gd name="connsiteX7" fmla="*/ 65923 w 104939"/>
                <a:gd name="connsiteY7" fmla="*/ 94015 h 128935"/>
                <a:gd name="connsiteX8" fmla="*/ 69959 w 104939"/>
                <a:gd name="connsiteY8" fmla="*/ 94015 h 128935"/>
                <a:gd name="connsiteX9" fmla="*/ 72650 w 104939"/>
                <a:gd name="connsiteY9" fmla="*/ 96702 h 128935"/>
                <a:gd name="connsiteX10" fmla="*/ 76686 w 104939"/>
                <a:gd name="connsiteY10" fmla="*/ 96702 h 128935"/>
                <a:gd name="connsiteX11" fmla="*/ 79377 w 104939"/>
                <a:gd name="connsiteY11" fmla="*/ 91329 h 128935"/>
                <a:gd name="connsiteX12" fmla="*/ 82068 w 104939"/>
                <a:gd name="connsiteY12" fmla="*/ 87300 h 128935"/>
                <a:gd name="connsiteX13" fmla="*/ 87449 w 104939"/>
                <a:gd name="connsiteY13" fmla="*/ 85957 h 128935"/>
                <a:gd name="connsiteX14" fmla="*/ 95522 w 104939"/>
                <a:gd name="connsiteY14" fmla="*/ 79242 h 128935"/>
                <a:gd name="connsiteX15" fmla="*/ 96867 w 104939"/>
                <a:gd name="connsiteY15" fmla="*/ 75212 h 128935"/>
                <a:gd name="connsiteX16" fmla="*/ 100903 w 104939"/>
                <a:gd name="connsiteY16" fmla="*/ 72526 h 128935"/>
                <a:gd name="connsiteX17" fmla="*/ 104939 w 104939"/>
                <a:gd name="connsiteY17" fmla="*/ 61782 h 128935"/>
                <a:gd name="connsiteX18" fmla="*/ 103594 w 104939"/>
                <a:gd name="connsiteY18" fmla="*/ 56409 h 128935"/>
                <a:gd name="connsiteX19" fmla="*/ 96867 w 104939"/>
                <a:gd name="connsiteY19" fmla="*/ 48351 h 128935"/>
                <a:gd name="connsiteX20" fmla="*/ 94176 w 104939"/>
                <a:gd name="connsiteY20" fmla="*/ 41635 h 128935"/>
                <a:gd name="connsiteX21" fmla="*/ 94176 w 104939"/>
                <a:gd name="connsiteY21" fmla="*/ 36263 h 128935"/>
                <a:gd name="connsiteX22" fmla="*/ 86104 w 104939"/>
                <a:gd name="connsiteY22" fmla="*/ 30891 h 128935"/>
                <a:gd name="connsiteX23" fmla="*/ 80723 w 104939"/>
                <a:gd name="connsiteY23" fmla="*/ 30891 h 128935"/>
                <a:gd name="connsiteX24" fmla="*/ 78032 w 104939"/>
                <a:gd name="connsiteY24" fmla="*/ 32234 h 128935"/>
                <a:gd name="connsiteX25" fmla="*/ 73996 w 104939"/>
                <a:gd name="connsiteY25" fmla="*/ 29548 h 128935"/>
                <a:gd name="connsiteX26" fmla="*/ 67269 w 104939"/>
                <a:gd name="connsiteY26" fmla="*/ 26862 h 128935"/>
                <a:gd name="connsiteX27" fmla="*/ 60542 w 104939"/>
                <a:gd name="connsiteY27" fmla="*/ 20146 h 128935"/>
                <a:gd name="connsiteX28" fmla="*/ 57851 w 104939"/>
                <a:gd name="connsiteY28" fmla="*/ 20146 h 128935"/>
                <a:gd name="connsiteX29" fmla="*/ 56506 w 104939"/>
                <a:gd name="connsiteY29" fmla="*/ 22832 h 128935"/>
                <a:gd name="connsiteX30" fmla="*/ 52470 w 104939"/>
                <a:gd name="connsiteY30" fmla="*/ 21489 h 128935"/>
                <a:gd name="connsiteX31" fmla="*/ 51124 w 104939"/>
                <a:gd name="connsiteY31" fmla="*/ 17460 h 128935"/>
                <a:gd name="connsiteX32" fmla="*/ 47088 w 104939"/>
                <a:gd name="connsiteY32" fmla="*/ 13431 h 128935"/>
                <a:gd name="connsiteX33" fmla="*/ 44397 w 104939"/>
                <a:gd name="connsiteY33" fmla="*/ 13431 h 128935"/>
                <a:gd name="connsiteX34" fmla="*/ 43052 w 104939"/>
                <a:gd name="connsiteY34" fmla="*/ 18803 h 128935"/>
                <a:gd name="connsiteX35" fmla="*/ 40361 w 104939"/>
                <a:gd name="connsiteY35" fmla="*/ 18803 h 128935"/>
                <a:gd name="connsiteX36" fmla="*/ 34980 w 104939"/>
                <a:gd name="connsiteY36" fmla="*/ 12088 h 128935"/>
                <a:gd name="connsiteX37" fmla="*/ 32289 w 104939"/>
                <a:gd name="connsiteY37" fmla="*/ 10745 h 128935"/>
                <a:gd name="connsiteX38" fmla="*/ 32289 w 104939"/>
                <a:gd name="connsiteY38" fmla="*/ 13431 h 128935"/>
                <a:gd name="connsiteX39" fmla="*/ 36325 w 104939"/>
                <a:gd name="connsiteY39" fmla="*/ 17460 h 128935"/>
                <a:gd name="connsiteX40" fmla="*/ 36325 w 104939"/>
                <a:gd name="connsiteY40" fmla="*/ 20146 h 128935"/>
                <a:gd name="connsiteX41" fmla="*/ 32289 w 104939"/>
                <a:gd name="connsiteY41" fmla="*/ 22832 h 128935"/>
                <a:gd name="connsiteX42" fmla="*/ 32289 w 104939"/>
                <a:gd name="connsiteY42" fmla="*/ 28205 h 128935"/>
                <a:gd name="connsiteX43" fmla="*/ 29598 w 104939"/>
                <a:gd name="connsiteY43" fmla="*/ 28205 h 128935"/>
                <a:gd name="connsiteX44" fmla="*/ 28253 w 104939"/>
                <a:gd name="connsiteY44" fmla="*/ 24175 h 128935"/>
                <a:gd name="connsiteX45" fmla="*/ 26908 w 104939"/>
                <a:gd name="connsiteY45" fmla="*/ 6715 h 128935"/>
                <a:gd name="connsiteX46" fmla="*/ 21526 w 104939"/>
                <a:gd name="connsiteY46" fmla="*/ 4029 h 128935"/>
                <a:gd name="connsiteX47" fmla="*/ 16144 w 104939"/>
                <a:gd name="connsiteY47" fmla="*/ 2686 h 128935"/>
                <a:gd name="connsiteX48" fmla="*/ 9417 w 104939"/>
                <a:gd name="connsiteY48" fmla="*/ 0 h 128935"/>
                <a:gd name="connsiteX49" fmla="*/ 5381 w 104939"/>
                <a:gd name="connsiteY49" fmla="*/ 0 h 128935"/>
                <a:gd name="connsiteX50" fmla="*/ 2691 w 104939"/>
                <a:gd name="connsiteY50" fmla="*/ 4029 h 128935"/>
                <a:gd name="connsiteX51" fmla="*/ 4036 w 104939"/>
                <a:gd name="connsiteY51" fmla="*/ 9402 h 128935"/>
                <a:gd name="connsiteX52" fmla="*/ 9417 w 104939"/>
                <a:gd name="connsiteY52" fmla="*/ 12088 h 128935"/>
                <a:gd name="connsiteX53" fmla="*/ 13454 w 104939"/>
                <a:gd name="connsiteY53" fmla="*/ 17460 h 128935"/>
                <a:gd name="connsiteX54" fmla="*/ 10763 w 104939"/>
                <a:gd name="connsiteY54" fmla="*/ 20146 h 128935"/>
                <a:gd name="connsiteX55" fmla="*/ 6727 w 104939"/>
                <a:gd name="connsiteY55" fmla="*/ 20146 h 128935"/>
                <a:gd name="connsiteX56" fmla="*/ 5381 w 104939"/>
                <a:gd name="connsiteY56" fmla="*/ 17460 h 128935"/>
                <a:gd name="connsiteX57" fmla="*/ 1345 w 104939"/>
                <a:gd name="connsiteY57" fmla="*/ 14774 h 128935"/>
                <a:gd name="connsiteX58" fmla="*/ 0 w 104939"/>
                <a:gd name="connsiteY58" fmla="*/ 14774 h 128935"/>
                <a:gd name="connsiteX59" fmla="*/ 1345 w 104939"/>
                <a:gd name="connsiteY59" fmla="*/ 18803 h 128935"/>
                <a:gd name="connsiteX60" fmla="*/ 2691 w 104939"/>
                <a:gd name="connsiteY60" fmla="*/ 22832 h 128935"/>
                <a:gd name="connsiteX61" fmla="*/ 1345 w 104939"/>
                <a:gd name="connsiteY61" fmla="*/ 24175 h 128935"/>
                <a:gd name="connsiteX62" fmla="*/ 1345 w 104939"/>
                <a:gd name="connsiteY62" fmla="*/ 29548 h 128935"/>
                <a:gd name="connsiteX63" fmla="*/ 4036 w 104939"/>
                <a:gd name="connsiteY63" fmla="*/ 32234 h 128935"/>
                <a:gd name="connsiteX64" fmla="*/ 8072 w 104939"/>
                <a:gd name="connsiteY64" fmla="*/ 33577 h 128935"/>
                <a:gd name="connsiteX65" fmla="*/ 9417 w 104939"/>
                <a:gd name="connsiteY65" fmla="*/ 36263 h 128935"/>
                <a:gd name="connsiteX66" fmla="*/ 8072 w 104939"/>
                <a:gd name="connsiteY66" fmla="*/ 40292 h 128935"/>
                <a:gd name="connsiteX67" fmla="*/ 13454 w 104939"/>
                <a:gd name="connsiteY67" fmla="*/ 53723 h 128935"/>
                <a:gd name="connsiteX68" fmla="*/ 17490 w 104939"/>
                <a:gd name="connsiteY68" fmla="*/ 57752 h 128935"/>
                <a:gd name="connsiteX69" fmla="*/ 22871 w 104939"/>
                <a:gd name="connsiteY69" fmla="*/ 57752 h 128935"/>
                <a:gd name="connsiteX70" fmla="*/ 20181 w 104939"/>
                <a:gd name="connsiteY70" fmla="*/ 60438 h 128935"/>
                <a:gd name="connsiteX71" fmla="*/ 14799 w 104939"/>
                <a:gd name="connsiteY71" fmla="*/ 61782 h 128935"/>
                <a:gd name="connsiteX72" fmla="*/ 12108 w 104939"/>
                <a:gd name="connsiteY72" fmla="*/ 69840 h 128935"/>
                <a:gd name="connsiteX73" fmla="*/ 16144 w 104939"/>
                <a:gd name="connsiteY73" fmla="*/ 79242 h 128935"/>
                <a:gd name="connsiteX74" fmla="*/ 17490 w 104939"/>
                <a:gd name="connsiteY74" fmla="*/ 85957 h 128935"/>
                <a:gd name="connsiteX75" fmla="*/ 17490 w 104939"/>
                <a:gd name="connsiteY75" fmla="*/ 92672 h 128935"/>
                <a:gd name="connsiteX76" fmla="*/ 20181 w 104939"/>
                <a:gd name="connsiteY76" fmla="*/ 95358 h 128935"/>
                <a:gd name="connsiteX77" fmla="*/ 21526 w 104939"/>
                <a:gd name="connsiteY77" fmla="*/ 100731 h 128935"/>
                <a:gd name="connsiteX78" fmla="*/ 20181 w 104939"/>
                <a:gd name="connsiteY78" fmla="*/ 103417 h 128935"/>
                <a:gd name="connsiteX79" fmla="*/ 22871 w 104939"/>
                <a:gd name="connsiteY79" fmla="*/ 111475 h 128935"/>
                <a:gd name="connsiteX80" fmla="*/ 25562 w 104939"/>
                <a:gd name="connsiteY80" fmla="*/ 119534 h 128935"/>
                <a:gd name="connsiteX81" fmla="*/ 32289 w 104939"/>
                <a:gd name="connsiteY81" fmla="*/ 120877 h 128935"/>
                <a:gd name="connsiteX82" fmla="*/ 32289 w 104939"/>
                <a:gd name="connsiteY82" fmla="*/ 126249 h 128935"/>
                <a:gd name="connsiteX83" fmla="*/ 34980 w 104939"/>
                <a:gd name="connsiteY83" fmla="*/ 128935 h 128935"/>
                <a:gd name="connsiteX84" fmla="*/ 34980 w 104939"/>
                <a:gd name="connsiteY84" fmla="*/ 128935 h 128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04939" h="128935">
                  <a:moveTo>
                    <a:pt x="34980" y="128935"/>
                  </a:moveTo>
                  <a:lnTo>
                    <a:pt x="41707" y="126249"/>
                  </a:lnTo>
                  <a:lnTo>
                    <a:pt x="44397" y="119534"/>
                  </a:lnTo>
                  <a:lnTo>
                    <a:pt x="49779" y="111475"/>
                  </a:lnTo>
                  <a:lnTo>
                    <a:pt x="53815" y="108789"/>
                  </a:lnTo>
                  <a:lnTo>
                    <a:pt x="52470" y="106103"/>
                  </a:lnTo>
                  <a:lnTo>
                    <a:pt x="53815" y="102074"/>
                  </a:lnTo>
                  <a:lnTo>
                    <a:pt x="65923" y="94015"/>
                  </a:lnTo>
                  <a:lnTo>
                    <a:pt x="69959" y="94015"/>
                  </a:lnTo>
                  <a:lnTo>
                    <a:pt x="72650" y="96702"/>
                  </a:lnTo>
                  <a:lnTo>
                    <a:pt x="76686" y="96702"/>
                  </a:lnTo>
                  <a:lnTo>
                    <a:pt x="79377" y="91329"/>
                  </a:lnTo>
                  <a:lnTo>
                    <a:pt x="82068" y="87300"/>
                  </a:lnTo>
                  <a:lnTo>
                    <a:pt x="87449" y="85957"/>
                  </a:lnTo>
                  <a:lnTo>
                    <a:pt x="95522" y="79242"/>
                  </a:lnTo>
                  <a:lnTo>
                    <a:pt x="96867" y="75212"/>
                  </a:lnTo>
                  <a:lnTo>
                    <a:pt x="100903" y="72526"/>
                  </a:lnTo>
                  <a:lnTo>
                    <a:pt x="104939" y="61782"/>
                  </a:lnTo>
                  <a:lnTo>
                    <a:pt x="103594" y="56409"/>
                  </a:lnTo>
                  <a:lnTo>
                    <a:pt x="96867" y="48351"/>
                  </a:lnTo>
                  <a:lnTo>
                    <a:pt x="94176" y="41635"/>
                  </a:lnTo>
                  <a:lnTo>
                    <a:pt x="94176" y="36263"/>
                  </a:lnTo>
                  <a:lnTo>
                    <a:pt x="86104" y="30891"/>
                  </a:lnTo>
                  <a:lnTo>
                    <a:pt x="80723" y="30891"/>
                  </a:lnTo>
                  <a:lnTo>
                    <a:pt x="78032" y="32234"/>
                  </a:lnTo>
                  <a:lnTo>
                    <a:pt x="73996" y="29548"/>
                  </a:lnTo>
                  <a:lnTo>
                    <a:pt x="67269" y="26862"/>
                  </a:lnTo>
                  <a:lnTo>
                    <a:pt x="60542" y="20146"/>
                  </a:lnTo>
                  <a:lnTo>
                    <a:pt x="57851" y="20146"/>
                  </a:lnTo>
                  <a:lnTo>
                    <a:pt x="56506" y="22832"/>
                  </a:lnTo>
                  <a:lnTo>
                    <a:pt x="52470" y="21489"/>
                  </a:lnTo>
                  <a:lnTo>
                    <a:pt x="51124" y="17460"/>
                  </a:lnTo>
                  <a:lnTo>
                    <a:pt x="47088" y="13431"/>
                  </a:lnTo>
                  <a:lnTo>
                    <a:pt x="44397" y="13431"/>
                  </a:lnTo>
                  <a:lnTo>
                    <a:pt x="43052" y="18803"/>
                  </a:lnTo>
                  <a:lnTo>
                    <a:pt x="40361" y="18803"/>
                  </a:lnTo>
                  <a:lnTo>
                    <a:pt x="34980" y="12088"/>
                  </a:lnTo>
                  <a:lnTo>
                    <a:pt x="32289" y="10745"/>
                  </a:lnTo>
                  <a:lnTo>
                    <a:pt x="32289" y="13431"/>
                  </a:lnTo>
                  <a:lnTo>
                    <a:pt x="36325" y="17460"/>
                  </a:lnTo>
                  <a:lnTo>
                    <a:pt x="36325" y="20146"/>
                  </a:lnTo>
                  <a:lnTo>
                    <a:pt x="32289" y="22832"/>
                  </a:lnTo>
                  <a:lnTo>
                    <a:pt x="32289" y="28205"/>
                  </a:lnTo>
                  <a:lnTo>
                    <a:pt x="29598" y="28205"/>
                  </a:lnTo>
                  <a:lnTo>
                    <a:pt x="28253" y="24175"/>
                  </a:lnTo>
                  <a:lnTo>
                    <a:pt x="26908" y="6715"/>
                  </a:lnTo>
                  <a:lnTo>
                    <a:pt x="21526" y="4029"/>
                  </a:lnTo>
                  <a:lnTo>
                    <a:pt x="16144" y="2686"/>
                  </a:lnTo>
                  <a:lnTo>
                    <a:pt x="9417" y="0"/>
                  </a:lnTo>
                  <a:lnTo>
                    <a:pt x="5381" y="0"/>
                  </a:lnTo>
                  <a:lnTo>
                    <a:pt x="2691" y="4029"/>
                  </a:lnTo>
                  <a:lnTo>
                    <a:pt x="4036" y="9402"/>
                  </a:lnTo>
                  <a:lnTo>
                    <a:pt x="9417" y="12088"/>
                  </a:lnTo>
                  <a:lnTo>
                    <a:pt x="13454" y="17460"/>
                  </a:lnTo>
                  <a:lnTo>
                    <a:pt x="10763" y="20146"/>
                  </a:lnTo>
                  <a:lnTo>
                    <a:pt x="6727" y="20146"/>
                  </a:lnTo>
                  <a:lnTo>
                    <a:pt x="5381" y="17460"/>
                  </a:lnTo>
                  <a:lnTo>
                    <a:pt x="1345" y="14774"/>
                  </a:lnTo>
                  <a:lnTo>
                    <a:pt x="0" y="14774"/>
                  </a:lnTo>
                  <a:lnTo>
                    <a:pt x="1345" y="18803"/>
                  </a:lnTo>
                  <a:lnTo>
                    <a:pt x="2691" y="22832"/>
                  </a:lnTo>
                  <a:lnTo>
                    <a:pt x="1345" y="24175"/>
                  </a:lnTo>
                  <a:lnTo>
                    <a:pt x="1345" y="29548"/>
                  </a:lnTo>
                  <a:lnTo>
                    <a:pt x="4036" y="32234"/>
                  </a:lnTo>
                  <a:lnTo>
                    <a:pt x="8072" y="33577"/>
                  </a:lnTo>
                  <a:lnTo>
                    <a:pt x="9417" y="36263"/>
                  </a:lnTo>
                  <a:lnTo>
                    <a:pt x="8072" y="40292"/>
                  </a:lnTo>
                  <a:lnTo>
                    <a:pt x="13454" y="53723"/>
                  </a:lnTo>
                  <a:lnTo>
                    <a:pt x="17490" y="57752"/>
                  </a:lnTo>
                  <a:lnTo>
                    <a:pt x="22871" y="57752"/>
                  </a:lnTo>
                  <a:lnTo>
                    <a:pt x="20181" y="60438"/>
                  </a:lnTo>
                  <a:lnTo>
                    <a:pt x="14799" y="61782"/>
                  </a:lnTo>
                  <a:lnTo>
                    <a:pt x="12108" y="69840"/>
                  </a:lnTo>
                  <a:lnTo>
                    <a:pt x="16144" y="79242"/>
                  </a:lnTo>
                  <a:lnTo>
                    <a:pt x="17490" y="85957"/>
                  </a:lnTo>
                  <a:lnTo>
                    <a:pt x="17490" y="92672"/>
                  </a:lnTo>
                  <a:lnTo>
                    <a:pt x="20181" y="95358"/>
                  </a:lnTo>
                  <a:lnTo>
                    <a:pt x="21526" y="100731"/>
                  </a:lnTo>
                  <a:lnTo>
                    <a:pt x="20181" y="103417"/>
                  </a:lnTo>
                  <a:lnTo>
                    <a:pt x="22871" y="111475"/>
                  </a:lnTo>
                  <a:lnTo>
                    <a:pt x="25562" y="119534"/>
                  </a:lnTo>
                  <a:lnTo>
                    <a:pt x="32289" y="120877"/>
                  </a:lnTo>
                  <a:lnTo>
                    <a:pt x="32289" y="126249"/>
                  </a:lnTo>
                  <a:lnTo>
                    <a:pt x="34980" y="128935"/>
                  </a:lnTo>
                  <a:lnTo>
                    <a:pt x="34980" y="12893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F91C8BEC-D322-96B4-E004-7832E96EA0ED}"/>
                </a:ext>
              </a:extLst>
            </p:cNvPr>
            <p:cNvSpPr/>
            <p:nvPr/>
          </p:nvSpPr>
          <p:spPr>
            <a:xfrm>
              <a:off x="9159326" y="1599065"/>
              <a:ext cx="12108" cy="14773"/>
            </a:xfrm>
            <a:custGeom>
              <a:avLst/>
              <a:gdLst>
                <a:gd name="connsiteX0" fmla="*/ 5382 w 12108"/>
                <a:gd name="connsiteY0" fmla="*/ 13431 h 14773"/>
                <a:gd name="connsiteX1" fmla="*/ 9418 w 12108"/>
                <a:gd name="connsiteY1" fmla="*/ 9402 h 14773"/>
                <a:gd name="connsiteX2" fmla="*/ 9418 w 12108"/>
                <a:gd name="connsiteY2" fmla="*/ 8058 h 14773"/>
                <a:gd name="connsiteX3" fmla="*/ 8072 w 12108"/>
                <a:gd name="connsiteY3" fmla="*/ 6715 h 14773"/>
                <a:gd name="connsiteX4" fmla="*/ 9418 w 12108"/>
                <a:gd name="connsiteY4" fmla="*/ 4029 h 14773"/>
                <a:gd name="connsiteX5" fmla="*/ 12109 w 12108"/>
                <a:gd name="connsiteY5" fmla="*/ 2686 h 14773"/>
                <a:gd name="connsiteX6" fmla="*/ 10763 w 12108"/>
                <a:gd name="connsiteY6" fmla="*/ 0 h 14773"/>
                <a:gd name="connsiteX7" fmla="*/ 6727 w 12108"/>
                <a:gd name="connsiteY7" fmla="*/ 0 h 14773"/>
                <a:gd name="connsiteX8" fmla="*/ 2691 w 12108"/>
                <a:gd name="connsiteY8" fmla="*/ 5372 h 14773"/>
                <a:gd name="connsiteX9" fmla="*/ 4036 w 12108"/>
                <a:gd name="connsiteY9" fmla="*/ 8058 h 14773"/>
                <a:gd name="connsiteX10" fmla="*/ 0 w 12108"/>
                <a:gd name="connsiteY10" fmla="*/ 8058 h 14773"/>
                <a:gd name="connsiteX11" fmla="*/ 0 w 12108"/>
                <a:gd name="connsiteY11" fmla="*/ 13431 h 14773"/>
                <a:gd name="connsiteX12" fmla="*/ 2691 w 12108"/>
                <a:gd name="connsiteY12" fmla="*/ 14774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8" h="14773">
                  <a:moveTo>
                    <a:pt x="5382" y="13431"/>
                  </a:moveTo>
                  <a:lnTo>
                    <a:pt x="9418" y="9402"/>
                  </a:lnTo>
                  <a:lnTo>
                    <a:pt x="9418" y="8058"/>
                  </a:lnTo>
                  <a:lnTo>
                    <a:pt x="8072" y="6715"/>
                  </a:lnTo>
                  <a:lnTo>
                    <a:pt x="9418" y="4029"/>
                  </a:lnTo>
                  <a:lnTo>
                    <a:pt x="12109" y="2686"/>
                  </a:lnTo>
                  <a:lnTo>
                    <a:pt x="10763" y="0"/>
                  </a:lnTo>
                  <a:lnTo>
                    <a:pt x="6727" y="0"/>
                  </a:lnTo>
                  <a:lnTo>
                    <a:pt x="2691" y="5372"/>
                  </a:lnTo>
                  <a:lnTo>
                    <a:pt x="4036" y="8058"/>
                  </a:lnTo>
                  <a:lnTo>
                    <a:pt x="0" y="8058"/>
                  </a:lnTo>
                  <a:lnTo>
                    <a:pt x="0" y="13431"/>
                  </a:lnTo>
                  <a:lnTo>
                    <a:pt x="2691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400C04B6-7CA5-EEEF-1268-37E5C438D7A3}"/>
                </a:ext>
              </a:extLst>
            </p:cNvPr>
            <p:cNvSpPr/>
            <p:nvPr/>
          </p:nvSpPr>
          <p:spPr>
            <a:xfrm>
              <a:off x="9171435" y="1604437"/>
              <a:ext cx="22871" cy="12087"/>
            </a:xfrm>
            <a:custGeom>
              <a:avLst/>
              <a:gdLst>
                <a:gd name="connsiteX0" fmla="*/ 0 w 22871"/>
                <a:gd name="connsiteY0" fmla="*/ 9402 h 12087"/>
                <a:gd name="connsiteX1" fmla="*/ 1345 w 22871"/>
                <a:gd name="connsiteY1" fmla="*/ 5372 h 12087"/>
                <a:gd name="connsiteX2" fmla="*/ 8072 w 22871"/>
                <a:gd name="connsiteY2" fmla="*/ 5372 h 12087"/>
                <a:gd name="connsiteX3" fmla="*/ 12108 w 22871"/>
                <a:gd name="connsiteY3" fmla="*/ 1343 h 12087"/>
                <a:gd name="connsiteX4" fmla="*/ 16144 w 22871"/>
                <a:gd name="connsiteY4" fmla="*/ 1343 h 12087"/>
                <a:gd name="connsiteX5" fmla="*/ 17490 w 22871"/>
                <a:gd name="connsiteY5" fmla="*/ 0 h 12087"/>
                <a:gd name="connsiteX6" fmla="*/ 21526 w 22871"/>
                <a:gd name="connsiteY6" fmla="*/ 0 h 12087"/>
                <a:gd name="connsiteX7" fmla="*/ 22871 w 22871"/>
                <a:gd name="connsiteY7" fmla="*/ 6715 h 12087"/>
                <a:gd name="connsiteX8" fmla="*/ 20181 w 22871"/>
                <a:gd name="connsiteY8" fmla="*/ 12088 h 12087"/>
                <a:gd name="connsiteX9" fmla="*/ 17490 w 22871"/>
                <a:gd name="connsiteY9" fmla="*/ 8058 h 12087"/>
                <a:gd name="connsiteX10" fmla="*/ 14799 w 22871"/>
                <a:gd name="connsiteY10" fmla="*/ 12088 h 12087"/>
                <a:gd name="connsiteX11" fmla="*/ 8072 w 22871"/>
                <a:gd name="connsiteY11" fmla="*/ 12088 h 12087"/>
                <a:gd name="connsiteX12" fmla="*/ 0 w 22871"/>
                <a:gd name="connsiteY12" fmla="*/ 1208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871" h="12087">
                  <a:moveTo>
                    <a:pt x="0" y="9402"/>
                  </a:moveTo>
                  <a:lnTo>
                    <a:pt x="1345" y="5372"/>
                  </a:lnTo>
                  <a:lnTo>
                    <a:pt x="8072" y="5372"/>
                  </a:lnTo>
                  <a:lnTo>
                    <a:pt x="12108" y="1343"/>
                  </a:lnTo>
                  <a:lnTo>
                    <a:pt x="16144" y="1343"/>
                  </a:lnTo>
                  <a:lnTo>
                    <a:pt x="17490" y="0"/>
                  </a:lnTo>
                  <a:lnTo>
                    <a:pt x="21526" y="0"/>
                  </a:lnTo>
                  <a:lnTo>
                    <a:pt x="22871" y="6715"/>
                  </a:lnTo>
                  <a:lnTo>
                    <a:pt x="20181" y="12088"/>
                  </a:lnTo>
                  <a:lnTo>
                    <a:pt x="17490" y="8058"/>
                  </a:lnTo>
                  <a:lnTo>
                    <a:pt x="14799" y="12088"/>
                  </a:lnTo>
                  <a:lnTo>
                    <a:pt x="8072" y="12088"/>
                  </a:lnTo>
                  <a:lnTo>
                    <a:pt x="0" y="120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45B44C4D-E103-A7B1-22E9-8674FD5AE5F0}"/>
                </a:ext>
              </a:extLst>
            </p:cNvPr>
            <p:cNvSpPr/>
            <p:nvPr/>
          </p:nvSpPr>
          <p:spPr>
            <a:xfrm>
              <a:off x="9223904" y="1660847"/>
              <a:ext cx="10762" cy="16116"/>
            </a:xfrm>
            <a:custGeom>
              <a:avLst/>
              <a:gdLst>
                <a:gd name="connsiteX0" fmla="*/ 0 w 10762"/>
                <a:gd name="connsiteY0" fmla="*/ 1343 h 16116"/>
                <a:gd name="connsiteX1" fmla="*/ 0 w 10762"/>
                <a:gd name="connsiteY1" fmla="*/ 5372 h 16116"/>
                <a:gd name="connsiteX2" fmla="*/ 4036 w 10762"/>
                <a:gd name="connsiteY2" fmla="*/ 12088 h 16116"/>
                <a:gd name="connsiteX3" fmla="*/ 4036 w 10762"/>
                <a:gd name="connsiteY3" fmla="*/ 13431 h 16116"/>
                <a:gd name="connsiteX4" fmla="*/ 4036 w 10762"/>
                <a:gd name="connsiteY4" fmla="*/ 16117 h 16116"/>
                <a:gd name="connsiteX5" fmla="*/ 9417 w 10762"/>
                <a:gd name="connsiteY5" fmla="*/ 14774 h 16116"/>
                <a:gd name="connsiteX6" fmla="*/ 10763 w 10762"/>
                <a:gd name="connsiteY6" fmla="*/ 9401 h 16116"/>
                <a:gd name="connsiteX7" fmla="*/ 6727 w 10762"/>
                <a:gd name="connsiteY7" fmla="*/ 1343 h 16116"/>
                <a:gd name="connsiteX8" fmla="*/ 1345 w 10762"/>
                <a:gd name="connsiteY8" fmla="*/ 0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2" h="16116">
                  <a:moveTo>
                    <a:pt x="0" y="1343"/>
                  </a:moveTo>
                  <a:lnTo>
                    <a:pt x="0" y="5372"/>
                  </a:lnTo>
                  <a:lnTo>
                    <a:pt x="4036" y="12088"/>
                  </a:lnTo>
                  <a:lnTo>
                    <a:pt x="4036" y="13431"/>
                  </a:lnTo>
                  <a:lnTo>
                    <a:pt x="4036" y="16117"/>
                  </a:lnTo>
                  <a:lnTo>
                    <a:pt x="9417" y="14774"/>
                  </a:lnTo>
                  <a:lnTo>
                    <a:pt x="10763" y="9401"/>
                  </a:lnTo>
                  <a:lnTo>
                    <a:pt x="6727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DE70057C-071C-5E9A-7D15-75A453448ED8}"/>
                </a:ext>
              </a:extLst>
            </p:cNvPr>
            <p:cNvSpPr/>
            <p:nvPr/>
          </p:nvSpPr>
          <p:spPr>
            <a:xfrm>
              <a:off x="9701513" y="1807242"/>
              <a:ext cx="9417" cy="12087"/>
            </a:xfrm>
            <a:custGeom>
              <a:avLst/>
              <a:gdLst>
                <a:gd name="connsiteX0" fmla="*/ 5381 w 9417"/>
                <a:gd name="connsiteY0" fmla="*/ 12088 h 12087"/>
                <a:gd name="connsiteX1" fmla="*/ 8072 w 9417"/>
                <a:gd name="connsiteY1" fmla="*/ 10745 h 12087"/>
                <a:gd name="connsiteX2" fmla="*/ 9417 w 9417"/>
                <a:gd name="connsiteY2" fmla="*/ 5372 h 12087"/>
                <a:gd name="connsiteX3" fmla="*/ 9417 w 9417"/>
                <a:gd name="connsiteY3" fmla="*/ 0 h 12087"/>
                <a:gd name="connsiteX4" fmla="*/ 2691 w 9417"/>
                <a:gd name="connsiteY4" fmla="*/ 4029 h 12087"/>
                <a:gd name="connsiteX5" fmla="*/ 0 w 9417"/>
                <a:gd name="connsiteY5" fmla="*/ 5372 h 12087"/>
                <a:gd name="connsiteX6" fmla="*/ 1345 w 9417"/>
                <a:gd name="connsiteY6" fmla="*/ 9402 h 12087"/>
                <a:gd name="connsiteX7" fmla="*/ 4036 w 9417"/>
                <a:gd name="connsiteY7" fmla="*/ 9402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17" h="12087">
                  <a:moveTo>
                    <a:pt x="5381" y="12088"/>
                  </a:moveTo>
                  <a:lnTo>
                    <a:pt x="8072" y="10745"/>
                  </a:lnTo>
                  <a:lnTo>
                    <a:pt x="9417" y="5372"/>
                  </a:lnTo>
                  <a:lnTo>
                    <a:pt x="9417" y="0"/>
                  </a:lnTo>
                  <a:lnTo>
                    <a:pt x="2691" y="4029"/>
                  </a:lnTo>
                  <a:lnTo>
                    <a:pt x="0" y="5372"/>
                  </a:lnTo>
                  <a:lnTo>
                    <a:pt x="1345" y="9402"/>
                  </a:lnTo>
                  <a:lnTo>
                    <a:pt x="4036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4C000749-B027-E1DB-FF83-954F04841DB9}"/>
                </a:ext>
              </a:extLst>
            </p:cNvPr>
            <p:cNvSpPr/>
            <p:nvPr/>
          </p:nvSpPr>
          <p:spPr>
            <a:xfrm>
              <a:off x="9638280" y="1881111"/>
              <a:ext cx="14799" cy="10744"/>
            </a:xfrm>
            <a:custGeom>
              <a:avLst/>
              <a:gdLst>
                <a:gd name="connsiteX0" fmla="*/ 4036 w 14799"/>
                <a:gd name="connsiteY0" fmla="*/ 10745 h 10744"/>
                <a:gd name="connsiteX1" fmla="*/ 10763 w 14799"/>
                <a:gd name="connsiteY1" fmla="*/ 10745 h 10744"/>
                <a:gd name="connsiteX2" fmla="*/ 12108 w 14799"/>
                <a:gd name="connsiteY2" fmla="*/ 9402 h 10744"/>
                <a:gd name="connsiteX3" fmla="*/ 14799 w 14799"/>
                <a:gd name="connsiteY3" fmla="*/ 9402 h 10744"/>
                <a:gd name="connsiteX4" fmla="*/ 14799 w 14799"/>
                <a:gd name="connsiteY4" fmla="*/ 6715 h 10744"/>
                <a:gd name="connsiteX5" fmla="*/ 12108 w 14799"/>
                <a:gd name="connsiteY5" fmla="*/ 4029 h 10744"/>
                <a:gd name="connsiteX6" fmla="*/ 6727 w 14799"/>
                <a:gd name="connsiteY6" fmla="*/ 0 h 10744"/>
                <a:gd name="connsiteX7" fmla="*/ 2691 w 14799"/>
                <a:gd name="connsiteY7" fmla="*/ 0 h 10744"/>
                <a:gd name="connsiteX8" fmla="*/ 0 w 14799"/>
                <a:gd name="connsiteY8" fmla="*/ 2686 h 10744"/>
                <a:gd name="connsiteX9" fmla="*/ 0 w 14799"/>
                <a:gd name="connsiteY9" fmla="*/ 5372 h 10744"/>
                <a:gd name="connsiteX10" fmla="*/ 4036 w 14799"/>
                <a:gd name="connsiteY10" fmla="*/ 8058 h 10744"/>
                <a:gd name="connsiteX11" fmla="*/ 4036 w 14799"/>
                <a:gd name="connsiteY11" fmla="*/ 10745 h 10744"/>
                <a:gd name="connsiteX12" fmla="*/ 4036 w 14799"/>
                <a:gd name="connsiteY12" fmla="*/ 1074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99" h="10744">
                  <a:moveTo>
                    <a:pt x="4036" y="10745"/>
                  </a:moveTo>
                  <a:lnTo>
                    <a:pt x="10763" y="10745"/>
                  </a:lnTo>
                  <a:lnTo>
                    <a:pt x="12108" y="9402"/>
                  </a:lnTo>
                  <a:lnTo>
                    <a:pt x="14799" y="9402"/>
                  </a:lnTo>
                  <a:lnTo>
                    <a:pt x="14799" y="6715"/>
                  </a:lnTo>
                  <a:lnTo>
                    <a:pt x="12108" y="4029"/>
                  </a:lnTo>
                  <a:lnTo>
                    <a:pt x="6727" y="0"/>
                  </a:lnTo>
                  <a:lnTo>
                    <a:pt x="2691" y="0"/>
                  </a:lnTo>
                  <a:lnTo>
                    <a:pt x="0" y="2686"/>
                  </a:lnTo>
                  <a:lnTo>
                    <a:pt x="0" y="5372"/>
                  </a:lnTo>
                  <a:lnTo>
                    <a:pt x="4036" y="8058"/>
                  </a:lnTo>
                  <a:cubicBezTo>
                    <a:pt x="4036" y="6715"/>
                    <a:pt x="4036" y="9402"/>
                    <a:pt x="4036" y="10745"/>
                  </a:cubicBezTo>
                  <a:lnTo>
                    <a:pt x="4036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6DC408D8-ACD2-F625-3D03-F3147A46B34A}"/>
                </a:ext>
              </a:extLst>
            </p:cNvPr>
            <p:cNvSpPr/>
            <p:nvPr/>
          </p:nvSpPr>
          <p:spPr>
            <a:xfrm>
              <a:off x="9439165" y="1826045"/>
              <a:ext cx="39015" cy="36263"/>
            </a:xfrm>
            <a:custGeom>
              <a:avLst/>
              <a:gdLst>
                <a:gd name="connsiteX0" fmla="*/ 22871 w 39015"/>
                <a:gd name="connsiteY0" fmla="*/ 33577 h 36263"/>
                <a:gd name="connsiteX1" fmla="*/ 28253 w 39015"/>
                <a:gd name="connsiteY1" fmla="*/ 34920 h 36263"/>
                <a:gd name="connsiteX2" fmla="*/ 32289 w 39015"/>
                <a:gd name="connsiteY2" fmla="*/ 36263 h 36263"/>
                <a:gd name="connsiteX3" fmla="*/ 34980 w 39015"/>
                <a:gd name="connsiteY3" fmla="*/ 33577 h 36263"/>
                <a:gd name="connsiteX4" fmla="*/ 36325 w 39015"/>
                <a:gd name="connsiteY4" fmla="*/ 29548 h 36263"/>
                <a:gd name="connsiteX5" fmla="*/ 39016 w 39015"/>
                <a:gd name="connsiteY5" fmla="*/ 28205 h 36263"/>
                <a:gd name="connsiteX6" fmla="*/ 39016 w 39015"/>
                <a:gd name="connsiteY6" fmla="*/ 24175 h 36263"/>
                <a:gd name="connsiteX7" fmla="*/ 36325 w 39015"/>
                <a:gd name="connsiteY7" fmla="*/ 21489 h 36263"/>
                <a:gd name="connsiteX8" fmla="*/ 36325 w 39015"/>
                <a:gd name="connsiteY8" fmla="*/ 13431 h 36263"/>
                <a:gd name="connsiteX9" fmla="*/ 32289 w 39015"/>
                <a:gd name="connsiteY9" fmla="*/ 9402 h 36263"/>
                <a:gd name="connsiteX10" fmla="*/ 30943 w 39015"/>
                <a:gd name="connsiteY10" fmla="*/ 4029 h 36263"/>
                <a:gd name="connsiteX11" fmla="*/ 30943 w 39015"/>
                <a:gd name="connsiteY11" fmla="*/ 1343 h 36263"/>
                <a:gd name="connsiteX12" fmla="*/ 26908 w 39015"/>
                <a:gd name="connsiteY12" fmla="*/ 0 h 36263"/>
                <a:gd name="connsiteX13" fmla="*/ 17490 w 39015"/>
                <a:gd name="connsiteY13" fmla="*/ 2686 h 36263"/>
                <a:gd name="connsiteX14" fmla="*/ 8072 w 39015"/>
                <a:gd name="connsiteY14" fmla="*/ 8058 h 36263"/>
                <a:gd name="connsiteX15" fmla="*/ 2691 w 39015"/>
                <a:gd name="connsiteY15" fmla="*/ 8058 h 36263"/>
                <a:gd name="connsiteX16" fmla="*/ 1345 w 39015"/>
                <a:gd name="connsiteY16" fmla="*/ 10745 h 36263"/>
                <a:gd name="connsiteX17" fmla="*/ 2691 w 39015"/>
                <a:gd name="connsiteY17" fmla="*/ 16117 h 36263"/>
                <a:gd name="connsiteX18" fmla="*/ 6727 w 39015"/>
                <a:gd name="connsiteY18" fmla="*/ 18803 h 36263"/>
                <a:gd name="connsiteX19" fmla="*/ 8072 w 39015"/>
                <a:gd name="connsiteY19" fmla="*/ 22832 h 36263"/>
                <a:gd name="connsiteX20" fmla="*/ 6727 w 39015"/>
                <a:gd name="connsiteY20" fmla="*/ 25518 h 36263"/>
                <a:gd name="connsiteX21" fmla="*/ 1345 w 39015"/>
                <a:gd name="connsiteY21" fmla="*/ 25518 h 36263"/>
                <a:gd name="connsiteX22" fmla="*/ 0 w 39015"/>
                <a:gd name="connsiteY22" fmla="*/ 26862 h 36263"/>
                <a:gd name="connsiteX23" fmla="*/ 2691 w 39015"/>
                <a:gd name="connsiteY23" fmla="*/ 29548 h 36263"/>
                <a:gd name="connsiteX24" fmla="*/ 10763 w 39015"/>
                <a:gd name="connsiteY24" fmla="*/ 29548 h 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015" h="36263">
                  <a:moveTo>
                    <a:pt x="22871" y="33577"/>
                  </a:moveTo>
                  <a:lnTo>
                    <a:pt x="28253" y="34920"/>
                  </a:lnTo>
                  <a:lnTo>
                    <a:pt x="32289" y="36263"/>
                  </a:lnTo>
                  <a:lnTo>
                    <a:pt x="34980" y="33577"/>
                  </a:lnTo>
                  <a:lnTo>
                    <a:pt x="36325" y="29548"/>
                  </a:lnTo>
                  <a:lnTo>
                    <a:pt x="39016" y="28205"/>
                  </a:lnTo>
                  <a:lnTo>
                    <a:pt x="39016" y="24175"/>
                  </a:lnTo>
                  <a:lnTo>
                    <a:pt x="36325" y="21489"/>
                  </a:lnTo>
                  <a:lnTo>
                    <a:pt x="36325" y="13431"/>
                  </a:lnTo>
                  <a:lnTo>
                    <a:pt x="32289" y="9402"/>
                  </a:lnTo>
                  <a:lnTo>
                    <a:pt x="30943" y="4029"/>
                  </a:lnTo>
                  <a:lnTo>
                    <a:pt x="30943" y="1343"/>
                  </a:lnTo>
                  <a:lnTo>
                    <a:pt x="26908" y="0"/>
                  </a:lnTo>
                  <a:lnTo>
                    <a:pt x="17490" y="2686"/>
                  </a:lnTo>
                  <a:lnTo>
                    <a:pt x="8072" y="8058"/>
                  </a:lnTo>
                  <a:lnTo>
                    <a:pt x="2691" y="8058"/>
                  </a:lnTo>
                  <a:lnTo>
                    <a:pt x="1345" y="10745"/>
                  </a:lnTo>
                  <a:lnTo>
                    <a:pt x="2691" y="16117"/>
                  </a:lnTo>
                  <a:lnTo>
                    <a:pt x="6727" y="18803"/>
                  </a:lnTo>
                  <a:lnTo>
                    <a:pt x="8072" y="22832"/>
                  </a:lnTo>
                  <a:lnTo>
                    <a:pt x="6727" y="25518"/>
                  </a:lnTo>
                  <a:lnTo>
                    <a:pt x="1345" y="25518"/>
                  </a:lnTo>
                  <a:lnTo>
                    <a:pt x="0" y="26862"/>
                  </a:lnTo>
                  <a:lnTo>
                    <a:pt x="2691" y="29548"/>
                  </a:lnTo>
                  <a:lnTo>
                    <a:pt x="10763" y="2954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D0F7444C-85E5-78BC-B8FE-D000DCB04512}"/>
                </a:ext>
              </a:extLst>
            </p:cNvPr>
            <p:cNvSpPr/>
            <p:nvPr/>
          </p:nvSpPr>
          <p:spPr>
            <a:xfrm>
              <a:off x="9971934" y="1670248"/>
              <a:ext cx="25561" cy="32233"/>
            </a:xfrm>
            <a:custGeom>
              <a:avLst/>
              <a:gdLst>
                <a:gd name="connsiteX0" fmla="*/ 18835 w 25561"/>
                <a:gd name="connsiteY0" fmla="*/ 32234 h 32233"/>
                <a:gd name="connsiteX1" fmla="*/ 21526 w 25561"/>
                <a:gd name="connsiteY1" fmla="*/ 29548 h 32233"/>
                <a:gd name="connsiteX2" fmla="*/ 20181 w 25561"/>
                <a:gd name="connsiteY2" fmla="*/ 28205 h 32233"/>
                <a:gd name="connsiteX3" fmla="*/ 22872 w 25561"/>
                <a:gd name="connsiteY3" fmla="*/ 22832 h 32233"/>
                <a:gd name="connsiteX4" fmla="*/ 25562 w 25561"/>
                <a:gd name="connsiteY4" fmla="*/ 18803 h 32233"/>
                <a:gd name="connsiteX5" fmla="*/ 24217 w 25561"/>
                <a:gd name="connsiteY5" fmla="*/ 13431 h 32233"/>
                <a:gd name="connsiteX6" fmla="*/ 17490 w 25561"/>
                <a:gd name="connsiteY6" fmla="*/ 6715 h 32233"/>
                <a:gd name="connsiteX7" fmla="*/ 14799 w 25561"/>
                <a:gd name="connsiteY7" fmla="*/ 0 h 32233"/>
                <a:gd name="connsiteX8" fmla="*/ 10763 w 25561"/>
                <a:gd name="connsiteY8" fmla="*/ 0 h 32233"/>
                <a:gd name="connsiteX9" fmla="*/ 5381 w 25561"/>
                <a:gd name="connsiteY9" fmla="*/ 1343 h 32233"/>
                <a:gd name="connsiteX10" fmla="*/ 0 w 25561"/>
                <a:gd name="connsiteY10" fmla="*/ 5372 h 32233"/>
                <a:gd name="connsiteX11" fmla="*/ 1345 w 25561"/>
                <a:gd name="connsiteY11" fmla="*/ 10745 h 32233"/>
                <a:gd name="connsiteX12" fmla="*/ 4036 w 25561"/>
                <a:gd name="connsiteY12" fmla="*/ 16117 h 32233"/>
                <a:gd name="connsiteX13" fmla="*/ 4036 w 25561"/>
                <a:gd name="connsiteY13" fmla="*/ 18803 h 32233"/>
                <a:gd name="connsiteX14" fmla="*/ 5381 w 25561"/>
                <a:gd name="connsiteY14" fmla="*/ 21489 h 32233"/>
                <a:gd name="connsiteX15" fmla="*/ 9418 w 25561"/>
                <a:gd name="connsiteY15" fmla="*/ 22832 h 32233"/>
                <a:gd name="connsiteX16" fmla="*/ 14799 w 25561"/>
                <a:gd name="connsiteY16" fmla="*/ 29548 h 3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561" h="32233">
                  <a:moveTo>
                    <a:pt x="18835" y="32234"/>
                  </a:moveTo>
                  <a:lnTo>
                    <a:pt x="21526" y="29548"/>
                  </a:lnTo>
                  <a:lnTo>
                    <a:pt x="20181" y="28205"/>
                  </a:lnTo>
                  <a:lnTo>
                    <a:pt x="22872" y="22832"/>
                  </a:lnTo>
                  <a:lnTo>
                    <a:pt x="25562" y="18803"/>
                  </a:lnTo>
                  <a:lnTo>
                    <a:pt x="24217" y="13431"/>
                  </a:lnTo>
                  <a:lnTo>
                    <a:pt x="17490" y="6715"/>
                  </a:lnTo>
                  <a:lnTo>
                    <a:pt x="14799" y="0"/>
                  </a:lnTo>
                  <a:lnTo>
                    <a:pt x="10763" y="0"/>
                  </a:lnTo>
                  <a:lnTo>
                    <a:pt x="5381" y="1343"/>
                  </a:lnTo>
                  <a:lnTo>
                    <a:pt x="0" y="5372"/>
                  </a:lnTo>
                  <a:lnTo>
                    <a:pt x="1345" y="10745"/>
                  </a:lnTo>
                  <a:lnTo>
                    <a:pt x="4036" y="16117"/>
                  </a:lnTo>
                  <a:lnTo>
                    <a:pt x="4036" y="18803"/>
                  </a:lnTo>
                  <a:lnTo>
                    <a:pt x="5381" y="21489"/>
                  </a:lnTo>
                  <a:lnTo>
                    <a:pt x="9418" y="22832"/>
                  </a:lnTo>
                  <a:lnTo>
                    <a:pt x="14799" y="2954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3546EFB9-C1BD-855F-8470-0DA7DB09B909}"/>
                </a:ext>
              </a:extLst>
            </p:cNvPr>
            <p:cNvSpPr/>
            <p:nvPr/>
          </p:nvSpPr>
          <p:spPr>
            <a:xfrm>
              <a:off x="10002877" y="1689051"/>
              <a:ext cx="79377" cy="51036"/>
            </a:xfrm>
            <a:custGeom>
              <a:avLst/>
              <a:gdLst>
                <a:gd name="connsiteX0" fmla="*/ 4036 w 79377"/>
                <a:gd name="connsiteY0" fmla="*/ 51037 h 51036"/>
                <a:gd name="connsiteX1" fmla="*/ 6727 w 79377"/>
                <a:gd name="connsiteY1" fmla="*/ 49694 h 51036"/>
                <a:gd name="connsiteX2" fmla="*/ 10763 w 79377"/>
                <a:gd name="connsiteY2" fmla="*/ 44322 h 51036"/>
                <a:gd name="connsiteX3" fmla="*/ 18836 w 79377"/>
                <a:gd name="connsiteY3" fmla="*/ 38949 h 51036"/>
                <a:gd name="connsiteX4" fmla="*/ 26908 w 79377"/>
                <a:gd name="connsiteY4" fmla="*/ 40292 h 51036"/>
                <a:gd name="connsiteX5" fmla="*/ 37670 w 79377"/>
                <a:gd name="connsiteY5" fmla="*/ 40292 h 51036"/>
                <a:gd name="connsiteX6" fmla="*/ 44397 w 79377"/>
                <a:gd name="connsiteY6" fmla="*/ 38949 h 51036"/>
                <a:gd name="connsiteX7" fmla="*/ 56506 w 79377"/>
                <a:gd name="connsiteY7" fmla="*/ 38949 h 51036"/>
                <a:gd name="connsiteX8" fmla="*/ 60542 w 79377"/>
                <a:gd name="connsiteY8" fmla="*/ 36263 h 51036"/>
                <a:gd name="connsiteX9" fmla="*/ 69960 w 79377"/>
                <a:gd name="connsiteY9" fmla="*/ 36263 h 51036"/>
                <a:gd name="connsiteX10" fmla="*/ 73996 w 79377"/>
                <a:gd name="connsiteY10" fmla="*/ 37606 h 51036"/>
                <a:gd name="connsiteX11" fmla="*/ 79378 w 79377"/>
                <a:gd name="connsiteY11" fmla="*/ 32234 h 51036"/>
                <a:gd name="connsiteX12" fmla="*/ 73996 w 79377"/>
                <a:gd name="connsiteY12" fmla="*/ 29548 h 51036"/>
                <a:gd name="connsiteX13" fmla="*/ 72651 w 79377"/>
                <a:gd name="connsiteY13" fmla="*/ 24175 h 51036"/>
                <a:gd name="connsiteX14" fmla="*/ 65924 w 79377"/>
                <a:gd name="connsiteY14" fmla="*/ 16117 h 51036"/>
                <a:gd name="connsiteX15" fmla="*/ 55160 w 79377"/>
                <a:gd name="connsiteY15" fmla="*/ 8058 h 51036"/>
                <a:gd name="connsiteX16" fmla="*/ 48433 w 79377"/>
                <a:gd name="connsiteY16" fmla="*/ 6715 h 51036"/>
                <a:gd name="connsiteX17" fmla="*/ 41706 w 79377"/>
                <a:gd name="connsiteY17" fmla="*/ 5372 h 51036"/>
                <a:gd name="connsiteX18" fmla="*/ 36325 w 79377"/>
                <a:gd name="connsiteY18" fmla="*/ 0 h 51036"/>
                <a:gd name="connsiteX19" fmla="*/ 32289 w 79377"/>
                <a:gd name="connsiteY19" fmla="*/ 0 h 51036"/>
                <a:gd name="connsiteX20" fmla="*/ 28253 w 79377"/>
                <a:gd name="connsiteY20" fmla="*/ 2686 h 51036"/>
                <a:gd name="connsiteX21" fmla="*/ 21526 w 79377"/>
                <a:gd name="connsiteY21" fmla="*/ 0 h 51036"/>
                <a:gd name="connsiteX22" fmla="*/ 17490 w 79377"/>
                <a:gd name="connsiteY22" fmla="*/ 0 h 51036"/>
                <a:gd name="connsiteX23" fmla="*/ 13454 w 79377"/>
                <a:gd name="connsiteY23" fmla="*/ 5372 h 51036"/>
                <a:gd name="connsiteX24" fmla="*/ 6727 w 79377"/>
                <a:gd name="connsiteY24" fmla="*/ 13431 h 51036"/>
                <a:gd name="connsiteX25" fmla="*/ 9418 w 79377"/>
                <a:gd name="connsiteY25" fmla="*/ 18803 h 51036"/>
                <a:gd name="connsiteX26" fmla="*/ 9418 w 79377"/>
                <a:gd name="connsiteY26" fmla="*/ 29548 h 51036"/>
                <a:gd name="connsiteX27" fmla="*/ 5382 w 79377"/>
                <a:gd name="connsiteY27" fmla="*/ 41635 h 51036"/>
                <a:gd name="connsiteX28" fmla="*/ 0 w 79377"/>
                <a:gd name="connsiteY28" fmla="*/ 47008 h 51036"/>
                <a:gd name="connsiteX29" fmla="*/ 0 w 79377"/>
                <a:gd name="connsiteY29" fmla="*/ 51037 h 5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9377" h="51036">
                  <a:moveTo>
                    <a:pt x="4036" y="51037"/>
                  </a:moveTo>
                  <a:lnTo>
                    <a:pt x="6727" y="49694"/>
                  </a:lnTo>
                  <a:lnTo>
                    <a:pt x="10763" y="44322"/>
                  </a:lnTo>
                  <a:lnTo>
                    <a:pt x="18836" y="38949"/>
                  </a:lnTo>
                  <a:lnTo>
                    <a:pt x="26908" y="40292"/>
                  </a:lnTo>
                  <a:lnTo>
                    <a:pt x="37670" y="40292"/>
                  </a:lnTo>
                  <a:lnTo>
                    <a:pt x="44397" y="38949"/>
                  </a:lnTo>
                  <a:lnTo>
                    <a:pt x="56506" y="38949"/>
                  </a:lnTo>
                  <a:lnTo>
                    <a:pt x="60542" y="36263"/>
                  </a:lnTo>
                  <a:lnTo>
                    <a:pt x="69960" y="36263"/>
                  </a:lnTo>
                  <a:lnTo>
                    <a:pt x="73996" y="37606"/>
                  </a:lnTo>
                  <a:lnTo>
                    <a:pt x="79378" y="32234"/>
                  </a:lnTo>
                  <a:lnTo>
                    <a:pt x="73996" y="29548"/>
                  </a:lnTo>
                  <a:lnTo>
                    <a:pt x="72651" y="24175"/>
                  </a:lnTo>
                  <a:lnTo>
                    <a:pt x="65924" y="16117"/>
                  </a:lnTo>
                  <a:lnTo>
                    <a:pt x="55160" y="8058"/>
                  </a:lnTo>
                  <a:lnTo>
                    <a:pt x="48433" y="6715"/>
                  </a:lnTo>
                  <a:lnTo>
                    <a:pt x="41706" y="5372"/>
                  </a:lnTo>
                  <a:lnTo>
                    <a:pt x="36325" y="0"/>
                  </a:lnTo>
                  <a:lnTo>
                    <a:pt x="32289" y="0"/>
                  </a:lnTo>
                  <a:lnTo>
                    <a:pt x="28253" y="2686"/>
                  </a:lnTo>
                  <a:lnTo>
                    <a:pt x="21526" y="0"/>
                  </a:lnTo>
                  <a:lnTo>
                    <a:pt x="17490" y="0"/>
                  </a:lnTo>
                  <a:lnTo>
                    <a:pt x="13454" y="5372"/>
                  </a:lnTo>
                  <a:lnTo>
                    <a:pt x="6727" y="13431"/>
                  </a:lnTo>
                  <a:lnTo>
                    <a:pt x="9418" y="18803"/>
                  </a:lnTo>
                  <a:lnTo>
                    <a:pt x="9418" y="29548"/>
                  </a:lnTo>
                  <a:lnTo>
                    <a:pt x="5382" y="41635"/>
                  </a:lnTo>
                  <a:lnTo>
                    <a:pt x="0" y="47008"/>
                  </a:lnTo>
                  <a:lnTo>
                    <a:pt x="0" y="5103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5BC120EB-962C-8F8A-30B0-FBDF19D1F596}"/>
                </a:ext>
              </a:extLst>
            </p:cNvPr>
            <p:cNvSpPr/>
            <p:nvPr/>
          </p:nvSpPr>
          <p:spPr>
            <a:xfrm>
              <a:off x="9883138" y="1713227"/>
              <a:ext cx="29598" cy="20146"/>
            </a:xfrm>
            <a:custGeom>
              <a:avLst/>
              <a:gdLst>
                <a:gd name="connsiteX0" fmla="*/ 0 w 29598"/>
                <a:gd name="connsiteY0" fmla="*/ 1343 h 20146"/>
                <a:gd name="connsiteX1" fmla="*/ 1346 w 29598"/>
                <a:gd name="connsiteY1" fmla="*/ 6715 h 20146"/>
                <a:gd name="connsiteX2" fmla="*/ 4037 w 29598"/>
                <a:gd name="connsiteY2" fmla="*/ 10745 h 20146"/>
                <a:gd name="connsiteX3" fmla="*/ 9418 w 29598"/>
                <a:gd name="connsiteY3" fmla="*/ 10745 h 20146"/>
                <a:gd name="connsiteX4" fmla="*/ 14800 w 29598"/>
                <a:gd name="connsiteY4" fmla="*/ 13431 h 20146"/>
                <a:gd name="connsiteX5" fmla="*/ 20181 w 29598"/>
                <a:gd name="connsiteY5" fmla="*/ 14774 h 20146"/>
                <a:gd name="connsiteX6" fmla="*/ 25562 w 29598"/>
                <a:gd name="connsiteY6" fmla="*/ 18803 h 20146"/>
                <a:gd name="connsiteX7" fmla="*/ 29598 w 29598"/>
                <a:gd name="connsiteY7" fmla="*/ 20146 h 20146"/>
                <a:gd name="connsiteX8" fmla="*/ 29598 w 29598"/>
                <a:gd name="connsiteY8" fmla="*/ 16117 h 20146"/>
                <a:gd name="connsiteX9" fmla="*/ 21527 w 29598"/>
                <a:gd name="connsiteY9" fmla="*/ 9402 h 20146"/>
                <a:gd name="connsiteX10" fmla="*/ 16145 w 29598"/>
                <a:gd name="connsiteY10" fmla="*/ 6715 h 20146"/>
                <a:gd name="connsiteX11" fmla="*/ 10764 w 29598"/>
                <a:gd name="connsiteY11" fmla="*/ 6715 h 20146"/>
                <a:gd name="connsiteX12" fmla="*/ 4037 w 29598"/>
                <a:gd name="connsiteY12" fmla="*/ 1343 h 20146"/>
                <a:gd name="connsiteX13" fmla="*/ 0 w 29598"/>
                <a:gd name="connsiteY13" fmla="*/ 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98" h="20146">
                  <a:moveTo>
                    <a:pt x="0" y="1343"/>
                  </a:moveTo>
                  <a:lnTo>
                    <a:pt x="1346" y="6715"/>
                  </a:lnTo>
                  <a:lnTo>
                    <a:pt x="4037" y="10745"/>
                  </a:lnTo>
                  <a:lnTo>
                    <a:pt x="9418" y="10745"/>
                  </a:lnTo>
                  <a:lnTo>
                    <a:pt x="14800" y="13431"/>
                  </a:lnTo>
                  <a:lnTo>
                    <a:pt x="20181" y="14774"/>
                  </a:lnTo>
                  <a:lnTo>
                    <a:pt x="25562" y="18803"/>
                  </a:lnTo>
                  <a:lnTo>
                    <a:pt x="29598" y="20146"/>
                  </a:lnTo>
                  <a:lnTo>
                    <a:pt x="29598" y="16117"/>
                  </a:lnTo>
                  <a:lnTo>
                    <a:pt x="21527" y="9402"/>
                  </a:lnTo>
                  <a:lnTo>
                    <a:pt x="16145" y="6715"/>
                  </a:lnTo>
                  <a:lnTo>
                    <a:pt x="10764" y="6715"/>
                  </a:lnTo>
                  <a:lnTo>
                    <a:pt x="4037" y="1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F39DD59A-C4A6-7C00-254C-B4F509A35E6C}"/>
                </a:ext>
              </a:extLst>
            </p:cNvPr>
            <p:cNvSpPr/>
            <p:nvPr/>
          </p:nvSpPr>
          <p:spPr>
            <a:xfrm>
              <a:off x="10047274" y="1870367"/>
              <a:ext cx="16144" cy="16116"/>
            </a:xfrm>
            <a:custGeom>
              <a:avLst/>
              <a:gdLst>
                <a:gd name="connsiteX0" fmla="*/ 0 w 16144"/>
                <a:gd name="connsiteY0" fmla="*/ 8058 h 16116"/>
                <a:gd name="connsiteX1" fmla="*/ 4036 w 16144"/>
                <a:gd name="connsiteY1" fmla="*/ 14774 h 16116"/>
                <a:gd name="connsiteX2" fmla="*/ 8073 w 16144"/>
                <a:gd name="connsiteY2" fmla="*/ 16117 h 16116"/>
                <a:gd name="connsiteX3" fmla="*/ 8073 w 16144"/>
                <a:gd name="connsiteY3" fmla="*/ 13431 h 16116"/>
                <a:gd name="connsiteX4" fmla="*/ 14800 w 16144"/>
                <a:gd name="connsiteY4" fmla="*/ 10745 h 16116"/>
                <a:gd name="connsiteX5" fmla="*/ 16145 w 16144"/>
                <a:gd name="connsiteY5" fmla="*/ 8058 h 16116"/>
                <a:gd name="connsiteX6" fmla="*/ 14800 w 16144"/>
                <a:gd name="connsiteY6" fmla="*/ 5372 h 16116"/>
                <a:gd name="connsiteX7" fmla="*/ 12109 w 16144"/>
                <a:gd name="connsiteY7" fmla="*/ 0 h 16116"/>
                <a:gd name="connsiteX8" fmla="*/ 9418 w 16144"/>
                <a:gd name="connsiteY8" fmla="*/ 1343 h 16116"/>
                <a:gd name="connsiteX9" fmla="*/ 8073 w 16144"/>
                <a:gd name="connsiteY9" fmla="*/ 5372 h 16116"/>
                <a:gd name="connsiteX10" fmla="*/ 2691 w 16144"/>
                <a:gd name="connsiteY10" fmla="*/ 8058 h 16116"/>
                <a:gd name="connsiteX11" fmla="*/ 0 w 16144"/>
                <a:gd name="connsiteY11" fmla="*/ 8058 h 16116"/>
                <a:gd name="connsiteX12" fmla="*/ 0 w 16144"/>
                <a:gd name="connsiteY12" fmla="*/ 8058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44" h="16116">
                  <a:moveTo>
                    <a:pt x="0" y="8058"/>
                  </a:moveTo>
                  <a:lnTo>
                    <a:pt x="4036" y="14774"/>
                  </a:lnTo>
                  <a:lnTo>
                    <a:pt x="8073" y="16117"/>
                  </a:lnTo>
                  <a:lnTo>
                    <a:pt x="8073" y="13431"/>
                  </a:lnTo>
                  <a:lnTo>
                    <a:pt x="14800" y="10745"/>
                  </a:lnTo>
                  <a:lnTo>
                    <a:pt x="16145" y="8058"/>
                  </a:lnTo>
                  <a:lnTo>
                    <a:pt x="14800" y="5372"/>
                  </a:lnTo>
                  <a:lnTo>
                    <a:pt x="12109" y="0"/>
                  </a:lnTo>
                  <a:lnTo>
                    <a:pt x="9418" y="1343"/>
                  </a:lnTo>
                  <a:lnTo>
                    <a:pt x="8073" y="5372"/>
                  </a:lnTo>
                  <a:lnTo>
                    <a:pt x="2691" y="8058"/>
                  </a:lnTo>
                  <a:cubicBezTo>
                    <a:pt x="6727" y="8058"/>
                    <a:pt x="1346" y="9402"/>
                    <a:pt x="0" y="8058"/>
                  </a:cubicBezTo>
                  <a:lnTo>
                    <a:pt x="0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60A6528A-F85B-32B4-46CD-25C527243F08}"/>
                </a:ext>
              </a:extLst>
            </p:cNvPr>
            <p:cNvSpPr/>
            <p:nvPr/>
          </p:nvSpPr>
          <p:spPr>
            <a:xfrm>
              <a:off x="10625786" y="1824702"/>
              <a:ext cx="5381" cy="9401"/>
            </a:xfrm>
            <a:custGeom>
              <a:avLst/>
              <a:gdLst>
                <a:gd name="connsiteX0" fmla="*/ 2691 w 5381"/>
                <a:gd name="connsiteY0" fmla="*/ 9402 h 9401"/>
                <a:gd name="connsiteX1" fmla="*/ 4036 w 5381"/>
                <a:gd name="connsiteY1" fmla="*/ 9402 h 9401"/>
                <a:gd name="connsiteX2" fmla="*/ 5382 w 5381"/>
                <a:gd name="connsiteY2" fmla="*/ 5372 h 9401"/>
                <a:gd name="connsiteX3" fmla="*/ 4036 w 5381"/>
                <a:gd name="connsiteY3" fmla="*/ 1343 h 9401"/>
                <a:gd name="connsiteX4" fmla="*/ 1346 w 5381"/>
                <a:gd name="connsiteY4" fmla="*/ 0 h 9401"/>
                <a:gd name="connsiteX5" fmla="*/ 0 w 5381"/>
                <a:gd name="connsiteY5" fmla="*/ 2686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9401">
                  <a:moveTo>
                    <a:pt x="2691" y="9402"/>
                  </a:moveTo>
                  <a:lnTo>
                    <a:pt x="4036" y="9402"/>
                  </a:lnTo>
                  <a:lnTo>
                    <a:pt x="5382" y="5372"/>
                  </a:lnTo>
                  <a:lnTo>
                    <a:pt x="4036" y="1343"/>
                  </a:lnTo>
                  <a:lnTo>
                    <a:pt x="1346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7CBDD719-A51E-3CD6-E606-26E5C7F76FA6}"/>
                </a:ext>
              </a:extLst>
            </p:cNvPr>
            <p:cNvSpPr/>
            <p:nvPr/>
          </p:nvSpPr>
          <p:spPr>
            <a:xfrm>
              <a:off x="10620405" y="1831417"/>
              <a:ext cx="6726" cy="8058"/>
            </a:xfrm>
            <a:custGeom>
              <a:avLst/>
              <a:gdLst>
                <a:gd name="connsiteX0" fmla="*/ 4036 w 6726"/>
                <a:gd name="connsiteY0" fmla="*/ 6715 h 8058"/>
                <a:gd name="connsiteX1" fmla="*/ 6727 w 6726"/>
                <a:gd name="connsiteY1" fmla="*/ 8058 h 8058"/>
                <a:gd name="connsiteX2" fmla="*/ 6727 w 6726"/>
                <a:gd name="connsiteY2" fmla="*/ 4029 h 8058"/>
                <a:gd name="connsiteX3" fmla="*/ 4036 w 6726"/>
                <a:gd name="connsiteY3" fmla="*/ 0 h 8058"/>
                <a:gd name="connsiteX4" fmla="*/ 1345 w 6726"/>
                <a:gd name="connsiteY4" fmla="*/ 0 h 8058"/>
                <a:gd name="connsiteX5" fmla="*/ 0 w 6726"/>
                <a:gd name="connsiteY5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8058">
                  <a:moveTo>
                    <a:pt x="4036" y="6715"/>
                  </a:moveTo>
                  <a:lnTo>
                    <a:pt x="6727" y="8058"/>
                  </a:lnTo>
                  <a:lnTo>
                    <a:pt x="6727" y="4029"/>
                  </a:lnTo>
                  <a:lnTo>
                    <a:pt x="4036" y="0"/>
                  </a:lnTo>
                  <a:lnTo>
                    <a:pt x="1345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98E0F9AC-7CFB-BACF-0ADC-59477CE98783}"/>
                </a:ext>
              </a:extLst>
            </p:cNvPr>
            <p:cNvSpPr/>
            <p:nvPr/>
          </p:nvSpPr>
          <p:spPr>
            <a:xfrm>
              <a:off x="10619060" y="1838133"/>
              <a:ext cx="9417" cy="13430"/>
            </a:xfrm>
            <a:custGeom>
              <a:avLst/>
              <a:gdLst>
                <a:gd name="connsiteX0" fmla="*/ 1346 w 9417"/>
                <a:gd name="connsiteY0" fmla="*/ 2686 h 13430"/>
                <a:gd name="connsiteX1" fmla="*/ 5382 w 9417"/>
                <a:gd name="connsiteY1" fmla="*/ 8058 h 13430"/>
                <a:gd name="connsiteX2" fmla="*/ 8073 w 9417"/>
                <a:gd name="connsiteY2" fmla="*/ 13431 h 13430"/>
                <a:gd name="connsiteX3" fmla="*/ 9418 w 9417"/>
                <a:gd name="connsiteY3" fmla="*/ 10745 h 13430"/>
                <a:gd name="connsiteX4" fmla="*/ 6727 w 9417"/>
                <a:gd name="connsiteY4" fmla="*/ 4029 h 13430"/>
                <a:gd name="connsiteX5" fmla="*/ 2691 w 9417"/>
                <a:gd name="connsiteY5" fmla="*/ 0 h 13430"/>
                <a:gd name="connsiteX6" fmla="*/ 0 w 9417"/>
                <a:gd name="connsiteY6" fmla="*/ 1343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13430">
                  <a:moveTo>
                    <a:pt x="1346" y="2686"/>
                  </a:moveTo>
                  <a:lnTo>
                    <a:pt x="5382" y="8058"/>
                  </a:lnTo>
                  <a:lnTo>
                    <a:pt x="8073" y="13431"/>
                  </a:lnTo>
                  <a:lnTo>
                    <a:pt x="9418" y="10745"/>
                  </a:lnTo>
                  <a:lnTo>
                    <a:pt x="6727" y="4029"/>
                  </a:lnTo>
                  <a:lnTo>
                    <a:pt x="2691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DA323318-05C7-020F-51BB-B1713E87AE83}"/>
                </a:ext>
              </a:extLst>
            </p:cNvPr>
            <p:cNvSpPr/>
            <p:nvPr/>
          </p:nvSpPr>
          <p:spPr>
            <a:xfrm>
              <a:off x="10606952" y="1835447"/>
              <a:ext cx="9416" cy="9401"/>
            </a:xfrm>
            <a:custGeom>
              <a:avLst/>
              <a:gdLst>
                <a:gd name="connsiteX0" fmla="*/ 0 w 9416"/>
                <a:gd name="connsiteY0" fmla="*/ 2686 h 9401"/>
                <a:gd name="connsiteX1" fmla="*/ 2690 w 9416"/>
                <a:gd name="connsiteY1" fmla="*/ 8058 h 9401"/>
                <a:gd name="connsiteX2" fmla="*/ 5381 w 9416"/>
                <a:gd name="connsiteY2" fmla="*/ 9401 h 9401"/>
                <a:gd name="connsiteX3" fmla="*/ 8072 w 9416"/>
                <a:gd name="connsiteY3" fmla="*/ 6715 h 9401"/>
                <a:gd name="connsiteX4" fmla="*/ 9417 w 9416"/>
                <a:gd name="connsiteY4" fmla="*/ 6715 h 9401"/>
                <a:gd name="connsiteX5" fmla="*/ 8072 w 9416"/>
                <a:gd name="connsiteY5" fmla="*/ 1343 h 9401"/>
                <a:gd name="connsiteX6" fmla="*/ 4036 w 9416"/>
                <a:gd name="connsiteY6" fmla="*/ 0 h 9401"/>
                <a:gd name="connsiteX7" fmla="*/ 4036 w 9416"/>
                <a:gd name="connsiteY7" fmla="*/ 1343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16" h="9401">
                  <a:moveTo>
                    <a:pt x="0" y="2686"/>
                  </a:moveTo>
                  <a:lnTo>
                    <a:pt x="2690" y="8058"/>
                  </a:lnTo>
                  <a:lnTo>
                    <a:pt x="5381" y="9401"/>
                  </a:lnTo>
                  <a:lnTo>
                    <a:pt x="8072" y="6715"/>
                  </a:lnTo>
                  <a:lnTo>
                    <a:pt x="9417" y="6715"/>
                  </a:lnTo>
                  <a:lnTo>
                    <a:pt x="8072" y="1343"/>
                  </a:lnTo>
                  <a:lnTo>
                    <a:pt x="4036" y="0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8C1D5418-A00C-E46D-96F6-AF1912C22D06}"/>
                </a:ext>
              </a:extLst>
            </p:cNvPr>
            <p:cNvSpPr/>
            <p:nvPr/>
          </p:nvSpPr>
          <p:spPr>
            <a:xfrm>
              <a:off x="10730726" y="1753519"/>
              <a:ext cx="34980" cy="28204"/>
            </a:xfrm>
            <a:custGeom>
              <a:avLst/>
              <a:gdLst>
                <a:gd name="connsiteX0" fmla="*/ 21527 w 34980"/>
                <a:gd name="connsiteY0" fmla="*/ 24175 h 28204"/>
                <a:gd name="connsiteX1" fmla="*/ 25562 w 34980"/>
                <a:gd name="connsiteY1" fmla="*/ 28205 h 28204"/>
                <a:gd name="connsiteX2" fmla="*/ 32289 w 34980"/>
                <a:gd name="connsiteY2" fmla="*/ 25518 h 28204"/>
                <a:gd name="connsiteX3" fmla="*/ 34980 w 34980"/>
                <a:gd name="connsiteY3" fmla="*/ 21489 h 28204"/>
                <a:gd name="connsiteX4" fmla="*/ 34980 w 34980"/>
                <a:gd name="connsiteY4" fmla="*/ 16117 h 28204"/>
                <a:gd name="connsiteX5" fmla="*/ 29598 w 34980"/>
                <a:gd name="connsiteY5" fmla="*/ 10745 h 28204"/>
                <a:gd name="connsiteX6" fmla="*/ 32289 w 34980"/>
                <a:gd name="connsiteY6" fmla="*/ 9402 h 28204"/>
                <a:gd name="connsiteX7" fmla="*/ 29598 w 34980"/>
                <a:gd name="connsiteY7" fmla="*/ 4029 h 28204"/>
                <a:gd name="connsiteX8" fmla="*/ 24217 w 34980"/>
                <a:gd name="connsiteY8" fmla="*/ 0 h 28204"/>
                <a:gd name="connsiteX9" fmla="*/ 22872 w 34980"/>
                <a:gd name="connsiteY9" fmla="*/ 2686 h 28204"/>
                <a:gd name="connsiteX10" fmla="*/ 18836 w 34980"/>
                <a:gd name="connsiteY10" fmla="*/ 2686 h 28204"/>
                <a:gd name="connsiteX11" fmla="*/ 14800 w 34980"/>
                <a:gd name="connsiteY11" fmla="*/ 0 h 28204"/>
                <a:gd name="connsiteX12" fmla="*/ 9418 w 34980"/>
                <a:gd name="connsiteY12" fmla="*/ 0 h 28204"/>
                <a:gd name="connsiteX13" fmla="*/ 8073 w 34980"/>
                <a:gd name="connsiteY13" fmla="*/ 1343 h 28204"/>
                <a:gd name="connsiteX14" fmla="*/ 5382 w 34980"/>
                <a:gd name="connsiteY14" fmla="*/ 2686 h 28204"/>
                <a:gd name="connsiteX15" fmla="*/ 5382 w 34980"/>
                <a:gd name="connsiteY15" fmla="*/ 4029 h 28204"/>
                <a:gd name="connsiteX16" fmla="*/ 1346 w 34980"/>
                <a:gd name="connsiteY16" fmla="*/ 4029 h 28204"/>
                <a:gd name="connsiteX17" fmla="*/ 0 w 34980"/>
                <a:gd name="connsiteY17" fmla="*/ 9402 h 28204"/>
                <a:gd name="connsiteX18" fmla="*/ 1346 w 34980"/>
                <a:gd name="connsiteY18" fmla="*/ 17460 h 28204"/>
                <a:gd name="connsiteX19" fmla="*/ 2691 w 34980"/>
                <a:gd name="connsiteY19" fmla="*/ 18803 h 28204"/>
                <a:gd name="connsiteX20" fmla="*/ 8073 w 34980"/>
                <a:gd name="connsiteY20" fmla="*/ 18803 h 28204"/>
                <a:gd name="connsiteX21" fmla="*/ 14800 w 34980"/>
                <a:gd name="connsiteY21" fmla="*/ 20146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980" h="28204">
                  <a:moveTo>
                    <a:pt x="21527" y="24175"/>
                  </a:moveTo>
                  <a:lnTo>
                    <a:pt x="25562" y="28205"/>
                  </a:lnTo>
                  <a:lnTo>
                    <a:pt x="32289" y="25518"/>
                  </a:lnTo>
                  <a:lnTo>
                    <a:pt x="34980" y="21489"/>
                  </a:lnTo>
                  <a:lnTo>
                    <a:pt x="34980" y="16117"/>
                  </a:lnTo>
                  <a:lnTo>
                    <a:pt x="29598" y="10745"/>
                  </a:lnTo>
                  <a:lnTo>
                    <a:pt x="32289" y="9402"/>
                  </a:lnTo>
                  <a:lnTo>
                    <a:pt x="29598" y="4029"/>
                  </a:lnTo>
                  <a:lnTo>
                    <a:pt x="24217" y="0"/>
                  </a:lnTo>
                  <a:lnTo>
                    <a:pt x="22872" y="2686"/>
                  </a:lnTo>
                  <a:lnTo>
                    <a:pt x="18836" y="2686"/>
                  </a:lnTo>
                  <a:lnTo>
                    <a:pt x="14800" y="0"/>
                  </a:lnTo>
                  <a:lnTo>
                    <a:pt x="9418" y="0"/>
                  </a:lnTo>
                  <a:lnTo>
                    <a:pt x="8073" y="1343"/>
                  </a:lnTo>
                  <a:lnTo>
                    <a:pt x="5382" y="2686"/>
                  </a:lnTo>
                  <a:lnTo>
                    <a:pt x="5382" y="4029"/>
                  </a:lnTo>
                  <a:lnTo>
                    <a:pt x="1346" y="4029"/>
                  </a:lnTo>
                  <a:lnTo>
                    <a:pt x="0" y="9402"/>
                  </a:lnTo>
                  <a:lnTo>
                    <a:pt x="1346" y="17460"/>
                  </a:lnTo>
                  <a:lnTo>
                    <a:pt x="2691" y="18803"/>
                  </a:lnTo>
                  <a:lnTo>
                    <a:pt x="8073" y="18803"/>
                  </a:lnTo>
                  <a:lnTo>
                    <a:pt x="14800" y="2014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E2C0B46D-1326-C798-5388-4A4184573DF6}"/>
                </a:ext>
              </a:extLst>
            </p:cNvPr>
            <p:cNvSpPr/>
            <p:nvPr/>
          </p:nvSpPr>
          <p:spPr>
            <a:xfrm>
              <a:off x="10781851" y="1758891"/>
              <a:ext cx="5381" cy="8058"/>
            </a:xfrm>
            <a:custGeom>
              <a:avLst/>
              <a:gdLst>
                <a:gd name="connsiteX0" fmla="*/ 1345 w 5381"/>
                <a:gd name="connsiteY0" fmla="*/ 8058 h 8058"/>
                <a:gd name="connsiteX1" fmla="*/ 5381 w 5381"/>
                <a:gd name="connsiteY1" fmla="*/ 4029 h 8058"/>
                <a:gd name="connsiteX2" fmla="*/ 5381 w 5381"/>
                <a:gd name="connsiteY2" fmla="*/ 0 h 8058"/>
                <a:gd name="connsiteX3" fmla="*/ 1345 w 5381"/>
                <a:gd name="connsiteY3" fmla="*/ 1343 h 8058"/>
                <a:gd name="connsiteX4" fmla="*/ 0 w 5381"/>
                <a:gd name="connsiteY4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8058">
                  <a:moveTo>
                    <a:pt x="1345" y="8058"/>
                  </a:moveTo>
                  <a:lnTo>
                    <a:pt x="5381" y="4029"/>
                  </a:lnTo>
                  <a:lnTo>
                    <a:pt x="5381" y="0"/>
                  </a:lnTo>
                  <a:lnTo>
                    <a:pt x="1345" y="1343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A36939D1-BC6D-403F-2979-CC5076C1BDE9}"/>
                </a:ext>
              </a:extLst>
            </p:cNvPr>
            <p:cNvSpPr/>
            <p:nvPr/>
          </p:nvSpPr>
          <p:spPr>
            <a:xfrm>
              <a:off x="10679601" y="2782316"/>
              <a:ext cx="170862" cy="374718"/>
            </a:xfrm>
            <a:custGeom>
              <a:avLst/>
              <a:gdLst>
                <a:gd name="connsiteX0" fmla="*/ 139920 w 170862"/>
                <a:gd name="connsiteY0" fmla="*/ 374718 h 374718"/>
                <a:gd name="connsiteX1" fmla="*/ 138574 w 170862"/>
                <a:gd name="connsiteY1" fmla="*/ 369346 h 374718"/>
                <a:gd name="connsiteX2" fmla="*/ 139920 w 170862"/>
                <a:gd name="connsiteY2" fmla="*/ 363974 h 374718"/>
                <a:gd name="connsiteX3" fmla="*/ 137229 w 170862"/>
                <a:gd name="connsiteY3" fmla="*/ 358602 h 374718"/>
                <a:gd name="connsiteX4" fmla="*/ 135884 w 170862"/>
                <a:gd name="connsiteY4" fmla="*/ 353229 h 374718"/>
                <a:gd name="connsiteX5" fmla="*/ 137229 w 170862"/>
                <a:gd name="connsiteY5" fmla="*/ 345171 h 374718"/>
                <a:gd name="connsiteX6" fmla="*/ 141265 w 170862"/>
                <a:gd name="connsiteY6" fmla="*/ 341142 h 374718"/>
                <a:gd name="connsiteX7" fmla="*/ 143955 w 170862"/>
                <a:gd name="connsiteY7" fmla="*/ 341142 h 374718"/>
                <a:gd name="connsiteX8" fmla="*/ 143955 w 170862"/>
                <a:gd name="connsiteY8" fmla="*/ 345171 h 374718"/>
                <a:gd name="connsiteX9" fmla="*/ 146646 w 170862"/>
                <a:gd name="connsiteY9" fmla="*/ 347857 h 374718"/>
                <a:gd name="connsiteX10" fmla="*/ 157409 w 170862"/>
                <a:gd name="connsiteY10" fmla="*/ 346514 h 374718"/>
                <a:gd name="connsiteX11" fmla="*/ 158754 w 170862"/>
                <a:gd name="connsiteY11" fmla="*/ 343828 h 374718"/>
                <a:gd name="connsiteX12" fmla="*/ 161445 w 170862"/>
                <a:gd name="connsiteY12" fmla="*/ 343828 h 374718"/>
                <a:gd name="connsiteX13" fmla="*/ 162791 w 170862"/>
                <a:gd name="connsiteY13" fmla="*/ 346514 h 374718"/>
                <a:gd name="connsiteX14" fmla="*/ 161445 w 170862"/>
                <a:gd name="connsiteY14" fmla="*/ 347857 h 374718"/>
                <a:gd name="connsiteX15" fmla="*/ 161445 w 170862"/>
                <a:gd name="connsiteY15" fmla="*/ 351886 h 374718"/>
                <a:gd name="connsiteX16" fmla="*/ 166827 w 170862"/>
                <a:gd name="connsiteY16" fmla="*/ 357258 h 374718"/>
                <a:gd name="connsiteX17" fmla="*/ 168172 w 170862"/>
                <a:gd name="connsiteY17" fmla="*/ 362631 h 374718"/>
                <a:gd name="connsiteX18" fmla="*/ 170863 w 170862"/>
                <a:gd name="connsiteY18" fmla="*/ 365317 h 374718"/>
                <a:gd name="connsiteX19" fmla="*/ 170863 w 170862"/>
                <a:gd name="connsiteY19" fmla="*/ 362631 h 374718"/>
                <a:gd name="connsiteX20" fmla="*/ 169518 w 170862"/>
                <a:gd name="connsiteY20" fmla="*/ 358602 h 374718"/>
                <a:gd name="connsiteX21" fmla="*/ 170863 w 170862"/>
                <a:gd name="connsiteY21" fmla="*/ 353229 h 374718"/>
                <a:gd name="connsiteX22" fmla="*/ 170863 w 170862"/>
                <a:gd name="connsiteY22" fmla="*/ 347857 h 374718"/>
                <a:gd name="connsiteX23" fmla="*/ 165481 w 170862"/>
                <a:gd name="connsiteY23" fmla="*/ 343828 h 374718"/>
                <a:gd name="connsiteX24" fmla="*/ 164136 w 170862"/>
                <a:gd name="connsiteY24" fmla="*/ 337112 h 374718"/>
                <a:gd name="connsiteX25" fmla="*/ 161445 w 170862"/>
                <a:gd name="connsiteY25" fmla="*/ 331740 h 374718"/>
                <a:gd name="connsiteX26" fmla="*/ 158754 w 170862"/>
                <a:gd name="connsiteY26" fmla="*/ 334426 h 374718"/>
                <a:gd name="connsiteX27" fmla="*/ 154718 w 170862"/>
                <a:gd name="connsiteY27" fmla="*/ 334426 h 374718"/>
                <a:gd name="connsiteX28" fmla="*/ 147991 w 170862"/>
                <a:gd name="connsiteY28" fmla="*/ 329054 h 374718"/>
                <a:gd name="connsiteX29" fmla="*/ 146646 w 170862"/>
                <a:gd name="connsiteY29" fmla="*/ 322338 h 374718"/>
                <a:gd name="connsiteX30" fmla="*/ 143955 w 170862"/>
                <a:gd name="connsiteY30" fmla="*/ 315623 h 374718"/>
                <a:gd name="connsiteX31" fmla="*/ 137229 w 170862"/>
                <a:gd name="connsiteY31" fmla="*/ 310251 h 374718"/>
                <a:gd name="connsiteX32" fmla="*/ 133193 w 170862"/>
                <a:gd name="connsiteY32" fmla="*/ 308908 h 374718"/>
                <a:gd name="connsiteX33" fmla="*/ 129157 w 170862"/>
                <a:gd name="connsiteY33" fmla="*/ 304879 h 374718"/>
                <a:gd name="connsiteX34" fmla="*/ 126466 w 170862"/>
                <a:gd name="connsiteY34" fmla="*/ 295477 h 374718"/>
                <a:gd name="connsiteX35" fmla="*/ 122430 w 170862"/>
                <a:gd name="connsiteY35" fmla="*/ 288761 h 374718"/>
                <a:gd name="connsiteX36" fmla="*/ 121084 w 170862"/>
                <a:gd name="connsiteY36" fmla="*/ 282046 h 374718"/>
                <a:gd name="connsiteX37" fmla="*/ 121084 w 170862"/>
                <a:gd name="connsiteY37" fmla="*/ 273988 h 374718"/>
                <a:gd name="connsiteX38" fmla="*/ 119739 w 170862"/>
                <a:gd name="connsiteY38" fmla="*/ 264586 h 374718"/>
                <a:gd name="connsiteX39" fmla="*/ 117048 w 170862"/>
                <a:gd name="connsiteY39" fmla="*/ 259214 h 374718"/>
                <a:gd name="connsiteX40" fmla="*/ 118393 w 170862"/>
                <a:gd name="connsiteY40" fmla="*/ 249812 h 374718"/>
                <a:gd name="connsiteX41" fmla="*/ 118393 w 170862"/>
                <a:gd name="connsiteY41" fmla="*/ 244440 h 374718"/>
                <a:gd name="connsiteX42" fmla="*/ 114357 w 170862"/>
                <a:gd name="connsiteY42" fmla="*/ 237725 h 374718"/>
                <a:gd name="connsiteX43" fmla="*/ 117048 w 170862"/>
                <a:gd name="connsiteY43" fmla="*/ 235038 h 374718"/>
                <a:gd name="connsiteX44" fmla="*/ 117048 w 170862"/>
                <a:gd name="connsiteY44" fmla="*/ 231009 h 374718"/>
                <a:gd name="connsiteX45" fmla="*/ 117048 w 170862"/>
                <a:gd name="connsiteY45" fmla="*/ 228323 h 374718"/>
                <a:gd name="connsiteX46" fmla="*/ 119739 w 170862"/>
                <a:gd name="connsiteY46" fmla="*/ 228323 h 374718"/>
                <a:gd name="connsiteX47" fmla="*/ 122430 w 170862"/>
                <a:gd name="connsiteY47" fmla="*/ 228323 h 374718"/>
                <a:gd name="connsiteX48" fmla="*/ 129157 w 170862"/>
                <a:gd name="connsiteY48" fmla="*/ 226980 h 374718"/>
                <a:gd name="connsiteX49" fmla="*/ 134538 w 170862"/>
                <a:gd name="connsiteY49" fmla="*/ 228323 h 374718"/>
                <a:gd name="connsiteX50" fmla="*/ 139920 w 170862"/>
                <a:gd name="connsiteY50" fmla="*/ 231009 h 374718"/>
                <a:gd name="connsiteX51" fmla="*/ 143955 w 170862"/>
                <a:gd name="connsiteY51" fmla="*/ 239068 h 374718"/>
                <a:gd name="connsiteX52" fmla="*/ 149337 w 170862"/>
                <a:gd name="connsiteY52" fmla="*/ 240411 h 374718"/>
                <a:gd name="connsiteX53" fmla="*/ 154718 w 170862"/>
                <a:gd name="connsiteY53" fmla="*/ 244440 h 374718"/>
                <a:gd name="connsiteX54" fmla="*/ 158754 w 170862"/>
                <a:gd name="connsiteY54" fmla="*/ 251155 h 374718"/>
                <a:gd name="connsiteX55" fmla="*/ 161445 w 170862"/>
                <a:gd name="connsiteY55" fmla="*/ 252498 h 374718"/>
                <a:gd name="connsiteX56" fmla="*/ 158754 w 170862"/>
                <a:gd name="connsiteY56" fmla="*/ 245783 h 374718"/>
                <a:gd name="connsiteX57" fmla="*/ 154718 w 170862"/>
                <a:gd name="connsiteY57" fmla="*/ 239068 h 374718"/>
                <a:gd name="connsiteX58" fmla="*/ 146646 w 170862"/>
                <a:gd name="connsiteY58" fmla="*/ 233695 h 374718"/>
                <a:gd name="connsiteX59" fmla="*/ 142610 w 170862"/>
                <a:gd name="connsiteY59" fmla="*/ 226980 h 374718"/>
                <a:gd name="connsiteX60" fmla="*/ 138574 w 170862"/>
                <a:gd name="connsiteY60" fmla="*/ 220265 h 374718"/>
                <a:gd name="connsiteX61" fmla="*/ 138574 w 170862"/>
                <a:gd name="connsiteY61" fmla="*/ 217579 h 374718"/>
                <a:gd name="connsiteX62" fmla="*/ 134538 w 170862"/>
                <a:gd name="connsiteY62" fmla="*/ 214892 h 374718"/>
                <a:gd name="connsiteX63" fmla="*/ 130502 w 170862"/>
                <a:gd name="connsiteY63" fmla="*/ 205491 h 374718"/>
                <a:gd name="connsiteX64" fmla="*/ 127811 w 170862"/>
                <a:gd name="connsiteY64" fmla="*/ 198775 h 374718"/>
                <a:gd name="connsiteX65" fmla="*/ 123775 w 170862"/>
                <a:gd name="connsiteY65" fmla="*/ 197432 h 374718"/>
                <a:gd name="connsiteX66" fmla="*/ 123775 w 170862"/>
                <a:gd name="connsiteY66" fmla="*/ 192060 h 374718"/>
                <a:gd name="connsiteX67" fmla="*/ 115703 w 170862"/>
                <a:gd name="connsiteY67" fmla="*/ 184002 h 374718"/>
                <a:gd name="connsiteX68" fmla="*/ 108976 w 170862"/>
                <a:gd name="connsiteY68" fmla="*/ 170571 h 374718"/>
                <a:gd name="connsiteX69" fmla="*/ 107630 w 170862"/>
                <a:gd name="connsiteY69" fmla="*/ 163855 h 374718"/>
                <a:gd name="connsiteX70" fmla="*/ 98212 w 170862"/>
                <a:gd name="connsiteY70" fmla="*/ 151768 h 374718"/>
                <a:gd name="connsiteX71" fmla="*/ 92831 w 170862"/>
                <a:gd name="connsiteY71" fmla="*/ 143709 h 374718"/>
                <a:gd name="connsiteX72" fmla="*/ 90140 w 170862"/>
                <a:gd name="connsiteY72" fmla="*/ 141023 h 374718"/>
                <a:gd name="connsiteX73" fmla="*/ 90140 w 170862"/>
                <a:gd name="connsiteY73" fmla="*/ 135651 h 374718"/>
                <a:gd name="connsiteX74" fmla="*/ 86104 w 170862"/>
                <a:gd name="connsiteY74" fmla="*/ 130278 h 374718"/>
                <a:gd name="connsiteX75" fmla="*/ 83414 w 170862"/>
                <a:gd name="connsiteY75" fmla="*/ 128935 h 374718"/>
                <a:gd name="connsiteX76" fmla="*/ 83414 w 170862"/>
                <a:gd name="connsiteY76" fmla="*/ 131621 h 374718"/>
                <a:gd name="connsiteX77" fmla="*/ 79378 w 170862"/>
                <a:gd name="connsiteY77" fmla="*/ 130278 h 374718"/>
                <a:gd name="connsiteX78" fmla="*/ 79378 w 170862"/>
                <a:gd name="connsiteY78" fmla="*/ 128935 h 374718"/>
                <a:gd name="connsiteX79" fmla="*/ 79378 w 170862"/>
                <a:gd name="connsiteY79" fmla="*/ 124906 h 374718"/>
                <a:gd name="connsiteX80" fmla="*/ 78032 w 170862"/>
                <a:gd name="connsiteY80" fmla="*/ 120877 h 374718"/>
                <a:gd name="connsiteX81" fmla="*/ 73996 w 170862"/>
                <a:gd name="connsiteY81" fmla="*/ 118191 h 374718"/>
                <a:gd name="connsiteX82" fmla="*/ 68615 w 170862"/>
                <a:gd name="connsiteY82" fmla="*/ 111475 h 374718"/>
                <a:gd name="connsiteX83" fmla="*/ 65924 w 170862"/>
                <a:gd name="connsiteY83" fmla="*/ 104760 h 374718"/>
                <a:gd name="connsiteX84" fmla="*/ 63233 w 170862"/>
                <a:gd name="connsiteY84" fmla="*/ 100731 h 374718"/>
                <a:gd name="connsiteX85" fmla="*/ 63233 w 170862"/>
                <a:gd name="connsiteY85" fmla="*/ 95358 h 374718"/>
                <a:gd name="connsiteX86" fmla="*/ 64578 w 170862"/>
                <a:gd name="connsiteY86" fmla="*/ 91329 h 374718"/>
                <a:gd name="connsiteX87" fmla="*/ 65924 w 170862"/>
                <a:gd name="connsiteY87" fmla="*/ 92672 h 374718"/>
                <a:gd name="connsiteX88" fmla="*/ 63233 w 170862"/>
                <a:gd name="connsiteY88" fmla="*/ 84614 h 374718"/>
                <a:gd name="connsiteX89" fmla="*/ 63233 w 170862"/>
                <a:gd name="connsiteY89" fmla="*/ 76555 h 374718"/>
                <a:gd name="connsiteX90" fmla="*/ 61888 w 170862"/>
                <a:gd name="connsiteY90" fmla="*/ 69840 h 374718"/>
                <a:gd name="connsiteX91" fmla="*/ 56506 w 170862"/>
                <a:gd name="connsiteY91" fmla="*/ 68497 h 374718"/>
                <a:gd name="connsiteX92" fmla="*/ 51124 w 170862"/>
                <a:gd name="connsiteY92" fmla="*/ 61782 h 374718"/>
                <a:gd name="connsiteX93" fmla="*/ 49779 w 170862"/>
                <a:gd name="connsiteY93" fmla="*/ 59095 h 374718"/>
                <a:gd name="connsiteX94" fmla="*/ 47088 w 170862"/>
                <a:gd name="connsiteY94" fmla="*/ 56409 h 374718"/>
                <a:gd name="connsiteX95" fmla="*/ 47088 w 170862"/>
                <a:gd name="connsiteY95" fmla="*/ 53723 h 374718"/>
                <a:gd name="connsiteX96" fmla="*/ 49779 w 170862"/>
                <a:gd name="connsiteY96" fmla="*/ 52380 h 374718"/>
                <a:gd name="connsiteX97" fmla="*/ 53815 w 170862"/>
                <a:gd name="connsiteY97" fmla="*/ 57752 h 374718"/>
                <a:gd name="connsiteX98" fmla="*/ 59197 w 170862"/>
                <a:gd name="connsiteY98" fmla="*/ 64468 h 374718"/>
                <a:gd name="connsiteX99" fmla="*/ 56506 w 170862"/>
                <a:gd name="connsiteY99" fmla="*/ 57752 h 374718"/>
                <a:gd name="connsiteX100" fmla="*/ 51124 w 170862"/>
                <a:gd name="connsiteY100" fmla="*/ 49694 h 374718"/>
                <a:gd name="connsiteX101" fmla="*/ 45743 w 170862"/>
                <a:gd name="connsiteY101" fmla="*/ 42978 h 374718"/>
                <a:gd name="connsiteX102" fmla="*/ 43052 w 170862"/>
                <a:gd name="connsiteY102" fmla="*/ 42978 h 374718"/>
                <a:gd name="connsiteX103" fmla="*/ 41707 w 170862"/>
                <a:gd name="connsiteY103" fmla="*/ 38949 h 374718"/>
                <a:gd name="connsiteX104" fmla="*/ 30943 w 170862"/>
                <a:gd name="connsiteY104" fmla="*/ 29548 h 374718"/>
                <a:gd name="connsiteX105" fmla="*/ 26908 w 170862"/>
                <a:gd name="connsiteY105" fmla="*/ 24175 h 374718"/>
                <a:gd name="connsiteX106" fmla="*/ 28253 w 170862"/>
                <a:gd name="connsiteY106" fmla="*/ 16117 h 374718"/>
                <a:gd name="connsiteX107" fmla="*/ 24217 w 170862"/>
                <a:gd name="connsiteY107" fmla="*/ 12088 h 374718"/>
                <a:gd name="connsiteX108" fmla="*/ 17490 w 170862"/>
                <a:gd name="connsiteY108" fmla="*/ 9401 h 374718"/>
                <a:gd name="connsiteX109" fmla="*/ 13454 w 170862"/>
                <a:gd name="connsiteY109" fmla="*/ 2686 h 374718"/>
                <a:gd name="connsiteX110" fmla="*/ 12109 w 170862"/>
                <a:gd name="connsiteY110" fmla="*/ 0 h 374718"/>
                <a:gd name="connsiteX111" fmla="*/ 9418 w 170862"/>
                <a:gd name="connsiteY111" fmla="*/ 2686 h 374718"/>
                <a:gd name="connsiteX112" fmla="*/ 12109 w 170862"/>
                <a:gd name="connsiteY112" fmla="*/ 5372 h 374718"/>
                <a:gd name="connsiteX113" fmla="*/ 12109 w 170862"/>
                <a:gd name="connsiteY113" fmla="*/ 8058 h 374718"/>
                <a:gd name="connsiteX114" fmla="*/ 8073 w 170862"/>
                <a:gd name="connsiteY114" fmla="*/ 9401 h 374718"/>
                <a:gd name="connsiteX115" fmla="*/ 5382 w 170862"/>
                <a:gd name="connsiteY115" fmla="*/ 6715 h 374718"/>
                <a:gd name="connsiteX116" fmla="*/ 0 w 170862"/>
                <a:gd name="connsiteY116" fmla="*/ 6715 h 374718"/>
                <a:gd name="connsiteX117" fmla="*/ 6727 w 170862"/>
                <a:gd name="connsiteY117" fmla="*/ 14774 h 374718"/>
                <a:gd name="connsiteX118" fmla="*/ 16145 w 170862"/>
                <a:gd name="connsiteY118" fmla="*/ 20146 h 374718"/>
                <a:gd name="connsiteX119" fmla="*/ 18836 w 170862"/>
                <a:gd name="connsiteY119" fmla="*/ 24175 h 374718"/>
                <a:gd name="connsiteX120" fmla="*/ 18836 w 170862"/>
                <a:gd name="connsiteY120" fmla="*/ 29548 h 374718"/>
                <a:gd name="connsiteX121" fmla="*/ 20181 w 170862"/>
                <a:gd name="connsiteY121" fmla="*/ 26862 h 374718"/>
                <a:gd name="connsiteX122" fmla="*/ 24217 w 170862"/>
                <a:gd name="connsiteY122" fmla="*/ 26862 h 374718"/>
                <a:gd name="connsiteX123" fmla="*/ 25562 w 170862"/>
                <a:gd name="connsiteY123" fmla="*/ 30891 h 374718"/>
                <a:gd name="connsiteX124" fmla="*/ 22872 w 170862"/>
                <a:gd name="connsiteY124" fmla="*/ 33577 h 374718"/>
                <a:gd name="connsiteX125" fmla="*/ 18836 w 170862"/>
                <a:gd name="connsiteY125" fmla="*/ 34920 h 374718"/>
                <a:gd name="connsiteX126" fmla="*/ 20181 w 170862"/>
                <a:gd name="connsiteY126" fmla="*/ 37606 h 374718"/>
                <a:gd name="connsiteX127" fmla="*/ 24217 w 170862"/>
                <a:gd name="connsiteY127" fmla="*/ 37606 h 374718"/>
                <a:gd name="connsiteX128" fmla="*/ 25562 w 170862"/>
                <a:gd name="connsiteY128" fmla="*/ 42978 h 374718"/>
                <a:gd name="connsiteX129" fmla="*/ 21527 w 170862"/>
                <a:gd name="connsiteY129" fmla="*/ 45665 h 374718"/>
                <a:gd name="connsiteX130" fmla="*/ 17490 w 170862"/>
                <a:gd name="connsiteY130" fmla="*/ 44321 h 374718"/>
                <a:gd name="connsiteX131" fmla="*/ 14800 w 170862"/>
                <a:gd name="connsiteY131" fmla="*/ 40292 h 374718"/>
                <a:gd name="connsiteX132" fmla="*/ 10763 w 170862"/>
                <a:gd name="connsiteY132" fmla="*/ 44321 h 374718"/>
                <a:gd name="connsiteX133" fmla="*/ 8073 w 170862"/>
                <a:gd name="connsiteY133" fmla="*/ 51037 h 374718"/>
                <a:gd name="connsiteX134" fmla="*/ 12109 w 170862"/>
                <a:gd name="connsiteY134" fmla="*/ 56409 h 374718"/>
                <a:gd name="connsiteX135" fmla="*/ 14800 w 170862"/>
                <a:gd name="connsiteY135" fmla="*/ 61782 h 374718"/>
                <a:gd name="connsiteX136" fmla="*/ 20181 w 170862"/>
                <a:gd name="connsiteY136" fmla="*/ 68497 h 374718"/>
                <a:gd name="connsiteX137" fmla="*/ 24217 w 170862"/>
                <a:gd name="connsiteY137" fmla="*/ 76555 h 374718"/>
                <a:gd name="connsiteX138" fmla="*/ 24217 w 170862"/>
                <a:gd name="connsiteY138" fmla="*/ 87300 h 374718"/>
                <a:gd name="connsiteX139" fmla="*/ 26908 w 170862"/>
                <a:gd name="connsiteY139" fmla="*/ 89986 h 374718"/>
                <a:gd name="connsiteX140" fmla="*/ 26908 w 170862"/>
                <a:gd name="connsiteY140" fmla="*/ 98045 h 374718"/>
                <a:gd name="connsiteX141" fmla="*/ 30943 w 170862"/>
                <a:gd name="connsiteY141" fmla="*/ 110132 h 374718"/>
                <a:gd name="connsiteX142" fmla="*/ 34980 w 170862"/>
                <a:gd name="connsiteY142" fmla="*/ 119534 h 374718"/>
                <a:gd name="connsiteX143" fmla="*/ 40361 w 170862"/>
                <a:gd name="connsiteY143" fmla="*/ 122220 h 374718"/>
                <a:gd name="connsiteX144" fmla="*/ 41707 w 170862"/>
                <a:gd name="connsiteY144" fmla="*/ 124906 h 374718"/>
                <a:gd name="connsiteX145" fmla="*/ 39016 w 170862"/>
                <a:gd name="connsiteY145" fmla="*/ 126249 h 374718"/>
                <a:gd name="connsiteX146" fmla="*/ 51124 w 170862"/>
                <a:gd name="connsiteY146" fmla="*/ 138337 h 374718"/>
                <a:gd name="connsiteX147" fmla="*/ 56506 w 170862"/>
                <a:gd name="connsiteY147" fmla="*/ 139680 h 374718"/>
                <a:gd name="connsiteX148" fmla="*/ 61888 w 170862"/>
                <a:gd name="connsiteY148" fmla="*/ 149082 h 374718"/>
                <a:gd name="connsiteX149" fmla="*/ 63233 w 170862"/>
                <a:gd name="connsiteY149" fmla="*/ 157140 h 374718"/>
                <a:gd name="connsiteX150" fmla="*/ 63233 w 170862"/>
                <a:gd name="connsiteY150" fmla="*/ 163855 h 374718"/>
                <a:gd name="connsiteX151" fmla="*/ 67269 w 170862"/>
                <a:gd name="connsiteY151" fmla="*/ 170571 h 374718"/>
                <a:gd name="connsiteX152" fmla="*/ 67269 w 170862"/>
                <a:gd name="connsiteY152" fmla="*/ 175943 h 374718"/>
                <a:gd name="connsiteX153" fmla="*/ 71305 w 170862"/>
                <a:gd name="connsiteY153" fmla="*/ 179972 h 374718"/>
                <a:gd name="connsiteX154" fmla="*/ 76687 w 170862"/>
                <a:gd name="connsiteY154" fmla="*/ 185345 h 374718"/>
                <a:gd name="connsiteX155" fmla="*/ 75342 w 170862"/>
                <a:gd name="connsiteY155" fmla="*/ 186688 h 374718"/>
                <a:gd name="connsiteX156" fmla="*/ 75342 w 170862"/>
                <a:gd name="connsiteY156" fmla="*/ 190717 h 374718"/>
                <a:gd name="connsiteX157" fmla="*/ 80723 w 170862"/>
                <a:gd name="connsiteY157" fmla="*/ 198775 h 374718"/>
                <a:gd name="connsiteX158" fmla="*/ 82068 w 170862"/>
                <a:gd name="connsiteY158" fmla="*/ 205491 h 374718"/>
                <a:gd name="connsiteX159" fmla="*/ 84759 w 170862"/>
                <a:gd name="connsiteY159" fmla="*/ 212206 h 374718"/>
                <a:gd name="connsiteX160" fmla="*/ 86104 w 170862"/>
                <a:gd name="connsiteY160" fmla="*/ 221608 h 374718"/>
                <a:gd name="connsiteX161" fmla="*/ 87449 w 170862"/>
                <a:gd name="connsiteY161" fmla="*/ 225637 h 374718"/>
                <a:gd name="connsiteX162" fmla="*/ 87449 w 170862"/>
                <a:gd name="connsiteY162" fmla="*/ 229666 h 374718"/>
                <a:gd name="connsiteX163" fmla="*/ 87449 w 170862"/>
                <a:gd name="connsiteY163" fmla="*/ 239068 h 374718"/>
                <a:gd name="connsiteX164" fmla="*/ 92831 w 170862"/>
                <a:gd name="connsiteY164" fmla="*/ 248469 h 374718"/>
                <a:gd name="connsiteX165" fmla="*/ 91485 w 170862"/>
                <a:gd name="connsiteY165" fmla="*/ 252498 h 374718"/>
                <a:gd name="connsiteX166" fmla="*/ 91485 w 170862"/>
                <a:gd name="connsiteY166" fmla="*/ 259214 h 374718"/>
                <a:gd name="connsiteX167" fmla="*/ 96867 w 170862"/>
                <a:gd name="connsiteY167" fmla="*/ 264586 h 374718"/>
                <a:gd name="connsiteX168" fmla="*/ 106285 w 170862"/>
                <a:gd name="connsiteY168" fmla="*/ 275331 h 374718"/>
                <a:gd name="connsiteX169" fmla="*/ 106285 w 170862"/>
                <a:gd name="connsiteY169" fmla="*/ 280703 h 374718"/>
                <a:gd name="connsiteX170" fmla="*/ 110321 w 170862"/>
                <a:gd name="connsiteY170" fmla="*/ 288761 h 374718"/>
                <a:gd name="connsiteX171" fmla="*/ 108976 w 170862"/>
                <a:gd name="connsiteY171" fmla="*/ 299506 h 374718"/>
                <a:gd name="connsiteX172" fmla="*/ 110321 w 170862"/>
                <a:gd name="connsiteY172" fmla="*/ 307565 h 374718"/>
                <a:gd name="connsiteX173" fmla="*/ 114357 w 170862"/>
                <a:gd name="connsiteY173" fmla="*/ 315623 h 374718"/>
                <a:gd name="connsiteX174" fmla="*/ 115703 w 170862"/>
                <a:gd name="connsiteY174" fmla="*/ 320995 h 374718"/>
                <a:gd name="connsiteX175" fmla="*/ 123775 w 170862"/>
                <a:gd name="connsiteY175" fmla="*/ 330397 h 374718"/>
                <a:gd name="connsiteX176" fmla="*/ 123775 w 170862"/>
                <a:gd name="connsiteY176" fmla="*/ 334426 h 374718"/>
                <a:gd name="connsiteX177" fmla="*/ 122430 w 170862"/>
                <a:gd name="connsiteY177" fmla="*/ 342485 h 374718"/>
                <a:gd name="connsiteX178" fmla="*/ 121084 w 170862"/>
                <a:gd name="connsiteY178" fmla="*/ 353229 h 374718"/>
                <a:gd name="connsiteX179" fmla="*/ 123775 w 170862"/>
                <a:gd name="connsiteY179" fmla="*/ 359945 h 374718"/>
                <a:gd name="connsiteX180" fmla="*/ 129157 w 170862"/>
                <a:gd name="connsiteY180" fmla="*/ 363974 h 374718"/>
                <a:gd name="connsiteX181" fmla="*/ 133193 w 170862"/>
                <a:gd name="connsiteY181" fmla="*/ 370689 h 37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170862" h="374718">
                  <a:moveTo>
                    <a:pt x="139920" y="374718"/>
                  </a:moveTo>
                  <a:lnTo>
                    <a:pt x="138574" y="369346"/>
                  </a:lnTo>
                  <a:lnTo>
                    <a:pt x="139920" y="363974"/>
                  </a:lnTo>
                  <a:lnTo>
                    <a:pt x="137229" y="358602"/>
                  </a:lnTo>
                  <a:lnTo>
                    <a:pt x="135884" y="353229"/>
                  </a:lnTo>
                  <a:lnTo>
                    <a:pt x="137229" y="345171"/>
                  </a:lnTo>
                  <a:lnTo>
                    <a:pt x="141265" y="341142"/>
                  </a:lnTo>
                  <a:lnTo>
                    <a:pt x="143955" y="341142"/>
                  </a:lnTo>
                  <a:lnTo>
                    <a:pt x="143955" y="345171"/>
                  </a:lnTo>
                  <a:lnTo>
                    <a:pt x="146646" y="347857"/>
                  </a:lnTo>
                  <a:lnTo>
                    <a:pt x="157409" y="346514"/>
                  </a:lnTo>
                  <a:lnTo>
                    <a:pt x="158754" y="343828"/>
                  </a:lnTo>
                  <a:lnTo>
                    <a:pt x="161445" y="343828"/>
                  </a:lnTo>
                  <a:lnTo>
                    <a:pt x="162791" y="346514"/>
                  </a:lnTo>
                  <a:lnTo>
                    <a:pt x="161445" y="347857"/>
                  </a:lnTo>
                  <a:lnTo>
                    <a:pt x="161445" y="351886"/>
                  </a:lnTo>
                  <a:lnTo>
                    <a:pt x="166827" y="357258"/>
                  </a:lnTo>
                  <a:lnTo>
                    <a:pt x="168172" y="362631"/>
                  </a:lnTo>
                  <a:lnTo>
                    <a:pt x="170863" y="365317"/>
                  </a:lnTo>
                  <a:lnTo>
                    <a:pt x="170863" y="362631"/>
                  </a:lnTo>
                  <a:lnTo>
                    <a:pt x="169518" y="358602"/>
                  </a:lnTo>
                  <a:lnTo>
                    <a:pt x="170863" y="353229"/>
                  </a:lnTo>
                  <a:lnTo>
                    <a:pt x="170863" y="347857"/>
                  </a:lnTo>
                  <a:lnTo>
                    <a:pt x="165481" y="343828"/>
                  </a:lnTo>
                  <a:lnTo>
                    <a:pt x="164136" y="337112"/>
                  </a:lnTo>
                  <a:lnTo>
                    <a:pt x="161445" y="331740"/>
                  </a:lnTo>
                  <a:lnTo>
                    <a:pt x="158754" y="334426"/>
                  </a:lnTo>
                  <a:lnTo>
                    <a:pt x="154718" y="334426"/>
                  </a:lnTo>
                  <a:lnTo>
                    <a:pt x="147991" y="329054"/>
                  </a:lnTo>
                  <a:lnTo>
                    <a:pt x="146646" y="322338"/>
                  </a:lnTo>
                  <a:lnTo>
                    <a:pt x="143955" y="315623"/>
                  </a:lnTo>
                  <a:lnTo>
                    <a:pt x="137229" y="310251"/>
                  </a:lnTo>
                  <a:lnTo>
                    <a:pt x="133193" y="308908"/>
                  </a:lnTo>
                  <a:lnTo>
                    <a:pt x="129157" y="304879"/>
                  </a:lnTo>
                  <a:lnTo>
                    <a:pt x="126466" y="295477"/>
                  </a:lnTo>
                  <a:lnTo>
                    <a:pt x="122430" y="288761"/>
                  </a:lnTo>
                  <a:lnTo>
                    <a:pt x="121084" y="282046"/>
                  </a:lnTo>
                  <a:lnTo>
                    <a:pt x="121084" y="273988"/>
                  </a:lnTo>
                  <a:lnTo>
                    <a:pt x="119739" y="264586"/>
                  </a:lnTo>
                  <a:lnTo>
                    <a:pt x="117048" y="259214"/>
                  </a:lnTo>
                  <a:lnTo>
                    <a:pt x="118393" y="249812"/>
                  </a:lnTo>
                  <a:lnTo>
                    <a:pt x="118393" y="244440"/>
                  </a:lnTo>
                  <a:lnTo>
                    <a:pt x="114357" y="237725"/>
                  </a:lnTo>
                  <a:lnTo>
                    <a:pt x="117048" y="235038"/>
                  </a:lnTo>
                  <a:lnTo>
                    <a:pt x="117048" y="231009"/>
                  </a:lnTo>
                  <a:lnTo>
                    <a:pt x="117048" y="228323"/>
                  </a:lnTo>
                  <a:lnTo>
                    <a:pt x="119739" y="228323"/>
                  </a:lnTo>
                  <a:lnTo>
                    <a:pt x="122430" y="228323"/>
                  </a:lnTo>
                  <a:lnTo>
                    <a:pt x="129157" y="226980"/>
                  </a:lnTo>
                  <a:lnTo>
                    <a:pt x="134538" y="228323"/>
                  </a:lnTo>
                  <a:lnTo>
                    <a:pt x="139920" y="231009"/>
                  </a:lnTo>
                  <a:lnTo>
                    <a:pt x="143955" y="239068"/>
                  </a:lnTo>
                  <a:lnTo>
                    <a:pt x="149337" y="240411"/>
                  </a:lnTo>
                  <a:lnTo>
                    <a:pt x="154718" y="244440"/>
                  </a:lnTo>
                  <a:lnTo>
                    <a:pt x="158754" y="251155"/>
                  </a:lnTo>
                  <a:lnTo>
                    <a:pt x="161445" y="252498"/>
                  </a:lnTo>
                  <a:lnTo>
                    <a:pt x="158754" y="245783"/>
                  </a:lnTo>
                  <a:lnTo>
                    <a:pt x="154718" y="239068"/>
                  </a:lnTo>
                  <a:lnTo>
                    <a:pt x="146646" y="233695"/>
                  </a:lnTo>
                  <a:lnTo>
                    <a:pt x="142610" y="226980"/>
                  </a:lnTo>
                  <a:lnTo>
                    <a:pt x="138574" y="220265"/>
                  </a:lnTo>
                  <a:lnTo>
                    <a:pt x="138574" y="217579"/>
                  </a:lnTo>
                  <a:lnTo>
                    <a:pt x="134538" y="214892"/>
                  </a:lnTo>
                  <a:lnTo>
                    <a:pt x="130502" y="205491"/>
                  </a:lnTo>
                  <a:lnTo>
                    <a:pt x="127811" y="198775"/>
                  </a:lnTo>
                  <a:lnTo>
                    <a:pt x="123775" y="197432"/>
                  </a:lnTo>
                  <a:lnTo>
                    <a:pt x="123775" y="192060"/>
                  </a:lnTo>
                  <a:lnTo>
                    <a:pt x="115703" y="184002"/>
                  </a:lnTo>
                  <a:lnTo>
                    <a:pt x="108976" y="170571"/>
                  </a:lnTo>
                  <a:lnTo>
                    <a:pt x="107630" y="163855"/>
                  </a:lnTo>
                  <a:lnTo>
                    <a:pt x="98212" y="151768"/>
                  </a:lnTo>
                  <a:lnTo>
                    <a:pt x="92831" y="143709"/>
                  </a:lnTo>
                  <a:lnTo>
                    <a:pt x="90140" y="141023"/>
                  </a:lnTo>
                  <a:lnTo>
                    <a:pt x="90140" y="135651"/>
                  </a:lnTo>
                  <a:lnTo>
                    <a:pt x="86104" y="130278"/>
                  </a:lnTo>
                  <a:lnTo>
                    <a:pt x="83414" y="128935"/>
                  </a:lnTo>
                  <a:lnTo>
                    <a:pt x="83414" y="131621"/>
                  </a:lnTo>
                  <a:lnTo>
                    <a:pt x="79378" y="130278"/>
                  </a:lnTo>
                  <a:lnTo>
                    <a:pt x="79378" y="128935"/>
                  </a:lnTo>
                  <a:lnTo>
                    <a:pt x="79378" y="124906"/>
                  </a:lnTo>
                  <a:lnTo>
                    <a:pt x="78032" y="120877"/>
                  </a:lnTo>
                  <a:lnTo>
                    <a:pt x="73996" y="118191"/>
                  </a:lnTo>
                  <a:lnTo>
                    <a:pt x="68615" y="111475"/>
                  </a:lnTo>
                  <a:lnTo>
                    <a:pt x="65924" y="104760"/>
                  </a:lnTo>
                  <a:lnTo>
                    <a:pt x="63233" y="100731"/>
                  </a:lnTo>
                  <a:lnTo>
                    <a:pt x="63233" y="95358"/>
                  </a:lnTo>
                  <a:lnTo>
                    <a:pt x="64578" y="91329"/>
                  </a:lnTo>
                  <a:lnTo>
                    <a:pt x="65924" y="92672"/>
                  </a:lnTo>
                  <a:lnTo>
                    <a:pt x="63233" y="84614"/>
                  </a:lnTo>
                  <a:lnTo>
                    <a:pt x="63233" y="76555"/>
                  </a:lnTo>
                  <a:lnTo>
                    <a:pt x="61888" y="69840"/>
                  </a:lnTo>
                  <a:lnTo>
                    <a:pt x="56506" y="68497"/>
                  </a:lnTo>
                  <a:lnTo>
                    <a:pt x="51124" y="61782"/>
                  </a:lnTo>
                  <a:lnTo>
                    <a:pt x="49779" y="59095"/>
                  </a:lnTo>
                  <a:lnTo>
                    <a:pt x="47088" y="56409"/>
                  </a:lnTo>
                  <a:lnTo>
                    <a:pt x="47088" y="53723"/>
                  </a:lnTo>
                  <a:lnTo>
                    <a:pt x="49779" y="52380"/>
                  </a:lnTo>
                  <a:lnTo>
                    <a:pt x="53815" y="57752"/>
                  </a:lnTo>
                  <a:lnTo>
                    <a:pt x="59197" y="64468"/>
                  </a:lnTo>
                  <a:lnTo>
                    <a:pt x="56506" y="57752"/>
                  </a:lnTo>
                  <a:lnTo>
                    <a:pt x="51124" y="49694"/>
                  </a:lnTo>
                  <a:lnTo>
                    <a:pt x="45743" y="42978"/>
                  </a:lnTo>
                  <a:lnTo>
                    <a:pt x="43052" y="42978"/>
                  </a:lnTo>
                  <a:lnTo>
                    <a:pt x="41707" y="38949"/>
                  </a:lnTo>
                  <a:lnTo>
                    <a:pt x="30943" y="29548"/>
                  </a:lnTo>
                  <a:lnTo>
                    <a:pt x="26908" y="24175"/>
                  </a:lnTo>
                  <a:lnTo>
                    <a:pt x="28253" y="16117"/>
                  </a:lnTo>
                  <a:lnTo>
                    <a:pt x="24217" y="12088"/>
                  </a:lnTo>
                  <a:lnTo>
                    <a:pt x="17490" y="9401"/>
                  </a:lnTo>
                  <a:lnTo>
                    <a:pt x="13454" y="2686"/>
                  </a:lnTo>
                  <a:lnTo>
                    <a:pt x="12109" y="0"/>
                  </a:lnTo>
                  <a:lnTo>
                    <a:pt x="9418" y="2686"/>
                  </a:lnTo>
                  <a:lnTo>
                    <a:pt x="12109" y="5372"/>
                  </a:lnTo>
                  <a:lnTo>
                    <a:pt x="12109" y="8058"/>
                  </a:lnTo>
                  <a:lnTo>
                    <a:pt x="8073" y="9401"/>
                  </a:lnTo>
                  <a:lnTo>
                    <a:pt x="5382" y="6715"/>
                  </a:lnTo>
                  <a:lnTo>
                    <a:pt x="0" y="6715"/>
                  </a:lnTo>
                  <a:lnTo>
                    <a:pt x="6727" y="14774"/>
                  </a:lnTo>
                  <a:lnTo>
                    <a:pt x="16145" y="20146"/>
                  </a:lnTo>
                  <a:lnTo>
                    <a:pt x="18836" y="24175"/>
                  </a:lnTo>
                  <a:lnTo>
                    <a:pt x="18836" y="29548"/>
                  </a:lnTo>
                  <a:lnTo>
                    <a:pt x="20181" y="26862"/>
                  </a:lnTo>
                  <a:lnTo>
                    <a:pt x="24217" y="26862"/>
                  </a:lnTo>
                  <a:lnTo>
                    <a:pt x="25562" y="30891"/>
                  </a:lnTo>
                  <a:lnTo>
                    <a:pt x="22872" y="33577"/>
                  </a:lnTo>
                  <a:lnTo>
                    <a:pt x="18836" y="34920"/>
                  </a:lnTo>
                  <a:lnTo>
                    <a:pt x="20181" y="37606"/>
                  </a:lnTo>
                  <a:lnTo>
                    <a:pt x="24217" y="37606"/>
                  </a:lnTo>
                  <a:lnTo>
                    <a:pt x="25562" y="42978"/>
                  </a:lnTo>
                  <a:lnTo>
                    <a:pt x="21527" y="45665"/>
                  </a:lnTo>
                  <a:lnTo>
                    <a:pt x="17490" y="44321"/>
                  </a:lnTo>
                  <a:lnTo>
                    <a:pt x="14800" y="40292"/>
                  </a:lnTo>
                  <a:lnTo>
                    <a:pt x="10763" y="44321"/>
                  </a:lnTo>
                  <a:lnTo>
                    <a:pt x="8073" y="51037"/>
                  </a:lnTo>
                  <a:lnTo>
                    <a:pt x="12109" y="56409"/>
                  </a:lnTo>
                  <a:lnTo>
                    <a:pt x="14800" y="61782"/>
                  </a:lnTo>
                  <a:lnTo>
                    <a:pt x="20181" y="68497"/>
                  </a:lnTo>
                  <a:lnTo>
                    <a:pt x="24217" y="76555"/>
                  </a:lnTo>
                  <a:lnTo>
                    <a:pt x="24217" y="87300"/>
                  </a:lnTo>
                  <a:lnTo>
                    <a:pt x="26908" y="89986"/>
                  </a:lnTo>
                  <a:lnTo>
                    <a:pt x="26908" y="98045"/>
                  </a:lnTo>
                  <a:lnTo>
                    <a:pt x="30943" y="110132"/>
                  </a:lnTo>
                  <a:lnTo>
                    <a:pt x="34980" y="119534"/>
                  </a:lnTo>
                  <a:lnTo>
                    <a:pt x="40361" y="122220"/>
                  </a:lnTo>
                  <a:lnTo>
                    <a:pt x="41707" y="124906"/>
                  </a:lnTo>
                  <a:lnTo>
                    <a:pt x="39016" y="126249"/>
                  </a:lnTo>
                  <a:lnTo>
                    <a:pt x="51124" y="138337"/>
                  </a:lnTo>
                  <a:lnTo>
                    <a:pt x="56506" y="139680"/>
                  </a:lnTo>
                  <a:lnTo>
                    <a:pt x="61888" y="149082"/>
                  </a:lnTo>
                  <a:lnTo>
                    <a:pt x="63233" y="157140"/>
                  </a:lnTo>
                  <a:lnTo>
                    <a:pt x="63233" y="163855"/>
                  </a:lnTo>
                  <a:lnTo>
                    <a:pt x="67269" y="170571"/>
                  </a:lnTo>
                  <a:lnTo>
                    <a:pt x="67269" y="175943"/>
                  </a:lnTo>
                  <a:lnTo>
                    <a:pt x="71305" y="179972"/>
                  </a:lnTo>
                  <a:lnTo>
                    <a:pt x="76687" y="185345"/>
                  </a:lnTo>
                  <a:lnTo>
                    <a:pt x="75342" y="186688"/>
                  </a:lnTo>
                  <a:lnTo>
                    <a:pt x="75342" y="190717"/>
                  </a:lnTo>
                  <a:lnTo>
                    <a:pt x="80723" y="198775"/>
                  </a:lnTo>
                  <a:lnTo>
                    <a:pt x="82068" y="205491"/>
                  </a:lnTo>
                  <a:lnTo>
                    <a:pt x="84759" y="212206"/>
                  </a:lnTo>
                  <a:lnTo>
                    <a:pt x="86104" y="221608"/>
                  </a:lnTo>
                  <a:lnTo>
                    <a:pt x="87449" y="225637"/>
                  </a:lnTo>
                  <a:lnTo>
                    <a:pt x="87449" y="229666"/>
                  </a:lnTo>
                  <a:lnTo>
                    <a:pt x="87449" y="239068"/>
                  </a:lnTo>
                  <a:lnTo>
                    <a:pt x="92831" y="248469"/>
                  </a:lnTo>
                  <a:lnTo>
                    <a:pt x="91485" y="252498"/>
                  </a:lnTo>
                  <a:lnTo>
                    <a:pt x="91485" y="259214"/>
                  </a:lnTo>
                  <a:lnTo>
                    <a:pt x="96867" y="264586"/>
                  </a:lnTo>
                  <a:lnTo>
                    <a:pt x="106285" y="275331"/>
                  </a:lnTo>
                  <a:lnTo>
                    <a:pt x="106285" y="280703"/>
                  </a:lnTo>
                  <a:lnTo>
                    <a:pt x="110321" y="288761"/>
                  </a:lnTo>
                  <a:lnTo>
                    <a:pt x="108976" y="299506"/>
                  </a:lnTo>
                  <a:lnTo>
                    <a:pt x="110321" y="307565"/>
                  </a:lnTo>
                  <a:lnTo>
                    <a:pt x="114357" y="315623"/>
                  </a:lnTo>
                  <a:lnTo>
                    <a:pt x="115703" y="320995"/>
                  </a:lnTo>
                  <a:lnTo>
                    <a:pt x="123775" y="330397"/>
                  </a:lnTo>
                  <a:lnTo>
                    <a:pt x="123775" y="334426"/>
                  </a:lnTo>
                  <a:lnTo>
                    <a:pt x="122430" y="342485"/>
                  </a:lnTo>
                  <a:lnTo>
                    <a:pt x="121084" y="353229"/>
                  </a:lnTo>
                  <a:lnTo>
                    <a:pt x="123775" y="359945"/>
                  </a:lnTo>
                  <a:lnTo>
                    <a:pt x="129157" y="363974"/>
                  </a:lnTo>
                  <a:lnTo>
                    <a:pt x="133193" y="37068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3B4BC770-169C-025F-C4A8-8F4064722EC9}"/>
                </a:ext>
              </a:extLst>
            </p:cNvPr>
            <p:cNvSpPr/>
            <p:nvPr/>
          </p:nvSpPr>
          <p:spPr>
            <a:xfrm>
              <a:off x="10550446" y="2768885"/>
              <a:ext cx="24216" cy="21489"/>
            </a:xfrm>
            <a:custGeom>
              <a:avLst/>
              <a:gdLst>
                <a:gd name="connsiteX0" fmla="*/ 4036 w 24216"/>
                <a:gd name="connsiteY0" fmla="*/ 21489 h 21489"/>
                <a:gd name="connsiteX1" fmla="*/ 5381 w 24216"/>
                <a:gd name="connsiteY1" fmla="*/ 20146 h 21489"/>
                <a:gd name="connsiteX2" fmla="*/ 6727 w 24216"/>
                <a:gd name="connsiteY2" fmla="*/ 18803 h 21489"/>
                <a:gd name="connsiteX3" fmla="*/ 8072 w 24216"/>
                <a:gd name="connsiteY3" fmla="*/ 16117 h 21489"/>
                <a:gd name="connsiteX4" fmla="*/ 10763 w 24216"/>
                <a:gd name="connsiteY4" fmla="*/ 17460 h 21489"/>
                <a:gd name="connsiteX5" fmla="*/ 13454 w 24216"/>
                <a:gd name="connsiteY5" fmla="*/ 21489 h 21489"/>
                <a:gd name="connsiteX6" fmla="*/ 17490 w 24216"/>
                <a:gd name="connsiteY6" fmla="*/ 21489 h 21489"/>
                <a:gd name="connsiteX7" fmla="*/ 20181 w 24216"/>
                <a:gd name="connsiteY7" fmla="*/ 18803 h 21489"/>
                <a:gd name="connsiteX8" fmla="*/ 21526 w 24216"/>
                <a:gd name="connsiteY8" fmla="*/ 16117 h 21489"/>
                <a:gd name="connsiteX9" fmla="*/ 20181 w 24216"/>
                <a:gd name="connsiteY9" fmla="*/ 13431 h 21489"/>
                <a:gd name="connsiteX10" fmla="*/ 20181 w 24216"/>
                <a:gd name="connsiteY10" fmla="*/ 10745 h 21489"/>
                <a:gd name="connsiteX11" fmla="*/ 22872 w 24216"/>
                <a:gd name="connsiteY11" fmla="*/ 6715 h 21489"/>
                <a:gd name="connsiteX12" fmla="*/ 24217 w 24216"/>
                <a:gd name="connsiteY12" fmla="*/ 5372 h 21489"/>
                <a:gd name="connsiteX13" fmla="*/ 20181 w 24216"/>
                <a:gd name="connsiteY13" fmla="*/ 5372 h 21489"/>
                <a:gd name="connsiteX14" fmla="*/ 18835 w 24216"/>
                <a:gd name="connsiteY14" fmla="*/ 6715 h 21489"/>
                <a:gd name="connsiteX15" fmla="*/ 16145 w 24216"/>
                <a:gd name="connsiteY15" fmla="*/ 9401 h 21489"/>
                <a:gd name="connsiteX16" fmla="*/ 14799 w 24216"/>
                <a:gd name="connsiteY16" fmla="*/ 8058 h 21489"/>
                <a:gd name="connsiteX17" fmla="*/ 17490 w 24216"/>
                <a:gd name="connsiteY17" fmla="*/ 4029 h 21489"/>
                <a:gd name="connsiteX18" fmla="*/ 17490 w 24216"/>
                <a:gd name="connsiteY18" fmla="*/ 2686 h 21489"/>
                <a:gd name="connsiteX19" fmla="*/ 16145 w 24216"/>
                <a:gd name="connsiteY19" fmla="*/ 1343 h 21489"/>
                <a:gd name="connsiteX20" fmla="*/ 10763 w 24216"/>
                <a:gd name="connsiteY20" fmla="*/ 2686 h 21489"/>
                <a:gd name="connsiteX21" fmla="*/ 6727 w 24216"/>
                <a:gd name="connsiteY21" fmla="*/ 0 h 21489"/>
                <a:gd name="connsiteX22" fmla="*/ 4036 w 24216"/>
                <a:gd name="connsiteY22" fmla="*/ 2686 h 21489"/>
                <a:gd name="connsiteX23" fmla="*/ 2691 w 24216"/>
                <a:gd name="connsiteY23" fmla="*/ 8058 h 21489"/>
                <a:gd name="connsiteX24" fmla="*/ 0 w 24216"/>
                <a:gd name="connsiteY24" fmla="*/ 10745 h 21489"/>
                <a:gd name="connsiteX25" fmla="*/ 0 w 24216"/>
                <a:gd name="connsiteY25" fmla="*/ 14774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216" h="21489">
                  <a:moveTo>
                    <a:pt x="4036" y="21489"/>
                  </a:moveTo>
                  <a:lnTo>
                    <a:pt x="5381" y="20146"/>
                  </a:lnTo>
                  <a:lnTo>
                    <a:pt x="6727" y="18803"/>
                  </a:lnTo>
                  <a:lnTo>
                    <a:pt x="8072" y="16117"/>
                  </a:lnTo>
                  <a:lnTo>
                    <a:pt x="10763" y="17460"/>
                  </a:lnTo>
                  <a:lnTo>
                    <a:pt x="13454" y="21489"/>
                  </a:lnTo>
                  <a:lnTo>
                    <a:pt x="17490" y="21489"/>
                  </a:lnTo>
                  <a:lnTo>
                    <a:pt x="20181" y="18803"/>
                  </a:lnTo>
                  <a:lnTo>
                    <a:pt x="21526" y="16117"/>
                  </a:lnTo>
                  <a:lnTo>
                    <a:pt x="20181" y="13431"/>
                  </a:lnTo>
                  <a:lnTo>
                    <a:pt x="20181" y="10745"/>
                  </a:lnTo>
                  <a:lnTo>
                    <a:pt x="22872" y="6715"/>
                  </a:lnTo>
                  <a:lnTo>
                    <a:pt x="24217" y="5372"/>
                  </a:lnTo>
                  <a:lnTo>
                    <a:pt x="20181" y="5372"/>
                  </a:lnTo>
                  <a:lnTo>
                    <a:pt x="18835" y="6715"/>
                  </a:lnTo>
                  <a:lnTo>
                    <a:pt x="16145" y="9401"/>
                  </a:lnTo>
                  <a:lnTo>
                    <a:pt x="14799" y="8058"/>
                  </a:lnTo>
                  <a:lnTo>
                    <a:pt x="17490" y="4029"/>
                  </a:lnTo>
                  <a:lnTo>
                    <a:pt x="17490" y="2686"/>
                  </a:lnTo>
                  <a:lnTo>
                    <a:pt x="16145" y="1343"/>
                  </a:lnTo>
                  <a:lnTo>
                    <a:pt x="10763" y="2686"/>
                  </a:lnTo>
                  <a:lnTo>
                    <a:pt x="6727" y="0"/>
                  </a:lnTo>
                  <a:lnTo>
                    <a:pt x="4036" y="2686"/>
                  </a:lnTo>
                  <a:lnTo>
                    <a:pt x="2691" y="8058"/>
                  </a:lnTo>
                  <a:lnTo>
                    <a:pt x="0" y="10745"/>
                  </a:lnTo>
                  <a:lnTo>
                    <a:pt x="0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981E83A7-A473-D1E6-8D0F-5292A1AB133E}"/>
                </a:ext>
              </a:extLst>
            </p:cNvPr>
            <p:cNvSpPr/>
            <p:nvPr/>
          </p:nvSpPr>
          <p:spPr>
            <a:xfrm>
              <a:off x="10534301" y="2772914"/>
              <a:ext cx="12108" cy="13430"/>
            </a:xfrm>
            <a:custGeom>
              <a:avLst/>
              <a:gdLst>
                <a:gd name="connsiteX0" fmla="*/ 2691 w 12108"/>
                <a:gd name="connsiteY0" fmla="*/ 13431 h 13430"/>
                <a:gd name="connsiteX1" fmla="*/ 4036 w 12108"/>
                <a:gd name="connsiteY1" fmla="*/ 12088 h 13430"/>
                <a:gd name="connsiteX2" fmla="*/ 4036 w 12108"/>
                <a:gd name="connsiteY2" fmla="*/ 10745 h 13430"/>
                <a:gd name="connsiteX3" fmla="*/ 6727 w 12108"/>
                <a:gd name="connsiteY3" fmla="*/ 9402 h 13430"/>
                <a:gd name="connsiteX4" fmla="*/ 9418 w 12108"/>
                <a:gd name="connsiteY4" fmla="*/ 10745 h 13430"/>
                <a:gd name="connsiteX5" fmla="*/ 10763 w 12108"/>
                <a:gd name="connsiteY5" fmla="*/ 9402 h 13430"/>
                <a:gd name="connsiteX6" fmla="*/ 9418 w 12108"/>
                <a:gd name="connsiteY6" fmla="*/ 6715 h 13430"/>
                <a:gd name="connsiteX7" fmla="*/ 12109 w 12108"/>
                <a:gd name="connsiteY7" fmla="*/ 4029 h 13430"/>
                <a:gd name="connsiteX8" fmla="*/ 10763 w 12108"/>
                <a:gd name="connsiteY8" fmla="*/ 0 h 13430"/>
                <a:gd name="connsiteX9" fmla="*/ 9418 w 12108"/>
                <a:gd name="connsiteY9" fmla="*/ 0 h 13430"/>
                <a:gd name="connsiteX10" fmla="*/ 5382 w 12108"/>
                <a:gd name="connsiteY10" fmla="*/ 4029 h 13430"/>
                <a:gd name="connsiteX11" fmla="*/ 1345 w 12108"/>
                <a:gd name="connsiteY11" fmla="*/ 5372 h 13430"/>
                <a:gd name="connsiteX12" fmla="*/ 0 w 12108"/>
                <a:gd name="connsiteY12" fmla="*/ 9402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8" h="13430">
                  <a:moveTo>
                    <a:pt x="2691" y="13431"/>
                  </a:moveTo>
                  <a:lnTo>
                    <a:pt x="4036" y="12088"/>
                  </a:lnTo>
                  <a:lnTo>
                    <a:pt x="4036" y="10745"/>
                  </a:lnTo>
                  <a:lnTo>
                    <a:pt x="6727" y="9402"/>
                  </a:lnTo>
                  <a:lnTo>
                    <a:pt x="9418" y="10745"/>
                  </a:lnTo>
                  <a:lnTo>
                    <a:pt x="10763" y="9402"/>
                  </a:lnTo>
                  <a:lnTo>
                    <a:pt x="9418" y="6715"/>
                  </a:lnTo>
                  <a:lnTo>
                    <a:pt x="12109" y="4029"/>
                  </a:lnTo>
                  <a:lnTo>
                    <a:pt x="10763" y="0"/>
                  </a:lnTo>
                  <a:lnTo>
                    <a:pt x="9418" y="0"/>
                  </a:lnTo>
                  <a:lnTo>
                    <a:pt x="5382" y="4029"/>
                  </a:lnTo>
                  <a:lnTo>
                    <a:pt x="1345" y="5372"/>
                  </a:lnTo>
                  <a:lnTo>
                    <a:pt x="0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179DD170-EF3D-A30F-BB36-7C7FE57265A7}"/>
                </a:ext>
              </a:extLst>
            </p:cNvPr>
            <p:cNvSpPr/>
            <p:nvPr/>
          </p:nvSpPr>
          <p:spPr>
            <a:xfrm>
              <a:off x="10571971" y="2797090"/>
              <a:ext cx="5381" cy="8058"/>
            </a:xfrm>
            <a:custGeom>
              <a:avLst/>
              <a:gdLst>
                <a:gd name="connsiteX0" fmla="*/ 0 w 5381"/>
                <a:gd name="connsiteY0" fmla="*/ 6715 h 8058"/>
                <a:gd name="connsiteX1" fmla="*/ 1346 w 5381"/>
                <a:gd name="connsiteY1" fmla="*/ 8058 h 8058"/>
                <a:gd name="connsiteX2" fmla="*/ 5382 w 5381"/>
                <a:gd name="connsiteY2" fmla="*/ 5372 h 8058"/>
                <a:gd name="connsiteX3" fmla="*/ 5382 w 5381"/>
                <a:gd name="connsiteY3" fmla="*/ 2686 h 8058"/>
                <a:gd name="connsiteX4" fmla="*/ 2691 w 5381"/>
                <a:gd name="connsiteY4" fmla="*/ 0 h 8058"/>
                <a:gd name="connsiteX5" fmla="*/ 2691 w 5381"/>
                <a:gd name="connsiteY5" fmla="*/ 1343 h 8058"/>
                <a:gd name="connsiteX6" fmla="*/ 2691 w 5381"/>
                <a:gd name="connsiteY6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8058">
                  <a:moveTo>
                    <a:pt x="0" y="6715"/>
                  </a:moveTo>
                  <a:lnTo>
                    <a:pt x="1346" y="8058"/>
                  </a:lnTo>
                  <a:lnTo>
                    <a:pt x="5382" y="5372"/>
                  </a:lnTo>
                  <a:lnTo>
                    <a:pt x="5382" y="2686"/>
                  </a:lnTo>
                  <a:lnTo>
                    <a:pt x="2691" y="0"/>
                  </a:lnTo>
                  <a:lnTo>
                    <a:pt x="2691" y="1343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866CE75C-76DE-5500-9E09-B6CC41874530}"/>
                </a:ext>
              </a:extLst>
            </p:cNvPr>
            <p:cNvSpPr/>
            <p:nvPr/>
          </p:nvSpPr>
          <p:spPr>
            <a:xfrm>
              <a:off x="10566590" y="2795747"/>
              <a:ext cx="4035" cy="8058"/>
            </a:xfrm>
            <a:custGeom>
              <a:avLst/>
              <a:gdLst>
                <a:gd name="connsiteX0" fmla="*/ 0 w 4035"/>
                <a:gd name="connsiteY0" fmla="*/ 1343 h 8058"/>
                <a:gd name="connsiteX1" fmla="*/ 0 w 4035"/>
                <a:gd name="connsiteY1" fmla="*/ 4029 h 8058"/>
                <a:gd name="connsiteX2" fmla="*/ 2690 w 4035"/>
                <a:gd name="connsiteY2" fmla="*/ 8058 h 8058"/>
                <a:gd name="connsiteX3" fmla="*/ 4036 w 4035"/>
                <a:gd name="connsiteY3" fmla="*/ 5372 h 8058"/>
                <a:gd name="connsiteX4" fmla="*/ 4036 w 4035"/>
                <a:gd name="connsiteY4" fmla="*/ 1343 h 8058"/>
                <a:gd name="connsiteX5" fmla="*/ 1345 w 4035"/>
                <a:gd name="connsiteY5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8058">
                  <a:moveTo>
                    <a:pt x="0" y="1343"/>
                  </a:moveTo>
                  <a:lnTo>
                    <a:pt x="0" y="4029"/>
                  </a:lnTo>
                  <a:lnTo>
                    <a:pt x="2690" y="8058"/>
                  </a:lnTo>
                  <a:lnTo>
                    <a:pt x="4036" y="5372"/>
                  </a:lnTo>
                  <a:lnTo>
                    <a:pt x="4036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B4881EA0-3215-9E4F-3528-6B56DCF02BD3}"/>
                </a:ext>
              </a:extLst>
            </p:cNvPr>
            <p:cNvSpPr/>
            <p:nvPr/>
          </p:nvSpPr>
          <p:spPr>
            <a:xfrm>
              <a:off x="10563899" y="2806491"/>
              <a:ext cx="12107" cy="14773"/>
            </a:xfrm>
            <a:custGeom>
              <a:avLst/>
              <a:gdLst>
                <a:gd name="connsiteX0" fmla="*/ 4036 w 12107"/>
                <a:gd name="connsiteY0" fmla="*/ 14774 h 14773"/>
                <a:gd name="connsiteX1" fmla="*/ 8072 w 12107"/>
                <a:gd name="connsiteY1" fmla="*/ 9402 h 14773"/>
                <a:gd name="connsiteX2" fmla="*/ 10763 w 12107"/>
                <a:gd name="connsiteY2" fmla="*/ 9402 h 14773"/>
                <a:gd name="connsiteX3" fmla="*/ 12108 w 12107"/>
                <a:gd name="connsiteY3" fmla="*/ 5372 h 14773"/>
                <a:gd name="connsiteX4" fmla="*/ 10763 w 12107"/>
                <a:gd name="connsiteY4" fmla="*/ 4029 h 14773"/>
                <a:gd name="connsiteX5" fmla="*/ 12108 w 12107"/>
                <a:gd name="connsiteY5" fmla="*/ 0 h 14773"/>
                <a:gd name="connsiteX6" fmla="*/ 4036 w 12107"/>
                <a:gd name="connsiteY6" fmla="*/ 2686 h 14773"/>
                <a:gd name="connsiteX7" fmla="*/ 0 w 12107"/>
                <a:gd name="connsiteY7" fmla="*/ 8059 h 14773"/>
                <a:gd name="connsiteX8" fmla="*/ 1345 w 12107"/>
                <a:gd name="connsiteY8" fmla="*/ 12088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07" h="14773">
                  <a:moveTo>
                    <a:pt x="4036" y="14774"/>
                  </a:moveTo>
                  <a:lnTo>
                    <a:pt x="8072" y="9402"/>
                  </a:lnTo>
                  <a:lnTo>
                    <a:pt x="10763" y="9402"/>
                  </a:lnTo>
                  <a:lnTo>
                    <a:pt x="12108" y="5372"/>
                  </a:lnTo>
                  <a:lnTo>
                    <a:pt x="10763" y="4029"/>
                  </a:lnTo>
                  <a:lnTo>
                    <a:pt x="12108" y="0"/>
                  </a:lnTo>
                  <a:lnTo>
                    <a:pt x="4036" y="2686"/>
                  </a:lnTo>
                  <a:lnTo>
                    <a:pt x="0" y="8059"/>
                  </a:lnTo>
                  <a:lnTo>
                    <a:pt x="1345" y="120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E90D7DEF-3BF1-F38B-1771-D2009C243A7D}"/>
                </a:ext>
              </a:extLst>
            </p:cNvPr>
            <p:cNvSpPr/>
            <p:nvPr/>
          </p:nvSpPr>
          <p:spPr>
            <a:xfrm>
              <a:off x="10767051" y="2509671"/>
              <a:ext cx="6726" cy="8058"/>
            </a:xfrm>
            <a:custGeom>
              <a:avLst/>
              <a:gdLst>
                <a:gd name="connsiteX0" fmla="*/ 0 w 6726"/>
                <a:gd name="connsiteY0" fmla="*/ 8058 h 8058"/>
                <a:gd name="connsiteX1" fmla="*/ 2691 w 6726"/>
                <a:gd name="connsiteY1" fmla="*/ 8058 h 8058"/>
                <a:gd name="connsiteX2" fmla="*/ 6727 w 6726"/>
                <a:gd name="connsiteY2" fmla="*/ 2686 h 8058"/>
                <a:gd name="connsiteX3" fmla="*/ 6727 w 6726"/>
                <a:gd name="connsiteY3" fmla="*/ 0 h 8058"/>
                <a:gd name="connsiteX4" fmla="*/ 4036 w 6726"/>
                <a:gd name="connsiteY4" fmla="*/ 0 h 8058"/>
                <a:gd name="connsiteX5" fmla="*/ 1346 w 6726"/>
                <a:gd name="connsiteY5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8058">
                  <a:moveTo>
                    <a:pt x="0" y="8058"/>
                  </a:moveTo>
                  <a:lnTo>
                    <a:pt x="2691" y="8058"/>
                  </a:lnTo>
                  <a:lnTo>
                    <a:pt x="6727" y="2686"/>
                  </a:lnTo>
                  <a:lnTo>
                    <a:pt x="6727" y="0"/>
                  </a:lnTo>
                  <a:lnTo>
                    <a:pt x="4036" y="0"/>
                  </a:lnTo>
                  <a:lnTo>
                    <a:pt x="134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79526832-52FE-3C40-FE1E-27F3A95B5E57}"/>
                </a:ext>
              </a:extLst>
            </p:cNvPr>
            <p:cNvSpPr/>
            <p:nvPr/>
          </p:nvSpPr>
          <p:spPr>
            <a:xfrm>
              <a:off x="11069761" y="2431773"/>
              <a:ext cx="30943" cy="53723"/>
            </a:xfrm>
            <a:custGeom>
              <a:avLst/>
              <a:gdLst>
                <a:gd name="connsiteX0" fmla="*/ 16145 w 30943"/>
                <a:gd name="connsiteY0" fmla="*/ 53723 h 53723"/>
                <a:gd name="connsiteX1" fmla="*/ 17490 w 30943"/>
                <a:gd name="connsiteY1" fmla="*/ 53723 h 53723"/>
                <a:gd name="connsiteX2" fmla="*/ 16145 w 30943"/>
                <a:gd name="connsiteY2" fmla="*/ 48351 h 53723"/>
                <a:gd name="connsiteX3" fmla="*/ 13454 w 30943"/>
                <a:gd name="connsiteY3" fmla="*/ 42978 h 53723"/>
                <a:gd name="connsiteX4" fmla="*/ 16145 w 30943"/>
                <a:gd name="connsiteY4" fmla="*/ 40292 h 53723"/>
                <a:gd name="connsiteX5" fmla="*/ 16145 w 30943"/>
                <a:gd name="connsiteY5" fmla="*/ 37606 h 53723"/>
                <a:gd name="connsiteX6" fmla="*/ 18836 w 30943"/>
                <a:gd name="connsiteY6" fmla="*/ 30891 h 53723"/>
                <a:gd name="connsiteX7" fmla="*/ 22872 w 30943"/>
                <a:gd name="connsiteY7" fmla="*/ 26862 h 53723"/>
                <a:gd name="connsiteX8" fmla="*/ 28253 w 30943"/>
                <a:gd name="connsiteY8" fmla="*/ 21489 h 53723"/>
                <a:gd name="connsiteX9" fmla="*/ 30943 w 30943"/>
                <a:gd name="connsiteY9" fmla="*/ 20146 h 53723"/>
                <a:gd name="connsiteX10" fmla="*/ 29598 w 30943"/>
                <a:gd name="connsiteY10" fmla="*/ 14774 h 53723"/>
                <a:gd name="connsiteX11" fmla="*/ 26908 w 30943"/>
                <a:gd name="connsiteY11" fmla="*/ 8058 h 53723"/>
                <a:gd name="connsiteX12" fmla="*/ 21527 w 30943"/>
                <a:gd name="connsiteY12" fmla="*/ 1343 h 53723"/>
                <a:gd name="connsiteX13" fmla="*/ 18836 w 30943"/>
                <a:gd name="connsiteY13" fmla="*/ 0 h 53723"/>
                <a:gd name="connsiteX14" fmla="*/ 16145 w 30943"/>
                <a:gd name="connsiteY14" fmla="*/ 2686 h 53723"/>
                <a:gd name="connsiteX15" fmla="*/ 14800 w 30943"/>
                <a:gd name="connsiteY15" fmla="*/ 5372 h 53723"/>
                <a:gd name="connsiteX16" fmla="*/ 12109 w 30943"/>
                <a:gd name="connsiteY16" fmla="*/ 6715 h 53723"/>
                <a:gd name="connsiteX17" fmla="*/ 6727 w 30943"/>
                <a:gd name="connsiteY17" fmla="*/ 14774 h 53723"/>
                <a:gd name="connsiteX18" fmla="*/ 4036 w 30943"/>
                <a:gd name="connsiteY18" fmla="*/ 16117 h 53723"/>
                <a:gd name="connsiteX19" fmla="*/ 0 w 30943"/>
                <a:gd name="connsiteY19" fmla="*/ 21489 h 53723"/>
                <a:gd name="connsiteX20" fmla="*/ 4036 w 30943"/>
                <a:gd name="connsiteY20" fmla="*/ 20146 h 53723"/>
                <a:gd name="connsiteX21" fmla="*/ 8073 w 30943"/>
                <a:gd name="connsiteY21" fmla="*/ 18803 h 53723"/>
                <a:gd name="connsiteX22" fmla="*/ 9418 w 30943"/>
                <a:gd name="connsiteY22" fmla="*/ 20146 h 53723"/>
                <a:gd name="connsiteX23" fmla="*/ 6727 w 30943"/>
                <a:gd name="connsiteY23" fmla="*/ 24175 h 53723"/>
                <a:gd name="connsiteX24" fmla="*/ 9418 w 30943"/>
                <a:gd name="connsiteY24" fmla="*/ 32234 h 53723"/>
                <a:gd name="connsiteX25" fmla="*/ 12109 w 30943"/>
                <a:gd name="connsiteY25" fmla="*/ 36263 h 53723"/>
                <a:gd name="connsiteX26" fmla="*/ 12109 w 30943"/>
                <a:gd name="connsiteY26" fmla="*/ 41635 h 53723"/>
                <a:gd name="connsiteX27" fmla="*/ 9418 w 30943"/>
                <a:gd name="connsiteY27" fmla="*/ 45665 h 53723"/>
                <a:gd name="connsiteX28" fmla="*/ 10763 w 30943"/>
                <a:gd name="connsiteY28" fmla="*/ 48351 h 53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943" h="53723">
                  <a:moveTo>
                    <a:pt x="16145" y="53723"/>
                  </a:moveTo>
                  <a:lnTo>
                    <a:pt x="17490" y="53723"/>
                  </a:lnTo>
                  <a:lnTo>
                    <a:pt x="16145" y="48351"/>
                  </a:lnTo>
                  <a:lnTo>
                    <a:pt x="13454" y="42978"/>
                  </a:lnTo>
                  <a:lnTo>
                    <a:pt x="16145" y="40292"/>
                  </a:lnTo>
                  <a:lnTo>
                    <a:pt x="16145" y="37606"/>
                  </a:lnTo>
                  <a:lnTo>
                    <a:pt x="18836" y="30891"/>
                  </a:lnTo>
                  <a:lnTo>
                    <a:pt x="22872" y="26862"/>
                  </a:lnTo>
                  <a:lnTo>
                    <a:pt x="28253" y="21489"/>
                  </a:lnTo>
                  <a:lnTo>
                    <a:pt x="30943" y="20146"/>
                  </a:lnTo>
                  <a:lnTo>
                    <a:pt x="29598" y="14774"/>
                  </a:lnTo>
                  <a:lnTo>
                    <a:pt x="26908" y="8058"/>
                  </a:lnTo>
                  <a:lnTo>
                    <a:pt x="21527" y="1343"/>
                  </a:lnTo>
                  <a:lnTo>
                    <a:pt x="18836" y="0"/>
                  </a:lnTo>
                  <a:lnTo>
                    <a:pt x="16145" y="2686"/>
                  </a:lnTo>
                  <a:lnTo>
                    <a:pt x="14800" y="5372"/>
                  </a:lnTo>
                  <a:lnTo>
                    <a:pt x="12109" y="6715"/>
                  </a:lnTo>
                  <a:lnTo>
                    <a:pt x="6727" y="14774"/>
                  </a:lnTo>
                  <a:lnTo>
                    <a:pt x="4036" y="16117"/>
                  </a:lnTo>
                  <a:lnTo>
                    <a:pt x="0" y="21489"/>
                  </a:lnTo>
                  <a:lnTo>
                    <a:pt x="4036" y="20146"/>
                  </a:lnTo>
                  <a:lnTo>
                    <a:pt x="8073" y="18803"/>
                  </a:lnTo>
                  <a:lnTo>
                    <a:pt x="9418" y="20146"/>
                  </a:lnTo>
                  <a:lnTo>
                    <a:pt x="6727" y="24175"/>
                  </a:lnTo>
                  <a:lnTo>
                    <a:pt x="9418" y="32234"/>
                  </a:lnTo>
                  <a:lnTo>
                    <a:pt x="12109" y="36263"/>
                  </a:lnTo>
                  <a:lnTo>
                    <a:pt x="12109" y="41635"/>
                  </a:lnTo>
                  <a:lnTo>
                    <a:pt x="9418" y="45665"/>
                  </a:lnTo>
                  <a:lnTo>
                    <a:pt x="10763" y="4835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E63330D8-CD41-679B-C310-3ED92436446B}"/>
                </a:ext>
              </a:extLst>
            </p:cNvPr>
            <p:cNvSpPr/>
            <p:nvPr/>
          </p:nvSpPr>
          <p:spPr>
            <a:xfrm>
              <a:off x="11271567" y="2646665"/>
              <a:ext cx="30943" cy="16116"/>
            </a:xfrm>
            <a:custGeom>
              <a:avLst/>
              <a:gdLst>
                <a:gd name="connsiteX0" fmla="*/ 0 w 30943"/>
                <a:gd name="connsiteY0" fmla="*/ 2686 h 16116"/>
                <a:gd name="connsiteX1" fmla="*/ 2691 w 30943"/>
                <a:gd name="connsiteY1" fmla="*/ 6715 h 16116"/>
                <a:gd name="connsiteX2" fmla="*/ 8073 w 30943"/>
                <a:gd name="connsiteY2" fmla="*/ 6715 h 16116"/>
                <a:gd name="connsiteX3" fmla="*/ 13454 w 30943"/>
                <a:gd name="connsiteY3" fmla="*/ 12088 h 16116"/>
                <a:gd name="connsiteX4" fmla="*/ 21527 w 30943"/>
                <a:gd name="connsiteY4" fmla="*/ 13431 h 16116"/>
                <a:gd name="connsiteX5" fmla="*/ 24217 w 30943"/>
                <a:gd name="connsiteY5" fmla="*/ 16117 h 16116"/>
                <a:gd name="connsiteX6" fmla="*/ 30943 w 30943"/>
                <a:gd name="connsiteY6" fmla="*/ 14774 h 16116"/>
                <a:gd name="connsiteX7" fmla="*/ 29598 w 30943"/>
                <a:gd name="connsiteY7" fmla="*/ 13431 h 16116"/>
                <a:gd name="connsiteX8" fmla="*/ 21527 w 30943"/>
                <a:gd name="connsiteY8" fmla="*/ 9401 h 16116"/>
                <a:gd name="connsiteX9" fmla="*/ 18836 w 30943"/>
                <a:gd name="connsiteY9" fmla="*/ 6715 h 16116"/>
                <a:gd name="connsiteX10" fmla="*/ 13454 w 30943"/>
                <a:gd name="connsiteY10" fmla="*/ 6715 h 16116"/>
                <a:gd name="connsiteX11" fmla="*/ 9418 w 30943"/>
                <a:gd name="connsiteY11" fmla="*/ 2686 h 16116"/>
                <a:gd name="connsiteX12" fmla="*/ 2691 w 30943"/>
                <a:gd name="connsiteY12" fmla="*/ 0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943" h="16116">
                  <a:moveTo>
                    <a:pt x="0" y="2686"/>
                  </a:moveTo>
                  <a:lnTo>
                    <a:pt x="2691" y="6715"/>
                  </a:lnTo>
                  <a:lnTo>
                    <a:pt x="8073" y="6715"/>
                  </a:lnTo>
                  <a:lnTo>
                    <a:pt x="13454" y="12088"/>
                  </a:lnTo>
                  <a:lnTo>
                    <a:pt x="21527" y="13431"/>
                  </a:lnTo>
                  <a:lnTo>
                    <a:pt x="24217" y="16117"/>
                  </a:lnTo>
                  <a:lnTo>
                    <a:pt x="30943" y="14774"/>
                  </a:lnTo>
                  <a:lnTo>
                    <a:pt x="29598" y="13431"/>
                  </a:lnTo>
                  <a:lnTo>
                    <a:pt x="21527" y="9401"/>
                  </a:lnTo>
                  <a:lnTo>
                    <a:pt x="18836" y="6715"/>
                  </a:lnTo>
                  <a:lnTo>
                    <a:pt x="13454" y="6715"/>
                  </a:lnTo>
                  <a:lnTo>
                    <a:pt x="9418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132309D5-7D93-DE8C-69B4-9BA8215B18C1}"/>
                </a:ext>
              </a:extLst>
            </p:cNvPr>
            <p:cNvSpPr/>
            <p:nvPr/>
          </p:nvSpPr>
          <p:spPr>
            <a:xfrm>
              <a:off x="11217752" y="2627862"/>
              <a:ext cx="40361" cy="30890"/>
            </a:xfrm>
            <a:custGeom>
              <a:avLst/>
              <a:gdLst>
                <a:gd name="connsiteX0" fmla="*/ 0 w 40361"/>
                <a:gd name="connsiteY0" fmla="*/ 8058 h 30890"/>
                <a:gd name="connsiteX1" fmla="*/ 5382 w 40361"/>
                <a:gd name="connsiteY1" fmla="*/ 9401 h 30890"/>
                <a:gd name="connsiteX2" fmla="*/ 9418 w 40361"/>
                <a:gd name="connsiteY2" fmla="*/ 9401 h 30890"/>
                <a:gd name="connsiteX3" fmla="*/ 12109 w 40361"/>
                <a:gd name="connsiteY3" fmla="*/ 13431 h 30890"/>
                <a:gd name="connsiteX4" fmla="*/ 12109 w 40361"/>
                <a:gd name="connsiteY4" fmla="*/ 14774 h 30890"/>
                <a:gd name="connsiteX5" fmla="*/ 16145 w 40361"/>
                <a:gd name="connsiteY5" fmla="*/ 21489 h 30890"/>
                <a:gd name="connsiteX6" fmla="*/ 20181 w 40361"/>
                <a:gd name="connsiteY6" fmla="*/ 21489 h 30890"/>
                <a:gd name="connsiteX7" fmla="*/ 24217 w 40361"/>
                <a:gd name="connsiteY7" fmla="*/ 26862 h 30890"/>
                <a:gd name="connsiteX8" fmla="*/ 26908 w 40361"/>
                <a:gd name="connsiteY8" fmla="*/ 26862 h 30890"/>
                <a:gd name="connsiteX9" fmla="*/ 29598 w 40361"/>
                <a:gd name="connsiteY9" fmla="*/ 25518 h 30890"/>
                <a:gd name="connsiteX10" fmla="*/ 33634 w 40361"/>
                <a:gd name="connsiteY10" fmla="*/ 30891 h 30890"/>
                <a:gd name="connsiteX11" fmla="*/ 39016 w 40361"/>
                <a:gd name="connsiteY11" fmla="*/ 30891 h 30890"/>
                <a:gd name="connsiteX12" fmla="*/ 40361 w 40361"/>
                <a:gd name="connsiteY12" fmla="*/ 29548 h 30890"/>
                <a:gd name="connsiteX13" fmla="*/ 37670 w 40361"/>
                <a:gd name="connsiteY13" fmla="*/ 24175 h 30890"/>
                <a:gd name="connsiteX14" fmla="*/ 32289 w 40361"/>
                <a:gd name="connsiteY14" fmla="*/ 21489 h 30890"/>
                <a:gd name="connsiteX15" fmla="*/ 25562 w 40361"/>
                <a:gd name="connsiteY15" fmla="*/ 16117 h 30890"/>
                <a:gd name="connsiteX16" fmla="*/ 22872 w 40361"/>
                <a:gd name="connsiteY16" fmla="*/ 12088 h 30890"/>
                <a:gd name="connsiteX17" fmla="*/ 18836 w 40361"/>
                <a:gd name="connsiteY17" fmla="*/ 10745 h 30890"/>
                <a:gd name="connsiteX18" fmla="*/ 13454 w 40361"/>
                <a:gd name="connsiteY18" fmla="*/ 4029 h 30890"/>
                <a:gd name="connsiteX19" fmla="*/ 13454 w 40361"/>
                <a:gd name="connsiteY19" fmla="*/ 2686 h 30890"/>
                <a:gd name="connsiteX20" fmla="*/ 16145 w 40361"/>
                <a:gd name="connsiteY20" fmla="*/ 0 h 30890"/>
                <a:gd name="connsiteX21" fmla="*/ 10763 w 40361"/>
                <a:gd name="connsiteY21" fmla="*/ 0 h 30890"/>
                <a:gd name="connsiteX22" fmla="*/ 8073 w 40361"/>
                <a:gd name="connsiteY22" fmla="*/ 1343 h 30890"/>
                <a:gd name="connsiteX23" fmla="*/ 4036 w 40361"/>
                <a:gd name="connsiteY23" fmla="*/ 1343 h 30890"/>
                <a:gd name="connsiteX24" fmla="*/ 0 w 40361"/>
                <a:gd name="connsiteY24" fmla="*/ 5372 h 3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0361" h="30890">
                  <a:moveTo>
                    <a:pt x="0" y="8058"/>
                  </a:moveTo>
                  <a:lnTo>
                    <a:pt x="5382" y="9401"/>
                  </a:lnTo>
                  <a:lnTo>
                    <a:pt x="9418" y="9401"/>
                  </a:lnTo>
                  <a:lnTo>
                    <a:pt x="12109" y="13431"/>
                  </a:lnTo>
                  <a:lnTo>
                    <a:pt x="12109" y="14774"/>
                  </a:lnTo>
                  <a:lnTo>
                    <a:pt x="16145" y="21489"/>
                  </a:lnTo>
                  <a:lnTo>
                    <a:pt x="20181" y="21489"/>
                  </a:lnTo>
                  <a:lnTo>
                    <a:pt x="24217" y="26862"/>
                  </a:lnTo>
                  <a:lnTo>
                    <a:pt x="26908" y="26862"/>
                  </a:lnTo>
                  <a:lnTo>
                    <a:pt x="29598" y="25518"/>
                  </a:lnTo>
                  <a:lnTo>
                    <a:pt x="33634" y="30891"/>
                  </a:lnTo>
                  <a:lnTo>
                    <a:pt x="39016" y="30891"/>
                  </a:lnTo>
                  <a:lnTo>
                    <a:pt x="40361" y="29548"/>
                  </a:lnTo>
                  <a:lnTo>
                    <a:pt x="37670" y="24175"/>
                  </a:lnTo>
                  <a:lnTo>
                    <a:pt x="32289" y="21489"/>
                  </a:lnTo>
                  <a:lnTo>
                    <a:pt x="25562" y="16117"/>
                  </a:lnTo>
                  <a:lnTo>
                    <a:pt x="22872" y="12088"/>
                  </a:lnTo>
                  <a:lnTo>
                    <a:pt x="18836" y="10745"/>
                  </a:lnTo>
                  <a:lnTo>
                    <a:pt x="13454" y="4029"/>
                  </a:lnTo>
                  <a:lnTo>
                    <a:pt x="13454" y="2686"/>
                  </a:lnTo>
                  <a:lnTo>
                    <a:pt x="16145" y="0"/>
                  </a:lnTo>
                  <a:lnTo>
                    <a:pt x="10763" y="0"/>
                  </a:lnTo>
                  <a:lnTo>
                    <a:pt x="8073" y="1343"/>
                  </a:lnTo>
                  <a:lnTo>
                    <a:pt x="4036" y="1343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8D5DD23C-8AB5-23D7-E8B8-F8290C37E6B5}"/>
                </a:ext>
              </a:extLst>
            </p:cNvPr>
            <p:cNvSpPr/>
            <p:nvPr/>
          </p:nvSpPr>
          <p:spPr>
            <a:xfrm>
              <a:off x="11087250" y="2893791"/>
              <a:ext cx="8072" cy="10744"/>
            </a:xfrm>
            <a:custGeom>
              <a:avLst/>
              <a:gdLst>
                <a:gd name="connsiteX0" fmla="*/ 2691 w 8072"/>
                <a:gd name="connsiteY0" fmla="*/ 10745 h 10744"/>
                <a:gd name="connsiteX1" fmla="*/ 5382 w 8072"/>
                <a:gd name="connsiteY1" fmla="*/ 10745 h 10744"/>
                <a:gd name="connsiteX2" fmla="*/ 8073 w 8072"/>
                <a:gd name="connsiteY2" fmla="*/ 8059 h 10744"/>
                <a:gd name="connsiteX3" fmla="*/ 6727 w 8072"/>
                <a:gd name="connsiteY3" fmla="*/ 2686 h 10744"/>
                <a:gd name="connsiteX4" fmla="*/ 4037 w 8072"/>
                <a:gd name="connsiteY4" fmla="*/ 0 h 10744"/>
                <a:gd name="connsiteX5" fmla="*/ 0 w 8072"/>
                <a:gd name="connsiteY5" fmla="*/ 2686 h 10744"/>
                <a:gd name="connsiteX6" fmla="*/ 0 w 8072"/>
                <a:gd name="connsiteY6" fmla="*/ 671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10744">
                  <a:moveTo>
                    <a:pt x="2691" y="10745"/>
                  </a:moveTo>
                  <a:lnTo>
                    <a:pt x="5382" y="10745"/>
                  </a:lnTo>
                  <a:lnTo>
                    <a:pt x="8073" y="8059"/>
                  </a:lnTo>
                  <a:lnTo>
                    <a:pt x="6727" y="2686"/>
                  </a:lnTo>
                  <a:lnTo>
                    <a:pt x="4037" y="0"/>
                  </a:lnTo>
                  <a:lnTo>
                    <a:pt x="0" y="2686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C7C7F707-89CC-F365-CC03-F4EA60215390}"/>
                </a:ext>
              </a:extLst>
            </p:cNvPr>
            <p:cNvSpPr/>
            <p:nvPr/>
          </p:nvSpPr>
          <p:spPr>
            <a:xfrm>
              <a:off x="11063034" y="2895134"/>
              <a:ext cx="8072" cy="8058"/>
            </a:xfrm>
            <a:custGeom>
              <a:avLst/>
              <a:gdLst>
                <a:gd name="connsiteX0" fmla="*/ 0 w 8072"/>
                <a:gd name="connsiteY0" fmla="*/ 1343 h 8058"/>
                <a:gd name="connsiteX1" fmla="*/ 0 w 8072"/>
                <a:gd name="connsiteY1" fmla="*/ 6715 h 8058"/>
                <a:gd name="connsiteX2" fmla="*/ 2691 w 8072"/>
                <a:gd name="connsiteY2" fmla="*/ 8058 h 8058"/>
                <a:gd name="connsiteX3" fmla="*/ 6727 w 8072"/>
                <a:gd name="connsiteY3" fmla="*/ 8058 h 8058"/>
                <a:gd name="connsiteX4" fmla="*/ 8073 w 8072"/>
                <a:gd name="connsiteY4" fmla="*/ 4029 h 8058"/>
                <a:gd name="connsiteX5" fmla="*/ 2691 w 8072"/>
                <a:gd name="connsiteY5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8058">
                  <a:moveTo>
                    <a:pt x="0" y="1343"/>
                  </a:moveTo>
                  <a:lnTo>
                    <a:pt x="0" y="6715"/>
                  </a:lnTo>
                  <a:lnTo>
                    <a:pt x="2691" y="8058"/>
                  </a:lnTo>
                  <a:lnTo>
                    <a:pt x="6727" y="8058"/>
                  </a:lnTo>
                  <a:lnTo>
                    <a:pt x="8073" y="4029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4CEFDC37-DA48-E157-694A-6B5BE5880B91}"/>
                </a:ext>
              </a:extLst>
            </p:cNvPr>
            <p:cNvSpPr/>
            <p:nvPr/>
          </p:nvSpPr>
          <p:spPr>
            <a:xfrm>
              <a:off x="11068416" y="2899163"/>
              <a:ext cx="22871" cy="41635"/>
            </a:xfrm>
            <a:custGeom>
              <a:avLst/>
              <a:gdLst>
                <a:gd name="connsiteX0" fmla="*/ 9418 w 22871"/>
                <a:gd name="connsiteY0" fmla="*/ 41635 h 41635"/>
                <a:gd name="connsiteX1" fmla="*/ 10763 w 22871"/>
                <a:gd name="connsiteY1" fmla="*/ 41635 h 41635"/>
                <a:gd name="connsiteX2" fmla="*/ 10763 w 22871"/>
                <a:gd name="connsiteY2" fmla="*/ 36263 h 41635"/>
                <a:gd name="connsiteX3" fmla="*/ 12108 w 22871"/>
                <a:gd name="connsiteY3" fmla="*/ 32234 h 41635"/>
                <a:gd name="connsiteX4" fmla="*/ 16145 w 22871"/>
                <a:gd name="connsiteY4" fmla="*/ 29548 h 41635"/>
                <a:gd name="connsiteX5" fmla="*/ 18835 w 22871"/>
                <a:gd name="connsiteY5" fmla="*/ 24175 h 41635"/>
                <a:gd name="connsiteX6" fmla="*/ 18835 w 22871"/>
                <a:gd name="connsiteY6" fmla="*/ 18803 h 41635"/>
                <a:gd name="connsiteX7" fmla="*/ 20181 w 22871"/>
                <a:gd name="connsiteY7" fmla="*/ 14774 h 41635"/>
                <a:gd name="connsiteX8" fmla="*/ 22872 w 22871"/>
                <a:gd name="connsiteY8" fmla="*/ 12088 h 41635"/>
                <a:gd name="connsiteX9" fmla="*/ 21526 w 22871"/>
                <a:gd name="connsiteY9" fmla="*/ 8058 h 41635"/>
                <a:gd name="connsiteX10" fmla="*/ 12108 w 22871"/>
                <a:gd name="connsiteY10" fmla="*/ 0 h 41635"/>
                <a:gd name="connsiteX11" fmla="*/ 12108 w 22871"/>
                <a:gd name="connsiteY11" fmla="*/ 4029 h 41635"/>
                <a:gd name="connsiteX12" fmla="*/ 12108 w 22871"/>
                <a:gd name="connsiteY12" fmla="*/ 13431 h 41635"/>
                <a:gd name="connsiteX13" fmla="*/ 12108 w 22871"/>
                <a:gd name="connsiteY13" fmla="*/ 18803 h 41635"/>
                <a:gd name="connsiteX14" fmla="*/ 6727 w 22871"/>
                <a:gd name="connsiteY14" fmla="*/ 20146 h 41635"/>
                <a:gd name="connsiteX15" fmla="*/ 4036 w 22871"/>
                <a:gd name="connsiteY15" fmla="*/ 25518 h 41635"/>
                <a:gd name="connsiteX16" fmla="*/ 1345 w 22871"/>
                <a:gd name="connsiteY16" fmla="*/ 25518 h 41635"/>
                <a:gd name="connsiteX17" fmla="*/ 0 w 22871"/>
                <a:gd name="connsiteY17" fmla="*/ 26862 h 41635"/>
                <a:gd name="connsiteX18" fmla="*/ 4036 w 22871"/>
                <a:gd name="connsiteY18" fmla="*/ 32234 h 41635"/>
                <a:gd name="connsiteX19" fmla="*/ 4036 w 22871"/>
                <a:gd name="connsiteY19" fmla="*/ 36263 h 41635"/>
                <a:gd name="connsiteX20" fmla="*/ 1345 w 22871"/>
                <a:gd name="connsiteY20" fmla="*/ 37606 h 41635"/>
                <a:gd name="connsiteX21" fmla="*/ 2691 w 22871"/>
                <a:gd name="connsiteY21" fmla="*/ 38949 h 41635"/>
                <a:gd name="connsiteX22" fmla="*/ 8072 w 22871"/>
                <a:gd name="connsiteY22" fmla="*/ 38949 h 4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871" h="41635">
                  <a:moveTo>
                    <a:pt x="9418" y="41635"/>
                  </a:moveTo>
                  <a:lnTo>
                    <a:pt x="10763" y="41635"/>
                  </a:lnTo>
                  <a:lnTo>
                    <a:pt x="10763" y="36263"/>
                  </a:lnTo>
                  <a:lnTo>
                    <a:pt x="12108" y="32234"/>
                  </a:lnTo>
                  <a:lnTo>
                    <a:pt x="16145" y="29548"/>
                  </a:lnTo>
                  <a:lnTo>
                    <a:pt x="18835" y="24175"/>
                  </a:lnTo>
                  <a:lnTo>
                    <a:pt x="18835" y="18803"/>
                  </a:lnTo>
                  <a:lnTo>
                    <a:pt x="20181" y="14774"/>
                  </a:lnTo>
                  <a:lnTo>
                    <a:pt x="22872" y="12088"/>
                  </a:lnTo>
                  <a:lnTo>
                    <a:pt x="21526" y="8058"/>
                  </a:lnTo>
                  <a:lnTo>
                    <a:pt x="12108" y="0"/>
                  </a:lnTo>
                  <a:lnTo>
                    <a:pt x="12108" y="4029"/>
                  </a:lnTo>
                  <a:lnTo>
                    <a:pt x="12108" y="13431"/>
                  </a:lnTo>
                  <a:lnTo>
                    <a:pt x="12108" y="18803"/>
                  </a:lnTo>
                  <a:lnTo>
                    <a:pt x="6727" y="20146"/>
                  </a:lnTo>
                  <a:lnTo>
                    <a:pt x="4036" y="25518"/>
                  </a:lnTo>
                  <a:lnTo>
                    <a:pt x="1345" y="25518"/>
                  </a:lnTo>
                  <a:lnTo>
                    <a:pt x="0" y="26862"/>
                  </a:lnTo>
                  <a:lnTo>
                    <a:pt x="4036" y="32234"/>
                  </a:lnTo>
                  <a:lnTo>
                    <a:pt x="4036" y="36263"/>
                  </a:lnTo>
                  <a:lnTo>
                    <a:pt x="1345" y="37606"/>
                  </a:lnTo>
                  <a:lnTo>
                    <a:pt x="2691" y="38949"/>
                  </a:lnTo>
                  <a:lnTo>
                    <a:pt x="8072" y="3894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992EFE82-C20B-587C-8639-AE64867D857C}"/>
                </a:ext>
              </a:extLst>
            </p:cNvPr>
            <p:cNvSpPr/>
            <p:nvPr/>
          </p:nvSpPr>
          <p:spPr>
            <a:xfrm>
              <a:off x="11069761" y="2959602"/>
              <a:ext cx="5381" cy="13430"/>
            </a:xfrm>
            <a:custGeom>
              <a:avLst/>
              <a:gdLst>
                <a:gd name="connsiteX0" fmla="*/ 2691 w 5381"/>
                <a:gd name="connsiteY0" fmla="*/ 13431 h 13430"/>
                <a:gd name="connsiteX1" fmla="*/ 5382 w 5381"/>
                <a:gd name="connsiteY1" fmla="*/ 10744 h 13430"/>
                <a:gd name="connsiteX2" fmla="*/ 2691 w 5381"/>
                <a:gd name="connsiteY2" fmla="*/ 5372 h 13430"/>
                <a:gd name="connsiteX3" fmla="*/ 2691 w 5381"/>
                <a:gd name="connsiteY3" fmla="*/ 1343 h 13430"/>
                <a:gd name="connsiteX4" fmla="*/ 1346 w 5381"/>
                <a:gd name="connsiteY4" fmla="*/ 0 h 13430"/>
                <a:gd name="connsiteX5" fmla="*/ 1346 w 5381"/>
                <a:gd name="connsiteY5" fmla="*/ 5372 h 13430"/>
                <a:gd name="connsiteX6" fmla="*/ 0 w 5381"/>
                <a:gd name="connsiteY6" fmla="*/ 10744 h 13430"/>
                <a:gd name="connsiteX7" fmla="*/ 2691 w 5381"/>
                <a:gd name="connsiteY7" fmla="*/ 13431 h 13430"/>
                <a:gd name="connsiteX8" fmla="*/ 2691 w 5381"/>
                <a:gd name="connsiteY8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81" h="13430">
                  <a:moveTo>
                    <a:pt x="2691" y="13431"/>
                  </a:moveTo>
                  <a:lnTo>
                    <a:pt x="5382" y="10744"/>
                  </a:lnTo>
                  <a:lnTo>
                    <a:pt x="2691" y="5372"/>
                  </a:lnTo>
                  <a:lnTo>
                    <a:pt x="2691" y="1343"/>
                  </a:lnTo>
                  <a:lnTo>
                    <a:pt x="1346" y="0"/>
                  </a:lnTo>
                  <a:lnTo>
                    <a:pt x="1346" y="5372"/>
                  </a:lnTo>
                  <a:lnTo>
                    <a:pt x="0" y="10744"/>
                  </a:lnTo>
                  <a:lnTo>
                    <a:pt x="2691" y="13431"/>
                  </a:lnTo>
                  <a:lnTo>
                    <a:pt x="2691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72E2D12E-140D-67C7-2E18-6C38234E58F3}"/>
                </a:ext>
              </a:extLst>
            </p:cNvPr>
            <p:cNvSpPr/>
            <p:nvPr/>
          </p:nvSpPr>
          <p:spPr>
            <a:xfrm>
              <a:off x="11069761" y="2977062"/>
              <a:ext cx="6726" cy="5372"/>
            </a:xfrm>
            <a:custGeom>
              <a:avLst/>
              <a:gdLst>
                <a:gd name="connsiteX0" fmla="*/ 4036 w 6726"/>
                <a:gd name="connsiteY0" fmla="*/ 5372 h 5372"/>
                <a:gd name="connsiteX1" fmla="*/ 6727 w 6726"/>
                <a:gd name="connsiteY1" fmla="*/ 4029 h 5372"/>
                <a:gd name="connsiteX2" fmla="*/ 5382 w 6726"/>
                <a:gd name="connsiteY2" fmla="*/ 1343 h 5372"/>
                <a:gd name="connsiteX3" fmla="*/ 2691 w 6726"/>
                <a:gd name="connsiteY3" fmla="*/ 0 h 5372"/>
                <a:gd name="connsiteX4" fmla="*/ 0 w 6726"/>
                <a:gd name="connsiteY4" fmla="*/ 0 h 5372"/>
                <a:gd name="connsiteX5" fmla="*/ 1346 w 6726"/>
                <a:gd name="connsiteY5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5372">
                  <a:moveTo>
                    <a:pt x="4036" y="5372"/>
                  </a:moveTo>
                  <a:lnTo>
                    <a:pt x="6727" y="4029"/>
                  </a:lnTo>
                  <a:lnTo>
                    <a:pt x="5382" y="1343"/>
                  </a:lnTo>
                  <a:lnTo>
                    <a:pt x="2691" y="0"/>
                  </a:lnTo>
                  <a:lnTo>
                    <a:pt x="0" y="0"/>
                  </a:lnTo>
                  <a:lnTo>
                    <a:pt x="134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476E429B-C053-9167-E12B-E6868FCFB92D}"/>
                </a:ext>
              </a:extLst>
            </p:cNvPr>
            <p:cNvSpPr/>
            <p:nvPr/>
          </p:nvSpPr>
          <p:spPr>
            <a:xfrm>
              <a:off x="11061689" y="2986464"/>
              <a:ext cx="4035" cy="4029"/>
            </a:xfrm>
            <a:custGeom>
              <a:avLst/>
              <a:gdLst>
                <a:gd name="connsiteX0" fmla="*/ 2691 w 4035"/>
                <a:gd name="connsiteY0" fmla="*/ 4029 h 4029"/>
                <a:gd name="connsiteX1" fmla="*/ 4036 w 4035"/>
                <a:gd name="connsiteY1" fmla="*/ 2686 h 4029"/>
                <a:gd name="connsiteX2" fmla="*/ 4036 w 4035"/>
                <a:gd name="connsiteY2" fmla="*/ 1343 h 4029"/>
                <a:gd name="connsiteX3" fmla="*/ 1345 w 4035"/>
                <a:gd name="connsiteY3" fmla="*/ 0 h 4029"/>
                <a:gd name="connsiteX4" fmla="*/ 0 w 4035"/>
                <a:gd name="connsiteY4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4029">
                  <a:moveTo>
                    <a:pt x="2691" y="4029"/>
                  </a:moveTo>
                  <a:lnTo>
                    <a:pt x="4036" y="2686"/>
                  </a:lnTo>
                  <a:lnTo>
                    <a:pt x="4036" y="1343"/>
                  </a:lnTo>
                  <a:lnTo>
                    <a:pt x="1345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303DD7FD-9BA2-65CE-0A05-456BAC70768D}"/>
                </a:ext>
              </a:extLst>
            </p:cNvPr>
            <p:cNvSpPr/>
            <p:nvPr/>
          </p:nvSpPr>
          <p:spPr>
            <a:xfrm>
              <a:off x="11068416" y="2991836"/>
              <a:ext cx="4035" cy="10744"/>
            </a:xfrm>
            <a:custGeom>
              <a:avLst/>
              <a:gdLst>
                <a:gd name="connsiteX0" fmla="*/ 0 w 4035"/>
                <a:gd name="connsiteY0" fmla="*/ 10745 h 10744"/>
                <a:gd name="connsiteX1" fmla="*/ 1345 w 4035"/>
                <a:gd name="connsiteY1" fmla="*/ 9401 h 10744"/>
                <a:gd name="connsiteX2" fmla="*/ 4036 w 4035"/>
                <a:gd name="connsiteY2" fmla="*/ 6715 h 10744"/>
                <a:gd name="connsiteX3" fmla="*/ 4036 w 4035"/>
                <a:gd name="connsiteY3" fmla="*/ 1343 h 10744"/>
                <a:gd name="connsiteX4" fmla="*/ 2691 w 4035"/>
                <a:gd name="connsiteY4" fmla="*/ 0 h 10744"/>
                <a:gd name="connsiteX5" fmla="*/ 1345 w 4035"/>
                <a:gd name="connsiteY5" fmla="*/ 4029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10744">
                  <a:moveTo>
                    <a:pt x="0" y="10745"/>
                  </a:moveTo>
                  <a:lnTo>
                    <a:pt x="1345" y="9401"/>
                  </a:lnTo>
                  <a:lnTo>
                    <a:pt x="4036" y="6715"/>
                  </a:lnTo>
                  <a:lnTo>
                    <a:pt x="4036" y="1343"/>
                  </a:lnTo>
                  <a:lnTo>
                    <a:pt x="2691" y="0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C76AB257-94E4-02B8-75EC-EE8A0BE16A83}"/>
                </a:ext>
              </a:extLst>
            </p:cNvPr>
            <p:cNvSpPr/>
            <p:nvPr/>
          </p:nvSpPr>
          <p:spPr>
            <a:xfrm>
              <a:off x="11058998" y="3030785"/>
              <a:ext cx="4035" cy="2686"/>
            </a:xfrm>
            <a:custGeom>
              <a:avLst/>
              <a:gdLst>
                <a:gd name="connsiteX0" fmla="*/ 2691 w 4035"/>
                <a:gd name="connsiteY0" fmla="*/ 2686 h 2686"/>
                <a:gd name="connsiteX1" fmla="*/ 4036 w 4035"/>
                <a:gd name="connsiteY1" fmla="*/ 1343 h 2686"/>
                <a:gd name="connsiteX2" fmla="*/ 2691 w 4035"/>
                <a:gd name="connsiteY2" fmla="*/ 0 h 2686"/>
                <a:gd name="connsiteX3" fmla="*/ 0 w 4035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2686">
                  <a:moveTo>
                    <a:pt x="2691" y="2686"/>
                  </a:moveTo>
                  <a:lnTo>
                    <a:pt x="4036" y="1343"/>
                  </a:lnTo>
                  <a:lnTo>
                    <a:pt x="26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264FB1C6-AA1D-0127-3A7D-5250EF543516}"/>
                </a:ext>
              </a:extLst>
            </p:cNvPr>
            <p:cNvSpPr/>
            <p:nvPr/>
          </p:nvSpPr>
          <p:spPr>
            <a:xfrm>
              <a:off x="11058998" y="3045559"/>
              <a:ext cx="2690" cy="6715"/>
            </a:xfrm>
            <a:custGeom>
              <a:avLst/>
              <a:gdLst>
                <a:gd name="connsiteX0" fmla="*/ 1345 w 2690"/>
                <a:gd name="connsiteY0" fmla="*/ 6715 h 6715"/>
                <a:gd name="connsiteX1" fmla="*/ 2691 w 2690"/>
                <a:gd name="connsiteY1" fmla="*/ 2686 h 6715"/>
                <a:gd name="connsiteX2" fmla="*/ 1345 w 2690"/>
                <a:gd name="connsiteY2" fmla="*/ 0 h 6715"/>
                <a:gd name="connsiteX3" fmla="*/ 0 w 2690"/>
                <a:gd name="connsiteY3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6715">
                  <a:moveTo>
                    <a:pt x="1345" y="6715"/>
                  </a:moveTo>
                  <a:lnTo>
                    <a:pt x="2691" y="2686"/>
                  </a:lnTo>
                  <a:lnTo>
                    <a:pt x="1345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83E0F3C2-11D6-8A4B-1FF0-16FAF9C16968}"/>
                </a:ext>
              </a:extLst>
            </p:cNvPr>
            <p:cNvSpPr/>
            <p:nvPr/>
          </p:nvSpPr>
          <p:spPr>
            <a:xfrm>
              <a:off x="11058998" y="3056304"/>
              <a:ext cx="2690" cy="2686"/>
            </a:xfrm>
            <a:custGeom>
              <a:avLst/>
              <a:gdLst>
                <a:gd name="connsiteX0" fmla="*/ 0 w 2690"/>
                <a:gd name="connsiteY0" fmla="*/ 0 h 2686"/>
                <a:gd name="connsiteX1" fmla="*/ 0 w 2690"/>
                <a:gd name="connsiteY1" fmla="*/ 2686 h 2686"/>
                <a:gd name="connsiteX2" fmla="*/ 2691 w 2690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0" y="0"/>
                  </a:moveTo>
                  <a:lnTo>
                    <a:pt x="0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D4AAA9E0-8304-42FA-D3B4-0DF90D1B85B7}"/>
                </a:ext>
              </a:extLst>
            </p:cNvPr>
            <p:cNvSpPr/>
            <p:nvPr/>
          </p:nvSpPr>
          <p:spPr>
            <a:xfrm>
              <a:off x="11053616" y="3063019"/>
              <a:ext cx="4036" cy="4029"/>
            </a:xfrm>
            <a:custGeom>
              <a:avLst/>
              <a:gdLst>
                <a:gd name="connsiteX0" fmla="*/ 0 w 4036"/>
                <a:gd name="connsiteY0" fmla="*/ 1343 h 4029"/>
                <a:gd name="connsiteX1" fmla="*/ 1346 w 4036"/>
                <a:gd name="connsiteY1" fmla="*/ 4029 h 4029"/>
                <a:gd name="connsiteX2" fmla="*/ 2691 w 4036"/>
                <a:gd name="connsiteY2" fmla="*/ 4029 h 4029"/>
                <a:gd name="connsiteX3" fmla="*/ 4037 w 4036"/>
                <a:gd name="connsiteY3" fmla="*/ 1343 h 4029"/>
                <a:gd name="connsiteX4" fmla="*/ 1346 w 4036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4029">
                  <a:moveTo>
                    <a:pt x="0" y="1343"/>
                  </a:moveTo>
                  <a:lnTo>
                    <a:pt x="1346" y="4029"/>
                  </a:lnTo>
                  <a:lnTo>
                    <a:pt x="2691" y="4029"/>
                  </a:lnTo>
                  <a:lnTo>
                    <a:pt x="4037" y="1343"/>
                  </a:lnTo>
                  <a:lnTo>
                    <a:pt x="134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7BD8D5C8-32F4-64B4-E246-92938718F51C}"/>
                </a:ext>
              </a:extLst>
            </p:cNvPr>
            <p:cNvSpPr/>
            <p:nvPr/>
          </p:nvSpPr>
          <p:spPr>
            <a:xfrm>
              <a:off x="11048235" y="3075107"/>
              <a:ext cx="4035" cy="12087"/>
            </a:xfrm>
            <a:custGeom>
              <a:avLst/>
              <a:gdLst>
                <a:gd name="connsiteX0" fmla="*/ 1345 w 4035"/>
                <a:gd name="connsiteY0" fmla="*/ 12088 h 12087"/>
                <a:gd name="connsiteX1" fmla="*/ 2691 w 4035"/>
                <a:gd name="connsiteY1" fmla="*/ 9401 h 12087"/>
                <a:gd name="connsiteX2" fmla="*/ 4036 w 4035"/>
                <a:gd name="connsiteY2" fmla="*/ 0 h 12087"/>
                <a:gd name="connsiteX3" fmla="*/ 2691 w 4035"/>
                <a:gd name="connsiteY3" fmla="*/ 0 h 12087"/>
                <a:gd name="connsiteX4" fmla="*/ 1345 w 4035"/>
                <a:gd name="connsiteY4" fmla="*/ 4029 h 12087"/>
                <a:gd name="connsiteX5" fmla="*/ 0 w 4035"/>
                <a:gd name="connsiteY5" fmla="*/ 10745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12087">
                  <a:moveTo>
                    <a:pt x="1345" y="12088"/>
                  </a:moveTo>
                  <a:lnTo>
                    <a:pt x="2691" y="9401"/>
                  </a:lnTo>
                  <a:lnTo>
                    <a:pt x="4036" y="0"/>
                  </a:lnTo>
                  <a:lnTo>
                    <a:pt x="2691" y="0"/>
                  </a:lnTo>
                  <a:lnTo>
                    <a:pt x="1345" y="4029"/>
                  </a:lnTo>
                  <a:lnTo>
                    <a:pt x="0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AE11FD34-F47E-01B2-2446-1B17CDF91068}"/>
                </a:ext>
              </a:extLst>
            </p:cNvPr>
            <p:cNvSpPr/>
            <p:nvPr/>
          </p:nvSpPr>
          <p:spPr>
            <a:xfrm>
              <a:off x="11005183" y="3114056"/>
              <a:ext cx="21525" cy="32233"/>
            </a:xfrm>
            <a:custGeom>
              <a:avLst/>
              <a:gdLst>
                <a:gd name="connsiteX0" fmla="*/ 0 w 21525"/>
                <a:gd name="connsiteY0" fmla="*/ 30891 h 32233"/>
                <a:gd name="connsiteX1" fmla="*/ 2691 w 21525"/>
                <a:gd name="connsiteY1" fmla="*/ 32234 h 32233"/>
                <a:gd name="connsiteX2" fmla="*/ 8072 w 21525"/>
                <a:gd name="connsiteY2" fmla="*/ 26862 h 32233"/>
                <a:gd name="connsiteX3" fmla="*/ 10763 w 21525"/>
                <a:gd name="connsiteY3" fmla="*/ 20146 h 32233"/>
                <a:gd name="connsiteX4" fmla="*/ 14799 w 21525"/>
                <a:gd name="connsiteY4" fmla="*/ 18803 h 32233"/>
                <a:gd name="connsiteX5" fmla="*/ 14799 w 21525"/>
                <a:gd name="connsiteY5" fmla="*/ 13431 h 32233"/>
                <a:gd name="connsiteX6" fmla="*/ 16145 w 21525"/>
                <a:gd name="connsiteY6" fmla="*/ 8058 h 32233"/>
                <a:gd name="connsiteX7" fmla="*/ 21526 w 21525"/>
                <a:gd name="connsiteY7" fmla="*/ 0 h 32233"/>
                <a:gd name="connsiteX8" fmla="*/ 18836 w 21525"/>
                <a:gd name="connsiteY8" fmla="*/ 1343 h 32233"/>
                <a:gd name="connsiteX9" fmla="*/ 13454 w 21525"/>
                <a:gd name="connsiteY9" fmla="*/ 2686 h 32233"/>
                <a:gd name="connsiteX10" fmla="*/ 10763 w 21525"/>
                <a:gd name="connsiteY10" fmla="*/ 8058 h 32233"/>
                <a:gd name="connsiteX11" fmla="*/ 9418 w 21525"/>
                <a:gd name="connsiteY11" fmla="*/ 9401 h 32233"/>
                <a:gd name="connsiteX12" fmla="*/ 8072 w 21525"/>
                <a:gd name="connsiteY12" fmla="*/ 14774 h 32233"/>
                <a:gd name="connsiteX13" fmla="*/ 5382 w 21525"/>
                <a:gd name="connsiteY13" fmla="*/ 17460 h 32233"/>
                <a:gd name="connsiteX14" fmla="*/ 5382 w 21525"/>
                <a:gd name="connsiteY14" fmla="*/ 20146 h 32233"/>
                <a:gd name="connsiteX15" fmla="*/ 1345 w 21525"/>
                <a:gd name="connsiteY15" fmla="*/ 24175 h 3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525" h="32233">
                  <a:moveTo>
                    <a:pt x="0" y="30891"/>
                  </a:moveTo>
                  <a:lnTo>
                    <a:pt x="2691" y="32234"/>
                  </a:lnTo>
                  <a:lnTo>
                    <a:pt x="8072" y="26862"/>
                  </a:lnTo>
                  <a:lnTo>
                    <a:pt x="10763" y="20146"/>
                  </a:lnTo>
                  <a:lnTo>
                    <a:pt x="14799" y="18803"/>
                  </a:lnTo>
                  <a:lnTo>
                    <a:pt x="14799" y="13431"/>
                  </a:lnTo>
                  <a:lnTo>
                    <a:pt x="16145" y="8058"/>
                  </a:lnTo>
                  <a:lnTo>
                    <a:pt x="21526" y="0"/>
                  </a:lnTo>
                  <a:lnTo>
                    <a:pt x="18836" y="1343"/>
                  </a:lnTo>
                  <a:lnTo>
                    <a:pt x="13454" y="2686"/>
                  </a:lnTo>
                  <a:lnTo>
                    <a:pt x="10763" y="8058"/>
                  </a:lnTo>
                  <a:lnTo>
                    <a:pt x="9418" y="9401"/>
                  </a:lnTo>
                  <a:lnTo>
                    <a:pt x="8072" y="14774"/>
                  </a:lnTo>
                  <a:lnTo>
                    <a:pt x="5382" y="17460"/>
                  </a:lnTo>
                  <a:lnTo>
                    <a:pt x="5382" y="20146"/>
                  </a:lnTo>
                  <a:lnTo>
                    <a:pt x="1345" y="2417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06CE5D8D-D463-2031-BAAB-7D67CD4995FA}"/>
                </a:ext>
              </a:extLst>
            </p:cNvPr>
            <p:cNvSpPr/>
            <p:nvPr/>
          </p:nvSpPr>
          <p:spPr>
            <a:xfrm>
              <a:off x="10955404" y="3150319"/>
              <a:ext cx="37670" cy="52379"/>
            </a:xfrm>
            <a:custGeom>
              <a:avLst/>
              <a:gdLst>
                <a:gd name="connsiteX0" fmla="*/ 0 w 37670"/>
                <a:gd name="connsiteY0" fmla="*/ 52380 h 52379"/>
                <a:gd name="connsiteX1" fmla="*/ 2691 w 37670"/>
                <a:gd name="connsiteY1" fmla="*/ 51037 h 52379"/>
                <a:gd name="connsiteX2" fmla="*/ 5382 w 37670"/>
                <a:gd name="connsiteY2" fmla="*/ 45665 h 52379"/>
                <a:gd name="connsiteX3" fmla="*/ 8073 w 37670"/>
                <a:gd name="connsiteY3" fmla="*/ 42978 h 52379"/>
                <a:gd name="connsiteX4" fmla="*/ 8073 w 37670"/>
                <a:gd name="connsiteY4" fmla="*/ 36263 h 52379"/>
                <a:gd name="connsiteX5" fmla="*/ 9418 w 37670"/>
                <a:gd name="connsiteY5" fmla="*/ 33577 h 52379"/>
                <a:gd name="connsiteX6" fmla="*/ 10763 w 37670"/>
                <a:gd name="connsiteY6" fmla="*/ 30891 h 52379"/>
                <a:gd name="connsiteX7" fmla="*/ 12109 w 37670"/>
                <a:gd name="connsiteY7" fmla="*/ 29548 h 52379"/>
                <a:gd name="connsiteX8" fmla="*/ 14800 w 37670"/>
                <a:gd name="connsiteY8" fmla="*/ 30891 h 52379"/>
                <a:gd name="connsiteX9" fmla="*/ 18836 w 37670"/>
                <a:gd name="connsiteY9" fmla="*/ 26862 h 52379"/>
                <a:gd name="connsiteX10" fmla="*/ 22872 w 37670"/>
                <a:gd name="connsiteY10" fmla="*/ 18803 h 52379"/>
                <a:gd name="connsiteX11" fmla="*/ 28253 w 37670"/>
                <a:gd name="connsiteY11" fmla="*/ 13431 h 52379"/>
                <a:gd name="connsiteX12" fmla="*/ 33634 w 37670"/>
                <a:gd name="connsiteY12" fmla="*/ 12088 h 52379"/>
                <a:gd name="connsiteX13" fmla="*/ 37670 w 37670"/>
                <a:gd name="connsiteY13" fmla="*/ 9401 h 52379"/>
                <a:gd name="connsiteX14" fmla="*/ 37670 w 37670"/>
                <a:gd name="connsiteY14" fmla="*/ 4029 h 52379"/>
                <a:gd name="connsiteX15" fmla="*/ 36325 w 37670"/>
                <a:gd name="connsiteY15" fmla="*/ 0 h 52379"/>
                <a:gd name="connsiteX16" fmla="*/ 32289 w 37670"/>
                <a:gd name="connsiteY16" fmla="*/ 0 h 52379"/>
                <a:gd name="connsiteX17" fmla="*/ 26908 w 37670"/>
                <a:gd name="connsiteY17" fmla="*/ 6715 h 52379"/>
                <a:gd name="connsiteX18" fmla="*/ 25562 w 37670"/>
                <a:gd name="connsiteY18" fmla="*/ 10745 h 52379"/>
                <a:gd name="connsiteX19" fmla="*/ 22872 w 37670"/>
                <a:gd name="connsiteY19" fmla="*/ 10745 h 52379"/>
                <a:gd name="connsiteX20" fmla="*/ 18836 w 37670"/>
                <a:gd name="connsiteY20" fmla="*/ 13431 h 52379"/>
                <a:gd name="connsiteX21" fmla="*/ 16145 w 37670"/>
                <a:gd name="connsiteY21" fmla="*/ 12088 h 52379"/>
                <a:gd name="connsiteX22" fmla="*/ 14800 w 37670"/>
                <a:gd name="connsiteY22" fmla="*/ 8058 h 52379"/>
                <a:gd name="connsiteX23" fmla="*/ 13454 w 37670"/>
                <a:gd name="connsiteY23" fmla="*/ 9401 h 52379"/>
                <a:gd name="connsiteX24" fmla="*/ 10763 w 37670"/>
                <a:gd name="connsiteY24" fmla="*/ 13431 h 52379"/>
                <a:gd name="connsiteX25" fmla="*/ 13454 w 37670"/>
                <a:gd name="connsiteY25" fmla="*/ 16117 h 52379"/>
                <a:gd name="connsiteX26" fmla="*/ 10763 w 37670"/>
                <a:gd name="connsiteY26" fmla="*/ 20146 h 52379"/>
                <a:gd name="connsiteX27" fmla="*/ 8073 w 37670"/>
                <a:gd name="connsiteY27" fmla="*/ 25518 h 52379"/>
                <a:gd name="connsiteX28" fmla="*/ 5382 w 37670"/>
                <a:gd name="connsiteY28" fmla="*/ 25518 h 52379"/>
                <a:gd name="connsiteX29" fmla="*/ 5382 w 37670"/>
                <a:gd name="connsiteY29" fmla="*/ 28204 h 52379"/>
                <a:gd name="connsiteX30" fmla="*/ 4036 w 37670"/>
                <a:gd name="connsiteY30" fmla="*/ 33577 h 52379"/>
                <a:gd name="connsiteX31" fmla="*/ 0 w 37670"/>
                <a:gd name="connsiteY31" fmla="*/ 34920 h 52379"/>
                <a:gd name="connsiteX32" fmla="*/ 0 w 37670"/>
                <a:gd name="connsiteY32" fmla="*/ 37606 h 52379"/>
                <a:gd name="connsiteX33" fmla="*/ 2691 w 37670"/>
                <a:gd name="connsiteY33" fmla="*/ 40292 h 52379"/>
                <a:gd name="connsiteX34" fmla="*/ 0 w 37670"/>
                <a:gd name="connsiteY34" fmla="*/ 42978 h 52379"/>
                <a:gd name="connsiteX35" fmla="*/ 0 w 37670"/>
                <a:gd name="connsiteY35" fmla="*/ 47008 h 52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7670" h="52379">
                  <a:moveTo>
                    <a:pt x="0" y="52380"/>
                  </a:moveTo>
                  <a:lnTo>
                    <a:pt x="2691" y="51037"/>
                  </a:lnTo>
                  <a:lnTo>
                    <a:pt x="5382" y="45665"/>
                  </a:lnTo>
                  <a:lnTo>
                    <a:pt x="8073" y="42978"/>
                  </a:lnTo>
                  <a:lnTo>
                    <a:pt x="8073" y="36263"/>
                  </a:lnTo>
                  <a:lnTo>
                    <a:pt x="9418" y="33577"/>
                  </a:lnTo>
                  <a:lnTo>
                    <a:pt x="10763" y="30891"/>
                  </a:lnTo>
                  <a:lnTo>
                    <a:pt x="12109" y="29548"/>
                  </a:lnTo>
                  <a:lnTo>
                    <a:pt x="14800" y="30891"/>
                  </a:lnTo>
                  <a:lnTo>
                    <a:pt x="18836" y="26862"/>
                  </a:lnTo>
                  <a:lnTo>
                    <a:pt x="22872" y="18803"/>
                  </a:lnTo>
                  <a:lnTo>
                    <a:pt x="28253" y="13431"/>
                  </a:lnTo>
                  <a:lnTo>
                    <a:pt x="33634" y="12088"/>
                  </a:lnTo>
                  <a:lnTo>
                    <a:pt x="37670" y="9401"/>
                  </a:lnTo>
                  <a:lnTo>
                    <a:pt x="37670" y="4029"/>
                  </a:lnTo>
                  <a:lnTo>
                    <a:pt x="36325" y="0"/>
                  </a:lnTo>
                  <a:lnTo>
                    <a:pt x="32289" y="0"/>
                  </a:lnTo>
                  <a:lnTo>
                    <a:pt x="26908" y="6715"/>
                  </a:lnTo>
                  <a:lnTo>
                    <a:pt x="25562" y="10745"/>
                  </a:lnTo>
                  <a:lnTo>
                    <a:pt x="22872" y="10745"/>
                  </a:lnTo>
                  <a:lnTo>
                    <a:pt x="18836" y="13431"/>
                  </a:lnTo>
                  <a:lnTo>
                    <a:pt x="16145" y="12088"/>
                  </a:lnTo>
                  <a:lnTo>
                    <a:pt x="14800" y="8058"/>
                  </a:lnTo>
                  <a:lnTo>
                    <a:pt x="13454" y="9401"/>
                  </a:lnTo>
                  <a:lnTo>
                    <a:pt x="10763" y="13431"/>
                  </a:lnTo>
                  <a:lnTo>
                    <a:pt x="13454" y="16117"/>
                  </a:lnTo>
                  <a:lnTo>
                    <a:pt x="10763" y="20146"/>
                  </a:lnTo>
                  <a:lnTo>
                    <a:pt x="8073" y="25518"/>
                  </a:lnTo>
                  <a:lnTo>
                    <a:pt x="5382" y="25518"/>
                  </a:lnTo>
                  <a:lnTo>
                    <a:pt x="5382" y="28204"/>
                  </a:lnTo>
                  <a:lnTo>
                    <a:pt x="4036" y="33577"/>
                  </a:lnTo>
                  <a:lnTo>
                    <a:pt x="0" y="34920"/>
                  </a:lnTo>
                  <a:lnTo>
                    <a:pt x="0" y="37606"/>
                  </a:lnTo>
                  <a:lnTo>
                    <a:pt x="2691" y="40292"/>
                  </a:lnTo>
                  <a:lnTo>
                    <a:pt x="0" y="42978"/>
                  </a:lnTo>
                  <a:lnTo>
                    <a:pt x="0" y="4700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E7635D2B-B109-CD25-6EAD-FC982CCCBB31}"/>
                </a:ext>
              </a:extLst>
            </p:cNvPr>
            <p:cNvSpPr/>
            <p:nvPr/>
          </p:nvSpPr>
          <p:spPr>
            <a:xfrm>
              <a:off x="10927151" y="3204042"/>
              <a:ext cx="20180" cy="33576"/>
            </a:xfrm>
            <a:custGeom>
              <a:avLst/>
              <a:gdLst>
                <a:gd name="connsiteX0" fmla="*/ 6727 w 20180"/>
                <a:gd name="connsiteY0" fmla="*/ 33577 h 33576"/>
                <a:gd name="connsiteX1" fmla="*/ 6727 w 20180"/>
                <a:gd name="connsiteY1" fmla="*/ 26862 h 33576"/>
                <a:gd name="connsiteX2" fmla="*/ 9418 w 20180"/>
                <a:gd name="connsiteY2" fmla="*/ 14774 h 33576"/>
                <a:gd name="connsiteX3" fmla="*/ 12108 w 20180"/>
                <a:gd name="connsiteY3" fmla="*/ 13431 h 33576"/>
                <a:gd name="connsiteX4" fmla="*/ 18835 w 20180"/>
                <a:gd name="connsiteY4" fmla="*/ 8058 h 33576"/>
                <a:gd name="connsiteX5" fmla="*/ 20181 w 20180"/>
                <a:gd name="connsiteY5" fmla="*/ 2686 h 33576"/>
                <a:gd name="connsiteX6" fmla="*/ 17490 w 20180"/>
                <a:gd name="connsiteY6" fmla="*/ 2686 h 33576"/>
                <a:gd name="connsiteX7" fmla="*/ 13454 w 20180"/>
                <a:gd name="connsiteY7" fmla="*/ 4029 h 33576"/>
                <a:gd name="connsiteX8" fmla="*/ 10763 w 20180"/>
                <a:gd name="connsiteY8" fmla="*/ 2686 h 33576"/>
                <a:gd name="connsiteX9" fmla="*/ 8072 w 20180"/>
                <a:gd name="connsiteY9" fmla="*/ 0 h 33576"/>
                <a:gd name="connsiteX10" fmla="*/ 6727 w 20180"/>
                <a:gd name="connsiteY10" fmla="*/ 1343 h 33576"/>
                <a:gd name="connsiteX11" fmla="*/ 5381 w 20180"/>
                <a:gd name="connsiteY11" fmla="*/ 8058 h 33576"/>
                <a:gd name="connsiteX12" fmla="*/ 4036 w 20180"/>
                <a:gd name="connsiteY12" fmla="*/ 13431 h 33576"/>
                <a:gd name="connsiteX13" fmla="*/ 2691 w 20180"/>
                <a:gd name="connsiteY13" fmla="*/ 21489 h 33576"/>
                <a:gd name="connsiteX14" fmla="*/ 0 w 20180"/>
                <a:gd name="connsiteY14" fmla="*/ 26862 h 33576"/>
                <a:gd name="connsiteX15" fmla="*/ 1345 w 20180"/>
                <a:gd name="connsiteY15" fmla="*/ 29548 h 33576"/>
                <a:gd name="connsiteX16" fmla="*/ 6727 w 20180"/>
                <a:gd name="connsiteY16" fmla="*/ 33577 h 33576"/>
                <a:gd name="connsiteX17" fmla="*/ 6727 w 20180"/>
                <a:gd name="connsiteY17" fmla="*/ 33577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180" h="33576">
                  <a:moveTo>
                    <a:pt x="6727" y="33577"/>
                  </a:moveTo>
                  <a:lnTo>
                    <a:pt x="6727" y="26862"/>
                  </a:lnTo>
                  <a:lnTo>
                    <a:pt x="9418" y="14774"/>
                  </a:lnTo>
                  <a:lnTo>
                    <a:pt x="12108" y="13431"/>
                  </a:lnTo>
                  <a:lnTo>
                    <a:pt x="18835" y="8058"/>
                  </a:lnTo>
                  <a:lnTo>
                    <a:pt x="20181" y="2686"/>
                  </a:lnTo>
                  <a:lnTo>
                    <a:pt x="17490" y="2686"/>
                  </a:lnTo>
                  <a:lnTo>
                    <a:pt x="13454" y="4029"/>
                  </a:lnTo>
                  <a:lnTo>
                    <a:pt x="10763" y="2686"/>
                  </a:lnTo>
                  <a:lnTo>
                    <a:pt x="8072" y="0"/>
                  </a:lnTo>
                  <a:lnTo>
                    <a:pt x="6727" y="1343"/>
                  </a:lnTo>
                  <a:lnTo>
                    <a:pt x="5381" y="8058"/>
                  </a:lnTo>
                  <a:lnTo>
                    <a:pt x="4036" y="13431"/>
                  </a:lnTo>
                  <a:lnTo>
                    <a:pt x="2691" y="21489"/>
                  </a:lnTo>
                  <a:lnTo>
                    <a:pt x="0" y="26862"/>
                  </a:lnTo>
                  <a:lnTo>
                    <a:pt x="1345" y="29548"/>
                  </a:lnTo>
                  <a:lnTo>
                    <a:pt x="6727" y="33577"/>
                  </a:lnTo>
                  <a:lnTo>
                    <a:pt x="6727" y="3357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55F64043-B1A9-C6F3-EC63-E79735240C12}"/>
                </a:ext>
              </a:extLst>
            </p:cNvPr>
            <p:cNvSpPr/>
            <p:nvPr/>
          </p:nvSpPr>
          <p:spPr>
            <a:xfrm>
              <a:off x="7970013" y="2821265"/>
              <a:ext cx="6726" cy="6715"/>
            </a:xfrm>
            <a:custGeom>
              <a:avLst/>
              <a:gdLst>
                <a:gd name="connsiteX0" fmla="*/ 1345 w 6726"/>
                <a:gd name="connsiteY0" fmla="*/ 0 h 6715"/>
                <a:gd name="connsiteX1" fmla="*/ 0 w 6726"/>
                <a:gd name="connsiteY1" fmla="*/ 4029 h 6715"/>
                <a:gd name="connsiteX2" fmla="*/ 5381 w 6726"/>
                <a:gd name="connsiteY2" fmla="*/ 6715 h 6715"/>
                <a:gd name="connsiteX3" fmla="*/ 6727 w 6726"/>
                <a:gd name="connsiteY3" fmla="*/ 4029 h 6715"/>
                <a:gd name="connsiteX4" fmla="*/ 1345 w 6726"/>
                <a:gd name="connsiteY4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6715">
                  <a:moveTo>
                    <a:pt x="1345" y="0"/>
                  </a:moveTo>
                  <a:lnTo>
                    <a:pt x="0" y="4029"/>
                  </a:lnTo>
                  <a:lnTo>
                    <a:pt x="5381" y="6715"/>
                  </a:lnTo>
                  <a:lnTo>
                    <a:pt x="6727" y="4029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207" name="Freeform 206">
            <a:extLst>
              <a:ext uri="{FF2B5EF4-FFF2-40B4-BE49-F238E27FC236}">
                <a16:creationId xmlns:a16="http://schemas.microsoft.com/office/drawing/2014/main" id="{C1F3604C-69F4-6598-8B77-50B8E4A8B4ED}"/>
              </a:ext>
            </a:extLst>
          </p:cNvPr>
          <p:cNvSpPr/>
          <p:nvPr/>
        </p:nvSpPr>
        <p:spPr>
          <a:xfrm>
            <a:off x="7686139" y="2140325"/>
            <a:ext cx="9417" cy="13430"/>
          </a:xfrm>
          <a:custGeom>
            <a:avLst/>
            <a:gdLst>
              <a:gd name="connsiteX0" fmla="*/ 8072 w 9417"/>
              <a:gd name="connsiteY0" fmla="*/ 13431 h 13430"/>
              <a:gd name="connsiteX1" fmla="*/ 9418 w 9417"/>
              <a:gd name="connsiteY1" fmla="*/ 10745 h 13430"/>
              <a:gd name="connsiteX2" fmla="*/ 9418 w 9417"/>
              <a:gd name="connsiteY2" fmla="*/ 4029 h 13430"/>
              <a:gd name="connsiteX3" fmla="*/ 6727 w 9417"/>
              <a:gd name="connsiteY3" fmla="*/ 0 h 13430"/>
              <a:gd name="connsiteX4" fmla="*/ 1345 w 9417"/>
              <a:gd name="connsiteY4" fmla="*/ 0 h 13430"/>
              <a:gd name="connsiteX5" fmla="*/ 0 w 9417"/>
              <a:gd name="connsiteY5" fmla="*/ 2686 h 13430"/>
              <a:gd name="connsiteX6" fmla="*/ 1345 w 9417"/>
              <a:gd name="connsiteY6" fmla="*/ 6715 h 13430"/>
              <a:gd name="connsiteX7" fmla="*/ 5382 w 9417"/>
              <a:gd name="connsiteY7" fmla="*/ 9402 h 13430"/>
              <a:gd name="connsiteX8" fmla="*/ 5382 w 9417"/>
              <a:gd name="connsiteY8" fmla="*/ 13431 h 13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17" h="13430">
                <a:moveTo>
                  <a:pt x="8072" y="13431"/>
                </a:moveTo>
                <a:lnTo>
                  <a:pt x="9418" y="10745"/>
                </a:lnTo>
                <a:lnTo>
                  <a:pt x="9418" y="4029"/>
                </a:lnTo>
                <a:lnTo>
                  <a:pt x="6727" y="0"/>
                </a:lnTo>
                <a:lnTo>
                  <a:pt x="1345" y="0"/>
                </a:lnTo>
                <a:lnTo>
                  <a:pt x="0" y="2686"/>
                </a:lnTo>
                <a:lnTo>
                  <a:pt x="1345" y="6715"/>
                </a:lnTo>
                <a:lnTo>
                  <a:pt x="5382" y="9402"/>
                </a:lnTo>
                <a:lnTo>
                  <a:pt x="5382" y="13431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208" name="Graphic 5">
            <a:extLst>
              <a:ext uri="{FF2B5EF4-FFF2-40B4-BE49-F238E27FC236}">
                <a16:creationId xmlns:a16="http://schemas.microsoft.com/office/drawing/2014/main" id="{B4732909-3652-109C-6A16-D6FFB9C92BAD}"/>
              </a:ext>
            </a:extLst>
          </p:cNvPr>
          <p:cNvGrpSpPr/>
          <p:nvPr/>
        </p:nvGrpSpPr>
        <p:grpSpPr>
          <a:xfrm>
            <a:off x="10535646" y="3174494"/>
            <a:ext cx="410339" cy="788386"/>
            <a:chOff x="10535646" y="3174494"/>
            <a:chExt cx="410339" cy="788386"/>
          </a:xfrm>
          <a:solidFill>
            <a:srgbClr val="E5E5E4"/>
          </a:solidFill>
        </p:grpSpPr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4B521B21-C26C-F3CE-7292-AC40A4BBFF50}"/>
                </a:ext>
              </a:extLst>
            </p:cNvPr>
            <p:cNvSpPr/>
            <p:nvPr/>
          </p:nvSpPr>
          <p:spPr>
            <a:xfrm>
              <a:off x="10698437" y="3553242"/>
              <a:ext cx="2690" cy="4029"/>
            </a:xfrm>
            <a:custGeom>
              <a:avLst/>
              <a:gdLst>
                <a:gd name="connsiteX0" fmla="*/ 1345 w 2690"/>
                <a:gd name="connsiteY0" fmla="*/ 0 h 4029"/>
                <a:gd name="connsiteX1" fmla="*/ 2691 w 2690"/>
                <a:gd name="connsiteY1" fmla="*/ 2686 h 4029"/>
                <a:gd name="connsiteX2" fmla="*/ 1345 w 2690"/>
                <a:gd name="connsiteY2" fmla="*/ 4029 h 4029"/>
                <a:gd name="connsiteX3" fmla="*/ 0 w 2690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1345" y="0"/>
                  </a:moveTo>
                  <a:lnTo>
                    <a:pt x="2691" y="2686"/>
                  </a:lnTo>
                  <a:lnTo>
                    <a:pt x="1345" y="4029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FE73BE7D-E2B1-BA63-7D53-CA4423414B8B}"/>
                </a:ext>
              </a:extLst>
            </p:cNvPr>
            <p:cNvSpPr/>
            <p:nvPr/>
          </p:nvSpPr>
          <p:spPr>
            <a:xfrm>
              <a:off x="10702473" y="3547870"/>
              <a:ext cx="5381" cy="5372"/>
            </a:xfrm>
            <a:custGeom>
              <a:avLst/>
              <a:gdLst>
                <a:gd name="connsiteX0" fmla="*/ 1345 w 5381"/>
                <a:gd name="connsiteY0" fmla="*/ 5372 h 5372"/>
                <a:gd name="connsiteX1" fmla="*/ 0 w 5381"/>
                <a:gd name="connsiteY1" fmla="*/ 4029 h 5372"/>
                <a:gd name="connsiteX2" fmla="*/ 1345 w 5381"/>
                <a:gd name="connsiteY2" fmla="*/ 0 h 5372"/>
                <a:gd name="connsiteX3" fmla="*/ 4036 w 5381"/>
                <a:gd name="connsiteY3" fmla="*/ 0 h 5372"/>
                <a:gd name="connsiteX4" fmla="*/ 5382 w 5381"/>
                <a:gd name="connsiteY4" fmla="*/ 4029 h 5372"/>
                <a:gd name="connsiteX5" fmla="*/ 4036 w 5381"/>
                <a:gd name="connsiteY5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5372">
                  <a:moveTo>
                    <a:pt x="1345" y="5372"/>
                  </a:moveTo>
                  <a:lnTo>
                    <a:pt x="0" y="4029"/>
                  </a:lnTo>
                  <a:lnTo>
                    <a:pt x="1345" y="0"/>
                  </a:lnTo>
                  <a:lnTo>
                    <a:pt x="4036" y="0"/>
                  </a:lnTo>
                  <a:lnTo>
                    <a:pt x="5382" y="4029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D58FA0A8-682E-8FF5-E39A-AD5198DB8683}"/>
                </a:ext>
              </a:extLst>
            </p:cNvPr>
            <p:cNvSpPr/>
            <p:nvPr/>
          </p:nvSpPr>
          <p:spPr>
            <a:xfrm>
              <a:off x="10535646" y="3957508"/>
              <a:ext cx="5381" cy="5372"/>
            </a:xfrm>
            <a:custGeom>
              <a:avLst/>
              <a:gdLst>
                <a:gd name="connsiteX0" fmla="*/ 5382 w 5381"/>
                <a:gd name="connsiteY0" fmla="*/ 4029 h 5372"/>
                <a:gd name="connsiteX1" fmla="*/ 4037 w 5381"/>
                <a:gd name="connsiteY1" fmla="*/ 0 h 5372"/>
                <a:gd name="connsiteX2" fmla="*/ 1346 w 5381"/>
                <a:gd name="connsiteY2" fmla="*/ 0 h 5372"/>
                <a:gd name="connsiteX3" fmla="*/ 0 w 5381"/>
                <a:gd name="connsiteY3" fmla="*/ 5372 h 5372"/>
                <a:gd name="connsiteX4" fmla="*/ 2691 w 5381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5382" y="4029"/>
                  </a:moveTo>
                  <a:lnTo>
                    <a:pt x="4037" y="0"/>
                  </a:lnTo>
                  <a:lnTo>
                    <a:pt x="1346" y="0"/>
                  </a:lnTo>
                  <a:lnTo>
                    <a:pt x="0" y="5372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50893008-7AEB-FF98-00DC-82E449DEE512}"/>
                </a:ext>
              </a:extLst>
            </p:cNvPr>
            <p:cNvSpPr/>
            <p:nvPr/>
          </p:nvSpPr>
          <p:spPr>
            <a:xfrm>
              <a:off x="10543719" y="3953479"/>
              <a:ext cx="5381" cy="6715"/>
            </a:xfrm>
            <a:custGeom>
              <a:avLst/>
              <a:gdLst>
                <a:gd name="connsiteX0" fmla="*/ 0 w 5381"/>
                <a:gd name="connsiteY0" fmla="*/ 4029 h 6715"/>
                <a:gd name="connsiteX1" fmla="*/ 2691 w 5381"/>
                <a:gd name="connsiteY1" fmla="*/ 0 h 6715"/>
                <a:gd name="connsiteX2" fmla="*/ 5381 w 5381"/>
                <a:gd name="connsiteY2" fmla="*/ 2686 h 6715"/>
                <a:gd name="connsiteX3" fmla="*/ 4036 w 5381"/>
                <a:gd name="connsiteY3" fmla="*/ 6715 h 6715"/>
                <a:gd name="connsiteX4" fmla="*/ 1345 w 5381"/>
                <a:gd name="connsiteY4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0" y="4029"/>
                  </a:moveTo>
                  <a:lnTo>
                    <a:pt x="2691" y="0"/>
                  </a:lnTo>
                  <a:lnTo>
                    <a:pt x="5381" y="2686"/>
                  </a:lnTo>
                  <a:lnTo>
                    <a:pt x="4036" y="6715"/>
                  </a:lnTo>
                  <a:lnTo>
                    <a:pt x="1345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F0821D85-439A-A6EC-8DD0-D90BF0BC1DF4}"/>
                </a:ext>
              </a:extLst>
            </p:cNvPr>
            <p:cNvSpPr/>
            <p:nvPr/>
          </p:nvSpPr>
          <p:spPr>
            <a:xfrm>
              <a:off x="10567935" y="3938705"/>
              <a:ext cx="6726" cy="8058"/>
            </a:xfrm>
            <a:custGeom>
              <a:avLst/>
              <a:gdLst>
                <a:gd name="connsiteX0" fmla="*/ 0 w 6726"/>
                <a:gd name="connsiteY0" fmla="*/ 0 h 8058"/>
                <a:gd name="connsiteX1" fmla="*/ 0 w 6726"/>
                <a:gd name="connsiteY1" fmla="*/ 5372 h 8058"/>
                <a:gd name="connsiteX2" fmla="*/ 1345 w 6726"/>
                <a:gd name="connsiteY2" fmla="*/ 8059 h 8058"/>
                <a:gd name="connsiteX3" fmla="*/ 5382 w 6726"/>
                <a:gd name="connsiteY3" fmla="*/ 8059 h 8058"/>
                <a:gd name="connsiteX4" fmla="*/ 6727 w 6726"/>
                <a:gd name="connsiteY4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8058">
                  <a:moveTo>
                    <a:pt x="0" y="0"/>
                  </a:moveTo>
                  <a:lnTo>
                    <a:pt x="0" y="5372"/>
                  </a:lnTo>
                  <a:lnTo>
                    <a:pt x="1345" y="8059"/>
                  </a:lnTo>
                  <a:lnTo>
                    <a:pt x="5382" y="8059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9F32D7CB-DD52-2A3E-BCA6-2855ECE471B8}"/>
                </a:ext>
              </a:extLst>
            </p:cNvPr>
            <p:cNvSpPr/>
            <p:nvPr/>
          </p:nvSpPr>
          <p:spPr>
            <a:xfrm>
              <a:off x="10623096" y="3871551"/>
              <a:ext cx="13453" cy="21489"/>
            </a:xfrm>
            <a:custGeom>
              <a:avLst/>
              <a:gdLst>
                <a:gd name="connsiteX0" fmla="*/ 1346 w 13453"/>
                <a:gd name="connsiteY0" fmla="*/ 21489 h 21489"/>
                <a:gd name="connsiteX1" fmla="*/ 0 w 13453"/>
                <a:gd name="connsiteY1" fmla="*/ 14774 h 21489"/>
                <a:gd name="connsiteX2" fmla="*/ 4037 w 13453"/>
                <a:gd name="connsiteY2" fmla="*/ 12088 h 21489"/>
                <a:gd name="connsiteX3" fmla="*/ 5382 w 13453"/>
                <a:gd name="connsiteY3" fmla="*/ 9401 h 21489"/>
                <a:gd name="connsiteX4" fmla="*/ 4037 w 13453"/>
                <a:gd name="connsiteY4" fmla="*/ 6715 h 21489"/>
                <a:gd name="connsiteX5" fmla="*/ 9418 w 13453"/>
                <a:gd name="connsiteY5" fmla="*/ 5372 h 21489"/>
                <a:gd name="connsiteX6" fmla="*/ 10764 w 13453"/>
                <a:gd name="connsiteY6" fmla="*/ 0 h 21489"/>
                <a:gd name="connsiteX7" fmla="*/ 13454 w 13453"/>
                <a:gd name="connsiteY7" fmla="*/ 5372 h 21489"/>
                <a:gd name="connsiteX8" fmla="*/ 10764 w 13453"/>
                <a:gd name="connsiteY8" fmla="*/ 8059 h 21489"/>
                <a:gd name="connsiteX9" fmla="*/ 10764 w 13453"/>
                <a:gd name="connsiteY9" fmla="*/ 12088 h 21489"/>
                <a:gd name="connsiteX10" fmla="*/ 4037 w 13453"/>
                <a:gd name="connsiteY10" fmla="*/ 16117 h 21489"/>
                <a:gd name="connsiteX11" fmla="*/ 4037 w 13453"/>
                <a:gd name="connsiteY11" fmla="*/ 21489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453" h="21489">
                  <a:moveTo>
                    <a:pt x="1346" y="21489"/>
                  </a:moveTo>
                  <a:lnTo>
                    <a:pt x="0" y="14774"/>
                  </a:lnTo>
                  <a:lnTo>
                    <a:pt x="4037" y="12088"/>
                  </a:lnTo>
                  <a:lnTo>
                    <a:pt x="5382" y="9401"/>
                  </a:lnTo>
                  <a:lnTo>
                    <a:pt x="4037" y="6715"/>
                  </a:lnTo>
                  <a:lnTo>
                    <a:pt x="9418" y="5372"/>
                  </a:lnTo>
                  <a:lnTo>
                    <a:pt x="10764" y="0"/>
                  </a:lnTo>
                  <a:lnTo>
                    <a:pt x="13454" y="5372"/>
                  </a:lnTo>
                  <a:lnTo>
                    <a:pt x="10764" y="8059"/>
                  </a:lnTo>
                  <a:lnTo>
                    <a:pt x="10764" y="12088"/>
                  </a:lnTo>
                  <a:lnTo>
                    <a:pt x="4037" y="16117"/>
                  </a:lnTo>
                  <a:lnTo>
                    <a:pt x="4037" y="2148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0675168D-7457-54C2-0F55-245D5266A2CB}"/>
                </a:ext>
              </a:extLst>
            </p:cNvPr>
            <p:cNvSpPr/>
            <p:nvPr/>
          </p:nvSpPr>
          <p:spPr>
            <a:xfrm>
              <a:off x="10647313" y="3840660"/>
              <a:ext cx="5381" cy="8058"/>
            </a:xfrm>
            <a:custGeom>
              <a:avLst/>
              <a:gdLst>
                <a:gd name="connsiteX0" fmla="*/ 1345 w 5381"/>
                <a:gd name="connsiteY0" fmla="*/ 0 h 8058"/>
                <a:gd name="connsiteX1" fmla="*/ 4036 w 5381"/>
                <a:gd name="connsiteY1" fmla="*/ 2686 h 8058"/>
                <a:gd name="connsiteX2" fmla="*/ 5381 w 5381"/>
                <a:gd name="connsiteY2" fmla="*/ 8059 h 8058"/>
                <a:gd name="connsiteX3" fmla="*/ 4036 w 5381"/>
                <a:gd name="connsiteY3" fmla="*/ 8059 h 8058"/>
                <a:gd name="connsiteX4" fmla="*/ 0 w 5381"/>
                <a:gd name="connsiteY4" fmla="*/ 5372 h 8058"/>
                <a:gd name="connsiteX5" fmla="*/ 0 w 5381"/>
                <a:gd name="connsiteY5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8058">
                  <a:moveTo>
                    <a:pt x="1345" y="0"/>
                  </a:moveTo>
                  <a:lnTo>
                    <a:pt x="4036" y="2686"/>
                  </a:lnTo>
                  <a:lnTo>
                    <a:pt x="5381" y="8059"/>
                  </a:lnTo>
                  <a:lnTo>
                    <a:pt x="4036" y="8059"/>
                  </a:lnTo>
                  <a:lnTo>
                    <a:pt x="0" y="5372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A294BA8C-CC45-2D80-AF3F-534EDF62A6FA}"/>
                </a:ext>
              </a:extLst>
            </p:cNvPr>
            <p:cNvSpPr/>
            <p:nvPr/>
          </p:nvSpPr>
          <p:spPr>
            <a:xfrm>
              <a:off x="10651349" y="3819171"/>
              <a:ext cx="17489" cy="12087"/>
            </a:xfrm>
            <a:custGeom>
              <a:avLst/>
              <a:gdLst>
                <a:gd name="connsiteX0" fmla="*/ 8072 w 17489"/>
                <a:gd name="connsiteY0" fmla="*/ 12088 h 12087"/>
                <a:gd name="connsiteX1" fmla="*/ 5381 w 17489"/>
                <a:gd name="connsiteY1" fmla="*/ 10744 h 12087"/>
                <a:gd name="connsiteX2" fmla="*/ 1345 w 17489"/>
                <a:gd name="connsiteY2" fmla="*/ 10744 h 12087"/>
                <a:gd name="connsiteX3" fmla="*/ 0 w 17489"/>
                <a:gd name="connsiteY3" fmla="*/ 9401 h 12087"/>
                <a:gd name="connsiteX4" fmla="*/ 1345 w 17489"/>
                <a:gd name="connsiteY4" fmla="*/ 5372 h 12087"/>
                <a:gd name="connsiteX5" fmla="*/ 6727 w 17489"/>
                <a:gd name="connsiteY5" fmla="*/ 4029 h 12087"/>
                <a:gd name="connsiteX6" fmla="*/ 8072 w 17489"/>
                <a:gd name="connsiteY6" fmla="*/ 2686 h 12087"/>
                <a:gd name="connsiteX7" fmla="*/ 8072 w 17489"/>
                <a:gd name="connsiteY7" fmla="*/ 1343 h 12087"/>
                <a:gd name="connsiteX8" fmla="*/ 12108 w 17489"/>
                <a:gd name="connsiteY8" fmla="*/ 1343 h 12087"/>
                <a:gd name="connsiteX9" fmla="*/ 13454 w 17489"/>
                <a:gd name="connsiteY9" fmla="*/ 0 h 12087"/>
                <a:gd name="connsiteX10" fmla="*/ 17490 w 17489"/>
                <a:gd name="connsiteY10" fmla="*/ 0 h 12087"/>
                <a:gd name="connsiteX11" fmla="*/ 13454 w 17489"/>
                <a:gd name="connsiteY11" fmla="*/ 4029 h 12087"/>
                <a:gd name="connsiteX12" fmla="*/ 9418 w 17489"/>
                <a:gd name="connsiteY12" fmla="*/ 8058 h 12087"/>
                <a:gd name="connsiteX13" fmla="*/ 9418 w 17489"/>
                <a:gd name="connsiteY13" fmla="*/ 10744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489" h="12087">
                  <a:moveTo>
                    <a:pt x="8072" y="12088"/>
                  </a:moveTo>
                  <a:lnTo>
                    <a:pt x="5381" y="10744"/>
                  </a:lnTo>
                  <a:lnTo>
                    <a:pt x="1345" y="10744"/>
                  </a:lnTo>
                  <a:lnTo>
                    <a:pt x="0" y="9401"/>
                  </a:lnTo>
                  <a:lnTo>
                    <a:pt x="1345" y="5372"/>
                  </a:lnTo>
                  <a:lnTo>
                    <a:pt x="6727" y="4029"/>
                  </a:lnTo>
                  <a:lnTo>
                    <a:pt x="8072" y="2686"/>
                  </a:lnTo>
                  <a:lnTo>
                    <a:pt x="8072" y="1343"/>
                  </a:lnTo>
                  <a:lnTo>
                    <a:pt x="12108" y="1343"/>
                  </a:lnTo>
                  <a:lnTo>
                    <a:pt x="13454" y="0"/>
                  </a:lnTo>
                  <a:lnTo>
                    <a:pt x="17490" y="0"/>
                  </a:lnTo>
                  <a:lnTo>
                    <a:pt x="13454" y="4029"/>
                  </a:lnTo>
                  <a:lnTo>
                    <a:pt x="9418" y="8058"/>
                  </a:lnTo>
                  <a:lnTo>
                    <a:pt x="9418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7CEAA15E-2414-57B3-C5C1-BA113C06FD38}"/>
                </a:ext>
              </a:extLst>
            </p:cNvPr>
            <p:cNvSpPr/>
            <p:nvPr/>
          </p:nvSpPr>
          <p:spPr>
            <a:xfrm>
              <a:off x="10791268" y="3304773"/>
              <a:ext cx="6726" cy="10744"/>
            </a:xfrm>
            <a:custGeom>
              <a:avLst/>
              <a:gdLst>
                <a:gd name="connsiteX0" fmla="*/ 2691 w 6726"/>
                <a:gd name="connsiteY0" fmla="*/ 10745 h 10744"/>
                <a:gd name="connsiteX1" fmla="*/ 0 w 6726"/>
                <a:gd name="connsiteY1" fmla="*/ 8058 h 10744"/>
                <a:gd name="connsiteX2" fmla="*/ 0 w 6726"/>
                <a:gd name="connsiteY2" fmla="*/ 5372 h 10744"/>
                <a:gd name="connsiteX3" fmla="*/ 4037 w 6726"/>
                <a:gd name="connsiteY3" fmla="*/ 1343 h 10744"/>
                <a:gd name="connsiteX4" fmla="*/ 6727 w 6726"/>
                <a:gd name="connsiteY4" fmla="*/ 0 h 10744"/>
                <a:gd name="connsiteX5" fmla="*/ 5382 w 6726"/>
                <a:gd name="connsiteY5" fmla="*/ 5372 h 10744"/>
                <a:gd name="connsiteX6" fmla="*/ 5382 w 6726"/>
                <a:gd name="connsiteY6" fmla="*/ 9401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10744">
                  <a:moveTo>
                    <a:pt x="2691" y="10745"/>
                  </a:moveTo>
                  <a:lnTo>
                    <a:pt x="0" y="8058"/>
                  </a:lnTo>
                  <a:lnTo>
                    <a:pt x="0" y="5372"/>
                  </a:lnTo>
                  <a:lnTo>
                    <a:pt x="4037" y="1343"/>
                  </a:lnTo>
                  <a:lnTo>
                    <a:pt x="6727" y="0"/>
                  </a:lnTo>
                  <a:lnTo>
                    <a:pt x="5382" y="5372"/>
                  </a:lnTo>
                  <a:lnTo>
                    <a:pt x="5382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E01FDEBE-1FFD-2B32-9DEC-28237DF7CF7B}"/>
                </a:ext>
              </a:extLst>
            </p:cNvPr>
            <p:cNvSpPr/>
            <p:nvPr/>
          </p:nvSpPr>
          <p:spPr>
            <a:xfrm>
              <a:off x="10803376" y="3174494"/>
              <a:ext cx="142609" cy="167884"/>
            </a:xfrm>
            <a:custGeom>
              <a:avLst/>
              <a:gdLst>
                <a:gd name="connsiteX0" fmla="*/ 21526 w 142609"/>
                <a:gd name="connsiteY0" fmla="*/ 167885 h 167884"/>
                <a:gd name="connsiteX1" fmla="*/ 17490 w 142609"/>
                <a:gd name="connsiteY1" fmla="*/ 165198 h 167884"/>
                <a:gd name="connsiteX2" fmla="*/ 16145 w 142609"/>
                <a:gd name="connsiteY2" fmla="*/ 159826 h 167884"/>
                <a:gd name="connsiteX3" fmla="*/ 17490 w 142609"/>
                <a:gd name="connsiteY3" fmla="*/ 158483 h 167884"/>
                <a:gd name="connsiteX4" fmla="*/ 16145 w 142609"/>
                <a:gd name="connsiteY4" fmla="*/ 150425 h 167884"/>
                <a:gd name="connsiteX5" fmla="*/ 12109 w 142609"/>
                <a:gd name="connsiteY5" fmla="*/ 141023 h 167884"/>
                <a:gd name="connsiteX6" fmla="*/ 8072 w 142609"/>
                <a:gd name="connsiteY6" fmla="*/ 136994 h 167884"/>
                <a:gd name="connsiteX7" fmla="*/ 4036 w 142609"/>
                <a:gd name="connsiteY7" fmla="*/ 134308 h 167884"/>
                <a:gd name="connsiteX8" fmla="*/ 1345 w 142609"/>
                <a:gd name="connsiteY8" fmla="*/ 134308 h 167884"/>
                <a:gd name="connsiteX9" fmla="*/ 0 w 142609"/>
                <a:gd name="connsiteY9" fmla="*/ 130278 h 167884"/>
                <a:gd name="connsiteX10" fmla="*/ 0 w 142609"/>
                <a:gd name="connsiteY10" fmla="*/ 123563 h 167884"/>
                <a:gd name="connsiteX11" fmla="*/ 0 w 142609"/>
                <a:gd name="connsiteY11" fmla="*/ 118191 h 167884"/>
                <a:gd name="connsiteX12" fmla="*/ 1345 w 142609"/>
                <a:gd name="connsiteY12" fmla="*/ 114162 h 167884"/>
                <a:gd name="connsiteX13" fmla="*/ 4036 w 142609"/>
                <a:gd name="connsiteY13" fmla="*/ 112818 h 167884"/>
                <a:gd name="connsiteX14" fmla="*/ 5382 w 142609"/>
                <a:gd name="connsiteY14" fmla="*/ 110132 h 167884"/>
                <a:gd name="connsiteX15" fmla="*/ 8072 w 142609"/>
                <a:gd name="connsiteY15" fmla="*/ 110132 h 167884"/>
                <a:gd name="connsiteX16" fmla="*/ 10763 w 142609"/>
                <a:gd name="connsiteY16" fmla="*/ 104760 h 167884"/>
                <a:gd name="connsiteX17" fmla="*/ 13454 w 142609"/>
                <a:gd name="connsiteY17" fmla="*/ 102074 h 167884"/>
                <a:gd name="connsiteX18" fmla="*/ 12109 w 142609"/>
                <a:gd name="connsiteY18" fmla="*/ 99388 h 167884"/>
                <a:gd name="connsiteX19" fmla="*/ 6727 w 142609"/>
                <a:gd name="connsiteY19" fmla="*/ 95358 h 167884"/>
                <a:gd name="connsiteX20" fmla="*/ 5382 w 142609"/>
                <a:gd name="connsiteY20" fmla="*/ 95358 h 167884"/>
                <a:gd name="connsiteX21" fmla="*/ 4036 w 142609"/>
                <a:gd name="connsiteY21" fmla="*/ 94015 h 167884"/>
                <a:gd name="connsiteX22" fmla="*/ 5382 w 142609"/>
                <a:gd name="connsiteY22" fmla="*/ 89986 h 167884"/>
                <a:gd name="connsiteX23" fmla="*/ 9418 w 142609"/>
                <a:gd name="connsiteY23" fmla="*/ 88643 h 167884"/>
                <a:gd name="connsiteX24" fmla="*/ 17490 w 142609"/>
                <a:gd name="connsiteY24" fmla="*/ 94015 h 167884"/>
                <a:gd name="connsiteX25" fmla="*/ 25562 w 142609"/>
                <a:gd name="connsiteY25" fmla="*/ 94015 h 167884"/>
                <a:gd name="connsiteX26" fmla="*/ 29598 w 142609"/>
                <a:gd name="connsiteY26" fmla="*/ 92672 h 167884"/>
                <a:gd name="connsiteX27" fmla="*/ 29598 w 142609"/>
                <a:gd name="connsiteY27" fmla="*/ 88643 h 167884"/>
                <a:gd name="connsiteX28" fmla="*/ 30943 w 142609"/>
                <a:gd name="connsiteY28" fmla="*/ 87300 h 167884"/>
                <a:gd name="connsiteX29" fmla="*/ 29598 w 142609"/>
                <a:gd name="connsiteY29" fmla="*/ 83271 h 167884"/>
                <a:gd name="connsiteX30" fmla="*/ 26908 w 142609"/>
                <a:gd name="connsiteY30" fmla="*/ 81928 h 167884"/>
                <a:gd name="connsiteX31" fmla="*/ 25562 w 142609"/>
                <a:gd name="connsiteY31" fmla="*/ 79241 h 167884"/>
                <a:gd name="connsiteX32" fmla="*/ 22872 w 142609"/>
                <a:gd name="connsiteY32" fmla="*/ 75212 h 167884"/>
                <a:gd name="connsiteX33" fmla="*/ 21526 w 142609"/>
                <a:gd name="connsiteY33" fmla="*/ 69840 h 167884"/>
                <a:gd name="connsiteX34" fmla="*/ 25562 w 142609"/>
                <a:gd name="connsiteY34" fmla="*/ 65811 h 167884"/>
                <a:gd name="connsiteX35" fmla="*/ 26908 w 142609"/>
                <a:gd name="connsiteY35" fmla="*/ 64468 h 167884"/>
                <a:gd name="connsiteX36" fmla="*/ 28253 w 142609"/>
                <a:gd name="connsiteY36" fmla="*/ 63125 h 167884"/>
                <a:gd name="connsiteX37" fmla="*/ 26908 w 142609"/>
                <a:gd name="connsiteY37" fmla="*/ 57752 h 167884"/>
                <a:gd name="connsiteX38" fmla="*/ 24217 w 142609"/>
                <a:gd name="connsiteY38" fmla="*/ 49694 h 167884"/>
                <a:gd name="connsiteX39" fmla="*/ 24217 w 142609"/>
                <a:gd name="connsiteY39" fmla="*/ 47008 h 167884"/>
                <a:gd name="connsiteX40" fmla="*/ 24217 w 142609"/>
                <a:gd name="connsiteY40" fmla="*/ 36263 h 167884"/>
                <a:gd name="connsiteX41" fmla="*/ 21526 w 142609"/>
                <a:gd name="connsiteY41" fmla="*/ 30891 h 167884"/>
                <a:gd name="connsiteX42" fmla="*/ 13454 w 142609"/>
                <a:gd name="connsiteY42" fmla="*/ 17460 h 167884"/>
                <a:gd name="connsiteX43" fmla="*/ 10763 w 142609"/>
                <a:gd name="connsiteY43" fmla="*/ 10744 h 167884"/>
                <a:gd name="connsiteX44" fmla="*/ 9418 w 142609"/>
                <a:gd name="connsiteY44" fmla="*/ 6715 h 167884"/>
                <a:gd name="connsiteX45" fmla="*/ 10763 w 142609"/>
                <a:gd name="connsiteY45" fmla="*/ 5372 h 167884"/>
                <a:gd name="connsiteX46" fmla="*/ 13454 w 142609"/>
                <a:gd name="connsiteY46" fmla="*/ 5372 h 167884"/>
                <a:gd name="connsiteX47" fmla="*/ 16145 w 142609"/>
                <a:gd name="connsiteY47" fmla="*/ 2686 h 167884"/>
                <a:gd name="connsiteX48" fmla="*/ 14799 w 142609"/>
                <a:gd name="connsiteY48" fmla="*/ 0 h 167884"/>
                <a:gd name="connsiteX49" fmla="*/ 20181 w 142609"/>
                <a:gd name="connsiteY49" fmla="*/ 0 h 167884"/>
                <a:gd name="connsiteX50" fmla="*/ 22872 w 142609"/>
                <a:gd name="connsiteY50" fmla="*/ 4029 h 167884"/>
                <a:gd name="connsiteX51" fmla="*/ 30943 w 142609"/>
                <a:gd name="connsiteY51" fmla="*/ 10744 h 167884"/>
                <a:gd name="connsiteX52" fmla="*/ 37670 w 142609"/>
                <a:gd name="connsiteY52" fmla="*/ 12088 h 167884"/>
                <a:gd name="connsiteX53" fmla="*/ 41706 w 142609"/>
                <a:gd name="connsiteY53" fmla="*/ 20146 h 167884"/>
                <a:gd name="connsiteX54" fmla="*/ 53815 w 142609"/>
                <a:gd name="connsiteY54" fmla="*/ 30891 h 167884"/>
                <a:gd name="connsiteX55" fmla="*/ 60542 w 142609"/>
                <a:gd name="connsiteY55" fmla="*/ 36263 h 167884"/>
                <a:gd name="connsiteX56" fmla="*/ 61887 w 142609"/>
                <a:gd name="connsiteY56" fmla="*/ 38949 h 167884"/>
                <a:gd name="connsiteX57" fmla="*/ 67269 w 142609"/>
                <a:gd name="connsiteY57" fmla="*/ 40292 h 167884"/>
                <a:gd name="connsiteX58" fmla="*/ 71305 w 142609"/>
                <a:gd name="connsiteY58" fmla="*/ 45665 h 167884"/>
                <a:gd name="connsiteX59" fmla="*/ 79378 w 142609"/>
                <a:gd name="connsiteY59" fmla="*/ 49694 h 167884"/>
                <a:gd name="connsiteX60" fmla="*/ 86104 w 142609"/>
                <a:gd name="connsiteY60" fmla="*/ 49694 h 167884"/>
                <a:gd name="connsiteX61" fmla="*/ 90140 w 142609"/>
                <a:gd name="connsiteY61" fmla="*/ 55066 h 167884"/>
                <a:gd name="connsiteX62" fmla="*/ 94176 w 142609"/>
                <a:gd name="connsiteY62" fmla="*/ 53723 h 167884"/>
                <a:gd name="connsiteX63" fmla="*/ 96867 w 142609"/>
                <a:gd name="connsiteY63" fmla="*/ 55066 h 167884"/>
                <a:gd name="connsiteX64" fmla="*/ 103594 w 142609"/>
                <a:gd name="connsiteY64" fmla="*/ 55066 h 167884"/>
                <a:gd name="connsiteX65" fmla="*/ 111666 w 142609"/>
                <a:gd name="connsiteY65" fmla="*/ 48351 h 167884"/>
                <a:gd name="connsiteX66" fmla="*/ 115702 w 142609"/>
                <a:gd name="connsiteY66" fmla="*/ 42978 h 167884"/>
                <a:gd name="connsiteX67" fmla="*/ 117048 w 142609"/>
                <a:gd name="connsiteY67" fmla="*/ 38949 h 167884"/>
                <a:gd name="connsiteX68" fmla="*/ 118393 w 142609"/>
                <a:gd name="connsiteY68" fmla="*/ 37606 h 167884"/>
                <a:gd name="connsiteX69" fmla="*/ 119739 w 142609"/>
                <a:gd name="connsiteY69" fmla="*/ 38949 h 167884"/>
                <a:gd name="connsiteX70" fmla="*/ 119739 w 142609"/>
                <a:gd name="connsiteY70" fmla="*/ 44321 h 167884"/>
                <a:gd name="connsiteX71" fmla="*/ 117048 w 142609"/>
                <a:gd name="connsiteY71" fmla="*/ 51037 h 167884"/>
                <a:gd name="connsiteX72" fmla="*/ 117048 w 142609"/>
                <a:gd name="connsiteY72" fmla="*/ 57752 h 167884"/>
                <a:gd name="connsiteX73" fmla="*/ 118393 w 142609"/>
                <a:gd name="connsiteY73" fmla="*/ 60438 h 167884"/>
                <a:gd name="connsiteX74" fmla="*/ 125120 w 142609"/>
                <a:gd name="connsiteY74" fmla="*/ 64468 h 167884"/>
                <a:gd name="connsiteX75" fmla="*/ 129156 w 142609"/>
                <a:gd name="connsiteY75" fmla="*/ 69840 h 167884"/>
                <a:gd name="connsiteX76" fmla="*/ 129156 w 142609"/>
                <a:gd name="connsiteY76" fmla="*/ 73869 h 167884"/>
                <a:gd name="connsiteX77" fmla="*/ 129156 w 142609"/>
                <a:gd name="connsiteY77" fmla="*/ 76555 h 167884"/>
                <a:gd name="connsiteX78" fmla="*/ 133193 w 142609"/>
                <a:gd name="connsiteY78" fmla="*/ 76555 h 167884"/>
                <a:gd name="connsiteX79" fmla="*/ 134538 w 142609"/>
                <a:gd name="connsiteY79" fmla="*/ 72526 h 167884"/>
                <a:gd name="connsiteX80" fmla="*/ 138574 w 142609"/>
                <a:gd name="connsiteY80" fmla="*/ 69840 h 167884"/>
                <a:gd name="connsiteX81" fmla="*/ 142610 w 142609"/>
                <a:gd name="connsiteY81" fmla="*/ 68497 h 167884"/>
                <a:gd name="connsiteX82" fmla="*/ 139920 w 142609"/>
                <a:gd name="connsiteY82" fmla="*/ 72526 h 167884"/>
                <a:gd name="connsiteX83" fmla="*/ 138574 w 142609"/>
                <a:gd name="connsiteY83" fmla="*/ 73869 h 167884"/>
                <a:gd name="connsiteX84" fmla="*/ 137229 w 142609"/>
                <a:gd name="connsiteY84" fmla="*/ 79241 h 167884"/>
                <a:gd name="connsiteX85" fmla="*/ 134538 w 142609"/>
                <a:gd name="connsiteY85" fmla="*/ 81928 h 167884"/>
                <a:gd name="connsiteX86" fmla="*/ 130502 w 142609"/>
                <a:gd name="connsiteY86" fmla="*/ 83271 h 167884"/>
                <a:gd name="connsiteX87" fmla="*/ 129156 w 142609"/>
                <a:gd name="connsiteY87" fmla="*/ 87300 h 167884"/>
                <a:gd name="connsiteX88" fmla="*/ 127811 w 142609"/>
                <a:gd name="connsiteY88" fmla="*/ 89986 h 167884"/>
                <a:gd name="connsiteX89" fmla="*/ 123775 w 142609"/>
                <a:gd name="connsiteY89" fmla="*/ 89986 h 167884"/>
                <a:gd name="connsiteX90" fmla="*/ 121084 w 142609"/>
                <a:gd name="connsiteY90" fmla="*/ 88643 h 167884"/>
                <a:gd name="connsiteX91" fmla="*/ 118393 w 142609"/>
                <a:gd name="connsiteY91" fmla="*/ 91329 h 167884"/>
                <a:gd name="connsiteX92" fmla="*/ 118393 w 142609"/>
                <a:gd name="connsiteY92" fmla="*/ 94015 h 167884"/>
                <a:gd name="connsiteX93" fmla="*/ 111666 w 142609"/>
                <a:gd name="connsiteY93" fmla="*/ 94015 h 167884"/>
                <a:gd name="connsiteX94" fmla="*/ 107630 w 142609"/>
                <a:gd name="connsiteY94" fmla="*/ 92672 h 167884"/>
                <a:gd name="connsiteX95" fmla="*/ 102248 w 142609"/>
                <a:gd name="connsiteY95" fmla="*/ 94015 h 167884"/>
                <a:gd name="connsiteX96" fmla="*/ 95521 w 142609"/>
                <a:gd name="connsiteY96" fmla="*/ 103417 h 167884"/>
                <a:gd name="connsiteX97" fmla="*/ 92831 w 142609"/>
                <a:gd name="connsiteY97" fmla="*/ 114162 h 167884"/>
                <a:gd name="connsiteX98" fmla="*/ 91485 w 142609"/>
                <a:gd name="connsiteY98" fmla="*/ 123563 h 167884"/>
                <a:gd name="connsiteX99" fmla="*/ 94176 w 142609"/>
                <a:gd name="connsiteY99" fmla="*/ 128935 h 167884"/>
                <a:gd name="connsiteX100" fmla="*/ 92831 w 142609"/>
                <a:gd name="connsiteY100" fmla="*/ 132965 h 167884"/>
                <a:gd name="connsiteX101" fmla="*/ 92831 w 142609"/>
                <a:gd name="connsiteY101" fmla="*/ 136994 h 167884"/>
                <a:gd name="connsiteX102" fmla="*/ 88795 w 142609"/>
                <a:gd name="connsiteY102" fmla="*/ 135651 h 167884"/>
                <a:gd name="connsiteX103" fmla="*/ 86104 w 142609"/>
                <a:gd name="connsiteY103" fmla="*/ 131621 h 167884"/>
                <a:gd name="connsiteX104" fmla="*/ 78032 w 142609"/>
                <a:gd name="connsiteY104" fmla="*/ 128935 h 167884"/>
                <a:gd name="connsiteX105" fmla="*/ 69960 w 142609"/>
                <a:gd name="connsiteY105" fmla="*/ 124906 h 167884"/>
                <a:gd name="connsiteX106" fmla="*/ 63233 w 142609"/>
                <a:gd name="connsiteY106" fmla="*/ 119534 h 167884"/>
                <a:gd name="connsiteX107" fmla="*/ 57851 w 142609"/>
                <a:gd name="connsiteY107" fmla="*/ 114162 h 167884"/>
                <a:gd name="connsiteX108" fmla="*/ 53815 w 142609"/>
                <a:gd name="connsiteY108" fmla="*/ 115504 h 167884"/>
                <a:gd name="connsiteX109" fmla="*/ 49779 w 142609"/>
                <a:gd name="connsiteY109" fmla="*/ 114162 h 167884"/>
                <a:gd name="connsiteX110" fmla="*/ 47088 w 142609"/>
                <a:gd name="connsiteY110" fmla="*/ 111475 h 167884"/>
                <a:gd name="connsiteX111" fmla="*/ 43052 w 142609"/>
                <a:gd name="connsiteY111" fmla="*/ 111475 h 167884"/>
                <a:gd name="connsiteX112" fmla="*/ 36325 w 142609"/>
                <a:gd name="connsiteY112" fmla="*/ 115504 h 167884"/>
                <a:gd name="connsiteX113" fmla="*/ 30943 w 142609"/>
                <a:gd name="connsiteY113" fmla="*/ 124906 h 167884"/>
                <a:gd name="connsiteX114" fmla="*/ 28253 w 142609"/>
                <a:gd name="connsiteY114" fmla="*/ 123563 h 167884"/>
                <a:gd name="connsiteX115" fmla="*/ 21526 w 142609"/>
                <a:gd name="connsiteY115" fmla="*/ 118191 h 167884"/>
                <a:gd name="connsiteX116" fmla="*/ 17490 w 142609"/>
                <a:gd name="connsiteY116" fmla="*/ 119534 h 167884"/>
                <a:gd name="connsiteX117" fmla="*/ 14799 w 142609"/>
                <a:gd name="connsiteY117" fmla="*/ 122220 h 167884"/>
                <a:gd name="connsiteX118" fmla="*/ 14799 w 142609"/>
                <a:gd name="connsiteY118" fmla="*/ 127592 h 167884"/>
                <a:gd name="connsiteX119" fmla="*/ 16145 w 142609"/>
                <a:gd name="connsiteY119" fmla="*/ 131621 h 167884"/>
                <a:gd name="connsiteX120" fmla="*/ 21526 w 142609"/>
                <a:gd name="connsiteY120" fmla="*/ 134308 h 167884"/>
                <a:gd name="connsiteX121" fmla="*/ 26908 w 142609"/>
                <a:gd name="connsiteY121" fmla="*/ 132965 h 167884"/>
                <a:gd name="connsiteX122" fmla="*/ 33634 w 142609"/>
                <a:gd name="connsiteY122" fmla="*/ 139680 h 167884"/>
                <a:gd name="connsiteX123" fmla="*/ 39016 w 142609"/>
                <a:gd name="connsiteY123" fmla="*/ 141023 h 167884"/>
                <a:gd name="connsiteX124" fmla="*/ 45743 w 142609"/>
                <a:gd name="connsiteY124" fmla="*/ 141023 h 167884"/>
                <a:gd name="connsiteX125" fmla="*/ 47088 w 142609"/>
                <a:gd name="connsiteY125" fmla="*/ 145052 h 167884"/>
                <a:gd name="connsiteX126" fmla="*/ 44397 w 142609"/>
                <a:gd name="connsiteY126" fmla="*/ 150425 h 167884"/>
                <a:gd name="connsiteX127" fmla="*/ 43052 w 142609"/>
                <a:gd name="connsiteY127" fmla="*/ 153111 h 167884"/>
                <a:gd name="connsiteX128" fmla="*/ 39016 w 142609"/>
                <a:gd name="connsiteY128" fmla="*/ 150425 h 167884"/>
                <a:gd name="connsiteX129" fmla="*/ 32289 w 142609"/>
                <a:gd name="connsiteY129" fmla="*/ 150425 h 167884"/>
                <a:gd name="connsiteX130" fmla="*/ 29598 w 142609"/>
                <a:gd name="connsiteY130" fmla="*/ 151768 h 167884"/>
                <a:gd name="connsiteX131" fmla="*/ 29598 w 142609"/>
                <a:gd name="connsiteY131" fmla="*/ 155797 h 167884"/>
                <a:gd name="connsiteX132" fmla="*/ 28253 w 142609"/>
                <a:gd name="connsiteY132" fmla="*/ 159826 h 167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42609" h="167884">
                  <a:moveTo>
                    <a:pt x="21526" y="167885"/>
                  </a:moveTo>
                  <a:lnTo>
                    <a:pt x="17490" y="165198"/>
                  </a:lnTo>
                  <a:lnTo>
                    <a:pt x="16145" y="159826"/>
                  </a:lnTo>
                  <a:lnTo>
                    <a:pt x="17490" y="158483"/>
                  </a:lnTo>
                  <a:lnTo>
                    <a:pt x="16145" y="150425"/>
                  </a:lnTo>
                  <a:lnTo>
                    <a:pt x="12109" y="141023"/>
                  </a:lnTo>
                  <a:lnTo>
                    <a:pt x="8072" y="136994"/>
                  </a:lnTo>
                  <a:lnTo>
                    <a:pt x="4036" y="134308"/>
                  </a:lnTo>
                  <a:lnTo>
                    <a:pt x="1345" y="134308"/>
                  </a:lnTo>
                  <a:lnTo>
                    <a:pt x="0" y="130278"/>
                  </a:lnTo>
                  <a:lnTo>
                    <a:pt x="0" y="123563"/>
                  </a:lnTo>
                  <a:lnTo>
                    <a:pt x="0" y="118191"/>
                  </a:lnTo>
                  <a:lnTo>
                    <a:pt x="1345" y="114162"/>
                  </a:lnTo>
                  <a:lnTo>
                    <a:pt x="4036" y="112818"/>
                  </a:lnTo>
                  <a:lnTo>
                    <a:pt x="5382" y="110132"/>
                  </a:lnTo>
                  <a:lnTo>
                    <a:pt x="8072" y="110132"/>
                  </a:lnTo>
                  <a:lnTo>
                    <a:pt x="10763" y="104760"/>
                  </a:lnTo>
                  <a:lnTo>
                    <a:pt x="13454" y="102074"/>
                  </a:lnTo>
                  <a:lnTo>
                    <a:pt x="12109" y="99388"/>
                  </a:lnTo>
                  <a:lnTo>
                    <a:pt x="6727" y="95358"/>
                  </a:lnTo>
                  <a:lnTo>
                    <a:pt x="5382" y="95358"/>
                  </a:lnTo>
                  <a:lnTo>
                    <a:pt x="4036" y="94015"/>
                  </a:lnTo>
                  <a:lnTo>
                    <a:pt x="5382" y="89986"/>
                  </a:lnTo>
                  <a:lnTo>
                    <a:pt x="9418" y="88643"/>
                  </a:lnTo>
                  <a:lnTo>
                    <a:pt x="17490" y="94015"/>
                  </a:lnTo>
                  <a:lnTo>
                    <a:pt x="25562" y="94015"/>
                  </a:lnTo>
                  <a:lnTo>
                    <a:pt x="29598" y="92672"/>
                  </a:lnTo>
                  <a:lnTo>
                    <a:pt x="29598" y="88643"/>
                  </a:lnTo>
                  <a:lnTo>
                    <a:pt x="30943" y="87300"/>
                  </a:lnTo>
                  <a:lnTo>
                    <a:pt x="29598" y="83271"/>
                  </a:lnTo>
                  <a:lnTo>
                    <a:pt x="26908" y="81928"/>
                  </a:lnTo>
                  <a:lnTo>
                    <a:pt x="25562" y="79241"/>
                  </a:lnTo>
                  <a:lnTo>
                    <a:pt x="22872" y="75212"/>
                  </a:lnTo>
                  <a:lnTo>
                    <a:pt x="21526" y="69840"/>
                  </a:lnTo>
                  <a:lnTo>
                    <a:pt x="25562" y="65811"/>
                  </a:lnTo>
                  <a:lnTo>
                    <a:pt x="26908" y="64468"/>
                  </a:lnTo>
                  <a:lnTo>
                    <a:pt x="28253" y="63125"/>
                  </a:lnTo>
                  <a:lnTo>
                    <a:pt x="26908" y="57752"/>
                  </a:lnTo>
                  <a:lnTo>
                    <a:pt x="24217" y="49694"/>
                  </a:lnTo>
                  <a:lnTo>
                    <a:pt x="24217" y="47008"/>
                  </a:lnTo>
                  <a:lnTo>
                    <a:pt x="24217" y="36263"/>
                  </a:lnTo>
                  <a:lnTo>
                    <a:pt x="21526" y="30891"/>
                  </a:lnTo>
                  <a:lnTo>
                    <a:pt x="13454" y="17460"/>
                  </a:lnTo>
                  <a:lnTo>
                    <a:pt x="10763" y="10744"/>
                  </a:lnTo>
                  <a:lnTo>
                    <a:pt x="9418" y="6715"/>
                  </a:lnTo>
                  <a:lnTo>
                    <a:pt x="10763" y="5372"/>
                  </a:lnTo>
                  <a:lnTo>
                    <a:pt x="13454" y="5372"/>
                  </a:lnTo>
                  <a:lnTo>
                    <a:pt x="16145" y="2686"/>
                  </a:lnTo>
                  <a:lnTo>
                    <a:pt x="14799" y="0"/>
                  </a:lnTo>
                  <a:lnTo>
                    <a:pt x="20181" y="0"/>
                  </a:lnTo>
                  <a:lnTo>
                    <a:pt x="22872" y="4029"/>
                  </a:lnTo>
                  <a:lnTo>
                    <a:pt x="30943" y="10744"/>
                  </a:lnTo>
                  <a:lnTo>
                    <a:pt x="37670" y="12088"/>
                  </a:lnTo>
                  <a:lnTo>
                    <a:pt x="41706" y="20146"/>
                  </a:lnTo>
                  <a:lnTo>
                    <a:pt x="53815" y="30891"/>
                  </a:lnTo>
                  <a:lnTo>
                    <a:pt x="60542" y="36263"/>
                  </a:lnTo>
                  <a:lnTo>
                    <a:pt x="61887" y="38949"/>
                  </a:lnTo>
                  <a:lnTo>
                    <a:pt x="67269" y="40292"/>
                  </a:lnTo>
                  <a:lnTo>
                    <a:pt x="71305" y="45665"/>
                  </a:lnTo>
                  <a:lnTo>
                    <a:pt x="79378" y="49694"/>
                  </a:lnTo>
                  <a:lnTo>
                    <a:pt x="86104" y="49694"/>
                  </a:lnTo>
                  <a:lnTo>
                    <a:pt x="90140" y="55066"/>
                  </a:lnTo>
                  <a:lnTo>
                    <a:pt x="94176" y="53723"/>
                  </a:lnTo>
                  <a:lnTo>
                    <a:pt x="96867" y="55066"/>
                  </a:lnTo>
                  <a:lnTo>
                    <a:pt x="103594" y="55066"/>
                  </a:lnTo>
                  <a:lnTo>
                    <a:pt x="111666" y="48351"/>
                  </a:lnTo>
                  <a:lnTo>
                    <a:pt x="115702" y="42978"/>
                  </a:lnTo>
                  <a:lnTo>
                    <a:pt x="117048" y="38949"/>
                  </a:lnTo>
                  <a:lnTo>
                    <a:pt x="118393" y="37606"/>
                  </a:lnTo>
                  <a:lnTo>
                    <a:pt x="119739" y="38949"/>
                  </a:lnTo>
                  <a:lnTo>
                    <a:pt x="119739" y="44321"/>
                  </a:lnTo>
                  <a:lnTo>
                    <a:pt x="117048" y="51037"/>
                  </a:lnTo>
                  <a:lnTo>
                    <a:pt x="117048" y="57752"/>
                  </a:lnTo>
                  <a:lnTo>
                    <a:pt x="118393" y="60438"/>
                  </a:lnTo>
                  <a:lnTo>
                    <a:pt x="125120" y="64468"/>
                  </a:lnTo>
                  <a:lnTo>
                    <a:pt x="129156" y="69840"/>
                  </a:lnTo>
                  <a:lnTo>
                    <a:pt x="129156" y="73869"/>
                  </a:lnTo>
                  <a:lnTo>
                    <a:pt x="129156" y="76555"/>
                  </a:lnTo>
                  <a:lnTo>
                    <a:pt x="133193" y="76555"/>
                  </a:lnTo>
                  <a:lnTo>
                    <a:pt x="134538" y="72526"/>
                  </a:lnTo>
                  <a:lnTo>
                    <a:pt x="138574" y="69840"/>
                  </a:lnTo>
                  <a:lnTo>
                    <a:pt x="142610" y="68497"/>
                  </a:lnTo>
                  <a:lnTo>
                    <a:pt x="139920" y="72526"/>
                  </a:lnTo>
                  <a:lnTo>
                    <a:pt x="138574" y="73869"/>
                  </a:lnTo>
                  <a:lnTo>
                    <a:pt x="137229" y="79241"/>
                  </a:lnTo>
                  <a:lnTo>
                    <a:pt x="134538" y="81928"/>
                  </a:lnTo>
                  <a:lnTo>
                    <a:pt x="130502" y="83271"/>
                  </a:lnTo>
                  <a:lnTo>
                    <a:pt x="129156" y="87300"/>
                  </a:lnTo>
                  <a:lnTo>
                    <a:pt x="127811" y="89986"/>
                  </a:lnTo>
                  <a:lnTo>
                    <a:pt x="123775" y="89986"/>
                  </a:lnTo>
                  <a:lnTo>
                    <a:pt x="121084" y="88643"/>
                  </a:lnTo>
                  <a:lnTo>
                    <a:pt x="118393" y="91329"/>
                  </a:lnTo>
                  <a:lnTo>
                    <a:pt x="118393" y="94015"/>
                  </a:lnTo>
                  <a:lnTo>
                    <a:pt x="111666" y="94015"/>
                  </a:lnTo>
                  <a:lnTo>
                    <a:pt x="107630" y="92672"/>
                  </a:lnTo>
                  <a:lnTo>
                    <a:pt x="102248" y="94015"/>
                  </a:lnTo>
                  <a:lnTo>
                    <a:pt x="95521" y="103417"/>
                  </a:lnTo>
                  <a:lnTo>
                    <a:pt x="92831" y="114162"/>
                  </a:lnTo>
                  <a:lnTo>
                    <a:pt x="91485" y="123563"/>
                  </a:lnTo>
                  <a:lnTo>
                    <a:pt x="94176" y="128935"/>
                  </a:lnTo>
                  <a:lnTo>
                    <a:pt x="92831" y="132965"/>
                  </a:lnTo>
                  <a:lnTo>
                    <a:pt x="92831" y="136994"/>
                  </a:lnTo>
                  <a:lnTo>
                    <a:pt x="88795" y="135651"/>
                  </a:lnTo>
                  <a:lnTo>
                    <a:pt x="86104" y="131621"/>
                  </a:lnTo>
                  <a:lnTo>
                    <a:pt x="78032" y="128935"/>
                  </a:lnTo>
                  <a:lnTo>
                    <a:pt x="69960" y="124906"/>
                  </a:lnTo>
                  <a:lnTo>
                    <a:pt x="63233" y="119534"/>
                  </a:lnTo>
                  <a:lnTo>
                    <a:pt x="57851" y="114162"/>
                  </a:lnTo>
                  <a:lnTo>
                    <a:pt x="53815" y="115504"/>
                  </a:lnTo>
                  <a:lnTo>
                    <a:pt x="49779" y="114162"/>
                  </a:lnTo>
                  <a:lnTo>
                    <a:pt x="47088" y="111475"/>
                  </a:lnTo>
                  <a:lnTo>
                    <a:pt x="43052" y="111475"/>
                  </a:lnTo>
                  <a:lnTo>
                    <a:pt x="36325" y="115504"/>
                  </a:lnTo>
                  <a:lnTo>
                    <a:pt x="30943" y="124906"/>
                  </a:lnTo>
                  <a:lnTo>
                    <a:pt x="28253" y="123563"/>
                  </a:lnTo>
                  <a:lnTo>
                    <a:pt x="21526" y="118191"/>
                  </a:lnTo>
                  <a:lnTo>
                    <a:pt x="17490" y="119534"/>
                  </a:lnTo>
                  <a:lnTo>
                    <a:pt x="14799" y="122220"/>
                  </a:lnTo>
                  <a:lnTo>
                    <a:pt x="14799" y="127592"/>
                  </a:lnTo>
                  <a:lnTo>
                    <a:pt x="16145" y="131621"/>
                  </a:lnTo>
                  <a:lnTo>
                    <a:pt x="21526" y="134308"/>
                  </a:lnTo>
                  <a:lnTo>
                    <a:pt x="26908" y="132965"/>
                  </a:lnTo>
                  <a:lnTo>
                    <a:pt x="33634" y="139680"/>
                  </a:lnTo>
                  <a:lnTo>
                    <a:pt x="39016" y="141023"/>
                  </a:lnTo>
                  <a:lnTo>
                    <a:pt x="45743" y="141023"/>
                  </a:lnTo>
                  <a:lnTo>
                    <a:pt x="47088" y="145052"/>
                  </a:lnTo>
                  <a:lnTo>
                    <a:pt x="44397" y="150425"/>
                  </a:lnTo>
                  <a:lnTo>
                    <a:pt x="43052" y="153111"/>
                  </a:lnTo>
                  <a:lnTo>
                    <a:pt x="39016" y="150425"/>
                  </a:lnTo>
                  <a:lnTo>
                    <a:pt x="32289" y="150425"/>
                  </a:lnTo>
                  <a:lnTo>
                    <a:pt x="29598" y="151768"/>
                  </a:lnTo>
                  <a:lnTo>
                    <a:pt x="29598" y="155797"/>
                  </a:lnTo>
                  <a:lnTo>
                    <a:pt x="28253" y="15982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5F4971ED-11FD-D13F-571F-7B4D06447D52}"/>
                </a:ext>
              </a:extLst>
            </p:cNvPr>
            <p:cNvSpPr/>
            <p:nvPr/>
          </p:nvSpPr>
          <p:spPr>
            <a:xfrm>
              <a:off x="10814139" y="3464599"/>
              <a:ext cx="8072" cy="20146"/>
            </a:xfrm>
            <a:custGeom>
              <a:avLst/>
              <a:gdLst>
                <a:gd name="connsiteX0" fmla="*/ 2691 w 8072"/>
                <a:gd name="connsiteY0" fmla="*/ 20146 h 20146"/>
                <a:gd name="connsiteX1" fmla="*/ 2691 w 8072"/>
                <a:gd name="connsiteY1" fmla="*/ 16117 h 20146"/>
                <a:gd name="connsiteX2" fmla="*/ 4036 w 8072"/>
                <a:gd name="connsiteY2" fmla="*/ 12088 h 20146"/>
                <a:gd name="connsiteX3" fmla="*/ 2691 w 8072"/>
                <a:gd name="connsiteY3" fmla="*/ 12088 h 20146"/>
                <a:gd name="connsiteX4" fmla="*/ 0 w 8072"/>
                <a:gd name="connsiteY4" fmla="*/ 13431 h 20146"/>
                <a:gd name="connsiteX5" fmla="*/ 0 w 8072"/>
                <a:gd name="connsiteY5" fmla="*/ 10745 h 20146"/>
                <a:gd name="connsiteX6" fmla="*/ 2691 w 8072"/>
                <a:gd name="connsiteY6" fmla="*/ 1343 h 20146"/>
                <a:gd name="connsiteX7" fmla="*/ 4036 w 8072"/>
                <a:gd name="connsiteY7" fmla="*/ 0 h 20146"/>
                <a:gd name="connsiteX8" fmla="*/ 4036 w 8072"/>
                <a:gd name="connsiteY8" fmla="*/ 4029 h 20146"/>
                <a:gd name="connsiteX9" fmla="*/ 4036 w 8072"/>
                <a:gd name="connsiteY9" fmla="*/ 8059 h 20146"/>
                <a:gd name="connsiteX10" fmla="*/ 8073 w 8072"/>
                <a:gd name="connsiteY10" fmla="*/ 8059 h 20146"/>
                <a:gd name="connsiteX11" fmla="*/ 8073 w 8072"/>
                <a:gd name="connsiteY11" fmla="*/ 12088 h 20146"/>
                <a:gd name="connsiteX12" fmla="*/ 6727 w 8072"/>
                <a:gd name="connsiteY12" fmla="*/ 17460 h 20146"/>
                <a:gd name="connsiteX13" fmla="*/ 4036 w 8072"/>
                <a:gd name="connsiteY13" fmla="*/ 20146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072" h="20146">
                  <a:moveTo>
                    <a:pt x="2691" y="20146"/>
                  </a:moveTo>
                  <a:lnTo>
                    <a:pt x="2691" y="16117"/>
                  </a:lnTo>
                  <a:lnTo>
                    <a:pt x="4036" y="12088"/>
                  </a:lnTo>
                  <a:lnTo>
                    <a:pt x="2691" y="12088"/>
                  </a:lnTo>
                  <a:lnTo>
                    <a:pt x="0" y="13431"/>
                  </a:lnTo>
                  <a:lnTo>
                    <a:pt x="0" y="10745"/>
                  </a:lnTo>
                  <a:lnTo>
                    <a:pt x="2691" y="1343"/>
                  </a:lnTo>
                  <a:lnTo>
                    <a:pt x="4036" y="0"/>
                  </a:lnTo>
                  <a:lnTo>
                    <a:pt x="4036" y="4029"/>
                  </a:lnTo>
                  <a:lnTo>
                    <a:pt x="4036" y="8059"/>
                  </a:lnTo>
                  <a:lnTo>
                    <a:pt x="8073" y="8059"/>
                  </a:lnTo>
                  <a:lnTo>
                    <a:pt x="8073" y="12088"/>
                  </a:lnTo>
                  <a:lnTo>
                    <a:pt x="6727" y="17460"/>
                  </a:lnTo>
                  <a:lnTo>
                    <a:pt x="4036" y="2014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DE443FF1-AE05-2C4A-C785-CC9FFCE146CC}"/>
                </a:ext>
              </a:extLst>
            </p:cNvPr>
            <p:cNvSpPr/>
            <p:nvPr/>
          </p:nvSpPr>
          <p:spPr>
            <a:xfrm>
              <a:off x="10624441" y="3659345"/>
              <a:ext cx="5381" cy="4029"/>
            </a:xfrm>
            <a:custGeom>
              <a:avLst/>
              <a:gdLst>
                <a:gd name="connsiteX0" fmla="*/ 1345 w 5381"/>
                <a:gd name="connsiteY0" fmla="*/ 1343 h 4029"/>
                <a:gd name="connsiteX1" fmla="*/ 4036 w 5381"/>
                <a:gd name="connsiteY1" fmla="*/ 4029 h 4029"/>
                <a:gd name="connsiteX2" fmla="*/ 5381 w 5381"/>
                <a:gd name="connsiteY2" fmla="*/ 2686 h 4029"/>
                <a:gd name="connsiteX3" fmla="*/ 2691 w 5381"/>
                <a:gd name="connsiteY3" fmla="*/ 0 h 4029"/>
                <a:gd name="connsiteX4" fmla="*/ 0 w 5381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4029">
                  <a:moveTo>
                    <a:pt x="1345" y="1343"/>
                  </a:moveTo>
                  <a:lnTo>
                    <a:pt x="4036" y="4029"/>
                  </a:lnTo>
                  <a:lnTo>
                    <a:pt x="5381" y="2686"/>
                  </a:lnTo>
                  <a:lnTo>
                    <a:pt x="26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6CAB9FE0-70C4-393E-FD8D-B89F33B128F6}"/>
                </a:ext>
              </a:extLst>
            </p:cNvPr>
            <p:cNvSpPr/>
            <p:nvPr/>
          </p:nvSpPr>
          <p:spPr>
            <a:xfrm>
              <a:off x="10624441" y="3664717"/>
              <a:ext cx="1345" cy="1342"/>
            </a:xfrm>
            <a:custGeom>
              <a:avLst/>
              <a:gdLst>
                <a:gd name="connsiteX0" fmla="*/ 0 w 1345"/>
                <a:gd name="connsiteY0" fmla="*/ 0 h 1342"/>
                <a:gd name="connsiteX1" fmla="*/ 0 w 1345"/>
                <a:gd name="connsiteY1" fmla="*/ 1343 h 1342"/>
                <a:gd name="connsiteX2" fmla="*/ 1345 w 1345"/>
                <a:gd name="connsiteY2" fmla="*/ 0 h 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" h="1342">
                  <a:moveTo>
                    <a:pt x="0" y="0"/>
                  </a:moveTo>
                  <a:lnTo>
                    <a:pt x="0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7B5E767A-5B96-82B3-C388-9D657C7A144D}"/>
                </a:ext>
              </a:extLst>
            </p:cNvPr>
            <p:cNvSpPr/>
            <p:nvPr/>
          </p:nvSpPr>
          <p:spPr>
            <a:xfrm>
              <a:off x="10620405" y="3667404"/>
              <a:ext cx="4035" cy="1342"/>
            </a:xfrm>
            <a:custGeom>
              <a:avLst/>
              <a:gdLst>
                <a:gd name="connsiteX0" fmla="*/ 0 w 4035"/>
                <a:gd name="connsiteY0" fmla="*/ 0 h 1342"/>
                <a:gd name="connsiteX1" fmla="*/ 2690 w 4035"/>
                <a:gd name="connsiteY1" fmla="*/ 1343 h 1342"/>
                <a:gd name="connsiteX2" fmla="*/ 4036 w 4035"/>
                <a:gd name="connsiteY2" fmla="*/ 0 h 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1342">
                  <a:moveTo>
                    <a:pt x="0" y="0"/>
                  </a:moveTo>
                  <a:lnTo>
                    <a:pt x="2690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CCF96BB8-B1EB-7B56-028A-E943E78AB744}"/>
                </a:ext>
              </a:extLst>
            </p:cNvPr>
            <p:cNvSpPr/>
            <p:nvPr/>
          </p:nvSpPr>
          <p:spPr>
            <a:xfrm>
              <a:off x="10617714" y="3670090"/>
              <a:ext cx="4035" cy="2686"/>
            </a:xfrm>
            <a:custGeom>
              <a:avLst/>
              <a:gdLst>
                <a:gd name="connsiteX0" fmla="*/ 0 w 4035"/>
                <a:gd name="connsiteY0" fmla="*/ 0 h 2686"/>
                <a:gd name="connsiteX1" fmla="*/ 0 w 4035"/>
                <a:gd name="connsiteY1" fmla="*/ 2686 h 2686"/>
                <a:gd name="connsiteX2" fmla="*/ 4036 w 4035"/>
                <a:gd name="connsiteY2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2686">
                  <a:moveTo>
                    <a:pt x="0" y="0"/>
                  </a:moveTo>
                  <a:lnTo>
                    <a:pt x="0" y="2686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49687545-4D10-6C3B-C0C4-189311738321}"/>
                </a:ext>
              </a:extLst>
            </p:cNvPr>
            <p:cNvSpPr/>
            <p:nvPr/>
          </p:nvSpPr>
          <p:spPr>
            <a:xfrm>
              <a:off x="10612333" y="3672776"/>
              <a:ext cx="8072" cy="10744"/>
            </a:xfrm>
            <a:custGeom>
              <a:avLst/>
              <a:gdLst>
                <a:gd name="connsiteX0" fmla="*/ 1346 w 8072"/>
                <a:gd name="connsiteY0" fmla="*/ 9401 h 10744"/>
                <a:gd name="connsiteX1" fmla="*/ 0 w 8072"/>
                <a:gd name="connsiteY1" fmla="*/ 4029 h 10744"/>
                <a:gd name="connsiteX2" fmla="*/ 0 w 8072"/>
                <a:gd name="connsiteY2" fmla="*/ 1343 h 10744"/>
                <a:gd name="connsiteX3" fmla="*/ 2691 w 8072"/>
                <a:gd name="connsiteY3" fmla="*/ 0 h 10744"/>
                <a:gd name="connsiteX4" fmla="*/ 2691 w 8072"/>
                <a:gd name="connsiteY4" fmla="*/ 2686 h 10744"/>
                <a:gd name="connsiteX5" fmla="*/ 6727 w 8072"/>
                <a:gd name="connsiteY5" fmla="*/ 4029 h 10744"/>
                <a:gd name="connsiteX6" fmla="*/ 8073 w 8072"/>
                <a:gd name="connsiteY6" fmla="*/ 8059 h 10744"/>
                <a:gd name="connsiteX7" fmla="*/ 5382 w 8072"/>
                <a:gd name="connsiteY7" fmla="*/ 1074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" h="10744">
                  <a:moveTo>
                    <a:pt x="1346" y="9401"/>
                  </a:moveTo>
                  <a:lnTo>
                    <a:pt x="0" y="4029"/>
                  </a:lnTo>
                  <a:lnTo>
                    <a:pt x="0" y="1343"/>
                  </a:lnTo>
                  <a:lnTo>
                    <a:pt x="2691" y="0"/>
                  </a:lnTo>
                  <a:lnTo>
                    <a:pt x="2691" y="2686"/>
                  </a:lnTo>
                  <a:lnTo>
                    <a:pt x="6727" y="4029"/>
                  </a:lnTo>
                  <a:lnTo>
                    <a:pt x="8073" y="8059"/>
                  </a:lnTo>
                  <a:lnTo>
                    <a:pt x="5382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82C5B0A5-2C5F-439F-54F0-F58F2986885D}"/>
                </a:ext>
              </a:extLst>
            </p:cNvPr>
            <p:cNvSpPr/>
            <p:nvPr/>
          </p:nvSpPr>
          <p:spPr>
            <a:xfrm>
              <a:off x="10652694" y="3682177"/>
              <a:ext cx="4035" cy="4029"/>
            </a:xfrm>
            <a:custGeom>
              <a:avLst/>
              <a:gdLst>
                <a:gd name="connsiteX0" fmla="*/ 0 w 4035"/>
                <a:gd name="connsiteY0" fmla="*/ 4029 h 4029"/>
                <a:gd name="connsiteX1" fmla="*/ 0 w 4035"/>
                <a:gd name="connsiteY1" fmla="*/ 1343 h 4029"/>
                <a:gd name="connsiteX2" fmla="*/ 2691 w 4035"/>
                <a:gd name="connsiteY2" fmla="*/ 0 h 4029"/>
                <a:gd name="connsiteX3" fmla="*/ 4036 w 4035"/>
                <a:gd name="connsiteY3" fmla="*/ 0 h 4029"/>
                <a:gd name="connsiteX4" fmla="*/ 2691 w 4035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4029">
                  <a:moveTo>
                    <a:pt x="0" y="4029"/>
                  </a:moveTo>
                  <a:lnTo>
                    <a:pt x="0" y="1343"/>
                  </a:lnTo>
                  <a:lnTo>
                    <a:pt x="2691" y="0"/>
                  </a:lnTo>
                  <a:lnTo>
                    <a:pt x="4036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895F5DA1-A87C-7A2D-FB18-57BB606D23A6}"/>
                </a:ext>
              </a:extLst>
            </p:cNvPr>
            <p:cNvSpPr/>
            <p:nvPr/>
          </p:nvSpPr>
          <p:spPr>
            <a:xfrm>
              <a:off x="10648658" y="3691579"/>
              <a:ext cx="4035" cy="4029"/>
            </a:xfrm>
            <a:custGeom>
              <a:avLst/>
              <a:gdLst>
                <a:gd name="connsiteX0" fmla="*/ 0 w 4035"/>
                <a:gd name="connsiteY0" fmla="*/ 2686 h 4029"/>
                <a:gd name="connsiteX1" fmla="*/ 2691 w 4035"/>
                <a:gd name="connsiteY1" fmla="*/ 0 h 4029"/>
                <a:gd name="connsiteX2" fmla="*/ 4036 w 4035"/>
                <a:gd name="connsiteY2" fmla="*/ 1343 h 4029"/>
                <a:gd name="connsiteX3" fmla="*/ 2691 w 4035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4029">
                  <a:moveTo>
                    <a:pt x="0" y="2686"/>
                  </a:moveTo>
                  <a:lnTo>
                    <a:pt x="2691" y="0"/>
                  </a:lnTo>
                  <a:lnTo>
                    <a:pt x="4036" y="1343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49215515-F931-2039-ABA3-F7629FCC2C96}"/>
                </a:ext>
              </a:extLst>
            </p:cNvPr>
            <p:cNvSpPr/>
            <p:nvPr/>
          </p:nvSpPr>
          <p:spPr>
            <a:xfrm>
              <a:off x="10644622" y="3680834"/>
              <a:ext cx="6726" cy="10744"/>
            </a:xfrm>
            <a:custGeom>
              <a:avLst/>
              <a:gdLst>
                <a:gd name="connsiteX0" fmla="*/ 2691 w 6726"/>
                <a:gd name="connsiteY0" fmla="*/ 0 h 10744"/>
                <a:gd name="connsiteX1" fmla="*/ 0 w 6726"/>
                <a:gd name="connsiteY1" fmla="*/ 2686 h 10744"/>
                <a:gd name="connsiteX2" fmla="*/ 1345 w 6726"/>
                <a:gd name="connsiteY2" fmla="*/ 8058 h 10744"/>
                <a:gd name="connsiteX3" fmla="*/ 2691 w 6726"/>
                <a:gd name="connsiteY3" fmla="*/ 10745 h 10744"/>
                <a:gd name="connsiteX4" fmla="*/ 5381 w 6726"/>
                <a:gd name="connsiteY4" fmla="*/ 10745 h 10744"/>
                <a:gd name="connsiteX5" fmla="*/ 6727 w 6726"/>
                <a:gd name="connsiteY5" fmla="*/ 6715 h 10744"/>
                <a:gd name="connsiteX6" fmla="*/ 4036 w 6726"/>
                <a:gd name="connsiteY6" fmla="*/ 1343 h 10744"/>
                <a:gd name="connsiteX7" fmla="*/ 4036 w 6726"/>
                <a:gd name="connsiteY7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10744">
                  <a:moveTo>
                    <a:pt x="2691" y="0"/>
                  </a:moveTo>
                  <a:lnTo>
                    <a:pt x="0" y="2686"/>
                  </a:lnTo>
                  <a:lnTo>
                    <a:pt x="1345" y="8058"/>
                  </a:lnTo>
                  <a:lnTo>
                    <a:pt x="2691" y="10745"/>
                  </a:lnTo>
                  <a:lnTo>
                    <a:pt x="5381" y="10745"/>
                  </a:lnTo>
                  <a:lnTo>
                    <a:pt x="6727" y="6715"/>
                  </a:lnTo>
                  <a:lnTo>
                    <a:pt x="4036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09CD711F-3587-6333-0A41-AB9E93E03D38}"/>
                </a:ext>
              </a:extLst>
            </p:cNvPr>
            <p:cNvSpPr/>
            <p:nvPr/>
          </p:nvSpPr>
          <p:spPr>
            <a:xfrm>
              <a:off x="10756288" y="3605622"/>
              <a:ext cx="6726" cy="12087"/>
            </a:xfrm>
            <a:custGeom>
              <a:avLst/>
              <a:gdLst>
                <a:gd name="connsiteX0" fmla="*/ 2691 w 6726"/>
                <a:gd name="connsiteY0" fmla="*/ 12088 h 12087"/>
                <a:gd name="connsiteX1" fmla="*/ 0 w 6726"/>
                <a:gd name="connsiteY1" fmla="*/ 6715 h 12087"/>
                <a:gd name="connsiteX2" fmla="*/ 0 w 6726"/>
                <a:gd name="connsiteY2" fmla="*/ 2686 h 12087"/>
                <a:gd name="connsiteX3" fmla="*/ 2691 w 6726"/>
                <a:gd name="connsiteY3" fmla="*/ 0 h 12087"/>
                <a:gd name="connsiteX4" fmla="*/ 5382 w 6726"/>
                <a:gd name="connsiteY4" fmla="*/ 0 h 12087"/>
                <a:gd name="connsiteX5" fmla="*/ 5382 w 6726"/>
                <a:gd name="connsiteY5" fmla="*/ 2686 h 12087"/>
                <a:gd name="connsiteX6" fmla="*/ 5382 w 6726"/>
                <a:gd name="connsiteY6" fmla="*/ 6715 h 12087"/>
                <a:gd name="connsiteX7" fmla="*/ 6727 w 6726"/>
                <a:gd name="connsiteY7" fmla="*/ 9401 h 12087"/>
                <a:gd name="connsiteX8" fmla="*/ 5382 w 6726"/>
                <a:gd name="connsiteY8" fmla="*/ 1208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26" h="12087">
                  <a:moveTo>
                    <a:pt x="2691" y="12088"/>
                  </a:moveTo>
                  <a:lnTo>
                    <a:pt x="0" y="6715"/>
                  </a:lnTo>
                  <a:lnTo>
                    <a:pt x="0" y="2686"/>
                  </a:lnTo>
                  <a:lnTo>
                    <a:pt x="2691" y="0"/>
                  </a:lnTo>
                  <a:lnTo>
                    <a:pt x="5382" y="0"/>
                  </a:lnTo>
                  <a:lnTo>
                    <a:pt x="5382" y="2686"/>
                  </a:lnTo>
                  <a:lnTo>
                    <a:pt x="5382" y="6715"/>
                  </a:lnTo>
                  <a:lnTo>
                    <a:pt x="6727" y="9401"/>
                  </a:lnTo>
                  <a:lnTo>
                    <a:pt x="5382" y="120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7FBE6DD8-8159-3405-1EB5-97299EDF7464}"/>
                </a:ext>
              </a:extLst>
            </p:cNvPr>
            <p:cNvSpPr/>
            <p:nvPr/>
          </p:nvSpPr>
          <p:spPr>
            <a:xfrm>
              <a:off x="10740143" y="3609651"/>
              <a:ext cx="8072" cy="5372"/>
            </a:xfrm>
            <a:custGeom>
              <a:avLst/>
              <a:gdLst>
                <a:gd name="connsiteX0" fmla="*/ 0 w 8072"/>
                <a:gd name="connsiteY0" fmla="*/ 4029 h 5372"/>
                <a:gd name="connsiteX1" fmla="*/ 4036 w 8072"/>
                <a:gd name="connsiteY1" fmla="*/ 0 h 5372"/>
                <a:gd name="connsiteX2" fmla="*/ 8073 w 8072"/>
                <a:gd name="connsiteY2" fmla="*/ 1343 h 5372"/>
                <a:gd name="connsiteX3" fmla="*/ 6727 w 8072"/>
                <a:gd name="connsiteY3" fmla="*/ 2686 h 5372"/>
                <a:gd name="connsiteX4" fmla="*/ 4036 w 8072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5372">
                  <a:moveTo>
                    <a:pt x="0" y="4029"/>
                  </a:moveTo>
                  <a:lnTo>
                    <a:pt x="4036" y="0"/>
                  </a:lnTo>
                  <a:lnTo>
                    <a:pt x="8073" y="1343"/>
                  </a:lnTo>
                  <a:lnTo>
                    <a:pt x="6727" y="2686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B9A28F5E-50F7-111F-48D3-D252FB6BCC3B}"/>
                </a:ext>
              </a:extLst>
            </p:cNvPr>
            <p:cNvSpPr/>
            <p:nvPr/>
          </p:nvSpPr>
          <p:spPr>
            <a:xfrm>
              <a:off x="10699782" y="3617710"/>
              <a:ext cx="60541" cy="51036"/>
            </a:xfrm>
            <a:custGeom>
              <a:avLst/>
              <a:gdLst>
                <a:gd name="connsiteX0" fmla="*/ 17490 w 60541"/>
                <a:gd name="connsiteY0" fmla="*/ 51037 h 51036"/>
                <a:gd name="connsiteX1" fmla="*/ 18836 w 60541"/>
                <a:gd name="connsiteY1" fmla="*/ 51037 h 51036"/>
                <a:gd name="connsiteX2" fmla="*/ 20181 w 60541"/>
                <a:gd name="connsiteY2" fmla="*/ 49694 h 51036"/>
                <a:gd name="connsiteX3" fmla="*/ 24217 w 60541"/>
                <a:gd name="connsiteY3" fmla="*/ 51037 h 51036"/>
                <a:gd name="connsiteX4" fmla="*/ 26908 w 60541"/>
                <a:gd name="connsiteY4" fmla="*/ 49694 h 51036"/>
                <a:gd name="connsiteX5" fmla="*/ 25562 w 60541"/>
                <a:gd name="connsiteY5" fmla="*/ 47008 h 51036"/>
                <a:gd name="connsiteX6" fmla="*/ 21527 w 60541"/>
                <a:gd name="connsiteY6" fmla="*/ 41635 h 51036"/>
                <a:gd name="connsiteX7" fmla="*/ 22872 w 60541"/>
                <a:gd name="connsiteY7" fmla="*/ 37606 h 51036"/>
                <a:gd name="connsiteX8" fmla="*/ 25562 w 60541"/>
                <a:gd name="connsiteY8" fmla="*/ 29548 h 51036"/>
                <a:gd name="connsiteX9" fmla="*/ 32289 w 60541"/>
                <a:gd name="connsiteY9" fmla="*/ 25518 h 51036"/>
                <a:gd name="connsiteX10" fmla="*/ 33634 w 60541"/>
                <a:gd name="connsiteY10" fmla="*/ 22832 h 51036"/>
                <a:gd name="connsiteX11" fmla="*/ 39016 w 60541"/>
                <a:gd name="connsiteY11" fmla="*/ 24175 h 51036"/>
                <a:gd name="connsiteX12" fmla="*/ 47088 w 60541"/>
                <a:gd name="connsiteY12" fmla="*/ 28204 h 51036"/>
                <a:gd name="connsiteX13" fmla="*/ 48434 w 60541"/>
                <a:gd name="connsiteY13" fmla="*/ 32234 h 51036"/>
                <a:gd name="connsiteX14" fmla="*/ 52470 w 60541"/>
                <a:gd name="connsiteY14" fmla="*/ 30891 h 51036"/>
                <a:gd name="connsiteX15" fmla="*/ 53815 w 60541"/>
                <a:gd name="connsiteY15" fmla="*/ 21489 h 51036"/>
                <a:gd name="connsiteX16" fmla="*/ 60542 w 60541"/>
                <a:gd name="connsiteY16" fmla="*/ 16117 h 51036"/>
                <a:gd name="connsiteX17" fmla="*/ 60542 w 60541"/>
                <a:gd name="connsiteY17" fmla="*/ 12088 h 51036"/>
                <a:gd name="connsiteX18" fmla="*/ 59197 w 60541"/>
                <a:gd name="connsiteY18" fmla="*/ 10744 h 51036"/>
                <a:gd name="connsiteX19" fmla="*/ 57851 w 60541"/>
                <a:gd name="connsiteY19" fmla="*/ 6715 h 51036"/>
                <a:gd name="connsiteX20" fmla="*/ 52470 w 60541"/>
                <a:gd name="connsiteY20" fmla="*/ 2686 h 51036"/>
                <a:gd name="connsiteX21" fmla="*/ 48434 w 60541"/>
                <a:gd name="connsiteY21" fmla="*/ 2686 h 51036"/>
                <a:gd name="connsiteX22" fmla="*/ 44397 w 60541"/>
                <a:gd name="connsiteY22" fmla="*/ 0 h 51036"/>
                <a:gd name="connsiteX23" fmla="*/ 37670 w 60541"/>
                <a:gd name="connsiteY23" fmla="*/ 0 h 51036"/>
                <a:gd name="connsiteX24" fmla="*/ 30943 w 60541"/>
                <a:gd name="connsiteY24" fmla="*/ 4029 h 51036"/>
                <a:gd name="connsiteX25" fmla="*/ 30943 w 60541"/>
                <a:gd name="connsiteY25" fmla="*/ 8058 h 51036"/>
                <a:gd name="connsiteX26" fmla="*/ 29598 w 60541"/>
                <a:gd name="connsiteY26" fmla="*/ 12088 h 51036"/>
                <a:gd name="connsiteX27" fmla="*/ 24217 w 60541"/>
                <a:gd name="connsiteY27" fmla="*/ 13431 h 51036"/>
                <a:gd name="connsiteX28" fmla="*/ 20181 w 60541"/>
                <a:gd name="connsiteY28" fmla="*/ 16117 h 51036"/>
                <a:gd name="connsiteX29" fmla="*/ 17490 w 60541"/>
                <a:gd name="connsiteY29" fmla="*/ 14774 h 51036"/>
                <a:gd name="connsiteX30" fmla="*/ 14800 w 60541"/>
                <a:gd name="connsiteY30" fmla="*/ 8058 h 51036"/>
                <a:gd name="connsiteX31" fmla="*/ 12109 w 60541"/>
                <a:gd name="connsiteY31" fmla="*/ 8058 h 51036"/>
                <a:gd name="connsiteX32" fmla="*/ 5382 w 60541"/>
                <a:gd name="connsiteY32" fmla="*/ 16117 h 51036"/>
                <a:gd name="connsiteX33" fmla="*/ 5382 w 60541"/>
                <a:gd name="connsiteY33" fmla="*/ 20146 h 51036"/>
                <a:gd name="connsiteX34" fmla="*/ 1346 w 60541"/>
                <a:gd name="connsiteY34" fmla="*/ 24175 h 51036"/>
                <a:gd name="connsiteX35" fmla="*/ 0 w 60541"/>
                <a:gd name="connsiteY35" fmla="*/ 29548 h 51036"/>
                <a:gd name="connsiteX36" fmla="*/ 6727 w 60541"/>
                <a:gd name="connsiteY36" fmla="*/ 30891 h 51036"/>
                <a:gd name="connsiteX37" fmla="*/ 8073 w 60541"/>
                <a:gd name="connsiteY37" fmla="*/ 36263 h 51036"/>
                <a:gd name="connsiteX38" fmla="*/ 6727 w 60541"/>
                <a:gd name="connsiteY38" fmla="*/ 37606 h 51036"/>
                <a:gd name="connsiteX39" fmla="*/ 6727 w 60541"/>
                <a:gd name="connsiteY39" fmla="*/ 40292 h 51036"/>
                <a:gd name="connsiteX40" fmla="*/ 10763 w 60541"/>
                <a:gd name="connsiteY40" fmla="*/ 47008 h 51036"/>
                <a:gd name="connsiteX41" fmla="*/ 17490 w 60541"/>
                <a:gd name="connsiteY41" fmla="*/ 47008 h 5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0541" h="51036">
                  <a:moveTo>
                    <a:pt x="17490" y="51037"/>
                  </a:moveTo>
                  <a:lnTo>
                    <a:pt x="18836" y="51037"/>
                  </a:lnTo>
                  <a:lnTo>
                    <a:pt x="20181" y="49694"/>
                  </a:lnTo>
                  <a:lnTo>
                    <a:pt x="24217" y="51037"/>
                  </a:lnTo>
                  <a:lnTo>
                    <a:pt x="26908" y="49694"/>
                  </a:lnTo>
                  <a:lnTo>
                    <a:pt x="25562" y="47008"/>
                  </a:lnTo>
                  <a:lnTo>
                    <a:pt x="21527" y="41635"/>
                  </a:lnTo>
                  <a:lnTo>
                    <a:pt x="22872" y="37606"/>
                  </a:lnTo>
                  <a:lnTo>
                    <a:pt x="25562" y="29548"/>
                  </a:lnTo>
                  <a:lnTo>
                    <a:pt x="32289" y="25518"/>
                  </a:lnTo>
                  <a:lnTo>
                    <a:pt x="33634" y="22832"/>
                  </a:lnTo>
                  <a:lnTo>
                    <a:pt x="39016" y="24175"/>
                  </a:lnTo>
                  <a:lnTo>
                    <a:pt x="47088" y="28204"/>
                  </a:lnTo>
                  <a:lnTo>
                    <a:pt x="48434" y="32234"/>
                  </a:lnTo>
                  <a:lnTo>
                    <a:pt x="52470" y="30891"/>
                  </a:lnTo>
                  <a:lnTo>
                    <a:pt x="53815" y="21489"/>
                  </a:lnTo>
                  <a:lnTo>
                    <a:pt x="60542" y="16117"/>
                  </a:lnTo>
                  <a:lnTo>
                    <a:pt x="60542" y="12088"/>
                  </a:lnTo>
                  <a:lnTo>
                    <a:pt x="59197" y="10744"/>
                  </a:lnTo>
                  <a:lnTo>
                    <a:pt x="57851" y="6715"/>
                  </a:lnTo>
                  <a:lnTo>
                    <a:pt x="52470" y="2686"/>
                  </a:lnTo>
                  <a:lnTo>
                    <a:pt x="48434" y="2686"/>
                  </a:lnTo>
                  <a:lnTo>
                    <a:pt x="44397" y="0"/>
                  </a:lnTo>
                  <a:lnTo>
                    <a:pt x="37670" y="0"/>
                  </a:lnTo>
                  <a:lnTo>
                    <a:pt x="30943" y="4029"/>
                  </a:lnTo>
                  <a:lnTo>
                    <a:pt x="30943" y="8058"/>
                  </a:lnTo>
                  <a:lnTo>
                    <a:pt x="29598" y="12088"/>
                  </a:lnTo>
                  <a:lnTo>
                    <a:pt x="24217" y="13431"/>
                  </a:lnTo>
                  <a:lnTo>
                    <a:pt x="20181" y="16117"/>
                  </a:lnTo>
                  <a:lnTo>
                    <a:pt x="17490" y="14774"/>
                  </a:lnTo>
                  <a:lnTo>
                    <a:pt x="14800" y="8058"/>
                  </a:lnTo>
                  <a:lnTo>
                    <a:pt x="12109" y="8058"/>
                  </a:lnTo>
                  <a:lnTo>
                    <a:pt x="5382" y="16117"/>
                  </a:lnTo>
                  <a:lnTo>
                    <a:pt x="5382" y="20146"/>
                  </a:lnTo>
                  <a:lnTo>
                    <a:pt x="1346" y="24175"/>
                  </a:lnTo>
                  <a:lnTo>
                    <a:pt x="0" y="29548"/>
                  </a:lnTo>
                  <a:lnTo>
                    <a:pt x="6727" y="30891"/>
                  </a:lnTo>
                  <a:lnTo>
                    <a:pt x="8073" y="36263"/>
                  </a:lnTo>
                  <a:lnTo>
                    <a:pt x="6727" y="37606"/>
                  </a:lnTo>
                  <a:lnTo>
                    <a:pt x="6727" y="40292"/>
                  </a:lnTo>
                  <a:lnTo>
                    <a:pt x="10763" y="47008"/>
                  </a:lnTo>
                  <a:lnTo>
                    <a:pt x="17490" y="4700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EA304770-04B4-E342-9396-2D65E16C526D}"/>
                </a:ext>
              </a:extLst>
            </p:cNvPr>
            <p:cNvSpPr/>
            <p:nvPr/>
          </p:nvSpPr>
          <p:spPr>
            <a:xfrm>
              <a:off x="10675566" y="3752017"/>
              <a:ext cx="8071" cy="9401"/>
            </a:xfrm>
            <a:custGeom>
              <a:avLst/>
              <a:gdLst>
                <a:gd name="connsiteX0" fmla="*/ 6727 w 8071"/>
                <a:gd name="connsiteY0" fmla="*/ 4029 h 9401"/>
                <a:gd name="connsiteX1" fmla="*/ 4036 w 8071"/>
                <a:gd name="connsiteY1" fmla="*/ 0 h 9401"/>
                <a:gd name="connsiteX2" fmla="*/ 1345 w 8071"/>
                <a:gd name="connsiteY2" fmla="*/ 0 h 9401"/>
                <a:gd name="connsiteX3" fmla="*/ 0 w 8071"/>
                <a:gd name="connsiteY3" fmla="*/ 4029 h 9401"/>
                <a:gd name="connsiteX4" fmla="*/ 2691 w 8071"/>
                <a:gd name="connsiteY4" fmla="*/ 9401 h 9401"/>
                <a:gd name="connsiteX5" fmla="*/ 6727 w 8071"/>
                <a:gd name="connsiteY5" fmla="*/ 9401 h 9401"/>
                <a:gd name="connsiteX6" fmla="*/ 8072 w 8071"/>
                <a:gd name="connsiteY6" fmla="*/ 8058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1" h="9401">
                  <a:moveTo>
                    <a:pt x="6727" y="4029"/>
                  </a:moveTo>
                  <a:lnTo>
                    <a:pt x="4036" y="0"/>
                  </a:lnTo>
                  <a:lnTo>
                    <a:pt x="1345" y="0"/>
                  </a:lnTo>
                  <a:lnTo>
                    <a:pt x="0" y="4029"/>
                  </a:lnTo>
                  <a:lnTo>
                    <a:pt x="2691" y="9401"/>
                  </a:lnTo>
                  <a:lnTo>
                    <a:pt x="6727" y="9401"/>
                  </a:lnTo>
                  <a:lnTo>
                    <a:pt x="8072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2BA74874-15C0-42AD-B50E-201E6497F6CB}"/>
                </a:ext>
              </a:extLst>
            </p:cNvPr>
            <p:cNvSpPr/>
            <p:nvPr/>
          </p:nvSpPr>
          <p:spPr>
            <a:xfrm>
              <a:off x="10686328" y="3738587"/>
              <a:ext cx="2690" cy="12087"/>
            </a:xfrm>
            <a:custGeom>
              <a:avLst/>
              <a:gdLst>
                <a:gd name="connsiteX0" fmla="*/ 1346 w 2690"/>
                <a:gd name="connsiteY0" fmla="*/ 12088 h 12087"/>
                <a:gd name="connsiteX1" fmla="*/ 0 w 2690"/>
                <a:gd name="connsiteY1" fmla="*/ 2686 h 12087"/>
                <a:gd name="connsiteX2" fmla="*/ 0 w 2690"/>
                <a:gd name="connsiteY2" fmla="*/ 0 h 12087"/>
                <a:gd name="connsiteX3" fmla="*/ 2691 w 2690"/>
                <a:gd name="connsiteY3" fmla="*/ 2686 h 12087"/>
                <a:gd name="connsiteX4" fmla="*/ 2691 w 2690"/>
                <a:gd name="connsiteY4" fmla="*/ 6715 h 12087"/>
                <a:gd name="connsiteX5" fmla="*/ 2691 w 2690"/>
                <a:gd name="connsiteY5" fmla="*/ 10744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" h="12087">
                  <a:moveTo>
                    <a:pt x="1346" y="12088"/>
                  </a:moveTo>
                  <a:lnTo>
                    <a:pt x="0" y="2686"/>
                  </a:lnTo>
                  <a:lnTo>
                    <a:pt x="0" y="0"/>
                  </a:lnTo>
                  <a:lnTo>
                    <a:pt x="2691" y="2686"/>
                  </a:lnTo>
                  <a:lnTo>
                    <a:pt x="2691" y="6715"/>
                  </a:lnTo>
                  <a:lnTo>
                    <a:pt x="2691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F722B953-C6C0-EB20-8033-69501DCDB2BD}"/>
                </a:ext>
              </a:extLst>
            </p:cNvPr>
            <p:cNvSpPr/>
            <p:nvPr/>
          </p:nvSpPr>
          <p:spPr>
            <a:xfrm>
              <a:off x="10632513" y="3335664"/>
              <a:ext cx="269075" cy="400236"/>
            </a:xfrm>
            <a:custGeom>
              <a:avLst/>
              <a:gdLst>
                <a:gd name="connsiteX0" fmla="*/ 45743 w 269075"/>
                <a:gd name="connsiteY0" fmla="*/ 400237 h 400236"/>
                <a:gd name="connsiteX1" fmla="*/ 49779 w 269075"/>
                <a:gd name="connsiteY1" fmla="*/ 397551 h 400236"/>
                <a:gd name="connsiteX2" fmla="*/ 55161 w 269075"/>
                <a:gd name="connsiteY2" fmla="*/ 389492 h 400236"/>
                <a:gd name="connsiteX3" fmla="*/ 51124 w 269075"/>
                <a:gd name="connsiteY3" fmla="*/ 385463 h 400236"/>
                <a:gd name="connsiteX4" fmla="*/ 51124 w 269075"/>
                <a:gd name="connsiteY4" fmla="*/ 382777 h 400236"/>
                <a:gd name="connsiteX5" fmla="*/ 52470 w 269075"/>
                <a:gd name="connsiteY5" fmla="*/ 381434 h 400236"/>
                <a:gd name="connsiteX6" fmla="*/ 56506 w 269075"/>
                <a:gd name="connsiteY6" fmla="*/ 382777 h 400236"/>
                <a:gd name="connsiteX7" fmla="*/ 59197 w 269075"/>
                <a:gd name="connsiteY7" fmla="*/ 384120 h 400236"/>
                <a:gd name="connsiteX8" fmla="*/ 60542 w 269075"/>
                <a:gd name="connsiteY8" fmla="*/ 378748 h 400236"/>
                <a:gd name="connsiteX9" fmla="*/ 60542 w 269075"/>
                <a:gd name="connsiteY9" fmla="*/ 370689 h 400236"/>
                <a:gd name="connsiteX10" fmla="*/ 59197 w 269075"/>
                <a:gd name="connsiteY10" fmla="*/ 366660 h 400236"/>
                <a:gd name="connsiteX11" fmla="*/ 59197 w 269075"/>
                <a:gd name="connsiteY11" fmla="*/ 351886 h 400236"/>
                <a:gd name="connsiteX12" fmla="*/ 57851 w 269075"/>
                <a:gd name="connsiteY12" fmla="*/ 343828 h 400236"/>
                <a:gd name="connsiteX13" fmla="*/ 60542 w 269075"/>
                <a:gd name="connsiteY13" fmla="*/ 339798 h 400236"/>
                <a:gd name="connsiteX14" fmla="*/ 65924 w 269075"/>
                <a:gd name="connsiteY14" fmla="*/ 334426 h 400236"/>
                <a:gd name="connsiteX15" fmla="*/ 64578 w 269075"/>
                <a:gd name="connsiteY15" fmla="*/ 330397 h 400236"/>
                <a:gd name="connsiteX16" fmla="*/ 61888 w 269075"/>
                <a:gd name="connsiteY16" fmla="*/ 330397 h 400236"/>
                <a:gd name="connsiteX17" fmla="*/ 61888 w 269075"/>
                <a:gd name="connsiteY17" fmla="*/ 325025 h 400236"/>
                <a:gd name="connsiteX18" fmla="*/ 59197 w 269075"/>
                <a:gd name="connsiteY18" fmla="*/ 325025 h 400236"/>
                <a:gd name="connsiteX19" fmla="*/ 60542 w 269075"/>
                <a:gd name="connsiteY19" fmla="*/ 320995 h 400236"/>
                <a:gd name="connsiteX20" fmla="*/ 52470 w 269075"/>
                <a:gd name="connsiteY20" fmla="*/ 320995 h 400236"/>
                <a:gd name="connsiteX21" fmla="*/ 51124 w 269075"/>
                <a:gd name="connsiteY21" fmla="*/ 319652 h 400236"/>
                <a:gd name="connsiteX22" fmla="*/ 55161 w 269075"/>
                <a:gd name="connsiteY22" fmla="*/ 316966 h 400236"/>
                <a:gd name="connsiteX23" fmla="*/ 56506 w 269075"/>
                <a:gd name="connsiteY23" fmla="*/ 312937 h 400236"/>
                <a:gd name="connsiteX24" fmla="*/ 55161 w 269075"/>
                <a:gd name="connsiteY24" fmla="*/ 306221 h 400236"/>
                <a:gd name="connsiteX25" fmla="*/ 51124 w 269075"/>
                <a:gd name="connsiteY25" fmla="*/ 304878 h 400236"/>
                <a:gd name="connsiteX26" fmla="*/ 47088 w 269075"/>
                <a:gd name="connsiteY26" fmla="*/ 304878 h 400236"/>
                <a:gd name="connsiteX27" fmla="*/ 47088 w 269075"/>
                <a:gd name="connsiteY27" fmla="*/ 307565 h 400236"/>
                <a:gd name="connsiteX28" fmla="*/ 44397 w 269075"/>
                <a:gd name="connsiteY28" fmla="*/ 308908 h 400236"/>
                <a:gd name="connsiteX29" fmla="*/ 40361 w 269075"/>
                <a:gd name="connsiteY29" fmla="*/ 308908 h 400236"/>
                <a:gd name="connsiteX30" fmla="*/ 34980 w 269075"/>
                <a:gd name="connsiteY30" fmla="*/ 302192 h 400236"/>
                <a:gd name="connsiteX31" fmla="*/ 34980 w 269075"/>
                <a:gd name="connsiteY31" fmla="*/ 299506 h 400236"/>
                <a:gd name="connsiteX32" fmla="*/ 43052 w 269075"/>
                <a:gd name="connsiteY32" fmla="*/ 295477 h 400236"/>
                <a:gd name="connsiteX33" fmla="*/ 49779 w 269075"/>
                <a:gd name="connsiteY33" fmla="*/ 294134 h 400236"/>
                <a:gd name="connsiteX34" fmla="*/ 57851 w 269075"/>
                <a:gd name="connsiteY34" fmla="*/ 296820 h 400236"/>
                <a:gd name="connsiteX35" fmla="*/ 61888 w 269075"/>
                <a:gd name="connsiteY35" fmla="*/ 298163 h 400236"/>
                <a:gd name="connsiteX36" fmla="*/ 63233 w 269075"/>
                <a:gd name="connsiteY36" fmla="*/ 295477 h 400236"/>
                <a:gd name="connsiteX37" fmla="*/ 63233 w 269075"/>
                <a:gd name="connsiteY37" fmla="*/ 292791 h 400236"/>
                <a:gd name="connsiteX38" fmla="*/ 63233 w 269075"/>
                <a:gd name="connsiteY38" fmla="*/ 287418 h 400236"/>
                <a:gd name="connsiteX39" fmla="*/ 61888 w 269075"/>
                <a:gd name="connsiteY39" fmla="*/ 283389 h 400236"/>
                <a:gd name="connsiteX40" fmla="*/ 63233 w 269075"/>
                <a:gd name="connsiteY40" fmla="*/ 280703 h 400236"/>
                <a:gd name="connsiteX41" fmla="*/ 67269 w 269075"/>
                <a:gd name="connsiteY41" fmla="*/ 280703 h 400236"/>
                <a:gd name="connsiteX42" fmla="*/ 69960 w 269075"/>
                <a:gd name="connsiteY42" fmla="*/ 283389 h 400236"/>
                <a:gd name="connsiteX43" fmla="*/ 72651 w 269075"/>
                <a:gd name="connsiteY43" fmla="*/ 284732 h 400236"/>
                <a:gd name="connsiteX44" fmla="*/ 76687 w 269075"/>
                <a:gd name="connsiteY44" fmla="*/ 282046 h 400236"/>
                <a:gd name="connsiteX45" fmla="*/ 86104 w 269075"/>
                <a:gd name="connsiteY45" fmla="*/ 279360 h 400236"/>
                <a:gd name="connsiteX46" fmla="*/ 94176 w 269075"/>
                <a:gd name="connsiteY46" fmla="*/ 278017 h 400236"/>
                <a:gd name="connsiteX47" fmla="*/ 99558 w 269075"/>
                <a:gd name="connsiteY47" fmla="*/ 276674 h 400236"/>
                <a:gd name="connsiteX48" fmla="*/ 100903 w 269075"/>
                <a:gd name="connsiteY48" fmla="*/ 278017 h 400236"/>
                <a:gd name="connsiteX49" fmla="*/ 103594 w 269075"/>
                <a:gd name="connsiteY49" fmla="*/ 276674 h 400236"/>
                <a:gd name="connsiteX50" fmla="*/ 103594 w 269075"/>
                <a:gd name="connsiteY50" fmla="*/ 275331 h 400236"/>
                <a:gd name="connsiteX51" fmla="*/ 108976 w 269075"/>
                <a:gd name="connsiteY51" fmla="*/ 272644 h 400236"/>
                <a:gd name="connsiteX52" fmla="*/ 110321 w 269075"/>
                <a:gd name="connsiteY52" fmla="*/ 268615 h 400236"/>
                <a:gd name="connsiteX53" fmla="*/ 117048 w 269075"/>
                <a:gd name="connsiteY53" fmla="*/ 264586 h 400236"/>
                <a:gd name="connsiteX54" fmla="*/ 122430 w 269075"/>
                <a:gd name="connsiteY54" fmla="*/ 261900 h 400236"/>
                <a:gd name="connsiteX55" fmla="*/ 130502 w 269075"/>
                <a:gd name="connsiteY55" fmla="*/ 263243 h 400236"/>
                <a:gd name="connsiteX56" fmla="*/ 134538 w 269075"/>
                <a:gd name="connsiteY56" fmla="*/ 261900 h 400236"/>
                <a:gd name="connsiteX57" fmla="*/ 137229 w 269075"/>
                <a:gd name="connsiteY57" fmla="*/ 264586 h 400236"/>
                <a:gd name="connsiteX58" fmla="*/ 137229 w 269075"/>
                <a:gd name="connsiteY58" fmla="*/ 268615 h 400236"/>
                <a:gd name="connsiteX59" fmla="*/ 133193 w 269075"/>
                <a:gd name="connsiteY59" fmla="*/ 273988 h 400236"/>
                <a:gd name="connsiteX60" fmla="*/ 131847 w 269075"/>
                <a:gd name="connsiteY60" fmla="*/ 278017 h 400236"/>
                <a:gd name="connsiteX61" fmla="*/ 134538 w 269075"/>
                <a:gd name="connsiteY61" fmla="*/ 280703 h 400236"/>
                <a:gd name="connsiteX62" fmla="*/ 134538 w 269075"/>
                <a:gd name="connsiteY62" fmla="*/ 284732 h 400236"/>
                <a:gd name="connsiteX63" fmla="*/ 135884 w 269075"/>
                <a:gd name="connsiteY63" fmla="*/ 290105 h 400236"/>
                <a:gd name="connsiteX64" fmla="*/ 134538 w 269075"/>
                <a:gd name="connsiteY64" fmla="*/ 291448 h 400236"/>
                <a:gd name="connsiteX65" fmla="*/ 135884 w 269075"/>
                <a:gd name="connsiteY65" fmla="*/ 296820 h 400236"/>
                <a:gd name="connsiteX66" fmla="*/ 141265 w 269075"/>
                <a:gd name="connsiteY66" fmla="*/ 299506 h 400236"/>
                <a:gd name="connsiteX67" fmla="*/ 147991 w 269075"/>
                <a:gd name="connsiteY67" fmla="*/ 306221 h 400236"/>
                <a:gd name="connsiteX68" fmla="*/ 153373 w 269075"/>
                <a:gd name="connsiteY68" fmla="*/ 307565 h 400236"/>
                <a:gd name="connsiteX69" fmla="*/ 156064 w 269075"/>
                <a:gd name="connsiteY69" fmla="*/ 304878 h 400236"/>
                <a:gd name="connsiteX70" fmla="*/ 161445 w 269075"/>
                <a:gd name="connsiteY70" fmla="*/ 298163 h 400236"/>
                <a:gd name="connsiteX71" fmla="*/ 161445 w 269075"/>
                <a:gd name="connsiteY71" fmla="*/ 292791 h 400236"/>
                <a:gd name="connsiteX72" fmla="*/ 165481 w 269075"/>
                <a:gd name="connsiteY72" fmla="*/ 291448 h 400236"/>
                <a:gd name="connsiteX73" fmla="*/ 165481 w 269075"/>
                <a:gd name="connsiteY73" fmla="*/ 288762 h 400236"/>
                <a:gd name="connsiteX74" fmla="*/ 164136 w 269075"/>
                <a:gd name="connsiteY74" fmla="*/ 284732 h 400236"/>
                <a:gd name="connsiteX75" fmla="*/ 168172 w 269075"/>
                <a:gd name="connsiteY75" fmla="*/ 279360 h 400236"/>
                <a:gd name="connsiteX76" fmla="*/ 172208 w 269075"/>
                <a:gd name="connsiteY76" fmla="*/ 278017 h 400236"/>
                <a:gd name="connsiteX77" fmla="*/ 176245 w 269075"/>
                <a:gd name="connsiteY77" fmla="*/ 278017 h 400236"/>
                <a:gd name="connsiteX78" fmla="*/ 177590 w 269075"/>
                <a:gd name="connsiteY78" fmla="*/ 275331 h 400236"/>
                <a:gd name="connsiteX79" fmla="*/ 176245 w 269075"/>
                <a:gd name="connsiteY79" fmla="*/ 273988 h 400236"/>
                <a:gd name="connsiteX80" fmla="*/ 174899 w 269075"/>
                <a:gd name="connsiteY80" fmla="*/ 268615 h 400236"/>
                <a:gd name="connsiteX81" fmla="*/ 166827 w 269075"/>
                <a:gd name="connsiteY81" fmla="*/ 264586 h 400236"/>
                <a:gd name="connsiteX82" fmla="*/ 165481 w 269075"/>
                <a:gd name="connsiteY82" fmla="*/ 261900 h 400236"/>
                <a:gd name="connsiteX83" fmla="*/ 166827 w 269075"/>
                <a:gd name="connsiteY83" fmla="*/ 255185 h 400236"/>
                <a:gd name="connsiteX84" fmla="*/ 170863 w 269075"/>
                <a:gd name="connsiteY84" fmla="*/ 252498 h 400236"/>
                <a:gd name="connsiteX85" fmla="*/ 172208 w 269075"/>
                <a:gd name="connsiteY85" fmla="*/ 251155 h 400236"/>
                <a:gd name="connsiteX86" fmla="*/ 170863 w 269075"/>
                <a:gd name="connsiteY86" fmla="*/ 253841 h 400236"/>
                <a:gd name="connsiteX87" fmla="*/ 172208 w 269075"/>
                <a:gd name="connsiteY87" fmla="*/ 259214 h 400236"/>
                <a:gd name="connsiteX88" fmla="*/ 173554 w 269075"/>
                <a:gd name="connsiteY88" fmla="*/ 260557 h 400236"/>
                <a:gd name="connsiteX89" fmla="*/ 176245 w 269075"/>
                <a:gd name="connsiteY89" fmla="*/ 259214 h 400236"/>
                <a:gd name="connsiteX90" fmla="*/ 177590 w 269075"/>
                <a:gd name="connsiteY90" fmla="*/ 257871 h 400236"/>
                <a:gd name="connsiteX91" fmla="*/ 180281 w 269075"/>
                <a:gd name="connsiteY91" fmla="*/ 257871 h 400236"/>
                <a:gd name="connsiteX92" fmla="*/ 182972 w 269075"/>
                <a:gd name="connsiteY92" fmla="*/ 260557 h 400236"/>
                <a:gd name="connsiteX93" fmla="*/ 185662 w 269075"/>
                <a:gd name="connsiteY93" fmla="*/ 259214 h 400236"/>
                <a:gd name="connsiteX94" fmla="*/ 188353 w 269075"/>
                <a:gd name="connsiteY94" fmla="*/ 259214 h 400236"/>
                <a:gd name="connsiteX95" fmla="*/ 187008 w 269075"/>
                <a:gd name="connsiteY95" fmla="*/ 261900 h 400236"/>
                <a:gd name="connsiteX96" fmla="*/ 181626 w 269075"/>
                <a:gd name="connsiteY96" fmla="*/ 263243 h 400236"/>
                <a:gd name="connsiteX97" fmla="*/ 181626 w 269075"/>
                <a:gd name="connsiteY97" fmla="*/ 264586 h 400236"/>
                <a:gd name="connsiteX98" fmla="*/ 182972 w 269075"/>
                <a:gd name="connsiteY98" fmla="*/ 265929 h 400236"/>
                <a:gd name="connsiteX99" fmla="*/ 187008 w 269075"/>
                <a:gd name="connsiteY99" fmla="*/ 264586 h 400236"/>
                <a:gd name="connsiteX100" fmla="*/ 193735 w 269075"/>
                <a:gd name="connsiteY100" fmla="*/ 260557 h 400236"/>
                <a:gd name="connsiteX101" fmla="*/ 207188 w 269075"/>
                <a:gd name="connsiteY101" fmla="*/ 261900 h 400236"/>
                <a:gd name="connsiteX102" fmla="*/ 213915 w 269075"/>
                <a:gd name="connsiteY102" fmla="*/ 261900 h 400236"/>
                <a:gd name="connsiteX103" fmla="*/ 211224 w 269075"/>
                <a:gd name="connsiteY103" fmla="*/ 259214 h 400236"/>
                <a:gd name="connsiteX104" fmla="*/ 209879 w 269075"/>
                <a:gd name="connsiteY104" fmla="*/ 253841 h 400236"/>
                <a:gd name="connsiteX105" fmla="*/ 211224 w 269075"/>
                <a:gd name="connsiteY105" fmla="*/ 248469 h 400236"/>
                <a:gd name="connsiteX106" fmla="*/ 216606 w 269075"/>
                <a:gd name="connsiteY106" fmla="*/ 245783 h 400236"/>
                <a:gd name="connsiteX107" fmla="*/ 220642 w 269075"/>
                <a:gd name="connsiteY107" fmla="*/ 245783 h 400236"/>
                <a:gd name="connsiteX108" fmla="*/ 221987 w 269075"/>
                <a:gd name="connsiteY108" fmla="*/ 251155 h 400236"/>
                <a:gd name="connsiteX109" fmla="*/ 220642 w 269075"/>
                <a:gd name="connsiteY109" fmla="*/ 256528 h 400236"/>
                <a:gd name="connsiteX110" fmla="*/ 223333 w 269075"/>
                <a:gd name="connsiteY110" fmla="*/ 260557 h 400236"/>
                <a:gd name="connsiteX111" fmla="*/ 227369 w 269075"/>
                <a:gd name="connsiteY111" fmla="*/ 259214 h 400236"/>
                <a:gd name="connsiteX112" fmla="*/ 230060 w 269075"/>
                <a:gd name="connsiteY112" fmla="*/ 253841 h 400236"/>
                <a:gd name="connsiteX113" fmla="*/ 227369 w 269075"/>
                <a:gd name="connsiteY113" fmla="*/ 245783 h 400236"/>
                <a:gd name="connsiteX114" fmla="*/ 228714 w 269075"/>
                <a:gd name="connsiteY114" fmla="*/ 239068 h 400236"/>
                <a:gd name="connsiteX115" fmla="*/ 235441 w 269075"/>
                <a:gd name="connsiteY115" fmla="*/ 235038 h 400236"/>
                <a:gd name="connsiteX116" fmla="*/ 239477 w 269075"/>
                <a:gd name="connsiteY116" fmla="*/ 235038 h 400236"/>
                <a:gd name="connsiteX117" fmla="*/ 240823 w 269075"/>
                <a:gd name="connsiteY117" fmla="*/ 232352 h 400236"/>
                <a:gd name="connsiteX118" fmla="*/ 238132 w 269075"/>
                <a:gd name="connsiteY118" fmla="*/ 229666 h 400236"/>
                <a:gd name="connsiteX119" fmla="*/ 239477 w 269075"/>
                <a:gd name="connsiteY119" fmla="*/ 222951 h 400236"/>
                <a:gd name="connsiteX120" fmla="*/ 242168 w 269075"/>
                <a:gd name="connsiteY120" fmla="*/ 221608 h 400236"/>
                <a:gd name="connsiteX121" fmla="*/ 247550 w 269075"/>
                <a:gd name="connsiteY121" fmla="*/ 221608 h 400236"/>
                <a:gd name="connsiteX122" fmla="*/ 247550 w 269075"/>
                <a:gd name="connsiteY122" fmla="*/ 224294 h 400236"/>
                <a:gd name="connsiteX123" fmla="*/ 246204 w 269075"/>
                <a:gd name="connsiteY123" fmla="*/ 228323 h 400236"/>
                <a:gd name="connsiteX124" fmla="*/ 244859 w 269075"/>
                <a:gd name="connsiteY124" fmla="*/ 235038 h 400236"/>
                <a:gd name="connsiteX125" fmla="*/ 246204 w 269075"/>
                <a:gd name="connsiteY125" fmla="*/ 249812 h 400236"/>
                <a:gd name="connsiteX126" fmla="*/ 248895 w 269075"/>
                <a:gd name="connsiteY126" fmla="*/ 251155 h 400236"/>
                <a:gd name="connsiteX127" fmla="*/ 251586 w 269075"/>
                <a:gd name="connsiteY127" fmla="*/ 248469 h 400236"/>
                <a:gd name="connsiteX128" fmla="*/ 254277 w 269075"/>
                <a:gd name="connsiteY128" fmla="*/ 244440 h 400236"/>
                <a:gd name="connsiteX129" fmla="*/ 258312 w 269075"/>
                <a:gd name="connsiteY129" fmla="*/ 244440 h 400236"/>
                <a:gd name="connsiteX130" fmla="*/ 263694 w 269075"/>
                <a:gd name="connsiteY130" fmla="*/ 239068 h 400236"/>
                <a:gd name="connsiteX131" fmla="*/ 265039 w 269075"/>
                <a:gd name="connsiteY131" fmla="*/ 232352 h 400236"/>
                <a:gd name="connsiteX132" fmla="*/ 263694 w 269075"/>
                <a:gd name="connsiteY132" fmla="*/ 228323 h 400236"/>
                <a:gd name="connsiteX133" fmla="*/ 269075 w 269075"/>
                <a:gd name="connsiteY133" fmla="*/ 222951 h 400236"/>
                <a:gd name="connsiteX134" fmla="*/ 269075 w 269075"/>
                <a:gd name="connsiteY134" fmla="*/ 218921 h 400236"/>
                <a:gd name="connsiteX135" fmla="*/ 266384 w 269075"/>
                <a:gd name="connsiteY135" fmla="*/ 216235 h 400236"/>
                <a:gd name="connsiteX136" fmla="*/ 259658 w 269075"/>
                <a:gd name="connsiteY136" fmla="*/ 208177 h 400236"/>
                <a:gd name="connsiteX137" fmla="*/ 258312 w 269075"/>
                <a:gd name="connsiteY137" fmla="*/ 201462 h 400236"/>
                <a:gd name="connsiteX138" fmla="*/ 255622 w 269075"/>
                <a:gd name="connsiteY138" fmla="*/ 189374 h 400236"/>
                <a:gd name="connsiteX139" fmla="*/ 258312 w 269075"/>
                <a:gd name="connsiteY139" fmla="*/ 174600 h 400236"/>
                <a:gd name="connsiteX140" fmla="*/ 258312 w 269075"/>
                <a:gd name="connsiteY140" fmla="*/ 165198 h 400236"/>
                <a:gd name="connsiteX141" fmla="*/ 254277 w 269075"/>
                <a:gd name="connsiteY141" fmla="*/ 146395 h 400236"/>
                <a:gd name="connsiteX142" fmla="*/ 247550 w 269075"/>
                <a:gd name="connsiteY142" fmla="*/ 138337 h 400236"/>
                <a:gd name="connsiteX143" fmla="*/ 247550 w 269075"/>
                <a:gd name="connsiteY143" fmla="*/ 131621 h 400236"/>
                <a:gd name="connsiteX144" fmla="*/ 248895 w 269075"/>
                <a:gd name="connsiteY144" fmla="*/ 123563 h 400236"/>
                <a:gd name="connsiteX145" fmla="*/ 256967 w 269075"/>
                <a:gd name="connsiteY145" fmla="*/ 119534 h 400236"/>
                <a:gd name="connsiteX146" fmla="*/ 261003 w 269075"/>
                <a:gd name="connsiteY146" fmla="*/ 119534 h 400236"/>
                <a:gd name="connsiteX147" fmla="*/ 262348 w 269075"/>
                <a:gd name="connsiteY147" fmla="*/ 123563 h 400236"/>
                <a:gd name="connsiteX148" fmla="*/ 263694 w 269075"/>
                <a:gd name="connsiteY148" fmla="*/ 120877 h 400236"/>
                <a:gd name="connsiteX149" fmla="*/ 262348 w 269075"/>
                <a:gd name="connsiteY149" fmla="*/ 115504 h 400236"/>
                <a:gd name="connsiteX150" fmla="*/ 262348 w 269075"/>
                <a:gd name="connsiteY150" fmla="*/ 111475 h 400236"/>
                <a:gd name="connsiteX151" fmla="*/ 259658 w 269075"/>
                <a:gd name="connsiteY151" fmla="*/ 108789 h 400236"/>
                <a:gd name="connsiteX152" fmla="*/ 258312 w 269075"/>
                <a:gd name="connsiteY152" fmla="*/ 103417 h 400236"/>
                <a:gd name="connsiteX153" fmla="*/ 259658 w 269075"/>
                <a:gd name="connsiteY153" fmla="*/ 100731 h 400236"/>
                <a:gd name="connsiteX154" fmla="*/ 259658 w 269075"/>
                <a:gd name="connsiteY154" fmla="*/ 98044 h 400236"/>
                <a:gd name="connsiteX155" fmla="*/ 261003 w 269075"/>
                <a:gd name="connsiteY155" fmla="*/ 94015 h 400236"/>
                <a:gd name="connsiteX156" fmla="*/ 261003 w 269075"/>
                <a:gd name="connsiteY156" fmla="*/ 92672 h 400236"/>
                <a:gd name="connsiteX157" fmla="*/ 261003 w 269075"/>
                <a:gd name="connsiteY157" fmla="*/ 88643 h 400236"/>
                <a:gd name="connsiteX158" fmla="*/ 259658 w 269075"/>
                <a:gd name="connsiteY158" fmla="*/ 85957 h 400236"/>
                <a:gd name="connsiteX159" fmla="*/ 259658 w 269075"/>
                <a:gd name="connsiteY159" fmla="*/ 80585 h 400236"/>
                <a:gd name="connsiteX160" fmla="*/ 261003 w 269075"/>
                <a:gd name="connsiteY160" fmla="*/ 76555 h 400236"/>
                <a:gd name="connsiteX161" fmla="*/ 258312 w 269075"/>
                <a:gd name="connsiteY161" fmla="*/ 72526 h 400236"/>
                <a:gd name="connsiteX162" fmla="*/ 256967 w 269075"/>
                <a:gd name="connsiteY162" fmla="*/ 63125 h 400236"/>
                <a:gd name="connsiteX163" fmla="*/ 252931 w 269075"/>
                <a:gd name="connsiteY163" fmla="*/ 55066 h 400236"/>
                <a:gd name="connsiteX164" fmla="*/ 250241 w 269075"/>
                <a:gd name="connsiteY164" fmla="*/ 55066 h 400236"/>
                <a:gd name="connsiteX165" fmla="*/ 247550 w 269075"/>
                <a:gd name="connsiteY165" fmla="*/ 53723 h 400236"/>
                <a:gd name="connsiteX166" fmla="*/ 246204 w 269075"/>
                <a:gd name="connsiteY166" fmla="*/ 42978 h 400236"/>
                <a:gd name="connsiteX167" fmla="*/ 242168 w 269075"/>
                <a:gd name="connsiteY167" fmla="*/ 37606 h 400236"/>
                <a:gd name="connsiteX168" fmla="*/ 231405 w 269075"/>
                <a:gd name="connsiteY168" fmla="*/ 25518 h 400236"/>
                <a:gd name="connsiteX169" fmla="*/ 228714 w 269075"/>
                <a:gd name="connsiteY169" fmla="*/ 20146 h 400236"/>
                <a:gd name="connsiteX170" fmla="*/ 226023 w 269075"/>
                <a:gd name="connsiteY170" fmla="*/ 12088 h 400236"/>
                <a:gd name="connsiteX171" fmla="*/ 226023 w 269075"/>
                <a:gd name="connsiteY171" fmla="*/ 4029 h 400236"/>
                <a:gd name="connsiteX172" fmla="*/ 226023 w 269075"/>
                <a:gd name="connsiteY172" fmla="*/ 2686 h 400236"/>
                <a:gd name="connsiteX173" fmla="*/ 223333 w 269075"/>
                <a:gd name="connsiteY173" fmla="*/ 4029 h 400236"/>
                <a:gd name="connsiteX174" fmla="*/ 220642 w 269075"/>
                <a:gd name="connsiteY174" fmla="*/ 4029 h 400236"/>
                <a:gd name="connsiteX175" fmla="*/ 219296 w 269075"/>
                <a:gd name="connsiteY175" fmla="*/ 2686 h 400236"/>
                <a:gd name="connsiteX176" fmla="*/ 215260 w 269075"/>
                <a:gd name="connsiteY176" fmla="*/ 0 h 400236"/>
                <a:gd name="connsiteX177" fmla="*/ 212569 w 269075"/>
                <a:gd name="connsiteY177" fmla="*/ 0 h 400236"/>
                <a:gd name="connsiteX178" fmla="*/ 212569 w 269075"/>
                <a:gd name="connsiteY178" fmla="*/ 2686 h 400236"/>
                <a:gd name="connsiteX179" fmla="*/ 209879 w 269075"/>
                <a:gd name="connsiteY179" fmla="*/ 8058 h 400236"/>
                <a:gd name="connsiteX180" fmla="*/ 209879 w 269075"/>
                <a:gd name="connsiteY180" fmla="*/ 13431 h 400236"/>
                <a:gd name="connsiteX181" fmla="*/ 212569 w 269075"/>
                <a:gd name="connsiteY181" fmla="*/ 14774 h 400236"/>
                <a:gd name="connsiteX182" fmla="*/ 215260 w 269075"/>
                <a:gd name="connsiteY182" fmla="*/ 13431 h 400236"/>
                <a:gd name="connsiteX183" fmla="*/ 220642 w 269075"/>
                <a:gd name="connsiteY183" fmla="*/ 8058 h 400236"/>
                <a:gd name="connsiteX184" fmla="*/ 223333 w 269075"/>
                <a:gd name="connsiteY184" fmla="*/ 14774 h 400236"/>
                <a:gd name="connsiteX185" fmla="*/ 221987 w 269075"/>
                <a:gd name="connsiteY185" fmla="*/ 20146 h 400236"/>
                <a:gd name="connsiteX186" fmla="*/ 217951 w 269075"/>
                <a:gd name="connsiteY186" fmla="*/ 21489 h 400236"/>
                <a:gd name="connsiteX187" fmla="*/ 215260 w 269075"/>
                <a:gd name="connsiteY187" fmla="*/ 18803 h 400236"/>
                <a:gd name="connsiteX188" fmla="*/ 213915 w 269075"/>
                <a:gd name="connsiteY188" fmla="*/ 18803 h 400236"/>
                <a:gd name="connsiteX189" fmla="*/ 215260 w 269075"/>
                <a:gd name="connsiteY189" fmla="*/ 25518 h 400236"/>
                <a:gd name="connsiteX190" fmla="*/ 212569 w 269075"/>
                <a:gd name="connsiteY190" fmla="*/ 28204 h 400236"/>
                <a:gd name="connsiteX191" fmla="*/ 209879 w 269075"/>
                <a:gd name="connsiteY191" fmla="*/ 26862 h 400236"/>
                <a:gd name="connsiteX192" fmla="*/ 208533 w 269075"/>
                <a:gd name="connsiteY192" fmla="*/ 21489 h 400236"/>
                <a:gd name="connsiteX193" fmla="*/ 207188 w 269075"/>
                <a:gd name="connsiteY193" fmla="*/ 16117 h 400236"/>
                <a:gd name="connsiteX194" fmla="*/ 205842 w 269075"/>
                <a:gd name="connsiteY194" fmla="*/ 13431 h 400236"/>
                <a:gd name="connsiteX195" fmla="*/ 203152 w 269075"/>
                <a:gd name="connsiteY195" fmla="*/ 14774 h 400236"/>
                <a:gd name="connsiteX196" fmla="*/ 200461 w 269075"/>
                <a:gd name="connsiteY196" fmla="*/ 13431 h 400236"/>
                <a:gd name="connsiteX197" fmla="*/ 199116 w 269075"/>
                <a:gd name="connsiteY197" fmla="*/ 17460 h 400236"/>
                <a:gd name="connsiteX198" fmla="*/ 200461 w 269075"/>
                <a:gd name="connsiteY198" fmla="*/ 25518 h 400236"/>
                <a:gd name="connsiteX199" fmla="*/ 200461 w 269075"/>
                <a:gd name="connsiteY199" fmla="*/ 30891 h 400236"/>
                <a:gd name="connsiteX200" fmla="*/ 197771 w 269075"/>
                <a:gd name="connsiteY200" fmla="*/ 30891 h 400236"/>
                <a:gd name="connsiteX201" fmla="*/ 195080 w 269075"/>
                <a:gd name="connsiteY201" fmla="*/ 36263 h 400236"/>
                <a:gd name="connsiteX202" fmla="*/ 195080 w 269075"/>
                <a:gd name="connsiteY202" fmla="*/ 38949 h 400236"/>
                <a:gd name="connsiteX203" fmla="*/ 201806 w 269075"/>
                <a:gd name="connsiteY203" fmla="*/ 45665 h 400236"/>
                <a:gd name="connsiteX204" fmla="*/ 203152 w 269075"/>
                <a:gd name="connsiteY204" fmla="*/ 49694 h 400236"/>
                <a:gd name="connsiteX205" fmla="*/ 201806 w 269075"/>
                <a:gd name="connsiteY205" fmla="*/ 56409 h 400236"/>
                <a:gd name="connsiteX206" fmla="*/ 197771 w 269075"/>
                <a:gd name="connsiteY206" fmla="*/ 59095 h 400236"/>
                <a:gd name="connsiteX207" fmla="*/ 193735 w 269075"/>
                <a:gd name="connsiteY207" fmla="*/ 57752 h 400236"/>
                <a:gd name="connsiteX208" fmla="*/ 192389 w 269075"/>
                <a:gd name="connsiteY208" fmla="*/ 60438 h 400236"/>
                <a:gd name="connsiteX209" fmla="*/ 196425 w 269075"/>
                <a:gd name="connsiteY209" fmla="*/ 65811 h 400236"/>
                <a:gd name="connsiteX210" fmla="*/ 200461 w 269075"/>
                <a:gd name="connsiteY210" fmla="*/ 64468 h 400236"/>
                <a:gd name="connsiteX211" fmla="*/ 204497 w 269075"/>
                <a:gd name="connsiteY211" fmla="*/ 60438 h 400236"/>
                <a:gd name="connsiteX212" fmla="*/ 208533 w 269075"/>
                <a:gd name="connsiteY212" fmla="*/ 72526 h 400236"/>
                <a:gd name="connsiteX213" fmla="*/ 211224 w 269075"/>
                <a:gd name="connsiteY213" fmla="*/ 84614 h 400236"/>
                <a:gd name="connsiteX214" fmla="*/ 209879 w 269075"/>
                <a:gd name="connsiteY214" fmla="*/ 91329 h 400236"/>
                <a:gd name="connsiteX215" fmla="*/ 209879 w 269075"/>
                <a:gd name="connsiteY215" fmla="*/ 104760 h 400236"/>
                <a:gd name="connsiteX216" fmla="*/ 205842 w 269075"/>
                <a:gd name="connsiteY216" fmla="*/ 122220 h 400236"/>
                <a:gd name="connsiteX217" fmla="*/ 207188 w 269075"/>
                <a:gd name="connsiteY217" fmla="*/ 128935 h 400236"/>
                <a:gd name="connsiteX218" fmla="*/ 204497 w 269075"/>
                <a:gd name="connsiteY218" fmla="*/ 136994 h 400236"/>
                <a:gd name="connsiteX219" fmla="*/ 199116 w 269075"/>
                <a:gd name="connsiteY219" fmla="*/ 141023 h 400236"/>
                <a:gd name="connsiteX220" fmla="*/ 196425 w 269075"/>
                <a:gd name="connsiteY220" fmla="*/ 147738 h 400236"/>
                <a:gd name="connsiteX221" fmla="*/ 196425 w 269075"/>
                <a:gd name="connsiteY221" fmla="*/ 157140 h 400236"/>
                <a:gd name="connsiteX222" fmla="*/ 193735 w 269075"/>
                <a:gd name="connsiteY222" fmla="*/ 161169 h 400236"/>
                <a:gd name="connsiteX223" fmla="*/ 192389 w 269075"/>
                <a:gd name="connsiteY223" fmla="*/ 166541 h 400236"/>
                <a:gd name="connsiteX224" fmla="*/ 185662 w 269075"/>
                <a:gd name="connsiteY224" fmla="*/ 173257 h 400236"/>
                <a:gd name="connsiteX225" fmla="*/ 173554 w 269075"/>
                <a:gd name="connsiteY225" fmla="*/ 179972 h 400236"/>
                <a:gd name="connsiteX226" fmla="*/ 168172 w 269075"/>
                <a:gd name="connsiteY226" fmla="*/ 181315 h 400236"/>
                <a:gd name="connsiteX227" fmla="*/ 166827 w 269075"/>
                <a:gd name="connsiteY227" fmla="*/ 186688 h 400236"/>
                <a:gd name="connsiteX228" fmla="*/ 160100 w 269075"/>
                <a:gd name="connsiteY228" fmla="*/ 182658 h 400236"/>
                <a:gd name="connsiteX229" fmla="*/ 153373 w 269075"/>
                <a:gd name="connsiteY229" fmla="*/ 175943 h 400236"/>
                <a:gd name="connsiteX230" fmla="*/ 154718 w 269075"/>
                <a:gd name="connsiteY230" fmla="*/ 171914 h 400236"/>
                <a:gd name="connsiteX231" fmla="*/ 157409 w 269075"/>
                <a:gd name="connsiteY231" fmla="*/ 170571 h 400236"/>
                <a:gd name="connsiteX232" fmla="*/ 160100 w 269075"/>
                <a:gd name="connsiteY232" fmla="*/ 166541 h 400236"/>
                <a:gd name="connsiteX233" fmla="*/ 158754 w 269075"/>
                <a:gd name="connsiteY233" fmla="*/ 163855 h 400236"/>
                <a:gd name="connsiteX234" fmla="*/ 162791 w 269075"/>
                <a:gd name="connsiteY234" fmla="*/ 159826 h 400236"/>
                <a:gd name="connsiteX235" fmla="*/ 161445 w 269075"/>
                <a:gd name="connsiteY235" fmla="*/ 158483 h 400236"/>
                <a:gd name="connsiteX236" fmla="*/ 156064 w 269075"/>
                <a:gd name="connsiteY236" fmla="*/ 159826 h 400236"/>
                <a:gd name="connsiteX237" fmla="*/ 152027 w 269075"/>
                <a:gd name="connsiteY237" fmla="*/ 165198 h 400236"/>
                <a:gd name="connsiteX238" fmla="*/ 146646 w 269075"/>
                <a:gd name="connsiteY238" fmla="*/ 166541 h 400236"/>
                <a:gd name="connsiteX239" fmla="*/ 145301 w 269075"/>
                <a:gd name="connsiteY239" fmla="*/ 171914 h 400236"/>
                <a:gd name="connsiteX240" fmla="*/ 149337 w 269075"/>
                <a:gd name="connsiteY240" fmla="*/ 178629 h 400236"/>
                <a:gd name="connsiteX241" fmla="*/ 149337 w 269075"/>
                <a:gd name="connsiteY241" fmla="*/ 190717 h 400236"/>
                <a:gd name="connsiteX242" fmla="*/ 149337 w 269075"/>
                <a:gd name="connsiteY242" fmla="*/ 196089 h 400236"/>
                <a:gd name="connsiteX243" fmla="*/ 142610 w 269075"/>
                <a:gd name="connsiteY243" fmla="*/ 202805 h 400236"/>
                <a:gd name="connsiteX244" fmla="*/ 142610 w 269075"/>
                <a:gd name="connsiteY244" fmla="*/ 205491 h 400236"/>
                <a:gd name="connsiteX245" fmla="*/ 139920 w 269075"/>
                <a:gd name="connsiteY245" fmla="*/ 208177 h 400236"/>
                <a:gd name="connsiteX246" fmla="*/ 139920 w 269075"/>
                <a:gd name="connsiteY246" fmla="*/ 217578 h 400236"/>
                <a:gd name="connsiteX247" fmla="*/ 141265 w 269075"/>
                <a:gd name="connsiteY247" fmla="*/ 220265 h 400236"/>
                <a:gd name="connsiteX248" fmla="*/ 142610 w 269075"/>
                <a:gd name="connsiteY248" fmla="*/ 222951 h 400236"/>
                <a:gd name="connsiteX249" fmla="*/ 139920 w 269075"/>
                <a:gd name="connsiteY249" fmla="*/ 224294 h 400236"/>
                <a:gd name="connsiteX250" fmla="*/ 141265 w 269075"/>
                <a:gd name="connsiteY250" fmla="*/ 225637 h 400236"/>
                <a:gd name="connsiteX251" fmla="*/ 139920 w 269075"/>
                <a:gd name="connsiteY251" fmla="*/ 229666 h 400236"/>
                <a:gd name="connsiteX252" fmla="*/ 137229 w 269075"/>
                <a:gd name="connsiteY252" fmla="*/ 229666 h 400236"/>
                <a:gd name="connsiteX253" fmla="*/ 139920 w 269075"/>
                <a:gd name="connsiteY253" fmla="*/ 232352 h 400236"/>
                <a:gd name="connsiteX254" fmla="*/ 135884 w 269075"/>
                <a:gd name="connsiteY254" fmla="*/ 233695 h 400236"/>
                <a:gd name="connsiteX255" fmla="*/ 133193 w 269075"/>
                <a:gd name="connsiteY255" fmla="*/ 232352 h 400236"/>
                <a:gd name="connsiteX256" fmla="*/ 129157 w 269075"/>
                <a:gd name="connsiteY256" fmla="*/ 235038 h 400236"/>
                <a:gd name="connsiteX257" fmla="*/ 126466 w 269075"/>
                <a:gd name="connsiteY257" fmla="*/ 233695 h 400236"/>
                <a:gd name="connsiteX258" fmla="*/ 126466 w 269075"/>
                <a:gd name="connsiteY258" fmla="*/ 228323 h 400236"/>
                <a:gd name="connsiteX259" fmla="*/ 125120 w 269075"/>
                <a:gd name="connsiteY259" fmla="*/ 226980 h 400236"/>
                <a:gd name="connsiteX260" fmla="*/ 121084 w 269075"/>
                <a:gd name="connsiteY260" fmla="*/ 229666 h 400236"/>
                <a:gd name="connsiteX261" fmla="*/ 118393 w 269075"/>
                <a:gd name="connsiteY261" fmla="*/ 229666 h 400236"/>
                <a:gd name="connsiteX262" fmla="*/ 117048 w 269075"/>
                <a:gd name="connsiteY262" fmla="*/ 228323 h 400236"/>
                <a:gd name="connsiteX263" fmla="*/ 104939 w 269075"/>
                <a:gd name="connsiteY263" fmla="*/ 232352 h 400236"/>
                <a:gd name="connsiteX264" fmla="*/ 99558 w 269075"/>
                <a:gd name="connsiteY264" fmla="*/ 235038 h 400236"/>
                <a:gd name="connsiteX265" fmla="*/ 92831 w 269075"/>
                <a:gd name="connsiteY265" fmla="*/ 237725 h 400236"/>
                <a:gd name="connsiteX266" fmla="*/ 86104 w 269075"/>
                <a:gd name="connsiteY266" fmla="*/ 237725 h 400236"/>
                <a:gd name="connsiteX267" fmla="*/ 80723 w 269075"/>
                <a:gd name="connsiteY267" fmla="*/ 239068 h 400236"/>
                <a:gd name="connsiteX268" fmla="*/ 78032 w 269075"/>
                <a:gd name="connsiteY268" fmla="*/ 237725 h 400236"/>
                <a:gd name="connsiteX269" fmla="*/ 72651 w 269075"/>
                <a:gd name="connsiteY269" fmla="*/ 239068 h 400236"/>
                <a:gd name="connsiteX270" fmla="*/ 63233 w 269075"/>
                <a:gd name="connsiteY270" fmla="*/ 245783 h 400236"/>
                <a:gd name="connsiteX271" fmla="*/ 60542 w 269075"/>
                <a:gd name="connsiteY271" fmla="*/ 251155 h 400236"/>
                <a:gd name="connsiteX272" fmla="*/ 57851 w 269075"/>
                <a:gd name="connsiteY272" fmla="*/ 253841 h 400236"/>
                <a:gd name="connsiteX273" fmla="*/ 56506 w 269075"/>
                <a:gd name="connsiteY273" fmla="*/ 257871 h 400236"/>
                <a:gd name="connsiteX274" fmla="*/ 49779 w 269075"/>
                <a:gd name="connsiteY274" fmla="*/ 265929 h 400236"/>
                <a:gd name="connsiteX275" fmla="*/ 45743 w 269075"/>
                <a:gd name="connsiteY275" fmla="*/ 267272 h 400236"/>
                <a:gd name="connsiteX276" fmla="*/ 41707 w 269075"/>
                <a:gd name="connsiteY276" fmla="*/ 272644 h 400236"/>
                <a:gd name="connsiteX277" fmla="*/ 40361 w 269075"/>
                <a:gd name="connsiteY277" fmla="*/ 276674 h 400236"/>
                <a:gd name="connsiteX278" fmla="*/ 36325 w 269075"/>
                <a:gd name="connsiteY278" fmla="*/ 279360 h 400236"/>
                <a:gd name="connsiteX279" fmla="*/ 29598 w 269075"/>
                <a:gd name="connsiteY279" fmla="*/ 282046 h 400236"/>
                <a:gd name="connsiteX280" fmla="*/ 26908 w 269075"/>
                <a:gd name="connsiteY280" fmla="*/ 284732 h 400236"/>
                <a:gd name="connsiteX281" fmla="*/ 28253 w 269075"/>
                <a:gd name="connsiteY281" fmla="*/ 292791 h 400236"/>
                <a:gd name="connsiteX282" fmla="*/ 30943 w 269075"/>
                <a:gd name="connsiteY282" fmla="*/ 294134 h 400236"/>
                <a:gd name="connsiteX283" fmla="*/ 32289 w 269075"/>
                <a:gd name="connsiteY283" fmla="*/ 298163 h 400236"/>
                <a:gd name="connsiteX284" fmla="*/ 30943 w 269075"/>
                <a:gd name="connsiteY284" fmla="*/ 300849 h 400236"/>
                <a:gd name="connsiteX285" fmla="*/ 26908 w 269075"/>
                <a:gd name="connsiteY285" fmla="*/ 300849 h 400236"/>
                <a:gd name="connsiteX286" fmla="*/ 20181 w 269075"/>
                <a:gd name="connsiteY286" fmla="*/ 304878 h 400236"/>
                <a:gd name="connsiteX287" fmla="*/ 18836 w 269075"/>
                <a:gd name="connsiteY287" fmla="*/ 307565 h 400236"/>
                <a:gd name="connsiteX288" fmla="*/ 16145 w 269075"/>
                <a:gd name="connsiteY288" fmla="*/ 310251 h 400236"/>
                <a:gd name="connsiteX289" fmla="*/ 10763 w 269075"/>
                <a:gd name="connsiteY289" fmla="*/ 315623 h 400236"/>
                <a:gd name="connsiteX290" fmla="*/ 9418 w 269075"/>
                <a:gd name="connsiteY290" fmla="*/ 319652 h 400236"/>
                <a:gd name="connsiteX291" fmla="*/ 5382 w 269075"/>
                <a:gd name="connsiteY291" fmla="*/ 319652 h 400236"/>
                <a:gd name="connsiteX292" fmla="*/ 0 w 269075"/>
                <a:gd name="connsiteY292" fmla="*/ 322338 h 400236"/>
                <a:gd name="connsiteX293" fmla="*/ 2691 w 269075"/>
                <a:gd name="connsiteY293" fmla="*/ 322338 h 400236"/>
                <a:gd name="connsiteX294" fmla="*/ 5382 w 269075"/>
                <a:gd name="connsiteY294" fmla="*/ 322338 h 400236"/>
                <a:gd name="connsiteX295" fmla="*/ 6727 w 269075"/>
                <a:gd name="connsiteY295" fmla="*/ 327711 h 400236"/>
                <a:gd name="connsiteX296" fmla="*/ 9418 w 269075"/>
                <a:gd name="connsiteY296" fmla="*/ 333083 h 400236"/>
                <a:gd name="connsiteX297" fmla="*/ 6727 w 269075"/>
                <a:gd name="connsiteY297" fmla="*/ 335769 h 400236"/>
                <a:gd name="connsiteX298" fmla="*/ 6727 w 269075"/>
                <a:gd name="connsiteY298" fmla="*/ 330397 h 400236"/>
                <a:gd name="connsiteX299" fmla="*/ 4036 w 269075"/>
                <a:gd name="connsiteY299" fmla="*/ 327711 h 400236"/>
                <a:gd name="connsiteX300" fmla="*/ 2691 w 269075"/>
                <a:gd name="connsiteY300" fmla="*/ 331740 h 400236"/>
                <a:gd name="connsiteX301" fmla="*/ 4036 w 269075"/>
                <a:gd name="connsiteY301" fmla="*/ 337112 h 400236"/>
                <a:gd name="connsiteX302" fmla="*/ 8073 w 269075"/>
                <a:gd name="connsiteY302" fmla="*/ 338455 h 400236"/>
                <a:gd name="connsiteX303" fmla="*/ 8073 w 269075"/>
                <a:gd name="connsiteY303" fmla="*/ 341141 h 400236"/>
                <a:gd name="connsiteX304" fmla="*/ 6727 w 269075"/>
                <a:gd name="connsiteY304" fmla="*/ 343828 h 400236"/>
                <a:gd name="connsiteX305" fmla="*/ 9418 w 269075"/>
                <a:gd name="connsiteY305" fmla="*/ 342485 h 400236"/>
                <a:gd name="connsiteX306" fmla="*/ 10763 w 269075"/>
                <a:gd name="connsiteY306" fmla="*/ 339798 h 400236"/>
                <a:gd name="connsiteX307" fmla="*/ 14800 w 269075"/>
                <a:gd name="connsiteY307" fmla="*/ 338455 h 400236"/>
                <a:gd name="connsiteX308" fmla="*/ 17490 w 269075"/>
                <a:gd name="connsiteY308" fmla="*/ 339798 h 400236"/>
                <a:gd name="connsiteX309" fmla="*/ 16145 w 269075"/>
                <a:gd name="connsiteY309" fmla="*/ 341141 h 400236"/>
                <a:gd name="connsiteX310" fmla="*/ 17490 w 269075"/>
                <a:gd name="connsiteY310" fmla="*/ 342485 h 400236"/>
                <a:gd name="connsiteX311" fmla="*/ 21527 w 269075"/>
                <a:gd name="connsiteY311" fmla="*/ 341141 h 400236"/>
                <a:gd name="connsiteX312" fmla="*/ 20181 w 269075"/>
                <a:gd name="connsiteY312" fmla="*/ 337112 h 400236"/>
                <a:gd name="connsiteX313" fmla="*/ 18836 w 269075"/>
                <a:gd name="connsiteY313" fmla="*/ 334426 h 400236"/>
                <a:gd name="connsiteX314" fmla="*/ 13454 w 269075"/>
                <a:gd name="connsiteY314" fmla="*/ 335769 h 400236"/>
                <a:gd name="connsiteX315" fmla="*/ 13454 w 269075"/>
                <a:gd name="connsiteY315" fmla="*/ 333083 h 400236"/>
                <a:gd name="connsiteX316" fmla="*/ 14800 w 269075"/>
                <a:gd name="connsiteY316" fmla="*/ 330397 h 400236"/>
                <a:gd name="connsiteX317" fmla="*/ 13454 w 269075"/>
                <a:gd name="connsiteY317" fmla="*/ 326368 h 400236"/>
                <a:gd name="connsiteX318" fmla="*/ 16145 w 269075"/>
                <a:gd name="connsiteY318" fmla="*/ 323681 h 400236"/>
                <a:gd name="connsiteX319" fmla="*/ 20181 w 269075"/>
                <a:gd name="connsiteY319" fmla="*/ 326368 h 400236"/>
                <a:gd name="connsiteX320" fmla="*/ 25562 w 269075"/>
                <a:gd name="connsiteY320" fmla="*/ 333083 h 400236"/>
                <a:gd name="connsiteX321" fmla="*/ 25562 w 269075"/>
                <a:gd name="connsiteY321" fmla="*/ 339798 h 400236"/>
                <a:gd name="connsiteX322" fmla="*/ 28253 w 269075"/>
                <a:gd name="connsiteY322" fmla="*/ 342485 h 400236"/>
                <a:gd name="connsiteX323" fmla="*/ 28253 w 269075"/>
                <a:gd name="connsiteY323" fmla="*/ 350543 h 400236"/>
                <a:gd name="connsiteX324" fmla="*/ 24217 w 269075"/>
                <a:gd name="connsiteY324" fmla="*/ 358602 h 400236"/>
                <a:gd name="connsiteX325" fmla="*/ 20181 w 269075"/>
                <a:gd name="connsiteY325" fmla="*/ 359944 h 400236"/>
                <a:gd name="connsiteX326" fmla="*/ 20181 w 269075"/>
                <a:gd name="connsiteY326" fmla="*/ 362631 h 400236"/>
                <a:gd name="connsiteX327" fmla="*/ 25562 w 269075"/>
                <a:gd name="connsiteY327" fmla="*/ 369346 h 400236"/>
                <a:gd name="connsiteX328" fmla="*/ 26908 w 269075"/>
                <a:gd name="connsiteY328" fmla="*/ 378748 h 400236"/>
                <a:gd name="connsiteX329" fmla="*/ 30943 w 269075"/>
                <a:gd name="connsiteY329" fmla="*/ 382777 h 400236"/>
                <a:gd name="connsiteX330" fmla="*/ 30943 w 269075"/>
                <a:gd name="connsiteY330" fmla="*/ 388149 h 400236"/>
                <a:gd name="connsiteX331" fmla="*/ 28253 w 269075"/>
                <a:gd name="connsiteY331" fmla="*/ 390835 h 400236"/>
                <a:gd name="connsiteX332" fmla="*/ 32289 w 269075"/>
                <a:gd name="connsiteY332" fmla="*/ 394865 h 400236"/>
                <a:gd name="connsiteX333" fmla="*/ 36325 w 269075"/>
                <a:gd name="connsiteY333" fmla="*/ 393521 h 400236"/>
                <a:gd name="connsiteX334" fmla="*/ 39016 w 269075"/>
                <a:gd name="connsiteY334" fmla="*/ 396208 h 400236"/>
                <a:gd name="connsiteX335" fmla="*/ 41707 w 269075"/>
                <a:gd name="connsiteY335" fmla="*/ 393521 h 400236"/>
                <a:gd name="connsiteX336" fmla="*/ 41707 w 269075"/>
                <a:gd name="connsiteY336" fmla="*/ 390835 h 400236"/>
                <a:gd name="connsiteX337" fmla="*/ 37670 w 269075"/>
                <a:gd name="connsiteY337" fmla="*/ 385463 h 400236"/>
                <a:gd name="connsiteX338" fmla="*/ 37670 w 269075"/>
                <a:gd name="connsiteY338" fmla="*/ 377405 h 400236"/>
                <a:gd name="connsiteX339" fmla="*/ 40361 w 269075"/>
                <a:gd name="connsiteY339" fmla="*/ 374718 h 400236"/>
                <a:gd name="connsiteX340" fmla="*/ 41707 w 269075"/>
                <a:gd name="connsiteY340" fmla="*/ 376062 h 400236"/>
                <a:gd name="connsiteX341" fmla="*/ 40361 w 269075"/>
                <a:gd name="connsiteY341" fmla="*/ 378748 h 400236"/>
                <a:gd name="connsiteX342" fmla="*/ 40361 w 269075"/>
                <a:gd name="connsiteY342" fmla="*/ 381434 h 400236"/>
                <a:gd name="connsiteX343" fmla="*/ 44397 w 269075"/>
                <a:gd name="connsiteY343" fmla="*/ 385463 h 400236"/>
                <a:gd name="connsiteX344" fmla="*/ 45743 w 269075"/>
                <a:gd name="connsiteY344" fmla="*/ 392178 h 400236"/>
                <a:gd name="connsiteX345" fmla="*/ 44397 w 269075"/>
                <a:gd name="connsiteY345" fmla="*/ 396208 h 40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</a:cxnLst>
              <a:rect l="l" t="t" r="r" b="b"/>
              <a:pathLst>
                <a:path w="269075" h="400236">
                  <a:moveTo>
                    <a:pt x="45743" y="400237"/>
                  </a:moveTo>
                  <a:lnTo>
                    <a:pt x="49779" y="397551"/>
                  </a:lnTo>
                  <a:lnTo>
                    <a:pt x="55161" y="389492"/>
                  </a:lnTo>
                  <a:lnTo>
                    <a:pt x="51124" y="385463"/>
                  </a:lnTo>
                  <a:lnTo>
                    <a:pt x="51124" y="382777"/>
                  </a:lnTo>
                  <a:lnTo>
                    <a:pt x="52470" y="381434"/>
                  </a:lnTo>
                  <a:lnTo>
                    <a:pt x="56506" y="382777"/>
                  </a:lnTo>
                  <a:lnTo>
                    <a:pt x="59197" y="384120"/>
                  </a:lnTo>
                  <a:lnTo>
                    <a:pt x="60542" y="378748"/>
                  </a:lnTo>
                  <a:lnTo>
                    <a:pt x="60542" y="370689"/>
                  </a:lnTo>
                  <a:lnTo>
                    <a:pt x="59197" y="366660"/>
                  </a:lnTo>
                  <a:lnTo>
                    <a:pt x="59197" y="351886"/>
                  </a:lnTo>
                  <a:lnTo>
                    <a:pt x="57851" y="343828"/>
                  </a:lnTo>
                  <a:lnTo>
                    <a:pt x="60542" y="339798"/>
                  </a:lnTo>
                  <a:lnTo>
                    <a:pt x="65924" y="334426"/>
                  </a:lnTo>
                  <a:lnTo>
                    <a:pt x="64578" y="330397"/>
                  </a:lnTo>
                  <a:lnTo>
                    <a:pt x="61888" y="330397"/>
                  </a:lnTo>
                  <a:lnTo>
                    <a:pt x="61888" y="325025"/>
                  </a:lnTo>
                  <a:lnTo>
                    <a:pt x="59197" y="325025"/>
                  </a:lnTo>
                  <a:lnTo>
                    <a:pt x="60542" y="320995"/>
                  </a:lnTo>
                  <a:lnTo>
                    <a:pt x="52470" y="320995"/>
                  </a:lnTo>
                  <a:lnTo>
                    <a:pt x="51124" y="319652"/>
                  </a:lnTo>
                  <a:lnTo>
                    <a:pt x="55161" y="316966"/>
                  </a:lnTo>
                  <a:lnTo>
                    <a:pt x="56506" y="312937"/>
                  </a:lnTo>
                  <a:lnTo>
                    <a:pt x="55161" y="306221"/>
                  </a:lnTo>
                  <a:lnTo>
                    <a:pt x="51124" y="304878"/>
                  </a:lnTo>
                  <a:lnTo>
                    <a:pt x="47088" y="304878"/>
                  </a:lnTo>
                  <a:lnTo>
                    <a:pt x="47088" y="307565"/>
                  </a:lnTo>
                  <a:lnTo>
                    <a:pt x="44397" y="308908"/>
                  </a:lnTo>
                  <a:lnTo>
                    <a:pt x="40361" y="308908"/>
                  </a:lnTo>
                  <a:lnTo>
                    <a:pt x="34980" y="302192"/>
                  </a:lnTo>
                  <a:lnTo>
                    <a:pt x="34980" y="299506"/>
                  </a:lnTo>
                  <a:lnTo>
                    <a:pt x="43052" y="295477"/>
                  </a:lnTo>
                  <a:lnTo>
                    <a:pt x="49779" y="294134"/>
                  </a:lnTo>
                  <a:lnTo>
                    <a:pt x="57851" y="296820"/>
                  </a:lnTo>
                  <a:lnTo>
                    <a:pt x="61888" y="298163"/>
                  </a:lnTo>
                  <a:lnTo>
                    <a:pt x="63233" y="295477"/>
                  </a:lnTo>
                  <a:lnTo>
                    <a:pt x="63233" y="292791"/>
                  </a:lnTo>
                  <a:lnTo>
                    <a:pt x="63233" y="287418"/>
                  </a:lnTo>
                  <a:lnTo>
                    <a:pt x="61888" y="283389"/>
                  </a:lnTo>
                  <a:lnTo>
                    <a:pt x="63233" y="280703"/>
                  </a:lnTo>
                  <a:lnTo>
                    <a:pt x="67269" y="280703"/>
                  </a:lnTo>
                  <a:lnTo>
                    <a:pt x="69960" y="283389"/>
                  </a:lnTo>
                  <a:lnTo>
                    <a:pt x="72651" y="284732"/>
                  </a:lnTo>
                  <a:lnTo>
                    <a:pt x="76687" y="282046"/>
                  </a:lnTo>
                  <a:lnTo>
                    <a:pt x="86104" y="279360"/>
                  </a:lnTo>
                  <a:lnTo>
                    <a:pt x="94176" y="278017"/>
                  </a:lnTo>
                  <a:lnTo>
                    <a:pt x="99558" y="276674"/>
                  </a:lnTo>
                  <a:lnTo>
                    <a:pt x="100903" y="278017"/>
                  </a:lnTo>
                  <a:lnTo>
                    <a:pt x="103594" y="276674"/>
                  </a:lnTo>
                  <a:lnTo>
                    <a:pt x="103594" y="275331"/>
                  </a:lnTo>
                  <a:lnTo>
                    <a:pt x="108976" y="272644"/>
                  </a:lnTo>
                  <a:lnTo>
                    <a:pt x="110321" y="268615"/>
                  </a:lnTo>
                  <a:lnTo>
                    <a:pt x="117048" y="264586"/>
                  </a:lnTo>
                  <a:lnTo>
                    <a:pt x="122430" y="261900"/>
                  </a:lnTo>
                  <a:lnTo>
                    <a:pt x="130502" y="263243"/>
                  </a:lnTo>
                  <a:lnTo>
                    <a:pt x="134538" y="261900"/>
                  </a:lnTo>
                  <a:lnTo>
                    <a:pt x="137229" y="264586"/>
                  </a:lnTo>
                  <a:lnTo>
                    <a:pt x="137229" y="268615"/>
                  </a:lnTo>
                  <a:lnTo>
                    <a:pt x="133193" y="273988"/>
                  </a:lnTo>
                  <a:lnTo>
                    <a:pt x="131847" y="278017"/>
                  </a:lnTo>
                  <a:lnTo>
                    <a:pt x="134538" y="280703"/>
                  </a:lnTo>
                  <a:lnTo>
                    <a:pt x="134538" y="284732"/>
                  </a:lnTo>
                  <a:lnTo>
                    <a:pt x="135884" y="290105"/>
                  </a:lnTo>
                  <a:lnTo>
                    <a:pt x="134538" y="291448"/>
                  </a:lnTo>
                  <a:lnTo>
                    <a:pt x="135884" y="296820"/>
                  </a:lnTo>
                  <a:lnTo>
                    <a:pt x="141265" y="299506"/>
                  </a:lnTo>
                  <a:lnTo>
                    <a:pt x="147991" y="306221"/>
                  </a:lnTo>
                  <a:lnTo>
                    <a:pt x="153373" y="307565"/>
                  </a:lnTo>
                  <a:lnTo>
                    <a:pt x="156064" y="304878"/>
                  </a:lnTo>
                  <a:lnTo>
                    <a:pt x="161445" y="298163"/>
                  </a:lnTo>
                  <a:lnTo>
                    <a:pt x="161445" y="292791"/>
                  </a:lnTo>
                  <a:lnTo>
                    <a:pt x="165481" y="291448"/>
                  </a:lnTo>
                  <a:lnTo>
                    <a:pt x="165481" y="288762"/>
                  </a:lnTo>
                  <a:lnTo>
                    <a:pt x="164136" y="284732"/>
                  </a:lnTo>
                  <a:lnTo>
                    <a:pt x="168172" y="279360"/>
                  </a:lnTo>
                  <a:lnTo>
                    <a:pt x="172208" y="278017"/>
                  </a:lnTo>
                  <a:lnTo>
                    <a:pt x="176245" y="278017"/>
                  </a:lnTo>
                  <a:lnTo>
                    <a:pt x="177590" y="275331"/>
                  </a:lnTo>
                  <a:lnTo>
                    <a:pt x="176245" y="273988"/>
                  </a:lnTo>
                  <a:lnTo>
                    <a:pt x="174899" y="268615"/>
                  </a:lnTo>
                  <a:lnTo>
                    <a:pt x="166827" y="264586"/>
                  </a:lnTo>
                  <a:lnTo>
                    <a:pt x="165481" y="261900"/>
                  </a:lnTo>
                  <a:lnTo>
                    <a:pt x="166827" y="255185"/>
                  </a:lnTo>
                  <a:lnTo>
                    <a:pt x="170863" y="252498"/>
                  </a:lnTo>
                  <a:lnTo>
                    <a:pt x="172208" y="251155"/>
                  </a:lnTo>
                  <a:lnTo>
                    <a:pt x="170863" y="253841"/>
                  </a:lnTo>
                  <a:lnTo>
                    <a:pt x="172208" y="259214"/>
                  </a:lnTo>
                  <a:lnTo>
                    <a:pt x="173554" y="260557"/>
                  </a:lnTo>
                  <a:lnTo>
                    <a:pt x="176245" y="259214"/>
                  </a:lnTo>
                  <a:lnTo>
                    <a:pt x="177590" y="257871"/>
                  </a:lnTo>
                  <a:lnTo>
                    <a:pt x="180281" y="257871"/>
                  </a:lnTo>
                  <a:lnTo>
                    <a:pt x="182972" y="260557"/>
                  </a:lnTo>
                  <a:lnTo>
                    <a:pt x="185662" y="259214"/>
                  </a:lnTo>
                  <a:lnTo>
                    <a:pt x="188353" y="259214"/>
                  </a:lnTo>
                  <a:lnTo>
                    <a:pt x="187008" y="261900"/>
                  </a:lnTo>
                  <a:lnTo>
                    <a:pt x="181626" y="263243"/>
                  </a:lnTo>
                  <a:lnTo>
                    <a:pt x="181626" y="264586"/>
                  </a:lnTo>
                  <a:lnTo>
                    <a:pt x="182972" y="265929"/>
                  </a:lnTo>
                  <a:lnTo>
                    <a:pt x="187008" y="264586"/>
                  </a:lnTo>
                  <a:lnTo>
                    <a:pt x="193735" y="260557"/>
                  </a:lnTo>
                  <a:lnTo>
                    <a:pt x="207188" y="261900"/>
                  </a:lnTo>
                  <a:lnTo>
                    <a:pt x="213915" y="261900"/>
                  </a:lnTo>
                  <a:lnTo>
                    <a:pt x="211224" y="259214"/>
                  </a:lnTo>
                  <a:lnTo>
                    <a:pt x="209879" y="253841"/>
                  </a:lnTo>
                  <a:lnTo>
                    <a:pt x="211224" y="248469"/>
                  </a:lnTo>
                  <a:lnTo>
                    <a:pt x="216606" y="245783"/>
                  </a:lnTo>
                  <a:lnTo>
                    <a:pt x="220642" y="245783"/>
                  </a:lnTo>
                  <a:lnTo>
                    <a:pt x="221987" y="251155"/>
                  </a:lnTo>
                  <a:lnTo>
                    <a:pt x="220642" y="256528"/>
                  </a:lnTo>
                  <a:lnTo>
                    <a:pt x="223333" y="260557"/>
                  </a:lnTo>
                  <a:lnTo>
                    <a:pt x="227369" y="259214"/>
                  </a:lnTo>
                  <a:lnTo>
                    <a:pt x="230060" y="253841"/>
                  </a:lnTo>
                  <a:lnTo>
                    <a:pt x="227369" y="245783"/>
                  </a:lnTo>
                  <a:lnTo>
                    <a:pt x="228714" y="239068"/>
                  </a:lnTo>
                  <a:lnTo>
                    <a:pt x="235441" y="235038"/>
                  </a:lnTo>
                  <a:lnTo>
                    <a:pt x="239477" y="235038"/>
                  </a:lnTo>
                  <a:lnTo>
                    <a:pt x="240823" y="232352"/>
                  </a:lnTo>
                  <a:lnTo>
                    <a:pt x="238132" y="229666"/>
                  </a:lnTo>
                  <a:lnTo>
                    <a:pt x="239477" y="222951"/>
                  </a:lnTo>
                  <a:lnTo>
                    <a:pt x="242168" y="221608"/>
                  </a:lnTo>
                  <a:lnTo>
                    <a:pt x="247550" y="221608"/>
                  </a:lnTo>
                  <a:lnTo>
                    <a:pt x="247550" y="224294"/>
                  </a:lnTo>
                  <a:lnTo>
                    <a:pt x="246204" y="228323"/>
                  </a:lnTo>
                  <a:lnTo>
                    <a:pt x="244859" y="235038"/>
                  </a:lnTo>
                  <a:lnTo>
                    <a:pt x="246204" y="249812"/>
                  </a:lnTo>
                  <a:lnTo>
                    <a:pt x="248895" y="251155"/>
                  </a:lnTo>
                  <a:lnTo>
                    <a:pt x="251586" y="248469"/>
                  </a:lnTo>
                  <a:lnTo>
                    <a:pt x="254277" y="244440"/>
                  </a:lnTo>
                  <a:lnTo>
                    <a:pt x="258312" y="244440"/>
                  </a:lnTo>
                  <a:lnTo>
                    <a:pt x="263694" y="239068"/>
                  </a:lnTo>
                  <a:lnTo>
                    <a:pt x="265039" y="232352"/>
                  </a:lnTo>
                  <a:lnTo>
                    <a:pt x="263694" y="228323"/>
                  </a:lnTo>
                  <a:lnTo>
                    <a:pt x="269075" y="222951"/>
                  </a:lnTo>
                  <a:lnTo>
                    <a:pt x="269075" y="218921"/>
                  </a:lnTo>
                  <a:lnTo>
                    <a:pt x="266384" y="216235"/>
                  </a:lnTo>
                  <a:lnTo>
                    <a:pt x="259658" y="208177"/>
                  </a:lnTo>
                  <a:lnTo>
                    <a:pt x="258312" y="201462"/>
                  </a:lnTo>
                  <a:lnTo>
                    <a:pt x="255622" y="189374"/>
                  </a:lnTo>
                  <a:lnTo>
                    <a:pt x="258312" y="174600"/>
                  </a:lnTo>
                  <a:lnTo>
                    <a:pt x="258312" y="165198"/>
                  </a:lnTo>
                  <a:lnTo>
                    <a:pt x="254277" y="146395"/>
                  </a:lnTo>
                  <a:lnTo>
                    <a:pt x="247550" y="138337"/>
                  </a:lnTo>
                  <a:lnTo>
                    <a:pt x="247550" y="131621"/>
                  </a:lnTo>
                  <a:lnTo>
                    <a:pt x="248895" y="123563"/>
                  </a:lnTo>
                  <a:lnTo>
                    <a:pt x="256967" y="119534"/>
                  </a:lnTo>
                  <a:lnTo>
                    <a:pt x="261003" y="119534"/>
                  </a:lnTo>
                  <a:lnTo>
                    <a:pt x="262348" y="123563"/>
                  </a:lnTo>
                  <a:lnTo>
                    <a:pt x="263694" y="120877"/>
                  </a:lnTo>
                  <a:lnTo>
                    <a:pt x="262348" y="115504"/>
                  </a:lnTo>
                  <a:lnTo>
                    <a:pt x="262348" y="111475"/>
                  </a:lnTo>
                  <a:lnTo>
                    <a:pt x="259658" y="108789"/>
                  </a:lnTo>
                  <a:lnTo>
                    <a:pt x="258312" y="103417"/>
                  </a:lnTo>
                  <a:lnTo>
                    <a:pt x="259658" y="100731"/>
                  </a:lnTo>
                  <a:lnTo>
                    <a:pt x="259658" y="98044"/>
                  </a:lnTo>
                  <a:lnTo>
                    <a:pt x="261003" y="94015"/>
                  </a:lnTo>
                  <a:lnTo>
                    <a:pt x="261003" y="92672"/>
                  </a:lnTo>
                  <a:lnTo>
                    <a:pt x="261003" y="88643"/>
                  </a:lnTo>
                  <a:lnTo>
                    <a:pt x="259658" y="85957"/>
                  </a:lnTo>
                  <a:lnTo>
                    <a:pt x="259658" y="80585"/>
                  </a:lnTo>
                  <a:lnTo>
                    <a:pt x="261003" y="76555"/>
                  </a:lnTo>
                  <a:lnTo>
                    <a:pt x="258312" y="72526"/>
                  </a:lnTo>
                  <a:lnTo>
                    <a:pt x="256967" y="63125"/>
                  </a:lnTo>
                  <a:lnTo>
                    <a:pt x="252931" y="55066"/>
                  </a:lnTo>
                  <a:lnTo>
                    <a:pt x="250241" y="55066"/>
                  </a:lnTo>
                  <a:lnTo>
                    <a:pt x="247550" y="53723"/>
                  </a:lnTo>
                  <a:lnTo>
                    <a:pt x="246204" y="42978"/>
                  </a:lnTo>
                  <a:lnTo>
                    <a:pt x="242168" y="37606"/>
                  </a:lnTo>
                  <a:lnTo>
                    <a:pt x="231405" y="25518"/>
                  </a:lnTo>
                  <a:lnTo>
                    <a:pt x="228714" y="20146"/>
                  </a:lnTo>
                  <a:lnTo>
                    <a:pt x="226023" y="12088"/>
                  </a:lnTo>
                  <a:lnTo>
                    <a:pt x="226023" y="4029"/>
                  </a:lnTo>
                  <a:lnTo>
                    <a:pt x="226023" y="2686"/>
                  </a:lnTo>
                  <a:lnTo>
                    <a:pt x="223333" y="4029"/>
                  </a:lnTo>
                  <a:lnTo>
                    <a:pt x="220642" y="4029"/>
                  </a:lnTo>
                  <a:lnTo>
                    <a:pt x="219296" y="2686"/>
                  </a:lnTo>
                  <a:lnTo>
                    <a:pt x="215260" y="0"/>
                  </a:lnTo>
                  <a:lnTo>
                    <a:pt x="212569" y="0"/>
                  </a:lnTo>
                  <a:lnTo>
                    <a:pt x="212569" y="2686"/>
                  </a:lnTo>
                  <a:lnTo>
                    <a:pt x="209879" y="8058"/>
                  </a:lnTo>
                  <a:lnTo>
                    <a:pt x="209879" y="13431"/>
                  </a:lnTo>
                  <a:lnTo>
                    <a:pt x="212569" y="14774"/>
                  </a:lnTo>
                  <a:lnTo>
                    <a:pt x="215260" y="13431"/>
                  </a:lnTo>
                  <a:lnTo>
                    <a:pt x="220642" y="8058"/>
                  </a:lnTo>
                  <a:lnTo>
                    <a:pt x="223333" y="14774"/>
                  </a:lnTo>
                  <a:lnTo>
                    <a:pt x="221987" y="20146"/>
                  </a:lnTo>
                  <a:lnTo>
                    <a:pt x="217951" y="21489"/>
                  </a:lnTo>
                  <a:lnTo>
                    <a:pt x="215260" y="18803"/>
                  </a:lnTo>
                  <a:lnTo>
                    <a:pt x="213915" y="18803"/>
                  </a:lnTo>
                  <a:lnTo>
                    <a:pt x="215260" y="25518"/>
                  </a:lnTo>
                  <a:lnTo>
                    <a:pt x="212569" y="28204"/>
                  </a:lnTo>
                  <a:lnTo>
                    <a:pt x="209879" y="26862"/>
                  </a:lnTo>
                  <a:lnTo>
                    <a:pt x="208533" y="21489"/>
                  </a:lnTo>
                  <a:lnTo>
                    <a:pt x="207188" y="16117"/>
                  </a:lnTo>
                  <a:lnTo>
                    <a:pt x="205842" y="13431"/>
                  </a:lnTo>
                  <a:lnTo>
                    <a:pt x="203152" y="14774"/>
                  </a:lnTo>
                  <a:lnTo>
                    <a:pt x="200461" y="13431"/>
                  </a:lnTo>
                  <a:lnTo>
                    <a:pt x="199116" y="17460"/>
                  </a:lnTo>
                  <a:lnTo>
                    <a:pt x="200461" y="25518"/>
                  </a:lnTo>
                  <a:lnTo>
                    <a:pt x="200461" y="30891"/>
                  </a:lnTo>
                  <a:lnTo>
                    <a:pt x="197771" y="30891"/>
                  </a:lnTo>
                  <a:lnTo>
                    <a:pt x="195080" y="36263"/>
                  </a:lnTo>
                  <a:lnTo>
                    <a:pt x="195080" y="38949"/>
                  </a:lnTo>
                  <a:lnTo>
                    <a:pt x="201806" y="45665"/>
                  </a:lnTo>
                  <a:lnTo>
                    <a:pt x="203152" y="49694"/>
                  </a:lnTo>
                  <a:lnTo>
                    <a:pt x="201806" y="56409"/>
                  </a:lnTo>
                  <a:lnTo>
                    <a:pt x="197771" y="59095"/>
                  </a:lnTo>
                  <a:lnTo>
                    <a:pt x="193735" y="57752"/>
                  </a:lnTo>
                  <a:lnTo>
                    <a:pt x="192389" y="60438"/>
                  </a:lnTo>
                  <a:lnTo>
                    <a:pt x="196425" y="65811"/>
                  </a:lnTo>
                  <a:lnTo>
                    <a:pt x="200461" y="64468"/>
                  </a:lnTo>
                  <a:lnTo>
                    <a:pt x="204497" y="60438"/>
                  </a:lnTo>
                  <a:lnTo>
                    <a:pt x="208533" y="72526"/>
                  </a:lnTo>
                  <a:lnTo>
                    <a:pt x="211224" y="84614"/>
                  </a:lnTo>
                  <a:lnTo>
                    <a:pt x="209879" y="91329"/>
                  </a:lnTo>
                  <a:lnTo>
                    <a:pt x="209879" y="104760"/>
                  </a:lnTo>
                  <a:lnTo>
                    <a:pt x="205842" y="122220"/>
                  </a:lnTo>
                  <a:lnTo>
                    <a:pt x="207188" y="128935"/>
                  </a:lnTo>
                  <a:lnTo>
                    <a:pt x="204497" y="136994"/>
                  </a:lnTo>
                  <a:lnTo>
                    <a:pt x="199116" y="141023"/>
                  </a:lnTo>
                  <a:lnTo>
                    <a:pt x="196425" y="147738"/>
                  </a:lnTo>
                  <a:lnTo>
                    <a:pt x="196425" y="157140"/>
                  </a:lnTo>
                  <a:lnTo>
                    <a:pt x="193735" y="161169"/>
                  </a:lnTo>
                  <a:lnTo>
                    <a:pt x="192389" y="166541"/>
                  </a:lnTo>
                  <a:lnTo>
                    <a:pt x="185662" y="173257"/>
                  </a:lnTo>
                  <a:lnTo>
                    <a:pt x="173554" y="179972"/>
                  </a:lnTo>
                  <a:lnTo>
                    <a:pt x="168172" y="181315"/>
                  </a:lnTo>
                  <a:lnTo>
                    <a:pt x="166827" y="186688"/>
                  </a:lnTo>
                  <a:lnTo>
                    <a:pt x="160100" y="182658"/>
                  </a:lnTo>
                  <a:lnTo>
                    <a:pt x="153373" y="175943"/>
                  </a:lnTo>
                  <a:lnTo>
                    <a:pt x="154718" y="171914"/>
                  </a:lnTo>
                  <a:lnTo>
                    <a:pt x="157409" y="170571"/>
                  </a:lnTo>
                  <a:lnTo>
                    <a:pt x="160100" y="166541"/>
                  </a:lnTo>
                  <a:lnTo>
                    <a:pt x="158754" y="163855"/>
                  </a:lnTo>
                  <a:lnTo>
                    <a:pt x="162791" y="159826"/>
                  </a:lnTo>
                  <a:lnTo>
                    <a:pt x="161445" y="158483"/>
                  </a:lnTo>
                  <a:lnTo>
                    <a:pt x="156064" y="159826"/>
                  </a:lnTo>
                  <a:lnTo>
                    <a:pt x="152027" y="165198"/>
                  </a:lnTo>
                  <a:lnTo>
                    <a:pt x="146646" y="166541"/>
                  </a:lnTo>
                  <a:lnTo>
                    <a:pt x="145301" y="171914"/>
                  </a:lnTo>
                  <a:lnTo>
                    <a:pt x="149337" y="178629"/>
                  </a:lnTo>
                  <a:lnTo>
                    <a:pt x="149337" y="190717"/>
                  </a:lnTo>
                  <a:lnTo>
                    <a:pt x="149337" y="196089"/>
                  </a:lnTo>
                  <a:lnTo>
                    <a:pt x="142610" y="202805"/>
                  </a:lnTo>
                  <a:lnTo>
                    <a:pt x="142610" y="205491"/>
                  </a:lnTo>
                  <a:lnTo>
                    <a:pt x="139920" y="208177"/>
                  </a:lnTo>
                  <a:lnTo>
                    <a:pt x="139920" y="217578"/>
                  </a:lnTo>
                  <a:lnTo>
                    <a:pt x="141265" y="220265"/>
                  </a:lnTo>
                  <a:lnTo>
                    <a:pt x="142610" y="222951"/>
                  </a:lnTo>
                  <a:lnTo>
                    <a:pt x="139920" y="224294"/>
                  </a:lnTo>
                  <a:lnTo>
                    <a:pt x="141265" y="225637"/>
                  </a:lnTo>
                  <a:lnTo>
                    <a:pt x="139920" y="229666"/>
                  </a:lnTo>
                  <a:lnTo>
                    <a:pt x="137229" y="229666"/>
                  </a:lnTo>
                  <a:lnTo>
                    <a:pt x="139920" y="232352"/>
                  </a:lnTo>
                  <a:lnTo>
                    <a:pt x="135884" y="233695"/>
                  </a:lnTo>
                  <a:lnTo>
                    <a:pt x="133193" y="232352"/>
                  </a:lnTo>
                  <a:lnTo>
                    <a:pt x="129157" y="235038"/>
                  </a:lnTo>
                  <a:lnTo>
                    <a:pt x="126466" y="233695"/>
                  </a:lnTo>
                  <a:lnTo>
                    <a:pt x="126466" y="228323"/>
                  </a:lnTo>
                  <a:lnTo>
                    <a:pt x="125120" y="226980"/>
                  </a:lnTo>
                  <a:lnTo>
                    <a:pt x="121084" y="229666"/>
                  </a:lnTo>
                  <a:lnTo>
                    <a:pt x="118393" y="229666"/>
                  </a:lnTo>
                  <a:lnTo>
                    <a:pt x="117048" y="228323"/>
                  </a:lnTo>
                  <a:lnTo>
                    <a:pt x="104939" y="232352"/>
                  </a:lnTo>
                  <a:lnTo>
                    <a:pt x="99558" y="235038"/>
                  </a:lnTo>
                  <a:lnTo>
                    <a:pt x="92831" y="237725"/>
                  </a:lnTo>
                  <a:lnTo>
                    <a:pt x="86104" y="237725"/>
                  </a:lnTo>
                  <a:lnTo>
                    <a:pt x="80723" y="239068"/>
                  </a:lnTo>
                  <a:lnTo>
                    <a:pt x="78032" y="237725"/>
                  </a:lnTo>
                  <a:lnTo>
                    <a:pt x="72651" y="239068"/>
                  </a:lnTo>
                  <a:lnTo>
                    <a:pt x="63233" y="245783"/>
                  </a:lnTo>
                  <a:lnTo>
                    <a:pt x="60542" y="251155"/>
                  </a:lnTo>
                  <a:lnTo>
                    <a:pt x="57851" y="253841"/>
                  </a:lnTo>
                  <a:lnTo>
                    <a:pt x="56506" y="257871"/>
                  </a:lnTo>
                  <a:lnTo>
                    <a:pt x="49779" y="265929"/>
                  </a:lnTo>
                  <a:lnTo>
                    <a:pt x="45743" y="267272"/>
                  </a:lnTo>
                  <a:lnTo>
                    <a:pt x="41707" y="272644"/>
                  </a:lnTo>
                  <a:lnTo>
                    <a:pt x="40361" y="276674"/>
                  </a:lnTo>
                  <a:lnTo>
                    <a:pt x="36325" y="279360"/>
                  </a:lnTo>
                  <a:lnTo>
                    <a:pt x="29598" y="282046"/>
                  </a:lnTo>
                  <a:lnTo>
                    <a:pt x="26908" y="284732"/>
                  </a:lnTo>
                  <a:lnTo>
                    <a:pt x="28253" y="292791"/>
                  </a:lnTo>
                  <a:lnTo>
                    <a:pt x="30943" y="294134"/>
                  </a:lnTo>
                  <a:lnTo>
                    <a:pt x="32289" y="298163"/>
                  </a:lnTo>
                  <a:lnTo>
                    <a:pt x="30943" y="300849"/>
                  </a:lnTo>
                  <a:lnTo>
                    <a:pt x="26908" y="300849"/>
                  </a:lnTo>
                  <a:lnTo>
                    <a:pt x="20181" y="304878"/>
                  </a:lnTo>
                  <a:lnTo>
                    <a:pt x="18836" y="307565"/>
                  </a:lnTo>
                  <a:lnTo>
                    <a:pt x="16145" y="310251"/>
                  </a:lnTo>
                  <a:lnTo>
                    <a:pt x="10763" y="315623"/>
                  </a:lnTo>
                  <a:lnTo>
                    <a:pt x="9418" y="319652"/>
                  </a:lnTo>
                  <a:lnTo>
                    <a:pt x="5382" y="319652"/>
                  </a:lnTo>
                  <a:lnTo>
                    <a:pt x="0" y="322338"/>
                  </a:lnTo>
                  <a:lnTo>
                    <a:pt x="2691" y="322338"/>
                  </a:lnTo>
                  <a:lnTo>
                    <a:pt x="5382" y="322338"/>
                  </a:lnTo>
                  <a:lnTo>
                    <a:pt x="6727" y="327711"/>
                  </a:lnTo>
                  <a:lnTo>
                    <a:pt x="9418" y="333083"/>
                  </a:lnTo>
                  <a:lnTo>
                    <a:pt x="6727" y="335769"/>
                  </a:lnTo>
                  <a:lnTo>
                    <a:pt x="6727" y="330397"/>
                  </a:lnTo>
                  <a:lnTo>
                    <a:pt x="4036" y="327711"/>
                  </a:lnTo>
                  <a:lnTo>
                    <a:pt x="2691" y="331740"/>
                  </a:lnTo>
                  <a:lnTo>
                    <a:pt x="4036" y="337112"/>
                  </a:lnTo>
                  <a:lnTo>
                    <a:pt x="8073" y="338455"/>
                  </a:lnTo>
                  <a:lnTo>
                    <a:pt x="8073" y="341141"/>
                  </a:lnTo>
                  <a:lnTo>
                    <a:pt x="6727" y="343828"/>
                  </a:lnTo>
                  <a:lnTo>
                    <a:pt x="9418" y="342485"/>
                  </a:lnTo>
                  <a:lnTo>
                    <a:pt x="10763" y="339798"/>
                  </a:lnTo>
                  <a:lnTo>
                    <a:pt x="14800" y="338455"/>
                  </a:lnTo>
                  <a:lnTo>
                    <a:pt x="17490" y="339798"/>
                  </a:lnTo>
                  <a:lnTo>
                    <a:pt x="16145" y="341141"/>
                  </a:lnTo>
                  <a:lnTo>
                    <a:pt x="17490" y="342485"/>
                  </a:lnTo>
                  <a:lnTo>
                    <a:pt x="21527" y="341141"/>
                  </a:lnTo>
                  <a:lnTo>
                    <a:pt x="20181" y="337112"/>
                  </a:lnTo>
                  <a:lnTo>
                    <a:pt x="18836" y="334426"/>
                  </a:lnTo>
                  <a:lnTo>
                    <a:pt x="13454" y="335769"/>
                  </a:lnTo>
                  <a:lnTo>
                    <a:pt x="13454" y="333083"/>
                  </a:lnTo>
                  <a:lnTo>
                    <a:pt x="14800" y="330397"/>
                  </a:lnTo>
                  <a:lnTo>
                    <a:pt x="13454" y="326368"/>
                  </a:lnTo>
                  <a:lnTo>
                    <a:pt x="16145" y="323681"/>
                  </a:lnTo>
                  <a:lnTo>
                    <a:pt x="20181" y="326368"/>
                  </a:lnTo>
                  <a:lnTo>
                    <a:pt x="25562" y="333083"/>
                  </a:lnTo>
                  <a:lnTo>
                    <a:pt x="25562" y="339798"/>
                  </a:lnTo>
                  <a:lnTo>
                    <a:pt x="28253" y="342485"/>
                  </a:lnTo>
                  <a:lnTo>
                    <a:pt x="28253" y="350543"/>
                  </a:lnTo>
                  <a:lnTo>
                    <a:pt x="24217" y="358602"/>
                  </a:lnTo>
                  <a:lnTo>
                    <a:pt x="20181" y="359944"/>
                  </a:lnTo>
                  <a:lnTo>
                    <a:pt x="20181" y="362631"/>
                  </a:lnTo>
                  <a:lnTo>
                    <a:pt x="25562" y="369346"/>
                  </a:lnTo>
                  <a:lnTo>
                    <a:pt x="26908" y="378748"/>
                  </a:lnTo>
                  <a:lnTo>
                    <a:pt x="30943" y="382777"/>
                  </a:lnTo>
                  <a:lnTo>
                    <a:pt x="30943" y="388149"/>
                  </a:lnTo>
                  <a:lnTo>
                    <a:pt x="28253" y="390835"/>
                  </a:lnTo>
                  <a:lnTo>
                    <a:pt x="32289" y="394865"/>
                  </a:lnTo>
                  <a:lnTo>
                    <a:pt x="36325" y="393521"/>
                  </a:lnTo>
                  <a:lnTo>
                    <a:pt x="39016" y="396208"/>
                  </a:lnTo>
                  <a:lnTo>
                    <a:pt x="41707" y="393521"/>
                  </a:lnTo>
                  <a:lnTo>
                    <a:pt x="41707" y="390835"/>
                  </a:lnTo>
                  <a:lnTo>
                    <a:pt x="37670" y="385463"/>
                  </a:lnTo>
                  <a:lnTo>
                    <a:pt x="37670" y="377405"/>
                  </a:lnTo>
                  <a:lnTo>
                    <a:pt x="40361" y="374718"/>
                  </a:lnTo>
                  <a:lnTo>
                    <a:pt x="41707" y="376062"/>
                  </a:lnTo>
                  <a:lnTo>
                    <a:pt x="40361" y="378748"/>
                  </a:lnTo>
                  <a:lnTo>
                    <a:pt x="40361" y="381434"/>
                  </a:lnTo>
                  <a:lnTo>
                    <a:pt x="44397" y="385463"/>
                  </a:lnTo>
                  <a:lnTo>
                    <a:pt x="45743" y="392178"/>
                  </a:lnTo>
                  <a:lnTo>
                    <a:pt x="44397" y="39620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234" name="Graphic 5">
            <a:extLst>
              <a:ext uri="{FF2B5EF4-FFF2-40B4-BE49-F238E27FC236}">
                <a16:creationId xmlns:a16="http://schemas.microsoft.com/office/drawing/2014/main" id="{313872C3-FD2A-6B38-4C74-5C2A13DF9E3F}"/>
              </a:ext>
            </a:extLst>
          </p:cNvPr>
          <p:cNvGrpSpPr/>
          <p:nvPr/>
        </p:nvGrpSpPr>
        <p:grpSpPr>
          <a:xfrm>
            <a:off x="10503357" y="3472657"/>
            <a:ext cx="118392" cy="189373"/>
            <a:chOff x="10503357" y="3472657"/>
            <a:chExt cx="118392" cy="189373"/>
          </a:xfrm>
          <a:solidFill>
            <a:srgbClr val="E5E5E4"/>
          </a:solidFill>
        </p:grpSpPr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F4203F59-58F4-9114-C110-CF60496DD4E5}"/>
                </a:ext>
              </a:extLst>
            </p:cNvPr>
            <p:cNvSpPr/>
            <p:nvPr/>
          </p:nvSpPr>
          <p:spPr>
            <a:xfrm>
              <a:off x="10574662" y="3605622"/>
              <a:ext cx="5381" cy="4029"/>
            </a:xfrm>
            <a:custGeom>
              <a:avLst/>
              <a:gdLst>
                <a:gd name="connsiteX0" fmla="*/ 0 w 5381"/>
                <a:gd name="connsiteY0" fmla="*/ 2686 h 4029"/>
                <a:gd name="connsiteX1" fmla="*/ 2691 w 5381"/>
                <a:gd name="connsiteY1" fmla="*/ 0 h 4029"/>
                <a:gd name="connsiteX2" fmla="*/ 5382 w 5381"/>
                <a:gd name="connsiteY2" fmla="*/ 2686 h 4029"/>
                <a:gd name="connsiteX3" fmla="*/ 1345 w 5381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0" y="2686"/>
                  </a:moveTo>
                  <a:lnTo>
                    <a:pt x="2691" y="0"/>
                  </a:lnTo>
                  <a:lnTo>
                    <a:pt x="5382" y="2686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0F021479-BCBB-4733-3DE5-A60F9B5AF447}"/>
                </a:ext>
              </a:extLst>
            </p:cNvPr>
            <p:cNvSpPr/>
            <p:nvPr/>
          </p:nvSpPr>
          <p:spPr>
            <a:xfrm>
              <a:off x="10535646" y="3617710"/>
              <a:ext cx="6726" cy="9401"/>
            </a:xfrm>
            <a:custGeom>
              <a:avLst/>
              <a:gdLst>
                <a:gd name="connsiteX0" fmla="*/ 2691 w 6726"/>
                <a:gd name="connsiteY0" fmla="*/ 9401 h 9401"/>
                <a:gd name="connsiteX1" fmla="*/ 0 w 6726"/>
                <a:gd name="connsiteY1" fmla="*/ 5372 h 9401"/>
                <a:gd name="connsiteX2" fmla="*/ 1346 w 6726"/>
                <a:gd name="connsiteY2" fmla="*/ 4029 h 9401"/>
                <a:gd name="connsiteX3" fmla="*/ 2691 w 6726"/>
                <a:gd name="connsiteY3" fmla="*/ 4029 h 9401"/>
                <a:gd name="connsiteX4" fmla="*/ 5382 w 6726"/>
                <a:gd name="connsiteY4" fmla="*/ 0 h 9401"/>
                <a:gd name="connsiteX5" fmla="*/ 6727 w 6726"/>
                <a:gd name="connsiteY5" fmla="*/ 2686 h 9401"/>
                <a:gd name="connsiteX6" fmla="*/ 6727 w 6726"/>
                <a:gd name="connsiteY6" fmla="*/ 8058 h 9401"/>
                <a:gd name="connsiteX7" fmla="*/ 5382 w 6726"/>
                <a:gd name="connsiteY7" fmla="*/ 8058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9401">
                  <a:moveTo>
                    <a:pt x="2691" y="9401"/>
                  </a:moveTo>
                  <a:lnTo>
                    <a:pt x="0" y="5372"/>
                  </a:lnTo>
                  <a:lnTo>
                    <a:pt x="1346" y="4029"/>
                  </a:lnTo>
                  <a:lnTo>
                    <a:pt x="2691" y="4029"/>
                  </a:lnTo>
                  <a:lnTo>
                    <a:pt x="5382" y="0"/>
                  </a:lnTo>
                  <a:lnTo>
                    <a:pt x="6727" y="2686"/>
                  </a:lnTo>
                  <a:lnTo>
                    <a:pt x="6727" y="8058"/>
                  </a:lnTo>
                  <a:lnTo>
                    <a:pt x="5382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E462503B-DE4D-1C09-4CDD-9F473B5D01BA}"/>
                </a:ext>
              </a:extLst>
            </p:cNvPr>
            <p:cNvSpPr/>
            <p:nvPr/>
          </p:nvSpPr>
          <p:spPr>
            <a:xfrm>
              <a:off x="10593498" y="3598907"/>
              <a:ext cx="6726" cy="9401"/>
            </a:xfrm>
            <a:custGeom>
              <a:avLst/>
              <a:gdLst>
                <a:gd name="connsiteX0" fmla="*/ 4036 w 6726"/>
                <a:gd name="connsiteY0" fmla="*/ 0 h 9401"/>
                <a:gd name="connsiteX1" fmla="*/ 0 w 6726"/>
                <a:gd name="connsiteY1" fmla="*/ 2686 h 9401"/>
                <a:gd name="connsiteX2" fmla="*/ 0 w 6726"/>
                <a:gd name="connsiteY2" fmla="*/ 6715 h 9401"/>
                <a:gd name="connsiteX3" fmla="*/ 1345 w 6726"/>
                <a:gd name="connsiteY3" fmla="*/ 9401 h 9401"/>
                <a:gd name="connsiteX4" fmla="*/ 4036 w 6726"/>
                <a:gd name="connsiteY4" fmla="*/ 9401 h 9401"/>
                <a:gd name="connsiteX5" fmla="*/ 6727 w 6726"/>
                <a:gd name="connsiteY5" fmla="*/ 6715 h 9401"/>
                <a:gd name="connsiteX6" fmla="*/ 5381 w 6726"/>
                <a:gd name="connsiteY6" fmla="*/ 1343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9401">
                  <a:moveTo>
                    <a:pt x="4036" y="0"/>
                  </a:moveTo>
                  <a:lnTo>
                    <a:pt x="0" y="2686"/>
                  </a:lnTo>
                  <a:lnTo>
                    <a:pt x="0" y="6715"/>
                  </a:lnTo>
                  <a:lnTo>
                    <a:pt x="1345" y="9401"/>
                  </a:lnTo>
                  <a:lnTo>
                    <a:pt x="4036" y="9401"/>
                  </a:lnTo>
                  <a:lnTo>
                    <a:pt x="6727" y="6715"/>
                  </a:lnTo>
                  <a:lnTo>
                    <a:pt x="538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9EF5D3F8-50E0-2D6D-F3DC-EA242AB8FAD3}"/>
                </a:ext>
              </a:extLst>
            </p:cNvPr>
            <p:cNvSpPr/>
            <p:nvPr/>
          </p:nvSpPr>
          <p:spPr>
            <a:xfrm>
              <a:off x="10613679" y="3627111"/>
              <a:ext cx="6726" cy="5372"/>
            </a:xfrm>
            <a:custGeom>
              <a:avLst/>
              <a:gdLst>
                <a:gd name="connsiteX0" fmla="*/ 1345 w 6726"/>
                <a:gd name="connsiteY0" fmla="*/ 5372 h 5372"/>
                <a:gd name="connsiteX1" fmla="*/ 0 w 6726"/>
                <a:gd name="connsiteY1" fmla="*/ 2686 h 5372"/>
                <a:gd name="connsiteX2" fmla="*/ 2690 w 6726"/>
                <a:gd name="connsiteY2" fmla="*/ 0 h 5372"/>
                <a:gd name="connsiteX3" fmla="*/ 6727 w 6726"/>
                <a:gd name="connsiteY3" fmla="*/ 0 h 5372"/>
                <a:gd name="connsiteX4" fmla="*/ 5381 w 6726"/>
                <a:gd name="connsiteY4" fmla="*/ 4029 h 5372"/>
                <a:gd name="connsiteX5" fmla="*/ 2690 w 6726"/>
                <a:gd name="connsiteY5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5372">
                  <a:moveTo>
                    <a:pt x="1345" y="5372"/>
                  </a:moveTo>
                  <a:lnTo>
                    <a:pt x="0" y="2686"/>
                  </a:lnTo>
                  <a:lnTo>
                    <a:pt x="2690" y="0"/>
                  </a:lnTo>
                  <a:lnTo>
                    <a:pt x="6727" y="0"/>
                  </a:lnTo>
                  <a:lnTo>
                    <a:pt x="5381" y="4029"/>
                  </a:lnTo>
                  <a:lnTo>
                    <a:pt x="269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97D1BB0E-CE90-7B48-E0BA-6D49C9928503}"/>
                </a:ext>
              </a:extLst>
            </p:cNvPr>
            <p:cNvSpPr/>
            <p:nvPr/>
          </p:nvSpPr>
          <p:spPr>
            <a:xfrm>
              <a:off x="10616369" y="3610994"/>
              <a:ext cx="5381" cy="13430"/>
            </a:xfrm>
            <a:custGeom>
              <a:avLst/>
              <a:gdLst>
                <a:gd name="connsiteX0" fmla="*/ 2691 w 5381"/>
                <a:gd name="connsiteY0" fmla="*/ 10744 h 13430"/>
                <a:gd name="connsiteX1" fmla="*/ 1346 w 5381"/>
                <a:gd name="connsiteY1" fmla="*/ 13431 h 13430"/>
                <a:gd name="connsiteX2" fmla="*/ 0 w 5381"/>
                <a:gd name="connsiteY2" fmla="*/ 9401 h 13430"/>
                <a:gd name="connsiteX3" fmla="*/ 0 w 5381"/>
                <a:gd name="connsiteY3" fmla="*/ 5372 h 13430"/>
                <a:gd name="connsiteX4" fmla="*/ 1346 w 5381"/>
                <a:gd name="connsiteY4" fmla="*/ 1343 h 13430"/>
                <a:gd name="connsiteX5" fmla="*/ 2691 w 5381"/>
                <a:gd name="connsiteY5" fmla="*/ 0 h 13430"/>
                <a:gd name="connsiteX6" fmla="*/ 4037 w 5381"/>
                <a:gd name="connsiteY6" fmla="*/ 2686 h 13430"/>
                <a:gd name="connsiteX7" fmla="*/ 5382 w 5381"/>
                <a:gd name="connsiteY7" fmla="*/ 671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13430">
                  <a:moveTo>
                    <a:pt x="2691" y="10744"/>
                  </a:moveTo>
                  <a:lnTo>
                    <a:pt x="1346" y="13431"/>
                  </a:lnTo>
                  <a:lnTo>
                    <a:pt x="0" y="9401"/>
                  </a:lnTo>
                  <a:lnTo>
                    <a:pt x="0" y="5372"/>
                  </a:lnTo>
                  <a:lnTo>
                    <a:pt x="1346" y="1343"/>
                  </a:lnTo>
                  <a:lnTo>
                    <a:pt x="2691" y="0"/>
                  </a:lnTo>
                  <a:lnTo>
                    <a:pt x="4037" y="2686"/>
                  </a:lnTo>
                  <a:lnTo>
                    <a:pt x="5382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34CC0892-F1AD-E158-B5C4-98F06EC0EDE8}"/>
                </a:ext>
              </a:extLst>
            </p:cNvPr>
            <p:cNvSpPr/>
            <p:nvPr/>
          </p:nvSpPr>
          <p:spPr>
            <a:xfrm>
              <a:off x="10543719" y="3649944"/>
              <a:ext cx="18834" cy="12087"/>
            </a:xfrm>
            <a:custGeom>
              <a:avLst/>
              <a:gdLst>
                <a:gd name="connsiteX0" fmla="*/ 1345 w 18834"/>
                <a:gd name="connsiteY0" fmla="*/ 10745 h 12087"/>
                <a:gd name="connsiteX1" fmla="*/ 0 w 18834"/>
                <a:gd name="connsiteY1" fmla="*/ 6715 h 12087"/>
                <a:gd name="connsiteX2" fmla="*/ 2691 w 18834"/>
                <a:gd name="connsiteY2" fmla="*/ 2686 h 12087"/>
                <a:gd name="connsiteX3" fmla="*/ 13454 w 18834"/>
                <a:gd name="connsiteY3" fmla="*/ 0 h 12087"/>
                <a:gd name="connsiteX4" fmla="*/ 18835 w 18834"/>
                <a:gd name="connsiteY4" fmla="*/ 1343 h 12087"/>
                <a:gd name="connsiteX5" fmla="*/ 18835 w 18834"/>
                <a:gd name="connsiteY5" fmla="*/ 4029 h 12087"/>
                <a:gd name="connsiteX6" fmla="*/ 16145 w 18834"/>
                <a:gd name="connsiteY6" fmla="*/ 10745 h 12087"/>
                <a:gd name="connsiteX7" fmla="*/ 6727 w 18834"/>
                <a:gd name="connsiteY7" fmla="*/ 1208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34" h="12087">
                  <a:moveTo>
                    <a:pt x="1345" y="10745"/>
                  </a:moveTo>
                  <a:lnTo>
                    <a:pt x="0" y="6715"/>
                  </a:lnTo>
                  <a:lnTo>
                    <a:pt x="2691" y="2686"/>
                  </a:lnTo>
                  <a:lnTo>
                    <a:pt x="13454" y="0"/>
                  </a:lnTo>
                  <a:lnTo>
                    <a:pt x="18835" y="1343"/>
                  </a:lnTo>
                  <a:lnTo>
                    <a:pt x="18835" y="4029"/>
                  </a:lnTo>
                  <a:lnTo>
                    <a:pt x="16145" y="10745"/>
                  </a:lnTo>
                  <a:lnTo>
                    <a:pt x="6727" y="120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09C5B768-6891-A835-2A5D-7A9BF8B14858}"/>
                </a:ext>
              </a:extLst>
            </p:cNvPr>
            <p:cNvSpPr/>
            <p:nvPr/>
          </p:nvSpPr>
          <p:spPr>
            <a:xfrm>
              <a:off x="10503357" y="3472657"/>
              <a:ext cx="107630" cy="151767"/>
            </a:xfrm>
            <a:custGeom>
              <a:avLst/>
              <a:gdLst>
                <a:gd name="connsiteX0" fmla="*/ 0 w 107630"/>
                <a:gd name="connsiteY0" fmla="*/ 32234 h 151767"/>
                <a:gd name="connsiteX1" fmla="*/ 0 w 107630"/>
                <a:gd name="connsiteY1" fmla="*/ 33577 h 151767"/>
                <a:gd name="connsiteX2" fmla="*/ 5381 w 107630"/>
                <a:gd name="connsiteY2" fmla="*/ 30891 h 151767"/>
                <a:gd name="connsiteX3" fmla="*/ 13454 w 107630"/>
                <a:gd name="connsiteY3" fmla="*/ 30891 h 151767"/>
                <a:gd name="connsiteX4" fmla="*/ 9418 w 107630"/>
                <a:gd name="connsiteY4" fmla="*/ 32234 h 151767"/>
                <a:gd name="connsiteX5" fmla="*/ 18835 w 107630"/>
                <a:gd name="connsiteY5" fmla="*/ 41635 h 151767"/>
                <a:gd name="connsiteX6" fmla="*/ 25562 w 107630"/>
                <a:gd name="connsiteY6" fmla="*/ 51037 h 151767"/>
                <a:gd name="connsiteX7" fmla="*/ 29598 w 107630"/>
                <a:gd name="connsiteY7" fmla="*/ 51037 h 151767"/>
                <a:gd name="connsiteX8" fmla="*/ 28253 w 107630"/>
                <a:gd name="connsiteY8" fmla="*/ 55066 h 151767"/>
                <a:gd name="connsiteX9" fmla="*/ 30943 w 107630"/>
                <a:gd name="connsiteY9" fmla="*/ 59095 h 151767"/>
                <a:gd name="connsiteX10" fmla="*/ 33634 w 107630"/>
                <a:gd name="connsiteY10" fmla="*/ 64468 h 151767"/>
                <a:gd name="connsiteX11" fmla="*/ 25562 w 107630"/>
                <a:gd name="connsiteY11" fmla="*/ 61781 h 151767"/>
                <a:gd name="connsiteX12" fmla="*/ 22872 w 107630"/>
                <a:gd name="connsiteY12" fmla="*/ 59095 h 151767"/>
                <a:gd name="connsiteX13" fmla="*/ 21526 w 107630"/>
                <a:gd name="connsiteY13" fmla="*/ 63125 h 151767"/>
                <a:gd name="connsiteX14" fmla="*/ 17490 w 107630"/>
                <a:gd name="connsiteY14" fmla="*/ 61781 h 151767"/>
                <a:gd name="connsiteX15" fmla="*/ 12108 w 107630"/>
                <a:gd name="connsiteY15" fmla="*/ 69840 h 151767"/>
                <a:gd name="connsiteX16" fmla="*/ 24217 w 107630"/>
                <a:gd name="connsiteY16" fmla="*/ 75212 h 151767"/>
                <a:gd name="connsiteX17" fmla="*/ 26908 w 107630"/>
                <a:gd name="connsiteY17" fmla="*/ 73869 h 151767"/>
                <a:gd name="connsiteX18" fmla="*/ 29598 w 107630"/>
                <a:gd name="connsiteY18" fmla="*/ 79241 h 151767"/>
                <a:gd name="connsiteX19" fmla="*/ 29598 w 107630"/>
                <a:gd name="connsiteY19" fmla="*/ 91329 h 151767"/>
                <a:gd name="connsiteX20" fmla="*/ 32289 w 107630"/>
                <a:gd name="connsiteY20" fmla="*/ 92672 h 151767"/>
                <a:gd name="connsiteX21" fmla="*/ 34979 w 107630"/>
                <a:gd name="connsiteY21" fmla="*/ 91329 h 151767"/>
                <a:gd name="connsiteX22" fmla="*/ 39015 w 107630"/>
                <a:gd name="connsiteY22" fmla="*/ 99388 h 151767"/>
                <a:gd name="connsiteX23" fmla="*/ 30943 w 107630"/>
                <a:gd name="connsiteY23" fmla="*/ 104760 h 151767"/>
                <a:gd name="connsiteX24" fmla="*/ 30943 w 107630"/>
                <a:gd name="connsiteY24" fmla="*/ 108789 h 151767"/>
                <a:gd name="connsiteX25" fmla="*/ 33634 w 107630"/>
                <a:gd name="connsiteY25" fmla="*/ 111475 h 151767"/>
                <a:gd name="connsiteX26" fmla="*/ 33634 w 107630"/>
                <a:gd name="connsiteY26" fmla="*/ 115504 h 151767"/>
                <a:gd name="connsiteX27" fmla="*/ 30943 w 107630"/>
                <a:gd name="connsiteY27" fmla="*/ 116848 h 151767"/>
                <a:gd name="connsiteX28" fmla="*/ 30943 w 107630"/>
                <a:gd name="connsiteY28" fmla="*/ 122220 h 151767"/>
                <a:gd name="connsiteX29" fmla="*/ 33634 w 107630"/>
                <a:gd name="connsiteY29" fmla="*/ 127592 h 151767"/>
                <a:gd name="connsiteX30" fmla="*/ 30943 w 107630"/>
                <a:gd name="connsiteY30" fmla="*/ 127592 h 151767"/>
                <a:gd name="connsiteX31" fmla="*/ 36325 w 107630"/>
                <a:gd name="connsiteY31" fmla="*/ 139680 h 151767"/>
                <a:gd name="connsiteX32" fmla="*/ 40361 w 107630"/>
                <a:gd name="connsiteY32" fmla="*/ 139680 h 151767"/>
                <a:gd name="connsiteX33" fmla="*/ 41706 w 107630"/>
                <a:gd name="connsiteY33" fmla="*/ 145052 h 151767"/>
                <a:gd name="connsiteX34" fmla="*/ 43052 w 107630"/>
                <a:gd name="connsiteY34" fmla="*/ 147738 h 151767"/>
                <a:gd name="connsiteX35" fmla="*/ 43052 w 107630"/>
                <a:gd name="connsiteY35" fmla="*/ 151768 h 151767"/>
                <a:gd name="connsiteX36" fmla="*/ 47088 w 107630"/>
                <a:gd name="connsiteY36" fmla="*/ 149081 h 151767"/>
                <a:gd name="connsiteX37" fmla="*/ 47088 w 107630"/>
                <a:gd name="connsiteY37" fmla="*/ 142366 h 151767"/>
                <a:gd name="connsiteX38" fmla="*/ 49779 w 107630"/>
                <a:gd name="connsiteY38" fmla="*/ 145052 h 151767"/>
                <a:gd name="connsiteX39" fmla="*/ 53815 w 107630"/>
                <a:gd name="connsiteY39" fmla="*/ 139680 h 151767"/>
                <a:gd name="connsiteX40" fmla="*/ 64578 w 107630"/>
                <a:gd name="connsiteY40" fmla="*/ 130278 h 151767"/>
                <a:gd name="connsiteX41" fmla="*/ 69960 w 107630"/>
                <a:gd name="connsiteY41" fmla="*/ 128935 h 151767"/>
                <a:gd name="connsiteX42" fmla="*/ 71305 w 107630"/>
                <a:gd name="connsiteY42" fmla="*/ 131622 h 151767"/>
                <a:gd name="connsiteX43" fmla="*/ 73996 w 107630"/>
                <a:gd name="connsiteY43" fmla="*/ 127592 h 151767"/>
                <a:gd name="connsiteX44" fmla="*/ 76687 w 107630"/>
                <a:gd name="connsiteY44" fmla="*/ 127592 h 151767"/>
                <a:gd name="connsiteX45" fmla="*/ 79377 w 107630"/>
                <a:gd name="connsiteY45" fmla="*/ 132965 h 151767"/>
                <a:gd name="connsiteX46" fmla="*/ 84759 w 107630"/>
                <a:gd name="connsiteY46" fmla="*/ 131622 h 151767"/>
                <a:gd name="connsiteX47" fmla="*/ 86104 w 107630"/>
                <a:gd name="connsiteY47" fmla="*/ 132965 h 151767"/>
                <a:gd name="connsiteX48" fmla="*/ 88795 w 107630"/>
                <a:gd name="connsiteY48" fmla="*/ 131622 h 151767"/>
                <a:gd name="connsiteX49" fmla="*/ 87449 w 107630"/>
                <a:gd name="connsiteY49" fmla="*/ 127592 h 151767"/>
                <a:gd name="connsiteX50" fmla="*/ 92830 w 107630"/>
                <a:gd name="connsiteY50" fmla="*/ 123563 h 151767"/>
                <a:gd name="connsiteX51" fmla="*/ 99557 w 107630"/>
                <a:gd name="connsiteY51" fmla="*/ 123563 h 151767"/>
                <a:gd name="connsiteX52" fmla="*/ 106284 w 107630"/>
                <a:gd name="connsiteY52" fmla="*/ 115504 h 151767"/>
                <a:gd name="connsiteX53" fmla="*/ 104939 w 107630"/>
                <a:gd name="connsiteY53" fmla="*/ 112818 h 151767"/>
                <a:gd name="connsiteX54" fmla="*/ 107630 w 107630"/>
                <a:gd name="connsiteY54" fmla="*/ 110132 h 151767"/>
                <a:gd name="connsiteX55" fmla="*/ 106284 w 107630"/>
                <a:gd name="connsiteY55" fmla="*/ 89986 h 151767"/>
                <a:gd name="connsiteX56" fmla="*/ 104939 w 107630"/>
                <a:gd name="connsiteY56" fmla="*/ 89986 h 151767"/>
                <a:gd name="connsiteX57" fmla="*/ 103594 w 107630"/>
                <a:gd name="connsiteY57" fmla="*/ 91329 h 151767"/>
                <a:gd name="connsiteX58" fmla="*/ 102248 w 107630"/>
                <a:gd name="connsiteY58" fmla="*/ 85957 h 151767"/>
                <a:gd name="connsiteX59" fmla="*/ 99557 w 107630"/>
                <a:gd name="connsiteY59" fmla="*/ 67154 h 151767"/>
                <a:gd name="connsiteX60" fmla="*/ 95521 w 107630"/>
                <a:gd name="connsiteY60" fmla="*/ 63125 h 151767"/>
                <a:gd name="connsiteX61" fmla="*/ 95521 w 107630"/>
                <a:gd name="connsiteY61" fmla="*/ 51037 h 151767"/>
                <a:gd name="connsiteX62" fmla="*/ 79377 w 107630"/>
                <a:gd name="connsiteY62" fmla="*/ 32234 h 151767"/>
                <a:gd name="connsiteX63" fmla="*/ 65923 w 107630"/>
                <a:gd name="connsiteY63" fmla="*/ 17460 h 151767"/>
                <a:gd name="connsiteX64" fmla="*/ 56506 w 107630"/>
                <a:gd name="connsiteY64" fmla="*/ 0 h 151767"/>
                <a:gd name="connsiteX65" fmla="*/ 45742 w 107630"/>
                <a:gd name="connsiteY65" fmla="*/ 6715 h 151767"/>
                <a:gd name="connsiteX66" fmla="*/ 28253 w 107630"/>
                <a:gd name="connsiteY66" fmla="*/ 8058 h 151767"/>
                <a:gd name="connsiteX67" fmla="*/ 18835 w 107630"/>
                <a:gd name="connsiteY67" fmla="*/ 17460 h 151767"/>
                <a:gd name="connsiteX68" fmla="*/ 9418 w 107630"/>
                <a:gd name="connsiteY68" fmla="*/ 18803 h 151767"/>
                <a:gd name="connsiteX69" fmla="*/ 1345 w 107630"/>
                <a:gd name="connsiteY69" fmla="*/ 26862 h 15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7630" h="151767">
                  <a:moveTo>
                    <a:pt x="0" y="32234"/>
                  </a:moveTo>
                  <a:lnTo>
                    <a:pt x="0" y="33577"/>
                  </a:lnTo>
                  <a:lnTo>
                    <a:pt x="5381" y="30891"/>
                  </a:lnTo>
                  <a:lnTo>
                    <a:pt x="13454" y="30891"/>
                  </a:lnTo>
                  <a:lnTo>
                    <a:pt x="9418" y="32234"/>
                  </a:lnTo>
                  <a:lnTo>
                    <a:pt x="18835" y="41635"/>
                  </a:lnTo>
                  <a:lnTo>
                    <a:pt x="25562" y="51037"/>
                  </a:lnTo>
                  <a:lnTo>
                    <a:pt x="29598" y="51037"/>
                  </a:lnTo>
                  <a:lnTo>
                    <a:pt x="28253" y="55066"/>
                  </a:lnTo>
                  <a:lnTo>
                    <a:pt x="30943" y="59095"/>
                  </a:lnTo>
                  <a:lnTo>
                    <a:pt x="33634" y="64468"/>
                  </a:lnTo>
                  <a:lnTo>
                    <a:pt x="25562" y="61781"/>
                  </a:lnTo>
                  <a:lnTo>
                    <a:pt x="22872" y="59095"/>
                  </a:lnTo>
                  <a:lnTo>
                    <a:pt x="21526" y="63125"/>
                  </a:lnTo>
                  <a:lnTo>
                    <a:pt x="17490" y="61781"/>
                  </a:lnTo>
                  <a:lnTo>
                    <a:pt x="12108" y="69840"/>
                  </a:lnTo>
                  <a:lnTo>
                    <a:pt x="24217" y="75212"/>
                  </a:lnTo>
                  <a:lnTo>
                    <a:pt x="26908" y="73869"/>
                  </a:lnTo>
                  <a:lnTo>
                    <a:pt x="29598" y="79241"/>
                  </a:lnTo>
                  <a:lnTo>
                    <a:pt x="29598" y="91329"/>
                  </a:lnTo>
                  <a:lnTo>
                    <a:pt x="32289" y="92672"/>
                  </a:lnTo>
                  <a:lnTo>
                    <a:pt x="34979" y="91329"/>
                  </a:lnTo>
                  <a:lnTo>
                    <a:pt x="39015" y="99388"/>
                  </a:lnTo>
                  <a:lnTo>
                    <a:pt x="30943" y="104760"/>
                  </a:lnTo>
                  <a:lnTo>
                    <a:pt x="30943" y="108789"/>
                  </a:lnTo>
                  <a:lnTo>
                    <a:pt x="33634" y="111475"/>
                  </a:lnTo>
                  <a:lnTo>
                    <a:pt x="33634" y="115504"/>
                  </a:lnTo>
                  <a:lnTo>
                    <a:pt x="30943" y="116848"/>
                  </a:lnTo>
                  <a:lnTo>
                    <a:pt x="30943" y="122220"/>
                  </a:lnTo>
                  <a:lnTo>
                    <a:pt x="33634" y="127592"/>
                  </a:lnTo>
                  <a:lnTo>
                    <a:pt x="30943" y="127592"/>
                  </a:lnTo>
                  <a:lnTo>
                    <a:pt x="36325" y="139680"/>
                  </a:lnTo>
                  <a:lnTo>
                    <a:pt x="40361" y="139680"/>
                  </a:lnTo>
                  <a:lnTo>
                    <a:pt x="41706" y="145052"/>
                  </a:lnTo>
                  <a:lnTo>
                    <a:pt x="43052" y="147738"/>
                  </a:lnTo>
                  <a:lnTo>
                    <a:pt x="43052" y="151768"/>
                  </a:lnTo>
                  <a:lnTo>
                    <a:pt x="47088" y="149081"/>
                  </a:lnTo>
                  <a:lnTo>
                    <a:pt x="47088" y="142366"/>
                  </a:lnTo>
                  <a:lnTo>
                    <a:pt x="49779" y="145052"/>
                  </a:lnTo>
                  <a:lnTo>
                    <a:pt x="53815" y="139680"/>
                  </a:lnTo>
                  <a:lnTo>
                    <a:pt x="64578" y="130278"/>
                  </a:lnTo>
                  <a:lnTo>
                    <a:pt x="69960" y="128935"/>
                  </a:lnTo>
                  <a:lnTo>
                    <a:pt x="71305" y="131622"/>
                  </a:lnTo>
                  <a:lnTo>
                    <a:pt x="73996" y="127592"/>
                  </a:lnTo>
                  <a:lnTo>
                    <a:pt x="76687" y="127592"/>
                  </a:lnTo>
                  <a:lnTo>
                    <a:pt x="79377" y="132965"/>
                  </a:lnTo>
                  <a:lnTo>
                    <a:pt x="84759" y="131622"/>
                  </a:lnTo>
                  <a:lnTo>
                    <a:pt x="86104" y="132965"/>
                  </a:lnTo>
                  <a:lnTo>
                    <a:pt x="88795" y="131622"/>
                  </a:lnTo>
                  <a:lnTo>
                    <a:pt x="87449" y="127592"/>
                  </a:lnTo>
                  <a:lnTo>
                    <a:pt x="92830" y="123563"/>
                  </a:lnTo>
                  <a:lnTo>
                    <a:pt x="99557" y="123563"/>
                  </a:lnTo>
                  <a:lnTo>
                    <a:pt x="106284" y="115504"/>
                  </a:lnTo>
                  <a:lnTo>
                    <a:pt x="104939" y="112818"/>
                  </a:lnTo>
                  <a:lnTo>
                    <a:pt x="107630" y="110132"/>
                  </a:lnTo>
                  <a:lnTo>
                    <a:pt x="106284" y="89986"/>
                  </a:lnTo>
                  <a:lnTo>
                    <a:pt x="104939" y="89986"/>
                  </a:lnTo>
                  <a:lnTo>
                    <a:pt x="103594" y="91329"/>
                  </a:lnTo>
                  <a:lnTo>
                    <a:pt x="102248" y="85957"/>
                  </a:lnTo>
                  <a:lnTo>
                    <a:pt x="99557" y="67154"/>
                  </a:lnTo>
                  <a:lnTo>
                    <a:pt x="95521" y="63125"/>
                  </a:lnTo>
                  <a:lnTo>
                    <a:pt x="95521" y="51037"/>
                  </a:lnTo>
                  <a:lnTo>
                    <a:pt x="79377" y="32234"/>
                  </a:lnTo>
                  <a:lnTo>
                    <a:pt x="65923" y="17460"/>
                  </a:lnTo>
                  <a:lnTo>
                    <a:pt x="56506" y="0"/>
                  </a:lnTo>
                  <a:lnTo>
                    <a:pt x="45742" y="6715"/>
                  </a:lnTo>
                  <a:lnTo>
                    <a:pt x="28253" y="8058"/>
                  </a:lnTo>
                  <a:lnTo>
                    <a:pt x="18835" y="17460"/>
                  </a:lnTo>
                  <a:lnTo>
                    <a:pt x="9418" y="18803"/>
                  </a:lnTo>
                  <a:lnTo>
                    <a:pt x="1345" y="2686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242" name="Freeform 241">
            <a:extLst>
              <a:ext uri="{FF2B5EF4-FFF2-40B4-BE49-F238E27FC236}">
                <a16:creationId xmlns:a16="http://schemas.microsoft.com/office/drawing/2014/main" id="{59633E9E-50FE-96E5-B3A9-F1B358126D56}"/>
              </a:ext>
            </a:extLst>
          </p:cNvPr>
          <p:cNvSpPr/>
          <p:nvPr/>
        </p:nvSpPr>
        <p:spPr>
          <a:xfrm>
            <a:off x="10450887" y="3300744"/>
            <a:ext cx="123774" cy="212206"/>
          </a:xfrm>
          <a:custGeom>
            <a:avLst/>
            <a:gdLst>
              <a:gd name="connsiteX0" fmla="*/ 0 w 123774"/>
              <a:gd name="connsiteY0" fmla="*/ 132965 h 212206"/>
              <a:gd name="connsiteX1" fmla="*/ 0 w 123774"/>
              <a:gd name="connsiteY1" fmla="*/ 118191 h 212206"/>
              <a:gd name="connsiteX2" fmla="*/ 6727 w 123774"/>
              <a:gd name="connsiteY2" fmla="*/ 112818 h 212206"/>
              <a:gd name="connsiteX3" fmla="*/ 9418 w 123774"/>
              <a:gd name="connsiteY3" fmla="*/ 106103 h 212206"/>
              <a:gd name="connsiteX4" fmla="*/ 9418 w 123774"/>
              <a:gd name="connsiteY4" fmla="*/ 100731 h 212206"/>
              <a:gd name="connsiteX5" fmla="*/ 16145 w 123774"/>
              <a:gd name="connsiteY5" fmla="*/ 96702 h 212206"/>
              <a:gd name="connsiteX6" fmla="*/ 20181 w 123774"/>
              <a:gd name="connsiteY6" fmla="*/ 87300 h 212206"/>
              <a:gd name="connsiteX7" fmla="*/ 25562 w 123774"/>
              <a:gd name="connsiteY7" fmla="*/ 85957 h 212206"/>
              <a:gd name="connsiteX8" fmla="*/ 29598 w 123774"/>
              <a:gd name="connsiteY8" fmla="*/ 72526 h 212206"/>
              <a:gd name="connsiteX9" fmla="*/ 32289 w 123774"/>
              <a:gd name="connsiteY9" fmla="*/ 68497 h 212206"/>
              <a:gd name="connsiteX10" fmla="*/ 30943 w 123774"/>
              <a:gd name="connsiteY10" fmla="*/ 65811 h 212206"/>
              <a:gd name="connsiteX11" fmla="*/ 32289 w 123774"/>
              <a:gd name="connsiteY11" fmla="*/ 56409 h 212206"/>
              <a:gd name="connsiteX12" fmla="*/ 36325 w 123774"/>
              <a:gd name="connsiteY12" fmla="*/ 51037 h 212206"/>
              <a:gd name="connsiteX13" fmla="*/ 41707 w 123774"/>
              <a:gd name="connsiteY13" fmla="*/ 59095 h 212206"/>
              <a:gd name="connsiteX14" fmla="*/ 45743 w 123774"/>
              <a:gd name="connsiteY14" fmla="*/ 60438 h 212206"/>
              <a:gd name="connsiteX15" fmla="*/ 49779 w 123774"/>
              <a:gd name="connsiteY15" fmla="*/ 64468 h 212206"/>
              <a:gd name="connsiteX16" fmla="*/ 53815 w 123774"/>
              <a:gd name="connsiteY16" fmla="*/ 61782 h 212206"/>
              <a:gd name="connsiteX17" fmla="*/ 59197 w 123774"/>
              <a:gd name="connsiteY17" fmla="*/ 64468 h 212206"/>
              <a:gd name="connsiteX18" fmla="*/ 69960 w 123774"/>
              <a:gd name="connsiteY18" fmla="*/ 63125 h 212206"/>
              <a:gd name="connsiteX19" fmla="*/ 76687 w 123774"/>
              <a:gd name="connsiteY19" fmla="*/ 64468 h 212206"/>
              <a:gd name="connsiteX20" fmla="*/ 80723 w 123774"/>
              <a:gd name="connsiteY20" fmla="*/ 57752 h 212206"/>
              <a:gd name="connsiteX21" fmla="*/ 79378 w 123774"/>
              <a:gd name="connsiteY21" fmla="*/ 53723 h 212206"/>
              <a:gd name="connsiteX22" fmla="*/ 73996 w 123774"/>
              <a:gd name="connsiteY22" fmla="*/ 48351 h 212206"/>
              <a:gd name="connsiteX23" fmla="*/ 68615 w 123774"/>
              <a:gd name="connsiteY23" fmla="*/ 44322 h 212206"/>
              <a:gd name="connsiteX24" fmla="*/ 72651 w 123774"/>
              <a:gd name="connsiteY24" fmla="*/ 41635 h 212206"/>
              <a:gd name="connsiteX25" fmla="*/ 79378 w 123774"/>
              <a:gd name="connsiteY25" fmla="*/ 40292 h 212206"/>
              <a:gd name="connsiteX26" fmla="*/ 88795 w 123774"/>
              <a:gd name="connsiteY26" fmla="*/ 32234 h 212206"/>
              <a:gd name="connsiteX27" fmla="*/ 88795 w 123774"/>
              <a:gd name="connsiteY27" fmla="*/ 26862 h 212206"/>
              <a:gd name="connsiteX28" fmla="*/ 92831 w 123774"/>
              <a:gd name="connsiteY28" fmla="*/ 21489 h 212206"/>
              <a:gd name="connsiteX29" fmla="*/ 98212 w 123774"/>
              <a:gd name="connsiteY29" fmla="*/ 20146 h 212206"/>
              <a:gd name="connsiteX30" fmla="*/ 100903 w 123774"/>
              <a:gd name="connsiteY30" fmla="*/ 16117 h 212206"/>
              <a:gd name="connsiteX31" fmla="*/ 98212 w 123774"/>
              <a:gd name="connsiteY31" fmla="*/ 12088 h 212206"/>
              <a:gd name="connsiteX32" fmla="*/ 99558 w 123774"/>
              <a:gd name="connsiteY32" fmla="*/ 6715 h 212206"/>
              <a:gd name="connsiteX33" fmla="*/ 99558 w 123774"/>
              <a:gd name="connsiteY33" fmla="*/ 1343 h 212206"/>
              <a:gd name="connsiteX34" fmla="*/ 102249 w 123774"/>
              <a:gd name="connsiteY34" fmla="*/ 0 h 212206"/>
              <a:gd name="connsiteX35" fmla="*/ 106285 w 123774"/>
              <a:gd name="connsiteY35" fmla="*/ 2686 h 212206"/>
              <a:gd name="connsiteX36" fmla="*/ 106285 w 123774"/>
              <a:gd name="connsiteY36" fmla="*/ 8059 h 212206"/>
              <a:gd name="connsiteX37" fmla="*/ 108976 w 123774"/>
              <a:gd name="connsiteY37" fmla="*/ 10745 h 212206"/>
              <a:gd name="connsiteX38" fmla="*/ 117048 w 123774"/>
              <a:gd name="connsiteY38" fmla="*/ 13431 h 212206"/>
              <a:gd name="connsiteX39" fmla="*/ 123775 w 123774"/>
              <a:gd name="connsiteY39" fmla="*/ 21489 h 212206"/>
              <a:gd name="connsiteX40" fmla="*/ 122430 w 123774"/>
              <a:gd name="connsiteY40" fmla="*/ 21489 h 212206"/>
              <a:gd name="connsiteX41" fmla="*/ 113012 w 123774"/>
              <a:gd name="connsiteY41" fmla="*/ 30891 h 212206"/>
              <a:gd name="connsiteX42" fmla="*/ 110321 w 123774"/>
              <a:gd name="connsiteY42" fmla="*/ 29548 h 212206"/>
              <a:gd name="connsiteX43" fmla="*/ 110321 w 123774"/>
              <a:gd name="connsiteY43" fmla="*/ 36263 h 212206"/>
              <a:gd name="connsiteX44" fmla="*/ 106285 w 123774"/>
              <a:gd name="connsiteY44" fmla="*/ 49694 h 212206"/>
              <a:gd name="connsiteX45" fmla="*/ 107630 w 123774"/>
              <a:gd name="connsiteY45" fmla="*/ 56409 h 212206"/>
              <a:gd name="connsiteX46" fmla="*/ 113012 w 123774"/>
              <a:gd name="connsiteY46" fmla="*/ 60438 h 212206"/>
              <a:gd name="connsiteX47" fmla="*/ 113012 w 123774"/>
              <a:gd name="connsiteY47" fmla="*/ 73869 h 212206"/>
              <a:gd name="connsiteX48" fmla="*/ 117048 w 123774"/>
              <a:gd name="connsiteY48" fmla="*/ 77899 h 212206"/>
              <a:gd name="connsiteX49" fmla="*/ 114357 w 123774"/>
              <a:gd name="connsiteY49" fmla="*/ 83271 h 212206"/>
              <a:gd name="connsiteX50" fmla="*/ 107630 w 123774"/>
              <a:gd name="connsiteY50" fmla="*/ 88643 h 212206"/>
              <a:gd name="connsiteX51" fmla="*/ 108976 w 123774"/>
              <a:gd name="connsiteY51" fmla="*/ 91329 h 212206"/>
              <a:gd name="connsiteX52" fmla="*/ 96867 w 123774"/>
              <a:gd name="connsiteY52" fmla="*/ 104760 h 212206"/>
              <a:gd name="connsiteX53" fmla="*/ 98212 w 123774"/>
              <a:gd name="connsiteY53" fmla="*/ 108789 h 212206"/>
              <a:gd name="connsiteX54" fmla="*/ 94176 w 123774"/>
              <a:gd name="connsiteY54" fmla="*/ 111475 h 212206"/>
              <a:gd name="connsiteX55" fmla="*/ 92831 w 123774"/>
              <a:gd name="connsiteY55" fmla="*/ 114162 h 212206"/>
              <a:gd name="connsiteX56" fmla="*/ 87449 w 123774"/>
              <a:gd name="connsiteY56" fmla="*/ 114162 h 212206"/>
              <a:gd name="connsiteX57" fmla="*/ 82068 w 123774"/>
              <a:gd name="connsiteY57" fmla="*/ 118191 h 212206"/>
              <a:gd name="connsiteX58" fmla="*/ 80723 w 123774"/>
              <a:gd name="connsiteY58" fmla="*/ 123563 h 212206"/>
              <a:gd name="connsiteX59" fmla="*/ 73996 w 123774"/>
              <a:gd name="connsiteY59" fmla="*/ 127592 h 212206"/>
              <a:gd name="connsiteX60" fmla="*/ 73996 w 123774"/>
              <a:gd name="connsiteY60" fmla="*/ 134308 h 212206"/>
              <a:gd name="connsiteX61" fmla="*/ 75342 w 123774"/>
              <a:gd name="connsiteY61" fmla="*/ 139680 h 212206"/>
              <a:gd name="connsiteX62" fmla="*/ 72651 w 123774"/>
              <a:gd name="connsiteY62" fmla="*/ 142366 h 212206"/>
              <a:gd name="connsiteX63" fmla="*/ 73996 w 123774"/>
              <a:gd name="connsiteY63" fmla="*/ 149082 h 212206"/>
              <a:gd name="connsiteX64" fmla="*/ 83414 w 123774"/>
              <a:gd name="connsiteY64" fmla="*/ 151768 h 212206"/>
              <a:gd name="connsiteX65" fmla="*/ 86104 w 123774"/>
              <a:gd name="connsiteY65" fmla="*/ 155797 h 212206"/>
              <a:gd name="connsiteX66" fmla="*/ 106285 w 123774"/>
              <a:gd name="connsiteY66" fmla="*/ 166541 h 212206"/>
              <a:gd name="connsiteX67" fmla="*/ 108976 w 123774"/>
              <a:gd name="connsiteY67" fmla="*/ 171914 h 212206"/>
              <a:gd name="connsiteX68" fmla="*/ 98212 w 123774"/>
              <a:gd name="connsiteY68" fmla="*/ 178629 h 212206"/>
              <a:gd name="connsiteX69" fmla="*/ 80723 w 123774"/>
              <a:gd name="connsiteY69" fmla="*/ 179972 h 212206"/>
              <a:gd name="connsiteX70" fmla="*/ 71305 w 123774"/>
              <a:gd name="connsiteY70" fmla="*/ 189374 h 212206"/>
              <a:gd name="connsiteX71" fmla="*/ 61888 w 123774"/>
              <a:gd name="connsiteY71" fmla="*/ 190717 h 212206"/>
              <a:gd name="connsiteX72" fmla="*/ 53815 w 123774"/>
              <a:gd name="connsiteY72" fmla="*/ 198775 h 212206"/>
              <a:gd name="connsiteX73" fmla="*/ 52470 w 123774"/>
              <a:gd name="connsiteY73" fmla="*/ 204148 h 212206"/>
              <a:gd name="connsiteX74" fmla="*/ 47088 w 123774"/>
              <a:gd name="connsiteY74" fmla="*/ 198775 h 212206"/>
              <a:gd name="connsiteX75" fmla="*/ 43052 w 123774"/>
              <a:gd name="connsiteY75" fmla="*/ 200118 h 212206"/>
              <a:gd name="connsiteX76" fmla="*/ 45743 w 123774"/>
              <a:gd name="connsiteY76" fmla="*/ 202805 h 212206"/>
              <a:gd name="connsiteX77" fmla="*/ 40361 w 123774"/>
              <a:gd name="connsiteY77" fmla="*/ 209520 h 212206"/>
              <a:gd name="connsiteX78" fmla="*/ 37670 w 123774"/>
              <a:gd name="connsiteY78" fmla="*/ 206834 h 212206"/>
              <a:gd name="connsiteX79" fmla="*/ 32289 w 123774"/>
              <a:gd name="connsiteY79" fmla="*/ 212206 h 212206"/>
              <a:gd name="connsiteX80" fmla="*/ 29598 w 123774"/>
              <a:gd name="connsiteY80" fmla="*/ 208177 h 212206"/>
              <a:gd name="connsiteX81" fmla="*/ 34980 w 123774"/>
              <a:gd name="connsiteY81" fmla="*/ 200118 h 212206"/>
              <a:gd name="connsiteX82" fmla="*/ 29598 w 123774"/>
              <a:gd name="connsiteY82" fmla="*/ 198775 h 212206"/>
              <a:gd name="connsiteX83" fmla="*/ 24217 w 123774"/>
              <a:gd name="connsiteY83" fmla="*/ 201462 h 212206"/>
              <a:gd name="connsiteX84" fmla="*/ 21527 w 123774"/>
              <a:gd name="connsiteY84" fmla="*/ 200118 h 212206"/>
              <a:gd name="connsiteX85" fmla="*/ 22872 w 123774"/>
              <a:gd name="connsiteY85" fmla="*/ 196089 h 212206"/>
              <a:gd name="connsiteX86" fmla="*/ 24217 w 123774"/>
              <a:gd name="connsiteY86" fmla="*/ 185345 h 212206"/>
              <a:gd name="connsiteX87" fmla="*/ 26908 w 123774"/>
              <a:gd name="connsiteY87" fmla="*/ 177286 h 212206"/>
              <a:gd name="connsiteX88" fmla="*/ 33634 w 123774"/>
              <a:gd name="connsiteY88" fmla="*/ 177286 h 212206"/>
              <a:gd name="connsiteX89" fmla="*/ 39016 w 123774"/>
              <a:gd name="connsiteY89" fmla="*/ 171914 h 212206"/>
              <a:gd name="connsiteX90" fmla="*/ 34980 w 123774"/>
              <a:gd name="connsiteY90" fmla="*/ 174600 h 212206"/>
              <a:gd name="connsiteX91" fmla="*/ 24217 w 123774"/>
              <a:gd name="connsiteY91" fmla="*/ 174600 h 212206"/>
              <a:gd name="connsiteX92" fmla="*/ 22872 w 123774"/>
              <a:gd name="connsiteY92" fmla="*/ 171914 h 212206"/>
              <a:gd name="connsiteX93" fmla="*/ 22872 w 123774"/>
              <a:gd name="connsiteY93" fmla="*/ 159826 h 212206"/>
              <a:gd name="connsiteX94" fmla="*/ 29598 w 123774"/>
              <a:gd name="connsiteY94" fmla="*/ 149082 h 212206"/>
              <a:gd name="connsiteX95" fmla="*/ 25562 w 123774"/>
              <a:gd name="connsiteY95" fmla="*/ 145052 h 212206"/>
              <a:gd name="connsiteX96" fmla="*/ 29598 w 123774"/>
              <a:gd name="connsiteY96" fmla="*/ 142366 h 212206"/>
              <a:gd name="connsiteX97" fmla="*/ 30943 w 123774"/>
              <a:gd name="connsiteY97" fmla="*/ 138337 h 212206"/>
              <a:gd name="connsiteX98" fmla="*/ 26908 w 123774"/>
              <a:gd name="connsiteY98" fmla="*/ 138337 h 212206"/>
              <a:gd name="connsiteX99" fmla="*/ 24217 w 123774"/>
              <a:gd name="connsiteY99" fmla="*/ 142366 h 212206"/>
              <a:gd name="connsiteX100" fmla="*/ 16145 w 123774"/>
              <a:gd name="connsiteY100" fmla="*/ 142366 h 212206"/>
              <a:gd name="connsiteX101" fmla="*/ 13454 w 123774"/>
              <a:gd name="connsiteY101" fmla="*/ 139680 h 212206"/>
              <a:gd name="connsiteX102" fmla="*/ 8073 w 123774"/>
              <a:gd name="connsiteY102" fmla="*/ 136994 h 212206"/>
              <a:gd name="connsiteX103" fmla="*/ 8073 w 123774"/>
              <a:gd name="connsiteY103" fmla="*/ 141023 h 212206"/>
              <a:gd name="connsiteX104" fmla="*/ 4036 w 123774"/>
              <a:gd name="connsiteY104" fmla="*/ 142366 h 212206"/>
              <a:gd name="connsiteX105" fmla="*/ 1346 w 123774"/>
              <a:gd name="connsiteY105" fmla="*/ 134308 h 212206"/>
              <a:gd name="connsiteX106" fmla="*/ 0 w 123774"/>
              <a:gd name="connsiteY106" fmla="*/ 134308 h 212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23774" h="212206">
                <a:moveTo>
                  <a:pt x="0" y="132965"/>
                </a:moveTo>
                <a:lnTo>
                  <a:pt x="0" y="118191"/>
                </a:lnTo>
                <a:lnTo>
                  <a:pt x="6727" y="112818"/>
                </a:lnTo>
                <a:lnTo>
                  <a:pt x="9418" y="106103"/>
                </a:lnTo>
                <a:lnTo>
                  <a:pt x="9418" y="100731"/>
                </a:lnTo>
                <a:lnTo>
                  <a:pt x="16145" y="96702"/>
                </a:lnTo>
                <a:lnTo>
                  <a:pt x="20181" y="87300"/>
                </a:lnTo>
                <a:lnTo>
                  <a:pt x="25562" y="85957"/>
                </a:lnTo>
                <a:lnTo>
                  <a:pt x="29598" y="72526"/>
                </a:lnTo>
                <a:lnTo>
                  <a:pt x="32289" y="68497"/>
                </a:lnTo>
                <a:lnTo>
                  <a:pt x="30943" y="65811"/>
                </a:lnTo>
                <a:lnTo>
                  <a:pt x="32289" y="56409"/>
                </a:lnTo>
                <a:lnTo>
                  <a:pt x="36325" y="51037"/>
                </a:lnTo>
                <a:lnTo>
                  <a:pt x="41707" y="59095"/>
                </a:lnTo>
                <a:lnTo>
                  <a:pt x="45743" y="60438"/>
                </a:lnTo>
                <a:lnTo>
                  <a:pt x="49779" y="64468"/>
                </a:lnTo>
                <a:lnTo>
                  <a:pt x="53815" y="61782"/>
                </a:lnTo>
                <a:lnTo>
                  <a:pt x="59197" y="64468"/>
                </a:lnTo>
                <a:lnTo>
                  <a:pt x="69960" y="63125"/>
                </a:lnTo>
                <a:lnTo>
                  <a:pt x="76687" y="64468"/>
                </a:lnTo>
                <a:lnTo>
                  <a:pt x="80723" y="57752"/>
                </a:lnTo>
                <a:lnTo>
                  <a:pt x="79378" y="53723"/>
                </a:lnTo>
                <a:lnTo>
                  <a:pt x="73996" y="48351"/>
                </a:lnTo>
                <a:lnTo>
                  <a:pt x="68615" y="44322"/>
                </a:lnTo>
                <a:lnTo>
                  <a:pt x="72651" y="41635"/>
                </a:lnTo>
                <a:lnTo>
                  <a:pt x="79378" y="40292"/>
                </a:lnTo>
                <a:lnTo>
                  <a:pt x="88795" y="32234"/>
                </a:lnTo>
                <a:lnTo>
                  <a:pt x="88795" y="26862"/>
                </a:lnTo>
                <a:lnTo>
                  <a:pt x="92831" y="21489"/>
                </a:lnTo>
                <a:lnTo>
                  <a:pt x="98212" y="20146"/>
                </a:lnTo>
                <a:lnTo>
                  <a:pt x="100903" y="16117"/>
                </a:lnTo>
                <a:lnTo>
                  <a:pt x="98212" y="12088"/>
                </a:lnTo>
                <a:lnTo>
                  <a:pt x="99558" y="6715"/>
                </a:lnTo>
                <a:lnTo>
                  <a:pt x="99558" y="1343"/>
                </a:lnTo>
                <a:lnTo>
                  <a:pt x="102249" y="0"/>
                </a:lnTo>
                <a:lnTo>
                  <a:pt x="106285" y="2686"/>
                </a:lnTo>
                <a:lnTo>
                  <a:pt x="106285" y="8059"/>
                </a:lnTo>
                <a:lnTo>
                  <a:pt x="108976" y="10745"/>
                </a:lnTo>
                <a:lnTo>
                  <a:pt x="117048" y="13431"/>
                </a:lnTo>
                <a:lnTo>
                  <a:pt x="123775" y="21489"/>
                </a:lnTo>
                <a:lnTo>
                  <a:pt x="122430" y="21489"/>
                </a:lnTo>
                <a:lnTo>
                  <a:pt x="113012" y="30891"/>
                </a:lnTo>
                <a:lnTo>
                  <a:pt x="110321" y="29548"/>
                </a:lnTo>
                <a:lnTo>
                  <a:pt x="110321" y="36263"/>
                </a:lnTo>
                <a:lnTo>
                  <a:pt x="106285" y="49694"/>
                </a:lnTo>
                <a:lnTo>
                  <a:pt x="107630" y="56409"/>
                </a:lnTo>
                <a:lnTo>
                  <a:pt x="113012" y="60438"/>
                </a:lnTo>
                <a:lnTo>
                  <a:pt x="113012" y="73869"/>
                </a:lnTo>
                <a:lnTo>
                  <a:pt x="117048" y="77899"/>
                </a:lnTo>
                <a:lnTo>
                  <a:pt x="114357" y="83271"/>
                </a:lnTo>
                <a:lnTo>
                  <a:pt x="107630" y="88643"/>
                </a:lnTo>
                <a:lnTo>
                  <a:pt x="108976" y="91329"/>
                </a:lnTo>
                <a:lnTo>
                  <a:pt x="96867" y="104760"/>
                </a:lnTo>
                <a:lnTo>
                  <a:pt x="98212" y="108789"/>
                </a:lnTo>
                <a:lnTo>
                  <a:pt x="94176" y="111475"/>
                </a:lnTo>
                <a:lnTo>
                  <a:pt x="92831" y="114162"/>
                </a:lnTo>
                <a:lnTo>
                  <a:pt x="87449" y="114162"/>
                </a:lnTo>
                <a:lnTo>
                  <a:pt x="82068" y="118191"/>
                </a:lnTo>
                <a:lnTo>
                  <a:pt x="80723" y="123563"/>
                </a:lnTo>
                <a:lnTo>
                  <a:pt x="73996" y="127592"/>
                </a:lnTo>
                <a:lnTo>
                  <a:pt x="73996" y="134308"/>
                </a:lnTo>
                <a:lnTo>
                  <a:pt x="75342" y="139680"/>
                </a:lnTo>
                <a:lnTo>
                  <a:pt x="72651" y="142366"/>
                </a:lnTo>
                <a:lnTo>
                  <a:pt x="73996" y="149082"/>
                </a:lnTo>
                <a:lnTo>
                  <a:pt x="83414" y="151768"/>
                </a:lnTo>
                <a:lnTo>
                  <a:pt x="86104" y="155797"/>
                </a:lnTo>
                <a:lnTo>
                  <a:pt x="106285" y="166541"/>
                </a:lnTo>
                <a:lnTo>
                  <a:pt x="108976" y="171914"/>
                </a:lnTo>
                <a:lnTo>
                  <a:pt x="98212" y="178629"/>
                </a:lnTo>
                <a:lnTo>
                  <a:pt x="80723" y="179972"/>
                </a:lnTo>
                <a:lnTo>
                  <a:pt x="71305" y="189374"/>
                </a:lnTo>
                <a:lnTo>
                  <a:pt x="61888" y="190717"/>
                </a:lnTo>
                <a:lnTo>
                  <a:pt x="53815" y="198775"/>
                </a:lnTo>
                <a:lnTo>
                  <a:pt x="52470" y="204148"/>
                </a:lnTo>
                <a:lnTo>
                  <a:pt x="47088" y="198775"/>
                </a:lnTo>
                <a:lnTo>
                  <a:pt x="43052" y="200118"/>
                </a:lnTo>
                <a:lnTo>
                  <a:pt x="45743" y="202805"/>
                </a:lnTo>
                <a:lnTo>
                  <a:pt x="40361" y="209520"/>
                </a:lnTo>
                <a:lnTo>
                  <a:pt x="37670" y="206834"/>
                </a:lnTo>
                <a:lnTo>
                  <a:pt x="32289" y="212206"/>
                </a:lnTo>
                <a:lnTo>
                  <a:pt x="29598" y="208177"/>
                </a:lnTo>
                <a:lnTo>
                  <a:pt x="34980" y="200118"/>
                </a:lnTo>
                <a:lnTo>
                  <a:pt x="29598" y="198775"/>
                </a:lnTo>
                <a:lnTo>
                  <a:pt x="24217" y="201462"/>
                </a:lnTo>
                <a:lnTo>
                  <a:pt x="21527" y="200118"/>
                </a:lnTo>
                <a:lnTo>
                  <a:pt x="22872" y="196089"/>
                </a:lnTo>
                <a:lnTo>
                  <a:pt x="24217" y="185345"/>
                </a:lnTo>
                <a:lnTo>
                  <a:pt x="26908" y="177286"/>
                </a:lnTo>
                <a:lnTo>
                  <a:pt x="33634" y="177286"/>
                </a:lnTo>
                <a:lnTo>
                  <a:pt x="39016" y="171914"/>
                </a:lnTo>
                <a:lnTo>
                  <a:pt x="34980" y="174600"/>
                </a:lnTo>
                <a:lnTo>
                  <a:pt x="24217" y="174600"/>
                </a:lnTo>
                <a:lnTo>
                  <a:pt x="22872" y="171914"/>
                </a:lnTo>
                <a:lnTo>
                  <a:pt x="22872" y="159826"/>
                </a:lnTo>
                <a:lnTo>
                  <a:pt x="29598" y="149082"/>
                </a:lnTo>
                <a:lnTo>
                  <a:pt x="25562" y="145052"/>
                </a:lnTo>
                <a:lnTo>
                  <a:pt x="29598" y="142366"/>
                </a:lnTo>
                <a:lnTo>
                  <a:pt x="30943" y="138337"/>
                </a:lnTo>
                <a:lnTo>
                  <a:pt x="26908" y="138337"/>
                </a:lnTo>
                <a:lnTo>
                  <a:pt x="24217" y="142366"/>
                </a:lnTo>
                <a:lnTo>
                  <a:pt x="16145" y="142366"/>
                </a:lnTo>
                <a:lnTo>
                  <a:pt x="13454" y="139680"/>
                </a:lnTo>
                <a:lnTo>
                  <a:pt x="8073" y="136994"/>
                </a:lnTo>
                <a:lnTo>
                  <a:pt x="8073" y="141023"/>
                </a:lnTo>
                <a:lnTo>
                  <a:pt x="4036" y="142366"/>
                </a:lnTo>
                <a:lnTo>
                  <a:pt x="1346" y="134308"/>
                </a:lnTo>
                <a:lnTo>
                  <a:pt x="0" y="13430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3" name="Freeform 242">
            <a:extLst>
              <a:ext uri="{FF2B5EF4-FFF2-40B4-BE49-F238E27FC236}">
                <a16:creationId xmlns:a16="http://schemas.microsoft.com/office/drawing/2014/main" id="{4B4995AD-1E00-4979-89D4-CCA482D06703}"/>
              </a:ext>
            </a:extLst>
          </p:cNvPr>
          <p:cNvSpPr/>
          <p:nvPr/>
        </p:nvSpPr>
        <p:spPr>
          <a:xfrm>
            <a:off x="9449927" y="3025413"/>
            <a:ext cx="801844" cy="377404"/>
          </a:xfrm>
          <a:custGeom>
            <a:avLst/>
            <a:gdLst>
              <a:gd name="connsiteX0" fmla="*/ 0 w 801844"/>
              <a:gd name="connsiteY0" fmla="*/ 134308 h 377404"/>
              <a:gd name="connsiteX1" fmla="*/ 4036 w 801844"/>
              <a:gd name="connsiteY1" fmla="*/ 124906 h 377404"/>
              <a:gd name="connsiteX2" fmla="*/ 8072 w 801844"/>
              <a:gd name="connsiteY2" fmla="*/ 122220 h 377404"/>
              <a:gd name="connsiteX3" fmla="*/ 20181 w 801844"/>
              <a:gd name="connsiteY3" fmla="*/ 122220 h 377404"/>
              <a:gd name="connsiteX4" fmla="*/ 22872 w 801844"/>
              <a:gd name="connsiteY4" fmla="*/ 119534 h 377404"/>
              <a:gd name="connsiteX5" fmla="*/ 26908 w 801844"/>
              <a:gd name="connsiteY5" fmla="*/ 115505 h 377404"/>
              <a:gd name="connsiteX6" fmla="*/ 34980 w 801844"/>
              <a:gd name="connsiteY6" fmla="*/ 112818 h 377404"/>
              <a:gd name="connsiteX7" fmla="*/ 34980 w 801844"/>
              <a:gd name="connsiteY7" fmla="*/ 107446 h 377404"/>
              <a:gd name="connsiteX8" fmla="*/ 37671 w 801844"/>
              <a:gd name="connsiteY8" fmla="*/ 102074 h 377404"/>
              <a:gd name="connsiteX9" fmla="*/ 44398 w 801844"/>
              <a:gd name="connsiteY9" fmla="*/ 98045 h 377404"/>
              <a:gd name="connsiteX10" fmla="*/ 44398 w 801844"/>
              <a:gd name="connsiteY10" fmla="*/ 95359 h 377404"/>
              <a:gd name="connsiteX11" fmla="*/ 48434 w 801844"/>
              <a:gd name="connsiteY11" fmla="*/ 91329 h 377404"/>
              <a:gd name="connsiteX12" fmla="*/ 52470 w 801844"/>
              <a:gd name="connsiteY12" fmla="*/ 89986 h 377404"/>
              <a:gd name="connsiteX13" fmla="*/ 56506 w 801844"/>
              <a:gd name="connsiteY13" fmla="*/ 84614 h 377404"/>
              <a:gd name="connsiteX14" fmla="*/ 59196 w 801844"/>
              <a:gd name="connsiteY14" fmla="*/ 83271 h 377404"/>
              <a:gd name="connsiteX15" fmla="*/ 56506 w 801844"/>
              <a:gd name="connsiteY15" fmla="*/ 80585 h 377404"/>
              <a:gd name="connsiteX16" fmla="*/ 55161 w 801844"/>
              <a:gd name="connsiteY16" fmla="*/ 76555 h 377404"/>
              <a:gd name="connsiteX17" fmla="*/ 57851 w 801844"/>
              <a:gd name="connsiteY17" fmla="*/ 75212 h 377404"/>
              <a:gd name="connsiteX18" fmla="*/ 65923 w 801844"/>
              <a:gd name="connsiteY18" fmla="*/ 76555 h 377404"/>
              <a:gd name="connsiteX19" fmla="*/ 69960 w 801844"/>
              <a:gd name="connsiteY19" fmla="*/ 75212 h 377404"/>
              <a:gd name="connsiteX20" fmla="*/ 72650 w 801844"/>
              <a:gd name="connsiteY20" fmla="*/ 68497 h 377404"/>
              <a:gd name="connsiteX21" fmla="*/ 76687 w 801844"/>
              <a:gd name="connsiteY21" fmla="*/ 67154 h 377404"/>
              <a:gd name="connsiteX22" fmla="*/ 86104 w 801844"/>
              <a:gd name="connsiteY22" fmla="*/ 65811 h 377404"/>
              <a:gd name="connsiteX23" fmla="*/ 90140 w 801844"/>
              <a:gd name="connsiteY23" fmla="*/ 64468 h 377404"/>
              <a:gd name="connsiteX24" fmla="*/ 95522 w 801844"/>
              <a:gd name="connsiteY24" fmla="*/ 64468 h 377404"/>
              <a:gd name="connsiteX25" fmla="*/ 100903 w 801844"/>
              <a:gd name="connsiteY25" fmla="*/ 64468 h 377404"/>
              <a:gd name="connsiteX26" fmla="*/ 104940 w 801844"/>
              <a:gd name="connsiteY26" fmla="*/ 61782 h 377404"/>
              <a:gd name="connsiteX27" fmla="*/ 106285 w 801844"/>
              <a:gd name="connsiteY27" fmla="*/ 61782 h 377404"/>
              <a:gd name="connsiteX28" fmla="*/ 108976 w 801844"/>
              <a:gd name="connsiteY28" fmla="*/ 67154 h 377404"/>
              <a:gd name="connsiteX29" fmla="*/ 110321 w 801844"/>
              <a:gd name="connsiteY29" fmla="*/ 69840 h 377404"/>
              <a:gd name="connsiteX30" fmla="*/ 113012 w 801844"/>
              <a:gd name="connsiteY30" fmla="*/ 72526 h 377404"/>
              <a:gd name="connsiteX31" fmla="*/ 118393 w 801844"/>
              <a:gd name="connsiteY31" fmla="*/ 72526 h 377404"/>
              <a:gd name="connsiteX32" fmla="*/ 121084 w 801844"/>
              <a:gd name="connsiteY32" fmla="*/ 71183 h 377404"/>
              <a:gd name="connsiteX33" fmla="*/ 125120 w 801844"/>
              <a:gd name="connsiteY33" fmla="*/ 72526 h 377404"/>
              <a:gd name="connsiteX34" fmla="*/ 129156 w 801844"/>
              <a:gd name="connsiteY34" fmla="*/ 69840 h 377404"/>
              <a:gd name="connsiteX35" fmla="*/ 137229 w 801844"/>
              <a:gd name="connsiteY35" fmla="*/ 68497 h 377404"/>
              <a:gd name="connsiteX36" fmla="*/ 139919 w 801844"/>
              <a:gd name="connsiteY36" fmla="*/ 72526 h 377404"/>
              <a:gd name="connsiteX37" fmla="*/ 141265 w 801844"/>
              <a:gd name="connsiteY37" fmla="*/ 76555 h 377404"/>
              <a:gd name="connsiteX38" fmla="*/ 142610 w 801844"/>
              <a:gd name="connsiteY38" fmla="*/ 80585 h 377404"/>
              <a:gd name="connsiteX39" fmla="*/ 154718 w 801844"/>
              <a:gd name="connsiteY39" fmla="*/ 87300 h 377404"/>
              <a:gd name="connsiteX40" fmla="*/ 160100 w 801844"/>
              <a:gd name="connsiteY40" fmla="*/ 91329 h 377404"/>
              <a:gd name="connsiteX41" fmla="*/ 169518 w 801844"/>
              <a:gd name="connsiteY41" fmla="*/ 95359 h 377404"/>
              <a:gd name="connsiteX42" fmla="*/ 172208 w 801844"/>
              <a:gd name="connsiteY42" fmla="*/ 94015 h 377404"/>
              <a:gd name="connsiteX43" fmla="*/ 177590 w 801844"/>
              <a:gd name="connsiteY43" fmla="*/ 92672 h 377404"/>
              <a:gd name="connsiteX44" fmla="*/ 182971 w 801844"/>
              <a:gd name="connsiteY44" fmla="*/ 88643 h 377404"/>
              <a:gd name="connsiteX45" fmla="*/ 188353 w 801844"/>
              <a:gd name="connsiteY45" fmla="*/ 87300 h 377404"/>
              <a:gd name="connsiteX46" fmla="*/ 192389 w 801844"/>
              <a:gd name="connsiteY46" fmla="*/ 88643 h 377404"/>
              <a:gd name="connsiteX47" fmla="*/ 196425 w 801844"/>
              <a:gd name="connsiteY47" fmla="*/ 91329 h 377404"/>
              <a:gd name="connsiteX48" fmla="*/ 200461 w 801844"/>
              <a:gd name="connsiteY48" fmla="*/ 89986 h 377404"/>
              <a:gd name="connsiteX49" fmla="*/ 211224 w 801844"/>
              <a:gd name="connsiteY49" fmla="*/ 89986 h 377404"/>
              <a:gd name="connsiteX50" fmla="*/ 216606 w 801844"/>
              <a:gd name="connsiteY50" fmla="*/ 92672 h 377404"/>
              <a:gd name="connsiteX51" fmla="*/ 220642 w 801844"/>
              <a:gd name="connsiteY51" fmla="*/ 92672 h 377404"/>
              <a:gd name="connsiteX52" fmla="*/ 221987 w 801844"/>
              <a:gd name="connsiteY52" fmla="*/ 91329 h 377404"/>
              <a:gd name="connsiteX53" fmla="*/ 227369 w 801844"/>
              <a:gd name="connsiteY53" fmla="*/ 91329 h 377404"/>
              <a:gd name="connsiteX54" fmla="*/ 235441 w 801844"/>
              <a:gd name="connsiteY54" fmla="*/ 89986 h 377404"/>
              <a:gd name="connsiteX55" fmla="*/ 240822 w 801844"/>
              <a:gd name="connsiteY55" fmla="*/ 83271 h 377404"/>
              <a:gd name="connsiteX56" fmla="*/ 238132 w 801844"/>
              <a:gd name="connsiteY56" fmla="*/ 79241 h 377404"/>
              <a:gd name="connsiteX57" fmla="*/ 232750 w 801844"/>
              <a:gd name="connsiteY57" fmla="*/ 76555 h 377404"/>
              <a:gd name="connsiteX58" fmla="*/ 232750 w 801844"/>
              <a:gd name="connsiteY58" fmla="*/ 68497 h 377404"/>
              <a:gd name="connsiteX59" fmla="*/ 234095 w 801844"/>
              <a:gd name="connsiteY59" fmla="*/ 59095 h 377404"/>
              <a:gd name="connsiteX60" fmla="*/ 232750 w 801844"/>
              <a:gd name="connsiteY60" fmla="*/ 56409 h 377404"/>
              <a:gd name="connsiteX61" fmla="*/ 228714 w 801844"/>
              <a:gd name="connsiteY61" fmla="*/ 55066 h 377404"/>
              <a:gd name="connsiteX62" fmla="*/ 226024 w 801844"/>
              <a:gd name="connsiteY62" fmla="*/ 51037 h 377404"/>
              <a:gd name="connsiteX63" fmla="*/ 217951 w 801844"/>
              <a:gd name="connsiteY63" fmla="*/ 49694 h 377404"/>
              <a:gd name="connsiteX64" fmla="*/ 216606 w 801844"/>
              <a:gd name="connsiteY64" fmla="*/ 42978 h 377404"/>
              <a:gd name="connsiteX65" fmla="*/ 216606 w 801844"/>
              <a:gd name="connsiteY65" fmla="*/ 30891 h 377404"/>
              <a:gd name="connsiteX66" fmla="*/ 221987 w 801844"/>
              <a:gd name="connsiteY66" fmla="*/ 24175 h 377404"/>
              <a:gd name="connsiteX67" fmla="*/ 221987 w 801844"/>
              <a:gd name="connsiteY67" fmla="*/ 20146 h 377404"/>
              <a:gd name="connsiteX68" fmla="*/ 224678 w 801844"/>
              <a:gd name="connsiteY68" fmla="*/ 16117 h 377404"/>
              <a:gd name="connsiteX69" fmla="*/ 228714 w 801844"/>
              <a:gd name="connsiteY69" fmla="*/ 14774 h 377404"/>
              <a:gd name="connsiteX70" fmla="*/ 231405 w 801844"/>
              <a:gd name="connsiteY70" fmla="*/ 14774 h 377404"/>
              <a:gd name="connsiteX71" fmla="*/ 232750 w 801844"/>
              <a:gd name="connsiteY71" fmla="*/ 10745 h 377404"/>
              <a:gd name="connsiteX72" fmla="*/ 231405 w 801844"/>
              <a:gd name="connsiteY72" fmla="*/ 6715 h 377404"/>
              <a:gd name="connsiteX73" fmla="*/ 232750 w 801844"/>
              <a:gd name="connsiteY73" fmla="*/ 2686 h 377404"/>
              <a:gd name="connsiteX74" fmla="*/ 235441 w 801844"/>
              <a:gd name="connsiteY74" fmla="*/ 0 h 377404"/>
              <a:gd name="connsiteX75" fmla="*/ 240822 w 801844"/>
              <a:gd name="connsiteY75" fmla="*/ 0 h 377404"/>
              <a:gd name="connsiteX76" fmla="*/ 243513 w 801844"/>
              <a:gd name="connsiteY76" fmla="*/ 2686 h 377404"/>
              <a:gd name="connsiteX77" fmla="*/ 251586 w 801844"/>
              <a:gd name="connsiteY77" fmla="*/ 4029 h 377404"/>
              <a:gd name="connsiteX78" fmla="*/ 258312 w 801844"/>
              <a:gd name="connsiteY78" fmla="*/ 8059 h 377404"/>
              <a:gd name="connsiteX79" fmla="*/ 258312 w 801844"/>
              <a:gd name="connsiteY79" fmla="*/ 9401 h 377404"/>
              <a:gd name="connsiteX80" fmla="*/ 265039 w 801844"/>
              <a:gd name="connsiteY80" fmla="*/ 12088 h 377404"/>
              <a:gd name="connsiteX81" fmla="*/ 271766 w 801844"/>
              <a:gd name="connsiteY81" fmla="*/ 12088 h 377404"/>
              <a:gd name="connsiteX82" fmla="*/ 281184 w 801844"/>
              <a:gd name="connsiteY82" fmla="*/ 12088 h 377404"/>
              <a:gd name="connsiteX83" fmla="*/ 283875 w 801844"/>
              <a:gd name="connsiteY83" fmla="*/ 13431 h 377404"/>
              <a:gd name="connsiteX84" fmla="*/ 286565 w 801844"/>
              <a:gd name="connsiteY84" fmla="*/ 16117 h 377404"/>
              <a:gd name="connsiteX85" fmla="*/ 293292 w 801844"/>
              <a:gd name="connsiteY85" fmla="*/ 17460 h 377404"/>
              <a:gd name="connsiteX86" fmla="*/ 297328 w 801844"/>
              <a:gd name="connsiteY86" fmla="*/ 18803 h 377404"/>
              <a:gd name="connsiteX87" fmla="*/ 301364 w 801844"/>
              <a:gd name="connsiteY87" fmla="*/ 20146 h 377404"/>
              <a:gd name="connsiteX88" fmla="*/ 312128 w 801844"/>
              <a:gd name="connsiteY88" fmla="*/ 18803 h 377404"/>
              <a:gd name="connsiteX89" fmla="*/ 316164 w 801844"/>
              <a:gd name="connsiteY89" fmla="*/ 21489 h 377404"/>
              <a:gd name="connsiteX90" fmla="*/ 318854 w 801844"/>
              <a:gd name="connsiteY90" fmla="*/ 25518 h 377404"/>
              <a:gd name="connsiteX91" fmla="*/ 318854 w 801844"/>
              <a:gd name="connsiteY91" fmla="*/ 28205 h 377404"/>
              <a:gd name="connsiteX92" fmla="*/ 321545 w 801844"/>
              <a:gd name="connsiteY92" fmla="*/ 32234 h 377404"/>
              <a:gd name="connsiteX93" fmla="*/ 321545 w 801844"/>
              <a:gd name="connsiteY93" fmla="*/ 34920 h 377404"/>
              <a:gd name="connsiteX94" fmla="*/ 324236 w 801844"/>
              <a:gd name="connsiteY94" fmla="*/ 38949 h 377404"/>
              <a:gd name="connsiteX95" fmla="*/ 325581 w 801844"/>
              <a:gd name="connsiteY95" fmla="*/ 44322 h 377404"/>
              <a:gd name="connsiteX96" fmla="*/ 325581 w 801844"/>
              <a:gd name="connsiteY96" fmla="*/ 48351 h 377404"/>
              <a:gd name="connsiteX97" fmla="*/ 329617 w 801844"/>
              <a:gd name="connsiteY97" fmla="*/ 51037 h 377404"/>
              <a:gd name="connsiteX98" fmla="*/ 332308 w 801844"/>
              <a:gd name="connsiteY98" fmla="*/ 52380 h 377404"/>
              <a:gd name="connsiteX99" fmla="*/ 337690 w 801844"/>
              <a:gd name="connsiteY99" fmla="*/ 56409 h 377404"/>
              <a:gd name="connsiteX100" fmla="*/ 339035 w 801844"/>
              <a:gd name="connsiteY100" fmla="*/ 59095 h 377404"/>
              <a:gd name="connsiteX101" fmla="*/ 347107 w 801844"/>
              <a:gd name="connsiteY101" fmla="*/ 61782 h 377404"/>
              <a:gd name="connsiteX102" fmla="*/ 355179 w 801844"/>
              <a:gd name="connsiteY102" fmla="*/ 65811 h 377404"/>
              <a:gd name="connsiteX103" fmla="*/ 357870 w 801844"/>
              <a:gd name="connsiteY103" fmla="*/ 65811 h 377404"/>
              <a:gd name="connsiteX104" fmla="*/ 360561 w 801844"/>
              <a:gd name="connsiteY104" fmla="*/ 64468 h 377404"/>
              <a:gd name="connsiteX105" fmla="*/ 368633 w 801844"/>
              <a:gd name="connsiteY105" fmla="*/ 64468 h 377404"/>
              <a:gd name="connsiteX106" fmla="*/ 371324 w 801844"/>
              <a:gd name="connsiteY106" fmla="*/ 61782 h 377404"/>
              <a:gd name="connsiteX107" fmla="*/ 375360 w 801844"/>
              <a:gd name="connsiteY107" fmla="*/ 61782 h 377404"/>
              <a:gd name="connsiteX108" fmla="*/ 379396 w 801844"/>
              <a:gd name="connsiteY108" fmla="*/ 63125 h 377404"/>
              <a:gd name="connsiteX109" fmla="*/ 382087 w 801844"/>
              <a:gd name="connsiteY109" fmla="*/ 61782 h 377404"/>
              <a:gd name="connsiteX110" fmla="*/ 386123 w 801844"/>
              <a:gd name="connsiteY110" fmla="*/ 57752 h 377404"/>
              <a:gd name="connsiteX111" fmla="*/ 394196 w 801844"/>
              <a:gd name="connsiteY111" fmla="*/ 55066 h 377404"/>
              <a:gd name="connsiteX112" fmla="*/ 404958 w 801844"/>
              <a:gd name="connsiteY112" fmla="*/ 53723 h 377404"/>
              <a:gd name="connsiteX113" fmla="*/ 410340 w 801844"/>
              <a:gd name="connsiteY113" fmla="*/ 51037 h 377404"/>
              <a:gd name="connsiteX114" fmla="*/ 417067 w 801844"/>
              <a:gd name="connsiteY114" fmla="*/ 51037 h 377404"/>
              <a:gd name="connsiteX115" fmla="*/ 422448 w 801844"/>
              <a:gd name="connsiteY115" fmla="*/ 48351 h 377404"/>
              <a:gd name="connsiteX116" fmla="*/ 429175 w 801844"/>
              <a:gd name="connsiteY116" fmla="*/ 52380 h 377404"/>
              <a:gd name="connsiteX117" fmla="*/ 435902 w 801844"/>
              <a:gd name="connsiteY117" fmla="*/ 52380 h 377404"/>
              <a:gd name="connsiteX118" fmla="*/ 446665 w 801844"/>
              <a:gd name="connsiteY118" fmla="*/ 52380 h 377404"/>
              <a:gd name="connsiteX119" fmla="*/ 452047 w 801844"/>
              <a:gd name="connsiteY119" fmla="*/ 60438 h 377404"/>
              <a:gd name="connsiteX120" fmla="*/ 461464 w 801844"/>
              <a:gd name="connsiteY120" fmla="*/ 63125 h 377404"/>
              <a:gd name="connsiteX121" fmla="*/ 468191 w 801844"/>
              <a:gd name="connsiteY121" fmla="*/ 63125 h 377404"/>
              <a:gd name="connsiteX122" fmla="*/ 473572 w 801844"/>
              <a:gd name="connsiteY122" fmla="*/ 61782 h 377404"/>
              <a:gd name="connsiteX123" fmla="*/ 476263 w 801844"/>
              <a:gd name="connsiteY123" fmla="*/ 64468 h 377404"/>
              <a:gd name="connsiteX124" fmla="*/ 478954 w 801844"/>
              <a:gd name="connsiteY124" fmla="*/ 72526 h 377404"/>
              <a:gd name="connsiteX125" fmla="*/ 484336 w 801844"/>
              <a:gd name="connsiteY125" fmla="*/ 76555 h 377404"/>
              <a:gd name="connsiteX126" fmla="*/ 488372 w 801844"/>
              <a:gd name="connsiteY126" fmla="*/ 77899 h 377404"/>
              <a:gd name="connsiteX127" fmla="*/ 491063 w 801844"/>
              <a:gd name="connsiteY127" fmla="*/ 79241 h 377404"/>
              <a:gd name="connsiteX128" fmla="*/ 495099 w 801844"/>
              <a:gd name="connsiteY128" fmla="*/ 83271 h 377404"/>
              <a:gd name="connsiteX129" fmla="*/ 499135 w 801844"/>
              <a:gd name="connsiteY129" fmla="*/ 84614 h 377404"/>
              <a:gd name="connsiteX130" fmla="*/ 511244 w 801844"/>
              <a:gd name="connsiteY130" fmla="*/ 83271 h 377404"/>
              <a:gd name="connsiteX131" fmla="*/ 522006 w 801844"/>
              <a:gd name="connsiteY131" fmla="*/ 85957 h 377404"/>
              <a:gd name="connsiteX132" fmla="*/ 536805 w 801844"/>
              <a:gd name="connsiteY132" fmla="*/ 85957 h 377404"/>
              <a:gd name="connsiteX133" fmla="*/ 543532 w 801844"/>
              <a:gd name="connsiteY133" fmla="*/ 84614 h 377404"/>
              <a:gd name="connsiteX134" fmla="*/ 546223 w 801844"/>
              <a:gd name="connsiteY134" fmla="*/ 83271 h 377404"/>
              <a:gd name="connsiteX135" fmla="*/ 551605 w 801844"/>
              <a:gd name="connsiteY135" fmla="*/ 83271 h 377404"/>
              <a:gd name="connsiteX136" fmla="*/ 556986 w 801844"/>
              <a:gd name="connsiteY136" fmla="*/ 85957 h 377404"/>
              <a:gd name="connsiteX137" fmla="*/ 559677 w 801844"/>
              <a:gd name="connsiteY137" fmla="*/ 84614 h 377404"/>
              <a:gd name="connsiteX138" fmla="*/ 563713 w 801844"/>
              <a:gd name="connsiteY138" fmla="*/ 79241 h 377404"/>
              <a:gd name="connsiteX139" fmla="*/ 574476 w 801844"/>
              <a:gd name="connsiteY139" fmla="*/ 72526 h 377404"/>
              <a:gd name="connsiteX140" fmla="*/ 579857 w 801844"/>
              <a:gd name="connsiteY140" fmla="*/ 72526 h 377404"/>
              <a:gd name="connsiteX141" fmla="*/ 583893 w 801844"/>
              <a:gd name="connsiteY141" fmla="*/ 68497 h 377404"/>
              <a:gd name="connsiteX142" fmla="*/ 587929 w 801844"/>
              <a:gd name="connsiteY142" fmla="*/ 67154 h 377404"/>
              <a:gd name="connsiteX143" fmla="*/ 600038 w 801844"/>
              <a:gd name="connsiteY143" fmla="*/ 68497 h 377404"/>
              <a:gd name="connsiteX144" fmla="*/ 605420 w 801844"/>
              <a:gd name="connsiteY144" fmla="*/ 63125 h 377404"/>
              <a:gd name="connsiteX145" fmla="*/ 606765 w 801844"/>
              <a:gd name="connsiteY145" fmla="*/ 57752 h 377404"/>
              <a:gd name="connsiteX146" fmla="*/ 606765 w 801844"/>
              <a:gd name="connsiteY146" fmla="*/ 56409 h 377404"/>
              <a:gd name="connsiteX147" fmla="*/ 610801 w 801844"/>
              <a:gd name="connsiteY147" fmla="*/ 51037 h 377404"/>
              <a:gd name="connsiteX148" fmla="*/ 616183 w 801844"/>
              <a:gd name="connsiteY148" fmla="*/ 48351 h 377404"/>
              <a:gd name="connsiteX149" fmla="*/ 618874 w 801844"/>
              <a:gd name="connsiteY149" fmla="*/ 44322 h 377404"/>
              <a:gd name="connsiteX150" fmla="*/ 621564 w 801844"/>
              <a:gd name="connsiteY150" fmla="*/ 38949 h 377404"/>
              <a:gd name="connsiteX151" fmla="*/ 625601 w 801844"/>
              <a:gd name="connsiteY151" fmla="*/ 34920 h 377404"/>
              <a:gd name="connsiteX152" fmla="*/ 629637 w 801844"/>
              <a:gd name="connsiteY152" fmla="*/ 34920 h 377404"/>
              <a:gd name="connsiteX153" fmla="*/ 630982 w 801844"/>
              <a:gd name="connsiteY153" fmla="*/ 36263 h 377404"/>
              <a:gd name="connsiteX154" fmla="*/ 639054 w 801844"/>
              <a:gd name="connsiteY154" fmla="*/ 34920 h 377404"/>
              <a:gd name="connsiteX155" fmla="*/ 644435 w 801844"/>
              <a:gd name="connsiteY155" fmla="*/ 34920 h 377404"/>
              <a:gd name="connsiteX156" fmla="*/ 649817 w 801844"/>
              <a:gd name="connsiteY156" fmla="*/ 38949 h 377404"/>
              <a:gd name="connsiteX157" fmla="*/ 653853 w 801844"/>
              <a:gd name="connsiteY157" fmla="*/ 44322 h 377404"/>
              <a:gd name="connsiteX158" fmla="*/ 657889 w 801844"/>
              <a:gd name="connsiteY158" fmla="*/ 45665 h 377404"/>
              <a:gd name="connsiteX159" fmla="*/ 661925 w 801844"/>
              <a:gd name="connsiteY159" fmla="*/ 42978 h 377404"/>
              <a:gd name="connsiteX160" fmla="*/ 664616 w 801844"/>
              <a:gd name="connsiteY160" fmla="*/ 44322 h 377404"/>
              <a:gd name="connsiteX161" fmla="*/ 669998 w 801844"/>
              <a:gd name="connsiteY161" fmla="*/ 44322 h 377404"/>
              <a:gd name="connsiteX162" fmla="*/ 675379 w 801844"/>
              <a:gd name="connsiteY162" fmla="*/ 41635 h 377404"/>
              <a:gd name="connsiteX163" fmla="*/ 675379 w 801844"/>
              <a:gd name="connsiteY163" fmla="*/ 38949 h 377404"/>
              <a:gd name="connsiteX164" fmla="*/ 683452 w 801844"/>
              <a:gd name="connsiteY164" fmla="*/ 36263 h 377404"/>
              <a:gd name="connsiteX165" fmla="*/ 694214 w 801844"/>
              <a:gd name="connsiteY165" fmla="*/ 40292 h 377404"/>
              <a:gd name="connsiteX166" fmla="*/ 696905 w 801844"/>
              <a:gd name="connsiteY166" fmla="*/ 42978 h 377404"/>
              <a:gd name="connsiteX167" fmla="*/ 690178 w 801844"/>
              <a:gd name="connsiteY167" fmla="*/ 83271 h 377404"/>
              <a:gd name="connsiteX168" fmla="*/ 691524 w 801844"/>
              <a:gd name="connsiteY168" fmla="*/ 91329 h 377404"/>
              <a:gd name="connsiteX169" fmla="*/ 690178 w 801844"/>
              <a:gd name="connsiteY169" fmla="*/ 99388 h 377404"/>
              <a:gd name="connsiteX170" fmla="*/ 690178 w 801844"/>
              <a:gd name="connsiteY170" fmla="*/ 104760 h 377404"/>
              <a:gd name="connsiteX171" fmla="*/ 687488 w 801844"/>
              <a:gd name="connsiteY171" fmla="*/ 115505 h 377404"/>
              <a:gd name="connsiteX172" fmla="*/ 691524 w 801844"/>
              <a:gd name="connsiteY172" fmla="*/ 123563 h 377404"/>
              <a:gd name="connsiteX173" fmla="*/ 703632 w 801844"/>
              <a:gd name="connsiteY173" fmla="*/ 130278 h 377404"/>
              <a:gd name="connsiteX174" fmla="*/ 711704 w 801844"/>
              <a:gd name="connsiteY174" fmla="*/ 123563 h 377404"/>
              <a:gd name="connsiteX175" fmla="*/ 722467 w 801844"/>
              <a:gd name="connsiteY175" fmla="*/ 123563 h 377404"/>
              <a:gd name="connsiteX176" fmla="*/ 733231 w 801844"/>
              <a:gd name="connsiteY176" fmla="*/ 124906 h 377404"/>
              <a:gd name="connsiteX177" fmla="*/ 738612 w 801844"/>
              <a:gd name="connsiteY177" fmla="*/ 130278 h 377404"/>
              <a:gd name="connsiteX178" fmla="*/ 745339 w 801844"/>
              <a:gd name="connsiteY178" fmla="*/ 120877 h 377404"/>
              <a:gd name="connsiteX179" fmla="*/ 743994 w 801844"/>
              <a:gd name="connsiteY179" fmla="*/ 115505 h 377404"/>
              <a:gd name="connsiteX180" fmla="*/ 745339 w 801844"/>
              <a:gd name="connsiteY180" fmla="*/ 110132 h 377404"/>
              <a:gd name="connsiteX181" fmla="*/ 752065 w 801844"/>
              <a:gd name="connsiteY181" fmla="*/ 108789 h 377404"/>
              <a:gd name="connsiteX182" fmla="*/ 754756 w 801844"/>
              <a:gd name="connsiteY182" fmla="*/ 106103 h 377404"/>
              <a:gd name="connsiteX183" fmla="*/ 765519 w 801844"/>
              <a:gd name="connsiteY183" fmla="*/ 108789 h 377404"/>
              <a:gd name="connsiteX184" fmla="*/ 772246 w 801844"/>
              <a:gd name="connsiteY184" fmla="*/ 116848 h 377404"/>
              <a:gd name="connsiteX185" fmla="*/ 781664 w 801844"/>
              <a:gd name="connsiteY185" fmla="*/ 126249 h 377404"/>
              <a:gd name="connsiteX186" fmla="*/ 789736 w 801844"/>
              <a:gd name="connsiteY186" fmla="*/ 135651 h 377404"/>
              <a:gd name="connsiteX187" fmla="*/ 799154 w 801844"/>
              <a:gd name="connsiteY187" fmla="*/ 142366 h 377404"/>
              <a:gd name="connsiteX188" fmla="*/ 799154 w 801844"/>
              <a:gd name="connsiteY188" fmla="*/ 146395 h 377404"/>
              <a:gd name="connsiteX189" fmla="*/ 801845 w 801844"/>
              <a:gd name="connsiteY189" fmla="*/ 150425 h 377404"/>
              <a:gd name="connsiteX190" fmla="*/ 801845 w 801844"/>
              <a:gd name="connsiteY190" fmla="*/ 154454 h 377404"/>
              <a:gd name="connsiteX191" fmla="*/ 799154 w 801844"/>
              <a:gd name="connsiteY191" fmla="*/ 157140 h 377404"/>
              <a:gd name="connsiteX192" fmla="*/ 799154 w 801844"/>
              <a:gd name="connsiteY192" fmla="*/ 161169 h 377404"/>
              <a:gd name="connsiteX193" fmla="*/ 797809 w 801844"/>
              <a:gd name="connsiteY193" fmla="*/ 163855 h 377404"/>
              <a:gd name="connsiteX194" fmla="*/ 793773 w 801844"/>
              <a:gd name="connsiteY194" fmla="*/ 163855 h 377404"/>
              <a:gd name="connsiteX195" fmla="*/ 791082 w 801844"/>
              <a:gd name="connsiteY195" fmla="*/ 161169 h 377404"/>
              <a:gd name="connsiteX196" fmla="*/ 785700 w 801844"/>
              <a:gd name="connsiteY196" fmla="*/ 161169 h 377404"/>
              <a:gd name="connsiteX197" fmla="*/ 781664 w 801844"/>
              <a:gd name="connsiteY197" fmla="*/ 163855 h 377404"/>
              <a:gd name="connsiteX198" fmla="*/ 774937 w 801844"/>
              <a:gd name="connsiteY198" fmla="*/ 161169 h 377404"/>
              <a:gd name="connsiteX199" fmla="*/ 770901 w 801844"/>
              <a:gd name="connsiteY199" fmla="*/ 161169 h 377404"/>
              <a:gd name="connsiteX200" fmla="*/ 765519 w 801844"/>
              <a:gd name="connsiteY200" fmla="*/ 167885 h 377404"/>
              <a:gd name="connsiteX201" fmla="*/ 758792 w 801844"/>
              <a:gd name="connsiteY201" fmla="*/ 173257 h 377404"/>
              <a:gd name="connsiteX202" fmla="*/ 754756 w 801844"/>
              <a:gd name="connsiteY202" fmla="*/ 175943 h 377404"/>
              <a:gd name="connsiteX203" fmla="*/ 750720 w 801844"/>
              <a:gd name="connsiteY203" fmla="*/ 173257 h 377404"/>
              <a:gd name="connsiteX204" fmla="*/ 748030 w 801844"/>
              <a:gd name="connsiteY204" fmla="*/ 173257 h 377404"/>
              <a:gd name="connsiteX205" fmla="*/ 748030 w 801844"/>
              <a:gd name="connsiteY205" fmla="*/ 178629 h 377404"/>
              <a:gd name="connsiteX206" fmla="*/ 745339 w 801844"/>
              <a:gd name="connsiteY206" fmla="*/ 181315 h 377404"/>
              <a:gd name="connsiteX207" fmla="*/ 742648 w 801844"/>
              <a:gd name="connsiteY207" fmla="*/ 181315 h 377404"/>
              <a:gd name="connsiteX208" fmla="*/ 739958 w 801844"/>
              <a:gd name="connsiteY208" fmla="*/ 181315 h 377404"/>
              <a:gd name="connsiteX209" fmla="*/ 737267 w 801844"/>
              <a:gd name="connsiteY209" fmla="*/ 184002 h 377404"/>
              <a:gd name="connsiteX210" fmla="*/ 733231 w 801844"/>
              <a:gd name="connsiteY210" fmla="*/ 190717 h 377404"/>
              <a:gd name="connsiteX211" fmla="*/ 731885 w 801844"/>
              <a:gd name="connsiteY211" fmla="*/ 198775 h 377404"/>
              <a:gd name="connsiteX212" fmla="*/ 731885 w 801844"/>
              <a:gd name="connsiteY212" fmla="*/ 204148 h 377404"/>
              <a:gd name="connsiteX213" fmla="*/ 729194 w 801844"/>
              <a:gd name="connsiteY213" fmla="*/ 208177 h 377404"/>
              <a:gd name="connsiteX214" fmla="*/ 723813 w 801844"/>
              <a:gd name="connsiteY214" fmla="*/ 209520 h 377404"/>
              <a:gd name="connsiteX215" fmla="*/ 711704 w 801844"/>
              <a:gd name="connsiteY215" fmla="*/ 217578 h 377404"/>
              <a:gd name="connsiteX216" fmla="*/ 706323 w 801844"/>
              <a:gd name="connsiteY216" fmla="*/ 217578 h 377404"/>
              <a:gd name="connsiteX217" fmla="*/ 699596 w 801844"/>
              <a:gd name="connsiteY217" fmla="*/ 216235 h 377404"/>
              <a:gd name="connsiteX218" fmla="*/ 696905 w 801844"/>
              <a:gd name="connsiteY218" fmla="*/ 217578 h 377404"/>
              <a:gd name="connsiteX219" fmla="*/ 691524 w 801844"/>
              <a:gd name="connsiteY219" fmla="*/ 228323 h 377404"/>
              <a:gd name="connsiteX220" fmla="*/ 687488 w 801844"/>
              <a:gd name="connsiteY220" fmla="*/ 232352 h 377404"/>
              <a:gd name="connsiteX221" fmla="*/ 680761 w 801844"/>
              <a:gd name="connsiteY221" fmla="*/ 236382 h 377404"/>
              <a:gd name="connsiteX222" fmla="*/ 678070 w 801844"/>
              <a:gd name="connsiteY222" fmla="*/ 240411 h 377404"/>
              <a:gd name="connsiteX223" fmla="*/ 676725 w 801844"/>
              <a:gd name="connsiteY223" fmla="*/ 244440 h 377404"/>
              <a:gd name="connsiteX224" fmla="*/ 674034 w 801844"/>
              <a:gd name="connsiteY224" fmla="*/ 244440 h 377404"/>
              <a:gd name="connsiteX225" fmla="*/ 668652 w 801844"/>
              <a:gd name="connsiteY225" fmla="*/ 241754 h 377404"/>
              <a:gd name="connsiteX226" fmla="*/ 661925 w 801844"/>
              <a:gd name="connsiteY226" fmla="*/ 240411 h 377404"/>
              <a:gd name="connsiteX227" fmla="*/ 653853 w 801844"/>
              <a:gd name="connsiteY227" fmla="*/ 237725 h 377404"/>
              <a:gd name="connsiteX228" fmla="*/ 647126 w 801844"/>
              <a:gd name="connsiteY228" fmla="*/ 233695 h 377404"/>
              <a:gd name="connsiteX229" fmla="*/ 641744 w 801844"/>
              <a:gd name="connsiteY229" fmla="*/ 233695 h 377404"/>
              <a:gd name="connsiteX230" fmla="*/ 630982 w 801844"/>
              <a:gd name="connsiteY230" fmla="*/ 235038 h 377404"/>
              <a:gd name="connsiteX231" fmla="*/ 625601 w 801844"/>
              <a:gd name="connsiteY231" fmla="*/ 239068 h 377404"/>
              <a:gd name="connsiteX232" fmla="*/ 621564 w 801844"/>
              <a:gd name="connsiteY232" fmla="*/ 245783 h 377404"/>
              <a:gd name="connsiteX233" fmla="*/ 621564 w 801844"/>
              <a:gd name="connsiteY233" fmla="*/ 256528 h 377404"/>
              <a:gd name="connsiteX234" fmla="*/ 621564 w 801844"/>
              <a:gd name="connsiteY234" fmla="*/ 261900 h 377404"/>
              <a:gd name="connsiteX235" fmla="*/ 621564 w 801844"/>
              <a:gd name="connsiteY235" fmla="*/ 265929 h 377404"/>
              <a:gd name="connsiteX236" fmla="*/ 632327 w 801844"/>
              <a:gd name="connsiteY236" fmla="*/ 273988 h 377404"/>
              <a:gd name="connsiteX237" fmla="*/ 643090 w 801844"/>
              <a:gd name="connsiteY237" fmla="*/ 279360 h 377404"/>
              <a:gd name="connsiteX238" fmla="*/ 643090 w 801844"/>
              <a:gd name="connsiteY238" fmla="*/ 283389 h 377404"/>
              <a:gd name="connsiteX239" fmla="*/ 640399 w 801844"/>
              <a:gd name="connsiteY239" fmla="*/ 287418 h 377404"/>
              <a:gd name="connsiteX240" fmla="*/ 637708 w 801844"/>
              <a:gd name="connsiteY240" fmla="*/ 292791 h 377404"/>
              <a:gd name="connsiteX241" fmla="*/ 625601 w 801844"/>
              <a:gd name="connsiteY241" fmla="*/ 306222 h 377404"/>
              <a:gd name="connsiteX242" fmla="*/ 618874 w 801844"/>
              <a:gd name="connsiteY242" fmla="*/ 316966 h 377404"/>
              <a:gd name="connsiteX243" fmla="*/ 616183 w 801844"/>
              <a:gd name="connsiteY243" fmla="*/ 325025 h 377404"/>
              <a:gd name="connsiteX244" fmla="*/ 610801 w 801844"/>
              <a:gd name="connsiteY244" fmla="*/ 325025 h 377404"/>
              <a:gd name="connsiteX245" fmla="*/ 602729 w 801844"/>
              <a:gd name="connsiteY245" fmla="*/ 327711 h 377404"/>
              <a:gd name="connsiteX246" fmla="*/ 597347 w 801844"/>
              <a:gd name="connsiteY246" fmla="*/ 327711 h 377404"/>
              <a:gd name="connsiteX247" fmla="*/ 590620 w 801844"/>
              <a:gd name="connsiteY247" fmla="*/ 333083 h 377404"/>
              <a:gd name="connsiteX248" fmla="*/ 582548 w 801844"/>
              <a:gd name="connsiteY248" fmla="*/ 338455 h 377404"/>
              <a:gd name="connsiteX249" fmla="*/ 575821 w 801844"/>
              <a:gd name="connsiteY249" fmla="*/ 338455 h 377404"/>
              <a:gd name="connsiteX250" fmla="*/ 565059 w 801844"/>
              <a:gd name="connsiteY250" fmla="*/ 339799 h 377404"/>
              <a:gd name="connsiteX251" fmla="*/ 556986 w 801844"/>
              <a:gd name="connsiteY251" fmla="*/ 342485 h 377404"/>
              <a:gd name="connsiteX252" fmla="*/ 548914 w 801844"/>
              <a:gd name="connsiteY252" fmla="*/ 343828 h 377404"/>
              <a:gd name="connsiteX253" fmla="*/ 530078 w 801844"/>
              <a:gd name="connsiteY253" fmla="*/ 350543 h 377404"/>
              <a:gd name="connsiteX254" fmla="*/ 516625 w 801844"/>
              <a:gd name="connsiteY254" fmla="*/ 355915 h 377404"/>
              <a:gd name="connsiteX255" fmla="*/ 508553 w 801844"/>
              <a:gd name="connsiteY255" fmla="*/ 363974 h 377404"/>
              <a:gd name="connsiteX256" fmla="*/ 497790 w 801844"/>
              <a:gd name="connsiteY256" fmla="*/ 373375 h 377404"/>
              <a:gd name="connsiteX257" fmla="*/ 492408 w 801844"/>
              <a:gd name="connsiteY257" fmla="*/ 377405 h 377404"/>
              <a:gd name="connsiteX258" fmla="*/ 487026 w 801844"/>
              <a:gd name="connsiteY258" fmla="*/ 377405 h 377404"/>
              <a:gd name="connsiteX259" fmla="*/ 478954 w 801844"/>
              <a:gd name="connsiteY259" fmla="*/ 374718 h 377404"/>
              <a:gd name="connsiteX260" fmla="*/ 478954 w 801844"/>
              <a:gd name="connsiteY260" fmla="*/ 372032 h 377404"/>
              <a:gd name="connsiteX261" fmla="*/ 477609 w 801844"/>
              <a:gd name="connsiteY261" fmla="*/ 368003 h 377404"/>
              <a:gd name="connsiteX262" fmla="*/ 466845 w 801844"/>
              <a:gd name="connsiteY262" fmla="*/ 370689 h 377404"/>
              <a:gd name="connsiteX263" fmla="*/ 457428 w 801844"/>
              <a:gd name="connsiteY263" fmla="*/ 372032 h 377404"/>
              <a:gd name="connsiteX264" fmla="*/ 448011 w 801844"/>
              <a:gd name="connsiteY264" fmla="*/ 368003 h 377404"/>
              <a:gd name="connsiteX265" fmla="*/ 441284 w 801844"/>
              <a:gd name="connsiteY265" fmla="*/ 366660 h 377404"/>
              <a:gd name="connsiteX266" fmla="*/ 425139 w 801844"/>
              <a:gd name="connsiteY266" fmla="*/ 361288 h 377404"/>
              <a:gd name="connsiteX267" fmla="*/ 408994 w 801844"/>
              <a:gd name="connsiteY267" fmla="*/ 353229 h 377404"/>
              <a:gd name="connsiteX268" fmla="*/ 399577 w 801844"/>
              <a:gd name="connsiteY268" fmla="*/ 345171 h 377404"/>
              <a:gd name="connsiteX269" fmla="*/ 392850 w 801844"/>
              <a:gd name="connsiteY269" fmla="*/ 345171 h 377404"/>
              <a:gd name="connsiteX270" fmla="*/ 374015 w 801844"/>
              <a:gd name="connsiteY270" fmla="*/ 342485 h 377404"/>
              <a:gd name="connsiteX271" fmla="*/ 357870 w 801844"/>
              <a:gd name="connsiteY271" fmla="*/ 343828 h 377404"/>
              <a:gd name="connsiteX272" fmla="*/ 353834 w 801844"/>
              <a:gd name="connsiteY272" fmla="*/ 342485 h 377404"/>
              <a:gd name="connsiteX273" fmla="*/ 351143 w 801844"/>
              <a:gd name="connsiteY273" fmla="*/ 343828 h 377404"/>
              <a:gd name="connsiteX274" fmla="*/ 349798 w 801844"/>
              <a:gd name="connsiteY274" fmla="*/ 346514 h 377404"/>
              <a:gd name="connsiteX275" fmla="*/ 341726 w 801844"/>
              <a:gd name="connsiteY275" fmla="*/ 350543 h 377404"/>
              <a:gd name="connsiteX276" fmla="*/ 329617 w 801844"/>
              <a:gd name="connsiteY276" fmla="*/ 351886 h 377404"/>
              <a:gd name="connsiteX277" fmla="*/ 308091 w 801844"/>
              <a:gd name="connsiteY277" fmla="*/ 349200 h 377404"/>
              <a:gd name="connsiteX278" fmla="*/ 291947 w 801844"/>
              <a:gd name="connsiteY278" fmla="*/ 350543 h 377404"/>
              <a:gd name="connsiteX279" fmla="*/ 279839 w 801844"/>
              <a:gd name="connsiteY279" fmla="*/ 349200 h 377404"/>
              <a:gd name="connsiteX280" fmla="*/ 269075 w 801844"/>
              <a:gd name="connsiteY280" fmla="*/ 350543 h 377404"/>
              <a:gd name="connsiteX281" fmla="*/ 263694 w 801844"/>
              <a:gd name="connsiteY281" fmla="*/ 351886 h 377404"/>
              <a:gd name="connsiteX282" fmla="*/ 259658 w 801844"/>
              <a:gd name="connsiteY282" fmla="*/ 350543 h 377404"/>
              <a:gd name="connsiteX283" fmla="*/ 254276 w 801844"/>
              <a:gd name="connsiteY283" fmla="*/ 338455 h 377404"/>
              <a:gd name="connsiteX284" fmla="*/ 251586 w 801844"/>
              <a:gd name="connsiteY284" fmla="*/ 333083 h 377404"/>
              <a:gd name="connsiteX285" fmla="*/ 246204 w 801844"/>
              <a:gd name="connsiteY285" fmla="*/ 325025 h 377404"/>
              <a:gd name="connsiteX286" fmla="*/ 242168 w 801844"/>
              <a:gd name="connsiteY286" fmla="*/ 319652 h 377404"/>
              <a:gd name="connsiteX287" fmla="*/ 238132 w 801844"/>
              <a:gd name="connsiteY287" fmla="*/ 311594 h 377404"/>
              <a:gd name="connsiteX288" fmla="*/ 238132 w 801844"/>
              <a:gd name="connsiteY288" fmla="*/ 308908 h 377404"/>
              <a:gd name="connsiteX289" fmla="*/ 234095 w 801844"/>
              <a:gd name="connsiteY289" fmla="*/ 304878 h 377404"/>
              <a:gd name="connsiteX290" fmla="*/ 230059 w 801844"/>
              <a:gd name="connsiteY290" fmla="*/ 303535 h 377404"/>
              <a:gd name="connsiteX291" fmla="*/ 228714 w 801844"/>
              <a:gd name="connsiteY291" fmla="*/ 303535 h 377404"/>
              <a:gd name="connsiteX292" fmla="*/ 227369 w 801844"/>
              <a:gd name="connsiteY292" fmla="*/ 300849 h 377404"/>
              <a:gd name="connsiteX293" fmla="*/ 226024 w 801844"/>
              <a:gd name="connsiteY293" fmla="*/ 295477 h 377404"/>
              <a:gd name="connsiteX294" fmla="*/ 224678 w 801844"/>
              <a:gd name="connsiteY294" fmla="*/ 294134 h 377404"/>
              <a:gd name="connsiteX295" fmla="*/ 221987 w 801844"/>
              <a:gd name="connsiteY295" fmla="*/ 295477 h 377404"/>
              <a:gd name="connsiteX296" fmla="*/ 215260 w 801844"/>
              <a:gd name="connsiteY296" fmla="*/ 295477 h 377404"/>
              <a:gd name="connsiteX297" fmla="*/ 208533 w 801844"/>
              <a:gd name="connsiteY297" fmla="*/ 291448 h 377404"/>
              <a:gd name="connsiteX298" fmla="*/ 199116 w 801844"/>
              <a:gd name="connsiteY298" fmla="*/ 284732 h 377404"/>
              <a:gd name="connsiteX299" fmla="*/ 196425 w 801844"/>
              <a:gd name="connsiteY299" fmla="*/ 284732 h 377404"/>
              <a:gd name="connsiteX300" fmla="*/ 193734 w 801844"/>
              <a:gd name="connsiteY300" fmla="*/ 284732 h 377404"/>
              <a:gd name="connsiteX301" fmla="*/ 189698 w 801844"/>
              <a:gd name="connsiteY301" fmla="*/ 283389 h 377404"/>
              <a:gd name="connsiteX302" fmla="*/ 187007 w 801844"/>
              <a:gd name="connsiteY302" fmla="*/ 280703 h 377404"/>
              <a:gd name="connsiteX303" fmla="*/ 178935 w 801844"/>
              <a:gd name="connsiteY303" fmla="*/ 275331 h 377404"/>
              <a:gd name="connsiteX304" fmla="*/ 161445 w 801844"/>
              <a:gd name="connsiteY304" fmla="*/ 271302 h 377404"/>
              <a:gd name="connsiteX305" fmla="*/ 158755 w 801844"/>
              <a:gd name="connsiteY305" fmla="*/ 271302 h 377404"/>
              <a:gd name="connsiteX306" fmla="*/ 157409 w 801844"/>
              <a:gd name="connsiteY306" fmla="*/ 273988 h 377404"/>
              <a:gd name="connsiteX307" fmla="*/ 149337 w 801844"/>
              <a:gd name="connsiteY307" fmla="*/ 273988 h 377404"/>
              <a:gd name="connsiteX308" fmla="*/ 138574 w 801844"/>
              <a:gd name="connsiteY308" fmla="*/ 273988 h 377404"/>
              <a:gd name="connsiteX309" fmla="*/ 113012 w 801844"/>
              <a:gd name="connsiteY309" fmla="*/ 268615 h 377404"/>
              <a:gd name="connsiteX310" fmla="*/ 107630 w 801844"/>
              <a:gd name="connsiteY310" fmla="*/ 265929 h 377404"/>
              <a:gd name="connsiteX311" fmla="*/ 102249 w 801844"/>
              <a:gd name="connsiteY311" fmla="*/ 256528 h 377404"/>
              <a:gd name="connsiteX312" fmla="*/ 100903 w 801844"/>
              <a:gd name="connsiteY312" fmla="*/ 252499 h 377404"/>
              <a:gd name="connsiteX313" fmla="*/ 100903 w 801844"/>
              <a:gd name="connsiteY313" fmla="*/ 248469 h 377404"/>
              <a:gd name="connsiteX314" fmla="*/ 102249 w 801844"/>
              <a:gd name="connsiteY314" fmla="*/ 245783 h 377404"/>
              <a:gd name="connsiteX315" fmla="*/ 106285 w 801844"/>
              <a:gd name="connsiteY315" fmla="*/ 243097 h 377404"/>
              <a:gd name="connsiteX316" fmla="*/ 107630 w 801844"/>
              <a:gd name="connsiteY316" fmla="*/ 239068 h 377404"/>
              <a:gd name="connsiteX317" fmla="*/ 104940 w 801844"/>
              <a:gd name="connsiteY317" fmla="*/ 235038 h 377404"/>
              <a:gd name="connsiteX318" fmla="*/ 103594 w 801844"/>
              <a:gd name="connsiteY318" fmla="*/ 229666 h 377404"/>
              <a:gd name="connsiteX319" fmla="*/ 104940 w 801844"/>
              <a:gd name="connsiteY319" fmla="*/ 225637 h 377404"/>
              <a:gd name="connsiteX320" fmla="*/ 104940 w 801844"/>
              <a:gd name="connsiteY320" fmla="*/ 220265 h 377404"/>
              <a:gd name="connsiteX321" fmla="*/ 102249 w 801844"/>
              <a:gd name="connsiteY321" fmla="*/ 216235 h 377404"/>
              <a:gd name="connsiteX322" fmla="*/ 99558 w 801844"/>
              <a:gd name="connsiteY322" fmla="*/ 210863 h 377404"/>
              <a:gd name="connsiteX323" fmla="*/ 95522 w 801844"/>
              <a:gd name="connsiteY323" fmla="*/ 209520 h 377404"/>
              <a:gd name="connsiteX324" fmla="*/ 91486 w 801844"/>
              <a:gd name="connsiteY324" fmla="*/ 206834 h 377404"/>
              <a:gd name="connsiteX325" fmla="*/ 88795 w 801844"/>
              <a:gd name="connsiteY325" fmla="*/ 201462 h 377404"/>
              <a:gd name="connsiteX326" fmla="*/ 87449 w 801844"/>
              <a:gd name="connsiteY326" fmla="*/ 197432 h 377404"/>
              <a:gd name="connsiteX327" fmla="*/ 84759 w 801844"/>
              <a:gd name="connsiteY327" fmla="*/ 193403 h 377404"/>
              <a:gd name="connsiteX328" fmla="*/ 84759 w 801844"/>
              <a:gd name="connsiteY328" fmla="*/ 189374 h 377404"/>
              <a:gd name="connsiteX329" fmla="*/ 82068 w 801844"/>
              <a:gd name="connsiteY329" fmla="*/ 185345 h 377404"/>
              <a:gd name="connsiteX330" fmla="*/ 78032 w 801844"/>
              <a:gd name="connsiteY330" fmla="*/ 181315 h 377404"/>
              <a:gd name="connsiteX331" fmla="*/ 73996 w 801844"/>
              <a:gd name="connsiteY331" fmla="*/ 179972 h 377404"/>
              <a:gd name="connsiteX332" fmla="*/ 71305 w 801844"/>
              <a:gd name="connsiteY332" fmla="*/ 177286 h 377404"/>
              <a:gd name="connsiteX333" fmla="*/ 67269 w 801844"/>
              <a:gd name="connsiteY333" fmla="*/ 175943 h 377404"/>
              <a:gd name="connsiteX334" fmla="*/ 63233 w 801844"/>
              <a:gd name="connsiteY334" fmla="*/ 175943 h 377404"/>
              <a:gd name="connsiteX335" fmla="*/ 60542 w 801844"/>
              <a:gd name="connsiteY335" fmla="*/ 178629 h 377404"/>
              <a:gd name="connsiteX336" fmla="*/ 57851 w 801844"/>
              <a:gd name="connsiteY336" fmla="*/ 179972 h 377404"/>
              <a:gd name="connsiteX337" fmla="*/ 55161 w 801844"/>
              <a:gd name="connsiteY337" fmla="*/ 178629 h 377404"/>
              <a:gd name="connsiteX338" fmla="*/ 51125 w 801844"/>
              <a:gd name="connsiteY338" fmla="*/ 174600 h 377404"/>
              <a:gd name="connsiteX339" fmla="*/ 49779 w 801844"/>
              <a:gd name="connsiteY339" fmla="*/ 171914 h 377404"/>
              <a:gd name="connsiteX340" fmla="*/ 44398 w 801844"/>
              <a:gd name="connsiteY340" fmla="*/ 171914 h 377404"/>
              <a:gd name="connsiteX341" fmla="*/ 40361 w 801844"/>
              <a:gd name="connsiteY341" fmla="*/ 174600 h 377404"/>
              <a:gd name="connsiteX342" fmla="*/ 37671 w 801844"/>
              <a:gd name="connsiteY342" fmla="*/ 175943 h 377404"/>
              <a:gd name="connsiteX343" fmla="*/ 37671 w 801844"/>
              <a:gd name="connsiteY343" fmla="*/ 179972 h 377404"/>
              <a:gd name="connsiteX344" fmla="*/ 34980 w 801844"/>
              <a:gd name="connsiteY344" fmla="*/ 179972 h 377404"/>
              <a:gd name="connsiteX345" fmla="*/ 29598 w 801844"/>
              <a:gd name="connsiteY345" fmla="*/ 175943 h 377404"/>
              <a:gd name="connsiteX346" fmla="*/ 28253 w 801844"/>
              <a:gd name="connsiteY346" fmla="*/ 173257 h 377404"/>
              <a:gd name="connsiteX347" fmla="*/ 28253 w 801844"/>
              <a:gd name="connsiteY347" fmla="*/ 170571 h 377404"/>
              <a:gd name="connsiteX348" fmla="*/ 24217 w 801844"/>
              <a:gd name="connsiteY348" fmla="*/ 166541 h 377404"/>
              <a:gd name="connsiteX349" fmla="*/ 18835 w 801844"/>
              <a:gd name="connsiteY349" fmla="*/ 162512 h 377404"/>
              <a:gd name="connsiteX350" fmla="*/ 14799 w 801844"/>
              <a:gd name="connsiteY350" fmla="*/ 158483 h 377404"/>
              <a:gd name="connsiteX351" fmla="*/ 12108 w 801844"/>
              <a:gd name="connsiteY351" fmla="*/ 157140 h 377404"/>
              <a:gd name="connsiteX352" fmla="*/ 9418 w 801844"/>
              <a:gd name="connsiteY352" fmla="*/ 154454 h 377404"/>
              <a:gd name="connsiteX353" fmla="*/ 8072 w 801844"/>
              <a:gd name="connsiteY353" fmla="*/ 151768 h 377404"/>
              <a:gd name="connsiteX354" fmla="*/ 8072 w 801844"/>
              <a:gd name="connsiteY354" fmla="*/ 147738 h 377404"/>
              <a:gd name="connsiteX355" fmla="*/ 6727 w 801844"/>
              <a:gd name="connsiteY355" fmla="*/ 145052 h 377404"/>
              <a:gd name="connsiteX356" fmla="*/ 5381 w 801844"/>
              <a:gd name="connsiteY356" fmla="*/ 146395 h 377404"/>
              <a:gd name="connsiteX357" fmla="*/ 5381 w 801844"/>
              <a:gd name="connsiteY357" fmla="*/ 147738 h 377404"/>
              <a:gd name="connsiteX358" fmla="*/ 4036 w 801844"/>
              <a:gd name="connsiteY358" fmla="*/ 147738 h 377404"/>
              <a:gd name="connsiteX359" fmla="*/ 1345 w 801844"/>
              <a:gd name="connsiteY359" fmla="*/ 145052 h 377404"/>
              <a:gd name="connsiteX360" fmla="*/ 0 w 801844"/>
              <a:gd name="connsiteY360" fmla="*/ 142366 h 377404"/>
              <a:gd name="connsiteX361" fmla="*/ 0 w 801844"/>
              <a:gd name="connsiteY361" fmla="*/ 136994 h 377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</a:cxnLst>
            <a:rect l="l" t="t" r="r" b="b"/>
            <a:pathLst>
              <a:path w="801844" h="377404">
                <a:moveTo>
                  <a:pt x="0" y="134308"/>
                </a:moveTo>
                <a:lnTo>
                  <a:pt x="4036" y="124906"/>
                </a:lnTo>
                <a:lnTo>
                  <a:pt x="8072" y="122220"/>
                </a:lnTo>
                <a:lnTo>
                  <a:pt x="20181" y="122220"/>
                </a:lnTo>
                <a:lnTo>
                  <a:pt x="22872" y="119534"/>
                </a:lnTo>
                <a:lnTo>
                  <a:pt x="26908" y="115505"/>
                </a:lnTo>
                <a:lnTo>
                  <a:pt x="34980" y="112818"/>
                </a:lnTo>
                <a:lnTo>
                  <a:pt x="34980" y="107446"/>
                </a:lnTo>
                <a:lnTo>
                  <a:pt x="37671" y="102074"/>
                </a:lnTo>
                <a:lnTo>
                  <a:pt x="44398" y="98045"/>
                </a:lnTo>
                <a:lnTo>
                  <a:pt x="44398" y="95359"/>
                </a:lnTo>
                <a:lnTo>
                  <a:pt x="48434" y="91329"/>
                </a:lnTo>
                <a:lnTo>
                  <a:pt x="52470" y="89986"/>
                </a:lnTo>
                <a:lnTo>
                  <a:pt x="56506" y="84614"/>
                </a:lnTo>
                <a:lnTo>
                  <a:pt x="59196" y="83271"/>
                </a:lnTo>
                <a:lnTo>
                  <a:pt x="56506" y="80585"/>
                </a:lnTo>
                <a:lnTo>
                  <a:pt x="55161" y="76555"/>
                </a:lnTo>
                <a:lnTo>
                  <a:pt x="57851" y="75212"/>
                </a:lnTo>
                <a:lnTo>
                  <a:pt x="65923" y="76555"/>
                </a:lnTo>
                <a:lnTo>
                  <a:pt x="69960" y="75212"/>
                </a:lnTo>
                <a:lnTo>
                  <a:pt x="72650" y="68497"/>
                </a:lnTo>
                <a:lnTo>
                  <a:pt x="76687" y="67154"/>
                </a:lnTo>
                <a:lnTo>
                  <a:pt x="86104" y="65811"/>
                </a:lnTo>
                <a:lnTo>
                  <a:pt x="90140" y="64468"/>
                </a:lnTo>
                <a:lnTo>
                  <a:pt x="95522" y="64468"/>
                </a:lnTo>
                <a:lnTo>
                  <a:pt x="100903" y="64468"/>
                </a:lnTo>
                <a:lnTo>
                  <a:pt x="104940" y="61782"/>
                </a:lnTo>
                <a:lnTo>
                  <a:pt x="106285" y="61782"/>
                </a:lnTo>
                <a:lnTo>
                  <a:pt x="108976" y="67154"/>
                </a:lnTo>
                <a:lnTo>
                  <a:pt x="110321" y="69840"/>
                </a:lnTo>
                <a:lnTo>
                  <a:pt x="113012" y="72526"/>
                </a:lnTo>
                <a:lnTo>
                  <a:pt x="118393" y="72526"/>
                </a:lnTo>
                <a:lnTo>
                  <a:pt x="121084" y="71183"/>
                </a:lnTo>
                <a:lnTo>
                  <a:pt x="125120" y="72526"/>
                </a:lnTo>
                <a:lnTo>
                  <a:pt x="129156" y="69840"/>
                </a:lnTo>
                <a:lnTo>
                  <a:pt x="137229" y="68497"/>
                </a:lnTo>
                <a:lnTo>
                  <a:pt x="139919" y="72526"/>
                </a:lnTo>
                <a:lnTo>
                  <a:pt x="141265" y="76555"/>
                </a:lnTo>
                <a:lnTo>
                  <a:pt x="142610" y="80585"/>
                </a:lnTo>
                <a:lnTo>
                  <a:pt x="154718" y="87300"/>
                </a:lnTo>
                <a:lnTo>
                  <a:pt x="160100" y="91329"/>
                </a:lnTo>
                <a:lnTo>
                  <a:pt x="169518" y="95359"/>
                </a:lnTo>
                <a:lnTo>
                  <a:pt x="172208" y="94015"/>
                </a:lnTo>
                <a:lnTo>
                  <a:pt x="177590" y="92672"/>
                </a:lnTo>
                <a:lnTo>
                  <a:pt x="182971" y="88643"/>
                </a:lnTo>
                <a:lnTo>
                  <a:pt x="188353" y="87300"/>
                </a:lnTo>
                <a:lnTo>
                  <a:pt x="192389" y="88643"/>
                </a:lnTo>
                <a:lnTo>
                  <a:pt x="196425" y="91329"/>
                </a:lnTo>
                <a:lnTo>
                  <a:pt x="200461" y="89986"/>
                </a:lnTo>
                <a:lnTo>
                  <a:pt x="211224" y="89986"/>
                </a:lnTo>
                <a:lnTo>
                  <a:pt x="216606" y="92672"/>
                </a:lnTo>
                <a:lnTo>
                  <a:pt x="220642" y="92672"/>
                </a:lnTo>
                <a:lnTo>
                  <a:pt x="221987" y="91329"/>
                </a:lnTo>
                <a:lnTo>
                  <a:pt x="227369" y="91329"/>
                </a:lnTo>
                <a:lnTo>
                  <a:pt x="235441" y="89986"/>
                </a:lnTo>
                <a:lnTo>
                  <a:pt x="240822" y="83271"/>
                </a:lnTo>
                <a:lnTo>
                  <a:pt x="238132" y="79241"/>
                </a:lnTo>
                <a:lnTo>
                  <a:pt x="232750" y="76555"/>
                </a:lnTo>
                <a:lnTo>
                  <a:pt x="232750" y="68497"/>
                </a:lnTo>
                <a:lnTo>
                  <a:pt x="234095" y="59095"/>
                </a:lnTo>
                <a:lnTo>
                  <a:pt x="232750" y="56409"/>
                </a:lnTo>
                <a:lnTo>
                  <a:pt x="228714" y="55066"/>
                </a:lnTo>
                <a:lnTo>
                  <a:pt x="226024" y="51037"/>
                </a:lnTo>
                <a:lnTo>
                  <a:pt x="217951" y="49694"/>
                </a:lnTo>
                <a:lnTo>
                  <a:pt x="216606" y="42978"/>
                </a:lnTo>
                <a:lnTo>
                  <a:pt x="216606" y="30891"/>
                </a:lnTo>
                <a:lnTo>
                  <a:pt x="221987" y="24175"/>
                </a:lnTo>
                <a:lnTo>
                  <a:pt x="221987" y="20146"/>
                </a:lnTo>
                <a:lnTo>
                  <a:pt x="224678" y="16117"/>
                </a:lnTo>
                <a:lnTo>
                  <a:pt x="228714" y="14774"/>
                </a:lnTo>
                <a:lnTo>
                  <a:pt x="231405" y="14774"/>
                </a:lnTo>
                <a:lnTo>
                  <a:pt x="232750" y="10745"/>
                </a:lnTo>
                <a:lnTo>
                  <a:pt x="231405" y="6715"/>
                </a:lnTo>
                <a:lnTo>
                  <a:pt x="232750" y="2686"/>
                </a:lnTo>
                <a:lnTo>
                  <a:pt x="235441" y="0"/>
                </a:lnTo>
                <a:lnTo>
                  <a:pt x="240822" y="0"/>
                </a:lnTo>
                <a:lnTo>
                  <a:pt x="243513" y="2686"/>
                </a:lnTo>
                <a:lnTo>
                  <a:pt x="251586" y="4029"/>
                </a:lnTo>
                <a:lnTo>
                  <a:pt x="258312" y="8059"/>
                </a:lnTo>
                <a:lnTo>
                  <a:pt x="258312" y="9401"/>
                </a:lnTo>
                <a:lnTo>
                  <a:pt x="265039" y="12088"/>
                </a:lnTo>
                <a:lnTo>
                  <a:pt x="271766" y="12088"/>
                </a:lnTo>
                <a:lnTo>
                  <a:pt x="281184" y="12088"/>
                </a:lnTo>
                <a:lnTo>
                  <a:pt x="283875" y="13431"/>
                </a:lnTo>
                <a:lnTo>
                  <a:pt x="286565" y="16117"/>
                </a:lnTo>
                <a:lnTo>
                  <a:pt x="293292" y="17460"/>
                </a:lnTo>
                <a:lnTo>
                  <a:pt x="297328" y="18803"/>
                </a:lnTo>
                <a:lnTo>
                  <a:pt x="301364" y="20146"/>
                </a:lnTo>
                <a:lnTo>
                  <a:pt x="312128" y="18803"/>
                </a:lnTo>
                <a:lnTo>
                  <a:pt x="316164" y="21489"/>
                </a:lnTo>
                <a:lnTo>
                  <a:pt x="318854" y="25518"/>
                </a:lnTo>
                <a:lnTo>
                  <a:pt x="318854" y="28205"/>
                </a:lnTo>
                <a:lnTo>
                  <a:pt x="321545" y="32234"/>
                </a:lnTo>
                <a:lnTo>
                  <a:pt x="321545" y="34920"/>
                </a:lnTo>
                <a:lnTo>
                  <a:pt x="324236" y="38949"/>
                </a:lnTo>
                <a:lnTo>
                  <a:pt x="325581" y="44322"/>
                </a:lnTo>
                <a:lnTo>
                  <a:pt x="325581" y="48351"/>
                </a:lnTo>
                <a:lnTo>
                  <a:pt x="329617" y="51037"/>
                </a:lnTo>
                <a:lnTo>
                  <a:pt x="332308" y="52380"/>
                </a:lnTo>
                <a:lnTo>
                  <a:pt x="337690" y="56409"/>
                </a:lnTo>
                <a:lnTo>
                  <a:pt x="339035" y="59095"/>
                </a:lnTo>
                <a:lnTo>
                  <a:pt x="347107" y="61782"/>
                </a:lnTo>
                <a:lnTo>
                  <a:pt x="355179" y="65811"/>
                </a:lnTo>
                <a:lnTo>
                  <a:pt x="357870" y="65811"/>
                </a:lnTo>
                <a:lnTo>
                  <a:pt x="360561" y="64468"/>
                </a:lnTo>
                <a:lnTo>
                  <a:pt x="368633" y="64468"/>
                </a:lnTo>
                <a:lnTo>
                  <a:pt x="371324" y="61782"/>
                </a:lnTo>
                <a:lnTo>
                  <a:pt x="375360" y="61782"/>
                </a:lnTo>
                <a:lnTo>
                  <a:pt x="379396" y="63125"/>
                </a:lnTo>
                <a:lnTo>
                  <a:pt x="382087" y="61782"/>
                </a:lnTo>
                <a:lnTo>
                  <a:pt x="386123" y="57752"/>
                </a:lnTo>
                <a:lnTo>
                  <a:pt x="394196" y="55066"/>
                </a:lnTo>
                <a:lnTo>
                  <a:pt x="404958" y="53723"/>
                </a:lnTo>
                <a:lnTo>
                  <a:pt x="410340" y="51037"/>
                </a:lnTo>
                <a:lnTo>
                  <a:pt x="417067" y="51037"/>
                </a:lnTo>
                <a:lnTo>
                  <a:pt x="422448" y="48351"/>
                </a:lnTo>
                <a:lnTo>
                  <a:pt x="429175" y="52380"/>
                </a:lnTo>
                <a:lnTo>
                  <a:pt x="435902" y="52380"/>
                </a:lnTo>
                <a:lnTo>
                  <a:pt x="446665" y="52380"/>
                </a:lnTo>
                <a:lnTo>
                  <a:pt x="452047" y="60438"/>
                </a:lnTo>
                <a:lnTo>
                  <a:pt x="461464" y="63125"/>
                </a:lnTo>
                <a:lnTo>
                  <a:pt x="468191" y="63125"/>
                </a:lnTo>
                <a:lnTo>
                  <a:pt x="473572" y="61782"/>
                </a:lnTo>
                <a:lnTo>
                  <a:pt x="476263" y="64468"/>
                </a:lnTo>
                <a:lnTo>
                  <a:pt x="478954" y="72526"/>
                </a:lnTo>
                <a:lnTo>
                  <a:pt x="484336" y="76555"/>
                </a:lnTo>
                <a:lnTo>
                  <a:pt x="488372" y="77899"/>
                </a:lnTo>
                <a:lnTo>
                  <a:pt x="491063" y="79241"/>
                </a:lnTo>
                <a:lnTo>
                  <a:pt x="495099" y="83271"/>
                </a:lnTo>
                <a:lnTo>
                  <a:pt x="499135" y="84614"/>
                </a:lnTo>
                <a:lnTo>
                  <a:pt x="511244" y="83271"/>
                </a:lnTo>
                <a:lnTo>
                  <a:pt x="522006" y="85957"/>
                </a:lnTo>
                <a:lnTo>
                  <a:pt x="536805" y="85957"/>
                </a:lnTo>
                <a:lnTo>
                  <a:pt x="543532" y="84614"/>
                </a:lnTo>
                <a:lnTo>
                  <a:pt x="546223" y="83271"/>
                </a:lnTo>
                <a:lnTo>
                  <a:pt x="551605" y="83271"/>
                </a:lnTo>
                <a:lnTo>
                  <a:pt x="556986" y="85957"/>
                </a:lnTo>
                <a:lnTo>
                  <a:pt x="559677" y="84614"/>
                </a:lnTo>
                <a:lnTo>
                  <a:pt x="563713" y="79241"/>
                </a:lnTo>
                <a:lnTo>
                  <a:pt x="574476" y="72526"/>
                </a:lnTo>
                <a:lnTo>
                  <a:pt x="579857" y="72526"/>
                </a:lnTo>
                <a:lnTo>
                  <a:pt x="583893" y="68497"/>
                </a:lnTo>
                <a:lnTo>
                  <a:pt x="587929" y="67154"/>
                </a:lnTo>
                <a:lnTo>
                  <a:pt x="600038" y="68497"/>
                </a:lnTo>
                <a:lnTo>
                  <a:pt x="605420" y="63125"/>
                </a:lnTo>
                <a:lnTo>
                  <a:pt x="606765" y="57752"/>
                </a:lnTo>
                <a:lnTo>
                  <a:pt x="606765" y="56409"/>
                </a:lnTo>
                <a:lnTo>
                  <a:pt x="610801" y="51037"/>
                </a:lnTo>
                <a:lnTo>
                  <a:pt x="616183" y="48351"/>
                </a:lnTo>
                <a:lnTo>
                  <a:pt x="618874" y="44322"/>
                </a:lnTo>
                <a:lnTo>
                  <a:pt x="621564" y="38949"/>
                </a:lnTo>
                <a:lnTo>
                  <a:pt x="625601" y="34920"/>
                </a:lnTo>
                <a:lnTo>
                  <a:pt x="629637" y="34920"/>
                </a:lnTo>
                <a:lnTo>
                  <a:pt x="630982" y="36263"/>
                </a:lnTo>
                <a:lnTo>
                  <a:pt x="639054" y="34920"/>
                </a:lnTo>
                <a:lnTo>
                  <a:pt x="644435" y="34920"/>
                </a:lnTo>
                <a:lnTo>
                  <a:pt x="649817" y="38949"/>
                </a:lnTo>
                <a:lnTo>
                  <a:pt x="653853" y="44322"/>
                </a:lnTo>
                <a:lnTo>
                  <a:pt x="657889" y="45665"/>
                </a:lnTo>
                <a:lnTo>
                  <a:pt x="661925" y="42978"/>
                </a:lnTo>
                <a:lnTo>
                  <a:pt x="664616" y="44322"/>
                </a:lnTo>
                <a:lnTo>
                  <a:pt x="669998" y="44322"/>
                </a:lnTo>
                <a:lnTo>
                  <a:pt x="675379" y="41635"/>
                </a:lnTo>
                <a:lnTo>
                  <a:pt x="675379" y="38949"/>
                </a:lnTo>
                <a:lnTo>
                  <a:pt x="683452" y="36263"/>
                </a:lnTo>
                <a:lnTo>
                  <a:pt x="694214" y="40292"/>
                </a:lnTo>
                <a:lnTo>
                  <a:pt x="696905" y="42978"/>
                </a:lnTo>
                <a:lnTo>
                  <a:pt x="690178" y="83271"/>
                </a:lnTo>
                <a:lnTo>
                  <a:pt x="691524" y="91329"/>
                </a:lnTo>
                <a:lnTo>
                  <a:pt x="690178" y="99388"/>
                </a:lnTo>
                <a:lnTo>
                  <a:pt x="690178" y="104760"/>
                </a:lnTo>
                <a:lnTo>
                  <a:pt x="687488" y="115505"/>
                </a:lnTo>
                <a:lnTo>
                  <a:pt x="691524" y="123563"/>
                </a:lnTo>
                <a:lnTo>
                  <a:pt x="703632" y="130278"/>
                </a:lnTo>
                <a:lnTo>
                  <a:pt x="711704" y="123563"/>
                </a:lnTo>
                <a:lnTo>
                  <a:pt x="722467" y="123563"/>
                </a:lnTo>
                <a:lnTo>
                  <a:pt x="733231" y="124906"/>
                </a:lnTo>
                <a:lnTo>
                  <a:pt x="738612" y="130278"/>
                </a:lnTo>
                <a:lnTo>
                  <a:pt x="745339" y="120877"/>
                </a:lnTo>
                <a:lnTo>
                  <a:pt x="743994" y="115505"/>
                </a:lnTo>
                <a:lnTo>
                  <a:pt x="745339" y="110132"/>
                </a:lnTo>
                <a:lnTo>
                  <a:pt x="752065" y="108789"/>
                </a:lnTo>
                <a:lnTo>
                  <a:pt x="754756" y="106103"/>
                </a:lnTo>
                <a:lnTo>
                  <a:pt x="765519" y="108789"/>
                </a:lnTo>
                <a:lnTo>
                  <a:pt x="772246" y="116848"/>
                </a:lnTo>
                <a:lnTo>
                  <a:pt x="781664" y="126249"/>
                </a:lnTo>
                <a:lnTo>
                  <a:pt x="789736" y="135651"/>
                </a:lnTo>
                <a:lnTo>
                  <a:pt x="799154" y="142366"/>
                </a:lnTo>
                <a:lnTo>
                  <a:pt x="799154" y="146395"/>
                </a:lnTo>
                <a:lnTo>
                  <a:pt x="801845" y="150425"/>
                </a:lnTo>
                <a:lnTo>
                  <a:pt x="801845" y="154454"/>
                </a:lnTo>
                <a:lnTo>
                  <a:pt x="799154" y="157140"/>
                </a:lnTo>
                <a:lnTo>
                  <a:pt x="799154" y="161169"/>
                </a:lnTo>
                <a:lnTo>
                  <a:pt x="797809" y="163855"/>
                </a:lnTo>
                <a:lnTo>
                  <a:pt x="793773" y="163855"/>
                </a:lnTo>
                <a:lnTo>
                  <a:pt x="791082" y="161169"/>
                </a:lnTo>
                <a:lnTo>
                  <a:pt x="785700" y="161169"/>
                </a:lnTo>
                <a:lnTo>
                  <a:pt x="781664" y="163855"/>
                </a:lnTo>
                <a:lnTo>
                  <a:pt x="774937" y="161169"/>
                </a:lnTo>
                <a:lnTo>
                  <a:pt x="770901" y="161169"/>
                </a:lnTo>
                <a:lnTo>
                  <a:pt x="765519" y="167885"/>
                </a:lnTo>
                <a:lnTo>
                  <a:pt x="758792" y="173257"/>
                </a:lnTo>
                <a:lnTo>
                  <a:pt x="754756" y="175943"/>
                </a:lnTo>
                <a:lnTo>
                  <a:pt x="750720" y="173257"/>
                </a:lnTo>
                <a:lnTo>
                  <a:pt x="748030" y="173257"/>
                </a:lnTo>
                <a:lnTo>
                  <a:pt x="748030" y="178629"/>
                </a:lnTo>
                <a:lnTo>
                  <a:pt x="745339" y="181315"/>
                </a:lnTo>
                <a:lnTo>
                  <a:pt x="742648" y="181315"/>
                </a:lnTo>
                <a:lnTo>
                  <a:pt x="739958" y="181315"/>
                </a:lnTo>
                <a:lnTo>
                  <a:pt x="737267" y="184002"/>
                </a:lnTo>
                <a:lnTo>
                  <a:pt x="733231" y="190717"/>
                </a:lnTo>
                <a:lnTo>
                  <a:pt x="731885" y="198775"/>
                </a:lnTo>
                <a:lnTo>
                  <a:pt x="731885" y="204148"/>
                </a:lnTo>
                <a:lnTo>
                  <a:pt x="729194" y="208177"/>
                </a:lnTo>
                <a:lnTo>
                  <a:pt x="723813" y="209520"/>
                </a:lnTo>
                <a:lnTo>
                  <a:pt x="711704" y="217578"/>
                </a:lnTo>
                <a:lnTo>
                  <a:pt x="706323" y="217578"/>
                </a:lnTo>
                <a:lnTo>
                  <a:pt x="699596" y="216235"/>
                </a:lnTo>
                <a:lnTo>
                  <a:pt x="696905" y="217578"/>
                </a:lnTo>
                <a:lnTo>
                  <a:pt x="691524" y="228323"/>
                </a:lnTo>
                <a:lnTo>
                  <a:pt x="687488" y="232352"/>
                </a:lnTo>
                <a:lnTo>
                  <a:pt x="680761" y="236382"/>
                </a:lnTo>
                <a:lnTo>
                  <a:pt x="678070" y="240411"/>
                </a:lnTo>
                <a:lnTo>
                  <a:pt x="676725" y="244440"/>
                </a:lnTo>
                <a:lnTo>
                  <a:pt x="674034" y="244440"/>
                </a:lnTo>
                <a:lnTo>
                  <a:pt x="668652" y="241754"/>
                </a:lnTo>
                <a:lnTo>
                  <a:pt x="661925" y="240411"/>
                </a:lnTo>
                <a:lnTo>
                  <a:pt x="653853" y="237725"/>
                </a:lnTo>
                <a:lnTo>
                  <a:pt x="647126" y="233695"/>
                </a:lnTo>
                <a:lnTo>
                  <a:pt x="641744" y="233695"/>
                </a:lnTo>
                <a:lnTo>
                  <a:pt x="630982" y="235038"/>
                </a:lnTo>
                <a:lnTo>
                  <a:pt x="625601" y="239068"/>
                </a:lnTo>
                <a:lnTo>
                  <a:pt x="621564" y="245783"/>
                </a:lnTo>
                <a:lnTo>
                  <a:pt x="621564" y="256528"/>
                </a:lnTo>
                <a:lnTo>
                  <a:pt x="621564" y="261900"/>
                </a:lnTo>
                <a:lnTo>
                  <a:pt x="621564" y="265929"/>
                </a:lnTo>
                <a:lnTo>
                  <a:pt x="632327" y="273988"/>
                </a:lnTo>
                <a:lnTo>
                  <a:pt x="643090" y="279360"/>
                </a:lnTo>
                <a:lnTo>
                  <a:pt x="643090" y="283389"/>
                </a:lnTo>
                <a:lnTo>
                  <a:pt x="640399" y="287418"/>
                </a:lnTo>
                <a:lnTo>
                  <a:pt x="637708" y="292791"/>
                </a:lnTo>
                <a:lnTo>
                  <a:pt x="625601" y="306222"/>
                </a:lnTo>
                <a:lnTo>
                  <a:pt x="618874" y="316966"/>
                </a:lnTo>
                <a:lnTo>
                  <a:pt x="616183" y="325025"/>
                </a:lnTo>
                <a:lnTo>
                  <a:pt x="610801" y="325025"/>
                </a:lnTo>
                <a:lnTo>
                  <a:pt x="602729" y="327711"/>
                </a:lnTo>
                <a:lnTo>
                  <a:pt x="597347" y="327711"/>
                </a:lnTo>
                <a:lnTo>
                  <a:pt x="590620" y="333083"/>
                </a:lnTo>
                <a:lnTo>
                  <a:pt x="582548" y="338455"/>
                </a:lnTo>
                <a:lnTo>
                  <a:pt x="575821" y="338455"/>
                </a:lnTo>
                <a:lnTo>
                  <a:pt x="565059" y="339799"/>
                </a:lnTo>
                <a:lnTo>
                  <a:pt x="556986" y="342485"/>
                </a:lnTo>
                <a:lnTo>
                  <a:pt x="548914" y="343828"/>
                </a:lnTo>
                <a:lnTo>
                  <a:pt x="530078" y="350543"/>
                </a:lnTo>
                <a:lnTo>
                  <a:pt x="516625" y="355915"/>
                </a:lnTo>
                <a:lnTo>
                  <a:pt x="508553" y="363974"/>
                </a:lnTo>
                <a:lnTo>
                  <a:pt x="497790" y="373375"/>
                </a:lnTo>
                <a:lnTo>
                  <a:pt x="492408" y="377405"/>
                </a:lnTo>
                <a:lnTo>
                  <a:pt x="487026" y="377405"/>
                </a:lnTo>
                <a:lnTo>
                  <a:pt x="478954" y="374718"/>
                </a:lnTo>
                <a:lnTo>
                  <a:pt x="478954" y="372032"/>
                </a:lnTo>
                <a:lnTo>
                  <a:pt x="477609" y="368003"/>
                </a:lnTo>
                <a:lnTo>
                  <a:pt x="466845" y="370689"/>
                </a:lnTo>
                <a:lnTo>
                  <a:pt x="457428" y="372032"/>
                </a:lnTo>
                <a:lnTo>
                  <a:pt x="448011" y="368003"/>
                </a:lnTo>
                <a:lnTo>
                  <a:pt x="441284" y="366660"/>
                </a:lnTo>
                <a:lnTo>
                  <a:pt x="425139" y="361288"/>
                </a:lnTo>
                <a:lnTo>
                  <a:pt x="408994" y="353229"/>
                </a:lnTo>
                <a:lnTo>
                  <a:pt x="399577" y="345171"/>
                </a:lnTo>
                <a:lnTo>
                  <a:pt x="392850" y="345171"/>
                </a:lnTo>
                <a:lnTo>
                  <a:pt x="374015" y="342485"/>
                </a:lnTo>
                <a:lnTo>
                  <a:pt x="357870" y="343828"/>
                </a:lnTo>
                <a:lnTo>
                  <a:pt x="353834" y="342485"/>
                </a:lnTo>
                <a:lnTo>
                  <a:pt x="351143" y="343828"/>
                </a:lnTo>
                <a:lnTo>
                  <a:pt x="349798" y="346514"/>
                </a:lnTo>
                <a:lnTo>
                  <a:pt x="341726" y="350543"/>
                </a:lnTo>
                <a:lnTo>
                  <a:pt x="329617" y="351886"/>
                </a:lnTo>
                <a:lnTo>
                  <a:pt x="308091" y="349200"/>
                </a:lnTo>
                <a:lnTo>
                  <a:pt x="291947" y="350543"/>
                </a:lnTo>
                <a:lnTo>
                  <a:pt x="279839" y="349200"/>
                </a:lnTo>
                <a:lnTo>
                  <a:pt x="269075" y="350543"/>
                </a:lnTo>
                <a:lnTo>
                  <a:pt x="263694" y="351886"/>
                </a:lnTo>
                <a:lnTo>
                  <a:pt x="259658" y="350543"/>
                </a:lnTo>
                <a:lnTo>
                  <a:pt x="254276" y="338455"/>
                </a:lnTo>
                <a:lnTo>
                  <a:pt x="251586" y="333083"/>
                </a:lnTo>
                <a:lnTo>
                  <a:pt x="246204" y="325025"/>
                </a:lnTo>
                <a:lnTo>
                  <a:pt x="242168" y="319652"/>
                </a:lnTo>
                <a:lnTo>
                  <a:pt x="238132" y="311594"/>
                </a:lnTo>
                <a:lnTo>
                  <a:pt x="238132" y="308908"/>
                </a:lnTo>
                <a:lnTo>
                  <a:pt x="234095" y="304878"/>
                </a:lnTo>
                <a:lnTo>
                  <a:pt x="230059" y="303535"/>
                </a:lnTo>
                <a:lnTo>
                  <a:pt x="228714" y="303535"/>
                </a:lnTo>
                <a:lnTo>
                  <a:pt x="227369" y="300849"/>
                </a:lnTo>
                <a:lnTo>
                  <a:pt x="226024" y="295477"/>
                </a:lnTo>
                <a:lnTo>
                  <a:pt x="224678" y="294134"/>
                </a:lnTo>
                <a:lnTo>
                  <a:pt x="221987" y="295477"/>
                </a:lnTo>
                <a:lnTo>
                  <a:pt x="215260" y="295477"/>
                </a:lnTo>
                <a:lnTo>
                  <a:pt x="208533" y="291448"/>
                </a:lnTo>
                <a:lnTo>
                  <a:pt x="199116" y="284732"/>
                </a:lnTo>
                <a:lnTo>
                  <a:pt x="196425" y="284732"/>
                </a:lnTo>
                <a:lnTo>
                  <a:pt x="193734" y="284732"/>
                </a:lnTo>
                <a:lnTo>
                  <a:pt x="189698" y="283389"/>
                </a:lnTo>
                <a:lnTo>
                  <a:pt x="187007" y="280703"/>
                </a:lnTo>
                <a:lnTo>
                  <a:pt x="178935" y="275331"/>
                </a:lnTo>
                <a:lnTo>
                  <a:pt x="161445" y="271302"/>
                </a:lnTo>
                <a:lnTo>
                  <a:pt x="158755" y="271302"/>
                </a:lnTo>
                <a:lnTo>
                  <a:pt x="157409" y="273988"/>
                </a:lnTo>
                <a:lnTo>
                  <a:pt x="149337" y="273988"/>
                </a:lnTo>
                <a:lnTo>
                  <a:pt x="138574" y="273988"/>
                </a:lnTo>
                <a:lnTo>
                  <a:pt x="113012" y="268615"/>
                </a:lnTo>
                <a:lnTo>
                  <a:pt x="107630" y="265929"/>
                </a:lnTo>
                <a:lnTo>
                  <a:pt x="102249" y="256528"/>
                </a:lnTo>
                <a:lnTo>
                  <a:pt x="100903" y="252499"/>
                </a:lnTo>
                <a:lnTo>
                  <a:pt x="100903" y="248469"/>
                </a:lnTo>
                <a:lnTo>
                  <a:pt x="102249" y="245783"/>
                </a:lnTo>
                <a:lnTo>
                  <a:pt x="106285" y="243097"/>
                </a:lnTo>
                <a:lnTo>
                  <a:pt x="107630" y="239068"/>
                </a:lnTo>
                <a:lnTo>
                  <a:pt x="104940" y="235038"/>
                </a:lnTo>
                <a:lnTo>
                  <a:pt x="103594" y="229666"/>
                </a:lnTo>
                <a:lnTo>
                  <a:pt x="104940" y="225637"/>
                </a:lnTo>
                <a:lnTo>
                  <a:pt x="104940" y="220265"/>
                </a:lnTo>
                <a:lnTo>
                  <a:pt x="102249" y="216235"/>
                </a:lnTo>
                <a:lnTo>
                  <a:pt x="99558" y="210863"/>
                </a:lnTo>
                <a:lnTo>
                  <a:pt x="95522" y="209520"/>
                </a:lnTo>
                <a:lnTo>
                  <a:pt x="91486" y="206834"/>
                </a:lnTo>
                <a:lnTo>
                  <a:pt x="88795" y="201462"/>
                </a:lnTo>
                <a:lnTo>
                  <a:pt x="87449" y="197432"/>
                </a:lnTo>
                <a:lnTo>
                  <a:pt x="84759" y="193403"/>
                </a:lnTo>
                <a:lnTo>
                  <a:pt x="84759" y="189374"/>
                </a:lnTo>
                <a:lnTo>
                  <a:pt x="82068" y="185345"/>
                </a:lnTo>
                <a:lnTo>
                  <a:pt x="78032" y="181315"/>
                </a:lnTo>
                <a:lnTo>
                  <a:pt x="73996" y="179972"/>
                </a:lnTo>
                <a:lnTo>
                  <a:pt x="71305" y="177286"/>
                </a:lnTo>
                <a:lnTo>
                  <a:pt x="67269" y="175943"/>
                </a:lnTo>
                <a:lnTo>
                  <a:pt x="63233" y="175943"/>
                </a:lnTo>
                <a:lnTo>
                  <a:pt x="60542" y="178629"/>
                </a:lnTo>
                <a:lnTo>
                  <a:pt x="57851" y="179972"/>
                </a:lnTo>
                <a:lnTo>
                  <a:pt x="55161" y="178629"/>
                </a:lnTo>
                <a:lnTo>
                  <a:pt x="51125" y="174600"/>
                </a:lnTo>
                <a:lnTo>
                  <a:pt x="49779" y="171914"/>
                </a:lnTo>
                <a:lnTo>
                  <a:pt x="44398" y="171914"/>
                </a:lnTo>
                <a:lnTo>
                  <a:pt x="40361" y="174600"/>
                </a:lnTo>
                <a:lnTo>
                  <a:pt x="37671" y="175943"/>
                </a:lnTo>
                <a:lnTo>
                  <a:pt x="37671" y="179972"/>
                </a:lnTo>
                <a:lnTo>
                  <a:pt x="34980" y="179972"/>
                </a:lnTo>
                <a:lnTo>
                  <a:pt x="29598" y="175943"/>
                </a:lnTo>
                <a:lnTo>
                  <a:pt x="28253" y="173257"/>
                </a:lnTo>
                <a:lnTo>
                  <a:pt x="28253" y="170571"/>
                </a:lnTo>
                <a:lnTo>
                  <a:pt x="24217" y="166541"/>
                </a:lnTo>
                <a:lnTo>
                  <a:pt x="18835" y="162512"/>
                </a:lnTo>
                <a:lnTo>
                  <a:pt x="14799" y="158483"/>
                </a:lnTo>
                <a:lnTo>
                  <a:pt x="12108" y="157140"/>
                </a:lnTo>
                <a:lnTo>
                  <a:pt x="9418" y="154454"/>
                </a:lnTo>
                <a:lnTo>
                  <a:pt x="8072" y="151768"/>
                </a:lnTo>
                <a:lnTo>
                  <a:pt x="8072" y="147738"/>
                </a:lnTo>
                <a:lnTo>
                  <a:pt x="6727" y="145052"/>
                </a:lnTo>
                <a:lnTo>
                  <a:pt x="5381" y="146395"/>
                </a:lnTo>
                <a:lnTo>
                  <a:pt x="5381" y="147738"/>
                </a:lnTo>
                <a:lnTo>
                  <a:pt x="4036" y="147738"/>
                </a:lnTo>
                <a:lnTo>
                  <a:pt x="1345" y="145052"/>
                </a:lnTo>
                <a:lnTo>
                  <a:pt x="0" y="142366"/>
                </a:lnTo>
                <a:lnTo>
                  <a:pt x="0" y="13699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4" name="Freeform 243">
            <a:extLst>
              <a:ext uri="{FF2B5EF4-FFF2-40B4-BE49-F238E27FC236}">
                <a16:creationId xmlns:a16="http://schemas.microsoft.com/office/drawing/2014/main" id="{CDDAC5A6-81D5-539F-AC76-00F254EF5A8F}"/>
              </a:ext>
            </a:extLst>
          </p:cNvPr>
          <p:cNvSpPr/>
          <p:nvPr/>
        </p:nvSpPr>
        <p:spPr>
          <a:xfrm>
            <a:off x="8453003" y="2956916"/>
            <a:ext cx="987506" cy="517084"/>
          </a:xfrm>
          <a:custGeom>
            <a:avLst/>
            <a:gdLst>
              <a:gd name="connsiteX0" fmla="*/ 75341 w 987506"/>
              <a:gd name="connsiteY0" fmla="*/ 346514 h 517084"/>
              <a:gd name="connsiteX1" fmla="*/ 68614 w 987506"/>
              <a:gd name="connsiteY1" fmla="*/ 342485 h 517084"/>
              <a:gd name="connsiteX2" fmla="*/ 61887 w 987506"/>
              <a:gd name="connsiteY2" fmla="*/ 345171 h 517084"/>
              <a:gd name="connsiteX3" fmla="*/ 52470 w 987506"/>
              <a:gd name="connsiteY3" fmla="*/ 338456 h 517084"/>
              <a:gd name="connsiteX4" fmla="*/ 52470 w 987506"/>
              <a:gd name="connsiteY4" fmla="*/ 334426 h 517084"/>
              <a:gd name="connsiteX5" fmla="*/ 63233 w 987506"/>
              <a:gd name="connsiteY5" fmla="*/ 334426 h 517084"/>
              <a:gd name="connsiteX6" fmla="*/ 52470 w 987506"/>
              <a:gd name="connsiteY6" fmla="*/ 316966 h 517084"/>
              <a:gd name="connsiteX7" fmla="*/ 40361 w 987506"/>
              <a:gd name="connsiteY7" fmla="*/ 304879 h 517084"/>
              <a:gd name="connsiteX8" fmla="*/ 22872 w 987506"/>
              <a:gd name="connsiteY8" fmla="*/ 300849 h 517084"/>
              <a:gd name="connsiteX9" fmla="*/ 21526 w 987506"/>
              <a:gd name="connsiteY9" fmla="*/ 304879 h 517084"/>
              <a:gd name="connsiteX10" fmla="*/ 13454 w 987506"/>
              <a:gd name="connsiteY10" fmla="*/ 298163 h 517084"/>
              <a:gd name="connsiteX11" fmla="*/ 14799 w 987506"/>
              <a:gd name="connsiteY11" fmla="*/ 294134 h 517084"/>
              <a:gd name="connsiteX12" fmla="*/ 9418 w 987506"/>
              <a:gd name="connsiteY12" fmla="*/ 286075 h 517084"/>
              <a:gd name="connsiteX13" fmla="*/ 0 w 987506"/>
              <a:gd name="connsiteY13" fmla="*/ 282046 h 517084"/>
              <a:gd name="connsiteX14" fmla="*/ 2691 w 987506"/>
              <a:gd name="connsiteY14" fmla="*/ 273988 h 517084"/>
              <a:gd name="connsiteX15" fmla="*/ 5382 w 987506"/>
              <a:gd name="connsiteY15" fmla="*/ 257871 h 517084"/>
              <a:gd name="connsiteX16" fmla="*/ 1345 w 987506"/>
              <a:gd name="connsiteY16" fmla="*/ 253842 h 517084"/>
              <a:gd name="connsiteX17" fmla="*/ 0 w 987506"/>
              <a:gd name="connsiteY17" fmla="*/ 240411 h 517084"/>
              <a:gd name="connsiteX18" fmla="*/ 5382 w 987506"/>
              <a:gd name="connsiteY18" fmla="*/ 237725 h 517084"/>
              <a:gd name="connsiteX19" fmla="*/ 12109 w 987506"/>
              <a:gd name="connsiteY19" fmla="*/ 229666 h 517084"/>
              <a:gd name="connsiteX20" fmla="*/ 12109 w 987506"/>
              <a:gd name="connsiteY20" fmla="*/ 222951 h 517084"/>
              <a:gd name="connsiteX21" fmla="*/ 16145 w 987506"/>
              <a:gd name="connsiteY21" fmla="*/ 217579 h 517084"/>
              <a:gd name="connsiteX22" fmla="*/ 29598 w 987506"/>
              <a:gd name="connsiteY22" fmla="*/ 231009 h 517084"/>
              <a:gd name="connsiteX23" fmla="*/ 30944 w 987506"/>
              <a:gd name="connsiteY23" fmla="*/ 235038 h 517084"/>
              <a:gd name="connsiteX24" fmla="*/ 39016 w 987506"/>
              <a:gd name="connsiteY24" fmla="*/ 240411 h 517084"/>
              <a:gd name="connsiteX25" fmla="*/ 47088 w 987506"/>
              <a:gd name="connsiteY25" fmla="*/ 239068 h 517084"/>
              <a:gd name="connsiteX26" fmla="*/ 47088 w 987506"/>
              <a:gd name="connsiteY26" fmla="*/ 231009 h 517084"/>
              <a:gd name="connsiteX27" fmla="*/ 49779 w 987506"/>
              <a:gd name="connsiteY27" fmla="*/ 229666 h 517084"/>
              <a:gd name="connsiteX28" fmla="*/ 43052 w 987506"/>
              <a:gd name="connsiteY28" fmla="*/ 208177 h 517084"/>
              <a:gd name="connsiteX29" fmla="*/ 51125 w 987506"/>
              <a:gd name="connsiteY29" fmla="*/ 206834 h 517084"/>
              <a:gd name="connsiteX30" fmla="*/ 60542 w 987506"/>
              <a:gd name="connsiteY30" fmla="*/ 206834 h 517084"/>
              <a:gd name="connsiteX31" fmla="*/ 60542 w 987506"/>
              <a:gd name="connsiteY31" fmla="*/ 201462 h 517084"/>
              <a:gd name="connsiteX32" fmla="*/ 56506 w 987506"/>
              <a:gd name="connsiteY32" fmla="*/ 196089 h 517084"/>
              <a:gd name="connsiteX33" fmla="*/ 57851 w 987506"/>
              <a:gd name="connsiteY33" fmla="*/ 190717 h 517084"/>
              <a:gd name="connsiteX34" fmla="*/ 65924 w 987506"/>
              <a:gd name="connsiteY34" fmla="*/ 185345 h 517084"/>
              <a:gd name="connsiteX35" fmla="*/ 69960 w 987506"/>
              <a:gd name="connsiteY35" fmla="*/ 185345 h 517084"/>
              <a:gd name="connsiteX36" fmla="*/ 71305 w 987506"/>
              <a:gd name="connsiteY36" fmla="*/ 178629 h 517084"/>
              <a:gd name="connsiteX37" fmla="*/ 75341 w 987506"/>
              <a:gd name="connsiteY37" fmla="*/ 175943 h 517084"/>
              <a:gd name="connsiteX38" fmla="*/ 80723 w 987506"/>
              <a:gd name="connsiteY38" fmla="*/ 177286 h 517084"/>
              <a:gd name="connsiteX39" fmla="*/ 82068 w 987506"/>
              <a:gd name="connsiteY39" fmla="*/ 171914 h 517084"/>
              <a:gd name="connsiteX40" fmla="*/ 80723 w 987506"/>
              <a:gd name="connsiteY40" fmla="*/ 167885 h 517084"/>
              <a:gd name="connsiteX41" fmla="*/ 82068 w 987506"/>
              <a:gd name="connsiteY41" fmla="*/ 163856 h 517084"/>
              <a:gd name="connsiteX42" fmla="*/ 90140 w 987506"/>
              <a:gd name="connsiteY42" fmla="*/ 169228 h 517084"/>
              <a:gd name="connsiteX43" fmla="*/ 95522 w 987506"/>
              <a:gd name="connsiteY43" fmla="*/ 171914 h 517084"/>
              <a:gd name="connsiteX44" fmla="*/ 95522 w 987506"/>
              <a:gd name="connsiteY44" fmla="*/ 174600 h 517084"/>
              <a:gd name="connsiteX45" fmla="*/ 91486 w 987506"/>
              <a:gd name="connsiteY45" fmla="*/ 178629 h 517084"/>
              <a:gd name="connsiteX46" fmla="*/ 94176 w 987506"/>
              <a:gd name="connsiteY46" fmla="*/ 181315 h 517084"/>
              <a:gd name="connsiteX47" fmla="*/ 98213 w 987506"/>
              <a:gd name="connsiteY47" fmla="*/ 178629 h 517084"/>
              <a:gd name="connsiteX48" fmla="*/ 99558 w 987506"/>
              <a:gd name="connsiteY48" fmla="*/ 174600 h 517084"/>
              <a:gd name="connsiteX49" fmla="*/ 103594 w 987506"/>
              <a:gd name="connsiteY49" fmla="*/ 173257 h 517084"/>
              <a:gd name="connsiteX50" fmla="*/ 103594 w 987506"/>
              <a:gd name="connsiteY50" fmla="*/ 177286 h 517084"/>
              <a:gd name="connsiteX51" fmla="*/ 107630 w 987506"/>
              <a:gd name="connsiteY51" fmla="*/ 173257 h 517084"/>
              <a:gd name="connsiteX52" fmla="*/ 107630 w 987506"/>
              <a:gd name="connsiteY52" fmla="*/ 170571 h 517084"/>
              <a:gd name="connsiteX53" fmla="*/ 113012 w 987506"/>
              <a:gd name="connsiteY53" fmla="*/ 170571 h 517084"/>
              <a:gd name="connsiteX54" fmla="*/ 118393 w 987506"/>
              <a:gd name="connsiteY54" fmla="*/ 166542 h 517084"/>
              <a:gd name="connsiteX55" fmla="*/ 123775 w 987506"/>
              <a:gd name="connsiteY55" fmla="*/ 166542 h 517084"/>
              <a:gd name="connsiteX56" fmla="*/ 126466 w 987506"/>
              <a:gd name="connsiteY56" fmla="*/ 173257 h 517084"/>
              <a:gd name="connsiteX57" fmla="*/ 131847 w 987506"/>
              <a:gd name="connsiteY57" fmla="*/ 177286 h 517084"/>
              <a:gd name="connsiteX58" fmla="*/ 141265 w 987506"/>
              <a:gd name="connsiteY58" fmla="*/ 174600 h 517084"/>
              <a:gd name="connsiteX59" fmla="*/ 145301 w 987506"/>
              <a:gd name="connsiteY59" fmla="*/ 174600 h 517084"/>
              <a:gd name="connsiteX60" fmla="*/ 147991 w 987506"/>
              <a:gd name="connsiteY60" fmla="*/ 178629 h 517084"/>
              <a:gd name="connsiteX61" fmla="*/ 150682 w 987506"/>
              <a:gd name="connsiteY61" fmla="*/ 178629 h 517084"/>
              <a:gd name="connsiteX62" fmla="*/ 156064 w 987506"/>
              <a:gd name="connsiteY62" fmla="*/ 185345 h 517084"/>
              <a:gd name="connsiteX63" fmla="*/ 161445 w 987506"/>
              <a:gd name="connsiteY63" fmla="*/ 185345 h 517084"/>
              <a:gd name="connsiteX64" fmla="*/ 165482 w 987506"/>
              <a:gd name="connsiteY64" fmla="*/ 190717 h 517084"/>
              <a:gd name="connsiteX65" fmla="*/ 173554 w 987506"/>
              <a:gd name="connsiteY65" fmla="*/ 196089 h 517084"/>
              <a:gd name="connsiteX66" fmla="*/ 177590 w 987506"/>
              <a:gd name="connsiteY66" fmla="*/ 196089 h 517084"/>
              <a:gd name="connsiteX67" fmla="*/ 178935 w 987506"/>
              <a:gd name="connsiteY67" fmla="*/ 200119 h 517084"/>
              <a:gd name="connsiteX68" fmla="*/ 180281 w 987506"/>
              <a:gd name="connsiteY68" fmla="*/ 205491 h 517084"/>
              <a:gd name="connsiteX69" fmla="*/ 182971 w 987506"/>
              <a:gd name="connsiteY69" fmla="*/ 206834 h 517084"/>
              <a:gd name="connsiteX70" fmla="*/ 185662 w 987506"/>
              <a:gd name="connsiteY70" fmla="*/ 201462 h 517084"/>
              <a:gd name="connsiteX71" fmla="*/ 185662 w 987506"/>
              <a:gd name="connsiteY71" fmla="*/ 194746 h 517084"/>
              <a:gd name="connsiteX72" fmla="*/ 191044 w 987506"/>
              <a:gd name="connsiteY72" fmla="*/ 192060 h 517084"/>
              <a:gd name="connsiteX73" fmla="*/ 193735 w 987506"/>
              <a:gd name="connsiteY73" fmla="*/ 197432 h 517084"/>
              <a:gd name="connsiteX74" fmla="*/ 204497 w 987506"/>
              <a:gd name="connsiteY74" fmla="*/ 198775 h 517084"/>
              <a:gd name="connsiteX75" fmla="*/ 207188 w 987506"/>
              <a:gd name="connsiteY75" fmla="*/ 204148 h 517084"/>
              <a:gd name="connsiteX76" fmla="*/ 211224 w 987506"/>
              <a:gd name="connsiteY76" fmla="*/ 205491 h 517084"/>
              <a:gd name="connsiteX77" fmla="*/ 217951 w 987506"/>
              <a:gd name="connsiteY77" fmla="*/ 200119 h 517084"/>
              <a:gd name="connsiteX78" fmla="*/ 217951 w 987506"/>
              <a:gd name="connsiteY78" fmla="*/ 190717 h 517084"/>
              <a:gd name="connsiteX79" fmla="*/ 223333 w 987506"/>
              <a:gd name="connsiteY79" fmla="*/ 190717 h 517084"/>
              <a:gd name="connsiteX80" fmla="*/ 224678 w 987506"/>
              <a:gd name="connsiteY80" fmla="*/ 185345 h 517084"/>
              <a:gd name="connsiteX81" fmla="*/ 228714 w 987506"/>
              <a:gd name="connsiteY81" fmla="*/ 184002 h 517084"/>
              <a:gd name="connsiteX82" fmla="*/ 231405 w 987506"/>
              <a:gd name="connsiteY82" fmla="*/ 188031 h 517084"/>
              <a:gd name="connsiteX83" fmla="*/ 234096 w 987506"/>
              <a:gd name="connsiteY83" fmla="*/ 184002 h 517084"/>
              <a:gd name="connsiteX84" fmla="*/ 239477 w 987506"/>
              <a:gd name="connsiteY84" fmla="*/ 182659 h 517084"/>
              <a:gd name="connsiteX85" fmla="*/ 247550 w 987506"/>
              <a:gd name="connsiteY85" fmla="*/ 189374 h 517084"/>
              <a:gd name="connsiteX86" fmla="*/ 248895 w 987506"/>
              <a:gd name="connsiteY86" fmla="*/ 192060 h 517084"/>
              <a:gd name="connsiteX87" fmla="*/ 255622 w 987506"/>
              <a:gd name="connsiteY87" fmla="*/ 192060 h 517084"/>
              <a:gd name="connsiteX88" fmla="*/ 254277 w 987506"/>
              <a:gd name="connsiteY88" fmla="*/ 185345 h 517084"/>
              <a:gd name="connsiteX89" fmla="*/ 258312 w 987506"/>
              <a:gd name="connsiteY89" fmla="*/ 184002 h 517084"/>
              <a:gd name="connsiteX90" fmla="*/ 265039 w 987506"/>
              <a:gd name="connsiteY90" fmla="*/ 184002 h 517084"/>
              <a:gd name="connsiteX91" fmla="*/ 267730 w 987506"/>
              <a:gd name="connsiteY91" fmla="*/ 181315 h 517084"/>
              <a:gd name="connsiteX92" fmla="*/ 273112 w 987506"/>
              <a:gd name="connsiteY92" fmla="*/ 184002 h 517084"/>
              <a:gd name="connsiteX93" fmla="*/ 277148 w 987506"/>
              <a:gd name="connsiteY93" fmla="*/ 186688 h 517084"/>
              <a:gd name="connsiteX94" fmla="*/ 275802 w 987506"/>
              <a:gd name="connsiteY94" fmla="*/ 189374 h 517084"/>
              <a:gd name="connsiteX95" fmla="*/ 271766 w 987506"/>
              <a:gd name="connsiteY95" fmla="*/ 192060 h 517084"/>
              <a:gd name="connsiteX96" fmla="*/ 277148 w 987506"/>
              <a:gd name="connsiteY96" fmla="*/ 197432 h 517084"/>
              <a:gd name="connsiteX97" fmla="*/ 281184 w 987506"/>
              <a:gd name="connsiteY97" fmla="*/ 198775 h 517084"/>
              <a:gd name="connsiteX98" fmla="*/ 283875 w 987506"/>
              <a:gd name="connsiteY98" fmla="*/ 197432 h 517084"/>
              <a:gd name="connsiteX99" fmla="*/ 287911 w 987506"/>
              <a:gd name="connsiteY99" fmla="*/ 200119 h 517084"/>
              <a:gd name="connsiteX100" fmla="*/ 295983 w 987506"/>
              <a:gd name="connsiteY100" fmla="*/ 198775 h 517084"/>
              <a:gd name="connsiteX101" fmla="*/ 304055 w 987506"/>
              <a:gd name="connsiteY101" fmla="*/ 204148 h 517084"/>
              <a:gd name="connsiteX102" fmla="*/ 310782 w 987506"/>
              <a:gd name="connsiteY102" fmla="*/ 202805 h 517084"/>
              <a:gd name="connsiteX103" fmla="*/ 313473 w 987506"/>
              <a:gd name="connsiteY103" fmla="*/ 197432 h 517084"/>
              <a:gd name="connsiteX104" fmla="*/ 313473 w 987506"/>
              <a:gd name="connsiteY104" fmla="*/ 193403 h 517084"/>
              <a:gd name="connsiteX105" fmla="*/ 316164 w 987506"/>
              <a:gd name="connsiteY105" fmla="*/ 190717 h 517084"/>
              <a:gd name="connsiteX106" fmla="*/ 324236 w 987506"/>
              <a:gd name="connsiteY106" fmla="*/ 194746 h 517084"/>
              <a:gd name="connsiteX107" fmla="*/ 330963 w 987506"/>
              <a:gd name="connsiteY107" fmla="*/ 196089 h 517084"/>
              <a:gd name="connsiteX108" fmla="*/ 340381 w 987506"/>
              <a:gd name="connsiteY108" fmla="*/ 193403 h 517084"/>
              <a:gd name="connsiteX109" fmla="*/ 343071 w 987506"/>
              <a:gd name="connsiteY109" fmla="*/ 188031 h 517084"/>
              <a:gd name="connsiteX110" fmla="*/ 341726 w 987506"/>
              <a:gd name="connsiteY110" fmla="*/ 167885 h 517084"/>
              <a:gd name="connsiteX111" fmla="*/ 339035 w 987506"/>
              <a:gd name="connsiteY111" fmla="*/ 166542 h 517084"/>
              <a:gd name="connsiteX112" fmla="*/ 330963 w 987506"/>
              <a:gd name="connsiteY112" fmla="*/ 166542 h 517084"/>
              <a:gd name="connsiteX113" fmla="*/ 325581 w 987506"/>
              <a:gd name="connsiteY113" fmla="*/ 162512 h 517084"/>
              <a:gd name="connsiteX114" fmla="*/ 325581 w 987506"/>
              <a:gd name="connsiteY114" fmla="*/ 159826 h 517084"/>
              <a:gd name="connsiteX115" fmla="*/ 318854 w 987506"/>
              <a:gd name="connsiteY115" fmla="*/ 158483 h 517084"/>
              <a:gd name="connsiteX116" fmla="*/ 316164 w 987506"/>
              <a:gd name="connsiteY116" fmla="*/ 154454 h 517084"/>
              <a:gd name="connsiteX117" fmla="*/ 309437 w 987506"/>
              <a:gd name="connsiteY117" fmla="*/ 154454 h 517084"/>
              <a:gd name="connsiteX118" fmla="*/ 309437 w 987506"/>
              <a:gd name="connsiteY118" fmla="*/ 151768 h 517084"/>
              <a:gd name="connsiteX119" fmla="*/ 308092 w 987506"/>
              <a:gd name="connsiteY119" fmla="*/ 147738 h 517084"/>
              <a:gd name="connsiteX120" fmla="*/ 308092 w 987506"/>
              <a:gd name="connsiteY120" fmla="*/ 145052 h 517084"/>
              <a:gd name="connsiteX121" fmla="*/ 313473 w 987506"/>
              <a:gd name="connsiteY121" fmla="*/ 145052 h 517084"/>
              <a:gd name="connsiteX122" fmla="*/ 313473 w 987506"/>
              <a:gd name="connsiteY122" fmla="*/ 139680 h 517084"/>
              <a:gd name="connsiteX123" fmla="*/ 317509 w 987506"/>
              <a:gd name="connsiteY123" fmla="*/ 135651 h 517084"/>
              <a:gd name="connsiteX124" fmla="*/ 316164 w 987506"/>
              <a:gd name="connsiteY124" fmla="*/ 128935 h 517084"/>
              <a:gd name="connsiteX125" fmla="*/ 312128 w 987506"/>
              <a:gd name="connsiteY125" fmla="*/ 128935 h 517084"/>
              <a:gd name="connsiteX126" fmla="*/ 312128 w 987506"/>
              <a:gd name="connsiteY126" fmla="*/ 123563 h 517084"/>
              <a:gd name="connsiteX127" fmla="*/ 318854 w 987506"/>
              <a:gd name="connsiteY127" fmla="*/ 114162 h 517084"/>
              <a:gd name="connsiteX128" fmla="*/ 324236 w 987506"/>
              <a:gd name="connsiteY128" fmla="*/ 108789 h 517084"/>
              <a:gd name="connsiteX129" fmla="*/ 334999 w 987506"/>
              <a:gd name="connsiteY129" fmla="*/ 107446 h 517084"/>
              <a:gd name="connsiteX130" fmla="*/ 339035 w 987506"/>
              <a:gd name="connsiteY130" fmla="*/ 110132 h 517084"/>
              <a:gd name="connsiteX131" fmla="*/ 341726 w 987506"/>
              <a:gd name="connsiteY131" fmla="*/ 107446 h 517084"/>
              <a:gd name="connsiteX132" fmla="*/ 343071 w 987506"/>
              <a:gd name="connsiteY132" fmla="*/ 102074 h 517084"/>
              <a:gd name="connsiteX133" fmla="*/ 337690 w 987506"/>
              <a:gd name="connsiteY133" fmla="*/ 100731 h 517084"/>
              <a:gd name="connsiteX134" fmla="*/ 333654 w 987506"/>
              <a:gd name="connsiteY134" fmla="*/ 96702 h 517084"/>
              <a:gd name="connsiteX135" fmla="*/ 329617 w 987506"/>
              <a:gd name="connsiteY135" fmla="*/ 96702 h 517084"/>
              <a:gd name="connsiteX136" fmla="*/ 325581 w 987506"/>
              <a:gd name="connsiteY136" fmla="*/ 99388 h 517084"/>
              <a:gd name="connsiteX137" fmla="*/ 320200 w 987506"/>
              <a:gd name="connsiteY137" fmla="*/ 96702 h 517084"/>
              <a:gd name="connsiteX138" fmla="*/ 313473 w 987506"/>
              <a:gd name="connsiteY138" fmla="*/ 96702 h 517084"/>
              <a:gd name="connsiteX139" fmla="*/ 313473 w 987506"/>
              <a:gd name="connsiteY139" fmla="*/ 94015 h 517084"/>
              <a:gd name="connsiteX140" fmla="*/ 316164 w 987506"/>
              <a:gd name="connsiteY140" fmla="*/ 91329 h 517084"/>
              <a:gd name="connsiteX141" fmla="*/ 322890 w 987506"/>
              <a:gd name="connsiteY141" fmla="*/ 91329 h 517084"/>
              <a:gd name="connsiteX142" fmla="*/ 320200 w 987506"/>
              <a:gd name="connsiteY142" fmla="*/ 85957 h 517084"/>
              <a:gd name="connsiteX143" fmla="*/ 313473 w 987506"/>
              <a:gd name="connsiteY143" fmla="*/ 85957 h 517084"/>
              <a:gd name="connsiteX144" fmla="*/ 309437 w 987506"/>
              <a:gd name="connsiteY144" fmla="*/ 85957 h 517084"/>
              <a:gd name="connsiteX145" fmla="*/ 312128 w 987506"/>
              <a:gd name="connsiteY145" fmla="*/ 83271 h 517084"/>
              <a:gd name="connsiteX146" fmla="*/ 309437 w 987506"/>
              <a:gd name="connsiteY146" fmla="*/ 76556 h 517084"/>
              <a:gd name="connsiteX147" fmla="*/ 310782 w 987506"/>
              <a:gd name="connsiteY147" fmla="*/ 75212 h 517084"/>
              <a:gd name="connsiteX148" fmla="*/ 316164 w 987506"/>
              <a:gd name="connsiteY148" fmla="*/ 73869 h 517084"/>
              <a:gd name="connsiteX149" fmla="*/ 318854 w 987506"/>
              <a:gd name="connsiteY149" fmla="*/ 71183 h 517084"/>
              <a:gd name="connsiteX150" fmla="*/ 322890 w 987506"/>
              <a:gd name="connsiteY150" fmla="*/ 71183 h 517084"/>
              <a:gd name="connsiteX151" fmla="*/ 324236 w 987506"/>
              <a:gd name="connsiteY151" fmla="*/ 73869 h 517084"/>
              <a:gd name="connsiteX152" fmla="*/ 330963 w 987506"/>
              <a:gd name="connsiteY152" fmla="*/ 73869 h 517084"/>
              <a:gd name="connsiteX153" fmla="*/ 334999 w 987506"/>
              <a:gd name="connsiteY153" fmla="*/ 76556 h 517084"/>
              <a:gd name="connsiteX154" fmla="*/ 337690 w 987506"/>
              <a:gd name="connsiteY154" fmla="*/ 73869 h 517084"/>
              <a:gd name="connsiteX155" fmla="*/ 337690 w 987506"/>
              <a:gd name="connsiteY155" fmla="*/ 71183 h 517084"/>
              <a:gd name="connsiteX156" fmla="*/ 341726 w 987506"/>
              <a:gd name="connsiteY156" fmla="*/ 68497 h 517084"/>
              <a:gd name="connsiteX157" fmla="*/ 347107 w 987506"/>
              <a:gd name="connsiteY157" fmla="*/ 68497 h 517084"/>
              <a:gd name="connsiteX158" fmla="*/ 349798 w 987506"/>
              <a:gd name="connsiteY158" fmla="*/ 72526 h 517084"/>
              <a:gd name="connsiteX159" fmla="*/ 352489 w 987506"/>
              <a:gd name="connsiteY159" fmla="*/ 69840 h 517084"/>
              <a:gd name="connsiteX160" fmla="*/ 352489 w 987506"/>
              <a:gd name="connsiteY160" fmla="*/ 65811 h 517084"/>
              <a:gd name="connsiteX161" fmla="*/ 361907 w 987506"/>
              <a:gd name="connsiteY161" fmla="*/ 63125 h 517084"/>
              <a:gd name="connsiteX162" fmla="*/ 367288 w 987506"/>
              <a:gd name="connsiteY162" fmla="*/ 63125 h 517084"/>
              <a:gd name="connsiteX163" fmla="*/ 374015 w 987506"/>
              <a:gd name="connsiteY163" fmla="*/ 59096 h 517084"/>
              <a:gd name="connsiteX164" fmla="*/ 380742 w 987506"/>
              <a:gd name="connsiteY164" fmla="*/ 59096 h 517084"/>
              <a:gd name="connsiteX165" fmla="*/ 382087 w 987506"/>
              <a:gd name="connsiteY165" fmla="*/ 56409 h 517084"/>
              <a:gd name="connsiteX166" fmla="*/ 388814 w 987506"/>
              <a:gd name="connsiteY166" fmla="*/ 52380 h 517084"/>
              <a:gd name="connsiteX167" fmla="*/ 395541 w 987506"/>
              <a:gd name="connsiteY167" fmla="*/ 52380 h 517084"/>
              <a:gd name="connsiteX168" fmla="*/ 399577 w 987506"/>
              <a:gd name="connsiteY168" fmla="*/ 49694 h 517084"/>
              <a:gd name="connsiteX169" fmla="*/ 403613 w 987506"/>
              <a:gd name="connsiteY169" fmla="*/ 49694 h 517084"/>
              <a:gd name="connsiteX170" fmla="*/ 407649 w 987506"/>
              <a:gd name="connsiteY170" fmla="*/ 51037 h 517084"/>
              <a:gd name="connsiteX171" fmla="*/ 408995 w 987506"/>
              <a:gd name="connsiteY171" fmla="*/ 48351 h 517084"/>
              <a:gd name="connsiteX172" fmla="*/ 408995 w 987506"/>
              <a:gd name="connsiteY172" fmla="*/ 42979 h 517084"/>
              <a:gd name="connsiteX173" fmla="*/ 411685 w 987506"/>
              <a:gd name="connsiteY173" fmla="*/ 40292 h 517084"/>
              <a:gd name="connsiteX174" fmla="*/ 417067 w 987506"/>
              <a:gd name="connsiteY174" fmla="*/ 40292 h 517084"/>
              <a:gd name="connsiteX175" fmla="*/ 418412 w 987506"/>
              <a:gd name="connsiteY175" fmla="*/ 37606 h 517084"/>
              <a:gd name="connsiteX176" fmla="*/ 421103 w 987506"/>
              <a:gd name="connsiteY176" fmla="*/ 34920 h 517084"/>
              <a:gd name="connsiteX177" fmla="*/ 425139 w 987506"/>
              <a:gd name="connsiteY177" fmla="*/ 37606 h 517084"/>
              <a:gd name="connsiteX178" fmla="*/ 427830 w 987506"/>
              <a:gd name="connsiteY178" fmla="*/ 37606 h 517084"/>
              <a:gd name="connsiteX179" fmla="*/ 433211 w 987506"/>
              <a:gd name="connsiteY179" fmla="*/ 34920 h 517084"/>
              <a:gd name="connsiteX180" fmla="*/ 438593 w 987506"/>
              <a:gd name="connsiteY180" fmla="*/ 33577 h 517084"/>
              <a:gd name="connsiteX181" fmla="*/ 449356 w 987506"/>
              <a:gd name="connsiteY181" fmla="*/ 25519 h 517084"/>
              <a:gd name="connsiteX182" fmla="*/ 452047 w 987506"/>
              <a:gd name="connsiteY182" fmla="*/ 25519 h 517084"/>
              <a:gd name="connsiteX183" fmla="*/ 454738 w 987506"/>
              <a:gd name="connsiteY183" fmla="*/ 24175 h 517084"/>
              <a:gd name="connsiteX184" fmla="*/ 461464 w 987506"/>
              <a:gd name="connsiteY184" fmla="*/ 22832 h 517084"/>
              <a:gd name="connsiteX185" fmla="*/ 464155 w 987506"/>
              <a:gd name="connsiteY185" fmla="*/ 18803 h 517084"/>
              <a:gd name="connsiteX186" fmla="*/ 468191 w 987506"/>
              <a:gd name="connsiteY186" fmla="*/ 18803 h 517084"/>
              <a:gd name="connsiteX187" fmla="*/ 474918 w 987506"/>
              <a:gd name="connsiteY187" fmla="*/ 17460 h 517084"/>
              <a:gd name="connsiteX188" fmla="*/ 474918 w 987506"/>
              <a:gd name="connsiteY188" fmla="*/ 13431 h 517084"/>
              <a:gd name="connsiteX189" fmla="*/ 472227 w 987506"/>
              <a:gd name="connsiteY189" fmla="*/ 9402 h 517084"/>
              <a:gd name="connsiteX190" fmla="*/ 474918 w 987506"/>
              <a:gd name="connsiteY190" fmla="*/ 8059 h 517084"/>
              <a:gd name="connsiteX191" fmla="*/ 481645 w 987506"/>
              <a:gd name="connsiteY191" fmla="*/ 8059 h 517084"/>
              <a:gd name="connsiteX192" fmla="*/ 482991 w 987506"/>
              <a:gd name="connsiteY192" fmla="*/ 2686 h 517084"/>
              <a:gd name="connsiteX193" fmla="*/ 488372 w 987506"/>
              <a:gd name="connsiteY193" fmla="*/ 0 h 517084"/>
              <a:gd name="connsiteX194" fmla="*/ 491062 w 987506"/>
              <a:gd name="connsiteY194" fmla="*/ 1343 h 517084"/>
              <a:gd name="connsiteX195" fmla="*/ 495099 w 987506"/>
              <a:gd name="connsiteY195" fmla="*/ 0 h 517084"/>
              <a:gd name="connsiteX196" fmla="*/ 501826 w 987506"/>
              <a:gd name="connsiteY196" fmla="*/ 2686 h 517084"/>
              <a:gd name="connsiteX197" fmla="*/ 508553 w 987506"/>
              <a:gd name="connsiteY197" fmla="*/ 1343 h 517084"/>
              <a:gd name="connsiteX198" fmla="*/ 515280 w 987506"/>
              <a:gd name="connsiteY198" fmla="*/ 5372 h 517084"/>
              <a:gd name="connsiteX199" fmla="*/ 520661 w 987506"/>
              <a:gd name="connsiteY199" fmla="*/ 5372 h 517084"/>
              <a:gd name="connsiteX200" fmla="*/ 527388 w 987506"/>
              <a:gd name="connsiteY200" fmla="*/ 2686 h 517084"/>
              <a:gd name="connsiteX201" fmla="*/ 532769 w 987506"/>
              <a:gd name="connsiteY201" fmla="*/ 4029 h 517084"/>
              <a:gd name="connsiteX202" fmla="*/ 534115 w 987506"/>
              <a:gd name="connsiteY202" fmla="*/ 9402 h 517084"/>
              <a:gd name="connsiteX203" fmla="*/ 536806 w 987506"/>
              <a:gd name="connsiteY203" fmla="*/ 12088 h 517084"/>
              <a:gd name="connsiteX204" fmla="*/ 538151 w 987506"/>
              <a:gd name="connsiteY204" fmla="*/ 17460 h 517084"/>
              <a:gd name="connsiteX205" fmla="*/ 542187 w 987506"/>
              <a:gd name="connsiteY205" fmla="*/ 21489 h 517084"/>
              <a:gd name="connsiteX206" fmla="*/ 544878 w 987506"/>
              <a:gd name="connsiteY206" fmla="*/ 22832 h 517084"/>
              <a:gd name="connsiteX207" fmla="*/ 546223 w 987506"/>
              <a:gd name="connsiteY207" fmla="*/ 26862 h 517084"/>
              <a:gd name="connsiteX208" fmla="*/ 544878 w 987506"/>
              <a:gd name="connsiteY208" fmla="*/ 30891 h 517084"/>
              <a:gd name="connsiteX209" fmla="*/ 546223 w 987506"/>
              <a:gd name="connsiteY209" fmla="*/ 36263 h 517084"/>
              <a:gd name="connsiteX210" fmla="*/ 544878 w 987506"/>
              <a:gd name="connsiteY210" fmla="*/ 37606 h 517084"/>
              <a:gd name="connsiteX211" fmla="*/ 540842 w 987506"/>
              <a:gd name="connsiteY211" fmla="*/ 38949 h 517084"/>
              <a:gd name="connsiteX212" fmla="*/ 543533 w 987506"/>
              <a:gd name="connsiteY212" fmla="*/ 42979 h 517084"/>
              <a:gd name="connsiteX213" fmla="*/ 546223 w 987506"/>
              <a:gd name="connsiteY213" fmla="*/ 45665 h 517084"/>
              <a:gd name="connsiteX214" fmla="*/ 552950 w 987506"/>
              <a:gd name="connsiteY214" fmla="*/ 42979 h 517084"/>
              <a:gd name="connsiteX215" fmla="*/ 556986 w 987506"/>
              <a:gd name="connsiteY215" fmla="*/ 45665 h 517084"/>
              <a:gd name="connsiteX216" fmla="*/ 559677 w 987506"/>
              <a:gd name="connsiteY216" fmla="*/ 44322 h 517084"/>
              <a:gd name="connsiteX217" fmla="*/ 561022 w 987506"/>
              <a:gd name="connsiteY217" fmla="*/ 40292 h 517084"/>
              <a:gd name="connsiteX218" fmla="*/ 563713 w 987506"/>
              <a:gd name="connsiteY218" fmla="*/ 37606 h 517084"/>
              <a:gd name="connsiteX219" fmla="*/ 565058 w 987506"/>
              <a:gd name="connsiteY219" fmla="*/ 42979 h 517084"/>
              <a:gd name="connsiteX220" fmla="*/ 567749 w 987506"/>
              <a:gd name="connsiteY220" fmla="*/ 42979 h 517084"/>
              <a:gd name="connsiteX221" fmla="*/ 569095 w 987506"/>
              <a:gd name="connsiteY221" fmla="*/ 38949 h 517084"/>
              <a:gd name="connsiteX222" fmla="*/ 567749 w 987506"/>
              <a:gd name="connsiteY222" fmla="*/ 33577 h 517084"/>
              <a:gd name="connsiteX223" fmla="*/ 569095 w 987506"/>
              <a:gd name="connsiteY223" fmla="*/ 33577 h 517084"/>
              <a:gd name="connsiteX224" fmla="*/ 578512 w 987506"/>
              <a:gd name="connsiteY224" fmla="*/ 40292 h 517084"/>
              <a:gd name="connsiteX225" fmla="*/ 578512 w 987506"/>
              <a:gd name="connsiteY225" fmla="*/ 48351 h 517084"/>
              <a:gd name="connsiteX226" fmla="*/ 582548 w 987506"/>
              <a:gd name="connsiteY226" fmla="*/ 53723 h 517084"/>
              <a:gd name="connsiteX227" fmla="*/ 585239 w 987506"/>
              <a:gd name="connsiteY227" fmla="*/ 53723 h 517084"/>
              <a:gd name="connsiteX228" fmla="*/ 589275 w 987506"/>
              <a:gd name="connsiteY228" fmla="*/ 49694 h 517084"/>
              <a:gd name="connsiteX229" fmla="*/ 586584 w 987506"/>
              <a:gd name="connsiteY229" fmla="*/ 48351 h 517084"/>
              <a:gd name="connsiteX230" fmla="*/ 585239 w 987506"/>
              <a:gd name="connsiteY230" fmla="*/ 45665 h 517084"/>
              <a:gd name="connsiteX231" fmla="*/ 590621 w 987506"/>
              <a:gd name="connsiteY231" fmla="*/ 44322 h 517084"/>
              <a:gd name="connsiteX232" fmla="*/ 600038 w 987506"/>
              <a:gd name="connsiteY232" fmla="*/ 49694 h 517084"/>
              <a:gd name="connsiteX233" fmla="*/ 604074 w 987506"/>
              <a:gd name="connsiteY233" fmla="*/ 49694 h 517084"/>
              <a:gd name="connsiteX234" fmla="*/ 608110 w 987506"/>
              <a:gd name="connsiteY234" fmla="*/ 45665 h 517084"/>
              <a:gd name="connsiteX235" fmla="*/ 610801 w 987506"/>
              <a:gd name="connsiteY235" fmla="*/ 47008 h 517084"/>
              <a:gd name="connsiteX236" fmla="*/ 608110 w 987506"/>
              <a:gd name="connsiteY236" fmla="*/ 52380 h 517084"/>
              <a:gd name="connsiteX237" fmla="*/ 605420 w 987506"/>
              <a:gd name="connsiteY237" fmla="*/ 55066 h 517084"/>
              <a:gd name="connsiteX238" fmla="*/ 605420 w 987506"/>
              <a:gd name="connsiteY238" fmla="*/ 61782 h 517084"/>
              <a:gd name="connsiteX239" fmla="*/ 608110 w 987506"/>
              <a:gd name="connsiteY239" fmla="*/ 67154 h 517084"/>
              <a:gd name="connsiteX240" fmla="*/ 612146 w 987506"/>
              <a:gd name="connsiteY240" fmla="*/ 67154 h 517084"/>
              <a:gd name="connsiteX241" fmla="*/ 614837 w 987506"/>
              <a:gd name="connsiteY241" fmla="*/ 63125 h 517084"/>
              <a:gd name="connsiteX242" fmla="*/ 620219 w 987506"/>
              <a:gd name="connsiteY242" fmla="*/ 61782 h 517084"/>
              <a:gd name="connsiteX243" fmla="*/ 630982 w 987506"/>
              <a:gd name="connsiteY243" fmla="*/ 64468 h 517084"/>
              <a:gd name="connsiteX244" fmla="*/ 633672 w 987506"/>
              <a:gd name="connsiteY244" fmla="*/ 65811 h 517084"/>
              <a:gd name="connsiteX245" fmla="*/ 636363 w 987506"/>
              <a:gd name="connsiteY245" fmla="*/ 63125 h 517084"/>
              <a:gd name="connsiteX246" fmla="*/ 636363 w 987506"/>
              <a:gd name="connsiteY246" fmla="*/ 57752 h 517084"/>
              <a:gd name="connsiteX247" fmla="*/ 640399 w 987506"/>
              <a:gd name="connsiteY247" fmla="*/ 56409 h 517084"/>
              <a:gd name="connsiteX248" fmla="*/ 648472 w 987506"/>
              <a:gd name="connsiteY248" fmla="*/ 55066 h 517084"/>
              <a:gd name="connsiteX249" fmla="*/ 653853 w 987506"/>
              <a:gd name="connsiteY249" fmla="*/ 51037 h 517084"/>
              <a:gd name="connsiteX250" fmla="*/ 655199 w 987506"/>
              <a:gd name="connsiteY250" fmla="*/ 47008 h 517084"/>
              <a:gd name="connsiteX251" fmla="*/ 659235 w 987506"/>
              <a:gd name="connsiteY251" fmla="*/ 42979 h 517084"/>
              <a:gd name="connsiteX252" fmla="*/ 659235 w 987506"/>
              <a:gd name="connsiteY252" fmla="*/ 40292 h 517084"/>
              <a:gd name="connsiteX253" fmla="*/ 665961 w 987506"/>
              <a:gd name="connsiteY253" fmla="*/ 33577 h 517084"/>
              <a:gd name="connsiteX254" fmla="*/ 669998 w 987506"/>
              <a:gd name="connsiteY254" fmla="*/ 32234 h 517084"/>
              <a:gd name="connsiteX255" fmla="*/ 674034 w 987506"/>
              <a:gd name="connsiteY255" fmla="*/ 28205 h 517084"/>
              <a:gd name="connsiteX256" fmla="*/ 679415 w 987506"/>
              <a:gd name="connsiteY256" fmla="*/ 26862 h 517084"/>
              <a:gd name="connsiteX257" fmla="*/ 686142 w 987506"/>
              <a:gd name="connsiteY257" fmla="*/ 25519 h 517084"/>
              <a:gd name="connsiteX258" fmla="*/ 688833 w 987506"/>
              <a:gd name="connsiteY258" fmla="*/ 26862 h 517084"/>
              <a:gd name="connsiteX259" fmla="*/ 688833 w 987506"/>
              <a:gd name="connsiteY259" fmla="*/ 30891 h 517084"/>
              <a:gd name="connsiteX260" fmla="*/ 684797 w 987506"/>
              <a:gd name="connsiteY260" fmla="*/ 36263 h 517084"/>
              <a:gd name="connsiteX261" fmla="*/ 680761 w 987506"/>
              <a:gd name="connsiteY261" fmla="*/ 37606 h 517084"/>
              <a:gd name="connsiteX262" fmla="*/ 682106 w 987506"/>
              <a:gd name="connsiteY262" fmla="*/ 41635 h 517084"/>
              <a:gd name="connsiteX263" fmla="*/ 729194 w 987506"/>
              <a:gd name="connsiteY263" fmla="*/ 76556 h 517084"/>
              <a:gd name="connsiteX264" fmla="*/ 792427 w 987506"/>
              <a:gd name="connsiteY264" fmla="*/ 155797 h 517084"/>
              <a:gd name="connsiteX265" fmla="*/ 799154 w 987506"/>
              <a:gd name="connsiteY265" fmla="*/ 154454 h 517084"/>
              <a:gd name="connsiteX266" fmla="*/ 803190 w 987506"/>
              <a:gd name="connsiteY266" fmla="*/ 151768 h 517084"/>
              <a:gd name="connsiteX267" fmla="*/ 804535 w 987506"/>
              <a:gd name="connsiteY267" fmla="*/ 149082 h 517084"/>
              <a:gd name="connsiteX268" fmla="*/ 803190 w 987506"/>
              <a:gd name="connsiteY268" fmla="*/ 147738 h 517084"/>
              <a:gd name="connsiteX269" fmla="*/ 803190 w 987506"/>
              <a:gd name="connsiteY269" fmla="*/ 142366 h 517084"/>
              <a:gd name="connsiteX270" fmla="*/ 807226 w 987506"/>
              <a:gd name="connsiteY270" fmla="*/ 139680 h 517084"/>
              <a:gd name="connsiteX271" fmla="*/ 813953 w 987506"/>
              <a:gd name="connsiteY271" fmla="*/ 143709 h 517084"/>
              <a:gd name="connsiteX272" fmla="*/ 813953 w 987506"/>
              <a:gd name="connsiteY272" fmla="*/ 147738 h 517084"/>
              <a:gd name="connsiteX273" fmla="*/ 813953 w 987506"/>
              <a:gd name="connsiteY273" fmla="*/ 150425 h 517084"/>
              <a:gd name="connsiteX274" fmla="*/ 820680 w 987506"/>
              <a:gd name="connsiteY274" fmla="*/ 151768 h 517084"/>
              <a:gd name="connsiteX275" fmla="*/ 823371 w 987506"/>
              <a:gd name="connsiteY275" fmla="*/ 155797 h 517084"/>
              <a:gd name="connsiteX276" fmla="*/ 828752 w 987506"/>
              <a:gd name="connsiteY276" fmla="*/ 155797 h 517084"/>
              <a:gd name="connsiteX277" fmla="*/ 831443 w 987506"/>
              <a:gd name="connsiteY277" fmla="*/ 154454 h 517084"/>
              <a:gd name="connsiteX278" fmla="*/ 836824 w 987506"/>
              <a:gd name="connsiteY278" fmla="*/ 153111 h 517084"/>
              <a:gd name="connsiteX279" fmla="*/ 843551 w 987506"/>
              <a:gd name="connsiteY279" fmla="*/ 157140 h 517084"/>
              <a:gd name="connsiteX280" fmla="*/ 848933 w 987506"/>
              <a:gd name="connsiteY280" fmla="*/ 154454 h 517084"/>
              <a:gd name="connsiteX281" fmla="*/ 852969 w 987506"/>
              <a:gd name="connsiteY281" fmla="*/ 155797 h 517084"/>
              <a:gd name="connsiteX282" fmla="*/ 858351 w 987506"/>
              <a:gd name="connsiteY282" fmla="*/ 153111 h 517084"/>
              <a:gd name="connsiteX283" fmla="*/ 859696 w 987506"/>
              <a:gd name="connsiteY283" fmla="*/ 150425 h 517084"/>
              <a:gd name="connsiteX284" fmla="*/ 857005 w 987506"/>
              <a:gd name="connsiteY284" fmla="*/ 147738 h 517084"/>
              <a:gd name="connsiteX285" fmla="*/ 858351 w 987506"/>
              <a:gd name="connsiteY285" fmla="*/ 145052 h 517084"/>
              <a:gd name="connsiteX286" fmla="*/ 867768 w 987506"/>
              <a:gd name="connsiteY286" fmla="*/ 143709 h 517084"/>
              <a:gd name="connsiteX287" fmla="*/ 877186 w 987506"/>
              <a:gd name="connsiteY287" fmla="*/ 143709 h 517084"/>
              <a:gd name="connsiteX288" fmla="*/ 883913 w 987506"/>
              <a:gd name="connsiteY288" fmla="*/ 146396 h 517084"/>
              <a:gd name="connsiteX289" fmla="*/ 891985 w 987506"/>
              <a:gd name="connsiteY289" fmla="*/ 151768 h 517084"/>
              <a:gd name="connsiteX290" fmla="*/ 896021 w 987506"/>
              <a:gd name="connsiteY290" fmla="*/ 159826 h 517084"/>
              <a:gd name="connsiteX291" fmla="*/ 898712 w 987506"/>
              <a:gd name="connsiteY291" fmla="*/ 165199 h 517084"/>
              <a:gd name="connsiteX292" fmla="*/ 901402 w 987506"/>
              <a:gd name="connsiteY292" fmla="*/ 165199 h 517084"/>
              <a:gd name="connsiteX293" fmla="*/ 906784 w 987506"/>
              <a:gd name="connsiteY293" fmla="*/ 167885 h 517084"/>
              <a:gd name="connsiteX294" fmla="*/ 913511 w 987506"/>
              <a:gd name="connsiteY294" fmla="*/ 170571 h 517084"/>
              <a:gd name="connsiteX295" fmla="*/ 914856 w 987506"/>
              <a:gd name="connsiteY295" fmla="*/ 170571 h 517084"/>
              <a:gd name="connsiteX296" fmla="*/ 918893 w 987506"/>
              <a:gd name="connsiteY296" fmla="*/ 173257 h 517084"/>
              <a:gd name="connsiteX297" fmla="*/ 918893 w 987506"/>
              <a:gd name="connsiteY297" fmla="*/ 175943 h 517084"/>
              <a:gd name="connsiteX298" fmla="*/ 917547 w 987506"/>
              <a:gd name="connsiteY298" fmla="*/ 178629 h 517084"/>
              <a:gd name="connsiteX299" fmla="*/ 917547 w 987506"/>
              <a:gd name="connsiteY299" fmla="*/ 182659 h 517084"/>
              <a:gd name="connsiteX300" fmla="*/ 918893 w 987506"/>
              <a:gd name="connsiteY300" fmla="*/ 185345 h 517084"/>
              <a:gd name="connsiteX301" fmla="*/ 921583 w 987506"/>
              <a:gd name="connsiteY301" fmla="*/ 188031 h 517084"/>
              <a:gd name="connsiteX302" fmla="*/ 922928 w 987506"/>
              <a:gd name="connsiteY302" fmla="*/ 189374 h 517084"/>
              <a:gd name="connsiteX303" fmla="*/ 925619 w 987506"/>
              <a:gd name="connsiteY303" fmla="*/ 189374 h 517084"/>
              <a:gd name="connsiteX304" fmla="*/ 931001 w 987506"/>
              <a:gd name="connsiteY304" fmla="*/ 192060 h 517084"/>
              <a:gd name="connsiteX305" fmla="*/ 935037 w 987506"/>
              <a:gd name="connsiteY305" fmla="*/ 193403 h 517084"/>
              <a:gd name="connsiteX306" fmla="*/ 936382 w 987506"/>
              <a:gd name="connsiteY306" fmla="*/ 190717 h 517084"/>
              <a:gd name="connsiteX307" fmla="*/ 940419 w 987506"/>
              <a:gd name="connsiteY307" fmla="*/ 189374 h 517084"/>
              <a:gd name="connsiteX308" fmla="*/ 952527 w 987506"/>
              <a:gd name="connsiteY308" fmla="*/ 188031 h 517084"/>
              <a:gd name="connsiteX309" fmla="*/ 957908 w 987506"/>
              <a:gd name="connsiteY309" fmla="*/ 186688 h 517084"/>
              <a:gd name="connsiteX310" fmla="*/ 960599 w 987506"/>
              <a:gd name="connsiteY310" fmla="*/ 181315 h 517084"/>
              <a:gd name="connsiteX311" fmla="*/ 965981 w 987506"/>
              <a:gd name="connsiteY311" fmla="*/ 178629 h 517084"/>
              <a:gd name="connsiteX312" fmla="*/ 968671 w 987506"/>
              <a:gd name="connsiteY312" fmla="*/ 179972 h 517084"/>
              <a:gd name="connsiteX313" fmla="*/ 965981 w 987506"/>
              <a:gd name="connsiteY313" fmla="*/ 186688 h 517084"/>
              <a:gd name="connsiteX314" fmla="*/ 967326 w 987506"/>
              <a:gd name="connsiteY314" fmla="*/ 190717 h 517084"/>
              <a:gd name="connsiteX315" fmla="*/ 971362 w 987506"/>
              <a:gd name="connsiteY315" fmla="*/ 192060 h 517084"/>
              <a:gd name="connsiteX316" fmla="*/ 978089 w 987506"/>
              <a:gd name="connsiteY316" fmla="*/ 197432 h 517084"/>
              <a:gd name="connsiteX317" fmla="*/ 984816 w 987506"/>
              <a:gd name="connsiteY317" fmla="*/ 200119 h 517084"/>
              <a:gd name="connsiteX318" fmla="*/ 987507 w 987506"/>
              <a:gd name="connsiteY318" fmla="*/ 201462 h 517084"/>
              <a:gd name="connsiteX319" fmla="*/ 982125 w 987506"/>
              <a:gd name="connsiteY319" fmla="*/ 206834 h 517084"/>
              <a:gd name="connsiteX320" fmla="*/ 978089 w 987506"/>
              <a:gd name="connsiteY320" fmla="*/ 209520 h 517084"/>
              <a:gd name="connsiteX321" fmla="*/ 971362 w 987506"/>
              <a:gd name="connsiteY321" fmla="*/ 216235 h 517084"/>
              <a:gd name="connsiteX322" fmla="*/ 971362 w 987506"/>
              <a:gd name="connsiteY322" fmla="*/ 220265 h 517084"/>
              <a:gd name="connsiteX323" fmla="*/ 972708 w 987506"/>
              <a:gd name="connsiteY323" fmla="*/ 222951 h 517084"/>
              <a:gd name="connsiteX324" fmla="*/ 970017 w 987506"/>
              <a:gd name="connsiteY324" fmla="*/ 229666 h 517084"/>
              <a:gd name="connsiteX325" fmla="*/ 961944 w 987506"/>
              <a:gd name="connsiteY325" fmla="*/ 232352 h 517084"/>
              <a:gd name="connsiteX326" fmla="*/ 956563 w 987506"/>
              <a:gd name="connsiteY326" fmla="*/ 235038 h 517084"/>
              <a:gd name="connsiteX327" fmla="*/ 956563 w 987506"/>
              <a:gd name="connsiteY327" fmla="*/ 241754 h 517084"/>
              <a:gd name="connsiteX328" fmla="*/ 956563 w 987506"/>
              <a:gd name="connsiteY328" fmla="*/ 252499 h 517084"/>
              <a:gd name="connsiteX329" fmla="*/ 961944 w 987506"/>
              <a:gd name="connsiteY329" fmla="*/ 261900 h 517084"/>
              <a:gd name="connsiteX330" fmla="*/ 965981 w 987506"/>
              <a:gd name="connsiteY330" fmla="*/ 268615 h 517084"/>
              <a:gd name="connsiteX331" fmla="*/ 965981 w 987506"/>
              <a:gd name="connsiteY331" fmla="*/ 272645 h 517084"/>
              <a:gd name="connsiteX332" fmla="*/ 959254 w 987506"/>
              <a:gd name="connsiteY332" fmla="*/ 279360 h 517084"/>
              <a:gd name="connsiteX333" fmla="*/ 953872 w 987506"/>
              <a:gd name="connsiteY333" fmla="*/ 282046 h 517084"/>
              <a:gd name="connsiteX334" fmla="*/ 948491 w 987506"/>
              <a:gd name="connsiteY334" fmla="*/ 287419 h 517084"/>
              <a:gd name="connsiteX335" fmla="*/ 945800 w 987506"/>
              <a:gd name="connsiteY335" fmla="*/ 288762 h 517084"/>
              <a:gd name="connsiteX336" fmla="*/ 943109 w 987506"/>
              <a:gd name="connsiteY336" fmla="*/ 287419 h 517084"/>
              <a:gd name="connsiteX337" fmla="*/ 941764 w 987506"/>
              <a:gd name="connsiteY337" fmla="*/ 284732 h 517084"/>
              <a:gd name="connsiteX338" fmla="*/ 936382 w 987506"/>
              <a:gd name="connsiteY338" fmla="*/ 284732 h 517084"/>
              <a:gd name="connsiteX339" fmla="*/ 926965 w 987506"/>
              <a:gd name="connsiteY339" fmla="*/ 287419 h 517084"/>
              <a:gd name="connsiteX340" fmla="*/ 920238 w 987506"/>
              <a:gd name="connsiteY340" fmla="*/ 286075 h 517084"/>
              <a:gd name="connsiteX341" fmla="*/ 909475 w 987506"/>
              <a:gd name="connsiteY341" fmla="*/ 282046 h 517084"/>
              <a:gd name="connsiteX342" fmla="*/ 904093 w 987506"/>
              <a:gd name="connsiteY342" fmla="*/ 282046 h 517084"/>
              <a:gd name="connsiteX343" fmla="*/ 901402 w 987506"/>
              <a:gd name="connsiteY343" fmla="*/ 282046 h 517084"/>
              <a:gd name="connsiteX344" fmla="*/ 898712 w 987506"/>
              <a:gd name="connsiteY344" fmla="*/ 294134 h 517084"/>
              <a:gd name="connsiteX345" fmla="*/ 896021 w 987506"/>
              <a:gd name="connsiteY345" fmla="*/ 302192 h 517084"/>
              <a:gd name="connsiteX346" fmla="*/ 896021 w 987506"/>
              <a:gd name="connsiteY346" fmla="*/ 307565 h 517084"/>
              <a:gd name="connsiteX347" fmla="*/ 893330 w 987506"/>
              <a:gd name="connsiteY347" fmla="*/ 322338 h 517084"/>
              <a:gd name="connsiteX348" fmla="*/ 893330 w 987506"/>
              <a:gd name="connsiteY348" fmla="*/ 334426 h 517084"/>
              <a:gd name="connsiteX349" fmla="*/ 891985 w 987506"/>
              <a:gd name="connsiteY349" fmla="*/ 338456 h 517084"/>
              <a:gd name="connsiteX350" fmla="*/ 894675 w 987506"/>
              <a:gd name="connsiteY350" fmla="*/ 339799 h 517084"/>
              <a:gd name="connsiteX351" fmla="*/ 901402 w 987506"/>
              <a:gd name="connsiteY351" fmla="*/ 342485 h 517084"/>
              <a:gd name="connsiteX352" fmla="*/ 898712 w 987506"/>
              <a:gd name="connsiteY352" fmla="*/ 347857 h 517084"/>
              <a:gd name="connsiteX353" fmla="*/ 898712 w 987506"/>
              <a:gd name="connsiteY353" fmla="*/ 351886 h 517084"/>
              <a:gd name="connsiteX354" fmla="*/ 894675 w 987506"/>
              <a:gd name="connsiteY354" fmla="*/ 351886 h 517084"/>
              <a:gd name="connsiteX355" fmla="*/ 891985 w 987506"/>
              <a:gd name="connsiteY355" fmla="*/ 354572 h 517084"/>
              <a:gd name="connsiteX356" fmla="*/ 887949 w 987506"/>
              <a:gd name="connsiteY356" fmla="*/ 354572 h 517084"/>
              <a:gd name="connsiteX357" fmla="*/ 885258 w 987506"/>
              <a:gd name="connsiteY357" fmla="*/ 351886 h 517084"/>
              <a:gd name="connsiteX358" fmla="*/ 881222 w 987506"/>
              <a:gd name="connsiteY358" fmla="*/ 353229 h 517084"/>
              <a:gd name="connsiteX359" fmla="*/ 875840 w 987506"/>
              <a:gd name="connsiteY359" fmla="*/ 354572 h 517084"/>
              <a:gd name="connsiteX360" fmla="*/ 863732 w 987506"/>
              <a:gd name="connsiteY360" fmla="*/ 357259 h 517084"/>
              <a:gd name="connsiteX361" fmla="*/ 855660 w 987506"/>
              <a:gd name="connsiteY361" fmla="*/ 359945 h 517084"/>
              <a:gd name="connsiteX362" fmla="*/ 851624 w 987506"/>
              <a:gd name="connsiteY362" fmla="*/ 359945 h 517084"/>
              <a:gd name="connsiteX363" fmla="*/ 848933 w 987506"/>
              <a:gd name="connsiteY363" fmla="*/ 358602 h 517084"/>
              <a:gd name="connsiteX364" fmla="*/ 844897 w 987506"/>
              <a:gd name="connsiteY364" fmla="*/ 359945 h 517084"/>
              <a:gd name="connsiteX365" fmla="*/ 839515 w 987506"/>
              <a:gd name="connsiteY365" fmla="*/ 363974 h 517084"/>
              <a:gd name="connsiteX366" fmla="*/ 839515 w 987506"/>
              <a:gd name="connsiteY366" fmla="*/ 368003 h 517084"/>
              <a:gd name="connsiteX367" fmla="*/ 843551 w 987506"/>
              <a:gd name="connsiteY367" fmla="*/ 370689 h 517084"/>
              <a:gd name="connsiteX368" fmla="*/ 851624 w 987506"/>
              <a:gd name="connsiteY368" fmla="*/ 370689 h 517084"/>
              <a:gd name="connsiteX369" fmla="*/ 857005 w 987506"/>
              <a:gd name="connsiteY369" fmla="*/ 372032 h 517084"/>
              <a:gd name="connsiteX370" fmla="*/ 857005 w 987506"/>
              <a:gd name="connsiteY370" fmla="*/ 373375 h 517084"/>
              <a:gd name="connsiteX371" fmla="*/ 854314 w 987506"/>
              <a:gd name="connsiteY371" fmla="*/ 377405 h 517084"/>
              <a:gd name="connsiteX372" fmla="*/ 857005 w 987506"/>
              <a:gd name="connsiteY372" fmla="*/ 385463 h 517084"/>
              <a:gd name="connsiteX373" fmla="*/ 857005 w 987506"/>
              <a:gd name="connsiteY373" fmla="*/ 389492 h 517084"/>
              <a:gd name="connsiteX374" fmla="*/ 858351 w 987506"/>
              <a:gd name="connsiteY374" fmla="*/ 392179 h 517084"/>
              <a:gd name="connsiteX375" fmla="*/ 859696 w 987506"/>
              <a:gd name="connsiteY375" fmla="*/ 397551 h 517084"/>
              <a:gd name="connsiteX376" fmla="*/ 865077 w 987506"/>
              <a:gd name="connsiteY376" fmla="*/ 405609 h 517084"/>
              <a:gd name="connsiteX377" fmla="*/ 865077 w 987506"/>
              <a:gd name="connsiteY377" fmla="*/ 409638 h 517084"/>
              <a:gd name="connsiteX378" fmla="*/ 871804 w 987506"/>
              <a:gd name="connsiteY378" fmla="*/ 413668 h 517084"/>
              <a:gd name="connsiteX379" fmla="*/ 873150 w 987506"/>
              <a:gd name="connsiteY379" fmla="*/ 424412 h 517084"/>
              <a:gd name="connsiteX380" fmla="*/ 870459 w 987506"/>
              <a:gd name="connsiteY380" fmla="*/ 427099 h 517084"/>
              <a:gd name="connsiteX381" fmla="*/ 869113 w 987506"/>
              <a:gd name="connsiteY381" fmla="*/ 432471 h 517084"/>
              <a:gd name="connsiteX382" fmla="*/ 873150 w 987506"/>
              <a:gd name="connsiteY382" fmla="*/ 437843 h 517084"/>
              <a:gd name="connsiteX383" fmla="*/ 870459 w 987506"/>
              <a:gd name="connsiteY383" fmla="*/ 439186 h 517084"/>
              <a:gd name="connsiteX384" fmla="*/ 870459 w 987506"/>
              <a:gd name="connsiteY384" fmla="*/ 441872 h 517084"/>
              <a:gd name="connsiteX385" fmla="*/ 865077 w 987506"/>
              <a:gd name="connsiteY385" fmla="*/ 444559 h 517084"/>
              <a:gd name="connsiteX386" fmla="*/ 865077 w 987506"/>
              <a:gd name="connsiteY386" fmla="*/ 451274 h 517084"/>
              <a:gd name="connsiteX387" fmla="*/ 859696 w 987506"/>
              <a:gd name="connsiteY387" fmla="*/ 453960 h 517084"/>
              <a:gd name="connsiteX388" fmla="*/ 848933 w 987506"/>
              <a:gd name="connsiteY388" fmla="*/ 451274 h 517084"/>
              <a:gd name="connsiteX389" fmla="*/ 838170 w 987506"/>
              <a:gd name="connsiteY389" fmla="*/ 439186 h 517084"/>
              <a:gd name="connsiteX390" fmla="*/ 832788 w 987506"/>
              <a:gd name="connsiteY390" fmla="*/ 440529 h 517084"/>
              <a:gd name="connsiteX391" fmla="*/ 822025 w 987506"/>
              <a:gd name="connsiteY391" fmla="*/ 436500 h 517084"/>
              <a:gd name="connsiteX392" fmla="*/ 805881 w 987506"/>
              <a:gd name="connsiteY392" fmla="*/ 435157 h 517084"/>
              <a:gd name="connsiteX393" fmla="*/ 797809 w 987506"/>
              <a:gd name="connsiteY393" fmla="*/ 437843 h 517084"/>
              <a:gd name="connsiteX394" fmla="*/ 784355 w 987506"/>
              <a:gd name="connsiteY394" fmla="*/ 433814 h 517084"/>
              <a:gd name="connsiteX395" fmla="*/ 772247 w 987506"/>
              <a:gd name="connsiteY395" fmla="*/ 436500 h 517084"/>
              <a:gd name="connsiteX396" fmla="*/ 766865 w 987506"/>
              <a:gd name="connsiteY396" fmla="*/ 437843 h 517084"/>
              <a:gd name="connsiteX397" fmla="*/ 760138 w 987506"/>
              <a:gd name="connsiteY397" fmla="*/ 436500 h 517084"/>
              <a:gd name="connsiteX398" fmla="*/ 756102 w 987506"/>
              <a:gd name="connsiteY398" fmla="*/ 440529 h 517084"/>
              <a:gd name="connsiteX399" fmla="*/ 750720 w 987506"/>
              <a:gd name="connsiteY399" fmla="*/ 441872 h 517084"/>
              <a:gd name="connsiteX400" fmla="*/ 735921 w 987506"/>
              <a:gd name="connsiteY400" fmla="*/ 440529 h 517084"/>
              <a:gd name="connsiteX401" fmla="*/ 726503 w 987506"/>
              <a:gd name="connsiteY401" fmla="*/ 437843 h 517084"/>
              <a:gd name="connsiteX402" fmla="*/ 721122 w 987506"/>
              <a:gd name="connsiteY402" fmla="*/ 435157 h 517084"/>
              <a:gd name="connsiteX403" fmla="*/ 713050 w 987506"/>
              <a:gd name="connsiteY403" fmla="*/ 435157 h 517084"/>
              <a:gd name="connsiteX404" fmla="*/ 709014 w 987506"/>
              <a:gd name="connsiteY404" fmla="*/ 436500 h 517084"/>
              <a:gd name="connsiteX405" fmla="*/ 703632 w 987506"/>
              <a:gd name="connsiteY405" fmla="*/ 435157 h 517084"/>
              <a:gd name="connsiteX406" fmla="*/ 698251 w 987506"/>
              <a:gd name="connsiteY406" fmla="*/ 435157 h 517084"/>
              <a:gd name="connsiteX407" fmla="*/ 695560 w 987506"/>
              <a:gd name="connsiteY407" fmla="*/ 436500 h 517084"/>
              <a:gd name="connsiteX408" fmla="*/ 695560 w 987506"/>
              <a:gd name="connsiteY408" fmla="*/ 441872 h 517084"/>
              <a:gd name="connsiteX409" fmla="*/ 696905 w 987506"/>
              <a:gd name="connsiteY409" fmla="*/ 447245 h 517084"/>
              <a:gd name="connsiteX410" fmla="*/ 698251 w 987506"/>
              <a:gd name="connsiteY410" fmla="*/ 453960 h 517084"/>
              <a:gd name="connsiteX411" fmla="*/ 690178 w 987506"/>
              <a:gd name="connsiteY411" fmla="*/ 456646 h 517084"/>
              <a:gd name="connsiteX412" fmla="*/ 674034 w 987506"/>
              <a:gd name="connsiteY412" fmla="*/ 456646 h 517084"/>
              <a:gd name="connsiteX413" fmla="*/ 655199 w 987506"/>
              <a:gd name="connsiteY413" fmla="*/ 453960 h 517084"/>
              <a:gd name="connsiteX414" fmla="*/ 649817 w 987506"/>
              <a:gd name="connsiteY414" fmla="*/ 451274 h 517084"/>
              <a:gd name="connsiteX415" fmla="*/ 641745 w 987506"/>
              <a:gd name="connsiteY415" fmla="*/ 451274 h 517084"/>
              <a:gd name="connsiteX416" fmla="*/ 636363 w 987506"/>
              <a:gd name="connsiteY416" fmla="*/ 456646 h 517084"/>
              <a:gd name="connsiteX417" fmla="*/ 637709 w 987506"/>
              <a:gd name="connsiteY417" fmla="*/ 459332 h 517084"/>
              <a:gd name="connsiteX418" fmla="*/ 632327 w 987506"/>
              <a:gd name="connsiteY418" fmla="*/ 462019 h 517084"/>
              <a:gd name="connsiteX419" fmla="*/ 632327 w 987506"/>
              <a:gd name="connsiteY419" fmla="*/ 464705 h 517084"/>
              <a:gd name="connsiteX420" fmla="*/ 629637 w 987506"/>
              <a:gd name="connsiteY420" fmla="*/ 464705 h 517084"/>
              <a:gd name="connsiteX421" fmla="*/ 624255 w 987506"/>
              <a:gd name="connsiteY421" fmla="*/ 471420 h 517084"/>
              <a:gd name="connsiteX422" fmla="*/ 620219 w 987506"/>
              <a:gd name="connsiteY422" fmla="*/ 472763 h 517084"/>
              <a:gd name="connsiteX423" fmla="*/ 610801 w 987506"/>
              <a:gd name="connsiteY423" fmla="*/ 486194 h 517084"/>
              <a:gd name="connsiteX424" fmla="*/ 606765 w 987506"/>
              <a:gd name="connsiteY424" fmla="*/ 492909 h 517084"/>
              <a:gd name="connsiteX425" fmla="*/ 604074 w 987506"/>
              <a:gd name="connsiteY425" fmla="*/ 495596 h 517084"/>
              <a:gd name="connsiteX426" fmla="*/ 598693 w 987506"/>
              <a:gd name="connsiteY426" fmla="*/ 506340 h 517084"/>
              <a:gd name="connsiteX427" fmla="*/ 587930 w 987506"/>
              <a:gd name="connsiteY427" fmla="*/ 515742 h 517084"/>
              <a:gd name="connsiteX428" fmla="*/ 585239 w 987506"/>
              <a:gd name="connsiteY428" fmla="*/ 513056 h 517084"/>
              <a:gd name="connsiteX429" fmla="*/ 573131 w 987506"/>
              <a:gd name="connsiteY429" fmla="*/ 507683 h 517084"/>
              <a:gd name="connsiteX430" fmla="*/ 565058 w 987506"/>
              <a:gd name="connsiteY430" fmla="*/ 506340 h 517084"/>
              <a:gd name="connsiteX431" fmla="*/ 556986 w 987506"/>
              <a:gd name="connsiteY431" fmla="*/ 507683 h 517084"/>
              <a:gd name="connsiteX432" fmla="*/ 546223 w 987506"/>
              <a:gd name="connsiteY432" fmla="*/ 514399 h 517084"/>
              <a:gd name="connsiteX433" fmla="*/ 540842 w 987506"/>
              <a:gd name="connsiteY433" fmla="*/ 514399 h 517084"/>
              <a:gd name="connsiteX434" fmla="*/ 528733 w 987506"/>
              <a:gd name="connsiteY434" fmla="*/ 483508 h 517084"/>
              <a:gd name="connsiteX435" fmla="*/ 511243 w 987506"/>
              <a:gd name="connsiteY435" fmla="*/ 482165 h 517084"/>
              <a:gd name="connsiteX436" fmla="*/ 509898 w 987506"/>
              <a:gd name="connsiteY436" fmla="*/ 444559 h 517084"/>
              <a:gd name="connsiteX437" fmla="*/ 500480 w 987506"/>
              <a:gd name="connsiteY437" fmla="*/ 447245 h 517084"/>
              <a:gd name="connsiteX438" fmla="*/ 495099 w 987506"/>
              <a:gd name="connsiteY438" fmla="*/ 432471 h 517084"/>
              <a:gd name="connsiteX439" fmla="*/ 481645 w 987506"/>
              <a:gd name="connsiteY439" fmla="*/ 421726 h 517084"/>
              <a:gd name="connsiteX440" fmla="*/ 438593 w 987506"/>
              <a:gd name="connsiteY440" fmla="*/ 421726 h 517084"/>
              <a:gd name="connsiteX441" fmla="*/ 399577 w 987506"/>
              <a:gd name="connsiteY441" fmla="*/ 425756 h 517084"/>
              <a:gd name="connsiteX442" fmla="*/ 378051 w 987506"/>
              <a:gd name="connsiteY442" fmla="*/ 413668 h 517084"/>
              <a:gd name="connsiteX443" fmla="*/ 361907 w 987506"/>
              <a:gd name="connsiteY443" fmla="*/ 406952 h 517084"/>
              <a:gd name="connsiteX444" fmla="*/ 320200 w 987506"/>
              <a:gd name="connsiteY444" fmla="*/ 378748 h 517084"/>
              <a:gd name="connsiteX445" fmla="*/ 251586 w 987506"/>
              <a:gd name="connsiteY445" fmla="*/ 390835 h 517084"/>
              <a:gd name="connsiteX446" fmla="*/ 273112 w 987506"/>
              <a:gd name="connsiteY446" fmla="*/ 514399 h 517084"/>
              <a:gd name="connsiteX447" fmla="*/ 269075 w 987506"/>
              <a:gd name="connsiteY447" fmla="*/ 515742 h 517084"/>
              <a:gd name="connsiteX448" fmla="*/ 258312 w 987506"/>
              <a:gd name="connsiteY448" fmla="*/ 517085 h 517084"/>
              <a:gd name="connsiteX449" fmla="*/ 242168 w 987506"/>
              <a:gd name="connsiteY449" fmla="*/ 498282 h 517084"/>
              <a:gd name="connsiteX450" fmla="*/ 223333 w 987506"/>
              <a:gd name="connsiteY450" fmla="*/ 487537 h 517084"/>
              <a:gd name="connsiteX451" fmla="*/ 207188 w 987506"/>
              <a:gd name="connsiteY451" fmla="*/ 484851 h 517084"/>
              <a:gd name="connsiteX452" fmla="*/ 193735 w 987506"/>
              <a:gd name="connsiteY452" fmla="*/ 488880 h 517084"/>
              <a:gd name="connsiteX453" fmla="*/ 177590 w 987506"/>
              <a:gd name="connsiteY453" fmla="*/ 503654 h 517084"/>
              <a:gd name="connsiteX454" fmla="*/ 177590 w 987506"/>
              <a:gd name="connsiteY454" fmla="*/ 496938 h 517084"/>
              <a:gd name="connsiteX455" fmla="*/ 176244 w 987506"/>
              <a:gd name="connsiteY455" fmla="*/ 490223 h 517084"/>
              <a:gd name="connsiteX456" fmla="*/ 178935 w 987506"/>
              <a:gd name="connsiteY456" fmla="*/ 483508 h 517084"/>
              <a:gd name="connsiteX457" fmla="*/ 180281 w 987506"/>
              <a:gd name="connsiteY457" fmla="*/ 476792 h 517084"/>
              <a:gd name="connsiteX458" fmla="*/ 180281 w 987506"/>
              <a:gd name="connsiteY458" fmla="*/ 474106 h 517084"/>
              <a:gd name="connsiteX459" fmla="*/ 180281 w 987506"/>
              <a:gd name="connsiteY459" fmla="*/ 471420 h 517084"/>
              <a:gd name="connsiteX460" fmla="*/ 178935 w 987506"/>
              <a:gd name="connsiteY460" fmla="*/ 470077 h 517084"/>
              <a:gd name="connsiteX461" fmla="*/ 173554 w 987506"/>
              <a:gd name="connsiteY461" fmla="*/ 471420 h 517084"/>
              <a:gd name="connsiteX462" fmla="*/ 169518 w 987506"/>
              <a:gd name="connsiteY462" fmla="*/ 468734 h 517084"/>
              <a:gd name="connsiteX463" fmla="*/ 164136 w 987506"/>
              <a:gd name="connsiteY463" fmla="*/ 467391 h 517084"/>
              <a:gd name="connsiteX464" fmla="*/ 160100 w 987506"/>
              <a:gd name="connsiteY464" fmla="*/ 470077 h 517084"/>
              <a:gd name="connsiteX465" fmla="*/ 158755 w 987506"/>
              <a:gd name="connsiteY465" fmla="*/ 468734 h 517084"/>
              <a:gd name="connsiteX466" fmla="*/ 156064 w 987506"/>
              <a:gd name="connsiteY466" fmla="*/ 464705 h 517084"/>
              <a:gd name="connsiteX467" fmla="*/ 153373 w 987506"/>
              <a:gd name="connsiteY467" fmla="*/ 462019 h 517084"/>
              <a:gd name="connsiteX468" fmla="*/ 152028 w 987506"/>
              <a:gd name="connsiteY468" fmla="*/ 457989 h 517084"/>
              <a:gd name="connsiteX469" fmla="*/ 149337 w 987506"/>
              <a:gd name="connsiteY469" fmla="*/ 456646 h 517084"/>
              <a:gd name="connsiteX470" fmla="*/ 147991 w 987506"/>
              <a:gd name="connsiteY470" fmla="*/ 457989 h 517084"/>
              <a:gd name="connsiteX471" fmla="*/ 142610 w 987506"/>
              <a:gd name="connsiteY471" fmla="*/ 459332 h 517084"/>
              <a:gd name="connsiteX472" fmla="*/ 139920 w 987506"/>
              <a:gd name="connsiteY472" fmla="*/ 459332 h 517084"/>
              <a:gd name="connsiteX473" fmla="*/ 141265 w 987506"/>
              <a:gd name="connsiteY473" fmla="*/ 452617 h 517084"/>
              <a:gd name="connsiteX474" fmla="*/ 139920 w 987506"/>
              <a:gd name="connsiteY474" fmla="*/ 447245 h 517084"/>
              <a:gd name="connsiteX475" fmla="*/ 133193 w 987506"/>
              <a:gd name="connsiteY475" fmla="*/ 439186 h 517084"/>
              <a:gd name="connsiteX476" fmla="*/ 131847 w 987506"/>
              <a:gd name="connsiteY476" fmla="*/ 436500 h 517084"/>
              <a:gd name="connsiteX477" fmla="*/ 130502 w 987506"/>
              <a:gd name="connsiteY477" fmla="*/ 435157 h 517084"/>
              <a:gd name="connsiteX478" fmla="*/ 127811 w 987506"/>
              <a:gd name="connsiteY478" fmla="*/ 429785 h 517084"/>
              <a:gd name="connsiteX479" fmla="*/ 125120 w 987506"/>
              <a:gd name="connsiteY479" fmla="*/ 428442 h 517084"/>
              <a:gd name="connsiteX480" fmla="*/ 123775 w 987506"/>
              <a:gd name="connsiteY480" fmla="*/ 424412 h 517084"/>
              <a:gd name="connsiteX481" fmla="*/ 118393 w 987506"/>
              <a:gd name="connsiteY481" fmla="*/ 421726 h 517084"/>
              <a:gd name="connsiteX482" fmla="*/ 114357 w 987506"/>
              <a:gd name="connsiteY482" fmla="*/ 421726 h 517084"/>
              <a:gd name="connsiteX483" fmla="*/ 111667 w 987506"/>
              <a:gd name="connsiteY483" fmla="*/ 417697 h 517084"/>
              <a:gd name="connsiteX484" fmla="*/ 111667 w 987506"/>
              <a:gd name="connsiteY484" fmla="*/ 416354 h 517084"/>
              <a:gd name="connsiteX485" fmla="*/ 114357 w 987506"/>
              <a:gd name="connsiteY485" fmla="*/ 412325 h 517084"/>
              <a:gd name="connsiteX486" fmla="*/ 117048 w 987506"/>
              <a:gd name="connsiteY486" fmla="*/ 413668 h 517084"/>
              <a:gd name="connsiteX487" fmla="*/ 123775 w 987506"/>
              <a:gd name="connsiteY487" fmla="*/ 413668 h 517084"/>
              <a:gd name="connsiteX488" fmla="*/ 126466 w 987506"/>
              <a:gd name="connsiteY488" fmla="*/ 415011 h 517084"/>
              <a:gd name="connsiteX489" fmla="*/ 129156 w 987506"/>
              <a:gd name="connsiteY489" fmla="*/ 413668 h 517084"/>
              <a:gd name="connsiteX490" fmla="*/ 131847 w 987506"/>
              <a:gd name="connsiteY490" fmla="*/ 415011 h 517084"/>
              <a:gd name="connsiteX491" fmla="*/ 134538 w 987506"/>
              <a:gd name="connsiteY491" fmla="*/ 413668 h 517084"/>
              <a:gd name="connsiteX492" fmla="*/ 137229 w 987506"/>
              <a:gd name="connsiteY492" fmla="*/ 412325 h 517084"/>
              <a:gd name="connsiteX493" fmla="*/ 141265 w 987506"/>
              <a:gd name="connsiteY493" fmla="*/ 413668 h 517084"/>
              <a:gd name="connsiteX494" fmla="*/ 142610 w 987506"/>
              <a:gd name="connsiteY494" fmla="*/ 412325 h 517084"/>
              <a:gd name="connsiteX495" fmla="*/ 141265 w 987506"/>
              <a:gd name="connsiteY495" fmla="*/ 409638 h 517084"/>
              <a:gd name="connsiteX496" fmla="*/ 135883 w 987506"/>
              <a:gd name="connsiteY496" fmla="*/ 409638 h 517084"/>
              <a:gd name="connsiteX497" fmla="*/ 134538 w 987506"/>
              <a:gd name="connsiteY497" fmla="*/ 409638 h 517084"/>
              <a:gd name="connsiteX498" fmla="*/ 134538 w 987506"/>
              <a:gd name="connsiteY498" fmla="*/ 405609 h 517084"/>
              <a:gd name="connsiteX499" fmla="*/ 129156 w 987506"/>
              <a:gd name="connsiteY499" fmla="*/ 398894 h 517084"/>
              <a:gd name="connsiteX500" fmla="*/ 129156 w 987506"/>
              <a:gd name="connsiteY500" fmla="*/ 397551 h 517084"/>
              <a:gd name="connsiteX501" fmla="*/ 131847 w 987506"/>
              <a:gd name="connsiteY501" fmla="*/ 394865 h 517084"/>
              <a:gd name="connsiteX502" fmla="*/ 131847 w 987506"/>
              <a:gd name="connsiteY502" fmla="*/ 390835 h 517084"/>
              <a:gd name="connsiteX503" fmla="*/ 130502 w 987506"/>
              <a:gd name="connsiteY503" fmla="*/ 389492 h 517084"/>
              <a:gd name="connsiteX504" fmla="*/ 133193 w 987506"/>
              <a:gd name="connsiteY504" fmla="*/ 385463 h 517084"/>
              <a:gd name="connsiteX505" fmla="*/ 139920 w 987506"/>
              <a:gd name="connsiteY505" fmla="*/ 384120 h 517084"/>
              <a:gd name="connsiteX506" fmla="*/ 143955 w 987506"/>
              <a:gd name="connsiteY506" fmla="*/ 382777 h 517084"/>
              <a:gd name="connsiteX507" fmla="*/ 147991 w 987506"/>
              <a:gd name="connsiteY507" fmla="*/ 384120 h 517084"/>
              <a:gd name="connsiteX508" fmla="*/ 153373 w 987506"/>
              <a:gd name="connsiteY508" fmla="*/ 382777 h 517084"/>
              <a:gd name="connsiteX509" fmla="*/ 157409 w 987506"/>
              <a:gd name="connsiteY509" fmla="*/ 382777 h 517084"/>
              <a:gd name="connsiteX510" fmla="*/ 160100 w 987506"/>
              <a:gd name="connsiteY510" fmla="*/ 384120 h 517084"/>
              <a:gd name="connsiteX511" fmla="*/ 161445 w 987506"/>
              <a:gd name="connsiteY511" fmla="*/ 382777 h 517084"/>
              <a:gd name="connsiteX512" fmla="*/ 165482 w 987506"/>
              <a:gd name="connsiteY512" fmla="*/ 382777 h 517084"/>
              <a:gd name="connsiteX513" fmla="*/ 169518 w 987506"/>
              <a:gd name="connsiteY513" fmla="*/ 386806 h 517084"/>
              <a:gd name="connsiteX514" fmla="*/ 173554 w 987506"/>
              <a:gd name="connsiteY514" fmla="*/ 386806 h 517084"/>
              <a:gd name="connsiteX515" fmla="*/ 178935 w 987506"/>
              <a:gd name="connsiteY515" fmla="*/ 385463 h 517084"/>
              <a:gd name="connsiteX516" fmla="*/ 180281 w 987506"/>
              <a:gd name="connsiteY516" fmla="*/ 382777 h 517084"/>
              <a:gd name="connsiteX517" fmla="*/ 176244 w 987506"/>
              <a:gd name="connsiteY517" fmla="*/ 381434 h 517084"/>
              <a:gd name="connsiteX518" fmla="*/ 170863 w 987506"/>
              <a:gd name="connsiteY518" fmla="*/ 380091 h 517084"/>
              <a:gd name="connsiteX519" fmla="*/ 168172 w 987506"/>
              <a:gd name="connsiteY519" fmla="*/ 373375 h 517084"/>
              <a:gd name="connsiteX520" fmla="*/ 168172 w 987506"/>
              <a:gd name="connsiteY520" fmla="*/ 368003 h 517084"/>
              <a:gd name="connsiteX521" fmla="*/ 172208 w 987506"/>
              <a:gd name="connsiteY521" fmla="*/ 365317 h 517084"/>
              <a:gd name="connsiteX522" fmla="*/ 173554 w 987506"/>
              <a:gd name="connsiteY522" fmla="*/ 363974 h 517084"/>
              <a:gd name="connsiteX523" fmla="*/ 172208 w 987506"/>
              <a:gd name="connsiteY523" fmla="*/ 361288 h 517084"/>
              <a:gd name="connsiteX524" fmla="*/ 170863 w 987506"/>
              <a:gd name="connsiteY524" fmla="*/ 359945 h 517084"/>
              <a:gd name="connsiteX525" fmla="*/ 169518 w 987506"/>
              <a:gd name="connsiteY525" fmla="*/ 357259 h 517084"/>
              <a:gd name="connsiteX526" fmla="*/ 172208 w 987506"/>
              <a:gd name="connsiteY526" fmla="*/ 351886 h 517084"/>
              <a:gd name="connsiteX527" fmla="*/ 173554 w 987506"/>
              <a:gd name="connsiteY527" fmla="*/ 347857 h 517084"/>
              <a:gd name="connsiteX528" fmla="*/ 169518 w 987506"/>
              <a:gd name="connsiteY528" fmla="*/ 343828 h 517084"/>
              <a:gd name="connsiteX529" fmla="*/ 168172 w 987506"/>
              <a:gd name="connsiteY529" fmla="*/ 341142 h 517084"/>
              <a:gd name="connsiteX530" fmla="*/ 170863 w 987506"/>
              <a:gd name="connsiteY530" fmla="*/ 338456 h 517084"/>
              <a:gd name="connsiteX531" fmla="*/ 169518 w 987506"/>
              <a:gd name="connsiteY531" fmla="*/ 335769 h 517084"/>
              <a:gd name="connsiteX532" fmla="*/ 166827 w 987506"/>
              <a:gd name="connsiteY532" fmla="*/ 335769 h 517084"/>
              <a:gd name="connsiteX533" fmla="*/ 164136 w 987506"/>
              <a:gd name="connsiteY533" fmla="*/ 331740 h 517084"/>
              <a:gd name="connsiteX534" fmla="*/ 164136 w 987506"/>
              <a:gd name="connsiteY534" fmla="*/ 329054 h 517084"/>
              <a:gd name="connsiteX535" fmla="*/ 154718 w 987506"/>
              <a:gd name="connsiteY535" fmla="*/ 329054 h 517084"/>
              <a:gd name="connsiteX536" fmla="*/ 152028 w 987506"/>
              <a:gd name="connsiteY536" fmla="*/ 329054 h 517084"/>
              <a:gd name="connsiteX537" fmla="*/ 147991 w 987506"/>
              <a:gd name="connsiteY537" fmla="*/ 329054 h 517084"/>
              <a:gd name="connsiteX538" fmla="*/ 147991 w 987506"/>
              <a:gd name="connsiteY538" fmla="*/ 331740 h 517084"/>
              <a:gd name="connsiteX539" fmla="*/ 145301 w 987506"/>
              <a:gd name="connsiteY539" fmla="*/ 333083 h 517084"/>
              <a:gd name="connsiteX540" fmla="*/ 143955 w 987506"/>
              <a:gd name="connsiteY540" fmla="*/ 335769 h 517084"/>
              <a:gd name="connsiteX541" fmla="*/ 142610 w 987506"/>
              <a:gd name="connsiteY541" fmla="*/ 337112 h 517084"/>
              <a:gd name="connsiteX542" fmla="*/ 138574 w 987506"/>
              <a:gd name="connsiteY542" fmla="*/ 335769 h 517084"/>
              <a:gd name="connsiteX543" fmla="*/ 138574 w 987506"/>
              <a:gd name="connsiteY543" fmla="*/ 333083 h 517084"/>
              <a:gd name="connsiteX544" fmla="*/ 134538 w 987506"/>
              <a:gd name="connsiteY544" fmla="*/ 333083 h 517084"/>
              <a:gd name="connsiteX545" fmla="*/ 133193 w 987506"/>
              <a:gd name="connsiteY545" fmla="*/ 335769 h 517084"/>
              <a:gd name="connsiteX546" fmla="*/ 130502 w 987506"/>
              <a:gd name="connsiteY546" fmla="*/ 331740 h 517084"/>
              <a:gd name="connsiteX547" fmla="*/ 130502 w 987506"/>
              <a:gd name="connsiteY547" fmla="*/ 327711 h 517084"/>
              <a:gd name="connsiteX548" fmla="*/ 130502 w 987506"/>
              <a:gd name="connsiteY548" fmla="*/ 326368 h 517084"/>
              <a:gd name="connsiteX549" fmla="*/ 127811 w 987506"/>
              <a:gd name="connsiteY549" fmla="*/ 329054 h 517084"/>
              <a:gd name="connsiteX550" fmla="*/ 125120 w 987506"/>
              <a:gd name="connsiteY550" fmla="*/ 329054 h 517084"/>
              <a:gd name="connsiteX551" fmla="*/ 122429 w 987506"/>
              <a:gd name="connsiteY551" fmla="*/ 326368 h 517084"/>
              <a:gd name="connsiteX552" fmla="*/ 115702 w 987506"/>
              <a:gd name="connsiteY552" fmla="*/ 326368 h 517084"/>
              <a:gd name="connsiteX553" fmla="*/ 111667 w 987506"/>
              <a:gd name="connsiteY553" fmla="*/ 330397 h 517084"/>
              <a:gd name="connsiteX554" fmla="*/ 110321 w 987506"/>
              <a:gd name="connsiteY554" fmla="*/ 334426 h 517084"/>
              <a:gd name="connsiteX555" fmla="*/ 108976 w 987506"/>
              <a:gd name="connsiteY555" fmla="*/ 335769 h 517084"/>
              <a:gd name="connsiteX556" fmla="*/ 107630 w 987506"/>
              <a:gd name="connsiteY556" fmla="*/ 333083 h 517084"/>
              <a:gd name="connsiteX557" fmla="*/ 104940 w 987506"/>
              <a:gd name="connsiteY557" fmla="*/ 333083 h 517084"/>
              <a:gd name="connsiteX558" fmla="*/ 102249 w 987506"/>
              <a:gd name="connsiteY558" fmla="*/ 338456 h 517084"/>
              <a:gd name="connsiteX559" fmla="*/ 99558 w 987506"/>
              <a:gd name="connsiteY559" fmla="*/ 337112 h 517084"/>
              <a:gd name="connsiteX560" fmla="*/ 96867 w 987506"/>
              <a:gd name="connsiteY560" fmla="*/ 341142 h 517084"/>
              <a:gd name="connsiteX561" fmla="*/ 92831 w 987506"/>
              <a:gd name="connsiteY561" fmla="*/ 343828 h 517084"/>
              <a:gd name="connsiteX562" fmla="*/ 90140 w 987506"/>
              <a:gd name="connsiteY562" fmla="*/ 343828 h 517084"/>
              <a:gd name="connsiteX563" fmla="*/ 88795 w 987506"/>
              <a:gd name="connsiteY563" fmla="*/ 346514 h 517084"/>
              <a:gd name="connsiteX564" fmla="*/ 87449 w 987506"/>
              <a:gd name="connsiteY564" fmla="*/ 349200 h 517084"/>
              <a:gd name="connsiteX565" fmla="*/ 86104 w 987506"/>
              <a:gd name="connsiteY565" fmla="*/ 346514 h 517084"/>
              <a:gd name="connsiteX566" fmla="*/ 83414 w 987506"/>
              <a:gd name="connsiteY566" fmla="*/ 346514 h 517084"/>
              <a:gd name="connsiteX567" fmla="*/ 82068 w 987506"/>
              <a:gd name="connsiteY567" fmla="*/ 349200 h 517084"/>
              <a:gd name="connsiteX568" fmla="*/ 78032 w 987506"/>
              <a:gd name="connsiteY568" fmla="*/ 349200 h 517084"/>
              <a:gd name="connsiteX569" fmla="*/ 76687 w 987506"/>
              <a:gd name="connsiteY569" fmla="*/ 346514 h 51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987506" h="517084">
                <a:moveTo>
                  <a:pt x="75341" y="346514"/>
                </a:moveTo>
                <a:lnTo>
                  <a:pt x="68614" y="342485"/>
                </a:lnTo>
                <a:lnTo>
                  <a:pt x="61887" y="345171"/>
                </a:lnTo>
                <a:lnTo>
                  <a:pt x="52470" y="338456"/>
                </a:lnTo>
                <a:lnTo>
                  <a:pt x="52470" y="334426"/>
                </a:lnTo>
                <a:lnTo>
                  <a:pt x="63233" y="334426"/>
                </a:lnTo>
                <a:lnTo>
                  <a:pt x="52470" y="316966"/>
                </a:lnTo>
                <a:lnTo>
                  <a:pt x="40361" y="304879"/>
                </a:lnTo>
                <a:lnTo>
                  <a:pt x="22872" y="300849"/>
                </a:lnTo>
                <a:lnTo>
                  <a:pt x="21526" y="304879"/>
                </a:lnTo>
                <a:lnTo>
                  <a:pt x="13454" y="298163"/>
                </a:lnTo>
                <a:lnTo>
                  <a:pt x="14799" y="294134"/>
                </a:lnTo>
                <a:lnTo>
                  <a:pt x="9418" y="286075"/>
                </a:lnTo>
                <a:lnTo>
                  <a:pt x="0" y="282046"/>
                </a:lnTo>
                <a:lnTo>
                  <a:pt x="2691" y="273988"/>
                </a:lnTo>
                <a:lnTo>
                  <a:pt x="5382" y="257871"/>
                </a:lnTo>
                <a:lnTo>
                  <a:pt x="1345" y="253842"/>
                </a:lnTo>
                <a:lnTo>
                  <a:pt x="0" y="240411"/>
                </a:lnTo>
                <a:lnTo>
                  <a:pt x="5382" y="237725"/>
                </a:lnTo>
                <a:lnTo>
                  <a:pt x="12109" y="229666"/>
                </a:lnTo>
                <a:lnTo>
                  <a:pt x="12109" y="222951"/>
                </a:lnTo>
                <a:lnTo>
                  <a:pt x="16145" y="217579"/>
                </a:lnTo>
                <a:lnTo>
                  <a:pt x="29598" y="231009"/>
                </a:lnTo>
                <a:lnTo>
                  <a:pt x="30944" y="235038"/>
                </a:lnTo>
                <a:lnTo>
                  <a:pt x="39016" y="240411"/>
                </a:lnTo>
                <a:lnTo>
                  <a:pt x="47088" y="239068"/>
                </a:lnTo>
                <a:lnTo>
                  <a:pt x="47088" y="231009"/>
                </a:lnTo>
                <a:lnTo>
                  <a:pt x="49779" y="229666"/>
                </a:lnTo>
                <a:lnTo>
                  <a:pt x="43052" y="208177"/>
                </a:lnTo>
                <a:lnTo>
                  <a:pt x="51125" y="206834"/>
                </a:lnTo>
                <a:lnTo>
                  <a:pt x="60542" y="206834"/>
                </a:lnTo>
                <a:lnTo>
                  <a:pt x="60542" y="201462"/>
                </a:lnTo>
                <a:lnTo>
                  <a:pt x="56506" y="196089"/>
                </a:lnTo>
                <a:lnTo>
                  <a:pt x="57851" y="190717"/>
                </a:lnTo>
                <a:lnTo>
                  <a:pt x="65924" y="185345"/>
                </a:lnTo>
                <a:lnTo>
                  <a:pt x="69960" y="185345"/>
                </a:lnTo>
                <a:lnTo>
                  <a:pt x="71305" y="178629"/>
                </a:lnTo>
                <a:lnTo>
                  <a:pt x="75341" y="175943"/>
                </a:lnTo>
                <a:lnTo>
                  <a:pt x="80723" y="177286"/>
                </a:lnTo>
                <a:lnTo>
                  <a:pt x="82068" y="171914"/>
                </a:lnTo>
                <a:lnTo>
                  <a:pt x="80723" y="167885"/>
                </a:lnTo>
                <a:lnTo>
                  <a:pt x="82068" y="163856"/>
                </a:lnTo>
                <a:lnTo>
                  <a:pt x="90140" y="169228"/>
                </a:lnTo>
                <a:lnTo>
                  <a:pt x="95522" y="171914"/>
                </a:lnTo>
                <a:lnTo>
                  <a:pt x="95522" y="174600"/>
                </a:lnTo>
                <a:lnTo>
                  <a:pt x="91486" y="178629"/>
                </a:lnTo>
                <a:lnTo>
                  <a:pt x="94176" y="181315"/>
                </a:lnTo>
                <a:lnTo>
                  <a:pt x="98213" y="178629"/>
                </a:lnTo>
                <a:lnTo>
                  <a:pt x="99558" y="174600"/>
                </a:lnTo>
                <a:lnTo>
                  <a:pt x="103594" y="173257"/>
                </a:lnTo>
                <a:lnTo>
                  <a:pt x="103594" y="177286"/>
                </a:lnTo>
                <a:lnTo>
                  <a:pt x="107630" y="173257"/>
                </a:lnTo>
                <a:lnTo>
                  <a:pt x="107630" y="170571"/>
                </a:lnTo>
                <a:lnTo>
                  <a:pt x="113012" y="170571"/>
                </a:lnTo>
                <a:lnTo>
                  <a:pt x="118393" y="166542"/>
                </a:lnTo>
                <a:lnTo>
                  <a:pt x="123775" y="166542"/>
                </a:lnTo>
                <a:lnTo>
                  <a:pt x="126466" y="173257"/>
                </a:lnTo>
                <a:lnTo>
                  <a:pt x="131847" y="177286"/>
                </a:lnTo>
                <a:lnTo>
                  <a:pt x="141265" y="174600"/>
                </a:lnTo>
                <a:lnTo>
                  <a:pt x="145301" y="174600"/>
                </a:lnTo>
                <a:lnTo>
                  <a:pt x="147991" y="178629"/>
                </a:lnTo>
                <a:lnTo>
                  <a:pt x="150682" y="178629"/>
                </a:lnTo>
                <a:lnTo>
                  <a:pt x="156064" y="185345"/>
                </a:lnTo>
                <a:lnTo>
                  <a:pt x="161445" y="185345"/>
                </a:lnTo>
                <a:lnTo>
                  <a:pt x="165482" y="190717"/>
                </a:lnTo>
                <a:lnTo>
                  <a:pt x="173554" y="196089"/>
                </a:lnTo>
                <a:lnTo>
                  <a:pt x="177590" y="196089"/>
                </a:lnTo>
                <a:lnTo>
                  <a:pt x="178935" y="200119"/>
                </a:lnTo>
                <a:lnTo>
                  <a:pt x="180281" y="205491"/>
                </a:lnTo>
                <a:lnTo>
                  <a:pt x="182971" y="206834"/>
                </a:lnTo>
                <a:lnTo>
                  <a:pt x="185662" y="201462"/>
                </a:lnTo>
                <a:lnTo>
                  <a:pt x="185662" y="194746"/>
                </a:lnTo>
                <a:lnTo>
                  <a:pt x="191044" y="192060"/>
                </a:lnTo>
                <a:lnTo>
                  <a:pt x="193735" y="197432"/>
                </a:lnTo>
                <a:lnTo>
                  <a:pt x="204497" y="198775"/>
                </a:lnTo>
                <a:lnTo>
                  <a:pt x="207188" y="204148"/>
                </a:lnTo>
                <a:lnTo>
                  <a:pt x="211224" y="205491"/>
                </a:lnTo>
                <a:lnTo>
                  <a:pt x="217951" y="200119"/>
                </a:lnTo>
                <a:lnTo>
                  <a:pt x="217951" y="190717"/>
                </a:lnTo>
                <a:lnTo>
                  <a:pt x="223333" y="190717"/>
                </a:lnTo>
                <a:lnTo>
                  <a:pt x="224678" y="185345"/>
                </a:lnTo>
                <a:lnTo>
                  <a:pt x="228714" y="184002"/>
                </a:lnTo>
                <a:lnTo>
                  <a:pt x="231405" y="188031"/>
                </a:lnTo>
                <a:lnTo>
                  <a:pt x="234096" y="184002"/>
                </a:lnTo>
                <a:lnTo>
                  <a:pt x="239477" y="182659"/>
                </a:lnTo>
                <a:lnTo>
                  <a:pt x="247550" y="189374"/>
                </a:lnTo>
                <a:lnTo>
                  <a:pt x="248895" y="192060"/>
                </a:lnTo>
                <a:lnTo>
                  <a:pt x="255622" y="192060"/>
                </a:lnTo>
                <a:lnTo>
                  <a:pt x="254277" y="185345"/>
                </a:lnTo>
                <a:lnTo>
                  <a:pt x="258312" y="184002"/>
                </a:lnTo>
                <a:lnTo>
                  <a:pt x="265039" y="184002"/>
                </a:lnTo>
                <a:lnTo>
                  <a:pt x="267730" y="181315"/>
                </a:lnTo>
                <a:lnTo>
                  <a:pt x="273112" y="184002"/>
                </a:lnTo>
                <a:lnTo>
                  <a:pt x="277148" y="186688"/>
                </a:lnTo>
                <a:lnTo>
                  <a:pt x="275802" y="189374"/>
                </a:lnTo>
                <a:lnTo>
                  <a:pt x="271766" y="192060"/>
                </a:lnTo>
                <a:lnTo>
                  <a:pt x="277148" y="197432"/>
                </a:lnTo>
                <a:lnTo>
                  <a:pt x="281184" y="198775"/>
                </a:lnTo>
                <a:lnTo>
                  <a:pt x="283875" y="197432"/>
                </a:lnTo>
                <a:lnTo>
                  <a:pt x="287911" y="200119"/>
                </a:lnTo>
                <a:lnTo>
                  <a:pt x="295983" y="198775"/>
                </a:lnTo>
                <a:lnTo>
                  <a:pt x="304055" y="204148"/>
                </a:lnTo>
                <a:lnTo>
                  <a:pt x="310782" y="202805"/>
                </a:lnTo>
                <a:lnTo>
                  <a:pt x="313473" y="197432"/>
                </a:lnTo>
                <a:lnTo>
                  <a:pt x="313473" y="193403"/>
                </a:lnTo>
                <a:lnTo>
                  <a:pt x="316164" y="190717"/>
                </a:lnTo>
                <a:lnTo>
                  <a:pt x="324236" y="194746"/>
                </a:lnTo>
                <a:lnTo>
                  <a:pt x="330963" y="196089"/>
                </a:lnTo>
                <a:lnTo>
                  <a:pt x="340381" y="193403"/>
                </a:lnTo>
                <a:lnTo>
                  <a:pt x="343071" y="188031"/>
                </a:lnTo>
                <a:lnTo>
                  <a:pt x="341726" y="167885"/>
                </a:lnTo>
                <a:lnTo>
                  <a:pt x="339035" y="166542"/>
                </a:lnTo>
                <a:lnTo>
                  <a:pt x="330963" y="166542"/>
                </a:lnTo>
                <a:lnTo>
                  <a:pt x="325581" y="162512"/>
                </a:lnTo>
                <a:lnTo>
                  <a:pt x="325581" y="159826"/>
                </a:lnTo>
                <a:lnTo>
                  <a:pt x="318854" y="158483"/>
                </a:lnTo>
                <a:lnTo>
                  <a:pt x="316164" y="154454"/>
                </a:lnTo>
                <a:lnTo>
                  <a:pt x="309437" y="154454"/>
                </a:lnTo>
                <a:lnTo>
                  <a:pt x="309437" y="151768"/>
                </a:lnTo>
                <a:lnTo>
                  <a:pt x="308092" y="147738"/>
                </a:lnTo>
                <a:lnTo>
                  <a:pt x="308092" y="145052"/>
                </a:lnTo>
                <a:lnTo>
                  <a:pt x="313473" y="145052"/>
                </a:lnTo>
                <a:lnTo>
                  <a:pt x="313473" y="139680"/>
                </a:lnTo>
                <a:lnTo>
                  <a:pt x="317509" y="135651"/>
                </a:lnTo>
                <a:lnTo>
                  <a:pt x="316164" y="128935"/>
                </a:lnTo>
                <a:lnTo>
                  <a:pt x="312128" y="128935"/>
                </a:lnTo>
                <a:lnTo>
                  <a:pt x="312128" y="123563"/>
                </a:lnTo>
                <a:lnTo>
                  <a:pt x="318854" y="114162"/>
                </a:lnTo>
                <a:lnTo>
                  <a:pt x="324236" y="108789"/>
                </a:lnTo>
                <a:lnTo>
                  <a:pt x="334999" y="107446"/>
                </a:lnTo>
                <a:lnTo>
                  <a:pt x="339035" y="110132"/>
                </a:lnTo>
                <a:lnTo>
                  <a:pt x="341726" y="107446"/>
                </a:lnTo>
                <a:lnTo>
                  <a:pt x="343071" y="102074"/>
                </a:lnTo>
                <a:lnTo>
                  <a:pt x="337690" y="100731"/>
                </a:lnTo>
                <a:lnTo>
                  <a:pt x="333654" y="96702"/>
                </a:lnTo>
                <a:lnTo>
                  <a:pt x="329617" y="96702"/>
                </a:lnTo>
                <a:lnTo>
                  <a:pt x="325581" y="99388"/>
                </a:lnTo>
                <a:lnTo>
                  <a:pt x="320200" y="96702"/>
                </a:lnTo>
                <a:lnTo>
                  <a:pt x="313473" y="96702"/>
                </a:lnTo>
                <a:lnTo>
                  <a:pt x="313473" y="94015"/>
                </a:lnTo>
                <a:lnTo>
                  <a:pt x="316164" y="91329"/>
                </a:lnTo>
                <a:lnTo>
                  <a:pt x="322890" y="91329"/>
                </a:lnTo>
                <a:lnTo>
                  <a:pt x="320200" y="85957"/>
                </a:lnTo>
                <a:lnTo>
                  <a:pt x="313473" y="85957"/>
                </a:lnTo>
                <a:lnTo>
                  <a:pt x="309437" y="85957"/>
                </a:lnTo>
                <a:lnTo>
                  <a:pt x="312128" y="83271"/>
                </a:lnTo>
                <a:lnTo>
                  <a:pt x="309437" y="76556"/>
                </a:lnTo>
                <a:lnTo>
                  <a:pt x="310782" y="75212"/>
                </a:lnTo>
                <a:lnTo>
                  <a:pt x="316164" y="73869"/>
                </a:lnTo>
                <a:lnTo>
                  <a:pt x="318854" y="71183"/>
                </a:lnTo>
                <a:lnTo>
                  <a:pt x="322890" y="71183"/>
                </a:lnTo>
                <a:lnTo>
                  <a:pt x="324236" y="73869"/>
                </a:lnTo>
                <a:lnTo>
                  <a:pt x="330963" y="73869"/>
                </a:lnTo>
                <a:lnTo>
                  <a:pt x="334999" y="76556"/>
                </a:lnTo>
                <a:lnTo>
                  <a:pt x="337690" y="73869"/>
                </a:lnTo>
                <a:lnTo>
                  <a:pt x="337690" y="71183"/>
                </a:lnTo>
                <a:lnTo>
                  <a:pt x="341726" y="68497"/>
                </a:lnTo>
                <a:lnTo>
                  <a:pt x="347107" y="68497"/>
                </a:lnTo>
                <a:lnTo>
                  <a:pt x="349798" y="72526"/>
                </a:lnTo>
                <a:lnTo>
                  <a:pt x="352489" y="69840"/>
                </a:lnTo>
                <a:lnTo>
                  <a:pt x="352489" y="65811"/>
                </a:lnTo>
                <a:lnTo>
                  <a:pt x="361907" y="63125"/>
                </a:lnTo>
                <a:lnTo>
                  <a:pt x="367288" y="63125"/>
                </a:lnTo>
                <a:lnTo>
                  <a:pt x="374015" y="59096"/>
                </a:lnTo>
                <a:lnTo>
                  <a:pt x="380742" y="59096"/>
                </a:lnTo>
                <a:lnTo>
                  <a:pt x="382087" y="56409"/>
                </a:lnTo>
                <a:lnTo>
                  <a:pt x="388814" y="52380"/>
                </a:lnTo>
                <a:lnTo>
                  <a:pt x="395541" y="52380"/>
                </a:lnTo>
                <a:lnTo>
                  <a:pt x="399577" y="49694"/>
                </a:lnTo>
                <a:lnTo>
                  <a:pt x="403613" y="49694"/>
                </a:lnTo>
                <a:lnTo>
                  <a:pt x="407649" y="51037"/>
                </a:lnTo>
                <a:lnTo>
                  <a:pt x="408995" y="48351"/>
                </a:lnTo>
                <a:lnTo>
                  <a:pt x="408995" y="42979"/>
                </a:lnTo>
                <a:lnTo>
                  <a:pt x="411685" y="40292"/>
                </a:lnTo>
                <a:lnTo>
                  <a:pt x="417067" y="40292"/>
                </a:lnTo>
                <a:lnTo>
                  <a:pt x="418412" y="37606"/>
                </a:lnTo>
                <a:lnTo>
                  <a:pt x="421103" y="34920"/>
                </a:lnTo>
                <a:lnTo>
                  <a:pt x="425139" y="37606"/>
                </a:lnTo>
                <a:lnTo>
                  <a:pt x="427830" y="37606"/>
                </a:lnTo>
                <a:lnTo>
                  <a:pt x="433211" y="34920"/>
                </a:lnTo>
                <a:lnTo>
                  <a:pt x="438593" y="33577"/>
                </a:lnTo>
                <a:lnTo>
                  <a:pt x="449356" y="25519"/>
                </a:lnTo>
                <a:lnTo>
                  <a:pt x="452047" y="25519"/>
                </a:lnTo>
                <a:lnTo>
                  <a:pt x="454738" y="24175"/>
                </a:lnTo>
                <a:lnTo>
                  <a:pt x="461464" y="22832"/>
                </a:lnTo>
                <a:lnTo>
                  <a:pt x="464155" y="18803"/>
                </a:lnTo>
                <a:lnTo>
                  <a:pt x="468191" y="18803"/>
                </a:lnTo>
                <a:lnTo>
                  <a:pt x="474918" y="17460"/>
                </a:lnTo>
                <a:lnTo>
                  <a:pt x="474918" y="13431"/>
                </a:lnTo>
                <a:lnTo>
                  <a:pt x="472227" y="9402"/>
                </a:lnTo>
                <a:lnTo>
                  <a:pt x="474918" y="8059"/>
                </a:lnTo>
                <a:lnTo>
                  <a:pt x="481645" y="8059"/>
                </a:lnTo>
                <a:lnTo>
                  <a:pt x="482991" y="2686"/>
                </a:lnTo>
                <a:lnTo>
                  <a:pt x="488372" y="0"/>
                </a:lnTo>
                <a:lnTo>
                  <a:pt x="491062" y="1343"/>
                </a:lnTo>
                <a:lnTo>
                  <a:pt x="495099" y="0"/>
                </a:lnTo>
                <a:lnTo>
                  <a:pt x="501826" y="2686"/>
                </a:lnTo>
                <a:lnTo>
                  <a:pt x="508553" y="1343"/>
                </a:lnTo>
                <a:lnTo>
                  <a:pt x="515280" y="5372"/>
                </a:lnTo>
                <a:lnTo>
                  <a:pt x="520661" y="5372"/>
                </a:lnTo>
                <a:lnTo>
                  <a:pt x="527388" y="2686"/>
                </a:lnTo>
                <a:lnTo>
                  <a:pt x="532769" y="4029"/>
                </a:lnTo>
                <a:lnTo>
                  <a:pt x="534115" y="9402"/>
                </a:lnTo>
                <a:lnTo>
                  <a:pt x="536806" y="12088"/>
                </a:lnTo>
                <a:lnTo>
                  <a:pt x="538151" y="17460"/>
                </a:lnTo>
                <a:lnTo>
                  <a:pt x="542187" y="21489"/>
                </a:lnTo>
                <a:lnTo>
                  <a:pt x="544878" y="22832"/>
                </a:lnTo>
                <a:lnTo>
                  <a:pt x="546223" y="26862"/>
                </a:lnTo>
                <a:lnTo>
                  <a:pt x="544878" y="30891"/>
                </a:lnTo>
                <a:lnTo>
                  <a:pt x="546223" y="36263"/>
                </a:lnTo>
                <a:lnTo>
                  <a:pt x="544878" y="37606"/>
                </a:lnTo>
                <a:lnTo>
                  <a:pt x="540842" y="38949"/>
                </a:lnTo>
                <a:lnTo>
                  <a:pt x="543533" y="42979"/>
                </a:lnTo>
                <a:lnTo>
                  <a:pt x="546223" y="45665"/>
                </a:lnTo>
                <a:lnTo>
                  <a:pt x="552950" y="42979"/>
                </a:lnTo>
                <a:lnTo>
                  <a:pt x="556986" y="45665"/>
                </a:lnTo>
                <a:lnTo>
                  <a:pt x="559677" y="44322"/>
                </a:lnTo>
                <a:lnTo>
                  <a:pt x="561022" y="40292"/>
                </a:lnTo>
                <a:lnTo>
                  <a:pt x="563713" y="37606"/>
                </a:lnTo>
                <a:lnTo>
                  <a:pt x="565058" y="42979"/>
                </a:lnTo>
                <a:lnTo>
                  <a:pt x="567749" y="42979"/>
                </a:lnTo>
                <a:lnTo>
                  <a:pt x="569095" y="38949"/>
                </a:lnTo>
                <a:lnTo>
                  <a:pt x="567749" y="33577"/>
                </a:lnTo>
                <a:lnTo>
                  <a:pt x="569095" y="33577"/>
                </a:lnTo>
                <a:lnTo>
                  <a:pt x="578512" y="40292"/>
                </a:lnTo>
                <a:lnTo>
                  <a:pt x="578512" y="48351"/>
                </a:lnTo>
                <a:lnTo>
                  <a:pt x="582548" y="53723"/>
                </a:lnTo>
                <a:lnTo>
                  <a:pt x="585239" y="53723"/>
                </a:lnTo>
                <a:lnTo>
                  <a:pt x="589275" y="49694"/>
                </a:lnTo>
                <a:lnTo>
                  <a:pt x="586584" y="48351"/>
                </a:lnTo>
                <a:lnTo>
                  <a:pt x="585239" y="45665"/>
                </a:lnTo>
                <a:lnTo>
                  <a:pt x="590621" y="44322"/>
                </a:lnTo>
                <a:lnTo>
                  <a:pt x="600038" y="49694"/>
                </a:lnTo>
                <a:lnTo>
                  <a:pt x="604074" y="49694"/>
                </a:lnTo>
                <a:lnTo>
                  <a:pt x="608110" y="45665"/>
                </a:lnTo>
                <a:lnTo>
                  <a:pt x="610801" y="47008"/>
                </a:lnTo>
                <a:lnTo>
                  <a:pt x="608110" y="52380"/>
                </a:lnTo>
                <a:lnTo>
                  <a:pt x="605420" y="55066"/>
                </a:lnTo>
                <a:lnTo>
                  <a:pt x="605420" y="61782"/>
                </a:lnTo>
                <a:lnTo>
                  <a:pt x="608110" y="67154"/>
                </a:lnTo>
                <a:lnTo>
                  <a:pt x="612146" y="67154"/>
                </a:lnTo>
                <a:lnTo>
                  <a:pt x="614837" y="63125"/>
                </a:lnTo>
                <a:lnTo>
                  <a:pt x="620219" y="61782"/>
                </a:lnTo>
                <a:lnTo>
                  <a:pt x="630982" y="64468"/>
                </a:lnTo>
                <a:lnTo>
                  <a:pt x="633672" y="65811"/>
                </a:lnTo>
                <a:lnTo>
                  <a:pt x="636363" y="63125"/>
                </a:lnTo>
                <a:lnTo>
                  <a:pt x="636363" y="57752"/>
                </a:lnTo>
                <a:lnTo>
                  <a:pt x="640399" y="56409"/>
                </a:lnTo>
                <a:lnTo>
                  <a:pt x="648472" y="55066"/>
                </a:lnTo>
                <a:lnTo>
                  <a:pt x="653853" y="51037"/>
                </a:lnTo>
                <a:lnTo>
                  <a:pt x="655199" y="47008"/>
                </a:lnTo>
                <a:lnTo>
                  <a:pt x="659235" y="42979"/>
                </a:lnTo>
                <a:lnTo>
                  <a:pt x="659235" y="40292"/>
                </a:lnTo>
                <a:lnTo>
                  <a:pt x="665961" y="33577"/>
                </a:lnTo>
                <a:lnTo>
                  <a:pt x="669998" y="32234"/>
                </a:lnTo>
                <a:lnTo>
                  <a:pt x="674034" y="28205"/>
                </a:lnTo>
                <a:lnTo>
                  <a:pt x="679415" y="26862"/>
                </a:lnTo>
                <a:lnTo>
                  <a:pt x="686142" y="25519"/>
                </a:lnTo>
                <a:lnTo>
                  <a:pt x="688833" y="26862"/>
                </a:lnTo>
                <a:lnTo>
                  <a:pt x="688833" y="30891"/>
                </a:lnTo>
                <a:lnTo>
                  <a:pt x="684797" y="36263"/>
                </a:lnTo>
                <a:lnTo>
                  <a:pt x="680761" y="37606"/>
                </a:lnTo>
                <a:lnTo>
                  <a:pt x="682106" y="41635"/>
                </a:lnTo>
                <a:lnTo>
                  <a:pt x="729194" y="76556"/>
                </a:lnTo>
                <a:lnTo>
                  <a:pt x="792427" y="155797"/>
                </a:lnTo>
                <a:lnTo>
                  <a:pt x="799154" y="154454"/>
                </a:lnTo>
                <a:lnTo>
                  <a:pt x="803190" y="151768"/>
                </a:lnTo>
                <a:lnTo>
                  <a:pt x="804535" y="149082"/>
                </a:lnTo>
                <a:lnTo>
                  <a:pt x="803190" y="147738"/>
                </a:lnTo>
                <a:lnTo>
                  <a:pt x="803190" y="142366"/>
                </a:lnTo>
                <a:lnTo>
                  <a:pt x="807226" y="139680"/>
                </a:lnTo>
                <a:lnTo>
                  <a:pt x="813953" y="143709"/>
                </a:lnTo>
                <a:lnTo>
                  <a:pt x="813953" y="147738"/>
                </a:lnTo>
                <a:lnTo>
                  <a:pt x="813953" y="150425"/>
                </a:lnTo>
                <a:lnTo>
                  <a:pt x="820680" y="151768"/>
                </a:lnTo>
                <a:lnTo>
                  <a:pt x="823371" y="155797"/>
                </a:lnTo>
                <a:lnTo>
                  <a:pt x="828752" y="155797"/>
                </a:lnTo>
                <a:lnTo>
                  <a:pt x="831443" y="154454"/>
                </a:lnTo>
                <a:lnTo>
                  <a:pt x="836824" y="153111"/>
                </a:lnTo>
                <a:lnTo>
                  <a:pt x="843551" y="157140"/>
                </a:lnTo>
                <a:lnTo>
                  <a:pt x="848933" y="154454"/>
                </a:lnTo>
                <a:lnTo>
                  <a:pt x="852969" y="155797"/>
                </a:lnTo>
                <a:lnTo>
                  <a:pt x="858351" y="153111"/>
                </a:lnTo>
                <a:lnTo>
                  <a:pt x="859696" y="150425"/>
                </a:lnTo>
                <a:lnTo>
                  <a:pt x="857005" y="147738"/>
                </a:lnTo>
                <a:lnTo>
                  <a:pt x="858351" y="145052"/>
                </a:lnTo>
                <a:lnTo>
                  <a:pt x="867768" y="143709"/>
                </a:lnTo>
                <a:lnTo>
                  <a:pt x="877186" y="143709"/>
                </a:lnTo>
                <a:lnTo>
                  <a:pt x="883913" y="146396"/>
                </a:lnTo>
                <a:lnTo>
                  <a:pt x="891985" y="151768"/>
                </a:lnTo>
                <a:lnTo>
                  <a:pt x="896021" y="159826"/>
                </a:lnTo>
                <a:lnTo>
                  <a:pt x="898712" y="165199"/>
                </a:lnTo>
                <a:lnTo>
                  <a:pt x="901402" y="165199"/>
                </a:lnTo>
                <a:lnTo>
                  <a:pt x="906784" y="167885"/>
                </a:lnTo>
                <a:lnTo>
                  <a:pt x="913511" y="170571"/>
                </a:lnTo>
                <a:lnTo>
                  <a:pt x="914856" y="170571"/>
                </a:lnTo>
                <a:lnTo>
                  <a:pt x="918893" y="173257"/>
                </a:lnTo>
                <a:lnTo>
                  <a:pt x="918893" y="175943"/>
                </a:lnTo>
                <a:lnTo>
                  <a:pt x="917547" y="178629"/>
                </a:lnTo>
                <a:lnTo>
                  <a:pt x="917547" y="182659"/>
                </a:lnTo>
                <a:lnTo>
                  <a:pt x="918893" y="185345"/>
                </a:lnTo>
                <a:lnTo>
                  <a:pt x="921583" y="188031"/>
                </a:lnTo>
                <a:lnTo>
                  <a:pt x="922928" y="189374"/>
                </a:lnTo>
                <a:lnTo>
                  <a:pt x="925619" y="189374"/>
                </a:lnTo>
                <a:lnTo>
                  <a:pt x="931001" y="192060"/>
                </a:lnTo>
                <a:lnTo>
                  <a:pt x="935037" y="193403"/>
                </a:lnTo>
                <a:lnTo>
                  <a:pt x="936382" y="190717"/>
                </a:lnTo>
                <a:lnTo>
                  <a:pt x="940419" y="189374"/>
                </a:lnTo>
                <a:lnTo>
                  <a:pt x="952527" y="188031"/>
                </a:lnTo>
                <a:lnTo>
                  <a:pt x="957908" y="186688"/>
                </a:lnTo>
                <a:lnTo>
                  <a:pt x="960599" y="181315"/>
                </a:lnTo>
                <a:lnTo>
                  <a:pt x="965981" y="178629"/>
                </a:lnTo>
                <a:lnTo>
                  <a:pt x="968671" y="179972"/>
                </a:lnTo>
                <a:lnTo>
                  <a:pt x="965981" y="186688"/>
                </a:lnTo>
                <a:lnTo>
                  <a:pt x="967326" y="190717"/>
                </a:lnTo>
                <a:lnTo>
                  <a:pt x="971362" y="192060"/>
                </a:lnTo>
                <a:lnTo>
                  <a:pt x="978089" y="197432"/>
                </a:lnTo>
                <a:lnTo>
                  <a:pt x="984816" y="200119"/>
                </a:lnTo>
                <a:lnTo>
                  <a:pt x="987507" y="201462"/>
                </a:lnTo>
                <a:lnTo>
                  <a:pt x="982125" y="206834"/>
                </a:lnTo>
                <a:lnTo>
                  <a:pt x="978089" y="209520"/>
                </a:lnTo>
                <a:lnTo>
                  <a:pt x="971362" y="216235"/>
                </a:lnTo>
                <a:lnTo>
                  <a:pt x="971362" y="220265"/>
                </a:lnTo>
                <a:lnTo>
                  <a:pt x="972708" y="222951"/>
                </a:lnTo>
                <a:lnTo>
                  <a:pt x="970017" y="229666"/>
                </a:lnTo>
                <a:lnTo>
                  <a:pt x="961944" y="232352"/>
                </a:lnTo>
                <a:lnTo>
                  <a:pt x="956563" y="235038"/>
                </a:lnTo>
                <a:lnTo>
                  <a:pt x="956563" y="241754"/>
                </a:lnTo>
                <a:lnTo>
                  <a:pt x="956563" y="252499"/>
                </a:lnTo>
                <a:lnTo>
                  <a:pt x="961944" y="261900"/>
                </a:lnTo>
                <a:lnTo>
                  <a:pt x="965981" y="268615"/>
                </a:lnTo>
                <a:lnTo>
                  <a:pt x="965981" y="272645"/>
                </a:lnTo>
                <a:lnTo>
                  <a:pt x="959254" y="279360"/>
                </a:lnTo>
                <a:lnTo>
                  <a:pt x="953872" y="282046"/>
                </a:lnTo>
                <a:lnTo>
                  <a:pt x="948491" y="287419"/>
                </a:lnTo>
                <a:lnTo>
                  <a:pt x="945800" y="288762"/>
                </a:lnTo>
                <a:lnTo>
                  <a:pt x="943109" y="287419"/>
                </a:lnTo>
                <a:lnTo>
                  <a:pt x="941764" y="284732"/>
                </a:lnTo>
                <a:lnTo>
                  <a:pt x="936382" y="284732"/>
                </a:lnTo>
                <a:lnTo>
                  <a:pt x="926965" y="287419"/>
                </a:lnTo>
                <a:lnTo>
                  <a:pt x="920238" y="286075"/>
                </a:lnTo>
                <a:lnTo>
                  <a:pt x="909475" y="282046"/>
                </a:lnTo>
                <a:lnTo>
                  <a:pt x="904093" y="282046"/>
                </a:lnTo>
                <a:lnTo>
                  <a:pt x="901402" y="282046"/>
                </a:lnTo>
                <a:lnTo>
                  <a:pt x="898712" y="294134"/>
                </a:lnTo>
                <a:lnTo>
                  <a:pt x="896021" y="302192"/>
                </a:lnTo>
                <a:lnTo>
                  <a:pt x="896021" y="307565"/>
                </a:lnTo>
                <a:lnTo>
                  <a:pt x="893330" y="322338"/>
                </a:lnTo>
                <a:lnTo>
                  <a:pt x="893330" y="334426"/>
                </a:lnTo>
                <a:lnTo>
                  <a:pt x="891985" y="338456"/>
                </a:lnTo>
                <a:lnTo>
                  <a:pt x="894675" y="339799"/>
                </a:lnTo>
                <a:lnTo>
                  <a:pt x="901402" y="342485"/>
                </a:lnTo>
                <a:lnTo>
                  <a:pt x="898712" y="347857"/>
                </a:lnTo>
                <a:lnTo>
                  <a:pt x="898712" y="351886"/>
                </a:lnTo>
                <a:lnTo>
                  <a:pt x="894675" y="351886"/>
                </a:lnTo>
                <a:lnTo>
                  <a:pt x="891985" y="354572"/>
                </a:lnTo>
                <a:lnTo>
                  <a:pt x="887949" y="354572"/>
                </a:lnTo>
                <a:lnTo>
                  <a:pt x="885258" y="351886"/>
                </a:lnTo>
                <a:lnTo>
                  <a:pt x="881222" y="353229"/>
                </a:lnTo>
                <a:lnTo>
                  <a:pt x="875840" y="354572"/>
                </a:lnTo>
                <a:lnTo>
                  <a:pt x="863732" y="357259"/>
                </a:lnTo>
                <a:lnTo>
                  <a:pt x="855660" y="359945"/>
                </a:lnTo>
                <a:lnTo>
                  <a:pt x="851624" y="359945"/>
                </a:lnTo>
                <a:lnTo>
                  <a:pt x="848933" y="358602"/>
                </a:lnTo>
                <a:lnTo>
                  <a:pt x="844897" y="359945"/>
                </a:lnTo>
                <a:lnTo>
                  <a:pt x="839515" y="363974"/>
                </a:lnTo>
                <a:lnTo>
                  <a:pt x="839515" y="368003"/>
                </a:lnTo>
                <a:lnTo>
                  <a:pt x="843551" y="370689"/>
                </a:lnTo>
                <a:lnTo>
                  <a:pt x="851624" y="370689"/>
                </a:lnTo>
                <a:lnTo>
                  <a:pt x="857005" y="372032"/>
                </a:lnTo>
                <a:lnTo>
                  <a:pt x="857005" y="373375"/>
                </a:lnTo>
                <a:lnTo>
                  <a:pt x="854314" y="377405"/>
                </a:lnTo>
                <a:lnTo>
                  <a:pt x="857005" y="385463"/>
                </a:lnTo>
                <a:lnTo>
                  <a:pt x="857005" y="389492"/>
                </a:lnTo>
                <a:lnTo>
                  <a:pt x="858351" y="392179"/>
                </a:lnTo>
                <a:lnTo>
                  <a:pt x="859696" y="397551"/>
                </a:lnTo>
                <a:lnTo>
                  <a:pt x="865077" y="405609"/>
                </a:lnTo>
                <a:lnTo>
                  <a:pt x="865077" y="409638"/>
                </a:lnTo>
                <a:lnTo>
                  <a:pt x="871804" y="413668"/>
                </a:lnTo>
                <a:lnTo>
                  <a:pt x="873150" y="424412"/>
                </a:lnTo>
                <a:lnTo>
                  <a:pt x="870459" y="427099"/>
                </a:lnTo>
                <a:lnTo>
                  <a:pt x="869113" y="432471"/>
                </a:lnTo>
                <a:lnTo>
                  <a:pt x="873150" y="437843"/>
                </a:lnTo>
                <a:lnTo>
                  <a:pt x="870459" y="439186"/>
                </a:lnTo>
                <a:lnTo>
                  <a:pt x="870459" y="441872"/>
                </a:lnTo>
                <a:lnTo>
                  <a:pt x="865077" y="444559"/>
                </a:lnTo>
                <a:lnTo>
                  <a:pt x="865077" y="451274"/>
                </a:lnTo>
                <a:lnTo>
                  <a:pt x="859696" y="453960"/>
                </a:lnTo>
                <a:lnTo>
                  <a:pt x="848933" y="451274"/>
                </a:lnTo>
                <a:lnTo>
                  <a:pt x="838170" y="439186"/>
                </a:lnTo>
                <a:lnTo>
                  <a:pt x="832788" y="440529"/>
                </a:lnTo>
                <a:lnTo>
                  <a:pt x="822025" y="436500"/>
                </a:lnTo>
                <a:lnTo>
                  <a:pt x="805881" y="435157"/>
                </a:lnTo>
                <a:lnTo>
                  <a:pt x="797809" y="437843"/>
                </a:lnTo>
                <a:lnTo>
                  <a:pt x="784355" y="433814"/>
                </a:lnTo>
                <a:lnTo>
                  <a:pt x="772247" y="436500"/>
                </a:lnTo>
                <a:lnTo>
                  <a:pt x="766865" y="437843"/>
                </a:lnTo>
                <a:lnTo>
                  <a:pt x="760138" y="436500"/>
                </a:lnTo>
                <a:lnTo>
                  <a:pt x="756102" y="440529"/>
                </a:lnTo>
                <a:lnTo>
                  <a:pt x="750720" y="441872"/>
                </a:lnTo>
                <a:lnTo>
                  <a:pt x="735921" y="440529"/>
                </a:lnTo>
                <a:lnTo>
                  <a:pt x="726503" y="437843"/>
                </a:lnTo>
                <a:lnTo>
                  <a:pt x="721122" y="435157"/>
                </a:lnTo>
                <a:lnTo>
                  <a:pt x="713050" y="435157"/>
                </a:lnTo>
                <a:lnTo>
                  <a:pt x="709014" y="436500"/>
                </a:lnTo>
                <a:lnTo>
                  <a:pt x="703632" y="435157"/>
                </a:lnTo>
                <a:lnTo>
                  <a:pt x="698251" y="435157"/>
                </a:lnTo>
                <a:lnTo>
                  <a:pt x="695560" y="436500"/>
                </a:lnTo>
                <a:lnTo>
                  <a:pt x="695560" y="441872"/>
                </a:lnTo>
                <a:lnTo>
                  <a:pt x="696905" y="447245"/>
                </a:lnTo>
                <a:lnTo>
                  <a:pt x="698251" y="453960"/>
                </a:lnTo>
                <a:lnTo>
                  <a:pt x="690178" y="456646"/>
                </a:lnTo>
                <a:lnTo>
                  <a:pt x="674034" y="456646"/>
                </a:lnTo>
                <a:lnTo>
                  <a:pt x="655199" y="453960"/>
                </a:lnTo>
                <a:lnTo>
                  <a:pt x="649817" y="451274"/>
                </a:lnTo>
                <a:lnTo>
                  <a:pt x="641745" y="451274"/>
                </a:lnTo>
                <a:lnTo>
                  <a:pt x="636363" y="456646"/>
                </a:lnTo>
                <a:lnTo>
                  <a:pt x="637709" y="459332"/>
                </a:lnTo>
                <a:lnTo>
                  <a:pt x="632327" y="462019"/>
                </a:lnTo>
                <a:lnTo>
                  <a:pt x="632327" y="464705"/>
                </a:lnTo>
                <a:lnTo>
                  <a:pt x="629637" y="464705"/>
                </a:lnTo>
                <a:lnTo>
                  <a:pt x="624255" y="471420"/>
                </a:lnTo>
                <a:lnTo>
                  <a:pt x="620219" y="472763"/>
                </a:lnTo>
                <a:lnTo>
                  <a:pt x="610801" y="486194"/>
                </a:lnTo>
                <a:lnTo>
                  <a:pt x="606765" y="492909"/>
                </a:lnTo>
                <a:lnTo>
                  <a:pt x="604074" y="495596"/>
                </a:lnTo>
                <a:lnTo>
                  <a:pt x="598693" y="506340"/>
                </a:lnTo>
                <a:lnTo>
                  <a:pt x="587930" y="515742"/>
                </a:lnTo>
                <a:lnTo>
                  <a:pt x="585239" y="513056"/>
                </a:lnTo>
                <a:lnTo>
                  <a:pt x="573131" y="507683"/>
                </a:lnTo>
                <a:lnTo>
                  <a:pt x="565058" y="506340"/>
                </a:lnTo>
                <a:lnTo>
                  <a:pt x="556986" y="507683"/>
                </a:lnTo>
                <a:lnTo>
                  <a:pt x="546223" y="514399"/>
                </a:lnTo>
                <a:lnTo>
                  <a:pt x="540842" y="514399"/>
                </a:lnTo>
                <a:lnTo>
                  <a:pt x="528733" y="483508"/>
                </a:lnTo>
                <a:lnTo>
                  <a:pt x="511243" y="482165"/>
                </a:lnTo>
                <a:lnTo>
                  <a:pt x="509898" y="444559"/>
                </a:lnTo>
                <a:lnTo>
                  <a:pt x="500480" y="447245"/>
                </a:lnTo>
                <a:lnTo>
                  <a:pt x="495099" y="432471"/>
                </a:lnTo>
                <a:lnTo>
                  <a:pt x="481645" y="421726"/>
                </a:lnTo>
                <a:lnTo>
                  <a:pt x="438593" y="421726"/>
                </a:lnTo>
                <a:lnTo>
                  <a:pt x="399577" y="425756"/>
                </a:lnTo>
                <a:lnTo>
                  <a:pt x="378051" y="413668"/>
                </a:lnTo>
                <a:lnTo>
                  <a:pt x="361907" y="406952"/>
                </a:lnTo>
                <a:lnTo>
                  <a:pt x="320200" y="378748"/>
                </a:lnTo>
                <a:lnTo>
                  <a:pt x="251586" y="390835"/>
                </a:lnTo>
                <a:lnTo>
                  <a:pt x="273112" y="514399"/>
                </a:lnTo>
                <a:lnTo>
                  <a:pt x="269075" y="515742"/>
                </a:lnTo>
                <a:lnTo>
                  <a:pt x="258312" y="517085"/>
                </a:lnTo>
                <a:lnTo>
                  <a:pt x="242168" y="498282"/>
                </a:lnTo>
                <a:lnTo>
                  <a:pt x="223333" y="487537"/>
                </a:lnTo>
                <a:lnTo>
                  <a:pt x="207188" y="484851"/>
                </a:lnTo>
                <a:lnTo>
                  <a:pt x="193735" y="488880"/>
                </a:lnTo>
                <a:lnTo>
                  <a:pt x="177590" y="503654"/>
                </a:lnTo>
                <a:lnTo>
                  <a:pt x="177590" y="496938"/>
                </a:lnTo>
                <a:lnTo>
                  <a:pt x="176244" y="490223"/>
                </a:lnTo>
                <a:lnTo>
                  <a:pt x="178935" y="483508"/>
                </a:lnTo>
                <a:lnTo>
                  <a:pt x="180281" y="476792"/>
                </a:lnTo>
                <a:lnTo>
                  <a:pt x="180281" y="474106"/>
                </a:lnTo>
                <a:lnTo>
                  <a:pt x="180281" y="471420"/>
                </a:lnTo>
                <a:lnTo>
                  <a:pt x="178935" y="470077"/>
                </a:lnTo>
                <a:lnTo>
                  <a:pt x="173554" y="471420"/>
                </a:lnTo>
                <a:lnTo>
                  <a:pt x="169518" y="468734"/>
                </a:lnTo>
                <a:lnTo>
                  <a:pt x="164136" y="467391"/>
                </a:lnTo>
                <a:lnTo>
                  <a:pt x="160100" y="470077"/>
                </a:lnTo>
                <a:lnTo>
                  <a:pt x="158755" y="468734"/>
                </a:lnTo>
                <a:lnTo>
                  <a:pt x="156064" y="464705"/>
                </a:lnTo>
                <a:lnTo>
                  <a:pt x="153373" y="462019"/>
                </a:lnTo>
                <a:lnTo>
                  <a:pt x="152028" y="457989"/>
                </a:lnTo>
                <a:lnTo>
                  <a:pt x="149337" y="456646"/>
                </a:lnTo>
                <a:lnTo>
                  <a:pt x="147991" y="457989"/>
                </a:lnTo>
                <a:lnTo>
                  <a:pt x="142610" y="459332"/>
                </a:lnTo>
                <a:lnTo>
                  <a:pt x="139920" y="459332"/>
                </a:lnTo>
                <a:lnTo>
                  <a:pt x="141265" y="452617"/>
                </a:lnTo>
                <a:lnTo>
                  <a:pt x="139920" y="447245"/>
                </a:lnTo>
                <a:lnTo>
                  <a:pt x="133193" y="439186"/>
                </a:lnTo>
                <a:lnTo>
                  <a:pt x="131847" y="436500"/>
                </a:lnTo>
                <a:lnTo>
                  <a:pt x="130502" y="435157"/>
                </a:lnTo>
                <a:lnTo>
                  <a:pt x="127811" y="429785"/>
                </a:lnTo>
                <a:lnTo>
                  <a:pt x="125120" y="428442"/>
                </a:lnTo>
                <a:lnTo>
                  <a:pt x="123775" y="424412"/>
                </a:lnTo>
                <a:lnTo>
                  <a:pt x="118393" y="421726"/>
                </a:lnTo>
                <a:lnTo>
                  <a:pt x="114357" y="421726"/>
                </a:lnTo>
                <a:lnTo>
                  <a:pt x="111667" y="417697"/>
                </a:lnTo>
                <a:lnTo>
                  <a:pt x="111667" y="416354"/>
                </a:lnTo>
                <a:lnTo>
                  <a:pt x="114357" y="412325"/>
                </a:lnTo>
                <a:lnTo>
                  <a:pt x="117048" y="413668"/>
                </a:lnTo>
                <a:lnTo>
                  <a:pt x="123775" y="413668"/>
                </a:lnTo>
                <a:lnTo>
                  <a:pt x="126466" y="415011"/>
                </a:lnTo>
                <a:lnTo>
                  <a:pt x="129156" y="413668"/>
                </a:lnTo>
                <a:lnTo>
                  <a:pt x="131847" y="415011"/>
                </a:lnTo>
                <a:lnTo>
                  <a:pt x="134538" y="413668"/>
                </a:lnTo>
                <a:lnTo>
                  <a:pt x="137229" y="412325"/>
                </a:lnTo>
                <a:lnTo>
                  <a:pt x="141265" y="413668"/>
                </a:lnTo>
                <a:lnTo>
                  <a:pt x="142610" y="412325"/>
                </a:lnTo>
                <a:lnTo>
                  <a:pt x="141265" y="409638"/>
                </a:lnTo>
                <a:lnTo>
                  <a:pt x="135883" y="409638"/>
                </a:lnTo>
                <a:lnTo>
                  <a:pt x="134538" y="409638"/>
                </a:lnTo>
                <a:lnTo>
                  <a:pt x="134538" y="405609"/>
                </a:lnTo>
                <a:lnTo>
                  <a:pt x="129156" y="398894"/>
                </a:lnTo>
                <a:lnTo>
                  <a:pt x="129156" y="397551"/>
                </a:lnTo>
                <a:lnTo>
                  <a:pt x="131847" y="394865"/>
                </a:lnTo>
                <a:lnTo>
                  <a:pt x="131847" y="390835"/>
                </a:lnTo>
                <a:lnTo>
                  <a:pt x="130502" y="389492"/>
                </a:lnTo>
                <a:lnTo>
                  <a:pt x="133193" y="385463"/>
                </a:lnTo>
                <a:lnTo>
                  <a:pt x="139920" y="384120"/>
                </a:lnTo>
                <a:lnTo>
                  <a:pt x="143955" y="382777"/>
                </a:lnTo>
                <a:lnTo>
                  <a:pt x="147991" y="384120"/>
                </a:lnTo>
                <a:lnTo>
                  <a:pt x="153373" y="382777"/>
                </a:lnTo>
                <a:lnTo>
                  <a:pt x="157409" y="382777"/>
                </a:lnTo>
                <a:lnTo>
                  <a:pt x="160100" y="384120"/>
                </a:lnTo>
                <a:lnTo>
                  <a:pt x="161445" y="382777"/>
                </a:lnTo>
                <a:lnTo>
                  <a:pt x="165482" y="382777"/>
                </a:lnTo>
                <a:lnTo>
                  <a:pt x="169518" y="386806"/>
                </a:lnTo>
                <a:lnTo>
                  <a:pt x="173554" y="386806"/>
                </a:lnTo>
                <a:lnTo>
                  <a:pt x="178935" y="385463"/>
                </a:lnTo>
                <a:lnTo>
                  <a:pt x="180281" y="382777"/>
                </a:lnTo>
                <a:lnTo>
                  <a:pt x="176244" y="381434"/>
                </a:lnTo>
                <a:lnTo>
                  <a:pt x="170863" y="380091"/>
                </a:lnTo>
                <a:lnTo>
                  <a:pt x="168172" y="373375"/>
                </a:lnTo>
                <a:lnTo>
                  <a:pt x="168172" y="368003"/>
                </a:lnTo>
                <a:lnTo>
                  <a:pt x="172208" y="365317"/>
                </a:lnTo>
                <a:lnTo>
                  <a:pt x="173554" y="363974"/>
                </a:lnTo>
                <a:lnTo>
                  <a:pt x="172208" y="361288"/>
                </a:lnTo>
                <a:lnTo>
                  <a:pt x="170863" y="359945"/>
                </a:lnTo>
                <a:lnTo>
                  <a:pt x="169518" y="357259"/>
                </a:lnTo>
                <a:lnTo>
                  <a:pt x="172208" y="351886"/>
                </a:lnTo>
                <a:lnTo>
                  <a:pt x="173554" y="347857"/>
                </a:lnTo>
                <a:lnTo>
                  <a:pt x="169518" y="343828"/>
                </a:lnTo>
                <a:lnTo>
                  <a:pt x="168172" y="341142"/>
                </a:lnTo>
                <a:lnTo>
                  <a:pt x="170863" y="338456"/>
                </a:lnTo>
                <a:lnTo>
                  <a:pt x="169518" y="335769"/>
                </a:lnTo>
                <a:lnTo>
                  <a:pt x="166827" y="335769"/>
                </a:lnTo>
                <a:lnTo>
                  <a:pt x="164136" y="331740"/>
                </a:lnTo>
                <a:lnTo>
                  <a:pt x="164136" y="329054"/>
                </a:lnTo>
                <a:lnTo>
                  <a:pt x="154718" y="329054"/>
                </a:lnTo>
                <a:lnTo>
                  <a:pt x="152028" y="329054"/>
                </a:lnTo>
                <a:lnTo>
                  <a:pt x="147991" y="329054"/>
                </a:lnTo>
                <a:lnTo>
                  <a:pt x="147991" y="331740"/>
                </a:lnTo>
                <a:lnTo>
                  <a:pt x="145301" y="333083"/>
                </a:lnTo>
                <a:lnTo>
                  <a:pt x="143955" y="335769"/>
                </a:lnTo>
                <a:lnTo>
                  <a:pt x="142610" y="337112"/>
                </a:lnTo>
                <a:lnTo>
                  <a:pt x="138574" y="335769"/>
                </a:lnTo>
                <a:lnTo>
                  <a:pt x="138574" y="333083"/>
                </a:lnTo>
                <a:lnTo>
                  <a:pt x="134538" y="333083"/>
                </a:lnTo>
                <a:lnTo>
                  <a:pt x="133193" y="335769"/>
                </a:lnTo>
                <a:lnTo>
                  <a:pt x="130502" y="331740"/>
                </a:lnTo>
                <a:lnTo>
                  <a:pt x="130502" y="327711"/>
                </a:lnTo>
                <a:lnTo>
                  <a:pt x="130502" y="326368"/>
                </a:lnTo>
                <a:lnTo>
                  <a:pt x="127811" y="329054"/>
                </a:lnTo>
                <a:lnTo>
                  <a:pt x="125120" y="329054"/>
                </a:lnTo>
                <a:lnTo>
                  <a:pt x="122429" y="326368"/>
                </a:lnTo>
                <a:lnTo>
                  <a:pt x="115702" y="326368"/>
                </a:lnTo>
                <a:lnTo>
                  <a:pt x="111667" y="330397"/>
                </a:lnTo>
                <a:lnTo>
                  <a:pt x="110321" y="334426"/>
                </a:lnTo>
                <a:lnTo>
                  <a:pt x="108976" y="335769"/>
                </a:lnTo>
                <a:lnTo>
                  <a:pt x="107630" y="333083"/>
                </a:lnTo>
                <a:lnTo>
                  <a:pt x="104940" y="333083"/>
                </a:lnTo>
                <a:lnTo>
                  <a:pt x="102249" y="338456"/>
                </a:lnTo>
                <a:lnTo>
                  <a:pt x="99558" y="337112"/>
                </a:lnTo>
                <a:lnTo>
                  <a:pt x="96867" y="341142"/>
                </a:lnTo>
                <a:lnTo>
                  <a:pt x="92831" y="343828"/>
                </a:lnTo>
                <a:lnTo>
                  <a:pt x="90140" y="343828"/>
                </a:lnTo>
                <a:lnTo>
                  <a:pt x="88795" y="346514"/>
                </a:lnTo>
                <a:lnTo>
                  <a:pt x="87449" y="349200"/>
                </a:lnTo>
                <a:lnTo>
                  <a:pt x="86104" y="346514"/>
                </a:lnTo>
                <a:lnTo>
                  <a:pt x="83414" y="346514"/>
                </a:lnTo>
                <a:lnTo>
                  <a:pt x="82068" y="349200"/>
                </a:lnTo>
                <a:lnTo>
                  <a:pt x="78032" y="349200"/>
                </a:lnTo>
                <a:lnTo>
                  <a:pt x="76687" y="34651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5" name="Freeform 244">
            <a:extLst>
              <a:ext uri="{FF2B5EF4-FFF2-40B4-BE49-F238E27FC236}">
                <a16:creationId xmlns:a16="http://schemas.microsoft.com/office/drawing/2014/main" id="{310764F7-F8E4-DF5D-FFAF-C4499532DFBE}"/>
              </a:ext>
            </a:extLst>
          </p:cNvPr>
          <p:cNvSpPr/>
          <p:nvPr/>
        </p:nvSpPr>
        <p:spPr>
          <a:xfrm>
            <a:off x="8704589" y="3335664"/>
            <a:ext cx="419757" cy="259213"/>
          </a:xfrm>
          <a:custGeom>
            <a:avLst/>
            <a:gdLst>
              <a:gd name="connsiteX0" fmla="*/ 329617 w 419757"/>
              <a:gd name="connsiteY0" fmla="*/ 256528 h 259213"/>
              <a:gd name="connsiteX1" fmla="*/ 324236 w 419757"/>
              <a:gd name="connsiteY1" fmla="*/ 255185 h 259213"/>
              <a:gd name="connsiteX2" fmla="*/ 320199 w 419757"/>
              <a:gd name="connsiteY2" fmla="*/ 259214 h 259213"/>
              <a:gd name="connsiteX3" fmla="*/ 317509 w 419757"/>
              <a:gd name="connsiteY3" fmla="*/ 259214 h 259213"/>
              <a:gd name="connsiteX4" fmla="*/ 313473 w 419757"/>
              <a:gd name="connsiteY4" fmla="*/ 255185 h 259213"/>
              <a:gd name="connsiteX5" fmla="*/ 308091 w 419757"/>
              <a:gd name="connsiteY5" fmla="*/ 252498 h 259213"/>
              <a:gd name="connsiteX6" fmla="*/ 301364 w 419757"/>
              <a:gd name="connsiteY6" fmla="*/ 253841 h 259213"/>
              <a:gd name="connsiteX7" fmla="*/ 300019 w 419757"/>
              <a:gd name="connsiteY7" fmla="*/ 243097 h 259213"/>
              <a:gd name="connsiteX8" fmla="*/ 300019 w 419757"/>
              <a:gd name="connsiteY8" fmla="*/ 236381 h 259213"/>
              <a:gd name="connsiteX9" fmla="*/ 290601 w 419757"/>
              <a:gd name="connsiteY9" fmla="*/ 229666 h 259213"/>
              <a:gd name="connsiteX10" fmla="*/ 286565 w 419757"/>
              <a:gd name="connsiteY10" fmla="*/ 229666 h 259213"/>
              <a:gd name="connsiteX11" fmla="*/ 282529 w 419757"/>
              <a:gd name="connsiteY11" fmla="*/ 226980 h 259213"/>
              <a:gd name="connsiteX12" fmla="*/ 269075 w 419757"/>
              <a:gd name="connsiteY12" fmla="*/ 224294 h 259213"/>
              <a:gd name="connsiteX13" fmla="*/ 251586 w 419757"/>
              <a:gd name="connsiteY13" fmla="*/ 212206 h 259213"/>
              <a:gd name="connsiteX14" fmla="*/ 231405 w 419757"/>
              <a:gd name="connsiteY14" fmla="*/ 204148 h 259213"/>
              <a:gd name="connsiteX15" fmla="*/ 215260 w 419757"/>
              <a:gd name="connsiteY15" fmla="*/ 190717 h 259213"/>
              <a:gd name="connsiteX16" fmla="*/ 197771 w 419757"/>
              <a:gd name="connsiteY16" fmla="*/ 179972 h 259213"/>
              <a:gd name="connsiteX17" fmla="*/ 188353 w 419757"/>
              <a:gd name="connsiteY17" fmla="*/ 175943 h 259213"/>
              <a:gd name="connsiteX18" fmla="*/ 182971 w 419757"/>
              <a:gd name="connsiteY18" fmla="*/ 165198 h 259213"/>
              <a:gd name="connsiteX19" fmla="*/ 180280 w 419757"/>
              <a:gd name="connsiteY19" fmla="*/ 158483 h 259213"/>
              <a:gd name="connsiteX20" fmla="*/ 174899 w 419757"/>
              <a:gd name="connsiteY20" fmla="*/ 154454 h 259213"/>
              <a:gd name="connsiteX21" fmla="*/ 170863 w 419757"/>
              <a:gd name="connsiteY21" fmla="*/ 139680 h 259213"/>
              <a:gd name="connsiteX22" fmla="*/ 160100 w 419757"/>
              <a:gd name="connsiteY22" fmla="*/ 131621 h 259213"/>
              <a:gd name="connsiteX23" fmla="*/ 154718 w 419757"/>
              <a:gd name="connsiteY23" fmla="*/ 130278 h 259213"/>
              <a:gd name="connsiteX24" fmla="*/ 150682 w 419757"/>
              <a:gd name="connsiteY24" fmla="*/ 132965 h 259213"/>
              <a:gd name="connsiteX25" fmla="*/ 134538 w 419757"/>
              <a:gd name="connsiteY25" fmla="*/ 124906 h 259213"/>
              <a:gd name="connsiteX26" fmla="*/ 115702 w 419757"/>
              <a:gd name="connsiteY26" fmla="*/ 115504 h 259213"/>
              <a:gd name="connsiteX27" fmla="*/ 114357 w 419757"/>
              <a:gd name="connsiteY27" fmla="*/ 108789 h 259213"/>
              <a:gd name="connsiteX28" fmla="*/ 98212 w 419757"/>
              <a:gd name="connsiteY28" fmla="*/ 100731 h 259213"/>
              <a:gd name="connsiteX29" fmla="*/ 80723 w 419757"/>
              <a:gd name="connsiteY29" fmla="*/ 91329 h 259213"/>
              <a:gd name="connsiteX30" fmla="*/ 68614 w 419757"/>
              <a:gd name="connsiteY30" fmla="*/ 89986 h 259213"/>
              <a:gd name="connsiteX31" fmla="*/ 73996 w 419757"/>
              <a:gd name="connsiteY31" fmla="*/ 96702 h 259213"/>
              <a:gd name="connsiteX32" fmla="*/ 71305 w 419757"/>
              <a:gd name="connsiteY32" fmla="*/ 98044 h 259213"/>
              <a:gd name="connsiteX33" fmla="*/ 64578 w 419757"/>
              <a:gd name="connsiteY33" fmla="*/ 95358 h 259213"/>
              <a:gd name="connsiteX34" fmla="*/ 57851 w 419757"/>
              <a:gd name="connsiteY34" fmla="*/ 98044 h 259213"/>
              <a:gd name="connsiteX35" fmla="*/ 53815 w 419757"/>
              <a:gd name="connsiteY35" fmla="*/ 104760 h 259213"/>
              <a:gd name="connsiteX36" fmla="*/ 45743 w 419757"/>
              <a:gd name="connsiteY36" fmla="*/ 106103 h 259213"/>
              <a:gd name="connsiteX37" fmla="*/ 40361 w 419757"/>
              <a:gd name="connsiteY37" fmla="*/ 116848 h 259213"/>
              <a:gd name="connsiteX38" fmla="*/ 43052 w 419757"/>
              <a:gd name="connsiteY38" fmla="*/ 126249 h 259213"/>
              <a:gd name="connsiteX39" fmla="*/ 47088 w 419757"/>
              <a:gd name="connsiteY39" fmla="*/ 130278 h 259213"/>
              <a:gd name="connsiteX40" fmla="*/ 44397 w 419757"/>
              <a:gd name="connsiteY40" fmla="*/ 136994 h 259213"/>
              <a:gd name="connsiteX41" fmla="*/ 33634 w 419757"/>
              <a:gd name="connsiteY41" fmla="*/ 134308 h 259213"/>
              <a:gd name="connsiteX42" fmla="*/ 21526 w 419757"/>
              <a:gd name="connsiteY42" fmla="*/ 135651 h 259213"/>
              <a:gd name="connsiteX43" fmla="*/ 0 w 419757"/>
              <a:gd name="connsiteY43" fmla="*/ 12088 h 259213"/>
              <a:gd name="connsiteX44" fmla="*/ 68614 w 419757"/>
              <a:gd name="connsiteY44" fmla="*/ 0 h 259213"/>
              <a:gd name="connsiteX45" fmla="*/ 110321 w 419757"/>
              <a:gd name="connsiteY45" fmla="*/ 28204 h 259213"/>
              <a:gd name="connsiteX46" fmla="*/ 126465 w 419757"/>
              <a:gd name="connsiteY46" fmla="*/ 34920 h 259213"/>
              <a:gd name="connsiteX47" fmla="*/ 147991 w 419757"/>
              <a:gd name="connsiteY47" fmla="*/ 47008 h 259213"/>
              <a:gd name="connsiteX48" fmla="*/ 187007 w 419757"/>
              <a:gd name="connsiteY48" fmla="*/ 42978 h 259213"/>
              <a:gd name="connsiteX49" fmla="*/ 230059 w 419757"/>
              <a:gd name="connsiteY49" fmla="*/ 42978 h 259213"/>
              <a:gd name="connsiteX50" fmla="*/ 243513 w 419757"/>
              <a:gd name="connsiteY50" fmla="*/ 53723 h 259213"/>
              <a:gd name="connsiteX51" fmla="*/ 248895 w 419757"/>
              <a:gd name="connsiteY51" fmla="*/ 68497 h 259213"/>
              <a:gd name="connsiteX52" fmla="*/ 258312 w 419757"/>
              <a:gd name="connsiteY52" fmla="*/ 65811 h 259213"/>
              <a:gd name="connsiteX53" fmla="*/ 259658 w 419757"/>
              <a:gd name="connsiteY53" fmla="*/ 103417 h 259213"/>
              <a:gd name="connsiteX54" fmla="*/ 277148 w 419757"/>
              <a:gd name="connsiteY54" fmla="*/ 104760 h 259213"/>
              <a:gd name="connsiteX55" fmla="*/ 289256 w 419757"/>
              <a:gd name="connsiteY55" fmla="*/ 135651 h 259213"/>
              <a:gd name="connsiteX56" fmla="*/ 294637 w 419757"/>
              <a:gd name="connsiteY56" fmla="*/ 135651 h 259213"/>
              <a:gd name="connsiteX57" fmla="*/ 305401 w 419757"/>
              <a:gd name="connsiteY57" fmla="*/ 128935 h 259213"/>
              <a:gd name="connsiteX58" fmla="*/ 313473 w 419757"/>
              <a:gd name="connsiteY58" fmla="*/ 127592 h 259213"/>
              <a:gd name="connsiteX59" fmla="*/ 321545 w 419757"/>
              <a:gd name="connsiteY59" fmla="*/ 128935 h 259213"/>
              <a:gd name="connsiteX60" fmla="*/ 333653 w 419757"/>
              <a:gd name="connsiteY60" fmla="*/ 134308 h 259213"/>
              <a:gd name="connsiteX61" fmla="*/ 336344 w 419757"/>
              <a:gd name="connsiteY61" fmla="*/ 136994 h 259213"/>
              <a:gd name="connsiteX62" fmla="*/ 347107 w 419757"/>
              <a:gd name="connsiteY62" fmla="*/ 127592 h 259213"/>
              <a:gd name="connsiteX63" fmla="*/ 352489 w 419757"/>
              <a:gd name="connsiteY63" fmla="*/ 116848 h 259213"/>
              <a:gd name="connsiteX64" fmla="*/ 355179 w 419757"/>
              <a:gd name="connsiteY64" fmla="*/ 114162 h 259213"/>
              <a:gd name="connsiteX65" fmla="*/ 359216 w 419757"/>
              <a:gd name="connsiteY65" fmla="*/ 107446 h 259213"/>
              <a:gd name="connsiteX66" fmla="*/ 368633 w 419757"/>
              <a:gd name="connsiteY66" fmla="*/ 94015 h 259213"/>
              <a:gd name="connsiteX67" fmla="*/ 372670 w 419757"/>
              <a:gd name="connsiteY67" fmla="*/ 92672 h 259213"/>
              <a:gd name="connsiteX68" fmla="*/ 378051 w 419757"/>
              <a:gd name="connsiteY68" fmla="*/ 85957 h 259213"/>
              <a:gd name="connsiteX69" fmla="*/ 383432 w 419757"/>
              <a:gd name="connsiteY69" fmla="*/ 85957 h 259213"/>
              <a:gd name="connsiteX70" fmla="*/ 383432 w 419757"/>
              <a:gd name="connsiteY70" fmla="*/ 91329 h 259213"/>
              <a:gd name="connsiteX71" fmla="*/ 375360 w 419757"/>
              <a:gd name="connsiteY71" fmla="*/ 104760 h 259213"/>
              <a:gd name="connsiteX72" fmla="*/ 371324 w 419757"/>
              <a:gd name="connsiteY72" fmla="*/ 111475 h 259213"/>
              <a:gd name="connsiteX73" fmla="*/ 376705 w 419757"/>
              <a:gd name="connsiteY73" fmla="*/ 114162 h 259213"/>
              <a:gd name="connsiteX74" fmla="*/ 387468 w 419757"/>
              <a:gd name="connsiteY74" fmla="*/ 118191 h 259213"/>
              <a:gd name="connsiteX75" fmla="*/ 392850 w 419757"/>
              <a:gd name="connsiteY75" fmla="*/ 122220 h 259213"/>
              <a:gd name="connsiteX76" fmla="*/ 396886 w 419757"/>
              <a:gd name="connsiteY76" fmla="*/ 123563 h 259213"/>
              <a:gd name="connsiteX77" fmla="*/ 400922 w 419757"/>
              <a:gd name="connsiteY77" fmla="*/ 118191 h 259213"/>
              <a:gd name="connsiteX78" fmla="*/ 402268 w 419757"/>
              <a:gd name="connsiteY78" fmla="*/ 111475 h 259213"/>
              <a:gd name="connsiteX79" fmla="*/ 404958 w 419757"/>
              <a:gd name="connsiteY79" fmla="*/ 112818 h 259213"/>
              <a:gd name="connsiteX80" fmla="*/ 418412 w 419757"/>
              <a:gd name="connsiteY80" fmla="*/ 122220 h 259213"/>
              <a:gd name="connsiteX81" fmla="*/ 419758 w 419757"/>
              <a:gd name="connsiteY81" fmla="*/ 127592 h 259213"/>
              <a:gd name="connsiteX82" fmla="*/ 411685 w 419757"/>
              <a:gd name="connsiteY82" fmla="*/ 135651 h 259213"/>
              <a:gd name="connsiteX83" fmla="*/ 403613 w 419757"/>
              <a:gd name="connsiteY83" fmla="*/ 135651 h 259213"/>
              <a:gd name="connsiteX84" fmla="*/ 390159 w 419757"/>
              <a:gd name="connsiteY84" fmla="*/ 136994 h 259213"/>
              <a:gd name="connsiteX85" fmla="*/ 388814 w 419757"/>
              <a:gd name="connsiteY85" fmla="*/ 132965 h 259213"/>
              <a:gd name="connsiteX86" fmla="*/ 383432 w 419757"/>
              <a:gd name="connsiteY86" fmla="*/ 127592 h 259213"/>
              <a:gd name="connsiteX87" fmla="*/ 375360 w 419757"/>
              <a:gd name="connsiteY87" fmla="*/ 135651 h 259213"/>
              <a:gd name="connsiteX88" fmla="*/ 369979 w 419757"/>
              <a:gd name="connsiteY88" fmla="*/ 135651 h 259213"/>
              <a:gd name="connsiteX89" fmla="*/ 363252 w 419757"/>
              <a:gd name="connsiteY89" fmla="*/ 141023 h 259213"/>
              <a:gd name="connsiteX90" fmla="*/ 356525 w 419757"/>
              <a:gd name="connsiteY90" fmla="*/ 143709 h 259213"/>
              <a:gd name="connsiteX91" fmla="*/ 355179 w 419757"/>
              <a:gd name="connsiteY91" fmla="*/ 149081 h 259213"/>
              <a:gd name="connsiteX92" fmla="*/ 363252 w 419757"/>
              <a:gd name="connsiteY92" fmla="*/ 153111 h 259213"/>
              <a:gd name="connsiteX93" fmla="*/ 363252 w 419757"/>
              <a:gd name="connsiteY93" fmla="*/ 158483 h 259213"/>
              <a:gd name="connsiteX94" fmla="*/ 355179 w 419757"/>
              <a:gd name="connsiteY94" fmla="*/ 162512 h 259213"/>
              <a:gd name="connsiteX95" fmla="*/ 343071 w 419757"/>
              <a:gd name="connsiteY95" fmla="*/ 165198 h 259213"/>
              <a:gd name="connsiteX96" fmla="*/ 345762 w 419757"/>
              <a:gd name="connsiteY96" fmla="*/ 166541 h 259213"/>
              <a:gd name="connsiteX97" fmla="*/ 347107 w 419757"/>
              <a:gd name="connsiteY97" fmla="*/ 170571 h 259213"/>
              <a:gd name="connsiteX98" fmla="*/ 337690 w 419757"/>
              <a:gd name="connsiteY98" fmla="*/ 174600 h 259213"/>
              <a:gd name="connsiteX99" fmla="*/ 336344 w 419757"/>
              <a:gd name="connsiteY99" fmla="*/ 179972 h 259213"/>
              <a:gd name="connsiteX100" fmla="*/ 332308 w 419757"/>
              <a:gd name="connsiteY100" fmla="*/ 181315 h 259213"/>
              <a:gd name="connsiteX101" fmla="*/ 320199 w 419757"/>
              <a:gd name="connsiteY101" fmla="*/ 179972 h 259213"/>
              <a:gd name="connsiteX102" fmla="*/ 314818 w 419757"/>
              <a:gd name="connsiteY102" fmla="*/ 184002 h 259213"/>
              <a:gd name="connsiteX103" fmla="*/ 314818 w 419757"/>
              <a:gd name="connsiteY103" fmla="*/ 192060 h 259213"/>
              <a:gd name="connsiteX104" fmla="*/ 321545 w 419757"/>
              <a:gd name="connsiteY104" fmla="*/ 201462 h 259213"/>
              <a:gd name="connsiteX105" fmla="*/ 326926 w 419757"/>
              <a:gd name="connsiteY105" fmla="*/ 200118 h 259213"/>
              <a:gd name="connsiteX106" fmla="*/ 333653 w 419757"/>
              <a:gd name="connsiteY106" fmla="*/ 198775 h 259213"/>
              <a:gd name="connsiteX107" fmla="*/ 334999 w 419757"/>
              <a:gd name="connsiteY107" fmla="*/ 205491 h 259213"/>
              <a:gd name="connsiteX108" fmla="*/ 332308 w 419757"/>
              <a:gd name="connsiteY108" fmla="*/ 210863 h 259213"/>
              <a:gd name="connsiteX109" fmla="*/ 334999 w 419757"/>
              <a:gd name="connsiteY109" fmla="*/ 217578 h 259213"/>
              <a:gd name="connsiteX110" fmla="*/ 340380 w 419757"/>
              <a:gd name="connsiteY110" fmla="*/ 220265 h 259213"/>
              <a:gd name="connsiteX111" fmla="*/ 341726 w 419757"/>
              <a:gd name="connsiteY111" fmla="*/ 226980 h 259213"/>
              <a:gd name="connsiteX112" fmla="*/ 339035 w 419757"/>
              <a:gd name="connsiteY112" fmla="*/ 229666 h 259213"/>
              <a:gd name="connsiteX113" fmla="*/ 333653 w 419757"/>
              <a:gd name="connsiteY113" fmla="*/ 243097 h 259213"/>
              <a:gd name="connsiteX114" fmla="*/ 330963 w 419757"/>
              <a:gd name="connsiteY114" fmla="*/ 259214 h 259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419757" h="259213">
                <a:moveTo>
                  <a:pt x="329617" y="256528"/>
                </a:moveTo>
                <a:lnTo>
                  <a:pt x="324236" y="255185"/>
                </a:lnTo>
                <a:lnTo>
                  <a:pt x="320199" y="259214"/>
                </a:lnTo>
                <a:lnTo>
                  <a:pt x="317509" y="259214"/>
                </a:lnTo>
                <a:lnTo>
                  <a:pt x="313473" y="255185"/>
                </a:lnTo>
                <a:lnTo>
                  <a:pt x="308091" y="252498"/>
                </a:lnTo>
                <a:lnTo>
                  <a:pt x="301364" y="253841"/>
                </a:lnTo>
                <a:lnTo>
                  <a:pt x="300019" y="243097"/>
                </a:lnTo>
                <a:lnTo>
                  <a:pt x="300019" y="236381"/>
                </a:lnTo>
                <a:lnTo>
                  <a:pt x="290601" y="229666"/>
                </a:lnTo>
                <a:lnTo>
                  <a:pt x="286565" y="229666"/>
                </a:lnTo>
                <a:lnTo>
                  <a:pt x="282529" y="226980"/>
                </a:lnTo>
                <a:lnTo>
                  <a:pt x="269075" y="224294"/>
                </a:lnTo>
                <a:lnTo>
                  <a:pt x="251586" y="212206"/>
                </a:lnTo>
                <a:lnTo>
                  <a:pt x="231405" y="204148"/>
                </a:lnTo>
                <a:lnTo>
                  <a:pt x="215260" y="190717"/>
                </a:lnTo>
                <a:lnTo>
                  <a:pt x="197771" y="179972"/>
                </a:lnTo>
                <a:lnTo>
                  <a:pt x="188353" y="175943"/>
                </a:lnTo>
                <a:lnTo>
                  <a:pt x="182971" y="165198"/>
                </a:lnTo>
                <a:lnTo>
                  <a:pt x="180280" y="158483"/>
                </a:lnTo>
                <a:lnTo>
                  <a:pt x="174899" y="154454"/>
                </a:lnTo>
                <a:lnTo>
                  <a:pt x="170863" y="139680"/>
                </a:lnTo>
                <a:lnTo>
                  <a:pt x="160100" y="131621"/>
                </a:lnTo>
                <a:lnTo>
                  <a:pt x="154718" y="130278"/>
                </a:lnTo>
                <a:lnTo>
                  <a:pt x="150682" y="132965"/>
                </a:lnTo>
                <a:lnTo>
                  <a:pt x="134538" y="124906"/>
                </a:lnTo>
                <a:lnTo>
                  <a:pt x="115702" y="115504"/>
                </a:lnTo>
                <a:lnTo>
                  <a:pt x="114357" y="108789"/>
                </a:lnTo>
                <a:lnTo>
                  <a:pt x="98212" y="100731"/>
                </a:lnTo>
                <a:lnTo>
                  <a:pt x="80723" y="91329"/>
                </a:lnTo>
                <a:lnTo>
                  <a:pt x="68614" y="89986"/>
                </a:lnTo>
                <a:lnTo>
                  <a:pt x="73996" y="96702"/>
                </a:lnTo>
                <a:lnTo>
                  <a:pt x="71305" y="98044"/>
                </a:lnTo>
                <a:lnTo>
                  <a:pt x="64578" y="95358"/>
                </a:lnTo>
                <a:lnTo>
                  <a:pt x="57851" y="98044"/>
                </a:lnTo>
                <a:lnTo>
                  <a:pt x="53815" y="104760"/>
                </a:lnTo>
                <a:lnTo>
                  <a:pt x="45743" y="106103"/>
                </a:lnTo>
                <a:lnTo>
                  <a:pt x="40361" y="116848"/>
                </a:lnTo>
                <a:lnTo>
                  <a:pt x="43052" y="126249"/>
                </a:lnTo>
                <a:lnTo>
                  <a:pt x="47088" y="130278"/>
                </a:lnTo>
                <a:lnTo>
                  <a:pt x="44397" y="136994"/>
                </a:lnTo>
                <a:lnTo>
                  <a:pt x="33634" y="134308"/>
                </a:lnTo>
                <a:lnTo>
                  <a:pt x="21526" y="135651"/>
                </a:lnTo>
                <a:lnTo>
                  <a:pt x="0" y="12088"/>
                </a:lnTo>
                <a:lnTo>
                  <a:pt x="68614" y="0"/>
                </a:lnTo>
                <a:lnTo>
                  <a:pt x="110321" y="28204"/>
                </a:lnTo>
                <a:lnTo>
                  <a:pt x="126465" y="34920"/>
                </a:lnTo>
                <a:lnTo>
                  <a:pt x="147991" y="47008"/>
                </a:lnTo>
                <a:lnTo>
                  <a:pt x="187007" y="42978"/>
                </a:lnTo>
                <a:lnTo>
                  <a:pt x="230059" y="42978"/>
                </a:lnTo>
                <a:lnTo>
                  <a:pt x="243513" y="53723"/>
                </a:lnTo>
                <a:lnTo>
                  <a:pt x="248895" y="68497"/>
                </a:lnTo>
                <a:lnTo>
                  <a:pt x="258312" y="65811"/>
                </a:lnTo>
                <a:lnTo>
                  <a:pt x="259658" y="103417"/>
                </a:lnTo>
                <a:lnTo>
                  <a:pt x="277148" y="104760"/>
                </a:lnTo>
                <a:lnTo>
                  <a:pt x="289256" y="135651"/>
                </a:lnTo>
                <a:lnTo>
                  <a:pt x="294637" y="135651"/>
                </a:lnTo>
                <a:lnTo>
                  <a:pt x="305401" y="128935"/>
                </a:lnTo>
                <a:lnTo>
                  <a:pt x="313473" y="127592"/>
                </a:lnTo>
                <a:lnTo>
                  <a:pt x="321545" y="128935"/>
                </a:lnTo>
                <a:lnTo>
                  <a:pt x="333653" y="134308"/>
                </a:lnTo>
                <a:lnTo>
                  <a:pt x="336344" y="136994"/>
                </a:lnTo>
                <a:lnTo>
                  <a:pt x="347107" y="127592"/>
                </a:lnTo>
                <a:lnTo>
                  <a:pt x="352489" y="116848"/>
                </a:lnTo>
                <a:lnTo>
                  <a:pt x="355179" y="114162"/>
                </a:lnTo>
                <a:lnTo>
                  <a:pt x="359216" y="107446"/>
                </a:lnTo>
                <a:lnTo>
                  <a:pt x="368633" y="94015"/>
                </a:lnTo>
                <a:lnTo>
                  <a:pt x="372670" y="92672"/>
                </a:lnTo>
                <a:lnTo>
                  <a:pt x="378051" y="85957"/>
                </a:lnTo>
                <a:lnTo>
                  <a:pt x="383432" y="85957"/>
                </a:lnTo>
                <a:lnTo>
                  <a:pt x="383432" y="91329"/>
                </a:lnTo>
                <a:lnTo>
                  <a:pt x="375360" y="104760"/>
                </a:lnTo>
                <a:lnTo>
                  <a:pt x="371324" y="111475"/>
                </a:lnTo>
                <a:lnTo>
                  <a:pt x="376705" y="114162"/>
                </a:lnTo>
                <a:lnTo>
                  <a:pt x="387468" y="118191"/>
                </a:lnTo>
                <a:lnTo>
                  <a:pt x="392850" y="122220"/>
                </a:lnTo>
                <a:lnTo>
                  <a:pt x="396886" y="123563"/>
                </a:lnTo>
                <a:lnTo>
                  <a:pt x="400922" y="118191"/>
                </a:lnTo>
                <a:lnTo>
                  <a:pt x="402268" y="111475"/>
                </a:lnTo>
                <a:lnTo>
                  <a:pt x="404958" y="112818"/>
                </a:lnTo>
                <a:lnTo>
                  <a:pt x="418412" y="122220"/>
                </a:lnTo>
                <a:lnTo>
                  <a:pt x="419758" y="127592"/>
                </a:lnTo>
                <a:lnTo>
                  <a:pt x="411685" y="135651"/>
                </a:lnTo>
                <a:lnTo>
                  <a:pt x="403613" y="135651"/>
                </a:lnTo>
                <a:lnTo>
                  <a:pt x="390159" y="136994"/>
                </a:lnTo>
                <a:lnTo>
                  <a:pt x="388814" y="132965"/>
                </a:lnTo>
                <a:lnTo>
                  <a:pt x="383432" y="127592"/>
                </a:lnTo>
                <a:lnTo>
                  <a:pt x="375360" y="135651"/>
                </a:lnTo>
                <a:lnTo>
                  <a:pt x="369979" y="135651"/>
                </a:lnTo>
                <a:lnTo>
                  <a:pt x="363252" y="141023"/>
                </a:lnTo>
                <a:lnTo>
                  <a:pt x="356525" y="143709"/>
                </a:lnTo>
                <a:lnTo>
                  <a:pt x="355179" y="149081"/>
                </a:lnTo>
                <a:lnTo>
                  <a:pt x="363252" y="153111"/>
                </a:lnTo>
                <a:lnTo>
                  <a:pt x="363252" y="158483"/>
                </a:lnTo>
                <a:lnTo>
                  <a:pt x="355179" y="162512"/>
                </a:lnTo>
                <a:lnTo>
                  <a:pt x="343071" y="165198"/>
                </a:lnTo>
                <a:lnTo>
                  <a:pt x="345762" y="166541"/>
                </a:lnTo>
                <a:lnTo>
                  <a:pt x="347107" y="170571"/>
                </a:lnTo>
                <a:lnTo>
                  <a:pt x="337690" y="174600"/>
                </a:lnTo>
                <a:lnTo>
                  <a:pt x="336344" y="179972"/>
                </a:lnTo>
                <a:lnTo>
                  <a:pt x="332308" y="181315"/>
                </a:lnTo>
                <a:lnTo>
                  <a:pt x="320199" y="179972"/>
                </a:lnTo>
                <a:lnTo>
                  <a:pt x="314818" y="184002"/>
                </a:lnTo>
                <a:lnTo>
                  <a:pt x="314818" y="192060"/>
                </a:lnTo>
                <a:lnTo>
                  <a:pt x="321545" y="201462"/>
                </a:lnTo>
                <a:lnTo>
                  <a:pt x="326926" y="200118"/>
                </a:lnTo>
                <a:lnTo>
                  <a:pt x="333653" y="198775"/>
                </a:lnTo>
                <a:lnTo>
                  <a:pt x="334999" y="205491"/>
                </a:lnTo>
                <a:lnTo>
                  <a:pt x="332308" y="210863"/>
                </a:lnTo>
                <a:lnTo>
                  <a:pt x="334999" y="217578"/>
                </a:lnTo>
                <a:lnTo>
                  <a:pt x="340380" y="220265"/>
                </a:lnTo>
                <a:lnTo>
                  <a:pt x="341726" y="226980"/>
                </a:lnTo>
                <a:lnTo>
                  <a:pt x="339035" y="229666"/>
                </a:lnTo>
                <a:lnTo>
                  <a:pt x="333653" y="243097"/>
                </a:lnTo>
                <a:lnTo>
                  <a:pt x="330963" y="25921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6" name="Freeform 245">
            <a:extLst>
              <a:ext uri="{FF2B5EF4-FFF2-40B4-BE49-F238E27FC236}">
                <a16:creationId xmlns:a16="http://schemas.microsoft.com/office/drawing/2014/main" id="{7F9CE5F7-9D84-0F16-6DAD-59B182C50C90}"/>
              </a:ext>
            </a:extLst>
          </p:cNvPr>
          <p:cNvSpPr/>
          <p:nvPr/>
        </p:nvSpPr>
        <p:spPr>
          <a:xfrm>
            <a:off x="8630593" y="3425650"/>
            <a:ext cx="375359" cy="235038"/>
          </a:xfrm>
          <a:custGeom>
            <a:avLst/>
            <a:gdLst>
              <a:gd name="connsiteX0" fmla="*/ 374015 w 375359"/>
              <a:gd name="connsiteY0" fmla="*/ 165199 h 235038"/>
              <a:gd name="connsiteX1" fmla="*/ 371324 w 375359"/>
              <a:gd name="connsiteY1" fmla="*/ 162512 h 235038"/>
              <a:gd name="connsiteX2" fmla="*/ 365943 w 375359"/>
              <a:gd name="connsiteY2" fmla="*/ 163855 h 235038"/>
              <a:gd name="connsiteX3" fmla="*/ 360561 w 375359"/>
              <a:gd name="connsiteY3" fmla="*/ 161169 h 235038"/>
              <a:gd name="connsiteX4" fmla="*/ 355179 w 375359"/>
              <a:gd name="connsiteY4" fmla="*/ 162512 h 235038"/>
              <a:gd name="connsiteX5" fmla="*/ 347107 w 375359"/>
              <a:gd name="connsiteY5" fmla="*/ 167885 h 235038"/>
              <a:gd name="connsiteX6" fmla="*/ 344417 w 375359"/>
              <a:gd name="connsiteY6" fmla="*/ 167885 h 235038"/>
              <a:gd name="connsiteX7" fmla="*/ 337690 w 375359"/>
              <a:gd name="connsiteY7" fmla="*/ 170571 h 235038"/>
              <a:gd name="connsiteX8" fmla="*/ 334999 w 375359"/>
              <a:gd name="connsiteY8" fmla="*/ 171914 h 235038"/>
              <a:gd name="connsiteX9" fmla="*/ 332308 w 375359"/>
              <a:gd name="connsiteY9" fmla="*/ 173257 h 235038"/>
              <a:gd name="connsiteX10" fmla="*/ 332308 w 375359"/>
              <a:gd name="connsiteY10" fmla="*/ 175943 h 235038"/>
              <a:gd name="connsiteX11" fmla="*/ 334999 w 375359"/>
              <a:gd name="connsiteY11" fmla="*/ 178629 h 235038"/>
              <a:gd name="connsiteX12" fmla="*/ 334999 w 375359"/>
              <a:gd name="connsiteY12" fmla="*/ 184002 h 235038"/>
              <a:gd name="connsiteX13" fmla="*/ 329617 w 375359"/>
              <a:gd name="connsiteY13" fmla="*/ 190717 h 235038"/>
              <a:gd name="connsiteX14" fmla="*/ 328272 w 375359"/>
              <a:gd name="connsiteY14" fmla="*/ 196089 h 235038"/>
              <a:gd name="connsiteX15" fmla="*/ 326926 w 375359"/>
              <a:gd name="connsiteY15" fmla="*/ 204148 h 235038"/>
              <a:gd name="connsiteX16" fmla="*/ 322890 w 375359"/>
              <a:gd name="connsiteY16" fmla="*/ 204148 h 235038"/>
              <a:gd name="connsiteX17" fmla="*/ 318854 w 375359"/>
              <a:gd name="connsiteY17" fmla="*/ 208177 h 235038"/>
              <a:gd name="connsiteX18" fmla="*/ 317509 w 375359"/>
              <a:gd name="connsiteY18" fmla="*/ 210863 h 235038"/>
              <a:gd name="connsiteX19" fmla="*/ 308091 w 375359"/>
              <a:gd name="connsiteY19" fmla="*/ 212206 h 235038"/>
              <a:gd name="connsiteX20" fmla="*/ 300019 w 375359"/>
              <a:gd name="connsiteY20" fmla="*/ 216235 h 235038"/>
              <a:gd name="connsiteX21" fmla="*/ 301364 w 375359"/>
              <a:gd name="connsiteY21" fmla="*/ 220265 h 235038"/>
              <a:gd name="connsiteX22" fmla="*/ 297328 w 375359"/>
              <a:gd name="connsiteY22" fmla="*/ 222951 h 235038"/>
              <a:gd name="connsiteX23" fmla="*/ 297328 w 375359"/>
              <a:gd name="connsiteY23" fmla="*/ 226980 h 235038"/>
              <a:gd name="connsiteX24" fmla="*/ 293292 w 375359"/>
              <a:gd name="connsiteY24" fmla="*/ 231009 h 235038"/>
              <a:gd name="connsiteX25" fmla="*/ 285220 w 375359"/>
              <a:gd name="connsiteY25" fmla="*/ 232352 h 235038"/>
              <a:gd name="connsiteX26" fmla="*/ 282529 w 375359"/>
              <a:gd name="connsiteY26" fmla="*/ 235038 h 235038"/>
              <a:gd name="connsiteX27" fmla="*/ 281184 w 375359"/>
              <a:gd name="connsiteY27" fmla="*/ 232352 h 235038"/>
              <a:gd name="connsiteX28" fmla="*/ 279838 w 375359"/>
              <a:gd name="connsiteY28" fmla="*/ 229666 h 235038"/>
              <a:gd name="connsiteX29" fmla="*/ 273111 w 375359"/>
              <a:gd name="connsiteY29" fmla="*/ 224294 h 235038"/>
              <a:gd name="connsiteX30" fmla="*/ 269075 w 375359"/>
              <a:gd name="connsiteY30" fmla="*/ 224294 h 235038"/>
              <a:gd name="connsiteX31" fmla="*/ 266384 w 375359"/>
              <a:gd name="connsiteY31" fmla="*/ 228323 h 235038"/>
              <a:gd name="connsiteX32" fmla="*/ 261003 w 375359"/>
              <a:gd name="connsiteY32" fmla="*/ 228323 h 235038"/>
              <a:gd name="connsiteX33" fmla="*/ 256967 w 375359"/>
              <a:gd name="connsiteY33" fmla="*/ 224294 h 235038"/>
              <a:gd name="connsiteX34" fmla="*/ 251586 w 375359"/>
              <a:gd name="connsiteY34" fmla="*/ 222951 h 235038"/>
              <a:gd name="connsiteX35" fmla="*/ 248895 w 375359"/>
              <a:gd name="connsiteY35" fmla="*/ 224294 h 235038"/>
              <a:gd name="connsiteX36" fmla="*/ 247549 w 375359"/>
              <a:gd name="connsiteY36" fmla="*/ 220265 h 235038"/>
              <a:gd name="connsiteX37" fmla="*/ 247549 w 375359"/>
              <a:gd name="connsiteY37" fmla="*/ 216235 h 235038"/>
              <a:gd name="connsiteX38" fmla="*/ 244859 w 375359"/>
              <a:gd name="connsiteY38" fmla="*/ 209520 h 235038"/>
              <a:gd name="connsiteX39" fmla="*/ 246204 w 375359"/>
              <a:gd name="connsiteY39" fmla="*/ 205491 h 235038"/>
              <a:gd name="connsiteX40" fmla="*/ 242168 w 375359"/>
              <a:gd name="connsiteY40" fmla="*/ 198775 h 235038"/>
              <a:gd name="connsiteX41" fmla="*/ 235441 w 375359"/>
              <a:gd name="connsiteY41" fmla="*/ 196089 h 235038"/>
              <a:gd name="connsiteX42" fmla="*/ 224678 w 375359"/>
              <a:gd name="connsiteY42" fmla="*/ 194746 h 235038"/>
              <a:gd name="connsiteX43" fmla="*/ 213915 w 375359"/>
              <a:gd name="connsiteY43" fmla="*/ 179972 h 235038"/>
              <a:gd name="connsiteX44" fmla="*/ 204497 w 375359"/>
              <a:gd name="connsiteY44" fmla="*/ 178629 h 235038"/>
              <a:gd name="connsiteX45" fmla="*/ 199116 w 375359"/>
              <a:gd name="connsiteY45" fmla="*/ 178629 h 235038"/>
              <a:gd name="connsiteX46" fmla="*/ 196425 w 375359"/>
              <a:gd name="connsiteY46" fmla="*/ 177286 h 235038"/>
              <a:gd name="connsiteX47" fmla="*/ 195080 w 375359"/>
              <a:gd name="connsiteY47" fmla="*/ 169228 h 235038"/>
              <a:gd name="connsiteX48" fmla="*/ 189698 w 375359"/>
              <a:gd name="connsiteY48" fmla="*/ 169228 h 235038"/>
              <a:gd name="connsiteX49" fmla="*/ 178935 w 375359"/>
              <a:gd name="connsiteY49" fmla="*/ 165199 h 235038"/>
              <a:gd name="connsiteX50" fmla="*/ 174899 w 375359"/>
              <a:gd name="connsiteY50" fmla="*/ 167885 h 235038"/>
              <a:gd name="connsiteX51" fmla="*/ 170863 w 375359"/>
              <a:gd name="connsiteY51" fmla="*/ 167885 h 235038"/>
              <a:gd name="connsiteX52" fmla="*/ 156064 w 375359"/>
              <a:gd name="connsiteY52" fmla="*/ 158483 h 235038"/>
              <a:gd name="connsiteX53" fmla="*/ 147991 w 375359"/>
              <a:gd name="connsiteY53" fmla="*/ 155797 h 235038"/>
              <a:gd name="connsiteX54" fmla="*/ 138574 w 375359"/>
              <a:gd name="connsiteY54" fmla="*/ 147738 h 235038"/>
              <a:gd name="connsiteX55" fmla="*/ 133192 w 375359"/>
              <a:gd name="connsiteY55" fmla="*/ 149081 h 235038"/>
              <a:gd name="connsiteX56" fmla="*/ 127811 w 375359"/>
              <a:gd name="connsiteY56" fmla="*/ 146395 h 235038"/>
              <a:gd name="connsiteX57" fmla="*/ 122429 w 375359"/>
              <a:gd name="connsiteY57" fmla="*/ 147738 h 235038"/>
              <a:gd name="connsiteX58" fmla="*/ 119738 w 375359"/>
              <a:gd name="connsiteY58" fmla="*/ 154454 h 235038"/>
              <a:gd name="connsiteX59" fmla="*/ 110321 w 375359"/>
              <a:gd name="connsiteY59" fmla="*/ 151768 h 235038"/>
              <a:gd name="connsiteX60" fmla="*/ 99558 w 375359"/>
              <a:gd name="connsiteY60" fmla="*/ 154454 h 235038"/>
              <a:gd name="connsiteX61" fmla="*/ 88795 w 375359"/>
              <a:gd name="connsiteY61" fmla="*/ 162512 h 235038"/>
              <a:gd name="connsiteX62" fmla="*/ 84759 w 375359"/>
              <a:gd name="connsiteY62" fmla="*/ 163855 h 235038"/>
              <a:gd name="connsiteX63" fmla="*/ 80723 w 375359"/>
              <a:gd name="connsiteY63" fmla="*/ 167885 h 235038"/>
              <a:gd name="connsiteX64" fmla="*/ 79377 w 375359"/>
              <a:gd name="connsiteY64" fmla="*/ 174600 h 235038"/>
              <a:gd name="connsiteX65" fmla="*/ 65923 w 375359"/>
              <a:gd name="connsiteY65" fmla="*/ 175943 h 235038"/>
              <a:gd name="connsiteX66" fmla="*/ 60542 w 375359"/>
              <a:gd name="connsiteY66" fmla="*/ 178629 h 235038"/>
              <a:gd name="connsiteX67" fmla="*/ 55161 w 375359"/>
              <a:gd name="connsiteY67" fmla="*/ 165199 h 235038"/>
              <a:gd name="connsiteX68" fmla="*/ 53815 w 375359"/>
              <a:gd name="connsiteY68" fmla="*/ 155797 h 235038"/>
              <a:gd name="connsiteX69" fmla="*/ 53815 w 375359"/>
              <a:gd name="connsiteY69" fmla="*/ 143709 h 235038"/>
              <a:gd name="connsiteX70" fmla="*/ 53815 w 375359"/>
              <a:gd name="connsiteY70" fmla="*/ 139680 h 235038"/>
              <a:gd name="connsiteX71" fmla="*/ 53815 w 375359"/>
              <a:gd name="connsiteY71" fmla="*/ 131622 h 235038"/>
              <a:gd name="connsiteX72" fmla="*/ 51124 w 375359"/>
              <a:gd name="connsiteY72" fmla="*/ 126249 h 235038"/>
              <a:gd name="connsiteX73" fmla="*/ 44397 w 375359"/>
              <a:gd name="connsiteY73" fmla="*/ 122220 h 235038"/>
              <a:gd name="connsiteX74" fmla="*/ 41707 w 375359"/>
              <a:gd name="connsiteY74" fmla="*/ 118191 h 235038"/>
              <a:gd name="connsiteX75" fmla="*/ 37670 w 375359"/>
              <a:gd name="connsiteY75" fmla="*/ 116848 h 235038"/>
              <a:gd name="connsiteX76" fmla="*/ 34980 w 375359"/>
              <a:gd name="connsiteY76" fmla="*/ 115504 h 235038"/>
              <a:gd name="connsiteX77" fmla="*/ 32289 w 375359"/>
              <a:gd name="connsiteY77" fmla="*/ 116848 h 235038"/>
              <a:gd name="connsiteX78" fmla="*/ 33634 w 375359"/>
              <a:gd name="connsiteY78" fmla="*/ 122220 h 235038"/>
              <a:gd name="connsiteX79" fmla="*/ 30943 w 375359"/>
              <a:gd name="connsiteY79" fmla="*/ 118191 h 235038"/>
              <a:gd name="connsiteX80" fmla="*/ 29598 w 375359"/>
              <a:gd name="connsiteY80" fmla="*/ 114162 h 235038"/>
              <a:gd name="connsiteX81" fmla="*/ 34980 w 375359"/>
              <a:gd name="connsiteY81" fmla="*/ 110132 h 235038"/>
              <a:gd name="connsiteX82" fmla="*/ 37670 w 375359"/>
              <a:gd name="connsiteY82" fmla="*/ 111475 h 235038"/>
              <a:gd name="connsiteX83" fmla="*/ 40361 w 375359"/>
              <a:gd name="connsiteY83" fmla="*/ 111475 h 235038"/>
              <a:gd name="connsiteX84" fmla="*/ 44397 w 375359"/>
              <a:gd name="connsiteY84" fmla="*/ 111475 h 235038"/>
              <a:gd name="connsiteX85" fmla="*/ 45743 w 375359"/>
              <a:gd name="connsiteY85" fmla="*/ 110132 h 235038"/>
              <a:gd name="connsiteX86" fmla="*/ 43052 w 375359"/>
              <a:gd name="connsiteY86" fmla="*/ 106103 h 235038"/>
              <a:gd name="connsiteX87" fmla="*/ 39016 w 375359"/>
              <a:gd name="connsiteY87" fmla="*/ 107446 h 235038"/>
              <a:gd name="connsiteX88" fmla="*/ 37670 w 375359"/>
              <a:gd name="connsiteY88" fmla="*/ 102074 h 235038"/>
              <a:gd name="connsiteX89" fmla="*/ 39016 w 375359"/>
              <a:gd name="connsiteY89" fmla="*/ 96702 h 235038"/>
              <a:gd name="connsiteX90" fmla="*/ 37670 w 375359"/>
              <a:gd name="connsiteY90" fmla="*/ 94015 h 235038"/>
              <a:gd name="connsiteX91" fmla="*/ 33634 w 375359"/>
              <a:gd name="connsiteY91" fmla="*/ 96702 h 235038"/>
              <a:gd name="connsiteX92" fmla="*/ 25562 w 375359"/>
              <a:gd name="connsiteY92" fmla="*/ 95358 h 235038"/>
              <a:gd name="connsiteX93" fmla="*/ 24217 w 375359"/>
              <a:gd name="connsiteY93" fmla="*/ 96702 h 235038"/>
              <a:gd name="connsiteX94" fmla="*/ 26908 w 375359"/>
              <a:gd name="connsiteY94" fmla="*/ 100731 h 235038"/>
              <a:gd name="connsiteX95" fmla="*/ 28253 w 375359"/>
              <a:gd name="connsiteY95" fmla="*/ 103417 h 235038"/>
              <a:gd name="connsiteX96" fmla="*/ 18835 w 375359"/>
              <a:gd name="connsiteY96" fmla="*/ 95358 h 235038"/>
              <a:gd name="connsiteX97" fmla="*/ 17490 w 375359"/>
              <a:gd name="connsiteY97" fmla="*/ 91329 h 235038"/>
              <a:gd name="connsiteX98" fmla="*/ 14799 w 375359"/>
              <a:gd name="connsiteY98" fmla="*/ 87300 h 235038"/>
              <a:gd name="connsiteX99" fmla="*/ 13454 w 375359"/>
              <a:gd name="connsiteY99" fmla="*/ 73869 h 235038"/>
              <a:gd name="connsiteX100" fmla="*/ 16145 w 375359"/>
              <a:gd name="connsiteY100" fmla="*/ 68497 h 235038"/>
              <a:gd name="connsiteX101" fmla="*/ 17490 w 375359"/>
              <a:gd name="connsiteY101" fmla="*/ 61781 h 235038"/>
              <a:gd name="connsiteX102" fmla="*/ 12108 w 375359"/>
              <a:gd name="connsiteY102" fmla="*/ 52380 h 235038"/>
              <a:gd name="connsiteX103" fmla="*/ 10763 w 375359"/>
              <a:gd name="connsiteY103" fmla="*/ 48351 h 235038"/>
              <a:gd name="connsiteX104" fmla="*/ 6727 w 375359"/>
              <a:gd name="connsiteY104" fmla="*/ 44322 h 235038"/>
              <a:gd name="connsiteX105" fmla="*/ 4036 w 375359"/>
              <a:gd name="connsiteY105" fmla="*/ 41635 h 235038"/>
              <a:gd name="connsiteX106" fmla="*/ 0 w 375359"/>
              <a:gd name="connsiteY106" fmla="*/ 37606 h 235038"/>
              <a:gd name="connsiteX107" fmla="*/ 0 w 375359"/>
              <a:gd name="connsiteY107" fmla="*/ 34920 h 235038"/>
              <a:gd name="connsiteX108" fmla="*/ 16145 w 375359"/>
              <a:gd name="connsiteY108" fmla="*/ 20146 h 235038"/>
              <a:gd name="connsiteX109" fmla="*/ 29598 w 375359"/>
              <a:gd name="connsiteY109" fmla="*/ 16117 h 235038"/>
              <a:gd name="connsiteX110" fmla="*/ 45743 w 375359"/>
              <a:gd name="connsiteY110" fmla="*/ 18803 h 235038"/>
              <a:gd name="connsiteX111" fmla="*/ 64578 w 375359"/>
              <a:gd name="connsiteY111" fmla="*/ 29548 h 235038"/>
              <a:gd name="connsiteX112" fmla="*/ 80723 w 375359"/>
              <a:gd name="connsiteY112" fmla="*/ 48351 h 235038"/>
              <a:gd name="connsiteX113" fmla="*/ 91485 w 375359"/>
              <a:gd name="connsiteY113" fmla="*/ 47008 h 235038"/>
              <a:gd name="connsiteX114" fmla="*/ 107630 w 375359"/>
              <a:gd name="connsiteY114" fmla="*/ 44322 h 235038"/>
              <a:gd name="connsiteX115" fmla="*/ 118393 w 375359"/>
              <a:gd name="connsiteY115" fmla="*/ 47008 h 235038"/>
              <a:gd name="connsiteX116" fmla="*/ 121084 w 375359"/>
              <a:gd name="connsiteY116" fmla="*/ 40292 h 235038"/>
              <a:gd name="connsiteX117" fmla="*/ 117048 w 375359"/>
              <a:gd name="connsiteY117" fmla="*/ 36263 h 235038"/>
              <a:gd name="connsiteX118" fmla="*/ 114357 w 375359"/>
              <a:gd name="connsiteY118" fmla="*/ 26862 h 235038"/>
              <a:gd name="connsiteX119" fmla="*/ 119738 w 375359"/>
              <a:gd name="connsiteY119" fmla="*/ 16117 h 235038"/>
              <a:gd name="connsiteX120" fmla="*/ 127811 w 375359"/>
              <a:gd name="connsiteY120" fmla="*/ 14774 h 235038"/>
              <a:gd name="connsiteX121" fmla="*/ 131847 w 375359"/>
              <a:gd name="connsiteY121" fmla="*/ 8058 h 235038"/>
              <a:gd name="connsiteX122" fmla="*/ 138574 w 375359"/>
              <a:gd name="connsiteY122" fmla="*/ 5372 h 235038"/>
              <a:gd name="connsiteX123" fmla="*/ 145301 w 375359"/>
              <a:gd name="connsiteY123" fmla="*/ 8058 h 235038"/>
              <a:gd name="connsiteX124" fmla="*/ 147991 w 375359"/>
              <a:gd name="connsiteY124" fmla="*/ 6715 h 235038"/>
              <a:gd name="connsiteX125" fmla="*/ 142610 w 375359"/>
              <a:gd name="connsiteY125" fmla="*/ 0 h 235038"/>
              <a:gd name="connsiteX126" fmla="*/ 154718 w 375359"/>
              <a:gd name="connsiteY126" fmla="*/ 1343 h 235038"/>
              <a:gd name="connsiteX127" fmla="*/ 172208 w 375359"/>
              <a:gd name="connsiteY127" fmla="*/ 10745 h 235038"/>
              <a:gd name="connsiteX128" fmla="*/ 188353 w 375359"/>
              <a:gd name="connsiteY128" fmla="*/ 18803 h 235038"/>
              <a:gd name="connsiteX129" fmla="*/ 189698 w 375359"/>
              <a:gd name="connsiteY129" fmla="*/ 25518 h 235038"/>
              <a:gd name="connsiteX130" fmla="*/ 208533 w 375359"/>
              <a:gd name="connsiteY130" fmla="*/ 34920 h 235038"/>
              <a:gd name="connsiteX131" fmla="*/ 224678 w 375359"/>
              <a:gd name="connsiteY131" fmla="*/ 42978 h 235038"/>
              <a:gd name="connsiteX132" fmla="*/ 228714 w 375359"/>
              <a:gd name="connsiteY132" fmla="*/ 40292 h 235038"/>
              <a:gd name="connsiteX133" fmla="*/ 234095 w 375359"/>
              <a:gd name="connsiteY133" fmla="*/ 41635 h 235038"/>
              <a:gd name="connsiteX134" fmla="*/ 244859 w 375359"/>
              <a:gd name="connsiteY134" fmla="*/ 49694 h 235038"/>
              <a:gd name="connsiteX135" fmla="*/ 248895 w 375359"/>
              <a:gd name="connsiteY135" fmla="*/ 64468 h 235038"/>
              <a:gd name="connsiteX136" fmla="*/ 254276 w 375359"/>
              <a:gd name="connsiteY136" fmla="*/ 68497 h 235038"/>
              <a:gd name="connsiteX137" fmla="*/ 256967 w 375359"/>
              <a:gd name="connsiteY137" fmla="*/ 75212 h 235038"/>
              <a:gd name="connsiteX138" fmla="*/ 262348 w 375359"/>
              <a:gd name="connsiteY138" fmla="*/ 85957 h 235038"/>
              <a:gd name="connsiteX139" fmla="*/ 271766 w 375359"/>
              <a:gd name="connsiteY139" fmla="*/ 89986 h 235038"/>
              <a:gd name="connsiteX140" fmla="*/ 289256 w 375359"/>
              <a:gd name="connsiteY140" fmla="*/ 100731 h 235038"/>
              <a:gd name="connsiteX141" fmla="*/ 305401 w 375359"/>
              <a:gd name="connsiteY141" fmla="*/ 114162 h 235038"/>
              <a:gd name="connsiteX142" fmla="*/ 325581 w 375359"/>
              <a:gd name="connsiteY142" fmla="*/ 122220 h 235038"/>
              <a:gd name="connsiteX143" fmla="*/ 343071 w 375359"/>
              <a:gd name="connsiteY143" fmla="*/ 134308 h 235038"/>
              <a:gd name="connsiteX144" fmla="*/ 356525 w 375359"/>
              <a:gd name="connsiteY144" fmla="*/ 136994 h 235038"/>
              <a:gd name="connsiteX145" fmla="*/ 360561 w 375359"/>
              <a:gd name="connsiteY145" fmla="*/ 139680 h 235038"/>
              <a:gd name="connsiteX146" fmla="*/ 364597 w 375359"/>
              <a:gd name="connsiteY146" fmla="*/ 139680 h 235038"/>
              <a:gd name="connsiteX147" fmla="*/ 374015 w 375359"/>
              <a:gd name="connsiteY147" fmla="*/ 146395 h 235038"/>
              <a:gd name="connsiteX148" fmla="*/ 374015 w 375359"/>
              <a:gd name="connsiteY148" fmla="*/ 153111 h 235038"/>
              <a:gd name="connsiteX149" fmla="*/ 375360 w 375359"/>
              <a:gd name="connsiteY149" fmla="*/ 163855 h 235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375359" h="235038">
                <a:moveTo>
                  <a:pt x="374015" y="165199"/>
                </a:moveTo>
                <a:lnTo>
                  <a:pt x="371324" y="162512"/>
                </a:lnTo>
                <a:lnTo>
                  <a:pt x="365943" y="163855"/>
                </a:lnTo>
                <a:lnTo>
                  <a:pt x="360561" y="161169"/>
                </a:lnTo>
                <a:lnTo>
                  <a:pt x="355179" y="162512"/>
                </a:lnTo>
                <a:lnTo>
                  <a:pt x="347107" y="167885"/>
                </a:lnTo>
                <a:lnTo>
                  <a:pt x="344417" y="167885"/>
                </a:lnTo>
                <a:lnTo>
                  <a:pt x="337690" y="170571"/>
                </a:lnTo>
                <a:lnTo>
                  <a:pt x="334999" y="171914"/>
                </a:lnTo>
                <a:lnTo>
                  <a:pt x="332308" y="173257"/>
                </a:lnTo>
                <a:lnTo>
                  <a:pt x="332308" y="175943"/>
                </a:lnTo>
                <a:lnTo>
                  <a:pt x="334999" y="178629"/>
                </a:lnTo>
                <a:lnTo>
                  <a:pt x="334999" y="184002"/>
                </a:lnTo>
                <a:lnTo>
                  <a:pt x="329617" y="190717"/>
                </a:lnTo>
                <a:lnTo>
                  <a:pt x="328272" y="196089"/>
                </a:lnTo>
                <a:lnTo>
                  <a:pt x="326926" y="204148"/>
                </a:lnTo>
                <a:lnTo>
                  <a:pt x="322890" y="204148"/>
                </a:lnTo>
                <a:lnTo>
                  <a:pt x="318854" y="208177"/>
                </a:lnTo>
                <a:lnTo>
                  <a:pt x="317509" y="210863"/>
                </a:lnTo>
                <a:lnTo>
                  <a:pt x="308091" y="212206"/>
                </a:lnTo>
                <a:lnTo>
                  <a:pt x="300019" y="216235"/>
                </a:lnTo>
                <a:lnTo>
                  <a:pt x="301364" y="220265"/>
                </a:lnTo>
                <a:lnTo>
                  <a:pt x="297328" y="222951"/>
                </a:lnTo>
                <a:lnTo>
                  <a:pt x="297328" y="226980"/>
                </a:lnTo>
                <a:lnTo>
                  <a:pt x="293292" y="231009"/>
                </a:lnTo>
                <a:lnTo>
                  <a:pt x="285220" y="232352"/>
                </a:lnTo>
                <a:lnTo>
                  <a:pt x="282529" y="235038"/>
                </a:lnTo>
                <a:lnTo>
                  <a:pt x="281184" y="232352"/>
                </a:lnTo>
                <a:lnTo>
                  <a:pt x="279838" y="229666"/>
                </a:lnTo>
                <a:lnTo>
                  <a:pt x="273111" y="224294"/>
                </a:lnTo>
                <a:lnTo>
                  <a:pt x="269075" y="224294"/>
                </a:lnTo>
                <a:lnTo>
                  <a:pt x="266384" y="228323"/>
                </a:lnTo>
                <a:lnTo>
                  <a:pt x="261003" y="228323"/>
                </a:lnTo>
                <a:lnTo>
                  <a:pt x="256967" y="224294"/>
                </a:lnTo>
                <a:lnTo>
                  <a:pt x="251586" y="222951"/>
                </a:lnTo>
                <a:lnTo>
                  <a:pt x="248895" y="224294"/>
                </a:lnTo>
                <a:lnTo>
                  <a:pt x="247549" y="220265"/>
                </a:lnTo>
                <a:lnTo>
                  <a:pt x="247549" y="216235"/>
                </a:lnTo>
                <a:lnTo>
                  <a:pt x="244859" y="209520"/>
                </a:lnTo>
                <a:lnTo>
                  <a:pt x="246204" y="205491"/>
                </a:lnTo>
                <a:lnTo>
                  <a:pt x="242168" y="198775"/>
                </a:lnTo>
                <a:lnTo>
                  <a:pt x="235441" y="196089"/>
                </a:lnTo>
                <a:lnTo>
                  <a:pt x="224678" y="194746"/>
                </a:lnTo>
                <a:lnTo>
                  <a:pt x="213915" y="179972"/>
                </a:lnTo>
                <a:lnTo>
                  <a:pt x="204497" y="178629"/>
                </a:lnTo>
                <a:lnTo>
                  <a:pt x="199116" y="178629"/>
                </a:lnTo>
                <a:lnTo>
                  <a:pt x="196425" y="177286"/>
                </a:lnTo>
                <a:lnTo>
                  <a:pt x="195080" y="169228"/>
                </a:lnTo>
                <a:lnTo>
                  <a:pt x="189698" y="169228"/>
                </a:lnTo>
                <a:lnTo>
                  <a:pt x="178935" y="165199"/>
                </a:lnTo>
                <a:lnTo>
                  <a:pt x="174899" y="167885"/>
                </a:lnTo>
                <a:lnTo>
                  <a:pt x="170863" y="167885"/>
                </a:lnTo>
                <a:lnTo>
                  <a:pt x="156064" y="158483"/>
                </a:lnTo>
                <a:lnTo>
                  <a:pt x="147991" y="155797"/>
                </a:lnTo>
                <a:lnTo>
                  <a:pt x="138574" y="147738"/>
                </a:lnTo>
                <a:lnTo>
                  <a:pt x="133192" y="149081"/>
                </a:lnTo>
                <a:lnTo>
                  <a:pt x="127811" y="146395"/>
                </a:lnTo>
                <a:lnTo>
                  <a:pt x="122429" y="147738"/>
                </a:lnTo>
                <a:lnTo>
                  <a:pt x="119738" y="154454"/>
                </a:lnTo>
                <a:lnTo>
                  <a:pt x="110321" y="151768"/>
                </a:lnTo>
                <a:lnTo>
                  <a:pt x="99558" y="154454"/>
                </a:lnTo>
                <a:lnTo>
                  <a:pt x="88795" y="162512"/>
                </a:lnTo>
                <a:lnTo>
                  <a:pt x="84759" y="163855"/>
                </a:lnTo>
                <a:lnTo>
                  <a:pt x="80723" y="167885"/>
                </a:lnTo>
                <a:lnTo>
                  <a:pt x="79377" y="174600"/>
                </a:lnTo>
                <a:lnTo>
                  <a:pt x="65923" y="175943"/>
                </a:lnTo>
                <a:lnTo>
                  <a:pt x="60542" y="178629"/>
                </a:lnTo>
                <a:lnTo>
                  <a:pt x="55161" y="165199"/>
                </a:lnTo>
                <a:lnTo>
                  <a:pt x="53815" y="155797"/>
                </a:lnTo>
                <a:lnTo>
                  <a:pt x="53815" y="143709"/>
                </a:lnTo>
                <a:lnTo>
                  <a:pt x="53815" y="139680"/>
                </a:lnTo>
                <a:lnTo>
                  <a:pt x="53815" y="131622"/>
                </a:lnTo>
                <a:lnTo>
                  <a:pt x="51124" y="126249"/>
                </a:lnTo>
                <a:lnTo>
                  <a:pt x="44397" y="122220"/>
                </a:lnTo>
                <a:lnTo>
                  <a:pt x="41707" y="118191"/>
                </a:lnTo>
                <a:lnTo>
                  <a:pt x="37670" y="116848"/>
                </a:lnTo>
                <a:lnTo>
                  <a:pt x="34980" y="115504"/>
                </a:lnTo>
                <a:lnTo>
                  <a:pt x="32289" y="116848"/>
                </a:lnTo>
                <a:lnTo>
                  <a:pt x="33634" y="122220"/>
                </a:lnTo>
                <a:lnTo>
                  <a:pt x="30943" y="118191"/>
                </a:lnTo>
                <a:lnTo>
                  <a:pt x="29598" y="114162"/>
                </a:lnTo>
                <a:lnTo>
                  <a:pt x="34980" y="110132"/>
                </a:lnTo>
                <a:lnTo>
                  <a:pt x="37670" y="111475"/>
                </a:lnTo>
                <a:lnTo>
                  <a:pt x="40361" y="111475"/>
                </a:lnTo>
                <a:lnTo>
                  <a:pt x="44397" y="111475"/>
                </a:lnTo>
                <a:lnTo>
                  <a:pt x="45743" y="110132"/>
                </a:lnTo>
                <a:lnTo>
                  <a:pt x="43052" y="106103"/>
                </a:lnTo>
                <a:lnTo>
                  <a:pt x="39016" y="107446"/>
                </a:lnTo>
                <a:lnTo>
                  <a:pt x="37670" y="102074"/>
                </a:lnTo>
                <a:lnTo>
                  <a:pt x="39016" y="96702"/>
                </a:lnTo>
                <a:lnTo>
                  <a:pt x="37670" y="94015"/>
                </a:lnTo>
                <a:lnTo>
                  <a:pt x="33634" y="96702"/>
                </a:lnTo>
                <a:lnTo>
                  <a:pt x="25562" y="95358"/>
                </a:lnTo>
                <a:lnTo>
                  <a:pt x="24217" y="96702"/>
                </a:lnTo>
                <a:lnTo>
                  <a:pt x="26908" y="100731"/>
                </a:lnTo>
                <a:lnTo>
                  <a:pt x="28253" y="103417"/>
                </a:lnTo>
                <a:lnTo>
                  <a:pt x="18835" y="95358"/>
                </a:lnTo>
                <a:lnTo>
                  <a:pt x="17490" y="91329"/>
                </a:lnTo>
                <a:lnTo>
                  <a:pt x="14799" y="87300"/>
                </a:lnTo>
                <a:lnTo>
                  <a:pt x="13454" y="73869"/>
                </a:lnTo>
                <a:lnTo>
                  <a:pt x="16145" y="68497"/>
                </a:lnTo>
                <a:lnTo>
                  <a:pt x="17490" y="61781"/>
                </a:lnTo>
                <a:lnTo>
                  <a:pt x="12108" y="52380"/>
                </a:lnTo>
                <a:lnTo>
                  <a:pt x="10763" y="48351"/>
                </a:lnTo>
                <a:lnTo>
                  <a:pt x="6727" y="44322"/>
                </a:lnTo>
                <a:lnTo>
                  <a:pt x="4036" y="41635"/>
                </a:lnTo>
                <a:lnTo>
                  <a:pt x="0" y="37606"/>
                </a:lnTo>
                <a:lnTo>
                  <a:pt x="0" y="34920"/>
                </a:lnTo>
                <a:lnTo>
                  <a:pt x="16145" y="20146"/>
                </a:lnTo>
                <a:lnTo>
                  <a:pt x="29598" y="16117"/>
                </a:lnTo>
                <a:lnTo>
                  <a:pt x="45743" y="18803"/>
                </a:lnTo>
                <a:lnTo>
                  <a:pt x="64578" y="29548"/>
                </a:lnTo>
                <a:lnTo>
                  <a:pt x="80723" y="48351"/>
                </a:lnTo>
                <a:lnTo>
                  <a:pt x="91485" y="47008"/>
                </a:lnTo>
                <a:lnTo>
                  <a:pt x="107630" y="44322"/>
                </a:lnTo>
                <a:lnTo>
                  <a:pt x="118393" y="47008"/>
                </a:lnTo>
                <a:lnTo>
                  <a:pt x="121084" y="40292"/>
                </a:lnTo>
                <a:lnTo>
                  <a:pt x="117048" y="36263"/>
                </a:lnTo>
                <a:lnTo>
                  <a:pt x="114357" y="26862"/>
                </a:lnTo>
                <a:lnTo>
                  <a:pt x="119738" y="16117"/>
                </a:lnTo>
                <a:lnTo>
                  <a:pt x="127811" y="14774"/>
                </a:lnTo>
                <a:lnTo>
                  <a:pt x="131847" y="8058"/>
                </a:lnTo>
                <a:lnTo>
                  <a:pt x="138574" y="5372"/>
                </a:lnTo>
                <a:lnTo>
                  <a:pt x="145301" y="8058"/>
                </a:lnTo>
                <a:lnTo>
                  <a:pt x="147991" y="6715"/>
                </a:lnTo>
                <a:lnTo>
                  <a:pt x="142610" y="0"/>
                </a:lnTo>
                <a:lnTo>
                  <a:pt x="154718" y="1343"/>
                </a:lnTo>
                <a:lnTo>
                  <a:pt x="172208" y="10745"/>
                </a:lnTo>
                <a:lnTo>
                  <a:pt x="188353" y="18803"/>
                </a:lnTo>
                <a:lnTo>
                  <a:pt x="189698" y="25518"/>
                </a:lnTo>
                <a:lnTo>
                  <a:pt x="208533" y="34920"/>
                </a:lnTo>
                <a:lnTo>
                  <a:pt x="224678" y="42978"/>
                </a:lnTo>
                <a:lnTo>
                  <a:pt x="228714" y="40292"/>
                </a:lnTo>
                <a:lnTo>
                  <a:pt x="234095" y="41635"/>
                </a:lnTo>
                <a:lnTo>
                  <a:pt x="244859" y="49694"/>
                </a:lnTo>
                <a:lnTo>
                  <a:pt x="248895" y="64468"/>
                </a:lnTo>
                <a:lnTo>
                  <a:pt x="254276" y="68497"/>
                </a:lnTo>
                <a:lnTo>
                  <a:pt x="256967" y="75212"/>
                </a:lnTo>
                <a:lnTo>
                  <a:pt x="262348" y="85957"/>
                </a:lnTo>
                <a:lnTo>
                  <a:pt x="271766" y="89986"/>
                </a:lnTo>
                <a:lnTo>
                  <a:pt x="289256" y="100731"/>
                </a:lnTo>
                <a:lnTo>
                  <a:pt x="305401" y="114162"/>
                </a:lnTo>
                <a:lnTo>
                  <a:pt x="325581" y="122220"/>
                </a:lnTo>
                <a:lnTo>
                  <a:pt x="343071" y="134308"/>
                </a:lnTo>
                <a:lnTo>
                  <a:pt x="356525" y="136994"/>
                </a:lnTo>
                <a:lnTo>
                  <a:pt x="360561" y="139680"/>
                </a:lnTo>
                <a:lnTo>
                  <a:pt x="364597" y="139680"/>
                </a:lnTo>
                <a:lnTo>
                  <a:pt x="374015" y="146395"/>
                </a:lnTo>
                <a:lnTo>
                  <a:pt x="374015" y="153111"/>
                </a:lnTo>
                <a:lnTo>
                  <a:pt x="375360" y="16385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247" name="Graphic 5">
            <a:extLst>
              <a:ext uri="{FF2B5EF4-FFF2-40B4-BE49-F238E27FC236}">
                <a16:creationId xmlns:a16="http://schemas.microsoft.com/office/drawing/2014/main" id="{9B88A204-1EF7-0D1E-F207-BDEA0B0BD034}"/>
              </a:ext>
            </a:extLst>
          </p:cNvPr>
          <p:cNvGrpSpPr/>
          <p:nvPr/>
        </p:nvGrpSpPr>
        <p:grpSpPr>
          <a:xfrm>
            <a:off x="11946946" y="5099123"/>
            <a:ext cx="78031" cy="65810"/>
            <a:chOff x="11946946" y="5099123"/>
            <a:chExt cx="78031" cy="65810"/>
          </a:xfrm>
          <a:solidFill>
            <a:srgbClr val="E5E5E4"/>
          </a:solidFill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1D2E7649-4307-8F0C-DB1C-915026FD5F2E}"/>
                </a:ext>
              </a:extLst>
            </p:cNvPr>
            <p:cNvSpPr/>
            <p:nvPr/>
          </p:nvSpPr>
          <p:spPr>
            <a:xfrm>
              <a:off x="11981926" y="5099123"/>
              <a:ext cx="43052" cy="28204"/>
            </a:xfrm>
            <a:custGeom>
              <a:avLst/>
              <a:gdLst>
                <a:gd name="connsiteX0" fmla="*/ 0 w 43052"/>
                <a:gd name="connsiteY0" fmla="*/ 22832 h 28204"/>
                <a:gd name="connsiteX1" fmla="*/ 4037 w 43052"/>
                <a:gd name="connsiteY1" fmla="*/ 14774 h 28204"/>
                <a:gd name="connsiteX2" fmla="*/ 10764 w 43052"/>
                <a:gd name="connsiteY2" fmla="*/ 14774 h 28204"/>
                <a:gd name="connsiteX3" fmla="*/ 16145 w 43052"/>
                <a:gd name="connsiteY3" fmla="*/ 10745 h 28204"/>
                <a:gd name="connsiteX4" fmla="*/ 22872 w 43052"/>
                <a:gd name="connsiteY4" fmla="*/ 14774 h 28204"/>
                <a:gd name="connsiteX5" fmla="*/ 28253 w 43052"/>
                <a:gd name="connsiteY5" fmla="*/ 6715 h 28204"/>
                <a:gd name="connsiteX6" fmla="*/ 33634 w 43052"/>
                <a:gd name="connsiteY6" fmla="*/ 6715 h 28204"/>
                <a:gd name="connsiteX7" fmla="*/ 41707 w 43052"/>
                <a:gd name="connsiteY7" fmla="*/ 0 h 28204"/>
                <a:gd name="connsiteX8" fmla="*/ 43052 w 43052"/>
                <a:gd name="connsiteY8" fmla="*/ 2686 h 28204"/>
                <a:gd name="connsiteX9" fmla="*/ 37671 w 43052"/>
                <a:gd name="connsiteY9" fmla="*/ 8059 h 28204"/>
                <a:gd name="connsiteX10" fmla="*/ 37671 w 43052"/>
                <a:gd name="connsiteY10" fmla="*/ 13431 h 28204"/>
                <a:gd name="connsiteX11" fmla="*/ 29598 w 43052"/>
                <a:gd name="connsiteY11" fmla="*/ 20146 h 28204"/>
                <a:gd name="connsiteX12" fmla="*/ 33634 w 43052"/>
                <a:gd name="connsiteY12" fmla="*/ 21489 h 28204"/>
                <a:gd name="connsiteX13" fmla="*/ 39016 w 43052"/>
                <a:gd name="connsiteY13" fmla="*/ 16117 h 28204"/>
                <a:gd name="connsiteX14" fmla="*/ 40361 w 43052"/>
                <a:gd name="connsiteY14" fmla="*/ 18803 h 28204"/>
                <a:gd name="connsiteX15" fmla="*/ 36325 w 43052"/>
                <a:gd name="connsiteY15" fmla="*/ 24176 h 28204"/>
                <a:gd name="connsiteX16" fmla="*/ 22872 w 43052"/>
                <a:gd name="connsiteY16" fmla="*/ 26862 h 28204"/>
                <a:gd name="connsiteX17" fmla="*/ 22872 w 43052"/>
                <a:gd name="connsiteY17" fmla="*/ 22832 h 28204"/>
                <a:gd name="connsiteX18" fmla="*/ 17491 w 43052"/>
                <a:gd name="connsiteY18" fmla="*/ 21489 h 28204"/>
                <a:gd name="connsiteX19" fmla="*/ 16145 w 43052"/>
                <a:gd name="connsiteY19" fmla="*/ 25518 h 28204"/>
                <a:gd name="connsiteX20" fmla="*/ 9418 w 43052"/>
                <a:gd name="connsiteY20" fmla="*/ 24176 h 28204"/>
                <a:gd name="connsiteX21" fmla="*/ 6727 w 43052"/>
                <a:gd name="connsiteY21" fmla="*/ 28205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052" h="28204">
                  <a:moveTo>
                    <a:pt x="0" y="22832"/>
                  </a:moveTo>
                  <a:lnTo>
                    <a:pt x="4037" y="14774"/>
                  </a:lnTo>
                  <a:lnTo>
                    <a:pt x="10764" y="14774"/>
                  </a:lnTo>
                  <a:lnTo>
                    <a:pt x="16145" y="10745"/>
                  </a:lnTo>
                  <a:lnTo>
                    <a:pt x="22872" y="14774"/>
                  </a:lnTo>
                  <a:lnTo>
                    <a:pt x="28253" y="6715"/>
                  </a:lnTo>
                  <a:lnTo>
                    <a:pt x="33634" y="6715"/>
                  </a:lnTo>
                  <a:lnTo>
                    <a:pt x="41707" y="0"/>
                  </a:lnTo>
                  <a:lnTo>
                    <a:pt x="43052" y="2686"/>
                  </a:lnTo>
                  <a:lnTo>
                    <a:pt x="37671" y="8059"/>
                  </a:lnTo>
                  <a:lnTo>
                    <a:pt x="37671" y="13431"/>
                  </a:lnTo>
                  <a:lnTo>
                    <a:pt x="29598" y="20146"/>
                  </a:lnTo>
                  <a:lnTo>
                    <a:pt x="33634" y="21489"/>
                  </a:lnTo>
                  <a:lnTo>
                    <a:pt x="39016" y="16117"/>
                  </a:lnTo>
                  <a:lnTo>
                    <a:pt x="40361" y="18803"/>
                  </a:lnTo>
                  <a:lnTo>
                    <a:pt x="36325" y="24176"/>
                  </a:lnTo>
                  <a:lnTo>
                    <a:pt x="22872" y="26862"/>
                  </a:lnTo>
                  <a:lnTo>
                    <a:pt x="22872" y="22832"/>
                  </a:lnTo>
                  <a:lnTo>
                    <a:pt x="17491" y="21489"/>
                  </a:lnTo>
                  <a:lnTo>
                    <a:pt x="16145" y="25518"/>
                  </a:lnTo>
                  <a:lnTo>
                    <a:pt x="9418" y="24176"/>
                  </a:lnTo>
                  <a:lnTo>
                    <a:pt x="6727" y="2820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019FC3B8-93C1-00EB-5402-9DEFCB8ACE21}"/>
                </a:ext>
              </a:extLst>
            </p:cNvPr>
            <p:cNvSpPr/>
            <p:nvPr/>
          </p:nvSpPr>
          <p:spPr>
            <a:xfrm>
              <a:off x="11946946" y="5135387"/>
              <a:ext cx="37670" cy="29547"/>
            </a:xfrm>
            <a:custGeom>
              <a:avLst/>
              <a:gdLst>
                <a:gd name="connsiteX0" fmla="*/ 5382 w 37670"/>
                <a:gd name="connsiteY0" fmla="*/ 10744 h 29547"/>
                <a:gd name="connsiteX1" fmla="*/ 14799 w 37670"/>
                <a:gd name="connsiteY1" fmla="*/ 2686 h 29547"/>
                <a:gd name="connsiteX2" fmla="*/ 25562 w 37670"/>
                <a:gd name="connsiteY2" fmla="*/ 0 h 29547"/>
                <a:gd name="connsiteX3" fmla="*/ 34979 w 37670"/>
                <a:gd name="connsiteY3" fmla="*/ 9401 h 29547"/>
                <a:gd name="connsiteX4" fmla="*/ 37670 w 37670"/>
                <a:gd name="connsiteY4" fmla="*/ 24175 h 29547"/>
                <a:gd name="connsiteX5" fmla="*/ 30943 w 37670"/>
                <a:gd name="connsiteY5" fmla="*/ 28205 h 29547"/>
                <a:gd name="connsiteX6" fmla="*/ 24217 w 37670"/>
                <a:gd name="connsiteY6" fmla="*/ 26862 h 29547"/>
                <a:gd name="connsiteX7" fmla="*/ 20181 w 37670"/>
                <a:gd name="connsiteY7" fmla="*/ 29547 h 29547"/>
                <a:gd name="connsiteX8" fmla="*/ 8072 w 37670"/>
                <a:gd name="connsiteY8" fmla="*/ 29547 h 29547"/>
                <a:gd name="connsiteX9" fmla="*/ 0 w 37670"/>
                <a:gd name="connsiteY9" fmla="*/ 24175 h 29547"/>
                <a:gd name="connsiteX10" fmla="*/ 0 w 37670"/>
                <a:gd name="connsiteY10" fmla="*/ 17460 h 29547"/>
                <a:gd name="connsiteX11" fmla="*/ 5382 w 37670"/>
                <a:gd name="connsiteY11" fmla="*/ 16117 h 2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670" h="29547">
                  <a:moveTo>
                    <a:pt x="5382" y="10744"/>
                  </a:moveTo>
                  <a:lnTo>
                    <a:pt x="14799" y="2686"/>
                  </a:lnTo>
                  <a:lnTo>
                    <a:pt x="25562" y="0"/>
                  </a:lnTo>
                  <a:lnTo>
                    <a:pt x="34979" y="9401"/>
                  </a:lnTo>
                  <a:lnTo>
                    <a:pt x="37670" y="24175"/>
                  </a:lnTo>
                  <a:lnTo>
                    <a:pt x="30943" y="28205"/>
                  </a:lnTo>
                  <a:lnTo>
                    <a:pt x="24217" y="26862"/>
                  </a:lnTo>
                  <a:lnTo>
                    <a:pt x="20181" y="29547"/>
                  </a:lnTo>
                  <a:lnTo>
                    <a:pt x="8072" y="29547"/>
                  </a:lnTo>
                  <a:lnTo>
                    <a:pt x="0" y="24175"/>
                  </a:lnTo>
                  <a:lnTo>
                    <a:pt x="0" y="17460"/>
                  </a:lnTo>
                  <a:lnTo>
                    <a:pt x="5382" y="161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250" name="Graphic 5">
            <a:extLst>
              <a:ext uri="{FF2B5EF4-FFF2-40B4-BE49-F238E27FC236}">
                <a16:creationId xmlns:a16="http://schemas.microsoft.com/office/drawing/2014/main" id="{24D05001-7218-5386-7183-50222DC8559A}"/>
              </a:ext>
            </a:extLst>
          </p:cNvPr>
          <p:cNvGrpSpPr/>
          <p:nvPr/>
        </p:nvGrpSpPr>
        <p:grpSpPr>
          <a:xfrm>
            <a:off x="11676526" y="5051842"/>
            <a:ext cx="59196" cy="153384"/>
            <a:chOff x="11676526" y="5051842"/>
            <a:chExt cx="59196" cy="153384"/>
          </a:xfrm>
          <a:solidFill>
            <a:srgbClr val="E5E5E4"/>
          </a:solidFill>
        </p:grpSpPr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31B04A26-7877-5AF2-8780-71406F423B0A}"/>
                </a:ext>
              </a:extLst>
            </p:cNvPr>
            <p:cNvSpPr/>
            <p:nvPr/>
          </p:nvSpPr>
          <p:spPr>
            <a:xfrm>
              <a:off x="11733031" y="5197168"/>
              <a:ext cx="2690" cy="8058"/>
            </a:xfrm>
            <a:custGeom>
              <a:avLst/>
              <a:gdLst>
                <a:gd name="connsiteX0" fmla="*/ 1346 w 2690"/>
                <a:gd name="connsiteY0" fmla="*/ 0 h 8058"/>
                <a:gd name="connsiteX1" fmla="*/ 2691 w 2690"/>
                <a:gd name="connsiteY1" fmla="*/ 4029 h 8058"/>
                <a:gd name="connsiteX2" fmla="*/ 2691 w 2690"/>
                <a:gd name="connsiteY2" fmla="*/ 8058 h 8058"/>
                <a:gd name="connsiteX3" fmla="*/ 0 w 2690"/>
                <a:gd name="connsiteY3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8058">
                  <a:moveTo>
                    <a:pt x="1346" y="0"/>
                  </a:moveTo>
                  <a:lnTo>
                    <a:pt x="2691" y="4029"/>
                  </a:lnTo>
                  <a:lnTo>
                    <a:pt x="2691" y="8058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7768CAE4-3DD0-2056-2EA7-73E5404B6B3A}"/>
                </a:ext>
              </a:extLst>
            </p:cNvPr>
            <p:cNvSpPr/>
            <p:nvPr/>
          </p:nvSpPr>
          <p:spPr>
            <a:xfrm>
              <a:off x="11727650" y="5172993"/>
              <a:ext cx="5381" cy="12087"/>
            </a:xfrm>
            <a:custGeom>
              <a:avLst/>
              <a:gdLst>
                <a:gd name="connsiteX0" fmla="*/ 2691 w 5381"/>
                <a:gd name="connsiteY0" fmla="*/ 0 h 12087"/>
                <a:gd name="connsiteX1" fmla="*/ 5381 w 5381"/>
                <a:gd name="connsiteY1" fmla="*/ 2686 h 12087"/>
                <a:gd name="connsiteX2" fmla="*/ 5381 w 5381"/>
                <a:gd name="connsiteY2" fmla="*/ 12088 h 12087"/>
                <a:gd name="connsiteX3" fmla="*/ 1345 w 5381"/>
                <a:gd name="connsiteY3" fmla="*/ 6715 h 12087"/>
                <a:gd name="connsiteX4" fmla="*/ 0 w 5381"/>
                <a:gd name="connsiteY4" fmla="*/ 1343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12087">
                  <a:moveTo>
                    <a:pt x="2691" y="0"/>
                  </a:moveTo>
                  <a:lnTo>
                    <a:pt x="5381" y="2686"/>
                  </a:lnTo>
                  <a:lnTo>
                    <a:pt x="5381" y="12088"/>
                  </a:lnTo>
                  <a:lnTo>
                    <a:pt x="1345" y="6715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906B5492-88E0-ECBB-4E50-21C74EE7AD30}"/>
                </a:ext>
              </a:extLst>
            </p:cNvPr>
            <p:cNvSpPr/>
            <p:nvPr/>
          </p:nvSpPr>
          <p:spPr>
            <a:xfrm>
              <a:off x="11711506" y="5138073"/>
              <a:ext cx="10762" cy="10744"/>
            </a:xfrm>
            <a:custGeom>
              <a:avLst/>
              <a:gdLst>
                <a:gd name="connsiteX0" fmla="*/ 0 w 10762"/>
                <a:gd name="connsiteY0" fmla="*/ 2686 h 10744"/>
                <a:gd name="connsiteX1" fmla="*/ 6727 w 10762"/>
                <a:gd name="connsiteY1" fmla="*/ 0 h 10744"/>
                <a:gd name="connsiteX2" fmla="*/ 10763 w 10762"/>
                <a:gd name="connsiteY2" fmla="*/ 4029 h 10744"/>
                <a:gd name="connsiteX3" fmla="*/ 10763 w 10762"/>
                <a:gd name="connsiteY3" fmla="*/ 8059 h 10744"/>
                <a:gd name="connsiteX4" fmla="*/ 5382 w 10762"/>
                <a:gd name="connsiteY4" fmla="*/ 10745 h 10744"/>
                <a:gd name="connsiteX5" fmla="*/ 1345 w 10762"/>
                <a:gd name="connsiteY5" fmla="*/ 671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2" h="10744">
                  <a:moveTo>
                    <a:pt x="0" y="2686"/>
                  </a:moveTo>
                  <a:lnTo>
                    <a:pt x="6727" y="0"/>
                  </a:lnTo>
                  <a:lnTo>
                    <a:pt x="10763" y="4029"/>
                  </a:lnTo>
                  <a:lnTo>
                    <a:pt x="10763" y="8059"/>
                  </a:lnTo>
                  <a:lnTo>
                    <a:pt x="5382" y="10745"/>
                  </a:lnTo>
                  <a:lnTo>
                    <a:pt x="1345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369BC3E3-450D-2729-6116-2B05EA33EA65}"/>
                </a:ext>
              </a:extLst>
            </p:cNvPr>
            <p:cNvSpPr/>
            <p:nvPr/>
          </p:nvSpPr>
          <p:spPr>
            <a:xfrm>
              <a:off x="11718232" y="5057488"/>
              <a:ext cx="4035" cy="14773"/>
            </a:xfrm>
            <a:custGeom>
              <a:avLst/>
              <a:gdLst>
                <a:gd name="connsiteX0" fmla="*/ 0 w 4035"/>
                <a:gd name="connsiteY0" fmla="*/ 0 h 14773"/>
                <a:gd name="connsiteX1" fmla="*/ 4036 w 4035"/>
                <a:gd name="connsiteY1" fmla="*/ 9402 h 14773"/>
                <a:gd name="connsiteX2" fmla="*/ 0 w 4035"/>
                <a:gd name="connsiteY2" fmla="*/ 14774 h 14773"/>
                <a:gd name="connsiteX3" fmla="*/ 1345 w 4035"/>
                <a:gd name="connsiteY3" fmla="*/ 9402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14773">
                  <a:moveTo>
                    <a:pt x="0" y="0"/>
                  </a:moveTo>
                  <a:lnTo>
                    <a:pt x="4036" y="9402"/>
                  </a:lnTo>
                  <a:lnTo>
                    <a:pt x="0" y="14774"/>
                  </a:lnTo>
                  <a:lnTo>
                    <a:pt x="1345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88309D92-C69F-EF96-714E-9FB9C4B86E7E}"/>
                </a:ext>
              </a:extLst>
            </p:cNvPr>
            <p:cNvSpPr/>
            <p:nvPr/>
          </p:nvSpPr>
          <p:spPr>
            <a:xfrm>
              <a:off x="11706124" y="5069576"/>
              <a:ext cx="8072" cy="6715"/>
            </a:xfrm>
            <a:custGeom>
              <a:avLst/>
              <a:gdLst>
                <a:gd name="connsiteX0" fmla="*/ 0 w 8072"/>
                <a:gd name="connsiteY0" fmla="*/ 5372 h 6715"/>
                <a:gd name="connsiteX1" fmla="*/ 2691 w 8072"/>
                <a:gd name="connsiteY1" fmla="*/ 6715 h 6715"/>
                <a:gd name="connsiteX2" fmla="*/ 6727 w 8072"/>
                <a:gd name="connsiteY2" fmla="*/ 2686 h 6715"/>
                <a:gd name="connsiteX3" fmla="*/ 8073 w 8072"/>
                <a:gd name="connsiteY3" fmla="*/ 0 h 6715"/>
                <a:gd name="connsiteX4" fmla="*/ 1346 w 8072"/>
                <a:gd name="connsiteY4" fmla="*/ 1343 h 6715"/>
                <a:gd name="connsiteX5" fmla="*/ 0 w 8072"/>
                <a:gd name="connsiteY5" fmla="*/ 5372 h 6715"/>
                <a:gd name="connsiteX6" fmla="*/ 0 w 8072"/>
                <a:gd name="connsiteY6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6715">
                  <a:moveTo>
                    <a:pt x="0" y="5372"/>
                  </a:moveTo>
                  <a:lnTo>
                    <a:pt x="2691" y="6715"/>
                  </a:lnTo>
                  <a:lnTo>
                    <a:pt x="6727" y="2686"/>
                  </a:lnTo>
                  <a:lnTo>
                    <a:pt x="8073" y="0"/>
                  </a:lnTo>
                  <a:lnTo>
                    <a:pt x="1346" y="1343"/>
                  </a:lnTo>
                  <a:cubicBezTo>
                    <a:pt x="2691" y="2686"/>
                    <a:pt x="0" y="4029"/>
                    <a:pt x="0" y="5372"/>
                  </a:cubicBez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64EF45D0-C6CE-292E-C2F3-37793AFC1DC5}"/>
                </a:ext>
              </a:extLst>
            </p:cNvPr>
            <p:cNvSpPr/>
            <p:nvPr/>
          </p:nvSpPr>
          <p:spPr>
            <a:xfrm>
              <a:off x="11716887" y="5078977"/>
              <a:ext cx="4035" cy="10744"/>
            </a:xfrm>
            <a:custGeom>
              <a:avLst/>
              <a:gdLst>
                <a:gd name="connsiteX0" fmla="*/ 1345 w 4035"/>
                <a:gd name="connsiteY0" fmla="*/ 0 h 10744"/>
                <a:gd name="connsiteX1" fmla="*/ 4036 w 4035"/>
                <a:gd name="connsiteY1" fmla="*/ 1343 h 10744"/>
                <a:gd name="connsiteX2" fmla="*/ 4036 w 4035"/>
                <a:gd name="connsiteY2" fmla="*/ 6715 h 10744"/>
                <a:gd name="connsiteX3" fmla="*/ 4036 w 4035"/>
                <a:gd name="connsiteY3" fmla="*/ 10745 h 10744"/>
                <a:gd name="connsiteX4" fmla="*/ 1345 w 4035"/>
                <a:gd name="connsiteY4" fmla="*/ 10745 h 10744"/>
                <a:gd name="connsiteX5" fmla="*/ 0 w 4035"/>
                <a:gd name="connsiteY5" fmla="*/ 5372 h 10744"/>
                <a:gd name="connsiteX6" fmla="*/ 1345 w 4035"/>
                <a:gd name="connsiteY6" fmla="*/ 0 h 10744"/>
                <a:gd name="connsiteX7" fmla="*/ 1345 w 4035"/>
                <a:gd name="connsiteY7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35" h="10744">
                  <a:moveTo>
                    <a:pt x="1345" y="0"/>
                  </a:moveTo>
                  <a:lnTo>
                    <a:pt x="4036" y="1343"/>
                  </a:lnTo>
                  <a:lnTo>
                    <a:pt x="4036" y="6715"/>
                  </a:lnTo>
                  <a:lnTo>
                    <a:pt x="4036" y="10745"/>
                  </a:lnTo>
                  <a:lnTo>
                    <a:pt x="1345" y="10745"/>
                  </a:lnTo>
                  <a:lnTo>
                    <a:pt x="0" y="5372"/>
                  </a:lnTo>
                  <a:lnTo>
                    <a:pt x="1345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39E64437-9F2C-E2B2-BDB7-C67755F9A3B3}"/>
                </a:ext>
              </a:extLst>
            </p:cNvPr>
            <p:cNvSpPr/>
            <p:nvPr/>
          </p:nvSpPr>
          <p:spPr>
            <a:xfrm>
              <a:off x="11714196" y="5113897"/>
              <a:ext cx="8071" cy="5372"/>
            </a:xfrm>
            <a:custGeom>
              <a:avLst/>
              <a:gdLst>
                <a:gd name="connsiteX0" fmla="*/ 0 w 8071"/>
                <a:gd name="connsiteY0" fmla="*/ 4029 h 5372"/>
                <a:gd name="connsiteX1" fmla="*/ 1345 w 8071"/>
                <a:gd name="connsiteY1" fmla="*/ 0 h 5372"/>
                <a:gd name="connsiteX2" fmla="*/ 6727 w 8071"/>
                <a:gd name="connsiteY2" fmla="*/ 2686 h 5372"/>
                <a:gd name="connsiteX3" fmla="*/ 8072 w 8071"/>
                <a:gd name="connsiteY3" fmla="*/ 5372 h 5372"/>
                <a:gd name="connsiteX4" fmla="*/ 1345 w 8071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1" h="5372">
                  <a:moveTo>
                    <a:pt x="0" y="4029"/>
                  </a:moveTo>
                  <a:lnTo>
                    <a:pt x="1345" y="0"/>
                  </a:lnTo>
                  <a:lnTo>
                    <a:pt x="6727" y="2686"/>
                  </a:lnTo>
                  <a:lnTo>
                    <a:pt x="8072" y="5372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E3760EF7-7BD3-D81A-C2C5-450308956088}"/>
                </a:ext>
              </a:extLst>
            </p:cNvPr>
            <p:cNvSpPr/>
            <p:nvPr/>
          </p:nvSpPr>
          <p:spPr>
            <a:xfrm>
              <a:off x="11708815" y="5097780"/>
              <a:ext cx="10762" cy="9401"/>
            </a:xfrm>
            <a:custGeom>
              <a:avLst/>
              <a:gdLst>
                <a:gd name="connsiteX0" fmla="*/ 0 w 10762"/>
                <a:gd name="connsiteY0" fmla="*/ 4029 h 9401"/>
                <a:gd name="connsiteX1" fmla="*/ 6727 w 10762"/>
                <a:gd name="connsiteY1" fmla="*/ 0 h 9401"/>
                <a:gd name="connsiteX2" fmla="*/ 8073 w 10762"/>
                <a:gd name="connsiteY2" fmla="*/ 4029 h 9401"/>
                <a:gd name="connsiteX3" fmla="*/ 10763 w 10762"/>
                <a:gd name="connsiteY3" fmla="*/ 4029 h 9401"/>
                <a:gd name="connsiteX4" fmla="*/ 10763 w 10762"/>
                <a:gd name="connsiteY4" fmla="*/ 8059 h 9401"/>
                <a:gd name="connsiteX5" fmla="*/ 8073 w 10762"/>
                <a:gd name="connsiteY5" fmla="*/ 8059 h 9401"/>
                <a:gd name="connsiteX6" fmla="*/ 6727 w 10762"/>
                <a:gd name="connsiteY6" fmla="*/ 9402 h 9401"/>
                <a:gd name="connsiteX7" fmla="*/ 2691 w 10762"/>
                <a:gd name="connsiteY7" fmla="*/ 9402 h 9401"/>
                <a:gd name="connsiteX8" fmla="*/ 0 w 10762"/>
                <a:gd name="connsiteY8" fmla="*/ 805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2" h="9401">
                  <a:moveTo>
                    <a:pt x="0" y="4029"/>
                  </a:moveTo>
                  <a:lnTo>
                    <a:pt x="6727" y="0"/>
                  </a:lnTo>
                  <a:lnTo>
                    <a:pt x="8073" y="4029"/>
                  </a:lnTo>
                  <a:lnTo>
                    <a:pt x="10763" y="4029"/>
                  </a:lnTo>
                  <a:lnTo>
                    <a:pt x="10763" y="8059"/>
                  </a:lnTo>
                  <a:lnTo>
                    <a:pt x="8073" y="8059"/>
                  </a:lnTo>
                  <a:lnTo>
                    <a:pt x="6727" y="9402"/>
                  </a:lnTo>
                  <a:lnTo>
                    <a:pt x="2691" y="9402"/>
                  </a:lnTo>
                  <a:lnTo>
                    <a:pt x="0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4EBAC1E6-C679-3A54-A581-BFABBDF94AE5}"/>
                </a:ext>
              </a:extLst>
            </p:cNvPr>
            <p:cNvSpPr/>
            <p:nvPr/>
          </p:nvSpPr>
          <p:spPr>
            <a:xfrm>
              <a:off x="11691325" y="5089722"/>
              <a:ext cx="14798" cy="22832"/>
            </a:xfrm>
            <a:custGeom>
              <a:avLst/>
              <a:gdLst>
                <a:gd name="connsiteX0" fmla="*/ 0 w 14798"/>
                <a:gd name="connsiteY0" fmla="*/ 0 h 22832"/>
                <a:gd name="connsiteX1" fmla="*/ 4036 w 14798"/>
                <a:gd name="connsiteY1" fmla="*/ 0 h 22832"/>
                <a:gd name="connsiteX2" fmla="*/ 8072 w 14798"/>
                <a:gd name="connsiteY2" fmla="*/ 4029 h 22832"/>
                <a:gd name="connsiteX3" fmla="*/ 8072 w 14798"/>
                <a:gd name="connsiteY3" fmla="*/ 8058 h 22832"/>
                <a:gd name="connsiteX4" fmla="*/ 12109 w 14798"/>
                <a:gd name="connsiteY4" fmla="*/ 14774 h 22832"/>
                <a:gd name="connsiteX5" fmla="*/ 14799 w 14798"/>
                <a:gd name="connsiteY5" fmla="*/ 18803 h 22832"/>
                <a:gd name="connsiteX6" fmla="*/ 10763 w 14798"/>
                <a:gd name="connsiteY6" fmla="*/ 20146 h 22832"/>
                <a:gd name="connsiteX7" fmla="*/ 4036 w 14798"/>
                <a:gd name="connsiteY7" fmla="*/ 22832 h 22832"/>
                <a:gd name="connsiteX8" fmla="*/ 2691 w 14798"/>
                <a:gd name="connsiteY8" fmla="*/ 18803 h 22832"/>
                <a:gd name="connsiteX9" fmla="*/ 4036 w 14798"/>
                <a:gd name="connsiteY9" fmla="*/ 12088 h 22832"/>
                <a:gd name="connsiteX10" fmla="*/ 5382 w 14798"/>
                <a:gd name="connsiteY10" fmla="*/ 8058 h 22832"/>
                <a:gd name="connsiteX11" fmla="*/ 2691 w 14798"/>
                <a:gd name="connsiteY11" fmla="*/ 5372 h 22832"/>
                <a:gd name="connsiteX12" fmla="*/ 0 w 14798"/>
                <a:gd name="connsiteY12" fmla="*/ 5372 h 22832"/>
                <a:gd name="connsiteX13" fmla="*/ 0 w 14798"/>
                <a:gd name="connsiteY13" fmla="*/ 2686 h 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798" h="22832">
                  <a:moveTo>
                    <a:pt x="0" y="0"/>
                  </a:moveTo>
                  <a:lnTo>
                    <a:pt x="4036" y="0"/>
                  </a:lnTo>
                  <a:lnTo>
                    <a:pt x="8072" y="4029"/>
                  </a:lnTo>
                  <a:lnTo>
                    <a:pt x="8072" y="8058"/>
                  </a:lnTo>
                  <a:lnTo>
                    <a:pt x="12109" y="14774"/>
                  </a:lnTo>
                  <a:lnTo>
                    <a:pt x="14799" y="18803"/>
                  </a:lnTo>
                  <a:lnTo>
                    <a:pt x="10763" y="20146"/>
                  </a:lnTo>
                  <a:lnTo>
                    <a:pt x="4036" y="22832"/>
                  </a:lnTo>
                  <a:lnTo>
                    <a:pt x="2691" y="18803"/>
                  </a:lnTo>
                  <a:lnTo>
                    <a:pt x="4036" y="12088"/>
                  </a:lnTo>
                  <a:lnTo>
                    <a:pt x="5382" y="8058"/>
                  </a:lnTo>
                  <a:lnTo>
                    <a:pt x="2691" y="5372"/>
                  </a:lnTo>
                  <a:lnTo>
                    <a:pt x="0" y="5372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B15D7DFF-2A90-D073-0DC1-4C03F9375739}"/>
                </a:ext>
              </a:extLst>
            </p:cNvPr>
            <p:cNvSpPr/>
            <p:nvPr/>
          </p:nvSpPr>
          <p:spPr>
            <a:xfrm>
              <a:off x="11676526" y="5051842"/>
              <a:ext cx="18834" cy="29821"/>
            </a:xfrm>
            <a:custGeom>
              <a:avLst/>
              <a:gdLst>
                <a:gd name="connsiteX0" fmla="*/ 2690 w 18834"/>
                <a:gd name="connsiteY0" fmla="*/ 274 h 29821"/>
                <a:gd name="connsiteX1" fmla="*/ 0 w 18834"/>
                <a:gd name="connsiteY1" fmla="*/ 11019 h 29821"/>
                <a:gd name="connsiteX2" fmla="*/ 2690 w 18834"/>
                <a:gd name="connsiteY2" fmla="*/ 17734 h 29821"/>
                <a:gd name="connsiteX3" fmla="*/ 2690 w 18834"/>
                <a:gd name="connsiteY3" fmla="*/ 23107 h 29821"/>
                <a:gd name="connsiteX4" fmla="*/ 5381 w 18834"/>
                <a:gd name="connsiteY4" fmla="*/ 29822 h 29821"/>
                <a:gd name="connsiteX5" fmla="*/ 9417 w 18834"/>
                <a:gd name="connsiteY5" fmla="*/ 29822 h 29821"/>
                <a:gd name="connsiteX6" fmla="*/ 12108 w 18834"/>
                <a:gd name="connsiteY6" fmla="*/ 25792 h 29821"/>
                <a:gd name="connsiteX7" fmla="*/ 16144 w 18834"/>
                <a:gd name="connsiteY7" fmla="*/ 27136 h 29821"/>
                <a:gd name="connsiteX8" fmla="*/ 18835 w 18834"/>
                <a:gd name="connsiteY8" fmla="*/ 24450 h 29821"/>
                <a:gd name="connsiteX9" fmla="*/ 18835 w 18834"/>
                <a:gd name="connsiteY9" fmla="*/ 17734 h 29821"/>
                <a:gd name="connsiteX10" fmla="*/ 16144 w 18834"/>
                <a:gd name="connsiteY10" fmla="*/ 15048 h 29821"/>
                <a:gd name="connsiteX11" fmla="*/ 17490 w 18834"/>
                <a:gd name="connsiteY11" fmla="*/ 9676 h 29821"/>
                <a:gd name="connsiteX12" fmla="*/ 14799 w 18834"/>
                <a:gd name="connsiteY12" fmla="*/ 5646 h 29821"/>
                <a:gd name="connsiteX13" fmla="*/ 13454 w 18834"/>
                <a:gd name="connsiteY13" fmla="*/ 8333 h 29821"/>
                <a:gd name="connsiteX14" fmla="*/ 13454 w 18834"/>
                <a:gd name="connsiteY14" fmla="*/ 12362 h 29821"/>
                <a:gd name="connsiteX15" fmla="*/ 9417 w 18834"/>
                <a:gd name="connsiteY15" fmla="*/ 13705 h 29821"/>
                <a:gd name="connsiteX16" fmla="*/ 6727 w 18834"/>
                <a:gd name="connsiteY16" fmla="*/ 12362 h 29821"/>
                <a:gd name="connsiteX17" fmla="*/ 6727 w 18834"/>
                <a:gd name="connsiteY17" fmla="*/ 2960 h 29821"/>
                <a:gd name="connsiteX18" fmla="*/ 2690 w 18834"/>
                <a:gd name="connsiteY18" fmla="*/ 274 h 2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834" h="29821">
                  <a:moveTo>
                    <a:pt x="2690" y="274"/>
                  </a:moveTo>
                  <a:lnTo>
                    <a:pt x="0" y="11019"/>
                  </a:lnTo>
                  <a:lnTo>
                    <a:pt x="2690" y="17734"/>
                  </a:lnTo>
                  <a:lnTo>
                    <a:pt x="2690" y="23107"/>
                  </a:lnTo>
                  <a:lnTo>
                    <a:pt x="5381" y="29822"/>
                  </a:lnTo>
                  <a:lnTo>
                    <a:pt x="9417" y="29822"/>
                  </a:lnTo>
                  <a:lnTo>
                    <a:pt x="12108" y="25792"/>
                  </a:lnTo>
                  <a:lnTo>
                    <a:pt x="16144" y="27136"/>
                  </a:lnTo>
                  <a:lnTo>
                    <a:pt x="18835" y="24450"/>
                  </a:lnTo>
                  <a:lnTo>
                    <a:pt x="18835" y="17734"/>
                  </a:lnTo>
                  <a:lnTo>
                    <a:pt x="16144" y="15048"/>
                  </a:lnTo>
                  <a:lnTo>
                    <a:pt x="17490" y="9676"/>
                  </a:lnTo>
                  <a:lnTo>
                    <a:pt x="14799" y="5646"/>
                  </a:lnTo>
                  <a:lnTo>
                    <a:pt x="13454" y="8333"/>
                  </a:lnTo>
                  <a:lnTo>
                    <a:pt x="13454" y="12362"/>
                  </a:lnTo>
                  <a:lnTo>
                    <a:pt x="9417" y="13705"/>
                  </a:lnTo>
                  <a:lnTo>
                    <a:pt x="6727" y="12362"/>
                  </a:lnTo>
                  <a:lnTo>
                    <a:pt x="6727" y="2960"/>
                  </a:lnTo>
                  <a:cubicBezTo>
                    <a:pt x="5381" y="2960"/>
                    <a:pt x="2690" y="-1069"/>
                    <a:pt x="2690" y="274"/>
                  </a:cubicBez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261" name="Graphic 5">
            <a:extLst>
              <a:ext uri="{FF2B5EF4-FFF2-40B4-BE49-F238E27FC236}">
                <a16:creationId xmlns:a16="http://schemas.microsoft.com/office/drawing/2014/main" id="{83CEF2F6-FC9F-26F7-B2A0-C521F9FDE816}"/>
              </a:ext>
            </a:extLst>
          </p:cNvPr>
          <p:cNvGrpSpPr/>
          <p:nvPr/>
        </p:nvGrpSpPr>
        <p:grpSpPr>
          <a:xfrm>
            <a:off x="11422250" y="4811705"/>
            <a:ext cx="252930" cy="151767"/>
            <a:chOff x="11422250" y="4811705"/>
            <a:chExt cx="252930" cy="151767"/>
          </a:xfrm>
          <a:solidFill>
            <a:srgbClr val="E5E5E4"/>
          </a:solidFill>
        </p:grpSpPr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3389011A-23A6-5F06-4D9A-839D0843600F}"/>
                </a:ext>
              </a:extLst>
            </p:cNvPr>
            <p:cNvSpPr/>
            <p:nvPr/>
          </p:nvSpPr>
          <p:spPr>
            <a:xfrm>
              <a:off x="11664417" y="4935268"/>
              <a:ext cx="10762" cy="6715"/>
            </a:xfrm>
            <a:custGeom>
              <a:avLst/>
              <a:gdLst>
                <a:gd name="connsiteX0" fmla="*/ 0 w 10762"/>
                <a:gd name="connsiteY0" fmla="*/ 2686 h 6715"/>
                <a:gd name="connsiteX1" fmla="*/ 4036 w 10762"/>
                <a:gd name="connsiteY1" fmla="*/ 0 h 6715"/>
                <a:gd name="connsiteX2" fmla="*/ 9418 w 10762"/>
                <a:gd name="connsiteY2" fmla="*/ 0 h 6715"/>
                <a:gd name="connsiteX3" fmla="*/ 10763 w 10762"/>
                <a:gd name="connsiteY3" fmla="*/ 2686 h 6715"/>
                <a:gd name="connsiteX4" fmla="*/ 6727 w 10762"/>
                <a:gd name="connsiteY4" fmla="*/ 6715 h 6715"/>
                <a:gd name="connsiteX5" fmla="*/ 1345 w 10762"/>
                <a:gd name="connsiteY5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2" h="6715">
                  <a:moveTo>
                    <a:pt x="0" y="2686"/>
                  </a:moveTo>
                  <a:lnTo>
                    <a:pt x="4036" y="0"/>
                  </a:lnTo>
                  <a:lnTo>
                    <a:pt x="9418" y="0"/>
                  </a:lnTo>
                  <a:lnTo>
                    <a:pt x="10763" y="2686"/>
                  </a:lnTo>
                  <a:lnTo>
                    <a:pt x="6727" y="6715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F1E22EEE-6989-B299-8FB6-FCD59B9AAF8F}"/>
                </a:ext>
              </a:extLst>
            </p:cNvPr>
            <p:cNvSpPr/>
            <p:nvPr/>
          </p:nvSpPr>
          <p:spPr>
            <a:xfrm>
              <a:off x="11517771" y="4956757"/>
              <a:ext cx="14799" cy="6715"/>
            </a:xfrm>
            <a:custGeom>
              <a:avLst/>
              <a:gdLst>
                <a:gd name="connsiteX0" fmla="*/ 0 w 14799"/>
                <a:gd name="connsiteY0" fmla="*/ 0 h 6715"/>
                <a:gd name="connsiteX1" fmla="*/ 5382 w 14799"/>
                <a:gd name="connsiteY1" fmla="*/ 0 h 6715"/>
                <a:gd name="connsiteX2" fmla="*/ 9418 w 14799"/>
                <a:gd name="connsiteY2" fmla="*/ 2686 h 6715"/>
                <a:gd name="connsiteX3" fmla="*/ 14800 w 14799"/>
                <a:gd name="connsiteY3" fmla="*/ 5373 h 6715"/>
                <a:gd name="connsiteX4" fmla="*/ 10764 w 14799"/>
                <a:gd name="connsiteY4" fmla="*/ 6715 h 6715"/>
                <a:gd name="connsiteX5" fmla="*/ 6727 w 14799"/>
                <a:gd name="connsiteY5" fmla="*/ 5373 h 6715"/>
                <a:gd name="connsiteX6" fmla="*/ 2691 w 14799"/>
                <a:gd name="connsiteY6" fmla="*/ 5373 h 6715"/>
                <a:gd name="connsiteX7" fmla="*/ 0 w 14799"/>
                <a:gd name="connsiteY7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9" h="6715">
                  <a:moveTo>
                    <a:pt x="0" y="0"/>
                  </a:moveTo>
                  <a:lnTo>
                    <a:pt x="5382" y="0"/>
                  </a:lnTo>
                  <a:lnTo>
                    <a:pt x="9418" y="2686"/>
                  </a:lnTo>
                  <a:lnTo>
                    <a:pt x="14800" y="5373"/>
                  </a:lnTo>
                  <a:lnTo>
                    <a:pt x="10764" y="6715"/>
                  </a:lnTo>
                  <a:lnTo>
                    <a:pt x="6727" y="5373"/>
                  </a:lnTo>
                  <a:lnTo>
                    <a:pt x="2691" y="5373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70273B54-AF22-8926-EC68-79BBF54CB350}"/>
                </a:ext>
              </a:extLst>
            </p:cNvPr>
            <p:cNvSpPr/>
            <p:nvPr/>
          </p:nvSpPr>
          <p:spPr>
            <a:xfrm>
              <a:off x="11552751" y="4923180"/>
              <a:ext cx="25561" cy="17460"/>
            </a:xfrm>
            <a:custGeom>
              <a:avLst/>
              <a:gdLst>
                <a:gd name="connsiteX0" fmla="*/ 0 w 25561"/>
                <a:gd name="connsiteY0" fmla="*/ 0 h 17460"/>
                <a:gd name="connsiteX1" fmla="*/ 5381 w 25561"/>
                <a:gd name="connsiteY1" fmla="*/ 0 h 17460"/>
                <a:gd name="connsiteX2" fmla="*/ 10763 w 25561"/>
                <a:gd name="connsiteY2" fmla="*/ 5373 h 17460"/>
                <a:gd name="connsiteX3" fmla="*/ 21526 w 25561"/>
                <a:gd name="connsiteY3" fmla="*/ 6715 h 17460"/>
                <a:gd name="connsiteX4" fmla="*/ 24217 w 25561"/>
                <a:gd name="connsiteY4" fmla="*/ 12088 h 17460"/>
                <a:gd name="connsiteX5" fmla="*/ 24217 w 25561"/>
                <a:gd name="connsiteY5" fmla="*/ 14774 h 17460"/>
                <a:gd name="connsiteX6" fmla="*/ 25562 w 25561"/>
                <a:gd name="connsiteY6" fmla="*/ 16117 h 17460"/>
                <a:gd name="connsiteX7" fmla="*/ 18835 w 25561"/>
                <a:gd name="connsiteY7" fmla="*/ 17460 h 17460"/>
                <a:gd name="connsiteX8" fmla="*/ 10763 w 25561"/>
                <a:gd name="connsiteY8" fmla="*/ 14774 h 17460"/>
                <a:gd name="connsiteX9" fmla="*/ 4036 w 25561"/>
                <a:gd name="connsiteY9" fmla="*/ 8059 h 17460"/>
                <a:gd name="connsiteX10" fmla="*/ 2691 w 25561"/>
                <a:gd name="connsiteY10" fmla="*/ 4029 h 1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561" h="17460">
                  <a:moveTo>
                    <a:pt x="0" y="0"/>
                  </a:moveTo>
                  <a:lnTo>
                    <a:pt x="5381" y="0"/>
                  </a:lnTo>
                  <a:lnTo>
                    <a:pt x="10763" y="5373"/>
                  </a:lnTo>
                  <a:lnTo>
                    <a:pt x="21526" y="6715"/>
                  </a:lnTo>
                  <a:lnTo>
                    <a:pt x="24217" y="12088"/>
                  </a:lnTo>
                  <a:lnTo>
                    <a:pt x="24217" y="14774"/>
                  </a:lnTo>
                  <a:lnTo>
                    <a:pt x="25562" y="16117"/>
                  </a:lnTo>
                  <a:lnTo>
                    <a:pt x="18835" y="17460"/>
                  </a:lnTo>
                  <a:lnTo>
                    <a:pt x="10763" y="14774"/>
                  </a:lnTo>
                  <a:lnTo>
                    <a:pt x="4036" y="8059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609F8A64-764A-0E93-05CE-0CBA3DD1481A}"/>
                </a:ext>
              </a:extLst>
            </p:cNvPr>
            <p:cNvSpPr/>
            <p:nvPr/>
          </p:nvSpPr>
          <p:spPr>
            <a:xfrm>
              <a:off x="11512390" y="4892290"/>
              <a:ext cx="29598" cy="21489"/>
            </a:xfrm>
            <a:custGeom>
              <a:avLst/>
              <a:gdLst>
                <a:gd name="connsiteX0" fmla="*/ 4036 w 29598"/>
                <a:gd name="connsiteY0" fmla="*/ 0 h 21489"/>
                <a:gd name="connsiteX1" fmla="*/ 8072 w 29598"/>
                <a:gd name="connsiteY1" fmla="*/ 5372 h 21489"/>
                <a:gd name="connsiteX2" fmla="*/ 14799 w 29598"/>
                <a:gd name="connsiteY2" fmla="*/ 5372 h 21489"/>
                <a:gd name="connsiteX3" fmla="*/ 22872 w 29598"/>
                <a:gd name="connsiteY3" fmla="*/ 8059 h 21489"/>
                <a:gd name="connsiteX4" fmla="*/ 25562 w 29598"/>
                <a:gd name="connsiteY4" fmla="*/ 12088 h 21489"/>
                <a:gd name="connsiteX5" fmla="*/ 28253 w 29598"/>
                <a:gd name="connsiteY5" fmla="*/ 12088 h 21489"/>
                <a:gd name="connsiteX6" fmla="*/ 29598 w 29598"/>
                <a:gd name="connsiteY6" fmla="*/ 16117 h 21489"/>
                <a:gd name="connsiteX7" fmla="*/ 28253 w 29598"/>
                <a:gd name="connsiteY7" fmla="*/ 21489 h 21489"/>
                <a:gd name="connsiteX8" fmla="*/ 22872 w 29598"/>
                <a:gd name="connsiteY8" fmla="*/ 21489 h 21489"/>
                <a:gd name="connsiteX9" fmla="*/ 18835 w 29598"/>
                <a:gd name="connsiteY9" fmla="*/ 16117 h 21489"/>
                <a:gd name="connsiteX10" fmla="*/ 12108 w 29598"/>
                <a:gd name="connsiteY10" fmla="*/ 17460 h 21489"/>
                <a:gd name="connsiteX11" fmla="*/ 5381 w 29598"/>
                <a:gd name="connsiteY11" fmla="*/ 14774 h 21489"/>
                <a:gd name="connsiteX12" fmla="*/ 0 w 29598"/>
                <a:gd name="connsiteY12" fmla="*/ 6715 h 21489"/>
                <a:gd name="connsiteX13" fmla="*/ 1345 w 29598"/>
                <a:gd name="connsiteY13" fmla="*/ 1343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98" h="21489">
                  <a:moveTo>
                    <a:pt x="4036" y="0"/>
                  </a:moveTo>
                  <a:lnTo>
                    <a:pt x="8072" y="5372"/>
                  </a:lnTo>
                  <a:lnTo>
                    <a:pt x="14799" y="5372"/>
                  </a:lnTo>
                  <a:lnTo>
                    <a:pt x="22872" y="8059"/>
                  </a:lnTo>
                  <a:lnTo>
                    <a:pt x="25562" y="12088"/>
                  </a:lnTo>
                  <a:lnTo>
                    <a:pt x="28253" y="12088"/>
                  </a:lnTo>
                  <a:lnTo>
                    <a:pt x="29598" y="16117"/>
                  </a:lnTo>
                  <a:lnTo>
                    <a:pt x="28253" y="21489"/>
                  </a:lnTo>
                  <a:lnTo>
                    <a:pt x="22872" y="21489"/>
                  </a:lnTo>
                  <a:lnTo>
                    <a:pt x="18835" y="16117"/>
                  </a:lnTo>
                  <a:lnTo>
                    <a:pt x="12108" y="17460"/>
                  </a:lnTo>
                  <a:lnTo>
                    <a:pt x="5381" y="14774"/>
                  </a:lnTo>
                  <a:lnTo>
                    <a:pt x="0" y="6715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E4BACEDF-96D7-85F5-3A3A-70E04817F110}"/>
                </a:ext>
              </a:extLst>
            </p:cNvPr>
            <p:cNvSpPr/>
            <p:nvPr/>
          </p:nvSpPr>
          <p:spPr>
            <a:xfrm>
              <a:off x="11527189" y="4885574"/>
              <a:ext cx="6726" cy="5372"/>
            </a:xfrm>
            <a:custGeom>
              <a:avLst/>
              <a:gdLst>
                <a:gd name="connsiteX0" fmla="*/ 6727 w 6726"/>
                <a:gd name="connsiteY0" fmla="*/ 1343 h 5372"/>
                <a:gd name="connsiteX1" fmla="*/ 0 w 6726"/>
                <a:gd name="connsiteY1" fmla="*/ 0 h 5372"/>
                <a:gd name="connsiteX2" fmla="*/ 1346 w 6726"/>
                <a:gd name="connsiteY2" fmla="*/ 4029 h 5372"/>
                <a:gd name="connsiteX3" fmla="*/ 6727 w 6726"/>
                <a:gd name="connsiteY3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5372">
                  <a:moveTo>
                    <a:pt x="6727" y="1343"/>
                  </a:moveTo>
                  <a:lnTo>
                    <a:pt x="0" y="0"/>
                  </a:lnTo>
                  <a:lnTo>
                    <a:pt x="1346" y="4029"/>
                  </a:lnTo>
                  <a:lnTo>
                    <a:pt x="6727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E208B134-3A0C-FBF3-14E4-5A602CD9247D}"/>
                </a:ext>
              </a:extLst>
            </p:cNvPr>
            <p:cNvSpPr/>
            <p:nvPr/>
          </p:nvSpPr>
          <p:spPr>
            <a:xfrm>
              <a:off x="11536607" y="4869457"/>
              <a:ext cx="26907" cy="36263"/>
            </a:xfrm>
            <a:custGeom>
              <a:avLst/>
              <a:gdLst>
                <a:gd name="connsiteX0" fmla="*/ 0 w 26907"/>
                <a:gd name="connsiteY0" fmla="*/ 0 h 36263"/>
                <a:gd name="connsiteX1" fmla="*/ 0 w 26907"/>
                <a:gd name="connsiteY1" fmla="*/ 1343 h 36263"/>
                <a:gd name="connsiteX2" fmla="*/ 4036 w 26907"/>
                <a:gd name="connsiteY2" fmla="*/ 4029 h 36263"/>
                <a:gd name="connsiteX3" fmla="*/ 2691 w 26907"/>
                <a:gd name="connsiteY3" fmla="*/ 6715 h 36263"/>
                <a:gd name="connsiteX4" fmla="*/ 5382 w 26907"/>
                <a:gd name="connsiteY4" fmla="*/ 12088 h 36263"/>
                <a:gd name="connsiteX5" fmla="*/ 6727 w 26907"/>
                <a:gd name="connsiteY5" fmla="*/ 20146 h 36263"/>
                <a:gd name="connsiteX6" fmla="*/ 17490 w 26907"/>
                <a:gd name="connsiteY6" fmla="*/ 28205 h 36263"/>
                <a:gd name="connsiteX7" fmla="*/ 21526 w 26907"/>
                <a:gd name="connsiteY7" fmla="*/ 29548 h 36263"/>
                <a:gd name="connsiteX8" fmla="*/ 22872 w 26907"/>
                <a:gd name="connsiteY8" fmla="*/ 34920 h 36263"/>
                <a:gd name="connsiteX9" fmla="*/ 26908 w 26907"/>
                <a:gd name="connsiteY9" fmla="*/ 36263 h 36263"/>
                <a:gd name="connsiteX10" fmla="*/ 26908 w 26907"/>
                <a:gd name="connsiteY10" fmla="*/ 30891 h 36263"/>
                <a:gd name="connsiteX11" fmla="*/ 22872 w 26907"/>
                <a:gd name="connsiteY11" fmla="*/ 25519 h 36263"/>
                <a:gd name="connsiteX12" fmla="*/ 18836 w 26907"/>
                <a:gd name="connsiteY12" fmla="*/ 22832 h 36263"/>
                <a:gd name="connsiteX13" fmla="*/ 16145 w 26907"/>
                <a:gd name="connsiteY13" fmla="*/ 18803 h 36263"/>
                <a:gd name="connsiteX14" fmla="*/ 9418 w 26907"/>
                <a:gd name="connsiteY14" fmla="*/ 9402 h 36263"/>
                <a:gd name="connsiteX15" fmla="*/ 10763 w 26907"/>
                <a:gd name="connsiteY15" fmla="*/ 5373 h 36263"/>
                <a:gd name="connsiteX16" fmla="*/ 5382 w 26907"/>
                <a:gd name="connsiteY16" fmla="*/ 0 h 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907" h="36263">
                  <a:moveTo>
                    <a:pt x="0" y="0"/>
                  </a:moveTo>
                  <a:lnTo>
                    <a:pt x="0" y="1343"/>
                  </a:lnTo>
                  <a:lnTo>
                    <a:pt x="4036" y="4029"/>
                  </a:lnTo>
                  <a:lnTo>
                    <a:pt x="2691" y="6715"/>
                  </a:lnTo>
                  <a:lnTo>
                    <a:pt x="5382" y="12088"/>
                  </a:lnTo>
                  <a:lnTo>
                    <a:pt x="6727" y="20146"/>
                  </a:lnTo>
                  <a:lnTo>
                    <a:pt x="17490" y="28205"/>
                  </a:lnTo>
                  <a:lnTo>
                    <a:pt x="21526" y="29548"/>
                  </a:lnTo>
                  <a:lnTo>
                    <a:pt x="22872" y="34920"/>
                  </a:lnTo>
                  <a:lnTo>
                    <a:pt x="26908" y="36263"/>
                  </a:lnTo>
                  <a:lnTo>
                    <a:pt x="26908" y="30891"/>
                  </a:lnTo>
                  <a:lnTo>
                    <a:pt x="22872" y="25519"/>
                  </a:lnTo>
                  <a:lnTo>
                    <a:pt x="18836" y="22832"/>
                  </a:lnTo>
                  <a:lnTo>
                    <a:pt x="16145" y="18803"/>
                  </a:lnTo>
                  <a:lnTo>
                    <a:pt x="9418" y="9402"/>
                  </a:lnTo>
                  <a:lnTo>
                    <a:pt x="10763" y="5373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6AF1882B-2E3A-8769-0C3A-DBE635734F21}"/>
                </a:ext>
              </a:extLst>
            </p:cNvPr>
            <p:cNvSpPr/>
            <p:nvPr/>
          </p:nvSpPr>
          <p:spPr>
            <a:xfrm>
              <a:off x="11482791" y="4845282"/>
              <a:ext cx="33634" cy="26861"/>
            </a:xfrm>
            <a:custGeom>
              <a:avLst/>
              <a:gdLst>
                <a:gd name="connsiteX0" fmla="*/ 0 w 33634"/>
                <a:gd name="connsiteY0" fmla="*/ 0 h 26861"/>
                <a:gd name="connsiteX1" fmla="*/ 9418 w 33634"/>
                <a:gd name="connsiteY1" fmla="*/ 1343 h 26861"/>
                <a:gd name="connsiteX2" fmla="*/ 16145 w 33634"/>
                <a:gd name="connsiteY2" fmla="*/ 6715 h 26861"/>
                <a:gd name="connsiteX3" fmla="*/ 24217 w 33634"/>
                <a:gd name="connsiteY3" fmla="*/ 10744 h 26861"/>
                <a:gd name="connsiteX4" fmla="*/ 33634 w 33634"/>
                <a:gd name="connsiteY4" fmla="*/ 21489 h 26861"/>
                <a:gd name="connsiteX5" fmla="*/ 30943 w 33634"/>
                <a:gd name="connsiteY5" fmla="*/ 24175 h 26861"/>
                <a:gd name="connsiteX6" fmla="*/ 32289 w 33634"/>
                <a:gd name="connsiteY6" fmla="*/ 26862 h 26861"/>
                <a:gd name="connsiteX7" fmla="*/ 28253 w 33634"/>
                <a:gd name="connsiteY7" fmla="*/ 24175 h 26861"/>
                <a:gd name="connsiteX8" fmla="*/ 25562 w 33634"/>
                <a:gd name="connsiteY8" fmla="*/ 26862 h 26861"/>
                <a:gd name="connsiteX9" fmla="*/ 24217 w 33634"/>
                <a:gd name="connsiteY9" fmla="*/ 24175 h 26861"/>
                <a:gd name="connsiteX10" fmla="*/ 21526 w 33634"/>
                <a:gd name="connsiteY10" fmla="*/ 21489 h 26861"/>
                <a:gd name="connsiteX11" fmla="*/ 16145 w 33634"/>
                <a:gd name="connsiteY11" fmla="*/ 17460 h 26861"/>
                <a:gd name="connsiteX12" fmla="*/ 4036 w 33634"/>
                <a:gd name="connsiteY12" fmla="*/ 5372 h 26861"/>
                <a:gd name="connsiteX13" fmla="*/ 0 w 33634"/>
                <a:gd name="connsiteY13" fmla="*/ 0 h 26861"/>
                <a:gd name="connsiteX14" fmla="*/ 0 w 33634"/>
                <a:gd name="connsiteY14" fmla="*/ 0 h 2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634" h="26861">
                  <a:moveTo>
                    <a:pt x="0" y="0"/>
                  </a:moveTo>
                  <a:lnTo>
                    <a:pt x="9418" y="1343"/>
                  </a:lnTo>
                  <a:lnTo>
                    <a:pt x="16145" y="6715"/>
                  </a:lnTo>
                  <a:lnTo>
                    <a:pt x="24217" y="10744"/>
                  </a:lnTo>
                  <a:lnTo>
                    <a:pt x="33634" y="21489"/>
                  </a:lnTo>
                  <a:lnTo>
                    <a:pt x="30943" y="24175"/>
                  </a:lnTo>
                  <a:lnTo>
                    <a:pt x="32289" y="26862"/>
                  </a:lnTo>
                  <a:lnTo>
                    <a:pt x="28253" y="24175"/>
                  </a:lnTo>
                  <a:lnTo>
                    <a:pt x="25562" y="26862"/>
                  </a:lnTo>
                  <a:lnTo>
                    <a:pt x="24217" y="24175"/>
                  </a:lnTo>
                  <a:lnTo>
                    <a:pt x="21526" y="21489"/>
                  </a:lnTo>
                  <a:lnTo>
                    <a:pt x="16145" y="17460"/>
                  </a:lnTo>
                  <a:lnTo>
                    <a:pt x="4036" y="5372"/>
                  </a:lnTo>
                  <a:cubicBezTo>
                    <a:pt x="6727" y="5372"/>
                    <a:pt x="1345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54088A62-8D59-2868-9640-0941962B853F}"/>
                </a:ext>
              </a:extLst>
            </p:cNvPr>
            <p:cNvSpPr/>
            <p:nvPr/>
          </p:nvSpPr>
          <p:spPr>
            <a:xfrm>
              <a:off x="11467993" y="4873487"/>
              <a:ext cx="5381" cy="6715"/>
            </a:xfrm>
            <a:custGeom>
              <a:avLst/>
              <a:gdLst>
                <a:gd name="connsiteX0" fmla="*/ 0 w 5381"/>
                <a:gd name="connsiteY0" fmla="*/ 0 h 6715"/>
                <a:gd name="connsiteX1" fmla="*/ 5381 w 5381"/>
                <a:gd name="connsiteY1" fmla="*/ 1343 h 6715"/>
                <a:gd name="connsiteX2" fmla="*/ 5381 w 5381"/>
                <a:gd name="connsiteY2" fmla="*/ 5372 h 6715"/>
                <a:gd name="connsiteX3" fmla="*/ 1345 w 5381"/>
                <a:gd name="connsiteY3" fmla="*/ 6715 h 6715"/>
                <a:gd name="connsiteX4" fmla="*/ 0 w 5381"/>
                <a:gd name="connsiteY4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0" y="0"/>
                  </a:moveTo>
                  <a:lnTo>
                    <a:pt x="5381" y="1343"/>
                  </a:lnTo>
                  <a:lnTo>
                    <a:pt x="5381" y="5372"/>
                  </a:lnTo>
                  <a:lnTo>
                    <a:pt x="1345" y="671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341464E0-900F-70E3-F375-B035A18B4C4B}"/>
                </a:ext>
              </a:extLst>
            </p:cNvPr>
            <p:cNvSpPr/>
            <p:nvPr/>
          </p:nvSpPr>
          <p:spPr>
            <a:xfrm>
              <a:off x="11451848" y="4870800"/>
              <a:ext cx="4035" cy="2686"/>
            </a:xfrm>
            <a:custGeom>
              <a:avLst/>
              <a:gdLst>
                <a:gd name="connsiteX0" fmla="*/ 0 w 4035"/>
                <a:gd name="connsiteY0" fmla="*/ 2686 h 2686"/>
                <a:gd name="connsiteX1" fmla="*/ 1345 w 4035"/>
                <a:gd name="connsiteY1" fmla="*/ 0 h 2686"/>
                <a:gd name="connsiteX2" fmla="*/ 4036 w 4035"/>
                <a:gd name="connsiteY2" fmla="*/ 1343 h 2686"/>
                <a:gd name="connsiteX3" fmla="*/ 4036 w 4035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2686">
                  <a:moveTo>
                    <a:pt x="0" y="2686"/>
                  </a:moveTo>
                  <a:lnTo>
                    <a:pt x="1345" y="0"/>
                  </a:lnTo>
                  <a:lnTo>
                    <a:pt x="4036" y="1343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C0673D3B-B532-E171-BB12-D1CC15602245}"/>
                </a:ext>
              </a:extLst>
            </p:cNvPr>
            <p:cNvSpPr/>
            <p:nvPr/>
          </p:nvSpPr>
          <p:spPr>
            <a:xfrm>
              <a:off x="11453193" y="4857370"/>
              <a:ext cx="14799" cy="14773"/>
            </a:xfrm>
            <a:custGeom>
              <a:avLst/>
              <a:gdLst>
                <a:gd name="connsiteX0" fmla="*/ 0 w 14799"/>
                <a:gd name="connsiteY0" fmla="*/ 8059 h 14773"/>
                <a:gd name="connsiteX1" fmla="*/ 2691 w 14799"/>
                <a:gd name="connsiteY1" fmla="*/ 9402 h 14773"/>
                <a:gd name="connsiteX2" fmla="*/ 6727 w 14799"/>
                <a:gd name="connsiteY2" fmla="*/ 9402 h 14773"/>
                <a:gd name="connsiteX3" fmla="*/ 6727 w 14799"/>
                <a:gd name="connsiteY3" fmla="*/ 13431 h 14773"/>
                <a:gd name="connsiteX4" fmla="*/ 10763 w 14799"/>
                <a:gd name="connsiteY4" fmla="*/ 14774 h 14773"/>
                <a:gd name="connsiteX5" fmla="*/ 13454 w 14799"/>
                <a:gd name="connsiteY5" fmla="*/ 14774 h 14773"/>
                <a:gd name="connsiteX6" fmla="*/ 14800 w 14799"/>
                <a:gd name="connsiteY6" fmla="*/ 9402 h 14773"/>
                <a:gd name="connsiteX7" fmla="*/ 12109 w 14799"/>
                <a:gd name="connsiteY7" fmla="*/ 6715 h 14773"/>
                <a:gd name="connsiteX8" fmla="*/ 8073 w 14799"/>
                <a:gd name="connsiteY8" fmla="*/ 4029 h 14773"/>
                <a:gd name="connsiteX9" fmla="*/ 6727 w 14799"/>
                <a:gd name="connsiteY9" fmla="*/ 1343 h 14773"/>
                <a:gd name="connsiteX10" fmla="*/ 4036 w 14799"/>
                <a:gd name="connsiteY10" fmla="*/ 0 h 14773"/>
                <a:gd name="connsiteX11" fmla="*/ 1346 w 14799"/>
                <a:gd name="connsiteY11" fmla="*/ 2686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99" h="14773">
                  <a:moveTo>
                    <a:pt x="0" y="8059"/>
                  </a:moveTo>
                  <a:lnTo>
                    <a:pt x="2691" y="9402"/>
                  </a:lnTo>
                  <a:lnTo>
                    <a:pt x="6727" y="9402"/>
                  </a:lnTo>
                  <a:lnTo>
                    <a:pt x="6727" y="13431"/>
                  </a:lnTo>
                  <a:lnTo>
                    <a:pt x="10763" y="14774"/>
                  </a:lnTo>
                  <a:lnTo>
                    <a:pt x="13454" y="14774"/>
                  </a:lnTo>
                  <a:lnTo>
                    <a:pt x="14800" y="9402"/>
                  </a:lnTo>
                  <a:lnTo>
                    <a:pt x="12109" y="6715"/>
                  </a:lnTo>
                  <a:lnTo>
                    <a:pt x="8073" y="4029"/>
                  </a:lnTo>
                  <a:lnTo>
                    <a:pt x="6727" y="1343"/>
                  </a:lnTo>
                  <a:lnTo>
                    <a:pt x="4036" y="0"/>
                  </a:lnTo>
                  <a:lnTo>
                    <a:pt x="134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22F26749-1E87-3A2E-D1F9-9206D7B237FA}"/>
                </a:ext>
              </a:extLst>
            </p:cNvPr>
            <p:cNvSpPr/>
            <p:nvPr/>
          </p:nvSpPr>
          <p:spPr>
            <a:xfrm>
              <a:off x="11445121" y="4854684"/>
              <a:ext cx="8071" cy="5372"/>
            </a:xfrm>
            <a:custGeom>
              <a:avLst/>
              <a:gdLst>
                <a:gd name="connsiteX0" fmla="*/ 0 w 8071"/>
                <a:gd name="connsiteY0" fmla="*/ 1343 h 5372"/>
                <a:gd name="connsiteX1" fmla="*/ 2691 w 8071"/>
                <a:gd name="connsiteY1" fmla="*/ 0 h 5372"/>
                <a:gd name="connsiteX2" fmla="*/ 8072 w 8071"/>
                <a:gd name="connsiteY2" fmla="*/ 2686 h 5372"/>
                <a:gd name="connsiteX3" fmla="*/ 8072 w 8071"/>
                <a:gd name="connsiteY3" fmla="*/ 5372 h 5372"/>
                <a:gd name="connsiteX4" fmla="*/ 4036 w 8071"/>
                <a:gd name="connsiteY4" fmla="*/ 5372 h 5372"/>
                <a:gd name="connsiteX5" fmla="*/ 1345 w 8071"/>
                <a:gd name="connsiteY5" fmla="*/ 4029 h 5372"/>
                <a:gd name="connsiteX6" fmla="*/ 0 w 8071"/>
                <a:gd name="connsiteY6" fmla="*/ 1343 h 5372"/>
                <a:gd name="connsiteX7" fmla="*/ 0 w 8071"/>
                <a:gd name="connsiteY7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1" h="5372">
                  <a:moveTo>
                    <a:pt x="0" y="1343"/>
                  </a:moveTo>
                  <a:lnTo>
                    <a:pt x="2691" y="0"/>
                  </a:lnTo>
                  <a:lnTo>
                    <a:pt x="8072" y="2686"/>
                  </a:lnTo>
                  <a:lnTo>
                    <a:pt x="8072" y="5372"/>
                  </a:lnTo>
                  <a:lnTo>
                    <a:pt x="4036" y="5372"/>
                  </a:lnTo>
                  <a:lnTo>
                    <a:pt x="1345" y="4029"/>
                  </a:lnTo>
                  <a:cubicBezTo>
                    <a:pt x="0" y="4029"/>
                    <a:pt x="0" y="1343"/>
                    <a:pt x="0" y="1343"/>
                  </a:cubicBez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4092D024-2EA5-798B-8319-4E9FDD00A2C4}"/>
                </a:ext>
              </a:extLst>
            </p:cNvPr>
            <p:cNvSpPr/>
            <p:nvPr/>
          </p:nvSpPr>
          <p:spPr>
            <a:xfrm>
              <a:off x="11435703" y="4847968"/>
              <a:ext cx="6726" cy="9401"/>
            </a:xfrm>
            <a:custGeom>
              <a:avLst/>
              <a:gdLst>
                <a:gd name="connsiteX0" fmla="*/ 0 w 6726"/>
                <a:gd name="connsiteY0" fmla="*/ 0 h 9401"/>
                <a:gd name="connsiteX1" fmla="*/ 6727 w 6726"/>
                <a:gd name="connsiteY1" fmla="*/ 4029 h 9401"/>
                <a:gd name="connsiteX2" fmla="*/ 4036 w 6726"/>
                <a:gd name="connsiteY2" fmla="*/ 8058 h 9401"/>
                <a:gd name="connsiteX3" fmla="*/ 1345 w 6726"/>
                <a:gd name="connsiteY3" fmla="*/ 9401 h 9401"/>
                <a:gd name="connsiteX4" fmla="*/ 1345 w 6726"/>
                <a:gd name="connsiteY4" fmla="*/ 6715 h 9401"/>
                <a:gd name="connsiteX5" fmla="*/ 0 w 6726"/>
                <a:gd name="connsiteY5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9401">
                  <a:moveTo>
                    <a:pt x="0" y="0"/>
                  </a:moveTo>
                  <a:lnTo>
                    <a:pt x="6727" y="4029"/>
                  </a:lnTo>
                  <a:lnTo>
                    <a:pt x="4036" y="8058"/>
                  </a:lnTo>
                  <a:lnTo>
                    <a:pt x="1345" y="9401"/>
                  </a:lnTo>
                  <a:lnTo>
                    <a:pt x="1345" y="671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0A463973-28C0-8F1C-8DED-463D39E64964}"/>
                </a:ext>
              </a:extLst>
            </p:cNvPr>
            <p:cNvSpPr/>
            <p:nvPr/>
          </p:nvSpPr>
          <p:spPr>
            <a:xfrm>
              <a:off x="11430321" y="4811705"/>
              <a:ext cx="5381" cy="6715"/>
            </a:xfrm>
            <a:custGeom>
              <a:avLst/>
              <a:gdLst>
                <a:gd name="connsiteX0" fmla="*/ 5382 w 5381"/>
                <a:gd name="connsiteY0" fmla="*/ 0 h 6715"/>
                <a:gd name="connsiteX1" fmla="*/ 0 w 5381"/>
                <a:gd name="connsiteY1" fmla="*/ 6715 h 6715"/>
                <a:gd name="connsiteX2" fmla="*/ 5382 w 5381"/>
                <a:gd name="connsiteY2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6715">
                  <a:moveTo>
                    <a:pt x="5382" y="0"/>
                  </a:moveTo>
                  <a:lnTo>
                    <a:pt x="0" y="6715"/>
                  </a:lnTo>
                  <a:lnTo>
                    <a:pt x="5382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1040C9C2-D00E-ECD8-13E0-C114DB204248}"/>
                </a:ext>
              </a:extLst>
            </p:cNvPr>
            <p:cNvSpPr/>
            <p:nvPr/>
          </p:nvSpPr>
          <p:spPr>
            <a:xfrm>
              <a:off x="11433012" y="4818420"/>
              <a:ext cx="29598" cy="22832"/>
            </a:xfrm>
            <a:custGeom>
              <a:avLst/>
              <a:gdLst>
                <a:gd name="connsiteX0" fmla="*/ 2691 w 29598"/>
                <a:gd name="connsiteY0" fmla="*/ 0 h 22832"/>
                <a:gd name="connsiteX1" fmla="*/ 0 w 29598"/>
                <a:gd name="connsiteY1" fmla="*/ 4029 h 22832"/>
                <a:gd name="connsiteX2" fmla="*/ 4036 w 29598"/>
                <a:gd name="connsiteY2" fmla="*/ 10744 h 22832"/>
                <a:gd name="connsiteX3" fmla="*/ 12109 w 29598"/>
                <a:gd name="connsiteY3" fmla="*/ 16117 h 22832"/>
                <a:gd name="connsiteX4" fmla="*/ 17490 w 29598"/>
                <a:gd name="connsiteY4" fmla="*/ 21489 h 22832"/>
                <a:gd name="connsiteX5" fmla="*/ 24217 w 29598"/>
                <a:gd name="connsiteY5" fmla="*/ 22832 h 22832"/>
                <a:gd name="connsiteX6" fmla="*/ 29598 w 29598"/>
                <a:gd name="connsiteY6" fmla="*/ 22832 h 22832"/>
                <a:gd name="connsiteX7" fmla="*/ 28253 w 29598"/>
                <a:gd name="connsiteY7" fmla="*/ 20146 h 22832"/>
                <a:gd name="connsiteX8" fmla="*/ 22872 w 29598"/>
                <a:gd name="connsiteY8" fmla="*/ 14774 h 22832"/>
                <a:gd name="connsiteX9" fmla="*/ 18836 w 29598"/>
                <a:gd name="connsiteY9" fmla="*/ 13431 h 22832"/>
                <a:gd name="connsiteX10" fmla="*/ 17490 w 29598"/>
                <a:gd name="connsiteY10" fmla="*/ 9402 h 22832"/>
                <a:gd name="connsiteX11" fmla="*/ 13454 w 29598"/>
                <a:gd name="connsiteY11" fmla="*/ 6715 h 22832"/>
                <a:gd name="connsiteX12" fmla="*/ 5382 w 29598"/>
                <a:gd name="connsiteY12" fmla="*/ 6715 h 22832"/>
                <a:gd name="connsiteX13" fmla="*/ 5382 w 29598"/>
                <a:gd name="connsiteY13" fmla="*/ 1343 h 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98" h="22832">
                  <a:moveTo>
                    <a:pt x="2691" y="0"/>
                  </a:moveTo>
                  <a:lnTo>
                    <a:pt x="0" y="4029"/>
                  </a:lnTo>
                  <a:lnTo>
                    <a:pt x="4036" y="10744"/>
                  </a:lnTo>
                  <a:lnTo>
                    <a:pt x="12109" y="16117"/>
                  </a:lnTo>
                  <a:lnTo>
                    <a:pt x="17490" y="21489"/>
                  </a:lnTo>
                  <a:lnTo>
                    <a:pt x="24217" y="22832"/>
                  </a:lnTo>
                  <a:lnTo>
                    <a:pt x="29598" y="22832"/>
                  </a:lnTo>
                  <a:lnTo>
                    <a:pt x="28253" y="20146"/>
                  </a:lnTo>
                  <a:lnTo>
                    <a:pt x="22872" y="14774"/>
                  </a:lnTo>
                  <a:lnTo>
                    <a:pt x="18836" y="13431"/>
                  </a:lnTo>
                  <a:lnTo>
                    <a:pt x="17490" y="9402"/>
                  </a:lnTo>
                  <a:lnTo>
                    <a:pt x="13454" y="6715"/>
                  </a:lnTo>
                  <a:lnTo>
                    <a:pt x="5382" y="6715"/>
                  </a:lnTo>
                  <a:lnTo>
                    <a:pt x="5382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E635EB91-0740-123F-AE23-6EF544140F2E}"/>
                </a:ext>
              </a:extLst>
            </p:cNvPr>
            <p:cNvSpPr/>
            <p:nvPr/>
          </p:nvSpPr>
          <p:spPr>
            <a:xfrm>
              <a:off x="11422250" y="4825136"/>
              <a:ext cx="4035" cy="4029"/>
            </a:xfrm>
            <a:custGeom>
              <a:avLst/>
              <a:gdLst>
                <a:gd name="connsiteX0" fmla="*/ 2691 w 4035"/>
                <a:gd name="connsiteY0" fmla="*/ 0 h 4029"/>
                <a:gd name="connsiteX1" fmla="*/ 0 w 4035"/>
                <a:gd name="connsiteY1" fmla="*/ 1343 h 4029"/>
                <a:gd name="connsiteX2" fmla="*/ 4036 w 4035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4029">
                  <a:moveTo>
                    <a:pt x="2691" y="0"/>
                  </a:moveTo>
                  <a:lnTo>
                    <a:pt x="0" y="1343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277" name="Graphic 5">
            <a:extLst>
              <a:ext uri="{FF2B5EF4-FFF2-40B4-BE49-F238E27FC236}">
                <a16:creationId xmlns:a16="http://schemas.microsoft.com/office/drawing/2014/main" id="{06026B0B-9B6A-AE50-A964-F9319A522CC5}"/>
              </a:ext>
            </a:extLst>
          </p:cNvPr>
          <p:cNvGrpSpPr/>
          <p:nvPr/>
        </p:nvGrpSpPr>
        <p:grpSpPr>
          <a:xfrm>
            <a:off x="11025363" y="4674711"/>
            <a:ext cx="394195" cy="286075"/>
            <a:chOff x="11025363" y="4674711"/>
            <a:chExt cx="394195" cy="286075"/>
          </a:xfrm>
          <a:solidFill>
            <a:srgbClr val="E5E5E4"/>
          </a:solidFill>
        </p:grpSpPr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A22DDA8B-734A-B38F-79DA-94A4F543702F}"/>
                </a:ext>
              </a:extLst>
            </p:cNvPr>
            <p:cNvSpPr/>
            <p:nvPr/>
          </p:nvSpPr>
          <p:spPr>
            <a:xfrm>
              <a:off x="11363053" y="4950042"/>
              <a:ext cx="8072" cy="4029"/>
            </a:xfrm>
            <a:custGeom>
              <a:avLst/>
              <a:gdLst>
                <a:gd name="connsiteX0" fmla="*/ 0 w 8072"/>
                <a:gd name="connsiteY0" fmla="*/ 2686 h 4029"/>
                <a:gd name="connsiteX1" fmla="*/ 4037 w 8072"/>
                <a:gd name="connsiteY1" fmla="*/ 0 h 4029"/>
                <a:gd name="connsiteX2" fmla="*/ 8073 w 8072"/>
                <a:gd name="connsiteY2" fmla="*/ 1343 h 4029"/>
                <a:gd name="connsiteX3" fmla="*/ 6727 w 8072"/>
                <a:gd name="connsiteY3" fmla="*/ 4029 h 4029"/>
                <a:gd name="connsiteX4" fmla="*/ 2691 w 8072"/>
                <a:gd name="connsiteY4" fmla="*/ 4029 h 4029"/>
                <a:gd name="connsiteX5" fmla="*/ 0 w 8072"/>
                <a:gd name="connsiteY5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4029">
                  <a:moveTo>
                    <a:pt x="0" y="2686"/>
                  </a:moveTo>
                  <a:lnTo>
                    <a:pt x="4037" y="0"/>
                  </a:lnTo>
                  <a:lnTo>
                    <a:pt x="8073" y="1343"/>
                  </a:lnTo>
                  <a:lnTo>
                    <a:pt x="6727" y="4029"/>
                  </a:lnTo>
                  <a:lnTo>
                    <a:pt x="2691" y="4029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9ED01B17-5F5A-C83B-976F-E42E13EB5423}"/>
                </a:ext>
              </a:extLst>
            </p:cNvPr>
            <p:cNvSpPr/>
            <p:nvPr/>
          </p:nvSpPr>
          <p:spPr>
            <a:xfrm>
              <a:off x="11341527" y="4952728"/>
              <a:ext cx="14798" cy="8058"/>
            </a:xfrm>
            <a:custGeom>
              <a:avLst/>
              <a:gdLst>
                <a:gd name="connsiteX0" fmla="*/ 0 w 14798"/>
                <a:gd name="connsiteY0" fmla="*/ 0 h 8058"/>
                <a:gd name="connsiteX1" fmla="*/ 6727 w 14798"/>
                <a:gd name="connsiteY1" fmla="*/ 6715 h 8058"/>
                <a:gd name="connsiteX2" fmla="*/ 9418 w 14798"/>
                <a:gd name="connsiteY2" fmla="*/ 6715 h 8058"/>
                <a:gd name="connsiteX3" fmla="*/ 12109 w 14798"/>
                <a:gd name="connsiteY3" fmla="*/ 8059 h 8058"/>
                <a:gd name="connsiteX4" fmla="*/ 14799 w 14798"/>
                <a:gd name="connsiteY4" fmla="*/ 6715 h 8058"/>
                <a:gd name="connsiteX5" fmla="*/ 13454 w 14798"/>
                <a:gd name="connsiteY5" fmla="*/ 4029 h 8058"/>
                <a:gd name="connsiteX6" fmla="*/ 9418 w 14798"/>
                <a:gd name="connsiteY6" fmla="*/ 4029 h 8058"/>
                <a:gd name="connsiteX7" fmla="*/ 2691 w 14798"/>
                <a:gd name="connsiteY7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8" h="8058">
                  <a:moveTo>
                    <a:pt x="0" y="0"/>
                  </a:moveTo>
                  <a:lnTo>
                    <a:pt x="6727" y="6715"/>
                  </a:lnTo>
                  <a:lnTo>
                    <a:pt x="9418" y="6715"/>
                  </a:lnTo>
                  <a:lnTo>
                    <a:pt x="12109" y="8059"/>
                  </a:lnTo>
                  <a:lnTo>
                    <a:pt x="14799" y="6715"/>
                  </a:lnTo>
                  <a:lnTo>
                    <a:pt x="13454" y="4029"/>
                  </a:lnTo>
                  <a:lnTo>
                    <a:pt x="9418" y="4029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B8C9B7A8-63B4-0702-46AC-CD8E0B715F54}"/>
                </a:ext>
              </a:extLst>
            </p:cNvPr>
            <p:cNvSpPr/>
            <p:nvPr/>
          </p:nvSpPr>
          <p:spPr>
            <a:xfrm>
              <a:off x="11178348" y="4693514"/>
              <a:ext cx="19223" cy="9401"/>
            </a:xfrm>
            <a:custGeom>
              <a:avLst/>
              <a:gdLst>
                <a:gd name="connsiteX0" fmla="*/ 389 w 19223"/>
                <a:gd name="connsiteY0" fmla="*/ 2686 h 9401"/>
                <a:gd name="connsiteX1" fmla="*/ 1734 w 19223"/>
                <a:gd name="connsiteY1" fmla="*/ 1343 h 9401"/>
                <a:gd name="connsiteX2" fmla="*/ 5770 w 19223"/>
                <a:gd name="connsiteY2" fmla="*/ 1343 h 9401"/>
                <a:gd name="connsiteX3" fmla="*/ 9806 w 19223"/>
                <a:gd name="connsiteY3" fmla="*/ 0 h 9401"/>
                <a:gd name="connsiteX4" fmla="*/ 12497 w 19223"/>
                <a:gd name="connsiteY4" fmla="*/ 2686 h 9401"/>
                <a:gd name="connsiteX5" fmla="*/ 16532 w 19223"/>
                <a:gd name="connsiteY5" fmla="*/ 1343 h 9401"/>
                <a:gd name="connsiteX6" fmla="*/ 19223 w 19223"/>
                <a:gd name="connsiteY6" fmla="*/ 4029 h 9401"/>
                <a:gd name="connsiteX7" fmla="*/ 13842 w 19223"/>
                <a:gd name="connsiteY7" fmla="*/ 9401 h 9401"/>
                <a:gd name="connsiteX8" fmla="*/ 7115 w 19223"/>
                <a:gd name="connsiteY8" fmla="*/ 9401 h 9401"/>
                <a:gd name="connsiteX9" fmla="*/ 4425 w 19223"/>
                <a:gd name="connsiteY9" fmla="*/ 8058 h 9401"/>
                <a:gd name="connsiteX10" fmla="*/ 389 w 19223"/>
                <a:gd name="connsiteY10" fmla="*/ 8058 h 9401"/>
                <a:gd name="connsiteX11" fmla="*/ 389 w 19223"/>
                <a:gd name="connsiteY11" fmla="*/ 2686 h 9401"/>
                <a:gd name="connsiteX12" fmla="*/ 389 w 19223"/>
                <a:gd name="connsiteY12" fmla="*/ 2686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223" h="9401">
                  <a:moveTo>
                    <a:pt x="389" y="2686"/>
                  </a:moveTo>
                  <a:lnTo>
                    <a:pt x="1734" y="1343"/>
                  </a:lnTo>
                  <a:lnTo>
                    <a:pt x="5770" y="1343"/>
                  </a:lnTo>
                  <a:lnTo>
                    <a:pt x="9806" y="0"/>
                  </a:lnTo>
                  <a:lnTo>
                    <a:pt x="12497" y="2686"/>
                  </a:lnTo>
                  <a:lnTo>
                    <a:pt x="16532" y="1343"/>
                  </a:lnTo>
                  <a:lnTo>
                    <a:pt x="19223" y="4029"/>
                  </a:lnTo>
                  <a:lnTo>
                    <a:pt x="13842" y="9401"/>
                  </a:lnTo>
                  <a:lnTo>
                    <a:pt x="7115" y="9401"/>
                  </a:lnTo>
                  <a:lnTo>
                    <a:pt x="4425" y="8058"/>
                  </a:lnTo>
                  <a:lnTo>
                    <a:pt x="389" y="8058"/>
                  </a:lnTo>
                  <a:cubicBezTo>
                    <a:pt x="1734" y="6715"/>
                    <a:pt x="-957" y="2686"/>
                    <a:pt x="389" y="2686"/>
                  </a:cubicBezTo>
                  <a:lnTo>
                    <a:pt x="389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F3D9E17C-18A8-B351-1120-04F0F4D96597}"/>
                </a:ext>
              </a:extLst>
            </p:cNvPr>
            <p:cNvSpPr/>
            <p:nvPr/>
          </p:nvSpPr>
          <p:spPr>
            <a:xfrm>
              <a:off x="11388615" y="4788873"/>
              <a:ext cx="30943" cy="37606"/>
            </a:xfrm>
            <a:custGeom>
              <a:avLst/>
              <a:gdLst>
                <a:gd name="connsiteX0" fmla="*/ 0 w 30943"/>
                <a:gd name="connsiteY0" fmla="*/ 1343 h 37606"/>
                <a:gd name="connsiteX1" fmla="*/ 6727 w 30943"/>
                <a:gd name="connsiteY1" fmla="*/ 0 h 37606"/>
                <a:gd name="connsiteX2" fmla="*/ 9418 w 30943"/>
                <a:gd name="connsiteY2" fmla="*/ 4029 h 37606"/>
                <a:gd name="connsiteX3" fmla="*/ 10763 w 30943"/>
                <a:gd name="connsiteY3" fmla="*/ 10745 h 37606"/>
                <a:gd name="connsiteX4" fmla="*/ 17490 w 30943"/>
                <a:gd name="connsiteY4" fmla="*/ 13431 h 37606"/>
                <a:gd name="connsiteX5" fmla="*/ 26908 w 30943"/>
                <a:gd name="connsiteY5" fmla="*/ 20146 h 37606"/>
                <a:gd name="connsiteX6" fmla="*/ 30943 w 30943"/>
                <a:gd name="connsiteY6" fmla="*/ 26862 h 37606"/>
                <a:gd name="connsiteX7" fmla="*/ 30943 w 30943"/>
                <a:gd name="connsiteY7" fmla="*/ 33577 h 37606"/>
                <a:gd name="connsiteX8" fmla="*/ 26908 w 30943"/>
                <a:gd name="connsiteY8" fmla="*/ 34920 h 37606"/>
                <a:gd name="connsiteX9" fmla="*/ 26908 w 30943"/>
                <a:gd name="connsiteY9" fmla="*/ 37606 h 37606"/>
                <a:gd name="connsiteX10" fmla="*/ 20181 w 30943"/>
                <a:gd name="connsiteY10" fmla="*/ 37606 h 37606"/>
                <a:gd name="connsiteX11" fmla="*/ 16145 w 30943"/>
                <a:gd name="connsiteY11" fmla="*/ 36263 h 37606"/>
                <a:gd name="connsiteX12" fmla="*/ 12109 w 30943"/>
                <a:gd name="connsiteY12" fmla="*/ 36263 h 37606"/>
                <a:gd name="connsiteX13" fmla="*/ 9418 w 30943"/>
                <a:gd name="connsiteY13" fmla="*/ 32234 h 37606"/>
                <a:gd name="connsiteX14" fmla="*/ 10763 w 30943"/>
                <a:gd name="connsiteY14" fmla="*/ 29548 h 37606"/>
                <a:gd name="connsiteX15" fmla="*/ 5382 w 30943"/>
                <a:gd name="connsiteY15" fmla="*/ 20146 h 37606"/>
                <a:gd name="connsiteX16" fmla="*/ 1345 w 30943"/>
                <a:gd name="connsiteY16" fmla="*/ 17460 h 37606"/>
                <a:gd name="connsiteX17" fmla="*/ 1345 w 30943"/>
                <a:gd name="connsiteY17" fmla="*/ 9402 h 37606"/>
                <a:gd name="connsiteX18" fmla="*/ 0 w 30943"/>
                <a:gd name="connsiteY18" fmla="*/ 5373 h 3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943" h="37606">
                  <a:moveTo>
                    <a:pt x="0" y="1343"/>
                  </a:moveTo>
                  <a:lnTo>
                    <a:pt x="6727" y="0"/>
                  </a:lnTo>
                  <a:lnTo>
                    <a:pt x="9418" y="4029"/>
                  </a:lnTo>
                  <a:lnTo>
                    <a:pt x="10763" y="10745"/>
                  </a:lnTo>
                  <a:lnTo>
                    <a:pt x="17490" y="13431"/>
                  </a:lnTo>
                  <a:lnTo>
                    <a:pt x="26908" y="20146"/>
                  </a:lnTo>
                  <a:lnTo>
                    <a:pt x="30943" y="26862"/>
                  </a:lnTo>
                  <a:lnTo>
                    <a:pt x="30943" y="33577"/>
                  </a:lnTo>
                  <a:lnTo>
                    <a:pt x="26908" y="34920"/>
                  </a:lnTo>
                  <a:lnTo>
                    <a:pt x="26908" y="37606"/>
                  </a:lnTo>
                  <a:lnTo>
                    <a:pt x="20181" y="37606"/>
                  </a:lnTo>
                  <a:lnTo>
                    <a:pt x="16145" y="36263"/>
                  </a:lnTo>
                  <a:lnTo>
                    <a:pt x="12109" y="36263"/>
                  </a:lnTo>
                  <a:lnTo>
                    <a:pt x="9418" y="32234"/>
                  </a:lnTo>
                  <a:lnTo>
                    <a:pt x="10763" y="29548"/>
                  </a:lnTo>
                  <a:lnTo>
                    <a:pt x="5382" y="20146"/>
                  </a:lnTo>
                  <a:lnTo>
                    <a:pt x="1345" y="17460"/>
                  </a:lnTo>
                  <a:lnTo>
                    <a:pt x="1345" y="9402"/>
                  </a:lnTo>
                  <a:lnTo>
                    <a:pt x="0" y="537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92B441A5-8487-3054-FAB1-505AC683CE8F}"/>
                </a:ext>
              </a:extLst>
            </p:cNvPr>
            <p:cNvSpPr/>
            <p:nvPr/>
          </p:nvSpPr>
          <p:spPr>
            <a:xfrm>
              <a:off x="11381888" y="4778128"/>
              <a:ext cx="6726" cy="9401"/>
            </a:xfrm>
            <a:custGeom>
              <a:avLst/>
              <a:gdLst>
                <a:gd name="connsiteX0" fmla="*/ 1345 w 6726"/>
                <a:gd name="connsiteY0" fmla="*/ 0 h 9401"/>
                <a:gd name="connsiteX1" fmla="*/ 0 w 6726"/>
                <a:gd name="connsiteY1" fmla="*/ 1343 h 9401"/>
                <a:gd name="connsiteX2" fmla="*/ 2691 w 6726"/>
                <a:gd name="connsiteY2" fmla="*/ 5372 h 9401"/>
                <a:gd name="connsiteX3" fmla="*/ 2691 w 6726"/>
                <a:gd name="connsiteY3" fmla="*/ 9402 h 9401"/>
                <a:gd name="connsiteX4" fmla="*/ 6727 w 6726"/>
                <a:gd name="connsiteY4" fmla="*/ 5372 h 9401"/>
                <a:gd name="connsiteX5" fmla="*/ 5382 w 6726"/>
                <a:gd name="connsiteY5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9401">
                  <a:moveTo>
                    <a:pt x="1345" y="0"/>
                  </a:moveTo>
                  <a:lnTo>
                    <a:pt x="0" y="1343"/>
                  </a:lnTo>
                  <a:lnTo>
                    <a:pt x="2691" y="5372"/>
                  </a:lnTo>
                  <a:lnTo>
                    <a:pt x="2691" y="9402"/>
                  </a:lnTo>
                  <a:lnTo>
                    <a:pt x="6727" y="5372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8F11C500-218E-05B2-E1E5-31176C9A987D}"/>
                </a:ext>
              </a:extLst>
            </p:cNvPr>
            <p:cNvSpPr/>
            <p:nvPr/>
          </p:nvSpPr>
          <p:spPr>
            <a:xfrm>
              <a:off x="11375161" y="4762011"/>
              <a:ext cx="8071" cy="6715"/>
            </a:xfrm>
            <a:custGeom>
              <a:avLst/>
              <a:gdLst>
                <a:gd name="connsiteX0" fmla="*/ 0 w 8071"/>
                <a:gd name="connsiteY0" fmla="*/ 4029 h 6715"/>
                <a:gd name="connsiteX1" fmla="*/ 2691 w 8071"/>
                <a:gd name="connsiteY1" fmla="*/ 2686 h 6715"/>
                <a:gd name="connsiteX2" fmla="*/ 4036 w 8071"/>
                <a:gd name="connsiteY2" fmla="*/ 0 h 6715"/>
                <a:gd name="connsiteX3" fmla="*/ 8072 w 8071"/>
                <a:gd name="connsiteY3" fmla="*/ 2686 h 6715"/>
                <a:gd name="connsiteX4" fmla="*/ 5382 w 8071"/>
                <a:gd name="connsiteY4" fmla="*/ 6715 h 6715"/>
                <a:gd name="connsiteX5" fmla="*/ 0 w 8071"/>
                <a:gd name="connsiteY5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1" h="6715">
                  <a:moveTo>
                    <a:pt x="0" y="4029"/>
                  </a:moveTo>
                  <a:lnTo>
                    <a:pt x="2691" y="2686"/>
                  </a:lnTo>
                  <a:lnTo>
                    <a:pt x="4036" y="0"/>
                  </a:lnTo>
                  <a:lnTo>
                    <a:pt x="8072" y="2686"/>
                  </a:lnTo>
                  <a:lnTo>
                    <a:pt x="5382" y="6715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C72E41A4-E63A-B045-70CB-95144E3CF291}"/>
                </a:ext>
              </a:extLst>
            </p:cNvPr>
            <p:cNvSpPr/>
            <p:nvPr/>
          </p:nvSpPr>
          <p:spPr>
            <a:xfrm>
              <a:off x="11287712" y="4712317"/>
              <a:ext cx="60541" cy="61781"/>
            </a:xfrm>
            <a:custGeom>
              <a:avLst/>
              <a:gdLst>
                <a:gd name="connsiteX0" fmla="*/ 0 w 60541"/>
                <a:gd name="connsiteY0" fmla="*/ 0 h 61781"/>
                <a:gd name="connsiteX1" fmla="*/ 12109 w 60541"/>
                <a:gd name="connsiteY1" fmla="*/ 6715 h 61781"/>
                <a:gd name="connsiteX2" fmla="*/ 20181 w 60541"/>
                <a:gd name="connsiteY2" fmla="*/ 9401 h 61781"/>
                <a:gd name="connsiteX3" fmla="*/ 29598 w 60541"/>
                <a:gd name="connsiteY3" fmla="*/ 17460 h 61781"/>
                <a:gd name="connsiteX4" fmla="*/ 36325 w 60541"/>
                <a:gd name="connsiteY4" fmla="*/ 18803 h 61781"/>
                <a:gd name="connsiteX5" fmla="*/ 40361 w 60541"/>
                <a:gd name="connsiteY5" fmla="*/ 24175 h 61781"/>
                <a:gd name="connsiteX6" fmla="*/ 47088 w 60541"/>
                <a:gd name="connsiteY6" fmla="*/ 26862 h 61781"/>
                <a:gd name="connsiteX7" fmla="*/ 51124 w 60541"/>
                <a:gd name="connsiteY7" fmla="*/ 33577 h 61781"/>
                <a:gd name="connsiteX8" fmla="*/ 55160 w 60541"/>
                <a:gd name="connsiteY8" fmla="*/ 33577 h 61781"/>
                <a:gd name="connsiteX9" fmla="*/ 56506 w 60541"/>
                <a:gd name="connsiteY9" fmla="*/ 45665 h 61781"/>
                <a:gd name="connsiteX10" fmla="*/ 59197 w 60541"/>
                <a:gd name="connsiteY10" fmla="*/ 45665 h 61781"/>
                <a:gd name="connsiteX11" fmla="*/ 60542 w 60541"/>
                <a:gd name="connsiteY11" fmla="*/ 51037 h 61781"/>
                <a:gd name="connsiteX12" fmla="*/ 57851 w 60541"/>
                <a:gd name="connsiteY12" fmla="*/ 55066 h 61781"/>
                <a:gd name="connsiteX13" fmla="*/ 55160 w 60541"/>
                <a:gd name="connsiteY13" fmla="*/ 61782 h 61781"/>
                <a:gd name="connsiteX14" fmla="*/ 49779 w 60541"/>
                <a:gd name="connsiteY14" fmla="*/ 56409 h 61781"/>
                <a:gd name="connsiteX15" fmla="*/ 48433 w 60541"/>
                <a:gd name="connsiteY15" fmla="*/ 51037 h 61781"/>
                <a:gd name="connsiteX16" fmla="*/ 51124 w 60541"/>
                <a:gd name="connsiteY16" fmla="*/ 45665 h 61781"/>
                <a:gd name="connsiteX17" fmla="*/ 47088 w 60541"/>
                <a:gd name="connsiteY17" fmla="*/ 33577 h 61781"/>
                <a:gd name="connsiteX18" fmla="*/ 37670 w 60541"/>
                <a:gd name="connsiteY18" fmla="*/ 24175 h 61781"/>
                <a:gd name="connsiteX19" fmla="*/ 30943 w 60541"/>
                <a:gd name="connsiteY19" fmla="*/ 22832 h 61781"/>
                <a:gd name="connsiteX20" fmla="*/ 22872 w 60541"/>
                <a:gd name="connsiteY20" fmla="*/ 17460 h 61781"/>
                <a:gd name="connsiteX21" fmla="*/ 4036 w 60541"/>
                <a:gd name="connsiteY21" fmla="*/ 6715 h 61781"/>
                <a:gd name="connsiteX22" fmla="*/ 1345 w 60541"/>
                <a:gd name="connsiteY22" fmla="*/ 4029 h 6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0541" h="61781">
                  <a:moveTo>
                    <a:pt x="0" y="0"/>
                  </a:moveTo>
                  <a:lnTo>
                    <a:pt x="12109" y="6715"/>
                  </a:lnTo>
                  <a:lnTo>
                    <a:pt x="20181" y="9401"/>
                  </a:lnTo>
                  <a:lnTo>
                    <a:pt x="29598" y="17460"/>
                  </a:lnTo>
                  <a:lnTo>
                    <a:pt x="36325" y="18803"/>
                  </a:lnTo>
                  <a:lnTo>
                    <a:pt x="40361" y="24175"/>
                  </a:lnTo>
                  <a:lnTo>
                    <a:pt x="47088" y="26862"/>
                  </a:lnTo>
                  <a:lnTo>
                    <a:pt x="51124" y="33577"/>
                  </a:lnTo>
                  <a:lnTo>
                    <a:pt x="55160" y="33577"/>
                  </a:lnTo>
                  <a:lnTo>
                    <a:pt x="56506" y="45665"/>
                  </a:lnTo>
                  <a:lnTo>
                    <a:pt x="59197" y="45665"/>
                  </a:lnTo>
                  <a:lnTo>
                    <a:pt x="60542" y="51037"/>
                  </a:lnTo>
                  <a:lnTo>
                    <a:pt x="57851" y="55066"/>
                  </a:lnTo>
                  <a:lnTo>
                    <a:pt x="55160" y="61782"/>
                  </a:lnTo>
                  <a:lnTo>
                    <a:pt x="49779" y="56409"/>
                  </a:lnTo>
                  <a:lnTo>
                    <a:pt x="48433" y="51037"/>
                  </a:lnTo>
                  <a:lnTo>
                    <a:pt x="51124" y="45665"/>
                  </a:lnTo>
                  <a:lnTo>
                    <a:pt x="47088" y="33577"/>
                  </a:lnTo>
                  <a:lnTo>
                    <a:pt x="37670" y="24175"/>
                  </a:lnTo>
                  <a:lnTo>
                    <a:pt x="30943" y="22832"/>
                  </a:lnTo>
                  <a:lnTo>
                    <a:pt x="22872" y="17460"/>
                  </a:lnTo>
                  <a:lnTo>
                    <a:pt x="4036" y="6715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533F44AC-B630-35A2-795A-A6E6AFCABEE7}"/>
                </a:ext>
              </a:extLst>
            </p:cNvPr>
            <p:cNvSpPr/>
            <p:nvPr/>
          </p:nvSpPr>
          <p:spPr>
            <a:xfrm>
              <a:off x="11252732" y="4674711"/>
              <a:ext cx="6726" cy="6715"/>
            </a:xfrm>
            <a:custGeom>
              <a:avLst/>
              <a:gdLst>
                <a:gd name="connsiteX0" fmla="*/ 0 w 6726"/>
                <a:gd name="connsiteY0" fmla="*/ 0 h 6715"/>
                <a:gd name="connsiteX1" fmla="*/ 4036 w 6726"/>
                <a:gd name="connsiteY1" fmla="*/ 0 h 6715"/>
                <a:gd name="connsiteX2" fmla="*/ 6727 w 6726"/>
                <a:gd name="connsiteY2" fmla="*/ 4029 h 6715"/>
                <a:gd name="connsiteX3" fmla="*/ 6727 w 6726"/>
                <a:gd name="connsiteY3" fmla="*/ 6715 h 6715"/>
                <a:gd name="connsiteX4" fmla="*/ 0 w 6726"/>
                <a:gd name="connsiteY4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6715">
                  <a:moveTo>
                    <a:pt x="0" y="0"/>
                  </a:moveTo>
                  <a:lnTo>
                    <a:pt x="4036" y="0"/>
                  </a:lnTo>
                  <a:lnTo>
                    <a:pt x="6727" y="4029"/>
                  </a:lnTo>
                  <a:lnTo>
                    <a:pt x="6727" y="6715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697F5A9F-F851-085B-1660-850DB32082A1}"/>
                </a:ext>
              </a:extLst>
            </p:cNvPr>
            <p:cNvSpPr/>
            <p:nvPr/>
          </p:nvSpPr>
          <p:spPr>
            <a:xfrm>
              <a:off x="11267531" y="4709631"/>
              <a:ext cx="9417" cy="9401"/>
            </a:xfrm>
            <a:custGeom>
              <a:avLst/>
              <a:gdLst>
                <a:gd name="connsiteX0" fmla="*/ 0 w 9417"/>
                <a:gd name="connsiteY0" fmla="*/ 2686 h 9401"/>
                <a:gd name="connsiteX1" fmla="*/ 6727 w 9417"/>
                <a:gd name="connsiteY1" fmla="*/ 0 h 9401"/>
                <a:gd name="connsiteX2" fmla="*/ 9418 w 9417"/>
                <a:gd name="connsiteY2" fmla="*/ 2686 h 9401"/>
                <a:gd name="connsiteX3" fmla="*/ 9418 w 9417"/>
                <a:gd name="connsiteY3" fmla="*/ 8059 h 9401"/>
                <a:gd name="connsiteX4" fmla="*/ 4036 w 9417"/>
                <a:gd name="connsiteY4" fmla="*/ 9402 h 9401"/>
                <a:gd name="connsiteX5" fmla="*/ 0 w 9417"/>
                <a:gd name="connsiteY5" fmla="*/ 6715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9401">
                  <a:moveTo>
                    <a:pt x="0" y="2686"/>
                  </a:moveTo>
                  <a:lnTo>
                    <a:pt x="6727" y="0"/>
                  </a:lnTo>
                  <a:lnTo>
                    <a:pt x="9418" y="2686"/>
                  </a:lnTo>
                  <a:lnTo>
                    <a:pt x="9418" y="8059"/>
                  </a:lnTo>
                  <a:lnTo>
                    <a:pt x="4036" y="9402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ADC7E0A3-8260-1782-1B84-364B8F906AC4}"/>
                </a:ext>
              </a:extLst>
            </p:cNvPr>
            <p:cNvSpPr/>
            <p:nvPr/>
          </p:nvSpPr>
          <p:spPr>
            <a:xfrm>
              <a:off x="11264840" y="4772756"/>
              <a:ext cx="8072" cy="8058"/>
            </a:xfrm>
            <a:custGeom>
              <a:avLst/>
              <a:gdLst>
                <a:gd name="connsiteX0" fmla="*/ 0 w 8072"/>
                <a:gd name="connsiteY0" fmla="*/ 2686 h 8058"/>
                <a:gd name="connsiteX1" fmla="*/ 5382 w 8072"/>
                <a:gd name="connsiteY1" fmla="*/ 8059 h 8058"/>
                <a:gd name="connsiteX2" fmla="*/ 8073 w 8072"/>
                <a:gd name="connsiteY2" fmla="*/ 5372 h 8058"/>
                <a:gd name="connsiteX3" fmla="*/ 5382 w 8072"/>
                <a:gd name="connsiteY3" fmla="*/ 0 h 8058"/>
                <a:gd name="connsiteX4" fmla="*/ 1346 w 8072"/>
                <a:gd name="connsiteY4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8058">
                  <a:moveTo>
                    <a:pt x="0" y="2686"/>
                  </a:moveTo>
                  <a:lnTo>
                    <a:pt x="5382" y="8059"/>
                  </a:lnTo>
                  <a:lnTo>
                    <a:pt x="8073" y="5372"/>
                  </a:lnTo>
                  <a:lnTo>
                    <a:pt x="5382" y="0"/>
                  </a:lnTo>
                  <a:lnTo>
                    <a:pt x="134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D714BAEA-6D35-9F1F-8242-37D4BCD1ACEF}"/>
                </a:ext>
              </a:extLst>
            </p:cNvPr>
            <p:cNvSpPr/>
            <p:nvPr/>
          </p:nvSpPr>
          <p:spPr>
            <a:xfrm>
              <a:off x="11219098" y="4755296"/>
              <a:ext cx="110320" cy="59095"/>
            </a:xfrm>
            <a:custGeom>
              <a:avLst/>
              <a:gdLst>
                <a:gd name="connsiteX0" fmla="*/ 4036 w 110320"/>
                <a:gd name="connsiteY0" fmla="*/ 33577 h 59095"/>
                <a:gd name="connsiteX1" fmla="*/ 0 w 110320"/>
                <a:gd name="connsiteY1" fmla="*/ 40292 h 59095"/>
                <a:gd name="connsiteX2" fmla="*/ 4036 w 110320"/>
                <a:gd name="connsiteY2" fmla="*/ 45665 h 59095"/>
                <a:gd name="connsiteX3" fmla="*/ 10763 w 110320"/>
                <a:gd name="connsiteY3" fmla="*/ 45665 h 59095"/>
                <a:gd name="connsiteX4" fmla="*/ 18835 w 110320"/>
                <a:gd name="connsiteY4" fmla="*/ 52380 h 59095"/>
                <a:gd name="connsiteX5" fmla="*/ 20181 w 110320"/>
                <a:gd name="connsiteY5" fmla="*/ 55066 h 59095"/>
                <a:gd name="connsiteX6" fmla="*/ 22871 w 110320"/>
                <a:gd name="connsiteY6" fmla="*/ 52380 h 59095"/>
                <a:gd name="connsiteX7" fmla="*/ 32289 w 110320"/>
                <a:gd name="connsiteY7" fmla="*/ 52380 h 59095"/>
                <a:gd name="connsiteX8" fmla="*/ 34979 w 110320"/>
                <a:gd name="connsiteY8" fmla="*/ 57753 h 59095"/>
                <a:gd name="connsiteX9" fmla="*/ 40361 w 110320"/>
                <a:gd name="connsiteY9" fmla="*/ 59096 h 59095"/>
                <a:gd name="connsiteX10" fmla="*/ 44397 w 110320"/>
                <a:gd name="connsiteY10" fmla="*/ 57753 h 59095"/>
                <a:gd name="connsiteX11" fmla="*/ 53815 w 110320"/>
                <a:gd name="connsiteY11" fmla="*/ 56409 h 59095"/>
                <a:gd name="connsiteX12" fmla="*/ 59196 w 110320"/>
                <a:gd name="connsiteY12" fmla="*/ 57753 h 59095"/>
                <a:gd name="connsiteX13" fmla="*/ 63232 w 110320"/>
                <a:gd name="connsiteY13" fmla="*/ 56409 h 59095"/>
                <a:gd name="connsiteX14" fmla="*/ 69959 w 110320"/>
                <a:gd name="connsiteY14" fmla="*/ 57753 h 59095"/>
                <a:gd name="connsiteX15" fmla="*/ 72650 w 110320"/>
                <a:gd name="connsiteY15" fmla="*/ 55066 h 59095"/>
                <a:gd name="connsiteX16" fmla="*/ 72650 w 110320"/>
                <a:gd name="connsiteY16" fmla="*/ 52380 h 59095"/>
                <a:gd name="connsiteX17" fmla="*/ 78032 w 110320"/>
                <a:gd name="connsiteY17" fmla="*/ 51037 h 59095"/>
                <a:gd name="connsiteX18" fmla="*/ 87449 w 110320"/>
                <a:gd name="connsiteY18" fmla="*/ 40292 h 59095"/>
                <a:gd name="connsiteX19" fmla="*/ 87449 w 110320"/>
                <a:gd name="connsiteY19" fmla="*/ 36263 h 59095"/>
                <a:gd name="connsiteX20" fmla="*/ 91485 w 110320"/>
                <a:gd name="connsiteY20" fmla="*/ 36263 h 59095"/>
                <a:gd name="connsiteX21" fmla="*/ 95521 w 110320"/>
                <a:gd name="connsiteY21" fmla="*/ 37606 h 59095"/>
                <a:gd name="connsiteX22" fmla="*/ 100903 w 110320"/>
                <a:gd name="connsiteY22" fmla="*/ 36263 h 59095"/>
                <a:gd name="connsiteX23" fmla="*/ 104939 w 110320"/>
                <a:gd name="connsiteY23" fmla="*/ 32234 h 59095"/>
                <a:gd name="connsiteX24" fmla="*/ 98212 w 110320"/>
                <a:gd name="connsiteY24" fmla="*/ 26862 h 59095"/>
                <a:gd name="connsiteX25" fmla="*/ 98212 w 110320"/>
                <a:gd name="connsiteY25" fmla="*/ 22832 h 59095"/>
                <a:gd name="connsiteX26" fmla="*/ 102248 w 110320"/>
                <a:gd name="connsiteY26" fmla="*/ 21489 h 59095"/>
                <a:gd name="connsiteX27" fmla="*/ 104939 w 110320"/>
                <a:gd name="connsiteY27" fmla="*/ 22832 h 59095"/>
                <a:gd name="connsiteX28" fmla="*/ 110320 w 110320"/>
                <a:gd name="connsiteY28" fmla="*/ 16117 h 59095"/>
                <a:gd name="connsiteX29" fmla="*/ 110320 w 110320"/>
                <a:gd name="connsiteY29" fmla="*/ 5373 h 59095"/>
                <a:gd name="connsiteX30" fmla="*/ 104939 w 110320"/>
                <a:gd name="connsiteY30" fmla="*/ 0 h 59095"/>
                <a:gd name="connsiteX31" fmla="*/ 102248 w 110320"/>
                <a:gd name="connsiteY31" fmla="*/ 2686 h 59095"/>
                <a:gd name="connsiteX32" fmla="*/ 99557 w 110320"/>
                <a:gd name="connsiteY32" fmla="*/ 4029 h 59095"/>
                <a:gd name="connsiteX33" fmla="*/ 96866 w 110320"/>
                <a:gd name="connsiteY33" fmla="*/ 1343 h 59095"/>
                <a:gd name="connsiteX34" fmla="*/ 90140 w 110320"/>
                <a:gd name="connsiteY34" fmla="*/ 1343 h 59095"/>
                <a:gd name="connsiteX35" fmla="*/ 87449 w 110320"/>
                <a:gd name="connsiteY35" fmla="*/ 5373 h 59095"/>
                <a:gd name="connsiteX36" fmla="*/ 90140 w 110320"/>
                <a:gd name="connsiteY36" fmla="*/ 16117 h 59095"/>
                <a:gd name="connsiteX37" fmla="*/ 91485 w 110320"/>
                <a:gd name="connsiteY37" fmla="*/ 18803 h 59095"/>
                <a:gd name="connsiteX38" fmla="*/ 90140 w 110320"/>
                <a:gd name="connsiteY38" fmla="*/ 21489 h 59095"/>
                <a:gd name="connsiteX39" fmla="*/ 84759 w 110320"/>
                <a:gd name="connsiteY39" fmla="*/ 21489 h 59095"/>
                <a:gd name="connsiteX40" fmla="*/ 75341 w 110320"/>
                <a:gd name="connsiteY40" fmla="*/ 29548 h 59095"/>
                <a:gd name="connsiteX41" fmla="*/ 72650 w 110320"/>
                <a:gd name="connsiteY41" fmla="*/ 34920 h 59095"/>
                <a:gd name="connsiteX42" fmla="*/ 69959 w 110320"/>
                <a:gd name="connsiteY42" fmla="*/ 36263 h 59095"/>
                <a:gd name="connsiteX43" fmla="*/ 67269 w 110320"/>
                <a:gd name="connsiteY43" fmla="*/ 36263 h 59095"/>
                <a:gd name="connsiteX44" fmla="*/ 63232 w 110320"/>
                <a:gd name="connsiteY44" fmla="*/ 37606 h 59095"/>
                <a:gd name="connsiteX45" fmla="*/ 59196 w 110320"/>
                <a:gd name="connsiteY45" fmla="*/ 34920 h 59095"/>
                <a:gd name="connsiteX46" fmla="*/ 56505 w 110320"/>
                <a:gd name="connsiteY46" fmla="*/ 34920 h 59095"/>
                <a:gd name="connsiteX47" fmla="*/ 52469 w 110320"/>
                <a:gd name="connsiteY47" fmla="*/ 38950 h 59095"/>
                <a:gd name="connsiteX48" fmla="*/ 49778 w 110320"/>
                <a:gd name="connsiteY48" fmla="*/ 38950 h 59095"/>
                <a:gd name="connsiteX49" fmla="*/ 48433 w 110320"/>
                <a:gd name="connsiteY49" fmla="*/ 32234 h 59095"/>
                <a:gd name="connsiteX50" fmla="*/ 48433 w 110320"/>
                <a:gd name="connsiteY50" fmla="*/ 28205 h 59095"/>
                <a:gd name="connsiteX51" fmla="*/ 45742 w 110320"/>
                <a:gd name="connsiteY51" fmla="*/ 25519 h 59095"/>
                <a:gd name="connsiteX52" fmla="*/ 43051 w 110320"/>
                <a:gd name="connsiteY52" fmla="*/ 28205 h 59095"/>
                <a:gd name="connsiteX53" fmla="*/ 43051 w 110320"/>
                <a:gd name="connsiteY53" fmla="*/ 32234 h 59095"/>
                <a:gd name="connsiteX54" fmla="*/ 39015 w 110320"/>
                <a:gd name="connsiteY54" fmla="*/ 34920 h 59095"/>
                <a:gd name="connsiteX55" fmla="*/ 33634 w 110320"/>
                <a:gd name="connsiteY55" fmla="*/ 33577 h 59095"/>
                <a:gd name="connsiteX56" fmla="*/ 28253 w 110320"/>
                <a:gd name="connsiteY56" fmla="*/ 36263 h 59095"/>
                <a:gd name="connsiteX57" fmla="*/ 24217 w 110320"/>
                <a:gd name="connsiteY57" fmla="*/ 36263 h 59095"/>
                <a:gd name="connsiteX58" fmla="*/ 20181 w 110320"/>
                <a:gd name="connsiteY58" fmla="*/ 34920 h 59095"/>
                <a:gd name="connsiteX59" fmla="*/ 14799 w 110320"/>
                <a:gd name="connsiteY59" fmla="*/ 34920 h 59095"/>
                <a:gd name="connsiteX60" fmla="*/ 9417 w 110320"/>
                <a:gd name="connsiteY60" fmla="*/ 36263 h 5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10320" h="59095">
                  <a:moveTo>
                    <a:pt x="4036" y="33577"/>
                  </a:moveTo>
                  <a:lnTo>
                    <a:pt x="0" y="40292"/>
                  </a:lnTo>
                  <a:lnTo>
                    <a:pt x="4036" y="45665"/>
                  </a:lnTo>
                  <a:lnTo>
                    <a:pt x="10763" y="45665"/>
                  </a:lnTo>
                  <a:lnTo>
                    <a:pt x="18835" y="52380"/>
                  </a:lnTo>
                  <a:lnTo>
                    <a:pt x="20181" y="55066"/>
                  </a:lnTo>
                  <a:lnTo>
                    <a:pt x="22871" y="52380"/>
                  </a:lnTo>
                  <a:lnTo>
                    <a:pt x="32289" y="52380"/>
                  </a:lnTo>
                  <a:lnTo>
                    <a:pt x="34979" y="57753"/>
                  </a:lnTo>
                  <a:lnTo>
                    <a:pt x="40361" y="59096"/>
                  </a:lnTo>
                  <a:lnTo>
                    <a:pt x="44397" y="57753"/>
                  </a:lnTo>
                  <a:lnTo>
                    <a:pt x="53815" y="56409"/>
                  </a:lnTo>
                  <a:lnTo>
                    <a:pt x="59196" y="57753"/>
                  </a:lnTo>
                  <a:lnTo>
                    <a:pt x="63232" y="56409"/>
                  </a:lnTo>
                  <a:lnTo>
                    <a:pt x="69959" y="57753"/>
                  </a:lnTo>
                  <a:lnTo>
                    <a:pt x="72650" y="55066"/>
                  </a:lnTo>
                  <a:lnTo>
                    <a:pt x="72650" y="52380"/>
                  </a:lnTo>
                  <a:lnTo>
                    <a:pt x="78032" y="51037"/>
                  </a:lnTo>
                  <a:lnTo>
                    <a:pt x="87449" y="40292"/>
                  </a:lnTo>
                  <a:lnTo>
                    <a:pt x="87449" y="36263"/>
                  </a:lnTo>
                  <a:lnTo>
                    <a:pt x="91485" y="36263"/>
                  </a:lnTo>
                  <a:lnTo>
                    <a:pt x="95521" y="37606"/>
                  </a:lnTo>
                  <a:lnTo>
                    <a:pt x="100903" y="36263"/>
                  </a:lnTo>
                  <a:lnTo>
                    <a:pt x="104939" y="32234"/>
                  </a:lnTo>
                  <a:lnTo>
                    <a:pt x="98212" y="26862"/>
                  </a:lnTo>
                  <a:lnTo>
                    <a:pt x="98212" y="22832"/>
                  </a:lnTo>
                  <a:lnTo>
                    <a:pt x="102248" y="21489"/>
                  </a:lnTo>
                  <a:lnTo>
                    <a:pt x="104939" y="22832"/>
                  </a:lnTo>
                  <a:lnTo>
                    <a:pt x="110320" y="16117"/>
                  </a:lnTo>
                  <a:lnTo>
                    <a:pt x="110320" y="5373"/>
                  </a:lnTo>
                  <a:lnTo>
                    <a:pt x="104939" y="0"/>
                  </a:lnTo>
                  <a:lnTo>
                    <a:pt x="102248" y="2686"/>
                  </a:lnTo>
                  <a:lnTo>
                    <a:pt x="99557" y="4029"/>
                  </a:lnTo>
                  <a:lnTo>
                    <a:pt x="96866" y="1343"/>
                  </a:lnTo>
                  <a:lnTo>
                    <a:pt x="90140" y="1343"/>
                  </a:lnTo>
                  <a:lnTo>
                    <a:pt x="87449" y="5373"/>
                  </a:lnTo>
                  <a:lnTo>
                    <a:pt x="90140" y="16117"/>
                  </a:lnTo>
                  <a:lnTo>
                    <a:pt x="91485" y="18803"/>
                  </a:lnTo>
                  <a:lnTo>
                    <a:pt x="90140" y="21489"/>
                  </a:lnTo>
                  <a:lnTo>
                    <a:pt x="84759" y="21489"/>
                  </a:lnTo>
                  <a:lnTo>
                    <a:pt x="75341" y="29548"/>
                  </a:lnTo>
                  <a:lnTo>
                    <a:pt x="72650" y="34920"/>
                  </a:lnTo>
                  <a:lnTo>
                    <a:pt x="69959" y="36263"/>
                  </a:lnTo>
                  <a:lnTo>
                    <a:pt x="67269" y="36263"/>
                  </a:lnTo>
                  <a:lnTo>
                    <a:pt x="63232" y="37606"/>
                  </a:lnTo>
                  <a:lnTo>
                    <a:pt x="59196" y="34920"/>
                  </a:lnTo>
                  <a:lnTo>
                    <a:pt x="56505" y="34920"/>
                  </a:lnTo>
                  <a:lnTo>
                    <a:pt x="52469" y="38950"/>
                  </a:lnTo>
                  <a:lnTo>
                    <a:pt x="49778" y="38950"/>
                  </a:lnTo>
                  <a:lnTo>
                    <a:pt x="48433" y="32234"/>
                  </a:lnTo>
                  <a:lnTo>
                    <a:pt x="48433" y="28205"/>
                  </a:lnTo>
                  <a:lnTo>
                    <a:pt x="45742" y="25519"/>
                  </a:lnTo>
                  <a:lnTo>
                    <a:pt x="43051" y="28205"/>
                  </a:lnTo>
                  <a:lnTo>
                    <a:pt x="43051" y="32234"/>
                  </a:lnTo>
                  <a:lnTo>
                    <a:pt x="39015" y="34920"/>
                  </a:lnTo>
                  <a:lnTo>
                    <a:pt x="33634" y="33577"/>
                  </a:lnTo>
                  <a:lnTo>
                    <a:pt x="28253" y="36263"/>
                  </a:lnTo>
                  <a:lnTo>
                    <a:pt x="24217" y="36263"/>
                  </a:lnTo>
                  <a:lnTo>
                    <a:pt x="20181" y="34920"/>
                  </a:lnTo>
                  <a:lnTo>
                    <a:pt x="14799" y="34920"/>
                  </a:lnTo>
                  <a:lnTo>
                    <a:pt x="9417" y="3626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E882F030-EF50-8B3A-4A0E-9E1C5EA47E84}"/>
                </a:ext>
              </a:extLst>
            </p:cNvPr>
            <p:cNvSpPr/>
            <p:nvPr/>
          </p:nvSpPr>
          <p:spPr>
            <a:xfrm>
              <a:off x="11204298" y="4790216"/>
              <a:ext cx="9417" cy="9401"/>
            </a:xfrm>
            <a:custGeom>
              <a:avLst/>
              <a:gdLst>
                <a:gd name="connsiteX0" fmla="*/ 0 w 9417"/>
                <a:gd name="connsiteY0" fmla="*/ 2686 h 9401"/>
                <a:gd name="connsiteX1" fmla="*/ 4036 w 9417"/>
                <a:gd name="connsiteY1" fmla="*/ 0 h 9401"/>
                <a:gd name="connsiteX2" fmla="*/ 8073 w 9417"/>
                <a:gd name="connsiteY2" fmla="*/ 2686 h 9401"/>
                <a:gd name="connsiteX3" fmla="*/ 9418 w 9417"/>
                <a:gd name="connsiteY3" fmla="*/ 8059 h 9401"/>
                <a:gd name="connsiteX4" fmla="*/ 8073 w 9417"/>
                <a:gd name="connsiteY4" fmla="*/ 9402 h 9401"/>
                <a:gd name="connsiteX5" fmla="*/ 2691 w 9417"/>
                <a:gd name="connsiteY5" fmla="*/ 6715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9401">
                  <a:moveTo>
                    <a:pt x="0" y="2686"/>
                  </a:moveTo>
                  <a:lnTo>
                    <a:pt x="4036" y="0"/>
                  </a:lnTo>
                  <a:lnTo>
                    <a:pt x="8073" y="2686"/>
                  </a:lnTo>
                  <a:lnTo>
                    <a:pt x="9418" y="8059"/>
                  </a:lnTo>
                  <a:lnTo>
                    <a:pt x="8073" y="9402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8CA5789F-5C22-68E5-C78E-4A44BD02EEFF}"/>
                </a:ext>
              </a:extLst>
            </p:cNvPr>
            <p:cNvSpPr/>
            <p:nvPr/>
          </p:nvSpPr>
          <p:spPr>
            <a:xfrm>
              <a:off x="11188154" y="4783500"/>
              <a:ext cx="5381" cy="6715"/>
            </a:xfrm>
            <a:custGeom>
              <a:avLst/>
              <a:gdLst>
                <a:gd name="connsiteX0" fmla="*/ 1346 w 5381"/>
                <a:gd name="connsiteY0" fmla="*/ 0 h 6715"/>
                <a:gd name="connsiteX1" fmla="*/ 0 w 5381"/>
                <a:gd name="connsiteY1" fmla="*/ 4029 h 6715"/>
                <a:gd name="connsiteX2" fmla="*/ 1346 w 5381"/>
                <a:gd name="connsiteY2" fmla="*/ 6715 h 6715"/>
                <a:gd name="connsiteX3" fmla="*/ 5382 w 5381"/>
                <a:gd name="connsiteY3" fmla="*/ 6715 h 6715"/>
                <a:gd name="connsiteX4" fmla="*/ 5382 w 5381"/>
                <a:gd name="connsiteY4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1346" y="0"/>
                  </a:moveTo>
                  <a:lnTo>
                    <a:pt x="0" y="4029"/>
                  </a:lnTo>
                  <a:lnTo>
                    <a:pt x="1346" y="6715"/>
                  </a:lnTo>
                  <a:lnTo>
                    <a:pt x="5382" y="6715"/>
                  </a:lnTo>
                  <a:lnTo>
                    <a:pt x="5382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29F92E31-D4A4-6181-2057-846F5755F8DB}"/>
                </a:ext>
              </a:extLst>
            </p:cNvPr>
            <p:cNvSpPr/>
            <p:nvPr/>
          </p:nvSpPr>
          <p:spPr>
            <a:xfrm>
              <a:off x="11158556" y="4766041"/>
              <a:ext cx="5381" cy="6715"/>
            </a:xfrm>
            <a:custGeom>
              <a:avLst/>
              <a:gdLst>
                <a:gd name="connsiteX0" fmla="*/ 5381 w 5381"/>
                <a:gd name="connsiteY0" fmla="*/ 0 h 6715"/>
                <a:gd name="connsiteX1" fmla="*/ 0 w 5381"/>
                <a:gd name="connsiteY1" fmla="*/ 2686 h 6715"/>
                <a:gd name="connsiteX2" fmla="*/ 1345 w 5381"/>
                <a:gd name="connsiteY2" fmla="*/ 6715 h 6715"/>
                <a:gd name="connsiteX3" fmla="*/ 5381 w 5381"/>
                <a:gd name="connsiteY3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6715">
                  <a:moveTo>
                    <a:pt x="5381" y="0"/>
                  </a:moveTo>
                  <a:lnTo>
                    <a:pt x="0" y="2686"/>
                  </a:lnTo>
                  <a:lnTo>
                    <a:pt x="1345" y="6715"/>
                  </a:lnTo>
                  <a:lnTo>
                    <a:pt x="538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FE6C9A9D-E6F0-5051-7D0C-2F3CB6E0DEAD}"/>
                </a:ext>
              </a:extLst>
            </p:cNvPr>
            <p:cNvSpPr/>
            <p:nvPr/>
          </p:nvSpPr>
          <p:spPr>
            <a:xfrm>
              <a:off x="11328073" y="4885574"/>
              <a:ext cx="9417" cy="9401"/>
            </a:xfrm>
            <a:custGeom>
              <a:avLst/>
              <a:gdLst>
                <a:gd name="connsiteX0" fmla="*/ 1345 w 9417"/>
                <a:gd name="connsiteY0" fmla="*/ 0 h 9401"/>
                <a:gd name="connsiteX1" fmla="*/ 0 w 9417"/>
                <a:gd name="connsiteY1" fmla="*/ 4029 h 9401"/>
                <a:gd name="connsiteX2" fmla="*/ 1345 w 9417"/>
                <a:gd name="connsiteY2" fmla="*/ 6715 h 9401"/>
                <a:gd name="connsiteX3" fmla="*/ 2691 w 9417"/>
                <a:gd name="connsiteY3" fmla="*/ 5372 h 9401"/>
                <a:gd name="connsiteX4" fmla="*/ 9418 w 9417"/>
                <a:gd name="connsiteY4" fmla="*/ 9402 h 9401"/>
                <a:gd name="connsiteX5" fmla="*/ 8072 w 9417"/>
                <a:gd name="connsiteY5" fmla="*/ 6715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9401">
                  <a:moveTo>
                    <a:pt x="1345" y="0"/>
                  </a:moveTo>
                  <a:lnTo>
                    <a:pt x="0" y="4029"/>
                  </a:lnTo>
                  <a:lnTo>
                    <a:pt x="1345" y="6715"/>
                  </a:lnTo>
                  <a:lnTo>
                    <a:pt x="2691" y="5372"/>
                  </a:lnTo>
                  <a:lnTo>
                    <a:pt x="9418" y="9402"/>
                  </a:lnTo>
                  <a:lnTo>
                    <a:pt x="8072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144CA34F-E0D0-10E7-1A6B-3FF3790DB01F}"/>
                </a:ext>
              </a:extLst>
            </p:cNvPr>
            <p:cNvSpPr/>
            <p:nvPr/>
          </p:nvSpPr>
          <p:spPr>
            <a:xfrm>
              <a:off x="11289057" y="4869457"/>
              <a:ext cx="5381" cy="10744"/>
            </a:xfrm>
            <a:custGeom>
              <a:avLst/>
              <a:gdLst>
                <a:gd name="connsiteX0" fmla="*/ 1346 w 5381"/>
                <a:gd name="connsiteY0" fmla="*/ 0 h 10744"/>
                <a:gd name="connsiteX1" fmla="*/ 0 w 5381"/>
                <a:gd name="connsiteY1" fmla="*/ 2686 h 10744"/>
                <a:gd name="connsiteX2" fmla="*/ 2691 w 5381"/>
                <a:gd name="connsiteY2" fmla="*/ 5373 h 10744"/>
                <a:gd name="connsiteX3" fmla="*/ 2691 w 5381"/>
                <a:gd name="connsiteY3" fmla="*/ 5373 h 10744"/>
                <a:gd name="connsiteX4" fmla="*/ 4037 w 5381"/>
                <a:gd name="connsiteY4" fmla="*/ 9402 h 10744"/>
                <a:gd name="connsiteX5" fmla="*/ 2691 w 5381"/>
                <a:gd name="connsiteY5" fmla="*/ 10745 h 10744"/>
                <a:gd name="connsiteX6" fmla="*/ 4037 w 5381"/>
                <a:gd name="connsiteY6" fmla="*/ 10745 h 10744"/>
                <a:gd name="connsiteX7" fmla="*/ 5382 w 5381"/>
                <a:gd name="connsiteY7" fmla="*/ 6715 h 10744"/>
                <a:gd name="connsiteX8" fmla="*/ 4037 w 5381"/>
                <a:gd name="connsiteY8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81" h="10744">
                  <a:moveTo>
                    <a:pt x="1346" y="0"/>
                  </a:moveTo>
                  <a:lnTo>
                    <a:pt x="0" y="2686"/>
                  </a:lnTo>
                  <a:lnTo>
                    <a:pt x="2691" y="5373"/>
                  </a:lnTo>
                  <a:lnTo>
                    <a:pt x="2691" y="5373"/>
                  </a:lnTo>
                  <a:lnTo>
                    <a:pt x="4037" y="9402"/>
                  </a:lnTo>
                  <a:lnTo>
                    <a:pt x="2691" y="10745"/>
                  </a:lnTo>
                  <a:lnTo>
                    <a:pt x="4037" y="10745"/>
                  </a:lnTo>
                  <a:lnTo>
                    <a:pt x="5382" y="6715"/>
                  </a:lnTo>
                  <a:lnTo>
                    <a:pt x="4037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E752DA8F-CE24-A76A-7509-73F63B62689A}"/>
                </a:ext>
              </a:extLst>
            </p:cNvPr>
            <p:cNvSpPr/>
            <p:nvPr/>
          </p:nvSpPr>
          <p:spPr>
            <a:xfrm>
              <a:off x="11279640" y="4907064"/>
              <a:ext cx="14798" cy="12087"/>
            </a:xfrm>
            <a:custGeom>
              <a:avLst/>
              <a:gdLst>
                <a:gd name="connsiteX0" fmla="*/ 0 w 14798"/>
                <a:gd name="connsiteY0" fmla="*/ 0 h 12087"/>
                <a:gd name="connsiteX1" fmla="*/ 4036 w 14798"/>
                <a:gd name="connsiteY1" fmla="*/ 1343 h 12087"/>
                <a:gd name="connsiteX2" fmla="*/ 5381 w 14798"/>
                <a:gd name="connsiteY2" fmla="*/ 2686 h 12087"/>
                <a:gd name="connsiteX3" fmla="*/ 5381 w 14798"/>
                <a:gd name="connsiteY3" fmla="*/ 4029 h 12087"/>
                <a:gd name="connsiteX4" fmla="*/ 8072 w 14798"/>
                <a:gd name="connsiteY4" fmla="*/ 5372 h 12087"/>
                <a:gd name="connsiteX5" fmla="*/ 8072 w 14798"/>
                <a:gd name="connsiteY5" fmla="*/ 6715 h 12087"/>
                <a:gd name="connsiteX6" fmla="*/ 12108 w 14798"/>
                <a:gd name="connsiteY6" fmla="*/ 4029 h 12087"/>
                <a:gd name="connsiteX7" fmla="*/ 14799 w 14798"/>
                <a:gd name="connsiteY7" fmla="*/ 4029 h 12087"/>
                <a:gd name="connsiteX8" fmla="*/ 14799 w 14798"/>
                <a:gd name="connsiteY8" fmla="*/ 6715 h 12087"/>
                <a:gd name="connsiteX9" fmla="*/ 12108 w 14798"/>
                <a:gd name="connsiteY9" fmla="*/ 8059 h 12087"/>
                <a:gd name="connsiteX10" fmla="*/ 12108 w 14798"/>
                <a:gd name="connsiteY10" fmla="*/ 10744 h 12087"/>
                <a:gd name="connsiteX11" fmla="*/ 9417 w 14798"/>
                <a:gd name="connsiteY11" fmla="*/ 12088 h 12087"/>
                <a:gd name="connsiteX12" fmla="*/ 5381 w 14798"/>
                <a:gd name="connsiteY12" fmla="*/ 10744 h 12087"/>
                <a:gd name="connsiteX13" fmla="*/ 5381 w 14798"/>
                <a:gd name="connsiteY13" fmla="*/ 6715 h 12087"/>
                <a:gd name="connsiteX14" fmla="*/ 4036 w 14798"/>
                <a:gd name="connsiteY14" fmla="*/ 6715 h 12087"/>
                <a:gd name="connsiteX15" fmla="*/ 2690 w 14798"/>
                <a:gd name="connsiteY15" fmla="*/ 2686 h 12087"/>
                <a:gd name="connsiteX16" fmla="*/ 0 w 14798"/>
                <a:gd name="connsiteY16" fmla="*/ 1343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798" h="12087">
                  <a:moveTo>
                    <a:pt x="0" y="0"/>
                  </a:moveTo>
                  <a:lnTo>
                    <a:pt x="4036" y="1343"/>
                  </a:lnTo>
                  <a:lnTo>
                    <a:pt x="5381" y="2686"/>
                  </a:lnTo>
                  <a:lnTo>
                    <a:pt x="5381" y="4029"/>
                  </a:lnTo>
                  <a:lnTo>
                    <a:pt x="8072" y="5372"/>
                  </a:lnTo>
                  <a:lnTo>
                    <a:pt x="8072" y="6715"/>
                  </a:lnTo>
                  <a:lnTo>
                    <a:pt x="12108" y="4029"/>
                  </a:lnTo>
                  <a:lnTo>
                    <a:pt x="14799" y="4029"/>
                  </a:lnTo>
                  <a:lnTo>
                    <a:pt x="14799" y="6715"/>
                  </a:lnTo>
                  <a:lnTo>
                    <a:pt x="12108" y="8059"/>
                  </a:lnTo>
                  <a:lnTo>
                    <a:pt x="12108" y="10744"/>
                  </a:lnTo>
                  <a:lnTo>
                    <a:pt x="9417" y="12088"/>
                  </a:lnTo>
                  <a:lnTo>
                    <a:pt x="5381" y="10744"/>
                  </a:lnTo>
                  <a:lnTo>
                    <a:pt x="5381" y="6715"/>
                  </a:lnTo>
                  <a:lnTo>
                    <a:pt x="4036" y="6715"/>
                  </a:lnTo>
                  <a:lnTo>
                    <a:pt x="2690" y="2686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7372BB60-6A91-DB79-4FEF-5FEA578C7ED7}"/>
                </a:ext>
              </a:extLst>
            </p:cNvPr>
            <p:cNvSpPr/>
            <p:nvPr/>
          </p:nvSpPr>
          <p:spPr>
            <a:xfrm>
              <a:off x="11274258" y="4899005"/>
              <a:ext cx="9417" cy="6715"/>
            </a:xfrm>
            <a:custGeom>
              <a:avLst/>
              <a:gdLst>
                <a:gd name="connsiteX0" fmla="*/ 0 w 9417"/>
                <a:gd name="connsiteY0" fmla="*/ 0 h 6715"/>
                <a:gd name="connsiteX1" fmla="*/ 1345 w 9417"/>
                <a:gd name="connsiteY1" fmla="*/ 5372 h 6715"/>
                <a:gd name="connsiteX2" fmla="*/ 4036 w 9417"/>
                <a:gd name="connsiteY2" fmla="*/ 6715 h 6715"/>
                <a:gd name="connsiteX3" fmla="*/ 8072 w 9417"/>
                <a:gd name="connsiteY3" fmla="*/ 5372 h 6715"/>
                <a:gd name="connsiteX4" fmla="*/ 8072 w 9417"/>
                <a:gd name="connsiteY4" fmla="*/ 6715 h 6715"/>
                <a:gd name="connsiteX5" fmla="*/ 9418 w 9417"/>
                <a:gd name="connsiteY5" fmla="*/ 5372 h 6715"/>
                <a:gd name="connsiteX6" fmla="*/ 8072 w 9417"/>
                <a:gd name="connsiteY6" fmla="*/ 2686 h 6715"/>
                <a:gd name="connsiteX7" fmla="*/ 6727 w 9417"/>
                <a:gd name="connsiteY7" fmla="*/ 2686 h 6715"/>
                <a:gd name="connsiteX8" fmla="*/ 8072 w 9417"/>
                <a:gd name="connsiteY8" fmla="*/ 2686 h 6715"/>
                <a:gd name="connsiteX9" fmla="*/ 6727 w 9417"/>
                <a:gd name="connsiteY9" fmla="*/ 0 h 6715"/>
                <a:gd name="connsiteX10" fmla="*/ 4036 w 9417"/>
                <a:gd name="connsiteY10" fmla="*/ 0 h 6715"/>
                <a:gd name="connsiteX11" fmla="*/ 1345 w 9417"/>
                <a:gd name="connsiteY11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17" h="6715">
                  <a:moveTo>
                    <a:pt x="0" y="0"/>
                  </a:moveTo>
                  <a:lnTo>
                    <a:pt x="1345" y="5372"/>
                  </a:lnTo>
                  <a:lnTo>
                    <a:pt x="4036" y="6715"/>
                  </a:lnTo>
                  <a:lnTo>
                    <a:pt x="8072" y="5372"/>
                  </a:lnTo>
                  <a:lnTo>
                    <a:pt x="8072" y="6715"/>
                  </a:lnTo>
                  <a:lnTo>
                    <a:pt x="9418" y="5372"/>
                  </a:lnTo>
                  <a:lnTo>
                    <a:pt x="8072" y="2686"/>
                  </a:lnTo>
                  <a:lnTo>
                    <a:pt x="6727" y="2686"/>
                  </a:lnTo>
                  <a:lnTo>
                    <a:pt x="8072" y="2686"/>
                  </a:lnTo>
                  <a:lnTo>
                    <a:pt x="6727" y="0"/>
                  </a:lnTo>
                  <a:lnTo>
                    <a:pt x="4036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C0E7C4EF-910A-86B6-B832-1EB794653ED2}"/>
                </a:ext>
              </a:extLst>
            </p:cNvPr>
            <p:cNvSpPr/>
            <p:nvPr/>
          </p:nvSpPr>
          <p:spPr>
            <a:xfrm>
              <a:off x="11263495" y="4892290"/>
              <a:ext cx="8071" cy="9401"/>
            </a:xfrm>
            <a:custGeom>
              <a:avLst/>
              <a:gdLst>
                <a:gd name="connsiteX0" fmla="*/ 0 w 8071"/>
                <a:gd name="connsiteY0" fmla="*/ 2686 h 9401"/>
                <a:gd name="connsiteX1" fmla="*/ 2691 w 8071"/>
                <a:gd name="connsiteY1" fmla="*/ 6715 h 9401"/>
                <a:gd name="connsiteX2" fmla="*/ 4036 w 8071"/>
                <a:gd name="connsiteY2" fmla="*/ 6715 h 9401"/>
                <a:gd name="connsiteX3" fmla="*/ 6727 w 8071"/>
                <a:gd name="connsiteY3" fmla="*/ 9402 h 9401"/>
                <a:gd name="connsiteX4" fmla="*/ 8072 w 8071"/>
                <a:gd name="connsiteY4" fmla="*/ 9402 h 9401"/>
                <a:gd name="connsiteX5" fmla="*/ 8072 w 8071"/>
                <a:gd name="connsiteY5" fmla="*/ 6715 h 9401"/>
                <a:gd name="connsiteX6" fmla="*/ 5381 w 8071"/>
                <a:gd name="connsiteY6" fmla="*/ 2686 h 9401"/>
                <a:gd name="connsiteX7" fmla="*/ 2691 w 8071"/>
                <a:gd name="connsiteY7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1" h="9401">
                  <a:moveTo>
                    <a:pt x="0" y="2686"/>
                  </a:moveTo>
                  <a:lnTo>
                    <a:pt x="2691" y="6715"/>
                  </a:lnTo>
                  <a:lnTo>
                    <a:pt x="4036" y="6715"/>
                  </a:lnTo>
                  <a:lnTo>
                    <a:pt x="6727" y="9402"/>
                  </a:lnTo>
                  <a:lnTo>
                    <a:pt x="8072" y="9402"/>
                  </a:lnTo>
                  <a:lnTo>
                    <a:pt x="8072" y="6715"/>
                  </a:lnTo>
                  <a:lnTo>
                    <a:pt x="5381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546E3224-232B-5958-9A15-19093BD9151B}"/>
                </a:ext>
              </a:extLst>
            </p:cNvPr>
            <p:cNvSpPr/>
            <p:nvPr/>
          </p:nvSpPr>
          <p:spPr>
            <a:xfrm>
              <a:off x="11131649" y="4851997"/>
              <a:ext cx="1942" cy="4029"/>
            </a:xfrm>
            <a:custGeom>
              <a:avLst/>
              <a:gdLst>
                <a:gd name="connsiteX0" fmla="*/ 1345 w 1942"/>
                <a:gd name="connsiteY0" fmla="*/ 0 h 4029"/>
                <a:gd name="connsiteX1" fmla="*/ 0 w 1942"/>
                <a:gd name="connsiteY1" fmla="*/ 1343 h 4029"/>
                <a:gd name="connsiteX2" fmla="*/ 1345 w 1942"/>
                <a:gd name="connsiteY2" fmla="*/ 4029 h 4029"/>
                <a:gd name="connsiteX3" fmla="*/ 1345 w 1942"/>
                <a:gd name="connsiteY3" fmla="*/ 0 h 4029"/>
                <a:gd name="connsiteX4" fmla="*/ 1345 w 1942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4029">
                  <a:moveTo>
                    <a:pt x="1345" y="0"/>
                  </a:moveTo>
                  <a:lnTo>
                    <a:pt x="0" y="1343"/>
                  </a:lnTo>
                  <a:lnTo>
                    <a:pt x="1345" y="4029"/>
                  </a:lnTo>
                  <a:cubicBezTo>
                    <a:pt x="2690" y="4029"/>
                    <a:pt x="1345" y="0"/>
                    <a:pt x="1345" y="0"/>
                  </a:cubicBez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9CA6A157-6EB2-4FFF-BC01-465C553A4C6A}"/>
                </a:ext>
              </a:extLst>
            </p:cNvPr>
            <p:cNvSpPr/>
            <p:nvPr/>
          </p:nvSpPr>
          <p:spPr>
            <a:xfrm>
              <a:off x="11122231" y="4850654"/>
              <a:ext cx="2690" cy="1343"/>
            </a:xfrm>
            <a:custGeom>
              <a:avLst/>
              <a:gdLst>
                <a:gd name="connsiteX0" fmla="*/ 1345 w 2690"/>
                <a:gd name="connsiteY0" fmla="*/ 1343 h 1343"/>
                <a:gd name="connsiteX1" fmla="*/ 0 w 2690"/>
                <a:gd name="connsiteY1" fmla="*/ 0 h 1343"/>
                <a:gd name="connsiteX2" fmla="*/ 2691 w 2690"/>
                <a:gd name="connsiteY2" fmla="*/ 0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1343">
                  <a:moveTo>
                    <a:pt x="1345" y="1343"/>
                  </a:moveTo>
                  <a:lnTo>
                    <a:pt x="0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E4586D08-BBE9-203E-6847-397E6228EF5C}"/>
                </a:ext>
              </a:extLst>
            </p:cNvPr>
            <p:cNvSpPr/>
            <p:nvPr/>
          </p:nvSpPr>
          <p:spPr>
            <a:xfrm>
              <a:off x="11115504" y="4850654"/>
              <a:ext cx="2690" cy="2686"/>
            </a:xfrm>
            <a:custGeom>
              <a:avLst/>
              <a:gdLst>
                <a:gd name="connsiteX0" fmla="*/ 0 w 2690"/>
                <a:gd name="connsiteY0" fmla="*/ 0 h 2686"/>
                <a:gd name="connsiteX1" fmla="*/ 0 w 2690"/>
                <a:gd name="connsiteY1" fmla="*/ 2686 h 2686"/>
                <a:gd name="connsiteX2" fmla="*/ 2691 w 2690"/>
                <a:gd name="connsiteY2" fmla="*/ 2686 h 2686"/>
                <a:gd name="connsiteX3" fmla="*/ 2691 w 2690"/>
                <a:gd name="connsiteY3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0" y="0"/>
                  </a:moveTo>
                  <a:lnTo>
                    <a:pt x="0" y="2686"/>
                  </a:lnTo>
                  <a:lnTo>
                    <a:pt x="2691" y="2686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1DDC57DB-B710-A1AD-751C-A90DD3F0FA99}"/>
                </a:ext>
              </a:extLst>
            </p:cNvPr>
            <p:cNvSpPr/>
            <p:nvPr/>
          </p:nvSpPr>
          <p:spPr>
            <a:xfrm>
              <a:off x="11118195" y="4846625"/>
              <a:ext cx="4035" cy="6715"/>
            </a:xfrm>
            <a:custGeom>
              <a:avLst/>
              <a:gdLst>
                <a:gd name="connsiteX0" fmla="*/ 2690 w 4035"/>
                <a:gd name="connsiteY0" fmla="*/ 6715 h 6715"/>
                <a:gd name="connsiteX1" fmla="*/ 0 w 4035"/>
                <a:gd name="connsiteY1" fmla="*/ 2686 h 6715"/>
                <a:gd name="connsiteX2" fmla="*/ 1345 w 4035"/>
                <a:gd name="connsiteY2" fmla="*/ 0 h 6715"/>
                <a:gd name="connsiteX3" fmla="*/ 4036 w 4035"/>
                <a:gd name="connsiteY3" fmla="*/ 0 h 6715"/>
                <a:gd name="connsiteX4" fmla="*/ 2690 w 4035"/>
                <a:gd name="connsiteY4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6715">
                  <a:moveTo>
                    <a:pt x="2690" y="6715"/>
                  </a:moveTo>
                  <a:lnTo>
                    <a:pt x="0" y="2686"/>
                  </a:lnTo>
                  <a:lnTo>
                    <a:pt x="1345" y="0"/>
                  </a:lnTo>
                  <a:lnTo>
                    <a:pt x="4036" y="0"/>
                  </a:lnTo>
                  <a:lnTo>
                    <a:pt x="269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F3EB6500-E1E5-FF94-0EBA-B7D31018E2E6}"/>
                </a:ext>
              </a:extLst>
            </p:cNvPr>
            <p:cNvSpPr/>
            <p:nvPr/>
          </p:nvSpPr>
          <p:spPr>
            <a:xfrm>
              <a:off x="11103395" y="4851997"/>
              <a:ext cx="2690" cy="5372"/>
            </a:xfrm>
            <a:custGeom>
              <a:avLst/>
              <a:gdLst>
                <a:gd name="connsiteX0" fmla="*/ 0 w 2690"/>
                <a:gd name="connsiteY0" fmla="*/ 0 h 5372"/>
                <a:gd name="connsiteX1" fmla="*/ 1346 w 2690"/>
                <a:gd name="connsiteY1" fmla="*/ 4029 h 5372"/>
                <a:gd name="connsiteX2" fmla="*/ 2691 w 2690"/>
                <a:gd name="connsiteY2" fmla="*/ 5372 h 5372"/>
                <a:gd name="connsiteX3" fmla="*/ 1346 w 2690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5372">
                  <a:moveTo>
                    <a:pt x="0" y="0"/>
                  </a:moveTo>
                  <a:lnTo>
                    <a:pt x="1346" y="4029"/>
                  </a:lnTo>
                  <a:lnTo>
                    <a:pt x="2691" y="5372"/>
                  </a:lnTo>
                  <a:lnTo>
                    <a:pt x="134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FA2E1959-D7B3-83A8-326C-1DF7C6F0AE50}"/>
                </a:ext>
              </a:extLst>
            </p:cNvPr>
            <p:cNvSpPr/>
            <p:nvPr/>
          </p:nvSpPr>
          <p:spPr>
            <a:xfrm>
              <a:off x="11093977" y="4870800"/>
              <a:ext cx="6726" cy="2686"/>
            </a:xfrm>
            <a:custGeom>
              <a:avLst/>
              <a:gdLst>
                <a:gd name="connsiteX0" fmla="*/ 0 w 6726"/>
                <a:gd name="connsiteY0" fmla="*/ 2686 h 2686"/>
                <a:gd name="connsiteX1" fmla="*/ 2691 w 6726"/>
                <a:gd name="connsiteY1" fmla="*/ 0 h 2686"/>
                <a:gd name="connsiteX2" fmla="*/ 6727 w 6726"/>
                <a:gd name="connsiteY2" fmla="*/ 0 h 2686"/>
                <a:gd name="connsiteX3" fmla="*/ 5382 w 6726"/>
                <a:gd name="connsiteY3" fmla="*/ 2686 h 2686"/>
                <a:gd name="connsiteX4" fmla="*/ 0 w 6726"/>
                <a:gd name="connsiteY4" fmla="*/ 2686 h 2686"/>
                <a:gd name="connsiteX5" fmla="*/ 0 w 6726"/>
                <a:gd name="connsiteY5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2686">
                  <a:moveTo>
                    <a:pt x="0" y="2686"/>
                  </a:moveTo>
                  <a:lnTo>
                    <a:pt x="2691" y="0"/>
                  </a:lnTo>
                  <a:lnTo>
                    <a:pt x="6727" y="0"/>
                  </a:lnTo>
                  <a:lnTo>
                    <a:pt x="5382" y="2686"/>
                  </a:lnTo>
                  <a:cubicBezTo>
                    <a:pt x="5382" y="1343"/>
                    <a:pt x="0" y="1343"/>
                    <a:pt x="0" y="2686"/>
                  </a:cubicBez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CBCA970F-7856-20E8-5CD7-37918CBE1B6E}"/>
                </a:ext>
              </a:extLst>
            </p:cNvPr>
            <p:cNvSpPr/>
            <p:nvPr/>
          </p:nvSpPr>
          <p:spPr>
            <a:xfrm>
              <a:off x="11093977" y="4874830"/>
              <a:ext cx="1345" cy="2685"/>
            </a:xfrm>
            <a:custGeom>
              <a:avLst/>
              <a:gdLst>
                <a:gd name="connsiteX0" fmla="*/ 0 w 1345"/>
                <a:gd name="connsiteY0" fmla="*/ 1343 h 2685"/>
                <a:gd name="connsiteX1" fmla="*/ 1346 w 1345"/>
                <a:gd name="connsiteY1" fmla="*/ 2686 h 2685"/>
                <a:gd name="connsiteX2" fmla="*/ 1346 w 1345"/>
                <a:gd name="connsiteY2" fmla="*/ 0 h 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" h="2685">
                  <a:moveTo>
                    <a:pt x="0" y="1343"/>
                  </a:moveTo>
                  <a:lnTo>
                    <a:pt x="1346" y="2686"/>
                  </a:lnTo>
                  <a:lnTo>
                    <a:pt x="134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C78D1B96-2870-B179-5C07-81348DBE07F5}"/>
                </a:ext>
              </a:extLst>
            </p:cNvPr>
            <p:cNvSpPr/>
            <p:nvPr/>
          </p:nvSpPr>
          <p:spPr>
            <a:xfrm>
              <a:off x="11087250" y="4873487"/>
              <a:ext cx="5381" cy="1343"/>
            </a:xfrm>
            <a:custGeom>
              <a:avLst/>
              <a:gdLst>
                <a:gd name="connsiteX0" fmla="*/ 0 w 5381"/>
                <a:gd name="connsiteY0" fmla="*/ 0 h 1343"/>
                <a:gd name="connsiteX1" fmla="*/ 4037 w 5381"/>
                <a:gd name="connsiteY1" fmla="*/ 1343 h 1343"/>
                <a:gd name="connsiteX2" fmla="*/ 5382 w 5381"/>
                <a:gd name="connsiteY2" fmla="*/ 0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1343">
                  <a:moveTo>
                    <a:pt x="0" y="0"/>
                  </a:moveTo>
                  <a:lnTo>
                    <a:pt x="4037" y="1343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108414DB-26A7-AE8F-816A-21BC447788D1}"/>
                </a:ext>
              </a:extLst>
            </p:cNvPr>
            <p:cNvSpPr/>
            <p:nvPr/>
          </p:nvSpPr>
          <p:spPr>
            <a:xfrm>
              <a:off x="11085905" y="4874830"/>
              <a:ext cx="9417" cy="6715"/>
            </a:xfrm>
            <a:custGeom>
              <a:avLst/>
              <a:gdLst>
                <a:gd name="connsiteX0" fmla="*/ 0 w 9417"/>
                <a:gd name="connsiteY0" fmla="*/ 0 h 6715"/>
                <a:gd name="connsiteX1" fmla="*/ 6727 w 9417"/>
                <a:gd name="connsiteY1" fmla="*/ 2686 h 6715"/>
                <a:gd name="connsiteX2" fmla="*/ 9418 w 9417"/>
                <a:gd name="connsiteY2" fmla="*/ 6715 h 6715"/>
                <a:gd name="connsiteX3" fmla="*/ 0 w 9417"/>
                <a:gd name="connsiteY3" fmla="*/ 0 h 6715"/>
                <a:gd name="connsiteX4" fmla="*/ 0 w 9417"/>
                <a:gd name="connsiteY4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6715">
                  <a:moveTo>
                    <a:pt x="0" y="0"/>
                  </a:moveTo>
                  <a:lnTo>
                    <a:pt x="6727" y="2686"/>
                  </a:lnTo>
                  <a:lnTo>
                    <a:pt x="9418" y="67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EE48D911-94F6-CA59-96FF-980A7EE55701}"/>
                </a:ext>
              </a:extLst>
            </p:cNvPr>
            <p:cNvSpPr/>
            <p:nvPr/>
          </p:nvSpPr>
          <p:spPr>
            <a:xfrm>
              <a:off x="11092632" y="4862742"/>
              <a:ext cx="5381" cy="2686"/>
            </a:xfrm>
            <a:custGeom>
              <a:avLst/>
              <a:gdLst>
                <a:gd name="connsiteX0" fmla="*/ 0 w 5381"/>
                <a:gd name="connsiteY0" fmla="*/ 0 h 2686"/>
                <a:gd name="connsiteX1" fmla="*/ 5382 w 5381"/>
                <a:gd name="connsiteY1" fmla="*/ 1343 h 2686"/>
                <a:gd name="connsiteX2" fmla="*/ 4036 w 5381"/>
                <a:gd name="connsiteY2" fmla="*/ 2686 h 2686"/>
                <a:gd name="connsiteX3" fmla="*/ 1345 w 5381"/>
                <a:gd name="connsiteY3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2686">
                  <a:moveTo>
                    <a:pt x="0" y="0"/>
                  </a:moveTo>
                  <a:lnTo>
                    <a:pt x="5382" y="1343"/>
                  </a:lnTo>
                  <a:lnTo>
                    <a:pt x="4036" y="2686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24BFCFB6-9161-1777-2117-49F8A394CE3D}"/>
                </a:ext>
              </a:extLst>
            </p:cNvPr>
            <p:cNvSpPr/>
            <p:nvPr/>
          </p:nvSpPr>
          <p:spPr>
            <a:xfrm>
              <a:off x="11096668" y="4853341"/>
              <a:ext cx="4412" cy="8058"/>
            </a:xfrm>
            <a:custGeom>
              <a:avLst/>
              <a:gdLst>
                <a:gd name="connsiteX0" fmla="*/ 2691 w 4412"/>
                <a:gd name="connsiteY0" fmla="*/ 8059 h 8058"/>
                <a:gd name="connsiteX1" fmla="*/ 0 w 4412"/>
                <a:gd name="connsiteY1" fmla="*/ 5372 h 8058"/>
                <a:gd name="connsiteX2" fmla="*/ 0 w 4412"/>
                <a:gd name="connsiteY2" fmla="*/ 2686 h 8058"/>
                <a:gd name="connsiteX3" fmla="*/ 2691 w 4412"/>
                <a:gd name="connsiteY3" fmla="*/ 0 h 8058"/>
                <a:gd name="connsiteX4" fmla="*/ 4036 w 4412"/>
                <a:gd name="connsiteY4" fmla="*/ 5372 h 8058"/>
                <a:gd name="connsiteX5" fmla="*/ 4036 w 4412"/>
                <a:gd name="connsiteY5" fmla="*/ 6715 h 8058"/>
                <a:gd name="connsiteX6" fmla="*/ 2691 w 4412"/>
                <a:gd name="connsiteY6" fmla="*/ 8059 h 8058"/>
                <a:gd name="connsiteX7" fmla="*/ 2691 w 4412"/>
                <a:gd name="connsiteY7" fmla="*/ 805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2" h="8058">
                  <a:moveTo>
                    <a:pt x="2691" y="8059"/>
                  </a:moveTo>
                  <a:lnTo>
                    <a:pt x="0" y="5372"/>
                  </a:lnTo>
                  <a:lnTo>
                    <a:pt x="0" y="2686"/>
                  </a:lnTo>
                  <a:lnTo>
                    <a:pt x="2691" y="0"/>
                  </a:lnTo>
                  <a:lnTo>
                    <a:pt x="4036" y="5372"/>
                  </a:lnTo>
                  <a:lnTo>
                    <a:pt x="4036" y="6715"/>
                  </a:lnTo>
                  <a:cubicBezTo>
                    <a:pt x="5382" y="8059"/>
                    <a:pt x="2691" y="8059"/>
                    <a:pt x="2691" y="8059"/>
                  </a:cubicBezTo>
                  <a:lnTo>
                    <a:pt x="2691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54332772-E476-4CBC-8C19-1FC9024EAC1E}"/>
                </a:ext>
              </a:extLst>
            </p:cNvPr>
            <p:cNvSpPr/>
            <p:nvPr/>
          </p:nvSpPr>
          <p:spPr>
            <a:xfrm>
              <a:off x="11025363" y="4716346"/>
              <a:ext cx="255621" cy="217578"/>
            </a:xfrm>
            <a:custGeom>
              <a:avLst/>
              <a:gdLst>
                <a:gd name="connsiteX0" fmla="*/ 5382 w 255621"/>
                <a:gd name="connsiteY0" fmla="*/ 0 h 217578"/>
                <a:gd name="connsiteX1" fmla="*/ 2691 w 255621"/>
                <a:gd name="connsiteY1" fmla="*/ 96702 h 217578"/>
                <a:gd name="connsiteX2" fmla="*/ 1345 w 255621"/>
                <a:gd name="connsiteY2" fmla="*/ 103417 h 217578"/>
                <a:gd name="connsiteX3" fmla="*/ 1345 w 255621"/>
                <a:gd name="connsiteY3" fmla="*/ 108789 h 217578"/>
                <a:gd name="connsiteX4" fmla="*/ 2691 w 255621"/>
                <a:gd name="connsiteY4" fmla="*/ 110132 h 217578"/>
                <a:gd name="connsiteX5" fmla="*/ 0 w 255621"/>
                <a:gd name="connsiteY5" fmla="*/ 173257 h 217578"/>
                <a:gd name="connsiteX6" fmla="*/ 9418 w 255621"/>
                <a:gd name="connsiteY6" fmla="*/ 173257 h 217578"/>
                <a:gd name="connsiteX7" fmla="*/ 12109 w 255621"/>
                <a:gd name="connsiteY7" fmla="*/ 175943 h 217578"/>
                <a:gd name="connsiteX8" fmla="*/ 16145 w 255621"/>
                <a:gd name="connsiteY8" fmla="*/ 174600 h 217578"/>
                <a:gd name="connsiteX9" fmla="*/ 29598 w 255621"/>
                <a:gd name="connsiteY9" fmla="*/ 174600 h 217578"/>
                <a:gd name="connsiteX10" fmla="*/ 33634 w 255621"/>
                <a:gd name="connsiteY10" fmla="*/ 173257 h 217578"/>
                <a:gd name="connsiteX11" fmla="*/ 34979 w 255621"/>
                <a:gd name="connsiteY11" fmla="*/ 177286 h 217578"/>
                <a:gd name="connsiteX12" fmla="*/ 37670 w 255621"/>
                <a:gd name="connsiteY12" fmla="*/ 179972 h 217578"/>
                <a:gd name="connsiteX13" fmla="*/ 41706 w 255621"/>
                <a:gd name="connsiteY13" fmla="*/ 181315 h 217578"/>
                <a:gd name="connsiteX14" fmla="*/ 48433 w 255621"/>
                <a:gd name="connsiteY14" fmla="*/ 177286 h 217578"/>
                <a:gd name="connsiteX15" fmla="*/ 56506 w 255621"/>
                <a:gd name="connsiteY15" fmla="*/ 175943 h 217578"/>
                <a:gd name="connsiteX16" fmla="*/ 57851 w 255621"/>
                <a:gd name="connsiteY16" fmla="*/ 173257 h 217578"/>
                <a:gd name="connsiteX17" fmla="*/ 60542 w 255621"/>
                <a:gd name="connsiteY17" fmla="*/ 174600 h 217578"/>
                <a:gd name="connsiteX18" fmla="*/ 61887 w 255621"/>
                <a:gd name="connsiteY18" fmla="*/ 171914 h 217578"/>
                <a:gd name="connsiteX19" fmla="*/ 61887 w 255621"/>
                <a:gd name="connsiteY19" fmla="*/ 165199 h 217578"/>
                <a:gd name="connsiteX20" fmla="*/ 55160 w 255621"/>
                <a:gd name="connsiteY20" fmla="*/ 159826 h 217578"/>
                <a:gd name="connsiteX21" fmla="*/ 48433 w 255621"/>
                <a:gd name="connsiteY21" fmla="*/ 155797 h 217578"/>
                <a:gd name="connsiteX22" fmla="*/ 41706 w 255621"/>
                <a:gd name="connsiteY22" fmla="*/ 155797 h 217578"/>
                <a:gd name="connsiteX23" fmla="*/ 39016 w 255621"/>
                <a:gd name="connsiteY23" fmla="*/ 153111 h 217578"/>
                <a:gd name="connsiteX24" fmla="*/ 34979 w 255621"/>
                <a:gd name="connsiteY24" fmla="*/ 151768 h 217578"/>
                <a:gd name="connsiteX25" fmla="*/ 33634 w 255621"/>
                <a:gd name="connsiteY25" fmla="*/ 151768 h 217578"/>
                <a:gd name="connsiteX26" fmla="*/ 30943 w 255621"/>
                <a:gd name="connsiteY26" fmla="*/ 149082 h 217578"/>
                <a:gd name="connsiteX27" fmla="*/ 29598 w 255621"/>
                <a:gd name="connsiteY27" fmla="*/ 143709 h 217578"/>
                <a:gd name="connsiteX28" fmla="*/ 24217 w 255621"/>
                <a:gd name="connsiteY28" fmla="*/ 136994 h 217578"/>
                <a:gd name="connsiteX29" fmla="*/ 20181 w 255621"/>
                <a:gd name="connsiteY29" fmla="*/ 135651 h 217578"/>
                <a:gd name="connsiteX30" fmla="*/ 18836 w 255621"/>
                <a:gd name="connsiteY30" fmla="*/ 131622 h 217578"/>
                <a:gd name="connsiteX31" fmla="*/ 16145 w 255621"/>
                <a:gd name="connsiteY31" fmla="*/ 128935 h 217578"/>
                <a:gd name="connsiteX32" fmla="*/ 20181 w 255621"/>
                <a:gd name="connsiteY32" fmla="*/ 130279 h 217578"/>
                <a:gd name="connsiteX33" fmla="*/ 21526 w 255621"/>
                <a:gd name="connsiteY33" fmla="*/ 134308 h 217578"/>
                <a:gd name="connsiteX34" fmla="*/ 24217 w 255621"/>
                <a:gd name="connsiteY34" fmla="*/ 135651 h 217578"/>
                <a:gd name="connsiteX35" fmla="*/ 29598 w 255621"/>
                <a:gd name="connsiteY35" fmla="*/ 139680 h 217578"/>
                <a:gd name="connsiteX36" fmla="*/ 30943 w 255621"/>
                <a:gd name="connsiteY36" fmla="*/ 143709 h 217578"/>
                <a:gd name="connsiteX37" fmla="*/ 30943 w 255621"/>
                <a:gd name="connsiteY37" fmla="*/ 149082 h 217578"/>
                <a:gd name="connsiteX38" fmla="*/ 33634 w 255621"/>
                <a:gd name="connsiteY38" fmla="*/ 149082 h 217578"/>
                <a:gd name="connsiteX39" fmla="*/ 40361 w 255621"/>
                <a:gd name="connsiteY39" fmla="*/ 150425 h 217578"/>
                <a:gd name="connsiteX40" fmla="*/ 43052 w 255621"/>
                <a:gd name="connsiteY40" fmla="*/ 154454 h 217578"/>
                <a:gd name="connsiteX41" fmla="*/ 45743 w 255621"/>
                <a:gd name="connsiteY41" fmla="*/ 153111 h 217578"/>
                <a:gd name="connsiteX42" fmla="*/ 52470 w 255621"/>
                <a:gd name="connsiteY42" fmla="*/ 154454 h 217578"/>
                <a:gd name="connsiteX43" fmla="*/ 59197 w 255621"/>
                <a:gd name="connsiteY43" fmla="*/ 151768 h 217578"/>
                <a:gd name="connsiteX44" fmla="*/ 64578 w 255621"/>
                <a:gd name="connsiteY44" fmla="*/ 151768 h 217578"/>
                <a:gd name="connsiteX45" fmla="*/ 68614 w 255621"/>
                <a:gd name="connsiteY45" fmla="*/ 150425 h 217578"/>
                <a:gd name="connsiteX46" fmla="*/ 67269 w 255621"/>
                <a:gd name="connsiteY46" fmla="*/ 149082 h 217578"/>
                <a:gd name="connsiteX47" fmla="*/ 64578 w 255621"/>
                <a:gd name="connsiteY47" fmla="*/ 146395 h 217578"/>
                <a:gd name="connsiteX48" fmla="*/ 61887 w 255621"/>
                <a:gd name="connsiteY48" fmla="*/ 142366 h 217578"/>
                <a:gd name="connsiteX49" fmla="*/ 57851 w 255621"/>
                <a:gd name="connsiteY49" fmla="*/ 143709 h 217578"/>
                <a:gd name="connsiteX50" fmla="*/ 56506 w 255621"/>
                <a:gd name="connsiteY50" fmla="*/ 139680 h 217578"/>
                <a:gd name="connsiteX51" fmla="*/ 59197 w 255621"/>
                <a:gd name="connsiteY51" fmla="*/ 142366 h 217578"/>
                <a:gd name="connsiteX52" fmla="*/ 64578 w 255621"/>
                <a:gd name="connsiteY52" fmla="*/ 141023 h 217578"/>
                <a:gd name="connsiteX53" fmla="*/ 68614 w 255621"/>
                <a:gd name="connsiteY53" fmla="*/ 145053 h 217578"/>
                <a:gd name="connsiteX54" fmla="*/ 73996 w 255621"/>
                <a:gd name="connsiteY54" fmla="*/ 146395 h 217578"/>
                <a:gd name="connsiteX55" fmla="*/ 71305 w 255621"/>
                <a:gd name="connsiteY55" fmla="*/ 143709 h 217578"/>
                <a:gd name="connsiteX56" fmla="*/ 71305 w 255621"/>
                <a:gd name="connsiteY56" fmla="*/ 139680 h 217578"/>
                <a:gd name="connsiteX57" fmla="*/ 73996 w 255621"/>
                <a:gd name="connsiteY57" fmla="*/ 138337 h 217578"/>
                <a:gd name="connsiteX58" fmla="*/ 73996 w 255621"/>
                <a:gd name="connsiteY58" fmla="*/ 135651 h 217578"/>
                <a:gd name="connsiteX59" fmla="*/ 73996 w 255621"/>
                <a:gd name="connsiteY59" fmla="*/ 131622 h 217578"/>
                <a:gd name="connsiteX60" fmla="*/ 69960 w 255621"/>
                <a:gd name="connsiteY60" fmla="*/ 127592 h 217578"/>
                <a:gd name="connsiteX61" fmla="*/ 69960 w 255621"/>
                <a:gd name="connsiteY61" fmla="*/ 126249 h 217578"/>
                <a:gd name="connsiteX62" fmla="*/ 73996 w 255621"/>
                <a:gd name="connsiteY62" fmla="*/ 127592 h 217578"/>
                <a:gd name="connsiteX63" fmla="*/ 75341 w 255621"/>
                <a:gd name="connsiteY63" fmla="*/ 131622 h 217578"/>
                <a:gd name="connsiteX64" fmla="*/ 80723 w 255621"/>
                <a:gd name="connsiteY64" fmla="*/ 135651 h 217578"/>
                <a:gd name="connsiteX65" fmla="*/ 84759 w 255621"/>
                <a:gd name="connsiteY65" fmla="*/ 136994 h 217578"/>
                <a:gd name="connsiteX66" fmla="*/ 84759 w 255621"/>
                <a:gd name="connsiteY66" fmla="*/ 134308 h 217578"/>
                <a:gd name="connsiteX67" fmla="*/ 83414 w 255621"/>
                <a:gd name="connsiteY67" fmla="*/ 130279 h 217578"/>
                <a:gd name="connsiteX68" fmla="*/ 84759 w 255621"/>
                <a:gd name="connsiteY68" fmla="*/ 131622 h 217578"/>
                <a:gd name="connsiteX69" fmla="*/ 87449 w 255621"/>
                <a:gd name="connsiteY69" fmla="*/ 136994 h 217578"/>
                <a:gd name="connsiteX70" fmla="*/ 88795 w 255621"/>
                <a:gd name="connsiteY70" fmla="*/ 135651 h 217578"/>
                <a:gd name="connsiteX71" fmla="*/ 88795 w 255621"/>
                <a:gd name="connsiteY71" fmla="*/ 132965 h 217578"/>
                <a:gd name="connsiteX72" fmla="*/ 87449 w 255621"/>
                <a:gd name="connsiteY72" fmla="*/ 128935 h 217578"/>
                <a:gd name="connsiteX73" fmla="*/ 88795 w 255621"/>
                <a:gd name="connsiteY73" fmla="*/ 123563 h 217578"/>
                <a:gd name="connsiteX74" fmla="*/ 91485 w 255621"/>
                <a:gd name="connsiteY74" fmla="*/ 127592 h 217578"/>
                <a:gd name="connsiteX75" fmla="*/ 98212 w 255621"/>
                <a:gd name="connsiteY75" fmla="*/ 128935 h 217578"/>
                <a:gd name="connsiteX76" fmla="*/ 99558 w 255621"/>
                <a:gd name="connsiteY76" fmla="*/ 132965 h 217578"/>
                <a:gd name="connsiteX77" fmla="*/ 102248 w 255621"/>
                <a:gd name="connsiteY77" fmla="*/ 132965 h 217578"/>
                <a:gd name="connsiteX78" fmla="*/ 106285 w 255621"/>
                <a:gd name="connsiteY78" fmla="*/ 132965 h 217578"/>
                <a:gd name="connsiteX79" fmla="*/ 107630 w 255621"/>
                <a:gd name="connsiteY79" fmla="*/ 134308 h 217578"/>
                <a:gd name="connsiteX80" fmla="*/ 110321 w 255621"/>
                <a:gd name="connsiteY80" fmla="*/ 131622 h 217578"/>
                <a:gd name="connsiteX81" fmla="*/ 108975 w 255621"/>
                <a:gd name="connsiteY81" fmla="*/ 135651 h 217578"/>
                <a:gd name="connsiteX82" fmla="*/ 110321 w 255621"/>
                <a:gd name="connsiteY82" fmla="*/ 138337 h 217578"/>
                <a:gd name="connsiteX83" fmla="*/ 111666 w 255621"/>
                <a:gd name="connsiteY83" fmla="*/ 139680 h 217578"/>
                <a:gd name="connsiteX84" fmla="*/ 115702 w 255621"/>
                <a:gd name="connsiteY84" fmla="*/ 142366 h 217578"/>
                <a:gd name="connsiteX85" fmla="*/ 129156 w 255621"/>
                <a:gd name="connsiteY85" fmla="*/ 145053 h 217578"/>
                <a:gd name="connsiteX86" fmla="*/ 134538 w 255621"/>
                <a:gd name="connsiteY86" fmla="*/ 147738 h 217578"/>
                <a:gd name="connsiteX87" fmla="*/ 137229 w 255621"/>
                <a:gd name="connsiteY87" fmla="*/ 153111 h 217578"/>
                <a:gd name="connsiteX88" fmla="*/ 139920 w 255621"/>
                <a:gd name="connsiteY88" fmla="*/ 159826 h 217578"/>
                <a:gd name="connsiteX89" fmla="*/ 146646 w 255621"/>
                <a:gd name="connsiteY89" fmla="*/ 169228 h 217578"/>
                <a:gd name="connsiteX90" fmla="*/ 147991 w 255621"/>
                <a:gd name="connsiteY90" fmla="*/ 171914 h 217578"/>
                <a:gd name="connsiteX91" fmla="*/ 153373 w 255621"/>
                <a:gd name="connsiteY91" fmla="*/ 173257 h 217578"/>
                <a:gd name="connsiteX92" fmla="*/ 156063 w 255621"/>
                <a:gd name="connsiteY92" fmla="*/ 177286 h 217578"/>
                <a:gd name="connsiteX93" fmla="*/ 156063 w 255621"/>
                <a:gd name="connsiteY93" fmla="*/ 181315 h 217578"/>
                <a:gd name="connsiteX94" fmla="*/ 168172 w 255621"/>
                <a:gd name="connsiteY94" fmla="*/ 193403 h 217578"/>
                <a:gd name="connsiteX95" fmla="*/ 169517 w 255621"/>
                <a:gd name="connsiteY95" fmla="*/ 197432 h 217578"/>
                <a:gd name="connsiteX96" fmla="*/ 173554 w 255621"/>
                <a:gd name="connsiteY96" fmla="*/ 200118 h 217578"/>
                <a:gd name="connsiteX97" fmla="*/ 181626 w 255621"/>
                <a:gd name="connsiteY97" fmla="*/ 202805 h 217578"/>
                <a:gd name="connsiteX98" fmla="*/ 184317 w 255621"/>
                <a:gd name="connsiteY98" fmla="*/ 201462 h 217578"/>
                <a:gd name="connsiteX99" fmla="*/ 187008 w 255621"/>
                <a:gd name="connsiteY99" fmla="*/ 201462 h 217578"/>
                <a:gd name="connsiteX100" fmla="*/ 191044 w 255621"/>
                <a:gd name="connsiteY100" fmla="*/ 202805 h 217578"/>
                <a:gd name="connsiteX101" fmla="*/ 199116 w 255621"/>
                <a:gd name="connsiteY101" fmla="*/ 201462 h 217578"/>
                <a:gd name="connsiteX102" fmla="*/ 204497 w 255621"/>
                <a:gd name="connsiteY102" fmla="*/ 204148 h 217578"/>
                <a:gd name="connsiteX103" fmla="*/ 208533 w 255621"/>
                <a:gd name="connsiteY103" fmla="*/ 204148 h 217578"/>
                <a:gd name="connsiteX104" fmla="*/ 216605 w 255621"/>
                <a:gd name="connsiteY104" fmla="*/ 205491 h 217578"/>
                <a:gd name="connsiteX105" fmla="*/ 220642 w 255621"/>
                <a:gd name="connsiteY105" fmla="*/ 206834 h 217578"/>
                <a:gd name="connsiteX106" fmla="*/ 226023 w 255621"/>
                <a:gd name="connsiteY106" fmla="*/ 206834 h 217578"/>
                <a:gd name="connsiteX107" fmla="*/ 228714 w 255621"/>
                <a:gd name="connsiteY107" fmla="*/ 209520 h 217578"/>
                <a:gd name="connsiteX108" fmla="*/ 234096 w 255621"/>
                <a:gd name="connsiteY108" fmla="*/ 209520 h 217578"/>
                <a:gd name="connsiteX109" fmla="*/ 235441 w 255621"/>
                <a:gd name="connsiteY109" fmla="*/ 210863 h 217578"/>
                <a:gd name="connsiteX110" fmla="*/ 231405 w 255621"/>
                <a:gd name="connsiteY110" fmla="*/ 213549 h 217578"/>
                <a:gd name="connsiteX111" fmla="*/ 236786 w 255621"/>
                <a:gd name="connsiteY111" fmla="*/ 214892 h 217578"/>
                <a:gd name="connsiteX112" fmla="*/ 243513 w 255621"/>
                <a:gd name="connsiteY112" fmla="*/ 217579 h 217578"/>
                <a:gd name="connsiteX113" fmla="*/ 248895 w 255621"/>
                <a:gd name="connsiteY113" fmla="*/ 216235 h 217578"/>
                <a:gd name="connsiteX114" fmla="*/ 250240 w 255621"/>
                <a:gd name="connsiteY114" fmla="*/ 213549 h 217578"/>
                <a:gd name="connsiteX115" fmla="*/ 243513 w 255621"/>
                <a:gd name="connsiteY115" fmla="*/ 209520 h 217578"/>
                <a:gd name="connsiteX116" fmla="*/ 242168 w 255621"/>
                <a:gd name="connsiteY116" fmla="*/ 209520 h 217578"/>
                <a:gd name="connsiteX117" fmla="*/ 242168 w 255621"/>
                <a:gd name="connsiteY117" fmla="*/ 206834 h 217578"/>
                <a:gd name="connsiteX118" fmla="*/ 246204 w 255621"/>
                <a:gd name="connsiteY118" fmla="*/ 205491 h 217578"/>
                <a:gd name="connsiteX119" fmla="*/ 250240 w 255621"/>
                <a:gd name="connsiteY119" fmla="*/ 206834 h 217578"/>
                <a:gd name="connsiteX120" fmla="*/ 255622 w 255621"/>
                <a:gd name="connsiteY120" fmla="*/ 204148 h 217578"/>
                <a:gd name="connsiteX121" fmla="*/ 244859 w 255621"/>
                <a:gd name="connsiteY121" fmla="*/ 202805 h 217578"/>
                <a:gd name="connsiteX122" fmla="*/ 234096 w 255621"/>
                <a:gd name="connsiteY122" fmla="*/ 201462 h 217578"/>
                <a:gd name="connsiteX123" fmla="*/ 227369 w 255621"/>
                <a:gd name="connsiteY123" fmla="*/ 197432 h 217578"/>
                <a:gd name="connsiteX124" fmla="*/ 224678 w 255621"/>
                <a:gd name="connsiteY124" fmla="*/ 194746 h 217578"/>
                <a:gd name="connsiteX125" fmla="*/ 231405 w 255621"/>
                <a:gd name="connsiteY125" fmla="*/ 192060 h 217578"/>
                <a:gd name="connsiteX126" fmla="*/ 235441 w 255621"/>
                <a:gd name="connsiteY126" fmla="*/ 192060 h 217578"/>
                <a:gd name="connsiteX127" fmla="*/ 236786 w 255621"/>
                <a:gd name="connsiteY127" fmla="*/ 189374 h 217578"/>
                <a:gd name="connsiteX128" fmla="*/ 234096 w 255621"/>
                <a:gd name="connsiteY128" fmla="*/ 188031 h 217578"/>
                <a:gd name="connsiteX129" fmla="*/ 224678 w 255621"/>
                <a:gd name="connsiteY129" fmla="*/ 188031 h 217578"/>
                <a:gd name="connsiteX130" fmla="*/ 216605 w 255621"/>
                <a:gd name="connsiteY130" fmla="*/ 186688 h 217578"/>
                <a:gd name="connsiteX131" fmla="*/ 212569 w 255621"/>
                <a:gd name="connsiteY131" fmla="*/ 184002 h 217578"/>
                <a:gd name="connsiteX132" fmla="*/ 212569 w 255621"/>
                <a:gd name="connsiteY132" fmla="*/ 179972 h 217578"/>
                <a:gd name="connsiteX133" fmla="*/ 215260 w 255621"/>
                <a:gd name="connsiteY133" fmla="*/ 177286 h 217578"/>
                <a:gd name="connsiteX134" fmla="*/ 217951 w 255621"/>
                <a:gd name="connsiteY134" fmla="*/ 173257 h 217578"/>
                <a:gd name="connsiteX135" fmla="*/ 213915 w 255621"/>
                <a:gd name="connsiteY135" fmla="*/ 170571 h 217578"/>
                <a:gd name="connsiteX136" fmla="*/ 211224 w 255621"/>
                <a:gd name="connsiteY136" fmla="*/ 170571 h 217578"/>
                <a:gd name="connsiteX137" fmla="*/ 208533 w 255621"/>
                <a:gd name="connsiteY137" fmla="*/ 171914 h 217578"/>
                <a:gd name="connsiteX138" fmla="*/ 204497 w 255621"/>
                <a:gd name="connsiteY138" fmla="*/ 170571 h 217578"/>
                <a:gd name="connsiteX139" fmla="*/ 201806 w 255621"/>
                <a:gd name="connsiteY139" fmla="*/ 170571 h 217578"/>
                <a:gd name="connsiteX140" fmla="*/ 197771 w 255621"/>
                <a:gd name="connsiteY140" fmla="*/ 166541 h 217578"/>
                <a:gd name="connsiteX141" fmla="*/ 196425 w 255621"/>
                <a:gd name="connsiteY141" fmla="*/ 158483 h 217578"/>
                <a:gd name="connsiteX142" fmla="*/ 192389 w 255621"/>
                <a:gd name="connsiteY142" fmla="*/ 157140 h 217578"/>
                <a:gd name="connsiteX143" fmla="*/ 188353 w 255621"/>
                <a:gd name="connsiteY143" fmla="*/ 145053 h 217578"/>
                <a:gd name="connsiteX144" fmla="*/ 185662 w 255621"/>
                <a:gd name="connsiteY144" fmla="*/ 145053 h 217578"/>
                <a:gd name="connsiteX145" fmla="*/ 184317 w 255621"/>
                <a:gd name="connsiteY145" fmla="*/ 141023 h 217578"/>
                <a:gd name="connsiteX146" fmla="*/ 178935 w 255621"/>
                <a:gd name="connsiteY146" fmla="*/ 141023 h 217578"/>
                <a:gd name="connsiteX147" fmla="*/ 174899 w 255621"/>
                <a:gd name="connsiteY147" fmla="*/ 138337 h 217578"/>
                <a:gd name="connsiteX148" fmla="*/ 172208 w 255621"/>
                <a:gd name="connsiteY148" fmla="*/ 132965 h 217578"/>
                <a:gd name="connsiteX149" fmla="*/ 166827 w 255621"/>
                <a:gd name="connsiteY149" fmla="*/ 127592 h 217578"/>
                <a:gd name="connsiteX150" fmla="*/ 165481 w 255621"/>
                <a:gd name="connsiteY150" fmla="*/ 120877 h 217578"/>
                <a:gd name="connsiteX151" fmla="*/ 161445 w 255621"/>
                <a:gd name="connsiteY151" fmla="*/ 118191 h 217578"/>
                <a:gd name="connsiteX152" fmla="*/ 158754 w 255621"/>
                <a:gd name="connsiteY152" fmla="*/ 112818 h 217578"/>
                <a:gd name="connsiteX153" fmla="*/ 158754 w 255621"/>
                <a:gd name="connsiteY153" fmla="*/ 110132 h 217578"/>
                <a:gd name="connsiteX154" fmla="*/ 169517 w 255621"/>
                <a:gd name="connsiteY154" fmla="*/ 111476 h 217578"/>
                <a:gd name="connsiteX155" fmla="*/ 178935 w 255621"/>
                <a:gd name="connsiteY155" fmla="*/ 106103 h 217578"/>
                <a:gd name="connsiteX156" fmla="*/ 181626 w 255621"/>
                <a:gd name="connsiteY156" fmla="*/ 102074 h 217578"/>
                <a:gd name="connsiteX157" fmla="*/ 181626 w 255621"/>
                <a:gd name="connsiteY157" fmla="*/ 96702 h 217578"/>
                <a:gd name="connsiteX158" fmla="*/ 173554 w 255621"/>
                <a:gd name="connsiteY158" fmla="*/ 88643 h 217578"/>
                <a:gd name="connsiteX159" fmla="*/ 168172 w 255621"/>
                <a:gd name="connsiteY159" fmla="*/ 87300 h 217578"/>
                <a:gd name="connsiteX160" fmla="*/ 165481 w 255621"/>
                <a:gd name="connsiteY160" fmla="*/ 89986 h 217578"/>
                <a:gd name="connsiteX161" fmla="*/ 160100 w 255621"/>
                <a:gd name="connsiteY161" fmla="*/ 87300 h 217578"/>
                <a:gd name="connsiteX162" fmla="*/ 150682 w 255621"/>
                <a:gd name="connsiteY162" fmla="*/ 83271 h 217578"/>
                <a:gd name="connsiteX163" fmla="*/ 146646 w 255621"/>
                <a:gd name="connsiteY163" fmla="*/ 77899 h 217578"/>
                <a:gd name="connsiteX164" fmla="*/ 141265 w 255621"/>
                <a:gd name="connsiteY164" fmla="*/ 77899 h 217578"/>
                <a:gd name="connsiteX165" fmla="*/ 127811 w 255621"/>
                <a:gd name="connsiteY165" fmla="*/ 73869 h 217578"/>
                <a:gd name="connsiteX166" fmla="*/ 127811 w 255621"/>
                <a:gd name="connsiteY166" fmla="*/ 69840 h 217578"/>
                <a:gd name="connsiteX167" fmla="*/ 130502 w 255621"/>
                <a:gd name="connsiteY167" fmla="*/ 64468 h 217578"/>
                <a:gd name="connsiteX168" fmla="*/ 131847 w 255621"/>
                <a:gd name="connsiteY168" fmla="*/ 60438 h 217578"/>
                <a:gd name="connsiteX169" fmla="*/ 127811 w 255621"/>
                <a:gd name="connsiteY169" fmla="*/ 55066 h 217578"/>
                <a:gd name="connsiteX170" fmla="*/ 118393 w 255621"/>
                <a:gd name="connsiteY170" fmla="*/ 45665 h 217578"/>
                <a:gd name="connsiteX171" fmla="*/ 115702 w 255621"/>
                <a:gd name="connsiteY171" fmla="*/ 45665 h 217578"/>
                <a:gd name="connsiteX172" fmla="*/ 113012 w 255621"/>
                <a:gd name="connsiteY172" fmla="*/ 47008 h 217578"/>
                <a:gd name="connsiteX173" fmla="*/ 111666 w 255621"/>
                <a:gd name="connsiteY173" fmla="*/ 42979 h 217578"/>
                <a:gd name="connsiteX174" fmla="*/ 106285 w 255621"/>
                <a:gd name="connsiteY174" fmla="*/ 40292 h 217578"/>
                <a:gd name="connsiteX175" fmla="*/ 104939 w 255621"/>
                <a:gd name="connsiteY175" fmla="*/ 36263 h 217578"/>
                <a:gd name="connsiteX176" fmla="*/ 99558 w 255621"/>
                <a:gd name="connsiteY176" fmla="*/ 34920 h 217578"/>
                <a:gd name="connsiteX177" fmla="*/ 96867 w 255621"/>
                <a:gd name="connsiteY177" fmla="*/ 30891 h 217578"/>
                <a:gd name="connsiteX178" fmla="*/ 94176 w 255621"/>
                <a:gd name="connsiteY178" fmla="*/ 32234 h 217578"/>
                <a:gd name="connsiteX179" fmla="*/ 90140 w 255621"/>
                <a:gd name="connsiteY179" fmla="*/ 29548 h 217578"/>
                <a:gd name="connsiteX180" fmla="*/ 83414 w 255621"/>
                <a:gd name="connsiteY180" fmla="*/ 29548 h 217578"/>
                <a:gd name="connsiteX181" fmla="*/ 78032 w 255621"/>
                <a:gd name="connsiteY181" fmla="*/ 25518 h 217578"/>
                <a:gd name="connsiteX182" fmla="*/ 72651 w 255621"/>
                <a:gd name="connsiteY182" fmla="*/ 24176 h 217578"/>
                <a:gd name="connsiteX183" fmla="*/ 63233 w 255621"/>
                <a:gd name="connsiteY183" fmla="*/ 17460 h 217578"/>
                <a:gd name="connsiteX184" fmla="*/ 48433 w 255621"/>
                <a:gd name="connsiteY184" fmla="*/ 16117 h 217578"/>
                <a:gd name="connsiteX185" fmla="*/ 43052 w 255621"/>
                <a:gd name="connsiteY185" fmla="*/ 14774 h 217578"/>
                <a:gd name="connsiteX186" fmla="*/ 40361 w 255621"/>
                <a:gd name="connsiteY186" fmla="*/ 10745 h 217578"/>
                <a:gd name="connsiteX187" fmla="*/ 37670 w 255621"/>
                <a:gd name="connsiteY187" fmla="*/ 10745 h 217578"/>
                <a:gd name="connsiteX188" fmla="*/ 36325 w 255621"/>
                <a:gd name="connsiteY188" fmla="*/ 12088 h 217578"/>
                <a:gd name="connsiteX189" fmla="*/ 26908 w 255621"/>
                <a:gd name="connsiteY189" fmla="*/ 8059 h 217578"/>
                <a:gd name="connsiteX190" fmla="*/ 24217 w 255621"/>
                <a:gd name="connsiteY190" fmla="*/ 5372 h 217578"/>
                <a:gd name="connsiteX191" fmla="*/ 18836 w 255621"/>
                <a:gd name="connsiteY191" fmla="*/ 2686 h 217578"/>
                <a:gd name="connsiteX192" fmla="*/ 10763 w 255621"/>
                <a:gd name="connsiteY192" fmla="*/ 0 h 217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</a:cxnLst>
              <a:rect l="l" t="t" r="r" b="b"/>
              <a:pathLst>
                <a:path w="255621" h="217578">
                  <a:moveTo>
                    <a:pt x="5382" y="0"/>
                  </a:moveTo>
                  <a:lnTo>
                    <a:pt x="2691" y="96702"/>
                  </a:lnTo>
                  <a:lnTo>
                    <a:pt x="1345" y="103417"/>
                  </a:lnTo>
                  <a:lnTo>
                    <a:pt x="1345" y="108789"/>
                  </a:lnTo>
                  <a:lnTo>
                    <a:pt x="2691" y="110132"/>
                  </a:lnTo>
                  <a:lnTo>
                    <a:pt x="0" y="173257"/>
                  </a:lnTo>
                  <a:lnTo>
                    <a:pt x="9418" y="173257"/>
                  </a:lnTo>
                  <a:lnTo>
                    <a:pt x="12109" y="175943"/>
                  </a:lnTo>
                  <a:lnTo>
                    <a:pt x="16145" y="174600"/>
                  </a:lnTo>
                  <a:lnTo>
                    <a:pt x="29598" y="174600"/>
                  </a:lnTo>
                  <a:lnTo>
                    <a:pt x="33634" y="173257"/>
                  </a:lnTo>
                  <a:lnTo>
                    <a:pt x="34979" y="177286"/>
                  </a:lnTo>
                  <a:lnTo>
                    <a:pt x="37670" y="179972"/>
                  </a:lnTo>
                  <a:lnTo>
                    <a:pt x="41706" y="181315"/>
                  </a:lnTo>
                  <a:lnTo>
                    <a:pt x="48433" y="177286"/>
                  </a:lnTo>
                  <a:lnTo>
                    <a:pt x="56506" y="175943"/>
                  </a:lnTo>
                  <a:lnTo>
                    <a:pt x="57851" y="173257"/>
                  </a:lnTo>
                  <a:lnTo>
                    <a:pt x="60542" y="174600"/>
                  </a:lnTo>
                  <a:lnTo>
                    <a:pt x="61887" y="171914"/>
                  </a:lnTo>
                  <a:lnTo>
                    <a:pt x="61887" y="165199"/>
                  </a:lnTo>
                  <a:lnTo>
                    <a:pt x="55160" y="159826"/>
                  </a:lnTo>
                  <a:lnTo>
                    <a:pt x="48433" y="155797"/>
                  </a:lnTo>
                  <a:lnTo>
                    <a:pt x="41706" y="155797"/>
                  </a:lnTo>
                  <a:lnTo>
                    <a:pt x="39016" y="153111"/>
                  </a:lnTo>
                  <a:lnTo>
                    <a:pt x="34979" y="151768"/>
                  </a:lnTo>
                  <a:lnTo>
                    <a:pt x="33634" y="151768"/>
                  </a:lnTo>
                  <a:lnTo>
                    <a:pt x="30943" y="149082"/>
                  </a:lnTo>
                  <a:lnTo>
                    <a:pt x="29598" y="143709"/>
                  </a:lnTo>
                  <a:lnTo>
                    <a:pt x="24217" y="136994"/>
                  </a:lnTo>
                  <a:lnTo>
                    <a:pt x="20181" y="135651"/>
                  </a:lnTo>
                  <a:lnTo>
                    <a:pt x="18836" y="131622"/>
                  </a:lnTo>
                  <a:lnTo>
                    <a:pt x="16145" y="128935"/>
                  </a:lnTo>
                  <a:lnTo>
                    <a:pt x="20181" y="130279"/>
                  </a:lnTo>
                  <a:lnTo>
                    <a:pt x="21526" y="134308"/>
                  </a:lnTo>
                  <a:lnTo>
                    <a:pt x="24217" y="135651"/>
                  </a:lnTo>
                  <a:lnTo>
                    <a:pt x="29598" y="139680"/>
                  </a:lnTo>
                  <a:lnTo>
                    <a:pt x="30943" y="143709"/>
                  </a:lnTo>
                  <a:lnTo>
                    <a:pt x="30943" y="149082"/>
                  </a:lnTo>
                  <a:lnTo>
                    <a:pt x="33634" y="149082"/>
                  </a:lnTo>
                  <a:lnTo>
                    <a:pt x="40361" y="150425"/>
                  </a:lnTo>
                  <a:lnTo>
                    <a:pt x="43052" y="154454"/>
                  </a:lnTo>
                  <a:lnTo>
                    <a:pt x="45743" y="153111"/>
                  </a:lnTo>
                  <a:lnTo>
                    <a:pt x="52470" y="154454"/>
                  </a:lnTo>
                  <a:lnTo>
                    <a:pt x="59197" y="151768"/>
                  </a:lnTo>
                  <a:lnTo>
                    <a:pt x="64578" y="151768"/>
                  </a:lnTo>
                  <a:lnTo>
                    <a:pt x="68614" y="150425"/>
                  </a:lnTo>
                  <a:lnTo>
                    <a:pt x="67269" y="149082"/>
                  </a:lnTo>
                  <a:lnTo>
                    <a:pt x="64578" y="146395"/>
                  </a:lnTo>
                  <a:lnTo>
                    <a:pt x="61887" y="142366"/>
                  </a:lnTo>
                  <a:lnTo>
                    <a:pt x="57851" y="143709"/>
                  </a:lnTo>
                  <a:lnTo>
                    <a:pt x="56506" y="139680"/>
                  </a:lnTo>
                  <a:lnTo>
                    <a:pt x="59197" y="142366"/>
                  </a:lnTo>
                  <a:lnTo>
                    <a:pt x="64578" y="141023"/>
                  </a:lnTo>
                  <a:lnTo>
                    <a:pt x="68614" y="145053"/>
                  </a:lnTo>
                  <a:lnTo>
                    <a:pt x="73996" y="146395"/>
                  </a:lnTo>
                  <a:lnTo>
                    <a:pt x="71305" y="143709"/>
                  </a:lnTo>
                  <a:lnTo>
                    <a:pt x="71305" y="139680"/>
                  </a:lnTo>
                  <a:lnTo>
                    <a:pt x="73996" y="138337"/>
                  </a:lnTo>
                  <a:lnTo>
                    <a:pt x="73996" y="135651"/>
                  </a:lnTo>
                  <a:lnTo>
                    <a:pt x="73996" y="131622"/>
                  </a:lnTo>
                  <a:lnTo>
                    <a:pt x="69960" y="127592"/>
                  </a:lnTo>
                  <a:lnTo>
                    <a:pt x="69960" y="126249"/>
                  </a:lnTo>
                  <a:lnTo>
                    <a:pt x="73996" y="127592"/>
                  </a:lnTo>
                  <a:lnTo>
                    <a:pt x="75341" y="131622"/>
                  </a:lnTo>
                  <a:lnTo>
                    <a:pt x="80723" y="135651"/>
                  </a:lnTo>
                  <a:lnTo>
                    <a:pt x="84759" y="136994"/>
                  </a:lnTo>
                  <a:lnTo>
                    <a:pt x="84759" y="134308"/>
                  </a:lnTo>
                  <a:lnTo>
                    <a:pt x="83414" y="130279"/>
                  </a:lnTo>
                  <a:lnTo>
                    <a:pt x="84759" y="131622"/>
                  </a:lnTo>
                  <a:lnTo>
                    <a:pt x="87449" y="136994"/>
                  </a:lnTo>
                  <a:lnTo>
                    <a:pt x="88795" y="135651"/>
                  </a:lnTo>
                  <a:lnTo>
                    <a:pt x="88795" y="132965"/>
                  </a:lnTo>
                  <a:lnTo>
                    <a:pt x="87449" y="128935"/>
                  </a:lnTo>
                  <a:lnTo>
                    <a:pt x="88795" y="123563"/>
                  </a:lnTo>
                  <a:lnTo>
                    <a:pt x="91485" y="127592"/>
                  </a:lnTo>
                  <a:lnTo>
                    <a:pt x="98212" y="128935"/>
                  </a:lnTo>
                  <a:lnTo>
                    <a:pt x="99558" y="132965"/>
                  </a:lnTo>
                  <a:lnTo>
                    <a:pt x="102248" y="132965"/>
                  </a:lnTo>
                  <a:lnTo>
                    <a:pt x="106285" y="132965"/>
                  </a:lnTo>
                  <a:lnTo>
                    <a:pt x="107630" y="134308"/>
                  </a:lnTo>
                  <a:lnTo>
                    <a:pt x="110321" y="131622"/>
                  </a:lnTo>
                  <a:lnTo>
                    <a:pt x="108975" y="135651"/>
                  </a:lnTo>
                  <a:lnTo>
                    <a:pt x="110321" y="138337"/>
                  </a:lnTo>
                  <a:lnTo>
                    <a:pt x="111666" y="139680"/>
                  </a:lnTo>
                  <a:lnTo>
                    <a:pt x="115702" y="142366"/>
                  </a:lnTo>
                  <a:lnTo>
                    <a:pt x="129156" y="145053"/>
                  </a:lnTo>
                  <a:lnTo>
                    <a:pt x="134538" y="147738"/>
                  </a:lnTo>
                  <a:lnTo>
                    <a:pt x="137229" y="153111"/>
                  </a:lnTo>
                  <a:lnTo>
                    <a:pt x="139920" y="159826"/>
                  </a:lnTo>
                  <a:lnTo>
                    <a:pt x="146646" y="169228"/>
                  </a:lnTo>
                  <a:lnTo>
                    <a:pt x="147991" y="171914"/>
                  </a:lnTo>
                  <a:lnTo>
                    <a:pt x="153373" y="173257"/>
                  </a:lnTo>
                  <a:lnTo>
                    <a:pt x="156063" y="177286"/>
                  </a:lnTo>
                  <a:lnTo>
                    <a:pt x="156063" y="181315"/>
                  </a:lnTo>
                  <a:lnTo>
                    <a:pt x="168172" y="193403"/>
                  </a:lnTo>
                  <a:lnTo>
                    <a:pt x="169517" y="197432"/>
                  </a:lnTo>
                  <a:lnTo>
                    <a:pt x="173554" y="200118"/>
                  </a:lnTo>
                  <a:lnTo>
                    <a:pt x="181626" y="202805"/>
                  </a:lnTo>
                  <a:lnTo>
                    <a:pt x="184317" y="201462"/>
                  </a:lnTo>
                  <a:lnTo>
                    <a:pt x="187008" y="201462"/>
                  </a:lnTo>
                  <a:lnTo>
                    <a:pt x="191044" y="202805"/>
                  </a:lnTo>
                  <a:lnTo>
                    <a:pt x="199116" y="201462"/>
                  </a:lnTo>
                  <a:lnTo>
                    <a:pt x="204497" y="204148"/>
                  </a:lnTo>
                  <a:lnTo>
                    <a:pt x="208533" y="204148"/>
                  </a:lnTo>
                  <a:lnTo>
                    <a:pt x="216605" y="205491"/>
                  </a:lnTo>
                  <a:lnTo>
                    <a:pt x="220642" y="206834"/>
                  </a:lnTo>
                  <a:lnTo>
                    <a:pt x="226023" y="206834"/>
                  </a:lnTo>
                  <a:lnTo>
                    <a:pt x="228714" y="209520"/>
                  </a:lnTo>
                  <a:lnTo>
                    <a:pt x="234096" y="209520"/>
                  </a:lnTo>
                  <a:lnTo>
                    <a:pt x="235441" y="210863"/>
                  </a:lnTo>
                  <a:lnTo>
                    <a:pt x="231405" y="213549"/>
                  </a:lnTo>
                  <a:lnTo>
                    <a:pt x="236786" y="214892"/>
                  </a:lnTo>
                  <a:lnTo>
                    <a:pt x="243513" y="217579"/>
                  </a:lnTo>
                  <a:lnTo>
                    <a:pt x="248895" y="216235"/>
                  </a:lnTo>
                  <a:lnTo>
                    <a:pt x="250240" y="213549"/>
                  </a:lnTo>
                  <a:lnTo>
                    <a:pt x="243513" y="209520"/>
                  </a:lnTo>
                  <a:lnTo>
                    <a:pt x="242168" y="209520"/>
                  </a:lnTo>
                  <a:lnTo>
                    <a:pt x="242168" y="206834"/>
                  </a:lnTo>
                  <a:lnTo>
                    <a:pt x="246204" y="205491"/>
                  </a:lnTo>
                  <a:lnTo>
                    <a:pt x="250240" y="206834"/>
                  </a:lnTo>
                  <a:lnTo>
                    <a:pt x="255622" y="204148"/>
                  </a:lnTo>
                  <a:lnTo>
                    <a:pt x="244859" y="202805"/>
                  </a:lnTo>
                  <a:lnTo>
                    <a:pt x="234096" y="201462"/>
                  </a:lnTo>
                  <a:lnTo>
                    <a:pt x="227369" y="197432"/>
                  </a:lnTo>
                  <a:lnTo>
                    <a:pt x="224678" y="194746"/>
                  </a:lnTo>
                  <a:lnTo>
                    <a:pt x="231405" y="192060"/>
                  </a:lnTo>
                  <a:lnTo>
                    <a:pt x="235441" y="192060"/>
                  </a:lnTo>
                  <a:lnTo>
                    <a:pt x="236786" y="189374"/>
                  </a:lnTo>
                  <a:lnTo>
                    <a:pt x="234096" y="188031"/>
                  </a:lnTo>
                  <a:lnTo>
                    <a:pt x="224678" y="188031"/>
                  </a:lnTo>
                  <a:lnTo>
                    <a:pt x="216605" y="186688"/>
                  </a:lnTo>
                  <a:lnTo>
                    <a:pt x="212569" y="184002"/>
                  </a:lnTo>
                  <a:lnTo>
                    <a:pt x="212569" y="179972"/>
                  </a:lnTo>
                  <a:lnTo>
                    <a:pt x="215260" y="177286"/>
                  </a:lnTo>
                  <a:lnTo>
                    <a:pt x="217951" y="173257"/>
                  </a:lnTo>
                  <a:lnTo>
                    <a:pt x="213915" y="170571"/>
                  </a:lnTo>
                  <a:lnTo>
                    <a:pt x="211224" y="170571"/>
                  </a:lnTo>
                  <a:lnTo>
                    <a:pt x="208533" y="171914"/>
                  </a:lnTo>
                  <a:lnTo>
                    <a:pt x="204497" y="170571"/>
                  </a:lnTo>
                  <a:lnTo>
                    <a:pt x="201806" y="170571"/>
                  </a:lnTo>
                  <a:lnTo>
                    <a:pt x="197771" y="166541"/>
                  </a:lnTo>
                  <a:lnTo>
                    <a:pt x="196425" y="158483"/>
                  </a:lnTo>
                  <a:lnTo>
                    <a:pt x="192389" y="157140"/>
                  </a:lnTo>
                  <a:lnTo>
                    <a:pt x="188353" y="145053"/>
                  </a:lnTo>
                  <a:lnTo>
                    <a:pt x="185662" y="145053"/>
                  </a:lnTo>
                  <a:lnTo>
                    <a:pt x="184317" y="141023"/>
                  </a:lnTo>
                  <a:lnTo>
                    <a:pt x="178935" y="141023"/>
                  </a:lnTo>
                  <a:lnTo>
                    <a:pt x="174899" y="138337"/>
                  </a:lnTo>
                  <a:lnTo>
                    <a:pt x="172208" y="132965"/>
                  </a:lnTo>
                  <a:lnTo>
                    <a:pt x="166827" y="127592"/>
                  </a:lnTo>
                  <a:lnTo>
                    <a:pt x="165481" y="120877"/>
                  </a:lnTo>
                  <a:lnTo>
                    <a:pt x="161445" y="118191"/>
                  </a:lnTo>
                  <a:lnTo>
                    <a:pt x="158754" y="112818"/>
                  </a:lnTo>
                  <a:lnTo>
                    <a:pt x="158754" y="110132"/>
                  </a:lnTo>
                  <a:lnTo>
                    <a:pt x="169517" y="111476"/>
                  </a:lnTo>
                  <a:lnTo>
                    <a:pt x="178935" y="106103"/>
                  </a:lnTo>
                  <a:lnTo>
                    <a:pt x="181626" y="102074"/>
                  </a:lnTo>
                  <a:lnTo>
                    <a:pt x="181626" y="96702"/>
                  </a:lnTo>
                  <a:lnTo>
                    <a:pt x="173554" y="88643"/>
                  </a:lnTo>
                  <a:lnTo>
                    <a:pt x="168172" y="87300"/>
                  </a:lnTo>
                  <a:lnTo>
                    <a:pt x="165481" y="89986"/>
                  </a:lnTo>
                  <a:lnTo>
                    <a:pt x="160100" y="87300"/>
                  </a:lnTo>
                  <a:lnTo>
                    <a:pt x="150682" y="83271"/>
                  </a:lnTo>
                  <a:lnTo>
                    <a:pt x="146646" y="77899"/>
                  </a:lnTo>
                  <a:lnTo>
                    <a:pt x="141265" y="77899"/>
                  </a:lnTo>
                  <a:lnTo>
                    <a:pt x="127811" y="73869"/>
                  </a:lnTo>
                  <a:lnTo>
                    <a:pt x="127811" y="69840"/>
                  </a:lnTo>
                  <a:lnTo>
                    <a:pt x="130502" y="64468"/>
                  </a:lnTo>
                  <a:lnTo>
                    <a:pt x="131847" y="60438"/>
                  </a:lnTo>
                  <a:lnTo>
                    <a:pt x="127811" y="55066"/>
                  </a:lnTo>
                  <a:lnTo>
                    <a:pt x="118393" y="45665"/>
                  </a:lnTo>
                  <a:lnTo>
                    <a:pt x="115702" y="45665"/>
                  </a:lnTo>
                  <a:lnTo>
                    <a:pt x="113012" y="47008"/>
                  </a:lnTo>
                  <a:lnTo>
                    <a:pt x="111666" y="42979"/>
                  </a:lnTo>
                  <a:lnTo>
                    <a:pt x="106285" y="40292"/>
                  </a:lnTo>
                  <a:lnTo>
                    <a:pt x="104939" y="36263"/>
                  </a:lnTo>
                  <a:lnTo>
                    <a:pt x="99558" y="34920"/>
                  </a:lnTo>
                  <a:lnTo>
                    <a:pt x="96867" y="30891"/>
                  </a:lnTo>
                  <a:lnTo>
                    <a:pt x="94176" y="32234"/>
                  </a:lnTo>
                  <a:lnTo>
                    <a:pt x="90140" y="29548"/>
                  </a:lnTo>
                  <a:lnTo>
                    <a:pt x="83414" y="29548"/>
                  </a:lnTo>
                  <a:lnTo>
                    <a:pt x="78032" y="25518"/>
                  </a:lnTo>
                  <a:lnTo>
                    <a:pt x="72651" y="24176"/>
                  </a:lnTo>
                  <a:lnTo>
                    <a:pt x="63233" y="17460"/>
                  </a:lnTo>
                  <a:lnTo>
                    <a:pt x="48433" y="16117"/>
                  </a:lnTo>
                  <a:lnTo>
                    <a:pt x="43052" y="14774"/>
                  </a:lnTo>
                  <a:lnTo>
                    <a:pt x="40361" y="10745"/>
                  </a:lnTo>
                  <a:lnTo>
                    <a:pt x="37670" y="10745"/>
                  </a:lnTo>
                  <a:lnTo>
                    <a:pt x="36325" y="12088"/>
                  </a:lnTo>
                  <a:lnTo>
                    <a:pt x="26908" y="8059"/>
                  </a:lnTo>
                  <a:lnTo>
                    <a:pt x="24217" y="5372"/>
                  </a:lnTo>
                  <a:lnTo>
                    <a:pt x="18836" y="2686"/>
                  </a:lnTo>
                  <a:lnTo>
                    <a:pt x="10763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309" name="Graphic 5">
            <a:extLst>
              <a:ext uri="{FF2B5EF4-FFF2-40B4-BE49-F238E27FC236}">
                <a16:creationId xmlns:a16="http://schemas.microsoft.com/office/drawing/2014/main" id="{67F1C22B-EF0B-F08A-3D2F-C8D93B7B001F}"/>
              </a:ext>
            </a:extLst>
          </p:cNvPr>
          <p:cNvGrpSpPr/>
          <p:nvPr/>
        </p:nvGrpSpPr>
        <p:grpSpPr>
          <a:xfrm>
            <a:off x="9834705" y="4467877"/>
            <a:ext cx="1196040" cy="472763"/>
            <a:chOff x="9834705" y="4467877"/>
            <a:chExt cx="1196040" cy="472763"/>
          </a:xfrm>
          <a:solidFill>
            <a:srgbClr val="E5E5E4"/>
          </a:solidFill>
        </p:grpSpPr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B1E7E0FB-EA37-2AEE-8A35-337D9AAC2722}"/>
                </a:ext>
              </a:extLst>
            </p:cNvPr>
            <p:cNvSpPr/>
            <p:nvPr/>
          </p:nvSpPr>
          <p:spPr>
            <a:xfrm>
              <a:off x="10769742" y="4653222"/>
              <a:ext cx="261003" cy="236381"/>
            </a:xfrm>
            <a:custGeom>
              <a:avLst/>
              <a:gdLst>
                <a:gd name="connsiteX0" fmla="*/ 261003 w 261003"/>
                <a:gd name="connsiteY0" fmla="*/ 63124 h 236381"/>
                <a:gd name="connsiteX1" fmla="*/ 258312 w 261003"/>
                <a:gd name="connsiteY1" fmla="*/ 159826 h 236381"/>
                <a:gd name="connsiteX2" fmla="*/ 256967 w 261003"/>
                <a:gd name="connsiteY2" fmla="*/ 166541 h 236381"/>
                <a:gd name="connsiteX3" fmla="*/ 256967 w 261003"/>
                <a:gd name="connsiteY3" fmla="*/ 171914 h 236381"/>
                <a:gd name="connsiteX4" fmla="*/ 258312 w 261003"/>
                <a:gd name="connsiteY4" fmla="*/ 173257 h 236381"/>
                <a:gd name="connsiteX5" fmla="*/ 255622 w 261003"/>
                <a:gd name="connsiteY5" fmla="*/ 236381 h 236381"/>
                <a:gd name="connsiteX6" fmla="*/ 254277 w 261003"/>
                <a:gd name="connsiteY6" fmla="*/ 236381 h 236381"/>
                <a:gd name="connsiteX7" fmla="*/ 247550 w 261003"/>
                <a:gd name="connsiteY7" fmla="*/ 233695 h 236381"/>
                <a:gd name="connsiteX8" fmla="*/ 240823 w 261003"/>
                <a:gd name="connsiteY8" fmla="*/ 226980 h 236381"/>
                <a:gd name="connsiteX9" fmla="*/ 239477 w 261003"/>
                <a:gd name="connsiteY9" fmla="*/ 222950 h 236381"/>
                <a:gd name="connsiteX10" fmla="*/ 239477 w 261003"/>
                <a:gd name="connsiteY10" fmla="*/ 221608 h 236381"/>
                <a:gd name="connsiteX11" fmla="*/ 234096 w 261003"/>
                <a:gd name="connsiteY11" fmla="*/ 216235 h 236381"/>
                <a:gd name="connsiteX12" fmla="*/ 231405 w 261003"/>
                <a:gd name="connsiteY12" fmla="*/ 214892 h 236381"/>
                <a:gd name="connsiteX13" fmla="*/ 230059 w 261003"/>
                <a:gd name="connsiteY13" fmla="*/ 210863 h 236381"/>
                <a:gd name="connsiteX14" fmla="*/ 232750 w 261003"/>
                <a:gd name="connsiteY14" fmla="*/ 206834 h 236381"/>
                <a:gd name="connsiteX15" fmla="*/ 232750 w 261003"/>
                <a:gd name="connsiteY15" fmla="*/ 201462 h 236381"/>
                <a:gd name="connsiteX16" fmla="*/ 231405 w 261003"/>
                <a:gd name="connsiteY16" fmla="*/ 206834 h 236381"/>
                <a:gd name="connsiteX17" fmla="*/ 227369 w 261003"/>
                <a:gd name="connsiteY17" fmla="*/ 209520 h 236381"/>
                <a:gd name="connsiteX18" fmla="*/ 220642 w 261003"/>
                <a:gd name="connsiteY18" fmla="*/ 208177 h 236381"/>
                <a:gd name="connsiteX19" fmla="*/ 215260 w 261003"/>
                <a:gd name="connsiteY19" fmla="*/ 210863 h 236381"/>
                <a:gd name="connsiteX20" fmla="*/ 212569 w 261003"/>
                <a:gd name="connsiteY20" fmla="*/ 210863 h 236381"/>
                <a:gd name="connsiteX21" fmla="*/ 209878 w 261003"/>
                <a:gd name="connsiteY21" fmla="*/ 208177 h 236381"/>
                <a:gd name="connsiteX22" fmla="*/ 203152 w 261003"/>
                <a:gd name="connsiteY22" fmla="*/ 212206 h 236381"/>
                <a:gd name="connsiteX23" fmla="*/ 200461 w 261003"/>
                <a:gd name="connsiteY23" fmla="*/ 208177 h 236381"/>
                <a:gd name="connsiteX24" fmla="*/ 203152 w 261003"/>
                <a:gd name="connsiteY24" fmla="*/ 206834 h 236381"/>
                <a:gd name="connsiteX25" fmla="*/ 204497 w 261003"/>
                <a:gd name="connsiteY25" fmla="*/ 202804 h 236381"/>
                <a:gd name="connsiteX26" fmla="*/ 204497 w 261003"/>
                <a:gd name="connsiteY26" fmla="*/ 200118 h 236381"/>
                <a:gd name="connsiteX27" fmla="*/ 205842 w 261003"/>
                <a:gd name="connsiteY27" fmla="*/ 197432 h 236381"/>
                <a:gd name="connsiteX28" fmla="*/ 207188 w 261003"/>
                <a:gd name="connsiteY28" fmla="*/ 192060 h 236381"/>
                <a:gd name="connsiteX29" fmla="*/ 203152 w 261003"/>
                <a:gd name="connsiteY29" fmla="*/ 190717 h 236381"/>
                <a:gd name="connsiteX30" fmla="*/ 200461 w 261003"/>
                <a:gd name="connsiteY30" fmla="*/ 186688 h 236381"/>
                <a:gd name="connsiteX31" fmla="*/ 203152 w 261003"/>
                <a:gd name="connsiteY31" fmla="*/ 185344 h 236381"/>
                <a:gd name="connsiteX32" fmla="*/ 205842 w 261003"/>
                <a:gd name="connsiteY32" fmla="*/ 186688 h 236381"/>
                <a:gd name="connsiteX33" fmla="*/ 211224 w 261003"/>
                <a:gd name="connsiteY33" fmla="*/ 184001 h 236381"/>
                <a:gd name="connsiteX34" fmla="*/ 213915 w 261003"/>
                <a:gd name="connsiteY34" fmla="*/ 184001 h 236381"/>
                <a:gd name="connsiteX35" fmla="*/ 209878 w 261003"/>
                <a:gd name="connsiteY35" fmla="*/ 182658 h 236381"/>
                <a:gd name="connsiteX36" fmla="*/ 204497 w 261003"/>
                <a:gd name="connsiteY36" fmla="*/ 184001 h 236381"/>
                <a:gd name="connsiteX37" fmla="*/ 200461 w 261003"/>
                <a:gd name="connsiteY37" fmla="*/ 181315 h 236381"/>
                <a:gd name="connsiteX38" fmla="*/ 195080 w 261003"/>
                <a:gd name="connsiteY38" fmla="*/ 178629 h 236381"/>
                <a:gd name="connsiteX39" fmla="*/ 196425 w 261003"/>
                <a:gd name="connsiteY39" fmla="*/ 174600 h 236381"/>
                <a:gd name="connsiteX40" fmla="*/ 199116 w 261003"/>
                <a:gd name="connsiteY40" fmla="*/ 174600 h 236381"/>
                <a:gd name="connsiteX41" fmla="*/ 203152 w 261003"/>
                <a:gd name="connsiteY41" fmla="*/ 174600 h 236381"/>
                <a:gd name="connsiteX42" fmla="*/ 201806 w 261003"/>
                <a:gd name="connsiteY42" fmla="*/ 171914 h 236381"/>
                <a:gd name="connsiteX43" fmla="*/ 195080 w 261003"/>
                <a:gd name="connsiteY43" fmla="*/ 167885 h 236381"/>
                <a:gd name="connsiteX44" fmla="*/ 189698 w 261003"/>
                <a:gd name="connsiteY44" fmla="*/ 165198 h 236381"/>
                <a:gd name="connsiteX45" fmla="*/ 188353 w 261003"/>
                <a:gd name="connsiteY45" fmla="*/ 161169 h 236381"/>
                <a:gd name="connsiteX46" fmla="*/ 189698 w 261003"/>
                <a:gd name="connsiteY46" fmla="*/ 155797 h 236381"/>
                <a:gd name="connsiteX47" fmla="*/ 184317 w 261003"/>
                <a:gd name="connsiteY47" fmla="*/ 150424 h 236381"/>
                <a:gd name="connsiteX48" fmla="*/ 184317 w 261003"/>
                <a:gd name="connsiteY48" fmla="*/ 147738 h 236381"/>
                <a:gd name="connsiteX49" fmla="*/ 189698 w 261003"/>
                <a:gd name="connsiteY49" fmla="*/ 143709 h 236381"/>
                <a:gd name="connsiteX50" fmla="*/ 184317 w 261003"/>
                <a:gd name="connsiteY50" fmla="*/ 143709 h 236381"/>
                <a:gd name="connsiteX51" fmla="*/ 181626 w 261003"/>
                <a:gd name="connsiteY51" fmla="*/ 141023 h 236381"/>
                <a:gd name="connsiteX52" fmla="*/ 182971 w 261003"/>
                <a:gd name="connsiteY52" fmla="*/ 139680 h 236381"/>
                <a:gd name="connsiteX53" fmla="*/ 180281 w 261003"/>
                <a:gd name="connsiteY53" fmla="*/ 136994 h 236381"/>
                <a:gd name="connsiteX54" fmla="*/ 184317 w 261003"/>
                <a:gd name="connsiteY54" fmla="*/ 134308 h 236381"/>
                <a:gd name="connsiteX55" fmla="*/ 177590 w 261003"/>
                <a:gd name="connsiteY55" fmla="*/ 135650 h 236381"/>
                <a:gd name="connsiteX56" fmla="*/ 176244 w 261003"/>
                <a:gd name="connsiteY56" fmla="*/ 132965 h 236381"/>
                <a:gd name="connsiteX57" fmla="*/ 173554 w 261003"/>
                <a:gd name="connsiteY57" fmla="*/ 134308 h 236381"/>
                <a:gd name="connsiteX58" fmla="*/ 172208 w 261003"/>
                <a:gd name="connsiteY58" fmla="*/ 132965 h 236381"/>
                <a:gd name="connsiteX59" fmla="*/ 176244 w 261003"/>
                <a:gd name="connsiteY59" fmla="*/ 127592 h 236381"/>
                <a:gd name="connsiteX60" fmla="*/ 172208 w 261003"/>
                <a:gd name="connsiteY60" fmla="*/ 130278 h 236381"/>
                <a:gd name="connsiteX61" fmla="*/ 168172 w 261003"/>
                <a:gd name="connsiteY61" fmla="*/ 130278 h 236381"/>
                <a:gd name="connsiteX62" fmla="*/ 160100 w 261003"/>
                <a:gd name="connsiteY62" fmla="*/ 127592 h 236381"/>
                <a:gd name="connsiteX63" fmla="*/ 158754 w 261003"/>
                <a:gd name="connsiteY63" fmla="*/ 122220 h 236381"/>
                <a:gd name="connsiteX64" fmla="*/ 152027 w 261003"/>
                <a:gd name="connsiteY64" fmla="*/ 120877 h 236381"/>
                <a:gd name="connsiteX65" fmla="*/ 146646 w 261003"/>
                <a:gd name="connsiteY65" fmla="*/ 120877 h 236381"/>
                <a:gd name="connsiteX66" fmla="*/ 131847 w 261003"/>
                <a:gd name="connsiteY66" fmla="*/ 116847 h 236381"/>
                <a:gd name="connsiteX67" fmla="*/ 115702 w 261003"/>
                <a:gd name="connsiteY67" fmla="*/ 111475 h 236381"/>
                <a:gd name="connsiteX68" fmla="*/ 107630 w 261003"/>
                <a:gd name="connsiteY68" fmla="*/ 111475 h 236381"/>
                <a:gd name="connsiteX69" fmla="*/ 102248 w 261003"/>
                <a:gd name="connsiteY69" fmla="*/ 107446 h 236381"/>
                <a:gd name="connsiteX70" fmla="*/ 100903 w 261003"/>
                <a:gd name="connsiteY70" fmla="*/ 106103 h 236381"/>
                <a:gd name="connsiteX71" fmla="*/ 99558 w 261003"/>
                <a:gd name="connsiteY71" fmla="*/ 103417 h 236381"/>
                <a:gd name="connsiteX72" fmla="*/ 94176 w 261003"/>
                <a:gd name="connsiteY72" fmla="*/ 102074 h 236381"/>
                <a:gd name="connsiteX73" fmla="*/ 94176 w 261003"/>
                <a:gd name="connsiteY73" fmla="*/ 98044 h 236381"/>
                <a:gd name="connsiteX74" fmla="*/ 98212 w 261003"/>
                <a:gd name="connsiteY74" fmla="*/ 98044 h 236381"/>
                <a:gd name="connsiteX75" fmla="*/ 100903 w 261003"/>
                <a:gd name="connsiteY75" fmla="*/ 98044 h 236381"/>
                <a:gd name="connsiteX76" fmla="*/ 100903 w 261003"/>
                <a:gd name="connsiteY76" fmla="*/ 98044 h 236381"/>
                <a:gd name="connsiteX77" fmla="*/ 96867 w 261003"/>
                <a:gd name="connsiteY77" fmla="*/ 96701 h 236381"/>
                <a:gd name="connsiteX78" fmla="*/ 91485 w 261003"/>
                <a:gd name="connsiteY78" fmla="*/ 98044 h 236381"/>
                <a:gd name="connsiteX79" fmla="*/ 88795 w 261003"/>
                <a:gd name="connsiteY79" fmla="*/ 96701 h 236381"/>
                <a:gd name="connsiteX80" fmla="*/ 87449 w 261003"/>
                <a:gd name="connsiteY80" fmla="*/ 95358 h 236381"/>
                <a:gd name="connsiteX81" fmla="*/ 84759 w 261003"/>
                <a:gd name="connsiteY81" fmla="*/ 95358 h 236381"/>
                <a:gd name="connsiteX82" fmla="*/ 83414 w 261003"/>
                <a:gd name="connsiteY82" fmla="*/ 96701 h 236381"/>
                <a:gd name="connsiteX83" fmla="*/ 82068 w 261003"/>
                <a:gd name="connsiteY83" fmla="*/ 92672 h 236381"/>
                <a:gd name="connsiteX84" fmla="*/ 80723 w 261003"/>
                <a:gd name="connsiteY84" fmla="*/ 91329 h 236381"/>
                <a:gd name="connsiteX85" fmla="*/ 78032 w 261003"/>
                <a:gd name="connsiteY85" fmla="*/ 91329 h 236381"/>
                <a:gd name="connsiteX86" fmla="*/ 76687 w 261003"/>
                <a:gd name="connsiteY86" fmla="*/ 94015 h 236381"/>
                <a:gd name="connsiteX87" fmla="*/ 73996 w 261003"/>
                <a:gd name="connsiteY87" fmla="*/ 91329 h 236381"/>
                <a:gd name="connsiteX88" fmla="*/ 72651 w 261003"/>
                <a:gd name="connsiteY88" fmla="*/ 84614 h 236381"/>
                <a:gd name="connsiteX89" fmla="*/ 69960 w 261003"/>
                <a:gd name="connsiteY89" fmla="*/ 79241 h 236381"/>
                <a:gd name="connsiteX90" fmla="*/ 73996 w 261003"/>
                <a:gd name="connsiteY90" fmla="*/ 75212 h 236381"/>
                <a:gd name="connsiteX91" fmla="*/ 73996 w 261003"/>
                <a:gd name="connsiteY91" fmla="*/ 68497 h 236381"/>
                <a:gd name="connsiteX92" fmla="*/ 69960 w 261003"/>
                <a:gd name="connsiteY92" fmla="*/ 73869 h 236381"/>
                <a:gd name="connsiteX93" fmla="*/ 68614 w 261003"/>
                <a:gd name="connsiteY93" fmla="*/ 79241 h 236381"/>
                <a:gd name="connsiteX94" fmla="*/ 67269 w 261003"/>
                <a:gd name="connsiteY94" fmla="*/ 83271 h 236381"/>
                <a:gd name="connsiteX95" fmla="*/ 65924 w 261003"/>
                <a:gd name="connsiteY95" fmla="*/ 84614 h 236381"/>
                <a:gd name="connsiteX96" fmla="*/ 61887 w 261003"/>
                <a:gd name="connsiteY96" fmla="*/ 91329 h 236381"/>
                <a:gd name="connsiteX97" fmla="*/ 61887 w 261003"/>
                <a:gd name="connsiteY97" fmla="*/ 95358 h 236381"/>
                <a:gd name="connsiteX98" fmla="*/ 56506 w 261003"/>
                <a:gd name="connsiteY98" fmla="*/ 102074 h 236381"/>
                <a:gd name="connsiteX99" fmla="*/ 51124 w 261003"/>
                <a:gd name="connsiteY99" fmla="*/ 103417 h 236381"/>
                <a:gd name="connsiteX100" fmla="*/ 47088 w 261003"/>
                <a:gd name="connsiteY100" fmla="*/ 102074 h 236381"/>
                <a:gd name="connsiteX101" fmla="*/ 43052 w 261003"/>
                <a:gd name="connsiteY101" fmla="*/ 92672 h 236381"/>
                <a:gd name="connsiteX102" fmla="*/ 43052 w 261003"/>
                <a:gd name="connsiteY102" fmla="*/ 89986 h 236381"/>
                <a:gd name="connsiteX103" fmla="*/ 45743 w 261003"/>
                <a:gd name="connsiteY103" fmla="*/ 88643 h 236381"/>
                <a:gd name="connsiteX104" fmla="*/ 45743 w 261003"/>
                <a:gd name="connsiteY104" fmla="*/ 85957 h 236381"/>
                <a:gd name="connsiteX105" fmla="*/ 45743 w 261003"/>
                <a:gd name="connsiteY105" fmla="*/ 81927 h 236381"/>
                <a:gd name="connsiteX106" fmla="*/ 41706 w 261003"/>
                <a:gd name="connsiteY106" fmla="*/ 83271 h 236381"/>
                <a:gd name="connsiteX107" fmla="*/ 40361 w 261003"/>
                <a:gd name="connsiteY107" fmla="*/ 80585 h 236381"/>
                <a:gd name="connsiteX108" fmla="*/ 37670 w 261003"/>
                <a:gd name="connsiteY108" fmla="*/ 75212 h 236381"/>
                <a:gd name="connsiteX109" fmla="*/ 33634 w 261003"/>
                <a:gd name="connsiteY109" fmla="*/ 72526 h 236381"/>
                <a:gd name="connsiteX110" fmla="*/ 26908 w 261003"/>
                <a:gd name="connsiteY110" fmla="*/ 71183 h 236381"/>
                <a:gd name="connsiteX111" fmla="*/ 25562 w 261003"/>
                <a:gd name="connsiteY111" fmla="*/ 68497 h 236381"/>
                <a:gd name="connsiteX112" fmla="*/ 28253 w 261003"/>
                <a:gd name="connsiteY112" fmla="*/ 64468 h 236381"/>
                <a:gd name="connsiteX113" fmla="*/ 34979 w 261003"/>
                <a:gd name="connsiteY113" fmla="*/ 64468 h 236381"/>
                <a:gd name="connsiteX114" fmla="*/ 36325 w 261003"/>
                <a:gd name="connsiteY114" fmla="*/ 65811 h 236381"/>
                <a:gd name="connsiteX115" fmla="*/ 41706 w 261003"/>
                <a:gd name="connsiteY115" fmla="*/ 67154 h 236381"/>
                <a:gd name="connsiteX116" fmla="*/ 45743 w 261003"/>
                <a:gd name="connsiteY116" fmla="*/ 68497 h 236381"/>
                <a:gd name="connsiteX117" fmla="*/ 51124 w 261003"/>
                <a:gd name="connsiteY117" fmla="*/ 65811 h 236381"/>
                <a:gd name="connsiteX118" fmla="*/ 52470 w 261003"/>
                <a:gd name="connsiteY118" fmla="*/ 59095 h 236381"/>
                <a:gd name="connsiteX119" fmla="*/ 56506 w 261003"/>
                <a:gd name="connsiteY119" fmla="*/ 59095 h 236381"/>
                <a:gd name="connsiteX120" fmla="*/ 64578 w 261003"/>
                <a:gd name="connsiteY120" fmla="*/ 61781 h 236381"/>
                <a:gd name="connsiteX121" fmla="*/ 67269 w 261003"/>
                <a:gd name="connsiteY121" fmla="*/ 67154 h 236381"/>
                <a:gd name="connsiteX122" fmla="*/ 69960 w 261003"/>
                <a:gd name="connsiteY122" fmla="*/ 61781 h 236381"/>
                <a:gd name="connsiteX123" fmla="*/ 72651 w 261003"/>
                <a:gd name="connsiteY123" fmla="*/ 57752 h 236381"/>
                <a:gd name="connsiteX124" fmla="*/ 75341 w 261003"/>
                <a:gd name="connsiteY124" fmla="*/ 59095 h 236381"/>
                <a:gd name="connsiteX125" fmla="*/ 76687 w 261003"/>
                <a:gd name="connsiteY125" fmla="*/ 53723 h 236381"/>
                <a:gd name="connsiteX126" fmla="*/ 75341 w 261003"/>
                <a:gd name="connsiteY126" fmla="*/ 49694 h 236381"/>
                <a:gd name="connsiteX127" fmla="*/ 61887 w 261003"/>
                <a:gd name="connsiteY127" fmla="*/ 48350 h 236381"/>
                <a:gd name="connsiteX128" fmla="*/ 63233 w 261003"/>
                <a:gd name="connsiteY128" fmla="*/ 51037 h 236381"/>
                <a:gd name="connsiteX129" fmla="*/ 60542 w 261003"/>
                <a:gd name="connsiteY129" fmla="*/ 52380 h 236381"/>
                <a:gd name="connsiteX130" fmla="*/ 57851 w 261003"/>
                <a:gd name="connsiteY130" fmla="*/ 51037 h 236381"/>
                <a:gd name="connsiteX131" fmla="*/ 49779 w 261003"/>
                <a:gd name="connsiteY131" fmla="*/ 52380 h 236381"/>
                <a:gd name="connsiteX132" fmla="*/ 47088 w 261003"/>
                <a:gd name="connsiteY132" fmla="*/ 51037 h 236381"/>
                <a:gd name="connsiteX133" fmla="*/ 43052 w 261003"/>
                <a:gd name="connsiteY133" fmla="*/ 53723 h 236381"/>
                <a:gd name="connsiteX134" fmla="*/ 40361 w 261003"/>
                <a:gd name="connsiteY134" fmla="*/ 51037 h 236381"/>
                <a:gd name="connsiteX135" fmla="*/ 36325 w 261003"/>
                <a:gd name="connsiteY135" fmla="*/ 52380 h 236381"/>
                <a:gd name="connsiteX136" fmla="*/ 30943 w 261003"/>
                <a:gd name="connsiteY136" fmla="*/ 51037 h 236381"/>
                <a:gd name="connsiteX137" fmla="*/ 25562 w 261003"/>
                <a:gd name="connsiteY137" fmla="*/ 47008 h 236381"/>
                <a:gd name="connsiteX138" fmla="*/ 24217 w 261003"/>
                <a:gd name="connsiteY138" fmla="*/ 41635 h 236381"/>
                <a:gd name="connsiteX139" fmla="*/ 25562 w 261003"/>
                <a:gd name="connsiteY139" fmla="*/ 40292 h 236381"/>
                <a:gd name="connsiteX140" fmla="*/ 22872 w 261003"/>
                <a:gd name="connsiteY140" fmla="*/ 34920 h 236381"/>
                <a:gd name="connsiteX141" fmla="*/ 14799 w 261003"/>
                <a:gd name="connsiteY141" fmla="*/ 30891 h 236381"/>
                <a:gd name="connsiteX142" fmla="*/ 12109 w 261003"/>
                <a:gd name="connsiteY142" fmla="*/ 28204 h 236381"/>
                <a:gd name="connsiteX143" fmla="*/ 10763 w 261003"/>
                <a:gd name="connsiteY143" fmla="*/ 29547 h 236381"/>
                <a:gd name="connsiteX144" fmla="*/ 6727 w 261003"/>
                <a:gd name="connsiteY144" fmla="*/ 32234 h 236381"/>
                <a:gd name="connsiteX145" fmla="*/ 0 w 261003"/>
                <a:gd name="connsiteY145" fmla="*/ 30891 h 236381"/>
                <a:gd name="connsiteX146" fmla="*/ 1345 w 261003"/>
                <a:gd name="connsiteY146" fmla="*/ 28204 h 236381"/>
                <a:gd name="connsiteX147" fmla="*/ 8072 w 261003"/>
                <a:gd name="connsiteY147" fmla="*/ 24175 h 236381"/>
                <a:gd name="connsiteX148" fmla="*/ 8072 w 261003"/>
                <a:gd name="connsiteY148" fmla="*/ 20146 h 236381"/>
                <a:gd name="connsiteX149" fmla="*/ 6727 w 261003"/>
                <a:gd name="connsiteY149" fmla="*/ 17460 h 236381"/>
                <a:gd name="connsiteX150" fmla="*/ 10763 w 261003"/>
                <a:gd name="connsiteY150" fmla="*/ 13431 h 236381"/>
                <a:gd name="connsiteX151" fmla="*/ 17490 w 261003"/>
                <a:gd name="connsiteY151" fmla="*/ 13431 h 236381"/>
                <a:gd name="connsiteX152" fmla="*/ 20181 w 261003"/>
                <a:gd name="connsiteY152" fmla="*/ 10744 h 236381"/>
                <a:gd name="connsiteX153" fmla="*/ 25562 w 261003"/>
                <a:gd name="connsiteY153" fmla="*/ 9401 h 236381"/>
                <a:gd name="connsiteX154" fmla="*/ 32289 w 261003"/>
                <a:gd name="connsiteY154" fmla="*/ 4029 h 236381"/>
                <a:gd name="connsiteX155" fmla="*/ 33634 w 261003"/>
                <a:gd name="connsiteY155" fmla="*/ 1343 h 236381"/>
                <a:gd name="connsiteX156" fmla="*/ 41706 w 261003"/>
                <a:gd name="connsiteY156" fmla="*/ 0 h 236381"/>
                <a:gd name="connsiteX157" fmla="*/ 55160 w 261003"/>
                <a:gd name="connsiteY157" fmla="*/ 5372 h 236381"/>
                <a:gd name="connsiteX158" fmla="*/ 63233 w 261003"/>
                <a:gd name="connsiteY158" fmla="*/ 10744 h 236381"/>
                <a:gd name="connsiteX159" fmla="*/ 71305 w 261003"/>
                <a:gd name="connsiteY159" fmla="*/ 10744 h 236381"/>
                <a:gd name="connsiteX160" fmla="*/ 80723 w 261003"/>
                <a:gd name="connsiteY160" fmla="*/ 10744 h 236381"/>
                <a:gd name="connsiteX161" fmla="*/ 82068 w 261003"/>
                <a:gd name="connsiteY161" fmla="*/ 13431 h 236381"/>
                <a:gd name="connsiteX162" fmla="*/ 80723 w 261003"/>
                <a:gd name="connsiteY162" fmla="*/ 16117 h 236381"/>
                <a:gd name="connsiteX163" fmla="*/ 80723 w 261003"/>
                <a:gd name="connsiteY163" fmla="*/ 22832 h 236381"/>
                <a:gd name="connsiteX164" fmla="*/ 84759 w 261003"/>
                <a:gd name="connsiteY164" fmla="*/ 26862 h 236381"/>
                <a:gd name="connsiteX165" fmla="*/ 87449 w 261003"/>
                <a:gd name="connsiteY165" fmla="*/ 30891 h 236381"/>
                <a:gd name="connsiteX166" fmla="*/ 83414 w 261003"/>
                <a:gd name="connsiteY166" fmla="*/ 36263 h 236381"/>
                <a:gd name="connsiteX167" fmla="*/ 80723 w 261003"/>
                <a:gd name="connsiteY167" fmla="*/ 40292 h 236381"/>
                <a:gd name="connsiteX168" fmla="*/ 83414 w 261003"/>
                <a:gd name="connsiteY168" fmla="*/ 47008 h 236381"/>
                <a:gd name="connsiteX169" fmla="*/ 83414 w 261003"/>
                <a:gd name="connsiteY169" fmla="*/ 59095 h 236381"/>
                <a:gd name="connsiteX170" fmla="*/ 87449 w 261003"/>
                <a:gd name="connsiteY170" fmla="*/ 65811 h 236381"/>
                <a:gd name="connsiteX171" fmla="*/ 90140 w 261003"/>
                <a:gd name="connsiteY171" fmla="*/ 68497 h 236381"/>
                <a:gd name="connsiteX172" fmla="*/ 91485 w 261003"/>
                <a:gd name="connsiteY172" fmla="*/ 69840 h 236381"/>
                <a:gd name="connsiteX173" fmla="*/ 91485 w 261003"/>
                <a:gd name="connsiteY173" fmla="*/ 63124 h 236381"/>
                <a:gd name="connsiteX174" fmla="*/ 94176 w 261003"/>
                <a:gd name="connsiteY174" fmla="*/ 60438 h 236381"/>
                <a:gd name="connsiteX175" fmla="*/ 96867 w 261003"/>
                <a:gd name="connsiteY175" fmla="*/ 61781 h 236381"/>
                <a:gd name="connsiteX176" fmla="*/ 96867 w 261003"/>
                <a:gd name="connsiteY176" fmla="*/ 67154 h 236381"/>
                <a:gd name="connsiteX177" fmla="*/ 98212 w 261003"/>
                <a:gd name="connsiteY177" fmla="*/ 72526 h 236381"/>
                <a:gd name="connsiteX178" fmla="*/ 99558 w 261003"/>
                <a:gd name="connsiteY178" fmla="*/ 71183 h 236381"/>
                <a:gd name="connsiteX179" fmla="*/ 100903 w 261003"/>
                <a:gd name="connsiteY179" fmla="*/ 75212 h 236381"/>
                <a:gd name="connsiteX180" fmla="*/ 107630 w 261003"/>
                <a:gd name="connsiteY180" fmla="*/ 80585 h 236381"/>
                <a:gd name="connsiteX181" fmla="*/ 110321 w 261003"/>
                <a:gd name="connsiteY181" fmla="*/ 83271 h 236381"/>
                <a:gd name="connsiteX182" fmla="*/ 114357 w 261003"/>
                <a:gd name="connsiteY182" fmla="*/ 83271 h 236381"/>
                <a:gd name="connsiteX183" fmla="*/ 119739 w 261003"/>
                <a:gd name="connsiteY183" fmla="*/ 81927 h 236381"/>
                <a:gd name="connsiteX184" fmla="*/ 121084 w 261003"/>
                <a:gd name="connsiteY184" fmla="*/ 76555 h 236381"/>
                <a:gd name="connsiteX185" fmla="*/ 123775 w 261003"/>
                <a:gd name="connsiteY185" fmla="*/ 73869 h 236381"/>
                <a:gd name="connsiteX186" fmla="*/ 126466 w 261003"/>
                <a:gd name="connsiteY186" fmla="*/ 73869 h 236381"/>
                <a:gd name="connsiteX187" fmla="*/ 126466 w 261003"/>
                <a:gd name="connsiteY187" fmla="*/ 67154 h 236381"/>
                <a:gd name="connsiteX188" fmla="*/ 130502 w 261003"/>
                <a:gd name="connsiteY188" fmla="*/ 61781 h 236381"/>
                <a:gd name="connsiteX189" fmla="*/ 134538 w 261003"/>
                <a:gd name="connsiteY189" fmla="*/ 60438 h 236381"/>
                <a:gd name="connsiteX190" fmla="*/ 139920 w 261003"/>
                <a:gd name="connsiteY190" fmla="*/ 57752 h 236381"/>
                <a:gd name="connsiteX191" fmla="*/ 141265 w 261003"/>
                <a:gd name="connsiteY191" fmla="*/ 53723 h 236381"/>
                <a:gd name="connsiteX192" fmla="*/ 142610 w 261003"/>
                <a:gd name="connsiteY192" fmla="*/ 51037 h 236381"/>
                <a:gd name="connsiteX193" fmla="*/ 145301 w 261003"/>
                <a:gd name="connsiteY193" fmla="*/ 51037 h 236381"/>
                <a:gd name="connsiteX194" fmla="*/ 147991 w 261003"/>
                <a:gd name="connsiteY194" fmla="*/ 51037 h 236381"/>
                <a:gd name="connsiteX195" fmla="*/ 153373 w 261003"/>
                <a:gd name="connsiteY195" fmla="*/ 49694 h 236381"/>
                <a:gd name="connsiteX196" fmla="*/ 160100 w 261003"/>
                <a:gd name="connsiteY196" fmla="*/ 48350 h 236381"/>
                <a:gd name="connsiteX197" fmla="*/ 161445 w 261003"/>
                <a:gd name="connsiteY197" fmla="*/ 44321 h 236381"/>
                <a:gd name="connsiteX198" fmla="*/ 158754 w 261003"/>
                <a:gd name="connsiteY198" fmla="*/ 40292 h 236381"/>
                <a:gd name="connsiteX199" fmla="*/ 160100 w 261003"/>
                <a:gd name="connsiteY199" fmla="*/ 37606 h 236381"/>
                <a:gd name="connsiteX200" fmla="*/ 172208 w 261003"/>
                <a:gd name="connsiteY200" fmla="*/ 30891 h 236381"/>
                <a:gd name="connsiteX201" fmla="*/ 178935 w 261003"/>
                <a:gd name="connsiteY201" fmla="*/ 30891 h 236381"/>
                <a:gd name="connsiteX202" fmla="*/ 182971 w 261003"/>
                <a:gd name="connsiteY202" fmla="*/ 34920 h 236381"/>
                <a:gd name="connsiteX203" fmla="*/ 191044 w 261003"/>
                <a:gd name="connsiteY203" fmla="*/ 37606 h 236381"/>
                <a:gd name="connsiteX204" fmla="*/ 200461 w 261003"/>
                <a:gd name="connsiteY204" fmla="*/ 40292 h 236381"/>
                <a:gd name="connsiteX205" fmla="*/ 204497 w 261003"/>
                <a:gd name="connsiteY205" fmla="*/ 44321 h 236381"/>
                <a:gd name="connsiteX206" fmla="*/ 209878 w 261003"/>
                <a:gd name="connsiteY206" fmla="*/ 44321 h 236381"/>
                <a:gd name="connsiteX207" fmla="*/ 216605 w 261003"/>
                <a:gd name="connsiteY207" fmla="*/ 47008 h 236381"/>
                <a:gd name="connsiteX208" fmla="*/ 231405 w 261003"/>
                <a:gd name="connsiteY208" fmla="*/ 53723 h 236381"/>
                <a:gd name="connsiteX209" fmla="*/ 235441 w 261003"/>
                <a:gd name="connsiteY209" fmla="*/ 52380 h 236381"/>
                <a:gd name="connsiteX210" fmla="*/ 239477 w 261003"/>
                <a:gd name="connsiteY210" fmla="*/ 53723 h 236381"/>
                <a:gd name="connsiteX211" fmla="*/ 246204 w 261003"/>
                <a:gd name="connsiteY211" fmla="*/ 55066 h 236381"/>
                <a:gd name="connsiteX212" fmla="*/ 250240 w 261003"/>
                <a:gd name="connsiteY212" fmla="*/ 55066 h 236381"/>
                <a:gd name="connsiteX213" fmla="*/ 254277 w 261003"/>
                <a:gd name="connsiteY213" fmla="*/ 57752 h 236381"/>
                <a:gd name="connsiteX214" fmla="*/ 252931 w 261003"/>
                <a:gd name="connsiteY214" fmla="*/ 59095 h 236381"/>
                <a:gd name="connsiteX215" fmla="*/ 254277 w 261003"/>
                <a:gd name="connsiteY215" fmla="*/ 63124 h 236381"/>
                <a:gd name="connsiteX216" fmla="*/ 256967 w 261003"/>
                <a:gd name="connsiteY216" fmla="*/ 64468 h 236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</a:cxnLst>
              <a:rect l="l" t="t" r="r" b="b"/>
              <a:pathLst>
                <a:path w="261003" h="236381">
                  <a:moveTo>
                    <a:pt x="261003" y="63124"/>
                  </a:moveTo>
                  <a:lnTo>
                    <a:pt x="258312" y="159826"/>
                  </a:lnTo>
                  <a:lnTo>
                    <a:pt x="256967" y="166541"/>
                  </a:lnTo>
                  <a:lnTo>
                    <a:pt x="256967" y="171914"/>
                  </a:lnTo>
                  <a:lnTo>
                    <a:pt x="258312" y="173257"/>
                  </a:lnTo>
                  <a:lnTo>
                    <a:pt x="255622" y="236381"/>
                  </a:lnTo>
                  <a:lnTo>
                    <a:pt x="254277" y="236381"/>
                  </a:lnTo>
                  <a:lnTo>
                    <a:pt x="247550" y="233695"/>
                  </a:lnTo>
                  <a:lnTo>
                    <a:pt x="240823" y="226980"/>
                  </a:lnTo>
                  <a:lnTo>
                    <a:pt x="239477" y="222950"/>
                  </a:lnTo>
                  <a:lnTo>
                    <a:pt x="239477" y="221608"/>
                  </a:lnTo>
                  <a:lnTo>
                    <a:pt x="234096" y="216235"/>
                  </a:lnTo>
                  <a:lnTo>
                    <a:pt x="231405" y="214892"/>
                  </a:lnTo>
                  <a:lnTo>
                    <a:pt x="230059" y="210863"/>
                  </a:lnTo>
                  <a:lnTo>
                    <a:pt x="232750" y="206834"/>
                  </a:lnTo>
                  <a:lnTo>
                    <a:pt x="232750" y="201462"/>
                  </a:lnTo>
                  <a:lnTo>
                    <a:pt x="231405" y="206834"/>
                  </a:lnTo>
                  <a:lnTo>
                    <a:pt x="227369" y="209520"/>
                  </a:lnTo>
                  <a:lnTo>
                    <a:pt x="220642" y="208177"/>
                  </a:lnTo>
                  <a:lnTo>
                    <a:pt x="215260" y="210863"/>
                  </a:lnTo>
                  <a:lnTo>
                    <a:pt x="212569" y="210863"/>
                  </a:lnTo>
                  <a:lnTo>
                    <a:pt x="209878" y="208177"/>
                  </a:lnTo>
                  <a:lnTo>
                    <a:pt x="203152" y="212206"/>
                  </a:lnTo>
                  <a:lnTo>
                    <a:pt x="200461" y="208177"/>
                  </a:lnTo>
                  <a:lnTo>
                    <a:pt x="203152" y="206834"/>
                  </a:lnTo>
                  <a:lnTo>
                    <a:pt x="204497" y="202804"/>
                  </a:lnTo>
                  <a:lnTo>
                    <a:pt x="204497" y="200118"/>
                  </a:lnTo>
                  <a:lnTo>
                    <a:pt x="205842" y="197432"/>
                  </a:lnTo>
                  <a:lnTo>
                    <a:pt x="207188" y="192060"/>
                  </a:lnTo>
                  <a:lnTo>
                    <a:pt x="203152" y="190717"/>
                  </a:lnTo>
                  <a:lnTo>
                    <a:pt x="200461" y="186688"/>
                  </a:lnTo>
                  <a:lnTo>
                    <a:pt x="203152" y="185344"/>
                  </a:lnTo>
                  <a:lnTo>
                    <a:pt x="205842" y="186688"/>
                  </a:lnTo>
                  <a:lnTo>
                    <a:pt x="211224" y="184001"/>
                  </a:lnTo>
                  <a:lnTo>
                    <a:pt x="213915" y="184001"/>
                  </a:lnTo>
                  <a:lnTo>
                    <a:pt x="209878" y="182658"/>
                  </a:lnTo>
                  <a:lnTo>
                    <a:pt x="204497" y="184001"/>
                  </a:lnTo>
                  <a:lnTo>
                    <a:pt x="200461" y="181315"/>
                  </a:lnTo>
                  <a:lnTo>
                    <a:pt x="195080" y="178629"/>
                  </a:lnTo>
                  <a:lnTo>
                    <a:pt x="196425" y="174600"/>
                  </a:lnTo>
                  <a:lnTo>
                    <a:pt x="199116" y="174600"/>
                  </a:lnTo>
                  <a:lnTo>
                    <a:pt x="203152" y="174600"/>
                  </a:lnTo>
                  <a:lnTo>
                    <a:pt x="201806" y="171914"/>
                  </a:lnTo>
                  <a:lnTo>
                    <a:pt x="195080" y="167885"/>
                  </a:lnTo>
                  <a:lnTo>
                    <a:pt x="189698" y="165198"/>
                  </a:lnTo>
                  <a:lnTo>
                    <a:pt x="188353" y="161169"/>
                  </a:lnTo>
                  <a:lnTo>
                    <a:pt x="189698" y="155797"/>
                  </a:lnTo>
                  <a:lnTo>
                    <a:pt x="184317" y="150424"/>
                  </a:lnTo>
                  <a:lnTo>
                    <a:pt x="184317" y="147738"/>
                  </a:lnTo>
                  <a:lnTo>
                    <a:pt x="189698" y="143709"/>
                  </a:lnTo>
                  <a:lnTo>
                    <a:pt x="184317" y="143709"/>
                  </a:lnTo>
                  <a:lnTo>
                    <a:pt x="181626" y="141023"/>
                  </a:lnTo>
                  <a:lnTo>
                    <a:pt x="182971" y="139680"/>
                  </a:lnTo>
                  <a:lnTo>
                    <a:pt x="180281" y="136994"/>
                  </a:lnTo>
                  <a:lnTo>
                    <a:pt x="184317" y="134308"/>
                  </a:lnTo>
                  <a:lnTo>
                    <a:pt x="177590" y="135650"/>
                  </a:lnTo>
                  <a:lnTo>
                    <a:pt x="176244" y="132965"/>
                  </a:lnTo>
                  <a:lnTo>
                    <a:pt x="173554" y="134308"/>
                  </a:lnTo>
                  <a:lnTo>
                    <a:pt x="172208" y="132965"/>
                  </a:lnTo>
                  <a:lnTo>
                    <a:pt x="176244" y="127592"/>
                  </a:lnTo>
                  <a:lnTo>
                    <a:pt x="172208" y="130278"/>
                  </a:lnTo>
                  <a:lnTo>
                    <a:pt x="168172" y="130278"/>
                  </a:lnTo>
                  <a:lnTo>
                    <a:pt x="160100" y="127592"/>
                  </a:lnTo>
                  <a:lnTo>
                    <a:pt x="158754" y="122220"/>
                  </a:lnTo>
                  <a:lnTo>
                    <a:pt x="152027" y="120877"/>
                  </a:lnTo>
                  <a:lnTo>
                    <a:pt x="146646" y="120877"/>
                  </a:lnTo>
                  <a:lnTo>
                    <a:pt x="131847" y="116847"/>
                  </a:lnTo>
                  <a:lnTo>
                    <a:pt x="115702" y="111475"/>
                  </a:lnTo>
                  <a:lnTo>
                    <a:pt x="107630" y="111475"/>
                  </a:lnTo>
                  <a:lnTo>
                    <a:pt x="102248" y="107446"/>
                  </a:lnTo>
                  <a:lnTo>
                    <a:pt x="100903" y="106103"/>
                  </a:lnTo>
                  <a:lnTo>
                    <a:pt x="99558" y="103417"/>
                  </a:lnTo>
                  <a:lnTo>
                    <a:pt x="94176" y="102074"/>
                  </a:lnTo>
                  <a:lnTo>
                    <a:pt x="94176" y="98044"/>
                  </a:lnTo>
                  <a:lnTo>
                    <a:pt x="98212" y="98044"/>
                  </a:lnTo>
                  <a:lnTo>
                    <a:pt x="100903" y="98044"/>
                  </a:lnTo>
                  <a:lnTo>
                    <a:pt x="100903" y="98044"/>
                  </a:lnTo>
                  <a:lnTo>
                    <a:pt x="96867" y="96701"/>
                  </a:lnTo>
                  <a:lnTo>
                    <a:pt x="91485" y="98044"/>
                  </a:lnTo>
                  <a:lnTo>
                    <a:pt x="88795" y="96701"/>
                  </a:lnTo>
                  <a:lnTo>
                    <a:pt x="87449" y="95358"/>
                  </a:lnTo>
                  <a:lnTo>
                    <a:pt x="84759" y="95358"/>
                  </a:lnTo>
                  <a:lnTo>
                    <a:pt x="83414" y="96701"/>
                  </a:lnTo>
                  <a:lnTo>
                    <a:pt x="82068" y="92672"/>
                  </a:lnTo>
                  <a:lnTo>
                    <a:pt x="80723" y="91329"/>
                  </a:lnTo>
                  <a:lnTo>
                    <a:pt x="78032" y="91329"/>
                  </a:lnTo>
                  <a:lnTo>
                    <a:pt x="76687" y="94015"/>
                  </a:lnTo>
                  <a:lnTo>
                    <a:pt x="73996" y="91329"/>
                  </a:lnTo>
                  <a:lnTo>
                    <a:pt x="72651" y="84614"/>
                  </a:lnTo>
                  <a:lnTo>
                    <a:pt x="69960" y="79241"/>
                  </a:lnTo>
                  <a:lnTo>
                    <a:pt x="73996" y="75212"/>
                  </a:lnTo>
                  <a:lnTo>
                    <a:pt x="73996" y="68497"/>
                  </a:lnTo>
                  <a:lnTo>
                    <a:pt x="69960" y="73869"/>
                  </a:lnTo>
                  <a:lnTo>
                    <a:pt x="68614" y="79241"/>
                  </a:lnTo>
                  <a:lnTo>
                    <a:pt x="67269" y="83271"/>
                  </a:lnTo>
                  <a:lnTo>
                    <a:pt x="65924" y="84614"/>
                  </a:lnTo>
                  <a:lnTo>
                    <a:pt x="61887" y="91329"/>
                  </a:lnTo>
                  <a:lnTo>
                    <a:pt x="61887" y="95358"/>
                  </a:lnTo>
                  <a:lnTo>
                    <a:pt x="56506" y="102074"/>
                  </a:lnTo>
                  <a:lnTo>
                    <a:pt x="51124" y="103417"/>
                  </a:lnTo>
                  <a:lnTo>
                    <a:pt x="47088" y="102074"/>
                  </a:lnTo>
                  <a:lnTo>
                    <a:pt x="43052" y="92672"/>
                  </a:lnTo>
                  <a:lnTo>
                    <a:pt x="43052" y="89986"/>
                  </a:lnTo>
                  <a:lnTo>
                    <a:pt x="45743" y="88643"/>
                  </a:lnTo>
                  <a:lnTo>
                    <a:pt x="45743" y="85957"/>
                  </a:lnTo>
                  <a:lnTo>
                    <a:pt x="45743" y="81927"/>
                  </a:lnTo>
                  <a:lnTo>
                    <a:pt x="41706" y="83271"/>
                  </a:lnTo>
                  <a:lnTo>
                    <a:pt x="40361" y="80585"/>
                  </a:lnTo>
                  <a:lnTo>
                    <a:pt x="37670" y="75212"/>
                  </a:lnTo>
                  <a:lnTo>
                    <a:pt x="33634" y="72526"/>
                  </a:lnTo>
                  <a:lnTo>
                    <a:pt x="26908" y="71183"/>
                  </a:lnTo>
                  <a:lnTo>
                    <a:pt x="25562" y="68497"/>
                  </a:lnTo>
                  <a:lnTo>
                    <a:pt x="28253" y="64468"/>
                  </a:lnTo>
                  <a:lnTo>
                    <a:pt x="34979" y="64468"/>
                  </a:lnTo>
                  <a:lnTo>
                    <a:pt x="36325" y="65811"/>
                  </a:lnTo>
                  <a:lnTo>
                    <a:pt x="41706" y="67154"/>
                  </a:lnTo>
                  <a:lnTo>
                    <a:pt x="45743" y="68497"/>
                  </a:lnTo>
                  <a:lnTo>
                    <a:pt x="51124" y="65811"/>
                  </a:lnTo>
                  <a:lnTo>
                    <a:pt x="52470" y="59095"/>
                  </a:lnTo>
                  <a:lnTo>
                    <a:pt x="56506" y="59095"/>
                  </a:lnTo>
                  <a:lnTo>
                    <a:pt x="64578" y="61781"/>
                  </a:lnTo>
                  <a:lnTo>
                    <a:pt x="67269" y="67154"/>
                  </a:lnTo>
                  <a:lnTo>
                    <a:pt x="69960" y="61781"/>
                  </a:lnTo>
                  <a:lnTo>
                    <a:pt x="72651" y="57752"/>
                  </a:lnTo>
                  <a:lnTo>
                    <a:pt x="75341" y="59095"/>
                  </a:lnTo>
                  <a:lnTo>
                    <a:pt x="76687" y="53723"/>
                  </a:lnTo>
                  <a:lnTo>
                    <a:pt x="75341" y="49694"/>
                  </a:lnTo>
                  <a:lnTo>
                    <a:pt x="61887" y="48350"/>
                  </a:lnTo>
                  <a:lnTo>
                    <a:pt x="63233" y="51037"/>
                  </a:lnTo>
                  <a:lnTo>
                    <a:pt x="60542" y="52380"/>
                  </a:lnTo>
                  <a:lnTo>
                    <a:pt x="57851" y="51037"/>
                  </a:lnTo>
                  <a:lnTo>
                    <a:pt x="49779" y="52380"/>
                  </a:lnTo>
                  <a:lnTo>
                    <a:pt x="47088" y="51037"/>
                  </a:lnTo>
                  <a:lnTo>
                    <a:pt x="43052" y="53723"/>
                  </a:lnTo>
                  <a:lnTo>
                    <a:pt x="40361" y="51037"/>
                  </a:lnTo>
                  <a:lnTo>
                    <a:pt x="36325" y="52380"/>
                  </a:lnTo>
                  <a:lnTo>
                    <a:pt x="30943" y="51037"/>
                  </a:lnTo>
                  <a:lnTo>
                    <a:pt x="25562" y="47008"/>
                  </a:lnTo>
                  <a:lnTo>
                    <a:pt x="24217" y="41635"/>
                  </a:lnTo>
                  <a:lnTo>
                    <a:pt x="25562" y="40292"/>
                  </a:lnTo>
                  <a:lnTo>
                    <a:pt x="22872" y="34920"/>
                  </a:lnTo>
                  <a:lnTo>
                    <a:pt x="14799" y="30891"/>
                  </a:lnTo>
                  <a:lnTo>
                    <a:pt x="12109" y="28204"/>
                  </a:lnTo>
                  <a:lnTo>
                    <a:pt x="10763" y="29547"/>
                  </a:lnTo>
                  <a:lnTo>
                    <a:pt x="6727" y="32234"/>
                  </a:lnTo>
                  <a:lnTo>
                    <a:pt x="0" y="30891"/>
                  </a:lnTo>
                  <a:lnTo>
                    <a:pt x="1345" y="28204"/>
                  </a:lnTo>
                  <a:lnTo>
                    <a:pt x="8072" y="24175"/>
                  </a:lnTo>
                  <a:lnTo>
                    <a:pt x="8072" y="20146"/>
                  </a:lnTo>
                  <a:lnTo>
                    <a:pt x="6727" y="17460"/>
                  </a:lnTo>
                  <a:lnTo>
                    <a:pt x="10763" y="13431"/>
                  </a:lnTo>
                  <a:lnTo>
                    <a:pt x="17490" y="13431"/>
                  </a:lnTo>
                  <a:lnTo>
                    <a:pt x="20181" y="10744"/>
                  </a:lnTo>
                  <a:lnTo>
                    <a:pt x="25562" y="9401"/>
                  </a:lnTo>
                  <a:lnTo>
                    <a:pt x="32289" y="4029"/>
                  </a:lnTo>
                  <a:lnTo>
                    <a:pt x="33634" y="1343"/>
                  </a:lnTo>
                  <a:lnTo>
                    <a:pt x="41706" y="0"/>
                  </a:lnTo>
                  <a:lnTo>
                    <a:pt x="55160" y="5372"/>
                  </a:lnTo>
                  <a:lnTo>
                    <a:pt x="63233" y="10744"/>
                  </a:lnTo>
                  <a:lnTo>
                    <a:pt x="71305" y="10744"/>
                  </a:lnTo>
                  <a:lnTo>
                    <a:pt x="80723" y="10744"/>
                  </a:lnTo>
                  <a:lnTo>
                    <a:pt x="82068" y="13431"/>
                  </a:lnTo>
                  <a:lnTo>
                    <a:pt x="80723" y="16117"/>
                  </a:lnTo>
                  <a:lnTo>
                    <a:pt x="80723" y="22832"/>
                  </a:lnTo>
                  <a:lnTo>
                    <a:pt x="84759" y="26862"/>
                  </a:lnTo>
                  <a:lnTo>
                    <a:pt x="87449" y="30891"/>
                  </a:lnTo>
                  <a:lnTo>
                    <a:pt x="83414" y="36263"/>
                  </a:lnTo>
                  <a:lnTo>
                    <a:pt x="80723" y="40292"/>
                  </a:lnTo>
                  <a:lnTo>
                    <a:pt x="83414" y="47008"/>
                  </a:lnTo>
                  <a:lnTo>
                    <a:pt x="83414" y="59095"/>
                  </a:lnTo>
                  <a:lnTo>
                    <a:pt x="87449" y="65811"/>
                  </a:lnTo>
                  <a:lnTo>
                    <a:pt x="90140" y="68497"/>
                  </a:lnTo>
                  <a:lnTo>
                    <a:pt x="91485" y="69840"/>
                  </a:lnTo>
                  <a:lnTo>
                    <a:pt x="91485" y="63124"/>
                  </a:lnTo>
                  <a:lnTo>
                    <a:pt x="94176" y="60438"/>
                  </a:lnTo>
                  <a:lnTo>
                    <a:pt x="96867" y="61781"/>
                  </a:lnTo>
                  <a:lnTo>
                    <a:pt x="96867" y="67154"/>
                  </a:lnTo>
                  <a:lnTo>
                    <a:pt x="98212" y="72526"/>
                  </a:lnTo>
                  <a:lnTo>
                    <a:pt x="99558" y="71183"/>
                  </a:lnTo>
                  <a:lnTo>
                    <a:pt x="100903" y="75212"/>
                  </a:lnTo>
                  <a:lnTo>
                    <a:pt x="107630" y="80585"/>
                  </a:lnTo>
                  <a:lnTo>
                    <a:pt x="110321" y="83271"/>
                  </a:lnTo>
                  <a:lnTo>
                    <a:pt x="114357" y="83271"/>
                  </a:lnTo>
                  <a:lnTo>
                    <a:pt x="119739" y="81927"/>
                  </a:lnTo>
                  <a:lnTo>
                    <a:pt x="121084" y="76555"/>
                  </a:lnTo>
                  <a:lnTo>
                    <a:pt x="123775" y="73869"/>
                  </a:lnTo>
                  <a:lnTo>
                    <a:pt x="126466" y="73869"/>
                  </a:lnTo>
                  <a:lnTo>
                    <a:pt x="126466" y="67154"/>
                  </a:lnTo>
                  <a:lnTo>
                    <a:pt x="130502" y="61781"/>
                  </a:lnTo>
                  <a:lnTo>
                    <a:pt x="134538" y="60438"/>
                  </a:lnTo>
                  <a:lnTo>
                    <a:pt x="139920" y="57752"/>
                  </a:lnTo>
                  <a:lnTo>
                    <a:pt x="141265" y="53723"/>
                  </a:lnTo>
                  <a:lnTo>
                    <a:pt x="142610" y="51037"/>
                  </a:lnTo>
                  <a:lnTo>
                    <a:pt x="145301" y="51037"/>
                  </a:lnTo>
                  <a:lnTo>
                    <a:pt x="147991" y="51037"/>
                  </a:lnTo>
                  <a:lnTo>
                    <a:pt x="153373" y="49694"/>
                  </a:lnTo>
                  <a:lnTo>
                    <a:pt x="160100" y="48350"/>
                  </a:lnTo>
                  <a:lnTo>
                    <a:pt x="161445" y="44321"/>
                  </a:lnTo>
                  <a:lnTo>
                    <a:pt x="158754" y="40292"/>
                  </a:lnTo>
                  <a:lnTo>
                    <a:pt x="160100" y="37606"/>
                  </a:lnTo>
                  <a:lnTo>
                    <a:pt x="172208" y="30891"/>
                  </a:lnTo>
                  <a:lnTo>
                    <a:pt x="178935" y="30891"/>
                  </a:lnTo>
                  <a:lnTo>
                    <a:pt x="182971" y="34920"/>
                  </a:lnTo>
                  <a:lnTo>
                    <a:pt x="191044" y="37606"/>
                  </a:lnTo>
                  <a:lnTo>
                    <a:pt x="200461" y="40292"/>
                  </a:lnTo>
                  <a:lnTo>
                    <a:pt x="204497" y="44321"/>
                  </a:lnTo>
                  <a:lnTo>
                    <a:pt x="209878" y="44321"/>
                  </a:lnTo>
                  <a:lnTo>
                    <a:pt x="216605" y="47008"/>
                  </a:lnTo>
                  <a:lnTo>
                    <a:pt x="231405" y="53723"/>
                  </a:lnTo>
                  <a:lnTo>
                    <a:pt x="235441" y="52380"/>
                  </a:lnTo>
                  <a:lnTo>
                    <a:pt x="239477" y="53723"/>
                  </a:lnTo>
                  <a:lnTo>
                    <a:pt x="246204" y="55066"/>
                  </a:lnTo>
                  <a:lnTo>
                    <a:pt x="250240" y="55066"/>
                  </a:lnTo>
                  <a:lnTo>
                    <a:pt x="254277" y="57752"/>
                  </a:lnTo>
                  <a:lnTo>
                    <a:pt x="252931" y="59095"/>
                  </a:lnTo>
                  <a:lnTo>
                    <a:pt x="254277" y="63124"/>
                  </a:lnTo>
                  <a:lnTo>
                    <a:pt x="256967" y="6446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89BB280E-4F50-0B04-CA05-811C851009F3}"/>
                </a:ext>
              </a:extLst>
            </p:cNvPr>
            <p:cNvSpPr/>
            <p:nvPr/>
          </p:nvSpPr>
          <p:spPr>
            <a:xfrm>
              <a:off x="10721309" y="4643820"/>
              <a:ext cx="10762" cy="8058"/>
            </a:xfrm>
            <a:custGeom>
              <a:avLst/>
              <a:gdLst>
                <a:gd name="connsiteX0" fmla="*/ 0 w 10762"/>
                <a:gd name="connsiteY0" fmla="*/ 0 h 8058"/>
                <a:gd name="connsiteX1" fmla="*/ 10763 w 10762"/>
                <a:gd name="connsiteY1" fmla="*/ 5372 h 8058"/>
                <a:gd name="connsiteX2" fmla="*/ 10763 w 10762"/>
                <a:gd name="connsiteY2" fmla="*/ 8059 h 8058"/>
                <a:gd name="connsiteX3" fmla="*/ 4036 w 10762"/>
                <a:gd name="connsiteY3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2" h="8058">
                  <a:moveTo>
                    <a:pt x="0" y="0"/>
                  </a:moveTo>
                  <a:lnTo>
                    <a:pt x="10763" y="5372"/>
                  </a:lnTo>
                  <a:lnTo>
                    <a:pt x="10763" y="8059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AB466CD4-C1D4-C6A5-8CEA-4AD61D9C150B}"/>
                </a:ext>
              </a:extLst>
            </p:cNvPr>
            <p:cNvSpPr/>
            <p:nvPr/>
          </p:nvSpPr>
          <p:spPr>
            <a:xfrm>
              <a:off x="10752252" y="4646507"/>
              <a:ext cx="29598" cy="10744"/>
            </a:xfrm>
            <a:custGeom>
              <a:avLst/>
              <a:gdLst>
                <a:gd name="connsiteX0" fmla="*/ 21526 w 29598"/>
                <a:gd name="connsiteY0" fmla="*/ 8058 h 10744"/>
                <a:gd name="connsiteX1" fmla="*/ 24217 w 29598"/>
                <a:gd name="connsiteY1" fmla="*/ 9401 h 10744"/>
                <a:gd name="connsiteX2" fmla="*/ 29598 w 29598"/>
                <a:gd name="connsiteY2" fmla="*/ 8058 h 10744"/>
                <a:gd name="connsiteX3" fmla="*/ 28253 w 29598"/>
                <a:gd name="connsiteY3" fmla="*/ 4029 h 10744"/>
                <a:gd name="connsiteX4" fmla="*/ 21526 w 29598"/>
                <a:gd name="connsiteY4" fmla="*/ 0 h 10744"/>
                <a:gd name="connsiteX5" fmla="*/ 13454 w 29598"/>
                <a:gd name="connsiteY5" fmla="*/ 0 h 10744"/>
                <a:gd name="connsiteX6" fmla="*/ 9418 w 29598"/>
                <a:gd name="connsiteY6" fmla="*/ 2686 h 10744"/>
                <a:gd name="connsiteX7" fmla="*/ 4036 w 29598"/>
                <a:gd name="connsiteY7" fmla="*/ 2686 h 10744"/>
                <a:gd name="connsiteX8" fmla="*/ 2691 w 29598"/>
                <a:gd name="connsiteY8" fmla="*/ 4029 h 10744"/>
                <a:gd name="connsiteX9" fmla="*/ 4036 w 29598"/>
                <a:gd name="connsiteY9" fmla="*/ 5372 h 10744"/>
                <a:gd name="connsiteX10" fmla="*/ 0 w 29598"/>
                <a:gd name="connsiteY10" fmla="*/ 6715 h 10744"/>
                <a:gd name="connsiteX11" fmla="*/ 8072 w 29598"/>
                <a:gd name="connsiteY11" fmla="*/ 8058 h 10744"/>
                <a:gd name="connsiteX12" fmla="*/ 13454 w 29598"/>
                <a:gd name="connsiteY12" fmla="*/ 10744 h 10744"/>
                <a:gd name="connsiteX13" fmla="*/ 17490 w 29598"/>
                <a:gd name="connsiteY13" fmla="*/ 9401 h 10744"/>
                <a:gd name="connsiteX14" fmla="*/ 17490 w 29598"/>
                <a:gd name="connsiteY14" fmla="*/ 6715 h 10744"/>
                <a:gd name="connsiteX15" fmla="*/ 13454 w 29598"/>
                <a:gd name="connsiteY15" fmla="*/ 5372 h 10744"/>
                <a:gd name="connsiteX16" fmla="*/ 12108 w 29598"/>
                <a:gd name="connsiteY16" fmla="*/ 4029 h 10744"/>
                <a:gd name="connsiteX17" fmla="*/ 13454 w 29598"/>
                <a:gd name="connsiteY17" fmla="*/ 4029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598" h="10744">
                  <a:moveTo>
                    <a:pt x="21526" y="8058"/>
                  </a:moveTo>
                  <a:lnTo>
                    <a:pt x="24217" y="9401"/>
                  </a:lnTo>
                  <a:lnTo>
                    <a:pt x="29598" y="8058"/>
                  </a:lnTo>
                  <a:lnTo>
                    <a:pt x="28253" y="4029"/>
                  </a:lnTo>
                  <a:lnTo>
                    <a:pt x="21526" y="0"/>
                  </a:lnTo>
                  <a:lnTo>
                    <a:pt x="13454" y="0"/>
                  </a:lnTo>
                  <a:lnTo>
                    <a:pt x="9418" y="2686"/>
                  </a:lnTo>
                  <a:lnTo>
                    <a:pt x="4036" y="2686"/>
                  </a:lnTo>
                  <a:lnTo>
                    <a:pt x="2691" y="4029"/>
                  </a:lnTo>
                  <a:lnTo>
                    <a:pt x="4036" y="5372"/>
                  </a:lnTo>
                  <a:lnTo>
                    <a:pt x="0" y="6715"/>
                  </a:lnTo>
                  <a:lnTo>
                    <a:pt x="8072" y="8058"/>
                  </a:lnTo>
                  <a:lnTo>
                    <a:pt x="13454" y="10744"/>
                  </a:lnTo>
                  <a:lnTo>
                    <a:pt x="17490" y="9401"/>
                  </a:lnTo>
                  <a:lnTo>
                    <a:pt x="17490" y="6715"/>
                  </a:lnTo>
                  <a:lnTo>
                    <a:pt x="13454" y="5372"/>
                  </a:lnTo>
                  <a:lnTo>
                    <a:pt x="12108" y="4029"/>
                  </a:lnTo>
                  <a:lnTo>
                    <a:pt x="13454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3C5F5339-BFEE-1DEC-8B18-2F0811FE5E6B}"/>
                </a:ext>
              </a:extLst>
            </p:cNvPr>
            <p:cNvSpPr/>
            <p:nvPr/>
          </p:nvSpPr>
          <p:spPr>
            <a:xfrm>
              <a:off x="10754943" y="4667996"/>
              <a:ext cx="10762" cy="2686"/>
            </a:xfrm>
            <a:custGeom>
              <a:avLst/>
              <a:gdLst>
                <a:gd name="connsiteX0" fmla="*/ 10763 w 10762"/>
                <a:gd name="connsiteY0" fmla="*/ 1343 h 2686"/>
                <a:gd name="connsiteX1" fmla="*/ 5381 w 10762"/>
                <a:gd name="connsiteY1" fmla="*/ 0 h 2686"/>
                <a:gd name="connsiteX2" fmla="*/ 0 w 10762"/>
                <a:gd name="connsiteY2" fmla="*/ 1343 h 2686"/>
                <a:gd name="connsiteX3" fmla="*/ 4036 w 10762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2" h="2686">
                  <a:moveTo>
                    <a:pt x="10763" y="1343"/>
                  </a:moveTo>
                  <a:lnTo>
                    <a:pt x="5381" y="0"/>
                  </a:lnTo>
                  <a:lnTo>
                    <a:pt x="0" y="1343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6AE4ACDF-0EC5-4925-2724-63B3281BAF31}"/>
                </a:ext>
              </a:extLst>
            </p:cNvPr>
            <p:cNvSpPr/>
            <p:nvPr/>
          </p:nvSpPr>
          <p:spPr>
            <a:xfrm>
              <a:off x="10764360" y="4665310"/>
              <a:ext cx="5381" cy="4029"/>
            </a:xfrm>
            <a:custGeom>
              <a:avLst/>
              <a:gdLst>
                <a:gd name="connsiteX0" fmla="*/ 5382 w 5381"/>
                <a:gd name="connsiteY0" fmla="*/ 0 h 4029"/>
                <a:gd name="connsiteX1" fmla="*/ 2691 w 5381"/>
                <a:gd name="connsiteY1" fmla="*/ 4029 h 4029"/>
                <a:gd name="connsiteX2" fmla="*/ 0 w 5381"/>
                <a:gd name="connsiteY2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5382" y="0"/>
                  </a:moveTo>
                  <a:lnTo>
                    <a:pt x="2691" y="4029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84B1CC9D-62D3-9CEE-C68C-862AF6D2BECE}"/>
                </a:ext>
              </a:extLst>
            </p:cNvPr>
            <p:cNvSpPr/>
            <p:nvPr/>
          </p:nvSpPr>
          <p:spPr>
            <a:xfrm>
              <a:off x="10763015" y="4669339"/>
              <a:ext cx="9417" cy="12087"/>
            </a:xfrm>
            <a:custGeom>
              <a:avLst/>
              <a:gdLst>
                <a:gd name="connsiteX0" fmla="*/ 5382 w 9417"/>
                <a:gd name="connsiteY0" fmla="*/ 0 h 12087"/>
                <a:gd name="connsiteX1" fmla="*/ 0 w 9417"/>
                <a:gd name="connsiteY1" fmla="*/ 4029 h 12087"/>
                <a:gd name="connsiteX2" fmla="*/ 0 w 9417"/>
                <a:gd name="connsiteY2" fmla="*/ 10745 h 12087"/>
                <a:gd name="connsiteX3" fmla="*/ 5382 w 9417"/>
                <a:gd name="connsiteY3" fmla="*/ 12088 h 12087"/>
                <a:gd name="connsiteX4" fmla="*/ 8072 w 9417"/>
                <a:gd name="connsiteY4" fmla="*/ 10745 h 12087"/>
                <a:gd name="connsiteX5" fmla="*/ 9418 w 9417"/>
                <a:gd name="connsiteY5" fmla="*/ 1343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12087">
                  <a:moveTo>
                    <a:pt x="5382" y="0"/>
                  </a:moveTo>
                  <a:lnTo>
                    <a:pt x="0" y="4029"/>
                  </a:lnTo>
                  <a:lnTo>
                    <a:pt x="0" y="10745"/>
                  </a:lnTo>
                  <a:lnTo>
                    <a:pt x="5382" y="12088"/>
                  </a:lnTo>
                  <a:lnTo>
                    <a:pt x="8072" y="10745"/>
                  </a:lnTo>
                  <a:lnTo>
                    <a:pt x="9418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3E1B96CD-B955-B627-2DEB-C7621B7A6E29}"/>
                </a:ext>
              </a:extLst>
            </p:cNvPr>
            <p:cNvSpPr/>
            <p:nvPr/>
          </p:nvSpPr>
          <p:spPr>
            <a:xfrm>
              <a:off x="10621750" y="4543090"/>
              <a:ext cx="8071" cy="14773"/>
            </a:xfrm>
            <a:custGeom>
              <a:avLst/>
              <a:gdLst>
                <a:gd name="connsiteX0" fmla="*/ 1345 w 8071"/>
                <a:gd name="connsiteY0" fmla="*/ 0 h 14773"/>
                <a:gd name="connsiteX1" fmla="*/ 6727 w 8071"/>
                <a:gd name="connsiteY1" fmla="*/ 5372 h 14773"/>
                <a:gd name="connsiteX2" fmla="*/ 8072 w 8071"/>
                <a:gd name="connsiteY2" fmla="*/ 12088 h 14773"/>
                <a:gd name="connsiteX3" fmla="*/ 6727 w 8071"/>
                <a:gd name="connsiteY3" fmla="*/ 14774 h 14773"/>
                <a:gd name="connsiteX4" fmla="*/ 1345 w 8071"/>
                <a:gd name="connsiteY4" fmla="*/ 9401 h 14773"/>
                <a:gd name="connsiteX5" fmla="*/ 0 w 8071"/>
                <a:gd name="connsiteY5" fmla="*/ 4029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1" h="14773">
                  <a:moveTo>
                    <a:pt x="1345" y="0"/>
                  </a:moveTo>
                  <a:lnTo>
                    <a:pt x="6727" y="5372"/>
                  </a:lnTo>
                  <a:lnTo>
                    <a:pt x="8072" y="12088"/>
                  </a:lnTo>
                  <a:lnTo>
                    <a:pt x="6727" y="14774"/>
                  </a:lnTo>
                  <a:lnTo>
                    <a:pt x="1345" y="9401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0A953909-A137-C3F9-2F04-52A3D6572D86}"/>
                </a:ext>
              </a:extLst>
            </p:cNvPr>
            <p:cNvSpPr/>
            <p:nvPr/>
          </p:nvSpPr>
          <p:spPr>
            <a:xfrm>
              <a:off x="10655385" y="4522944"/>
              <a:ext cx="6726" cy="12087"/>
            </a:xfrm>
            <a:custGeom>
              <a:avLst/>
              <a:gdLst>
                <a:gd name="connsiteX0" fmla="*/ 0 w 6726"/>
                <a:gd name="connsiteY0" fmla="*/ 1343 h 12087"/>
                <a:gd name="connsiteX1" fmla="*/ 1345 w 6726"/>
                <a:gd name="connsiteY1" fmla="*/ 8059 h 12087"/>
                <a:gd name="connsiteX2" fmla="*/ 2691 w 6726"/>
                <a:gd name="connsiteY2" fmla="*/ 12088 h 12087"/>
                <a:gd name="connsiteX3" fmla="*/ 4036 w 6726"/>
                <a:gd name="connsiteY3" fmla="*/ 12088 h 12087"/>
                <a:gd name="connsiteX4" fmla="*/ 6727 w 6726"/>
                <a:gd name="connsiteY4" fmla="*/ 6715 h 12087"/>
                <a:gd name="connsiteX5" fmla="*/ 5382 w 6726"/>
                <a:gd name="connsiteY5" fmla="*/ 1343 h 12087"/>
                <a:gd name="connsiteX6" fmla="*/ 2691 w 6726"/>
                <a:gd name="connsiteY6" fmla="*/ 0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12087">
                  <a:moveTo>
                    <a:pt x="0" y="1343"/>
                  </a:moveTo>
                  <a:lnTo>
                    <a:pt x="1345" y="8059"/>
                  </a:lnTo>
                  <a:lnTo>
                    <a:pt x="2691" y="12088"/>
                  </a:lnTo>
                  <a:lnTo>
                    <a:pt x="4036" y="12088"/>
                  </a:lnTo>
                  <a:lnTo>
                    <a:pt x="6727" y="6715"/>
                  </a:lnTo>
                  <a:lnTo>
                    <a:pt x="5382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0E529DE2-85E7-9095-805E-12711989604F}"/>
                </a:ext>
              </a:extLst>
            </p:cNvPr>
            <p:cNvSpPr/>
            <p:nvPr/>
          </p:nvSpPr>
          <p:spPr>
            <a:xfrm>
              <a:off x="10655385" y="4537717"/>
              <a:ext cx="4035" cy="6715"/>
            </a:xfrm>
            <a:custGeom>
              <a:avLst/>
              <a:gdLst>
                <a:gd name="connsiteX0" fmla="*/ 0 w 4035"/>
                <a:gd name="connsiteY0" fmla="*/ 0 h 6715"/>
                <a:gd name="connsiteX1" fmla="*/ 2691 w 4035"/>
                <a:gd name="connsiteY1" fmla="*/ 1343 h 6715"/>
                <a:gd name="connsiteX2" fmla="*/ 4036 w 4035"/>
                <a:gd name="connsiteY2" fmla="*/ 6715 h 6715"/>
                <a:gd name="connsiteX3" fmla="*/ 1345 w 4035"/>
                <a:gd name="connsiteY3" fmla="*/ 6715 h 6715"/>
                <a:gd name="connsiteX4" fmla="*/ 0 w 4035"/>
                <a:gd name="connsiteY4" fmla="*/ 0 h 6715"/>
                <a:gd name="connsiteX5" fmla="*/ 0 w 4035"/>
                <a:gd name="connsiteY5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6715">
                  <a:moveTo>
                    <a:pt x="0" y="0"/>
                  </a:moveTo>
                  <a:lnTo>
                    <a:pt x="2691" y="1343"/>
                  </a:lnTo>
                  <a:lnTo>
                    <a:pt x="4036" y="6715"/>
                  </a:lnTo>
                  <a:lnTo>
                    <a:pt x="1345" y="6715"/>
                  </a:lnTo>
                  <a:cubicBezTo>
                    <a:pt x="2691" y="537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53F28F25-38C3-F6D2-9453-3AFF4FE2198C}"/>
                </a:ext>
              </a:extLst>
            </p:cNvPr>
            <p:cNvSpPr/>
            <p:nvPr/>
          </p:nvSpPr>
          <p:spPr>
            <a:xfrm>
              <a:off x="10697091" y="4580696"/>
              <a:ext cx="12108" cy="12087"/>
            </a:xfrm>
            <a:custGeom>
              <a:avLst/>
              <a:gdLst>
                <a:gd name="connsiteX0" fmla="*/ 0 w 12108"/>
                <a:gd name="connsiteY0" fmla="*/ 4029 h 12087"/>
                <a:gd name="connsiteX1" fmla="*/ 1346 w 12108"/>
                <a:gd name="connsiteY1" fmla="*/ 12088 h 12087"/>
                <a:gd name="connsiteX2" fmla="*/ 4037 w 12108"/>
                <a:gd name="connsiteY2" fmla="*/ 10745 h 12087"/>
                <a:gd name="connsiteX3" fmla="*/ 8073 w 12108"/>
                <a:gd name="connsiteY3" fmla="*/ 10745 h 12087"/>
                <a:gd name="connsiteX4" fmla="*/ 12109 w 12108"/>
                <a:gd name="connsiteY4" fmla="*/ 6715 h 12087"/>
                <a:gd name="connsiteX5" fmla="*/ 10764 w 12108"/>
                <a:gd name="connsiteY5" fmla="*/ 2686 h 12087"/>
                <a:gd name="connsiteX6" fmla="*/ 6727 w 12108"/>
                <a:gd name="connsiteY6" fmla="*/ 0 h 12087"/>
                <a:gd name="connsiteX7" fmla="*/ 4037 w 12108"/>
                <a:gd name="connsiteY7" fmla="*/ 2686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8" h="12087">
                  <a:moveTo>
                    <a:pt x="0" y="4029"/>
                  </a:moveTo>
                  <a:lnTo>
                    <a:pt x="1346" y="12088"/>
                  </a:lnTo>
                  <a:lnTo>
                    <a:pt x="4037" y="10745"/>
                  </a:lnTo>
                  <a:lnTo>
                    <a:pt x="8073" y="10745"/>
                  </a:lnTo>
                  <a:lnTo>
                    <a:pt x="12109" y="6715"/>
                  </a:lnTo>
                  <a:lnTo>
                    <a:pt x="10764" y="2686"/>
                  </a:lnTo>
                  <a:lnTo>
                    <a:pt x="6727" y="0"/>
                  </a:lnTo>
                  <a:lnTo>
                    <a:pt x="403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DDC4C534-190C-AAA9-7871-DB5E574BE5E1}"/>
                </a:ext>
              </a:extLst>
            </p:cNvPr>
            <p:cNvSpPr/>
            <p:nvPr/>
          </p:nvSpPr>
          <p:spPr>
            <a:xfrm>
              <a:off x="10675566" y="4586068"/>
              <a:ext cx="37670" cy="88642"/>
            </a:xfrm>
            <a:custGeom>
              <a:avLst/>
              <a:gdLst>
                <a:gd name="connsiteX0" fmla="*/ 16145 w 37670"/>
                <a:gd name="connsiteY0" fmla="*/ 68497 h 88642"/>
                <a:gd name="connsiteX1" fmla="*/ 18836 w 37670"/>
                <a:gd name="connsiteY1" fmla="*/ 75212 h 88642"/>
                <a:gd name="connsiteX2" fmla="*/ 25562 w 37670"/>
                <a:gd name="connsiteY2" fmla="*/ 81928 h 88642"/>
                <a:gd name="connsiteX3" fmla="*/ 26908 w 37670"/>
                <a:gd name="connsiteY3" fmla="*/ 84614 h 88642"/>
                <a:gd name="connsiteX4" fmla="*/ 24217 w 37670"/>
                <a:gd name="connsiteY4" fmla="*/ 84614 h 88642"/>
                <a:gd name="connsiteX5" fmla="*/ 24217 w 37670"/>
                <a:gd name="connsiteY5" fmla="*/ 88643 h 88642"/>
                <a:gd name="connsiteX6" fmla="*/ 22872 w 37670"/>
                <a:gd name="connsiteY6" fmla="*/ 84614 h 88642"/>
                <a:gd name="connsiteX7" fmla="*/ 18836 w 37670"/>
                <a:gd name="connsiteY7" fmla="*/ 81928 h 88642"/>
                <a:gd name="connsiteX8" fmla="*/ 14799 w 37670"/>
                <a:gd name="connsiteY8" fmla="*/ 73869 h 88642"/>
                <a:gd name="connsiteX9" fmla="*/ 9418 w 37670"/>
                <a:gd name="connsiteY9" fmla="*/ 69840 h 88642"/>
                <a:gd name="connsiteX10" fmla="*/ 5382 w 37670"/>
                <a:gd name="connsiteY10" fmla="*/ 64468 h 88642"/>
                <a:gd name="connsiteX11" fmla="*/ 8072 w 37670"/>
                <a:gd name="connsiteY11" fmla="*/ 59096 h 88642"/>
                <a:gd name="connsiteX12" fmla="*/ 6727 w 37670"/>
                <a:gd name="connsiteY12" fmla="*/ 56409 h 88642"/>
                <a:gd name="connsiteX13" fmla="*/ 6727 w 37670"/>
                <a:gd name="connsiteY13" fmla="*/ 52380 h 88642"/>
                <a:gd name="connsiteX14" fmla="*/ 2691 w 37670"/>
                <a:gd name="connsiteY14" fmla="*/ 48351 h 88642"/>
                <a:gd name="connsiteX15" fmla="*/ 2691 w 37670"/>
                <a:gd name="connsiteY15" fmla="*/ 42978 h 88642"/>
                <a:gd name="connsiteX16" fmla="*/ 5382 w 37670"/>
                <a:gd name="connsiteY16" fmla="*/ 40292 h 88642"/>
                <a:gd name="connsiteX17" fmla="*/ 2691 w 37670"/>
                <a:gd name="connsiteY17" fmla="*/ 34920 h 88642"/>
                <a:gd name="connsiteX18" fmla="*/ 0 w 37670"/>
                <a:gd name="connsiteY18" fmla="*/ 30891 h 88642"/>
                <a:gd name="connsiteX19" fmla="*/ 1345 w 37670"/>
                <a:gd name="connsiteY19" fmla="*/ 25519 h 88642"/>
                <a:gd name="connsiteX20" fmla="*/ 4036 w 37670"/>
                <a:gd name="connsiteY20" fmla="*/ 22832 h 88642"/>
                <a:gd name="connsiteX21" fmla="*/ 4036 w 37670"/>
                <a:gd name="connsiteY21" fmla="*/ 16117 h 88642"/>
                <a:gd name="connsiteX22" fmla="*/ 5382 w 37670"/>
                <a:gd name="connsiteY22" fmla="*/ 8059 h 88642"/>
                <a:gd name="connsiteX23" fmla="*/ 13454 w 37670"/>
                <a:gd name="connsiteY23" fmla="*/ 1343 h 88642"/>
                <a:gd name="connsiteX24" fmla="*/ 16145 w 37670"/>
                <a:gd name="connsiteY24" fmla="*/ 0 h 88642"/>
                <a:gd name="connsiteX25" fmla="*/ 16145 w 37670"/>
                <a:gd name="connsiteY25" fmla="*/ 4029 h 88642"/>
                <a:gd name="connsiteX26" fmla="*/ 12109 w 37670"/>
                <a:gd name="connsiteY26" fmla="*/ 9401 h 88642"/>
                <a:gd name="connsiteX27" fmla="*/ 12109 w 37670"/>
                <a:gd name="connsiteY27" fmla="*/ 12088 h 88642"/>
                <a:gd name="connsiteX28" fmla="*/ 17490 w 37670"/>
                <a:gd name="connsiteY28" fmla="*/ 13431 h 88642"/>
                <a:gd name="connsiteX29" fmla="*/ 17490 w 37670"/>
                <a:gd name="connsiteY29" fmla="*/ 21489 h 88642"/>
                <a:gd name="connsiteX30" fmla="*/ 14799 w 37670"/>
                <a:gd name="connsiteY30" fmla="*/ 28205 h 88642"/>
                <a:gd name="connsiteX31" fmla="*/ 10763 w 37670"/>
                <a:gd name="connsiteY31" fmla="*/ 28205 h 88642"/>
                <a:gd name="connsiteX32" fmla="*/ 6727 w 37670"/>
                <a:gd name="connsiteY32" fmla="*/ 32234 h 88642"/>
                <a:gd name="connsiteX33" fmla="*/ 9418 w 37670"/>
                <a:gd name="connsiteY33" fmla="*/ 36263 h 88642"/>
                <a:gd name="connsiteX34" fmla="*/ 12109 w 37670"/>
                <a:gd name="connsiteY34" fmla="*/ 34920 h 88642"/>
                <a:gd name="connsiteX35" fmla="*/ 13454 w 37670"/>
                <a:gd name="connsiteY35" fmla="*/ 30891 h 88642"/>
                <a:gd name="connsiteX36" fmla="*/ 18836 w 37670"/>
                <a:gd name="connsiteY36" fmla="*/ 29548 h 88642"/>
                <a:gd name="connsiteX37" fmla="*/ 20181 w 37670"/>
                <a:gd name="connsiteY37" fmla="*/ 26862 h 88642"/>
                <a:gd name="connsiteX38" fmla="*/ 18836 w 37670"/>
                <a:gd name="connsiteY38" fmla="*/ 26862 h 88642"/>
                <a:gd name="connsiteX39" fmla="*/ 18836 w 37670"/>
                <a:gd name="connsiteY39" fmla="*/ 22832 h 88642"/>
                <a:gd name="connsiteX40" fmla="*/ 26908 w 37670"/>
                <a:gd name="connsiteY40" fmla="*/ 18803 h 88642"/>
                <a:gd name="connsiteX41" fmla="*/ 34979 w 37670"/>
                <a:gd name="connsiteY41" fmla="*/ 16117 h 88642"/>
                <a:gd name="connsiteX42" fmla="*/ 37670 w 37670"/>
                <a:gd name="connsiteY42" fmla="*/ 18803 h 88642"/>
                <a:gd name="connsiteX43" fmla="*/ 37670 w 37670"/>
                <a:gd name="connsiteY43" fmla="*/ 22832 h 88642"/>
                <a:gd name="connsiteX44" fmla="*/ 33634 w 37670"/>
                <a:gd name="connsiteY44" fmla="*/ 32234 h 88642"/>
                <a:gd name="connsiteX45" fmla="*/ 25562 w 37670"/>
                <a:gd name="connsiteY45" fmla="*/ 34920 h 88642"/>
                <a:gd name="connsiteX46" fmla="*/ 21526 w 37670"/>
                <a:gd name="connsiteY46" fmla="*/ 38949 h 88642"/>
                <a:gd name="connsiteX47" fmla="*/ 24217 w 37670"/>
                <a:gd name="connsiteY47" fmla="*/ 42978 h 88642"/>
                <a:gd name="connsiteX48" fmla="*/ 26908 w 37670"/>
                <a:gd name="connsiteY48" fmla="*/ 42978 h 88642"/>
                <a:gd name="connsiteX49" fmla="*/ 33634 w 37670"/>
                <a:gd name="connsiteY49" fmla="*/ 47008 h 88642"/>
                <a:gd name="connsiteX50" fmla="*/ 34979 w 37670"/>
                <a:gd name="connsiteY50" fmla="*/ 51037 h 88642"/>
                <a:gd name="connsiteX51" fmla="*/ 37670 w 37670"/>
                <a:gd name="connsiteY51" fmla="*/ 53723 h 88642"/>
                <a:gd name="connsiteX52" fmla="*/ 32289 w 37670"/>
                <a:gd name="connsiteY52" fmla="*/ 53723 h 88642"/>
                <a:gd name="connsiteX53" fmla="*/ 28253 w 37670"/>
                <a:gd name="connsiteY53" fmla="*/ 51037 h 88642"/>
                <a:gd name="connsiteX54" fmla="*/ 21526 w 37670"/>
                <a:gd name="connsiteY54" fmla="*/ 51037 h 88642"/>
                <a:gd name="connsiteX55" fmla="*/ 16145 w 37670"/>
                <a:gd name="connsiteY55" fmla="*/ 49694 h 88642"/>
                <a:gd name="connsiteX56" fmla="*/ 12109 w 37670"/>
                <a:gd name="connsiteY56" fmla="*/ 49694 h 88642"/>
                <a:gd name="connsiteX57" fmla="*/ 12109 w 37670"/>
                <a:gd name="connsiteY57" fmla="*/ 60439 h 88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7670" h="88642">
                  <a:moveTo>
                    <a:pt x="16145" y="68497"/>
                  </a:moveTo>
                  <a:lnTo>
                    <a:pt x="18836" y="75212"/>
                  </a:lnTo>
                  <a:lnTo>
                    <a:pt x="25562" y="81928"/>
                  </a:lnTo>
                  <a:lnTo>
                    <a:pt x="26908" y="84614"/>
                  </a:lnTo>
                  <a:lnTo>
                    <a:pt x="24217" y="84614"/>
                  </a:lnTo>
                  <a:lnTo>
                    <a:pt x="24217" y="88643"/>
                  </a:lnTo>
                  <a:lnTo>
                    <a:pt x="22872" y="84614"/>
                  </a:lnTo>
                  <a:lnTo>
                    <a:pt x="18836" y="81928"/>
                  </a:lnTo>
                  <a:lnTo>
                    <a:pt x="14799" y="73869"/>
                  </a:lnTo>
                  <a:lnTo>
                    <a:pt x="9418" y="69840"/>
                  </a:lnTo>
                  <a:lnTo>
                    <a:pt x="5382" y="64468"/>
                  </a:lnTo>
                  <a:lnTo>
                    <a:pt x="8072" y="59096"/>
                  </a:lnTo>
                  <a:lnTo>
                    <a:pt x="6727" y="56409"/>
                  </a:lnTo>
                  <a:lnTo>
                    <a:pt x="6727" y="52380"/>
                  </a:lnTo>
                  <a:lnTo>
                    <a:pt x="2691" y="48351"/>
                  </a:lnTo>
                  <a:lnTo>
                    <a:pt x="2691" y="42978"/>
                  </a:lnTo>
                  <a:lnTo>
                    <a:pt x="5382" y="40292"/>
                  </a:lnTo>
                  <a:lnTo>
                    <a:pt x="2691" y="34920"/>
                  </a:lnTo>
                  <a:lnTo>
                    <a:pt x="0" y="30891"/>
                  </a:lnTo>
                  <a:lnTo>
                    <a:pt x="1345" y="25519"/>
                  </a:lnTo>
                  <a:lnTo>
                    <a:pt x="4036" y="22832"/>
                  </a:lnTo>
                  <a:lnTo>
                    <a:pt x="4036" y="16117"/>
                  </a:lnTo>
                  <a:lnTo>
                    <a:pt x="5382" y="8059"/>
                  </a:lnTo>
                  <a:lnTo>
                    <a:pt x="13454" y="1343"/>
                  </a:lnTo>
                  <a:lnTo>
                    <a:pt x="16145" y="0"/>
                  </a:lnTo>
                  <a:lnTo>
                    <a:pt x="16145" y="4029"/>
                  </a:lnTo>
                  <a:lnTo>
                    <a:pt x="12109" y="9401"/>
                  </a:lnTo>
                  <a:lnTo>
                    <a:pt x="12109" y="12088"/>
                  </a:lnTo>
                  <a:lnTo>
                    <a:pt x="17490" y="13431"/>
                  </a:lnTo>
                  <a:lnTo>
                    <a:pt x="17490" y="21489"/>
                  </a:lnTo>
                  <a:lnTo>
                    <a:pt x="14799" y="28205"/>
                  </a:lnTo>
                  <a:lnTo>
                    <a:pt x="10763" y="28205"/>
                  </a:lnTo>
                  <a:lnTo>
                    <a:pt x="6727" y="32234"/>
                  </a:lnTo>
                  <a:lnTo>
                    <a:pt x="9418" y="36263"/>
                  </a:lnTo>
                  <a:lnTo>
                    <a:pt x="12109" y="34920"/>
                  </a:lnTo>
                  <a:lnTo>
                    <a:pt x="13454" y="30891"/>
                  </a:lnTo>
                  <a:lnTo>
                    <a:pt x="18836" y="29548"/>
                  </a:lnTo>
                  <a:lnTo>
                    <a:pt x="20181" y="26862"/>
                  </a:lnTo>
                  <a:lnTo>
                    <a:pt x="18836" y="26862"/>
                  </a:lnTo>
                  <a:lnTo>
                    <a:pt x="18836" y="22832"/>
                  </a:lnTo>
                  <a:lnTo>
                    <a:pt x="26908" y="18803"/>
                  </a:lnTo>
                  <a:lnTo>
                    <a:pt x="34979" y="16117"/>
                  </a:lnTo>
                  <a:lnTo>
                    <a:pt x="37670" y="18803"/>
                  </a:lnTo>
                  <a:lnTo>
                    <a:pt x="37670" y="22832"/>
                  </a:lnTo>
                  <a:lnTo>
                    <a:pt x="33634" y="32234"/>
                  </a:lnTo>
                  <a:lnTo>
                    <a:pt x="25562" y="34920"/>
                  </a:lnTo>
                  <a:lnTo>
                    <a:pt x="21526" y="38949"/>
                  </a:lnTo>
                  <a:lnTo>
                    <a:pt x="24217" y="42978"/>
                  </a:lnTo>
                  <a:lnTo>
                    <a:pt x="26908" y="42978"/>
                  </a:lnTo>
                  <a:lnTo>
                    <a:pt x="33634" y="47008"/>
                  </a:lnTo>
                  <a:lnTo>
                    <a:pt x="34979" y="51037"/>
                  </a:lnTo>
                  <a:lnTo>
                    <a:pt x="37670" y="53723"/>
                  </a:lnTo>
                  <a:lnTo>
                    <a:pt x="32289" y="53723"/>
                  </a:lnTo>
                  <a:lnTo>
                    <a:pt x="28253" y="51037"/>
                  </a:lnTo>
                  <a:lnTo>
                    <a:pt x="21526" y="51037"/>
                  </a:lnTo>
                  <a:lnTo>
                    <a:pt x="16145" y="49694"/>
                  </a:lnTo>
                  <a:lnTo>
                    <a:pt x="12109" y="49694"/>
                  </a:lnTo>
                  <a:lnTo>
                    <a:pt x="12109" y="6043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82A9F620-2F28-FD1B-D6AF-B849F890934F}"/>
                </a:ext>
              </a:extLst>
            </p:cNvPr>
            <p:cNvSpPr/>
            <p:nvPr/>
          </p:nvSpPr>
          <p:spPr>
            <a:xfrm>
              <a:off x="10667494" y="4665310"/>
              <a:ext cx="5381" cy="5372"/>
            </a:xfrm>
            <a:custGeom>
              <a:avLst/>
              <a:gdLst>
                <a:gd name="connsiteX0" fmla="*/ 4036 w 5381"/>
                <a:gd name="connsiteY0" fmla="*/ 1343 h 5372"/>
                <a:gd name="connsiteX1" fmla="*/ 5381 w 5381"/>
                <a:gd name="connsiteY1" fmla="*/ 5372 h 5372"/>
                <a:gd name="connsiteX2" fmla="*/ 0 w 5381"/>
                <a:gd name="connsiteY2" fmla="*/ 2686 h 5372"/>
                <a:gd name="connsiteX3" fmla="*/ 1345 w 5381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5372">
                  <a:moveTo>
                    <a:pt x="4036" y="1343"/>
                  </a:moveTo>
                  <a:lnTo>
                    <a:pt x="5381" y="5372"/>
                  </a:lnTo>
                  <a:lnTo>
                    <a:pt x="0" y="2686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BC0812C0-9B6C-5941-4174-3E545D8DDEAB}"/>
                </a:ext>
              </a:extLst>
            </p:cNvPr>
            <p:cNvSpPr/>
            <p:nvPr/>
          </p:nvSpPr>
          <p:spPr>
            <a:xfrm>
              <a:off x="10666148" y="4655908"/>
              <a:ext cx="5381" cy="6715"/>
            </a:xfrm>
            <a:custGeom>
              <a:avLst/>
              <a:gdLst>
                <a:gd name="connsiteX0" fmla="*/ 4036 w 5381"/>
                <a:gd name="connsiteY0" fmla="*/ 0 h 6715"/>
                <a:gd name="connsiteX1" fmla="*/ 1346 w 5381"/>
                <a:gd name="connsiteY1" fmla="*/ 0 h 6715"/>
                <a:gd name="connsiteX2" fmla="*/ 0 w 5381"/>
                <a:gd name="connsiteY2" fmla="*/ 5372 h 6715"/>
                <a:gd name="connsiteX3" fmla="*/ 2691 w 5381"/>
                <a:gd name="connsiteY3" fmla="*/ 6715 h 6715"/>
                <a:gd name="connsiteX4" fmla="*/ 5382 w 5381"/>
                <a:gd name="connsiteY4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4036" y="0"/>
                  </a:moveTo>
                  <a:lnTo>
                    <a:pt x="1346" y="0"/>
                  </a:lnTo>
                  <a:lnTo>
                    <a:pt x="0" y="5372"/>
                  </a:lnTo>
                  <a:lnTo>
                    <a:pt x="2691" y="6715"/>
                  </a:lnTo>
                  <a:lnTo>
                    <a:pt x="538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B1A89D9E-FF44-B99B-3DE9-57922FF1E740}"/>
                </a:ext>
              </a:extLst>
            </p:cNvPr>
            <p:cNvSpPr/>
            <p:nvPr/>
          </p:nvSpPr>
          <p:spPr>
            <a:xfrm>
              <a:off x="10672875" y="4658594"/>
              <a:ext cx="13453" cy="12087"/>
            </a:xfrm>
            <a:custGeom>
              <a:avLst/>
              <a:gdLst>
                <a:gd name="connsiteX0" fmla="*/ 2691 w 13453"/>
                <a:gd name="connsiteY0" fmla="*/ 0 h 12087"/>
                <a:gd name="connsiteX1" fmla="*/ 0 w 13453"/>
                <a:gd name="connsiteY1" fmla="*/ 1343 h 12087"/>
                <a:gd name="connsiteX2" fmla="*/ 1346 w 13453"/>
                <a:gd name="connsiteY2" fmla="*/ 5372 h 12087"/>
                <a:gd name="connsiteX3" fmla="*/ 4036 w 13453"/>
                <a:gd name="connsiteY3" fmla="*/ 9401 h 12087"/>
                <a:gd name="connsiteX4" fmla="*/ 8073 w 13453"/>
                <a:gd name="connsiteY4" fmla="*/ 9401 h 12087"/>
                <a:gd name="connsiteX5" fmla="*/ 10763 w 13453"/>
                <a:gd name="connsiteY5" fmla="*/ 12088 h 12087"/>
                <a:gd name="connsiteX6" fmla="*/ 13454 w 13453"/>
                <a:gd name="connsiteY6" fmla="*/ 9401 h 12087"/>
                <a:gd name="connsiteX7" fmla="*/ 12109 w 13453"/>
                <a:gd name="connsiteY7" fmla="*/ 6715 h 12087"/>
                <a:gd name="connsiteX8" fmla="*/ 8073 w 13453"/>
                <a:gd name="connsiteY8" fmla="*/ 5372 h 12087"/>
                <a:gd name="connsiteX9" fmla="*/ 8073 w 13453"/>
                <a:gd name="connsiteY9" fmla="*/ 1343 h 12087"/>
                <a:gd name="connsiteX10" fmla="*/ 5382 w 13453"/>
                <a:gd name="connsiteY10" fmla="*/ 0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3" h="12087">
                  <a:moveTo>
                    <a:pt x="2691" y="0"/>
                  </a:moveTo>
                  <a:lnTo>
                    <a:pt x="0" y="1343"/>
                  </a:lnTo>
                  <a:lnTo>
                    <a:pt x="1346" y="5372"/>
                  </a:lnTo>
                  <a:lnTo>
                    <a:pt x="4036" y="9401"/>
                  </a:lnTo>
                  <a:lnTo>
                    <a:pt x="8073" y="9401"/>
                  </a:lnTo>
                  <a:lnTo>
                    <a:pt x="10763" y="12088"/>
                  </a:lnTo>
                  <a:lnTo>
                    <a:pt x="13454" y="9401"/>
                  </a:lnTo>
                  <a:lnTo>
                    <a:pt x="12109" y="6715"/>
                  </a:lnTo>
                  <a:lnTo>
                    <a:pt x="8073" y="5372"/>
                  </a:lnTo>
                  <a:lnTo>
                    <a:pt x="8073" y="1343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30DE76F7-4A74-7ACE-E5AE-4B44C773EC00}"/>
                </a:ext>
              </a:extLst>
            </p:cNvPr>
            <p:cNvSpPr/>
            <p:nvPr/>
          </p:nvSpPr>
          <p:spPr>
            <a:xfrm>
              <a:off x="10674220" y="4684113"/>
              <a:ext cx="20180" cy="9401"/>
            </a:xfrm>
            <a:custGeom>
              <a:avLst/>
              <a:gdLst>
                <a:gd name="connsiteX0" fmla="*/ 0 w 20180"/>
                <a:gd name="connsiteY0" fmla="*/ 5372 h 9401"/>
                <a:gd name="connsiteX1" fmla="*/ 6727 w 20180"/>
                <a:gd name="connsiteY1" fmla="*/ 0 h 9401"/>
                <a:gd name="connsiteX2" fmla="*/ 13454 w 20180"/>
                <a:gd name="connsiteY2" fmla="*/ 0 h 9401"/>
                <a:gd name="connsiteX3" fmla="*/ 20181 w 20180"/>
                <a:gd name="connsiteY3" fmla="*/ 6715 h 9401"/>
                <a:gd name="connsiteX4" fmla="*/ 18835 w 20180"/>
                <a:gd name="connsiteY4" fmla="*/ 9402 h 9401"/>
                <a:gd name="connsiteX5" fmla="*/ 14799 w 20180"/>
                <a:gd name="connsiteY5" fmla="*/ 9402 h 9401"/>
                <a:gd name="connsiteX6" fmla="*/ 10763 w 20180"/>
                <a:gd name="connsiteY6" fmla="*/ 9402 h 9401"/>
                <a:gd name="connsiteX7" fmla="*/ 8072 w 20180"/>
                <a:gd name="connsiteY7" fmla="*/ 9402 h 9401"/>
                <a:gd name="connsiteX8" fmla="*/ 2690 w 20180"/>
                <a:gd name="connsiteY8" fmla="*/ 805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80" h="9401">
                  <a:moveTo>
                    <a:pt x="0" y="5372"/>
                  </a:moveTo>
                  <a:lnTo>
                    <a:pt x="6727" y="0"/>
                  </a:lnTo>
                  <a:lnTo>
                    <a:pt x="13454" y="0"/>
                  </a:lnTo>
                  <a:lnTo>
                    <a:pt x="20181" y="6715"/>
                  </a:lnTo>
                  <a:lnTo>
                    <a:pt x="18835" y="9402"/>
                  </a:lnTo>
                  <a:lnTo>
                    <a:pt x="14799" y="9402"/>
                  </a:lnTo>
                  <a:lnTo>
                    <a:pt x="10763" y="9402"/>
                  </a:lnTo>
                  <a:lnTo>
                    <a:pt x="8072" y="9402"/>
                  </a:lnTo>
                  <a:lnTo>
                    <a:pt x="2690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D8F686D4-7393-D5F2-938B-DC9F1B201C15}"/>
                </a:ext>
              </a:extLst>
            </p:cNvPr>
            <p:cNvSpPr/>
            <p:nvPr/>
          </p:nvSpPr>
          <p:spPr>
            <a:xfrm>
              <a:off x="10736107" y="4690828"/>
              <a:ext cx="17489" cy="9401"/>
            </a:xfrm>
            <a:custGeom>
              <a:avLst/>
              <a:gdLst>
                <a:gd name="connsiteX0" fmla="*/ 13454 w 17489"/>
                <a:gd name="connsiteY0" fmla="*/ 0 h 9401"/>
                <a:gd name="connsiteX1" fmla="*/ 4036 w 17489"/>
                <a:gd name="connsiteY1" fmla="*/ 2686 h 9401"/>
                <a:gd name="connsiteX2" fmla="*/ 0 w 17489"/>
                <a:gd name="connsiteY2" fmla="*/ 5372 h 9401"/>
                <a:gd name="connsiteX3" fmla="*/ 2691 w 17489"/>
                <a:gd name="connsiteY3" fmla="*/ 6715 h 9401"/>
                <a:gd name="connsiteX4" fmla="*/ 10763 w 17489"/>
                <a:gd name="connsiteY4" fmla="*/ 9402 h 9401"/>
                <a:gd name="connsiteX5" fmla="*/ 17490 w 17489"/>
                <a:gd name="connsiteY5" fmla="*/ 8059 h 9401"/>
                <a:gd name="connsiteX6" fmla="*/ 16145 w 17489"/>
                <a:gd name="connsiteY6" fmla="*/ 6715 h 9401"/>
                <a:gd name="connsiteX7" fmla="*/ 14799 w 17489"/>
                <a:gd name="connsiteY7" fmla="*/ 2686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489" h="9401">
                  <a:moveTo>
                    <a:pt x="13454" y="0"/>
                  </a:moveTo>
                  <a:lnTo>
                    <a:pt x="4036" y="2686"/>
                  </a:lnTo>
                  <a:lnTo>
                    <a:pt x="0" y="5372"/>
                  </a:lnTo>
                  <a:lnTo>
                    <a:pt x="2691" y="6715"/>
                  </a:lnTo>
                  <a:lnTo>
                    <a:pt x="10763" y="9402"/>
                  </a:lnTo>
                  <a:lnTo>
                    <a:pt x="17490" y="8059"/>
                  </a:lnTo>
                  <a:lnTo>
                    <a:pt x="16145" y="6715"/>
                  </a:lnTo>
                  <a:lnTo>
                    <a:pt x="14799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15E664AE-1D55-0A03-6707-5138108C08DE}"/>
                </a:ext>
              </a:extLst>
            </p:cNvPr>
            <p:cNvSpPr/>
            <p:nvPr/>
          </p:nvSpPr>
          <p:spPr>
            <a:xfrm>
              <a:off x="10705164" y="4741865"/>
              <a:ext cx="2690" cy="2686"/>
            </a:xfrm>
            <a:custGeom>
              <a:avLst/>
              <a:gdLst>
                <a:gd name="connsiteX0" fmla="*/ 0 w 2690"/>
                <a:gd name="connsiteY0" fmla="*/ 0 h 2686"/>
                <a:gd name="connsiteX1" fmla="*/ 2691 w 2690"/>
                <a:gd name="connsiteY1" fmla="*/ 0 h 2686"/>
                <a:gd name="connsiteX2" fmla="*/ 2691 w 2690"/>
                <a:gd name="connsiteY2" fmla="*/ 1343 h 2686"/>
                <a:gd name="connsiteX3" fmla="*/ 0 w 2690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0" y="0"/>
                  </a:moveTo>
                  <a:lnTo>
                    <a:pt x="2691" y="0"/>
                  </a:lnTo>
                  <a:lnTo>
                    <a:pt x="2691" y="1343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C35BA244-3ECD-4049-E356-3B3A8EA49B54}"/>
                </a:ext>
              </a:extLst>
            </p:cNvPr>
            <p:cNvSpPr/>
            <p:nvPr/>
          </p:nvSpPr>
          <p:spPr>
            <a:xfrm>
              <a:off x="10699782" y="4741865"/>
              <a:ext cx="2690" cy="2686"/>
            </a:xfrm>
            <a:custGeom>
              <a:avLst/>
              <a:gdLst>
                <a:gd name="connsiteX0" fmla="*/ 0 w 2690"/>
                <a:gd name="connsiteY0" fmla="*/ 0 h 2686"/>
                <a:gd name="connsiteX1" fmla="*/ 2691 w 2690"/>
                <a:gd name="connsiteY1" fmla="*/ 0 h 2686"/>
                <a:gd name="connsiteX2" fmla="*/ 2691 w 2690"/>
                <a:gd name="connsiteY2" fmla="*/ 2686 h 2686"/>
                <a:gd name="connsiteX3" fmla="*/ 0 w 2690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0" y="0"/>
                  </a:moveTo>
                  <a:lnTo>
                    <a:pt x="2691" y="0"/>
                  </a:lnTo>
                  <a:lnTo>
                    <a:pt x="2691" y="2686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A401E70B-1572-66B5-6719-2CE89FA8AA33}"/>
                </a:ext>
              </a:extLst>
            </p:cNvPr>
            <p:cNvSpPr/>
            <p:nvPr/>
          </p:nvSpPr>
          <p:spPr>
            <a:xfrm>
              <a:off x="10686328" y="4740522"/>
              <a:ext cx="10762" cy="8058"/>
            </a:xfrm>
            <a:custGeom>
              <a:avLst/>
              <a:gdLst>
                <a:gd name="connsiteX0" fmla="*/ 0 w 10762"/>
                <a:gd name="connsiteY0" fmla="*/ 4029 h 8058"/>
                <a:gd name="connsiteX1" fmla="*/ 5382 w 10762"/>
                <a:gd name="connsiteY1" fmla="*/ 2686 h 8058"/>
                <a:gd name="connsiteX2" fmla="*/ 8073 w 10762"/>
                <a:gd name="connsiteY2" fmla="*/ 0 h 8058"/>
                <a:gd name="connsiteX3" fmla="*/ 10763 w 10762"/>
                <a:gd name="connsiteY3" fmla="*/ 1343 h 8058"/>
                <a:gd name="connsiteX4" fmla="*/ 8073 w 10762"/>
                <a:gd name="connsiteY4" fmla="*/ 8058 h 8058"/>
                <a:gd name="connsiteX5" fmla="*/ 6727 w 10762"/>
                <a:gd name="connsiteY5" fmla="*/ 5372 h 8058"/>
                <a:gd name="connsiteX6" fmla="*/ 2691 w 10762"/>
                <a:gd name="connsiteY6" fmla="*/ 6715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62" h="8058">
                  <a:moveTo>
                    <a:pt x="0" y="4029"/>
                  </a:moveTo>
                  <a:lnTo>
                    <a:pt x="5382" y="2686"/>
                  </a:lnTo>
                  <a:lnTo>
                    <a:pt x="8073" y="0"/>
                  </a:lnTo>
                  <a:lnTo>
                    <a:pt x="10763" y="1343"/>
                  </a:lnTo>
                  <a:lnTo>
                    <a:pt x="8073" y="8058"/>
                  </a:lnTo>
                  <a:lnTo>
                    <a:pt x="6727" y="5372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5A21A771-5E4B-1E3D-30A6-4376ABA0702D}"/>
                </a:ext>
              </a:extLst>
            </p:cNvPr>
            <p:cNvSpPr/>
            <p:nvPr/>
          </p:nvSpPr>
          <p:spPr>
            <a:xfrm>
              <a:off x="10680947" y="4728434"/>
              <a:ext cx="4035" cy="4029"/>
            </a:xfrm>
            <a:custGeom>
              <a:avLst/>
              <a:gdLst>
                <a:gd name="connsiteX0" fmla="*/ 4036 w 4035"/>
                <a:gd name="connsiteY0" fmla="*/ 0 h 4029"/>
                <a:gd name="connsiteX1" fmla="*/ 0 w 4035"/>
                <a:gd name="connsiteY1" fmla="*/ 2686 h 4029"/>
                <a:gd name="connsiteX2" fmla="*/ 4036 w 4035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4029">
                  <a:moveTo>
                    <a:pt x="4036" y="0"/>
                  </a:moveTo>
                  <a:lnTo>
                    <a:pt x="0" y="2686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5D65F1DD-67DE-A26F-8B61-49C50B32AFE9}"/>
                </a:ext>
              </a:extLst>
            </p:cNvPr>
            <p:cNvSpPr/>
            <p:nvPr/>
          </p:nvSpPr>
          <p:spPr>
            <a:xfrm>
              <a:off x="10684983" y="4723062"/>
              <a:ext cx="5381" cy="2686"/>
            </a:xfrm>
            <a:custGeom>
              <a:avLst/>
              <a:gdLst>
                <a:gd name="connsiteX0" fmla="*/ 5381 w 5381"/>
                <a:gd name="connsiteY0" fmla="*/ 0 h 2686"/>
                <a:gd name="connsiteX1" fmla="*/ 0 w 5381"/>
                <a:gd name="connsiteY1" fmla="*/ 1343 h 2686"/>
                <a:gd name="connsiteX2" fmla="*/ 1345 w 5381"/>
                <a:gd name="connsiteY2" fmla="*/ 2686 h 2686"/>
                <a:gd name="connsiteX3" fmla="*/ 4036 w 5381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2686">
                  <a:moveTo>
                    <a:pt x="5381" y="0"/>
                  </a:moveTo>
                  <a:lnTo>
                    <a:pt x="0" y="1343"/>
                  </a:lnTo>
                  <a:lnTo>
                    <a:pt x="1345" y="2686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F471D35B-DC43-8A79-6A75-13A75B2511EC}"/>
                </a:ext>
              </a:extLst>
            </p:cNvPr>
            <p:cNvSpPr/>
            <p:nvPr/>
          </p:nvSpPr>
          <p:spPr>
            <a:xfrm>
              <a:off x="10686328" y="4720376"/>
              <a:ext cx="78031" cy="28204"/>
            </a:xfrm>
            <a:custGeom>
              <a:avLst/>
              <a:gdLst>
                <a:gd name="connsiteX0" fmla="*/ 5382 w 78031"/>
                <a:gd name="connsiteY0" fmla="*/ 17460 h 28204"/>
                <a:gd name="connsiteX1" fmla="*/ 9418 w 78031"/>
                <a:gd name="connsiteY1" fmla="*/ 10744 h 28204"/>
                <a:gd name="connsiteX2" fmla="*/ 13454 w 78031"/>
                <a:gd name="connsiteY2" fmla="*/ 14774 h 28204"/>
                <a:gd name="connsiteX3" fmla="*/ 16145 w 78031"/>
                <a:gd name="connsiteY3" fmla="*/ 17460 h 28204"/>
                <a:gd name="connsiteX4" fmla="*/ 20181 w 78031"/>
                <a:gd name="connsiteY4" fmla="*/ 17460 h 28204"/>
                <a:gd name="connsiteX5" fmla="*/ 25562 w 78031"/>
                <a:gd name="connsiteY5" fmla="*/ 13431 h 28204"/>
                <a:gd name="connsiteX6" fmla="*/ 28253 w 78031"/>
                <a:gd name="connsiteY6" fmla="*/ 13431 h 28204"/>
                <a:gd name="connsiteX7" fmla="*/ 30943 w 78031"/>
                <a:gd name="connsiteY7" fmla="*/ 17460 h 28204"/>
                <a:gd name="connsiteX8" fmla="*/ 43052 w 78031"/>
                <a:gd name="connsiteY8" fmla="*/ 18803 h 28204"/>
                <a:gd name="connsiteX9" fmla="*/ 44397 w 78031"/>
                <a:gd name="connsiteY9" fmla="*/ 16117 h 28204"/>
                <a:gd name="connsiteX10" fmla="*/ 49779 w 78031"/>
                <a:gd name="connsiteY10" fmla="*/ 16117 h 28204"/>
                <a:gd name="connsiteX11" fmla="*/ 60542 w 78031"/>
                <a:gd name="connsiteY11" fmla="*/ 21489 h 28204"/>
                <a:gd name="connsiteX12" fmla="*/ 64578 w 78031"/>
                <a:gd name="connsiteY12" fmla="*/ 22832 h 28204"/>
                <a:gd name="connsiteX13" fmla="*/ 71305 w 78031"/>
                <a:gd name="connsiteY13" fmla="*/ 28204 h 28204"/>
                <a:gd name="connsiteX14" fmla="*/ 76687 w 78031"/>
                <a:gd name="connsiteY14" fmla="*/ 28204 h 28204"/>
                <a:gd name="connsiteX15" fmla="*/ 78032 w 78031"/>
                <a:gd name="connsiteY15" fmla="*/ 24175 h 28204"/>
                <a:gd name="connsiteX16" fmla="*/ 75342 w 78031"/>
                <a:gd name="connsiteY16" fmla="*/ 14774 h 28204"/>
                <a:gd name="connsiteX17" fmla="*/ 63233 w 78031"/>
                <a:gd name="connsiteY17" fmla="*/ 6715 h 28204"/>
                <a:gd name="connsiteX18" fmla="*/ 52470 w 78031"/>
                <a:gd name="connsiteY18" fmla="*/ 5372 h 28204"/>
                <a:gd name="connsiteX19" fmla="*/ 47088 w 78031"/>
                <a:gd name="connsiteY19" fmla="*/ 1343 h 28204"/>
                <a:gd name="connsiteX20" fmla="*/ 41707 w 78031"/>
                <a:gd name="connsiteY20" fmla="*/ 0 h 28204"/>
                <a:gd name="connsiteX21" fmla="*/ 36325 w 78031"/>
                <a:gd name="connsiteY21" fmla="*/ 4029 h 28204"/>
                <a:gd name="connsiteX22" fmla="*/ 30943 w 78031"/>
                <a:gd name="connsiteY22" fmla="*/ 4029 h 28204"/>
                <a:gd name="connsiteX23" fmla="*/ 26908 w 78031"/>
                <a:gd name="connsiteY23" fmla="*/ 2686 h 28204"/>
                <a:gd name="connsiteX24" fmla="*/ 20181 w 78031"/>
                <a:gd name="connsiteY24" fmla="*/ 2686 h 28204"/>
                <a:gd name="connsiteX25" fmla="*/ 9418 w 78031"/>
                <a:gd name="connsiteY25" fmla="*/ 2686 h 28204"/>
                <a:gd name="connsiteX26" fmla="*/ 6727 w 78031"/>
                <a:gd name="connsiteY26" fmla="*/ 5372 h 28204"/>
                <a:gd name="connsiteX27" fmla="*/ 6727 w 78031"/>
                <a:gd name="connsiteY27" fmla="*/ 8058 h 28204"/>
                <a:gd name="connsiteX28" fmla="*/ 2691 w 78031"/>
                <a:gd name="connsiteY28" fmla="*/ 10744 h 28204"/>
                <a:gd name="connsiteX29" fmla="*/ 0 w 78031"/>
                <a:gd name="connsiteY29" fmla="*/ 14774 h 28204"/>
                <a:gd name="connsiteX30" fmla="*/ 1346 w 78031"/>
                <a:gd name="connsiteY30" fmla="*/ 17460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8031" h="28204">
                  <a:moveTo>
                    <a:pt x="5382" y="17460"/>
                  </a:moveTo>
                  <a:lnTo>
                    <a:pt x="9418" y="10744"/>
                  </a:lnTo>
                  <a:lnTo>
                    <a:pt x="13454" y="14774"/>
                  </a:lnTo>
                  <a:lnTo>
                    <a:pt x="16145" y="17460"/>
                  </a:lnTo>
                  <a:lnTo>
                    <a:pt x="20181" y="17460"/>
                  </a:lnTo>
                  <a:lnTo>
                    <a:pt x="25562" y="13431"/>
                  </a:lnTo>
                  <a:lnTo>
                    <a:pt x="28253" y="13431"/>
                  </a:lnTo>
                  <a:lnTo>
                    <a:pt x="30943" y="17460"/>
                  </a:lnTo>
                  <a:lnTo>
                    <a:pt x="43052" y="18803"/>
                  </a:lnTo>
                  <a:lnTo>
                    <a:pt x="44397" y="16117"/>
                  </a:lnTo>
                  <a:lnTo>
                    <a:pt x="49779" y="16117"/>
                  </a:lnTo>
                  <a:lnTo>
                    <a:pt x="60542" y="21489"/>
                  </a:lnTo>
                  <a:lnTo>
                    <a:pt x="64578" y="22832"/>
                  </a:lnTo>
                  <a:lnTo>
                    <a:pt x="71305" y="28204"/>
                  </a:lnTo>
                  <a:lnTo>
                    <a:pt x="76687" y="28204"/>
                  </a:lnTo>
                  <a:lnTo>
                    <a:pt x="78032" y="24175"/>
                  </a:lnTo>
                  <a:lnTo>
                    <a:pt x="75342" y="14774"/>
                  </a:lnTo>
                  <a:lnTo>
                    <a:pt x="63233" y="6715"/>
                  </a:lnTo>
                  <a:lnTo>
                    <a:pt x="52470" y="5372"/>
                  </a:lnTo>
                  <a:lnTo>
                    <a:pt x="47088" y="1343"/>
                  </a:lnTo>
                  <a:lnTo>
                    <a:pt x="41707" y="0"/>
                  </a:lnTo>
                  <a:lnTo>
                    <a:pt x="36325" y="4029"/>
                  </a:lnTo>
                  <a:lnTo>
                    <a:pt x="30943" y="4029"/>
                  </a:lnTo>
                  <a:lnTo>
                    <a:pt x="26908" y="2686"/>
                  </a:lnTo>
                  <a:lnTo>
                    <a:pt x="20181" y="2686"/>
                  </a:lnTo>
                  <a:lnTo>
                    <a:pt x="9418" y="2686"/>
                  </a:lnTo>
                  <a:lnTo>
                    <a:pt x="6727" y="5372"/>
                  </a:lnTo>
                  <a:lnTo>
                    <a:pt x="6727" y="8058"/>
                  </a:lnTo>
                  <a:lnTo>
                    <a:pt x="2691" y="10744"/>
                  </a:lnTo>
                  <a:lnTo>
                    <a:pt x="0" y="14774"/>
                  </a:lnTo>
                  <a:lnTo>
                    <a:pt x="1346" y="1746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8B00DA4D-6EAC-C9BB-279E-873E8194E3CE}"/>
                </a:ext>
              </a:extLst>
            </p:cNvPr>
            <p:cNvSpPr/>
            <p:nvPr/>
          </p:nvSpPr>
          <p:spPr>
            <a:xfrm>
              <a:off x="10635204" y="4728434"/>
              <a:ext cx="36325" cy="20146"/>
            </a:xfrm>
            <a:custGeom>
              <a:avLst/>
              <a:gdLst>
                <a:gd name="connsiteX0" fmla="*/ 4036 w 36325"/>
                <a:gd name="connsiteY0" fmla="*/ 1343 h 20146"/>
                <a:gd name="connsiteX1" fmla="*/ 9418 w 36325"/>
                <a:gd name="connsiteY1" fmla="*/ 4029 h 20146"/>
                <a:gd name="connsiteX2" fmla="*/ 13454 w 36325"/>
                <a:gd name="connsiteY2" fmla="*/ 0 h 20146"/>
                <a:gd name="connsiteX3" fmla="*/ 24217 w 36325"/>
                <a:gd name="connsiteY3" fmla="*/ 1343 h 20146"/>
                <a:gd name="connsiteX4" fmla="*/ 30943 w 36325"/>
                <a:gd name="connsiteY4" fmla="*/ 4029 h 20146"/>
                <a:gd name="connsiteX5" fmla="*/ 30943 w 36325"/>
                <a:gd name="connsiteY5" fmla="*/ 6715 h 20146"/>
                <a:gd name="connsiteX6" fmla="*/ 36325 w 36325"/>
                <a:gd name="connsiteY6" fmla="*/ 12088 h 20146"/>
                <a:gd name="connsiteX7" fmla="*/ 34979 w 36325"/>
                <a:gd name="connsiteY7" fmla="*/ 16117 h 20146"/>
                <a:gd name="connsiteX8" fmla="*/ 30943 w 36325"/>
                <a:gd name="connsiteY8" fmla="*/ 16117 h 20146"/>
                <a:gd name="connsiteX9" fmla="*/ 25562 w 36325"/>
                <a:gd name="connsiteY9" fmla="*/ 20146 h 20146"/>
                <a:gd name="connsiteX10" fmla="*/ 20181 w 36325"/>
                <a:gd name="connsiteY10" fmla="*/ 20146 h 20146"/>
                <a:gd name="connsiteX11" fmla="*/ 13454 w 36325"/>
                <a:gd name="connsiteY11" fmla="*/ 20146 h 20146"/>
                <a:gd name="connsiteX12" fmla="*/ 10763 w 36325"/>
                <a:gd name="connsiteY12" fmla="*/ 18803 h 20146"/>
                <a:gd name="connsiteX13" fmla="*/ 4036 w 36325"/>
                <a:gd name="connsiteY13" fmla="*/ 16117 h 20146"/>
                <a:gd name="connsiteX14" fmla="*/ 0 w 36325"/>
                <a:gd name="connsiteY14" fmla="*/ 10745 h 20146"/>
                <a:gd name="connsiteX15" fmla="*/ 0 w 36325"/>
                <a:gd name="connsiteY15" fmla="*/ 4029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325" h="20146">
                  <a:moveTo>
                    <a:pt x="4036" y="1343"/>
                  </a:moveTo>
                  <a:lnTo>
                    <a:pt x="9418" y="4029"/>
                  </a:lnTo>
                  <a:lnTo>
                    <a:pt x="13454" y="0"/>
                  </a:lnTo>
                  <a:lnTo>
                    <a:pt x="24217" y="1343"/>
                  </a:lnTo>
                  <a:lnTo>
                    <a:pt x="30943" y="4029"/>
                  </a:lnTo>
                  <a:lnTo>
                    <a:pt x="30943" y="6715"/>
                  </a:lnTo>
                  <a:lnTo>
                    <a:pt x="36325" y="12088"/>
                  </a:lnTo>
                  <a:lnTo>
                    <a:pt x="34979" y="16117"/>
                  </a:lnTo>
                  <a:lnTo>
                    <a:pt x="30943" y="16117"/>
                  </a:lnTo>
                  <a:lnTo>
                    <a:pt x="25562" y="20146"/>
                  </a:lnTo>
                  <a:lnTo>
                    <a:pt x="20181" y="20146"/>
                  </a:lnTo>
                  <a:lnTo>
                    <a:pt x="13454" y="20146"/>
                  </a:lnTo>
                  <a:lnTo>
                    <a:pt x="10763" y="18803"/>
                  </a:lnTo>
                  <a:lnTo>
                    <a:pt x="4036" y="16117"/>
                  </a:lnTo>
                  <a:lnTo>
                    <a:pt x="0" y="1074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C0B5FB20-4FC6-AA98-04A7-E3726D676FE5}"/>
                </a:ext>
              </a:extLst>
            </p:cNvPr>
            <p:cNvSpPr/>
            <p:nvPr/>
          </p:nvSpPr>
          <p:spPr>
            <a:xfrm>
              <a:off x="10491249" y="4834538"/>
              <a:ext cx="5381" cy="4029"/>
            </a:xfrm>
            <a:custGeom>
              <a:avLst/>
              <a:gdLst>
                <a:gd name="connsiteX0" fmla="*/ 5382 w 5381"/>
                <a:gd name="connsiteY0" fmla="*/ 2686 h 4029"/>
                <a:gd name="connsiteX1" fmla="*/ 1346 w 5381"/>
                <a:gd name="connsiteY1" fmla="*/ 0 h 4029"/>
                <a:gd name="connsiteX2" fmla="*/ 0 w 5381"/>
                <a:gd name="connsiteY2" fmla="*/ 2686 h 4029"/>
                <a:gd name="connsiteX3" fmla="*/ 2691 w 5381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5382" y="2686"/>
                  </a:moveTo>
                  <a:lnTo>
                    <a:pt x="1346" y="0"/>
                  </a:lnTo>
                  <a:lnTo>
                    <a:pt x="0" y="2686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09ADFD68-9700-B24C-33B4-0485C5130B6D}"/>
                </a:ext>
              </a:extLst>
            </p:cNvPr>
            <p:cNvSpPr/>
            <p:nvPr/>
          </p:nvSpPr>
          <p:spPr>
            <a:xfrm>
              <a:off x="10487213" y="4800961"/>
              <a:ext cx="8071" cy="17459"/>
            </a:xfrm>
            <a:custGeom>
              <a:avLst/>
              <a:gdLst>
                <a:gd name="connsiteX0" fmla="*/ 4036 w 8071"/>
                <a:gd name="connsiteY0" fmla="*/ 0 h 17459"/>
                <a:gd name="connsiteX1" fmla="*/ 8072 w 8071"/>
                <a:gd name="connsiteY1" fmla="*/ 8058 h 17459"/>
                <a:gd name="connsiteX2" fmla="*/ 5382 w 8071"/>
                <a:gd name="connsiteY2" fmla="*/ 12088 h 17459"/>
                <a:gd name="connsiteX3" fmla="*/ 4036 w 8071"/>
                <a:gd name="connsiteY3" fmla="*/ 17460 h 17459"/>
                <a:gd name="connsiteX4" fmla="*/ 2691 w 8071"/>
                <a:gd name="connsiteY4" fmla="*/ 13431 h 17459"/>
                <a:gd name="connsiteX5" fmla="*/ 0 w 8071"/>
                <a:gd name="connsiteY5" fmla="*/ 9401 h 17459"/>
                <a:gd name="connsiteX6" fmla="*/ 2691 w 8071"/>
                <a:gd name="connsiteY6" fmla="*/ 6715 h 17459"/>
                <a:gd name="connsiteX7" fmla="*/ 2691 w 8071"/>
                <a:gd name="connsiteY7" fmla="*/ 2686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1" h="17459">
                  <a:moveTo>
                    <a:pt x="4036" y="0"/>
                  </a:moveTo>
                  <a:lnTo>
                    <a:pt x="8072" y="8058"/>
                  </a:lnTo>
                  <a:lnTo>
                    <a:pt x="5382" y="12088"/>
                  </a:lnTo>
                  <a:lnTo>
                    <a:pt x="4036" y="17460"/>
                  </a:lnTo>
                  <a:lnTo>
                    <a:pt x="2691" y="13431"/>
                  </a:lnTo>
                  <a:lnTo>
                    <a:pt x="0" y="9401"/>
                  </a:lnTo>
                  <a:lnTo>
                    <a:pt x="2691" y="6715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BCEF8011-F208-56D9-EC39-F38DBE58CE55}"/>
                </a:ext>
              </a:extLst>
            </p:cNvPr>
            <p:cNvSpPr/>
            <p:nvPr/>
          </p:nvSpPr>
          <p:spPr>
            <a:xfrm>
              <a:off x="10632513" y="4700230"/>
              <a:ext cx="6726" cy="13430"/>
            </a:xfrm>
            <a:custGeom>
              <a:avLst/>
              <a:gdLst>
                <a:gd name="connsiteX0" fmla="*/ 2691 w 6726"/>
                <a:gd name="connsiteY0" fmla="*/ 0 h 13430"/>
                <a:gd name="connsiteX1" fmla="*/ 2691 w 6726"/>
                <a:gd name="connsiteY1" fmla="*/ 4029 h 13430"/>
                <a:gd name="connsiteX2" fmla="*/ 6727 w 6726"/>
                <a:gd name="connsiteY2" fmla="*/ 10744 h 13430"/>
                <a:gd name="connsiteX3" fmla="*/ 5382 w 6726"/>
                <a:gd name="connsiteY3" fmla="*/ 13431 h 13430"/>
                <a:gd name="connsiteX4" fmla="*/ 4036 w 6726"/>
                <a:gd name="connsiteY4" fmla="*/ 12088 h 13430"/>
                <a:gd name="connsiteX5" fmla="*/ 1346 w 6726"/>
                <a:gd name="connsiteY5" fmla="*/ 5372 h 13430"/>
                <a:gd name="connsiteX6" fmla="*/ 0 w 6726"/>
                <a:gd name="connsiteY6" fmla="*/ 1343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13430">
                  <a:moveTo>
                    <a:pt x="2691" y="0"/>
                  </a:moveTo>
                  <a:lnTo>
                    <a:pt x="2691" y="4029"/>
                  </a:lnTo>
                  <a:lnTo>
                    <a:pt x="6727" y="10744"/>
                  </a:lnTo>
                  <a:lnTo>
                    <a:pt x="5382" y="13431"/>
                  </a:lnTo>
                  <a:lnTo>
                    <a:pt x="4036" y="12088"/>
                  </a:lnTo>
                  <a:lnTo>
                    <a:pt x="1346" y="5372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7D648506-E1E7-E4C4-7967-03C5D31030F8}"/>
                </a:ext>
              </a:extLst>
            </p:cNvPr>
            <p:cNvSpPr/>
            <p:nvPr/>
          </p:nvSpPr>
          <p:spPr>
            <a:xfrm>
              <a:off x="10620405" y="4693514"/>
              <a:ext cx="25561" cy="5372"/>
            </a:xfrm>
            <a:custGeom>
              <a:avLst/>
              <a:gdLst>
                <a:gd name="connsiteX0" fmla="*/ 0 w 25561"/>
                <a:gd name="connsiteY0" fmla="*/ 1343 h 5372"/>
                <a:gd name="connsiteX1" fmla="*/ 2690 w 25561"/>
                <a:gd name="connsiteY1" fmla="*/ 0 h 5372"/>
                <a:gd name="connsiteX2" fmla="*/ 6727 w 25561"/>
                <a:gd name="connsiteY2" fmla="*/ 1343 h 5372"/>
                <a:gd name="connsiteX3" fmla="*/ 10763 w 25561"/>
                <a:gd name="connsiteY3" fmla="*/ 0 h 5372"/>
                <a:gd name="connsiteX4" fmla="*/ 20181 w 25561"/>
                <a:gd name="connsiteY4" fmla="*/ 1343 h 5372"/>
                <a:gd name="connsiteX5" fmla="*/ 25562 w 25561"/>
                <a:gd name="connsiteY5" fmla="*/ 1343 h 5372"/>
                <a:gd name="connsiteX6" fmla="*/ 20181 w 25561"/>
                <a:gd name="connsiteY6" fmla="*/ 2686 h 5372"/>
                <a:gd name="connsiteX7" fmla="*/ 8072 w 25561"/>
                <a:gd name="connsiteY7" fmla="*/ 5372 h 5372"/>
                <a:gd name="connsiteX8" fmla="*/ 2690 w 25561"/>
                <a:gd name="connsiteY8" fmla="*/ 4029 h 5372"/>
                <a:gd name="connsiteX9" fmla="*/ 2690 w 25561"/>
                <a:gd name="connsiteY9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561" h="5372">
                  <a:moveTo>
                    <a:pt x="0" y="1343"/>
                  </a:moveTo>
                  <a:lnTo>
                    <a:pt x="2690" y="0"/>
                  </a:lnTo>
                  <a:lnTo>
                    <a:pt x="6727" y="1343"/>
                  </a:lnTo>
                  <a:lnTo>
                    <a:pt x="10763" y="0"/>
                  </a:lnTo>
                  <a:lnTo>
                    <a:pt x="20181" y="1343"/>
                  </a:lnTo>
                  <a:lnTo>
                    <a:pt x="25562" y="1343"/>
                  </a:lnTo>
                  <a:lnTo>
                    <a:pt x="20181" y="2686"/>
                  </a:lnTo>
                  <a:lnTo>
                    <a:pt x="8072" y="5372"/>
                  </a:lnTo>
                  <a:lnTo>
                    <a:pt x="2690" y="4029"/>
                  </a:lnTo>
                  <a:lnTo>
                    <a:pt x="269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14E18A1E-8D30-712E-BBA4-60BD38F7CBB3}"/>
                </a:ext>
              </a:extLst>
            </p:cNvPr>
            <p:cNvSpPr/>
            <p:nvPr/>
          </p:nvSpPr>
          <p:spPr>
            <a:xfrm>
              <a:off x="10594843" y="4690828"/>
              <a:ext cx="24216" cy="10744"/>
            </a:xfrm>
            <a:custGeom>
              <a:avLst/>
              <a:gdLst>
                <a:gd name="connsiteX0" fmla="*/ 0 w 24216"/>
                <a:gd name="connsiteY0" fmla="*/ 4029 h 10744"/>
                <a:gd name="connsiteX1" fmla="*/ 4036 w 24216"/>
                <a:gd name="connsiteY1" fmla="*/ 1343 h 10744"/>
                <a:gd name="connsiteX2" fmla="*/ 6727 w 24216"/>
                <a:gd name="connsiteY2" fmla="*/ 1343 h 10744"/>
                <a:gd name="connsiteX3" fmla="*/ 9418 w 24216"/>
                <a:gd name="connsiteY3" fmla="*/ 0 h 10744"/>
                <a:gd name="connsiteX4" fmla="*/ 14799 w 24216"/>
                <a:gd name="connsiteY4" fmla="*/ 1343 h 10744"/>
                <a:gd name="connsiteX5" fmla="*/ 17490 w 24216"/>
                <a:gd name="connsiteY5" fmla="*/ 2686 h 10744"/>
                <a:gd name="connsiteX6" fmla="*/ 21526 w 24216"/>
                <a:gd name="connsiteY6" fmla="*/ 1343 h 10744"/>
                <a:gd name="connsiteX7" fmla="*/ 24217 w 24216"/>
                <a:gd name="connsiteY7" fmla="*/ 1343 h 10744"/>
                <a:gd name="connsiteX8" fmla="*/ 24217 w 24216"/>
                <a:gd name="connsiteY8" fmla="*/ 6715 h 10744"/>
                <a:gd name="connsiteX9" fmla="*/ 20181 w 24216"/>
                <a:gd name="connsiteY9" fmla="*/ 5372 h 10744"/>
                <a:gd name="connsiteX10" fmla="*/ 16145 w 24216"/>
                <a:gd name="connsiteY10" fmla="*/ 8059 h 10744"/>
                <a:gd name="connsiteX11" fmla="*/ 12109 w 24216"/>
                <a:gd name="connsiteY11" fmla="*/ 6715 h 10744"/>
                <a:gd name="connsiteX12" fmla="*/ 6727 w 24216"/>
                <a:gd name="connsiteY12" fmla="*/ 10744 h 10744"/>
                <a:gd name="connsiteX13" fmla="*/ 1345 w 24216"/>
                <a:gd name="connsiteY13" fmla="*/ 9402 h 10744"/>
                <a:gd name="connsiteX14" fmla="*/ 0 w 24216"/>
                <a:gd name="connsiteY14" fmla="*/ 671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216" h="10744">
                  <a:moveTo>
                    <a:pt x="0" y="4029"/>
                  </a:moveTo>
                  <a:lnTo>
                    <a:pt x="4036" y="1343"/>
                  </a:lnTo>
                  <a:lnTo>
                    <a:pt x="6727" y="1343"/>
                  </a:lnTo>
                  <a:lnTo>
                    <a:pt x="9418" y="0"/>
                  </a:lnTo>
                  <a:lnTo>
                    <a:pt x="14799" y="1343"/>
                  </a:lnTo>
                  <a:lnTo>
                    <a:pt x="17490" y="2686"/>
                  </a:lnTo>
                  <a:lnTo>
                    <a:pt x="21526" y="1343"/>
                  </a:lnTo>
                  <a:lnTo>
                    <a:pt x="24217" y="1343"/>
                  </a:lnTo>
                  <a:lnTo>
                    <a:pt x="24217" y="6715"/>
                  </a:lnTo>
                  <a:lnTo>
                    <a:pt x="20181" y="5372"/>
                  </a:lnTo>
                  <a:lnTo>
                    <a:pt x="16145" y="8059"/>
                  </a:lnTo>
                  <a:lnTo>
                    <a:pt x="12109" y="6715"/>
                  </a:lnTo>
                  <a:lnTo>
                    <a:pt x="6727" y="10744"/>
                  </a:lnTo>
                  <a:lnTo>
                    <a:pt x="1345" y="9402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04B21A06-B458-3C38-FAD5-A24DCDB354F2}"/>
                </a:ext>
              </a:extLst>
            </p:cNvPr>
            <p:cNvSpPr/>
            <p:nvPr/>
          </p:nvSpPr>
          <p:spPr>
            <a:xfrm>
              <a:off x="10549100" y="4764697"/>
              <a:ext cx="14799" cy="32233"/>
            </a:xfrm>
            <a:custGeom>
              <a:avLst/>
              <a:gdLst>
                <a:gd name="connsiteX0" fmla="*/ 0 w 14799"/>
                <a:gd name="connsiteY0" fmla="*/ 25518 h 32233"/>
                <a:gd name="connsiteX1" fmla="*/ 4037 w 14799"/>
                <a:gd name="connsiteY1" fmla="*/ 18803 h 32233"/>
                <a:gd name="connsiteX2" fmla="*/ 6727 w 14799"/>
                <a:gd name="connsiteY2" fmla="*/ 10744 h 32233"/>
                <a:gd name="connsiteX3" fmla="*/ 8073 w 14799"/>
                <a:gd name="connsiteY3" fmla="*/ 2686 h 32233"/>
                <a:gd name="connsiteX4" fmla="*/ 9418 w 14799"/>
                <a:gd name="connsiteY4" fmla="*/ 0 h 32233"/>
                <a:gd name="connsiteX5" fmla="*/ 13454 w 14799"/>
                <a:gd name="connsiteY5" fmla="*/ 1343 h 32233"/>
                <a:gd name="connsiteX6" fmla="*/ 13454 w 14799"/>
                <a:gd name="connsiteY6" fmla="*/ 4029 h 32233"/>
                <a:gd name="connsiteX7" fmla="*/ 14800 w 14799"/>
                <a:gd name="connsiteY7" fmla="*/ 8059 h 32233"/>
                <a:gd name="connsiteX8" fmla="*/ 14800 w 14799"/>
                <a:gd name="connsiteY8" fmla="*/ 10744 h 32233"/>
                <a:gd name="connsiteX9" fmla="*/ 13454 w 14799"/>
                <a:gd name="connsiteY9" fmla="*/ 8059 h 32233"/>
                <a:gd name="connsiteX10" fmla="*/ 12109 w 14799"/>
                <a:gd name="connsiteY10" fmla="*/ 10744 h 32233"/>
                <a:gd name="connsiteX11" fmla="*/ 9418 w 14799"/>
                <a:gd name="connsiteY11" fmla="*/ 13431 h 32233"/>
                <a:gd name="connsiteX12" fmla="*/ 8073 w 14799"/>
                <a:gd name="connsiteY12" fmla="*/ 14774 h 32233"/>
                <a:gd name="connsiteX13" fmla="*/ 9418 w 14799"/>
                <a:gd name="connsiteY13" fmla="*/ 18803 h 32233"/>
                <a:gd name="connsiteX14" fmla="*/ 13454 w 14799"/>
                <a:gd name="connsiteY14" fmla="*/ 20146 h 32233"/>
                <a:gd name="connsiteX15" fmla="*/ 14800 w 14799"/>
                <a:gd name="connsiteY15" fmla="*/ 21489 h 32233"/>
                <a:gd name="connsiteX16" fmla="*/ 12109 w 14799"/>
                <a:gd name="connsiteY16" fmla="*/ 24175 h 32233"/>
                <a:gd name="connsiteX17" fmla="*/ 9418 w 14799"/>
                <a:gd name="connsiteY17" fmla="*/ 25518 h 32233"/>
                <a:gd name="connsiteX18" fmla="*/ 6727 w 14799"/>
                <a:gd name="connsiteY18" fmla="*/ 29548 h 32233"/>
                <a:gd name="connsiteX19" fmla="*/ 2691 w 14799"/>
                <a:gd name="connsiteY19" fmla="*/ 32234 h 32233"/>
                <a:gd name="connsiteX20" fmla="*/ 0 w 14799"/>
                <a:gd name="connsiteY20" fmla="*/ 29548 h 3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99" h="32233">
                  <a:moveTo>
                    <a:pt x="0" y="25518"/>
                  </a:moveTo>
                  <a:lnTo>
                    <a:pt x="4037" y="18803"/>
                  </a:lnTo>
                  <a:lnTo>
                    <a:pt x="6727" y="10744"/>
                  </a:lnTo>
                  <a:lnTo>
                    <a:pt x="8073" y="2686"/>
                  </a:lnTo>
                  <a:lnTo>
                    <a:pt x="9418" y="0"/>
                  </a:lnTo>
                  <a:lnTo>
                    <a:pt x="13454" y="1343"/>
                  </a:lnTo>
                  <a:lnTo>
                    <a:pt x="13454" y="4029"/>
                  </a:lnTo>
                  <a:lnTo>
                    <a:pt x="14800" y="8059"/>
                  </a:lnTo>
                  <a:lnTo>
                    <a:pt x="14800" y="10744"/>
                  </a:lnTo>
                  <a:lnTo>
                    <a:pt x="13454" y="8059"/>
                  </a:lnTo>
                  <a:lnTo>
                    <a:pt x="12109" y="10744"/>
                  </a:lnTo>
                  <a:lnTo>
                    <a:pt x="9418" y="13431"/>
                  </a:lnTo>
                  <a:lnTo>
                    <a:pt x="8073" y="14774"/>
                  </a:lnTo>
                  <a:lnTo>
                    <a:pt x="9418" y="18803"/>
                  </a:lnTo>
                  <a:lnTo>
                    <a:pt x="13454" y="20146"/>
                  </a:lnTo>
                  <a:lnTo>
                    <a:pt x="14800" y="21489"/>
                  </a:lnTo>
                  <a:lnTo>
                    <a:pt x="12109" y="24175"/>
                  </a:lnTo>
                  <a:lnTo>
                    <a:pt x="9418" y="25518"/>
                  </a:lnTo>
                  <a:lnTo>
                    <a:pt x="6727" y="29548"/>
                  </a:lnTo>
                  <a:lnTo>
                    <a:pt x="2691" y="32234"/>
                  </a:lnTo>
                  <a:lnTo>
                    <a:pt x="0" y="2954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3A98A7EE-6EE2-5134-17CC-120714FEBCB5}"/>
                </a:ext>
              </a:extLst>
            </p:cNvPr>
            <p:cNvSpPr/>
            <p:nvPr/>
          </p:nvSpPr>
          <p:spPr>
            <a:xfrm>
              <a:off x="10536992" y="4774099"/>
              <a:ext cx="12107" cy="14773"/>
            </a:xfrm>
            <a:custGeom>
              <a:avLst/>
              <a:gdLst>
                <a:gd name="connsiteX0" fmla="*/ 0 w 12107"/>
                <a:gd name="connsiteY0" fmla="*/ 10744 h 14773"/>
                <a:gd name="connsiteX1" fmla="*/ 0 w 12107"/>
                <a:gd name="connsiteY1" fmla="*/ 13431 h 14773"/>
                <a:gd name="connsiteX2" fmla="*/ 2691 w 12107"/>
                <a:gd name="connsiteY2" fmla="*/ 14774 h 14773"/>
                <a:gd name="connsiteX3" fmla="*/ 6727 w 12107"/>
                <a:gd name="connsiteY3" fmla="*/ 14774 h 14773"/>
                <a:gd name="connsiteX4" fmla="*/ 6727 w 12107"/>
                <a:gd name="connsiteY4" fmla="*/ 13431 h 14773"/>
                <a:gd name="connsiteX5" fmla="*/ 9418 w 12107"/>
                <a:gd name="connsiteY5" fmla="*/ 13431 h 14773"/>
                <a:gd name="connsiteX6" fmla="*/ 9418 w 12107"/>
                <a:gd name="connsiteY6" fmla="*/ 9401 h 14773"/>
                <a:gd name="connsiteX7" fmla="*/ 12108 w 12107"/>
                <a:gd name="connsiteY7" fmla="*/ 6715 h 14773"/>
                <a:gd name="connsiteX8" fmla="*/ 12108 w 12107"/>
                <a:gd name="connsiteY8" fmla="*/ 4029 h 14773"/>
                <a:gd name="connsiteX9" fmla="*/ 9418 w 12107"/>
                <a:gd name="connsiteY9" fmla="*/ 0 h 14773"/>
                <a:gd name="connsiteX10" fmla="*/ 5381 w 12107"/>
                <a:gd name="connsiteY10" fmla="*/ 2686 h 14773"/>
                <a:gd name="connsiteX11" fmla="*/ 1345 w 12107"/>
                <a:gd name="connsiteY11" fmla="*/ 6715 h 14773"/>
                <a:gd name="connsiteX12" fmla="*/ 2691 w 12107"/>
                <a:gd name="connsiteY12" fmla="*/ 9401 h 14773"/>
                <a:gd name="connsiteX13" fmla="*/ 0 w 12107"/>
                <a:gd name="connsiteY13" fmla="*/ 10744 h 14773"/>
                <a:gd name="connsiteX14" fmla="*/ 0 w 12107"/>
                <a:gd name="connsiteY14" fmla="*/ 10744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07" h="14773">
                  <a:moveTo>
                    <a:pt x="0" y="10744"/>
                  </a:moveTo>
                  <a:lnTo>
                    <a:pt x="0" y="13431"/>
                  </a:lnTo>
                  <a:lnTo>
                    <a:pt x="2691" y="14774"/>
                  </a:lnTo>
                  <a:lnTo>
                    <a:pt x="6727" y="14774"/>
                  </a:lnTo>
                  <a:lnTo>
                    <a:pt x="6727" y="13431"/>
                  </a:lnTo>
                  <a:lnTo>
                    <a:pt x="9418" y="13431"/>
                  </a:lnTo>
                  <a:lnTo>
                    <a:pt x="9418" y="9401"/>
                  </a:lnTo>
                  <a:lnTo>
                    <a:pt x="12108" y="6715"/>
                  </a:lnTo>
                  <a:lnTo>
                    <a:pt x="12108" y="4029"/>
                  </a:lnTo>
                  <a:lnTo>
                    <a:pt x="9418" y="0"/>
                  </a:lnTo>
                  <a:lnTo>
                    <a:pt x="5381" y="2686"/>
                  </a:lnTo>
                  <a:lnTo>
                    <a:pt x="1345" y="6715"/>
                  </a:lnTo>
                  <a:lnTo>
                    <a:pt x="2691" y="9401"/>
                  </a:lnTo>
                  <a:lnTo>
                    <a:pt x="0" y="10744"/>
                  </a:lnTo>
                  <a:lnTo>
                    <a:pt x="0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0C2FA047-5815-E266-77AE-25FC76D8437B}"/>
                </a:ext>
              </a:extLst>
            </p:cNvPr>
            <p:cNvSpPr/>
            <p:nvPr/>
          </p:nvSpPr>
          <p:spPr>
            <a:xfrm>
              <a:off x="10524883" y="4780814"/>
              <a:ext cx="8072" cy="12087"/>
            </a:xfrm>
            <a:custGeom>
              <a:avLst/>
              <a:gdLst>
                <a:gd name="connsiteX0" fmla="*/ 1346 w 8072"/>
                <a:gd name="connsiteY0" fmla="*/ 1343 h 12087"/>
                <a:gd name="connsiteX1" fmla="*/ 1346 w 8072"/>
                <a:gd name="connsiteY1" fmla="*/ 4029 h 12087"/>
                <a:gd name="connsiteX2" fmla="*/ 0 w 8072"/>
                <a:gd name="connsiteY2" fmla="*/ 5372 h 12087"/>
                <a:gd name="connsiteX3" fmla="*/ 1346 w 8072"/>
                <a:gd name="connsiteY3" fmla="*/ 10744 h 12087"/>
                <a:gd name="connsiteX4" fmla="*/ 4036 w 8072"/>
                <a:gd name="connsiteY4" fmla="*/ 12088 h 12087"/>
                <a:gd name="connsiteX5" fmla="*/ 8073 w 8072"/>
                <a:gd name="connsiteY5" fmla="*/ 9401 h 12087"/>
                <a:gd name="connsiteX6" fmla="*/ 6727 w 8072"/>
                <a:gd name="connsiteY6" fmla="*/ 4029 h 12087"/>
                <a:gd name="connsiteX7" fmla="*/ 4036 w 8072"/>
                <a:gd name="connsiteY7" fmla="*/ 0 h 12087"/>
                <a:gd name="connsiteX8" fmla="*/ 1346 w 8072"/>
                <a:gd name="connsiteY8" fmla="*/ 1343 h 12087"/>
                <a:gd name="connsiteX9" fmla="*/ 1346 w 8072"/>
                <a:gd name="connsiteY9" fmla="*/ 1343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2" h="12087">
                  <a:moveTo>
                    <a:pt x="1346" y="1343"/>
                  </a:moveTo>
                  <a:lnTo>
                    <a:pt x="1346" y="4029"/>
                  </a:lnTo>
                  <a:lnTo>
                    <a:pt x="0" y="5372"/>
                  </a:lnTo>
                  <a:lnTo>
                    <a:pt x="1346" y="10744"/>
                  </a:lnTo>
                  <a:lnTo>
                    <a:pt x="4036" y="12088"/>
                  </a:lnTo>
                  <a:lnTo>
                    <a:pt x="8073" y="9401"/>
                  </a:lnTo>
                  <a:lnTo>
                    <a:pt x="6727" y="4029"/>
                  </a:lnTo>
                  <a:lnTo>
                    <a:pt x="4036" y="0"/>
                  </a:lnTo>
                  <a:cubicBezTo>
                    <a:pt x="2691" y="0"/>
                    <a:pt x="1346" y="1343"/>
                    <a:pt x="1346" y="1343"/>
                  </a:cubicBezTo>
                  <a:lnTo>
                    <a:pt x="134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432A874B-3569-F56E-0A25-66D683F121B1}"/>
                </a:ext>
              </a:extLst>
            </p:cNvPr>
            <p:cNvSpPr/>
            <p:nvPr/>
          </p:nvSpPr>
          <p:spPr>
            <a:xfrm>
              <a:off x="10559863" y="4696200"/>
              <a:ext cx="4035" cy="3052"/>
            </a:xfrm>
            <a:custGeom>
              <a:avLst/>
              <a:gdLst>
                <a:gd name="connsiteX0" fmla="*/ 4036 w 4035"/>
                <a:gd name="connsiteY0" fmla="*/ 0 h 3052"/>
                <a:gd name="connsiteX1" fmla="*/ 0 w 4035"/>
                <a:gd name="connsiteY1" fmla="*/ 1343 h 3052"/>
                <a:gd name="connsiteX2" fmla="*/ 2690 w 4035"/>
                <a:gd name="connsiteY2" fmla="*/ 2686 h 3052"/>
                <a:gd name="connsiteX3" fmla="*/ 4036 w 4035"/>
                <a:gd name="connsiteY3" fmla="*/ 0 h 3052"/>
                <a:gd name="connsiteX4" fmla="*/ 4036 w 4035"/>
                <a:gd name="connsiteY4" fmla="*/ 0 h 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3052">
                  <a:moveTo>
                    <a:pt x="4036" y="0"/>
                  </a:moveTo>
                  <a:lnTo>
                    <a:pt x="0" y="1343"/>
                  </a:lnTo>
                  <a:lnTo>
                    <a:pt x="2690" y="2686"/>
                  </a:lnTo>
                  <a:cubicBezTo>
                    <a:pt x="2690" y="4029"/>
                    <a:pt x="4036" y="1343"/>
                    <a:pt x="4036" y="0"/>
                  </a:cubicBez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5E2979F9-05EE-8027-C25F-2B1E9B73E429}"/>
                </a:ext>
              </a:extLst>
            </p:cNvPr>
            <p:cNvSpPr/>
            <p:nvPr/>
          </p:nvSpPr>
          <p:spPr>
            <a:xfrm>
              <a:off x="10566590" y="4693514"/>
              <a:ext cx="4035" cy="2685"/>
            </a:xfrm>
            <a:custGeom>
              <a:avLst/>
              <a:gdLst>
                <a:gd name="connsiteX0" fmla="*/ 2690 w 4035"/>
                <a:gd name="connsiteY0" fmla="*/ 0 h 2685"/>
                <a:gd name="connsiteX1" fmla="*/ 0 w 4035"/>
                <a:gd name="connsiteY1" fmla="*/ 2686 h 2685"/>
                <a:gd name="connsiteX2" fmla="*/ 4036 w 4035"/>
                <a:gd name="connsiteY2" fmla="*/ 2686 h 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2685">
                  <a:moveTo>
                    <a:pt x="2690" y="0"/>
                  </a:moveTo>
                  <a:lnTo>
                    <a:pt x="0" y="2686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E6B37FA4-7A4A-571F-3E53-5BB254755E58}"/>
                </a:ext>
              </a:extLst>
            </p:cNvPr>
            <p:cNvSpPr/>
            <p:nvPr/>
          </p:nvSpPr>
          <p:spPr>
            <a:xfrm>
              <a:off x="10573317" y="4688142"/>
              <a:ext cx="4035" cy="4029"/>
            </a:xfrm>
            <a:custGeom>
              <a:avLst/>
              <a:gdLst>
                <a:gd name="connsiteX0" fmla="*/ 2690 w 4035"/>
                <a:gd name="connsiteY0" fmla="*/ 0 h 4029"/>
                <a:gd name="connsiteX1" fmla="*/ 0 w 4035"/>
                <a:gd name="connsiteY1" fmla="*/ 2686 h 4029"/>
                <a:gd name="connsiteX2" fmla="*/ 4036 w 4035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4029">
                  <a:moveTo>
                    <a:pt x="2690" y="0"/>
                  </a:moveTo>
                  <a:lnTo>
                    <a:pt x="0" y="2686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0E10531F-B5EC-61F4-BBF9-61322AA59B89}"/>
                </a:ext>
              </a:extLst>
            </p:cNvPr>
            <p:cNvSpPr/>
            <p:nvPr/>
          </p:nvSpPr>
          <p:spPr>
            <a:xfrm>
              <a:off x="10554482" y="4678741"/>
              <a:ext cx="21525" cy="10744"/>
            </a:xfrm>
            <a:custGeom>
              <a:avLst/>
              <a:gdLst>
                <a:gd name="connsiteX0" fmla="*/ 0 w 21525"/>
                <a:gd name="connsiteY0" fmla="*/ 4029 h 10744"/>
                <a:gd name="connsiteX1" fmla="*/ 5382 w 21525"/>
                <a:gd name="connsiteY1" fmla="*/ 0 h 10744"/>
                <a:gd name="connsiteX2" fmla="*/ 13454 w 21525"/>
                <a:gd name="connsiteY2" fmla="*/ 0 h 10744"/>
                <a:gd name="connsiteX3" fmla="*/ 13454 w 21525"/>
                <a:gd name="connsiteY3" fmla="*/ 2686 h 10744"/>
                <a:gd name="connsiteX4" fmla="*/ 12109 w 21525"/>
                <a:gd name="connsiteY4" fmla="*/ 5372 h 10744"/>
                <a:gd name="connsiteX5" fmla="*/ 16145 w 21525"/>
                <a:gd name="connsiteY5" fmla="*/ 5372 h 10744"/>
                <a:gd name="connsiteX6" fmla="*/ 17490 w 21525"/>
                <a:gd name="connsiteY6" fmla="*/ 1343 h 10744"/>
                <a:gd name="connsiteX7" fmla="*/ 21526 w 21525"/>
                <a:gd name="connsiteY7" fmla="*/ 4029 h 10744"/>
                <a:gd name="connsiteX8" fmla="*/ 20181 w 21525"/>
                <a:gd name="connsiteY8" fmla="*/ 8059 h 10744"/>
                <a:gd name="connsiteX9" fmla="*/ 16145 w 21525"/>
                <a:gd name="connsiteY9" fmla="*/ 9401 h 10744"/>
                <a:gd name="connsiteX10" fmla="*/ 13454 w 21525"/>
                <a:gd name="connsiteY10" fmla="*/ 8059 h 10744"/>
                <a:gd name="connsiteX11" fmla="*/ 12109 w 21525"/>
                <a:gd name="connsiteY11" fmla="*/ 10744 h 10744"/>
                <a:gd name="connsiteX12" fmla="*/ 6727 w 21525"/>
                <a:gd name="connsiteY12" fmla="*/ 8059 h 10744"/>
                <a:gd name="connsiteX13" fmla="*/ 4036 w 21525"/>
                <a:gd name="connsiteY13" fmla="*/ 10744 h 10744"/>
                <a:gd name="connsiteX14" fmla="*/ 0 w 21525"/>
                <a:gd name="connsiteY14" fmla="*/ 8059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525" h="10744">
                  <a:moveTo>
                    <a:pt x="0" y="4029"/>
                  </a:moveTo>
                  <a:lnTo>
                    <a:pt x="5382" y="0"/>
                  </a:lnTo>
                  <a:lnTo>
                    <a:pt x="13454" y="0"/>
                  </a:lnTo>
                  <a:lnTo>
                    <a:pt x="13454" y="2686"/>
                  </a:lnTo>
                  <a:lnTo>
                    <a:pt x="12109" y="5372"/>
                  </a:lnTo>
                  <a:lnTo>
                    <a:pt x="16145" y="5372"/>
                  </a:lnTo>
                  <a:lnTo>
                    <a:pt x="17490" y="1343"/>
                  </a:lnTo>
                  <a:lnTo>
                    <a:pt x="21526" y="4029"/>
                  </a:lnTo>
                  <a:lnTo>
                    <a:pt x="20181" y="8059"/>
                  </a:lnTo>
                  <a:lnTo>
                    <a:pt x="16145" y="9401"/>
                  </a:lnTo>
                  <a:lnTo>
                    <a:pt x="13454" y="8059"/>
                  </a:lnTo>
                  <a:lnTo>
                    <a:pt x="12109" y="10744"/>
                  </a:lnTo>
                  <a:lnTo>
                    <a:pt x="6727" y="8059"/>
                  </a:lnTo>
                  <a:lnTo>
                    <a:pt x="4036" y="10744"/>
                  </a:lnTo>
                  <a:lnTo>
                    <a:pt x="0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461B977E-C72C-7F27-D22B-AB601FC7BD6E}"/>
                </a:ext>
              </a:extLst>
            </p:cNvPr>
            <p:cNvSpPr/>
            <p:nvPr/>
          </p:nvSpPr>
          <p:spPr>
            <a:xfrm>
              <a:off x="10527574" y="4655908"/>
              <a:ext cx="4035" cy="2686"/>
            </a:xfrm>
            <a:custGeom>
              <a:avLst/>
              <a:gdLst>
                <a:gd name="connsiteX0" fmla="*/ 0 w 4035"/>
                <a:gd name="connsiteY0" fmla="*/ 1343 h 2686"/>
                <a:gd name="connsiteX1" fmla="*/ 4036 w 4035"/>
                <a:gd name="connsiteY1" fmla="*/ 2686 h 2686"/>
                <a:gd name="connsiteX2" fmla="*/ 4036 w 4035"/>
                <a:gd name="connsiteY2" fmla="*/ 0 h 2686"/>
                <a:gd name="connsiteX3" fmla="*/ 0 w 4035"/>
                <a:gd name="connsiteY3" fmla="*/ 1343 h 2686"/>
                <a:gd name="connsiteX4" fmla="*/ 0 w 4035"/>
                <a:gd name="connsiteY4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2686">
                  <a:moveTo>
                    <a:pt x="0" y="1343"/>
                  </a:moveTo>
                  <a:lnTo>
                    <a:pt x="4036" y="2686"/>
                  </a:lnTo>
                  <a:lnTo>
                    <a:pt x="4036" y="0"/>
                  </a:lnTo>
                  <a:lnTo>
                    <a:pt x="0" y="1343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A16B8B39-55D1-28D7-CF01-C057B4BC26E4}"/>
                </a:ext>
              </a:extLst>
            </p:cNvPr>
            <p:cNvSpPr/>
            <p:nvPr/>
          </p:nvSpPr>
          <p:spPr>
            <a:xfrm>
              <a:off x="10523538" y="4657251"/>
              <a:ext cx="5381" cy="4029"/>
            </a:xfrm>
            <a:custGeom>
              <a:avLst/>
              <a:gdLst>
                <a:gd name="connsiteX0" fmla="*/ 0 w 5381"/>
                <a:gd name="connsiteY0" fmla="*/ 1343 h 4029"/>
                <a:gd name="connsiteX1" fmla="*/ 2691 w 5381"/>
                <a:gd name="connsiteY1" fmla="*/ 0 h 4029"/>
                <a:gd name="connsiteX2" fmla="*/ 5381 w 5381"/>
                <a:gd name="connsiteY2" fmla="*/ 2686 h 4029"/>
                <a:gd name="connsiteX3" fmla="*/ 1345 w 5381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0" y="1343"/>
                  </a:moveTo>
                  <a:lnTo>
                    <a:pt x="2691" y="0"/>
                  </a:lnTo>
                  <a:lnTo>
                    <a:pt x="5381" y="2686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3F2A7580-E9D3-A40A-E0AC-A5F94468E1D2}"/>
                </a:ext>
              </a:extLst>
            </p:cNvPr>
            <p:cNvSpPr/>
            <p:nvPr/>
          </p:nvSpPr>
          <p:spPr>
            <a:xfrm>
              <a:off x="10446852" y="4602185"/>
              <a:ext cx="172208" cy="194746"/>
            </a:xfrm>
            <a:custGeom>
              <a:avLst/>
              <a:gdLst>
                <a:gd name="connsiteX0" fmla="*/ 44397 w 172208"/>
                <a:gd name="connsiteY0" fmla="*/ 33577 h 194746"/>
                <a:gd name="connsiteX1" fmla="*/ 49779 w 172208"/>
                <a:gd name="connsiteY1" fmla="*/ 30891 h 194746"/>
                <a:gd name="connsiteX2" fmla="*/ 56506 w 172208"/>
                <a:gd name="connsiteY2" fmla="*/ 34920 h 194746"/>
                <a:gd name="connsiteX3" fmla="*/ 65924 w 172208"/>
                <a:gd name="connsiteY3" fmla="*/ 34920 h 194746"/>
                <a:gd name="connsiteX4" fmla="*/ 75341 w 172208"/>
                <a:gd name="connsiteY4" fmla="*/ 29548 h 194746"/>
                <a:gd name="connsiteX5" fmla="*/ 80723 w 172208"/>
                <a:gd name="connsiteY5" fmla="*/ 30891 h 194746"/>
                <a:gd name="connsiteX6" fmla="*/ 83414 w 172208"/>
                <a:gd name="connsiteY6" fmla="*/ 33577 h 194746"/>
                <a:gd name="connsiteX7" fmla="*/ 88795 w 172208"/>
                <a:gd name="connsiteY7" fmla="*/ 33577 h 194746"/>
                <a:gd name="connsiteX8" fmla="*/ 91485 w 172208"/>
                <a:gd name="connsiteY8" fmla="*/ 32234 h 194746"/>
                <a:gd name="connsiteX9" fmla="*/ 102248 w 172208"/>
                <a:gd name="connsiteY9" fmla="*/ 33577 h 194746"/>
                <a:gd name="connsiteX10" fmla="*/ 108975 w 172208"/>
                <a:gd name="connsiteY10" fmla="*/ 33577 h 194746"/>
                <a:gd name="connsiteX11" fmla="*/ 110321 w 172208"/>
                <a:gd name="connsiteY11" fmla="*/ 30891 h 194746"/>
                <a:gd name="connsiteX12" fmla="*/ 115702 w 172208"/>
                <a:gd name="connsiteY12" fmla="*/ 30891 h 194746"/>
                <a:gd name="connsiteX13" fmla="*/ 119739 w 172208"/>
                <a:gd name="connsiteY13" fmla="*/ 33577 h 194746"/>
                <a:gd name="connsiteX14" fmla="*/ 121084 w 172208"/>
                <a:gd name="connsiteY14" fmla="*/ 36263 h 194746"/>
                <a:gd name="connsiteX15" fmla="*/ 126466 w 172208"/>
                <a:gd name="connsiteY15" fmla="*/ 37606 h 194746"/>
                <a:gd name="connsiteX16" fmla="*/ 146646 w 172208"/>
                <a:gd name="connsiteY16" fmla="*/ 33577 h 194746"/>
                <a:gd name="connsiteX17" fmla="*/ 154718 w 172208"/>
                <a:gd name="connsiteY17" fmla="*/ 28205 h 194746"/>
                <a:gd name="connsiteX18" fmla="*/ 157409 w 172208"/>
                <a:gd name="connsiteY18" fmla="*/ 24175 h 194746"/>
                <a:gd name="connsiteX19" fmla="*/ 160100 w 172208"/>
                <a:gd name="connsiteY19" fmla="*/ 22832 h 194746"/>
                <a:gd name="connsiteX20" fmla="*/ 162790 w 172208"/>
                <a:gd name="connsiteY20" fmla="*/ 20146 h 194746"/>
                <a:gd name="connsiteX21" fmla="*/ 166827 w 172208"/>
                <a:gd name="connsiteY21" fmla="*/ 17460 h 194746"/>
                <a:gd name="connsiteX22" fmla="*/ 168172 w 172208"/>
                <a:gd name="connsiteY22" fmla="*/ 13431 h 194746"/>
                <a:gd name="connsiteX23" fmla="*/ 170863 w 172208"/>
                <a:gd name="connsiteY23" fmla="*/ 9402 h 194746"/>
                <a:gd name="connsiteX24" fmla="*/ 172208 w 172208"/>
                <a:gd name="connsiteY24" fmla="*/ 8059 h 194746"/>
                <a:gd name="connsiteX25" fmla="*/ 170863 w 172208"/>
                <a:gd name="connsiteY25" fmla="*/ 5372 h 194746"/>
                <a:gd name="connsiteX26" fmla="*/ 169517 w 172208"/>
                <a:gd name="connsiteY26" fmla="*/ 1343 h 194746"/>
                <a:gd name="connsiteX27" fmla="*/ 162790 w 172208"/>
                <a:gd name="connsiteY27" fmla="*/ 0 h 194746"/>
                <a:gd name="connsiteX28" fmla="*/ 157409 w 172208"/>
                <a:gd name="connsiteY28" fmla="*/ 1343 h 194746"/>
                <a:gd name="connsiteX29" fmla="*/ 156063 w 172208"/>
                <a:gd name="connsiteY29" fmla="*/ 6715 h 194746"/>
                <a:gd name="connsiteX30" fmla="*/ 152027 w 172208"/>
                <a:gd name="connsiteY30" fmla="*/ 9402 h 194746"/>
                <a:gd name="connsiteX31" fmla="*/ 152027 w 172208"/>
                <a:gd name="connsiteY31" fmla="*/ 12088 h 194746"/>
                <a:gd name="connsiteX32" fmla="*/ 146646 w 172208"/>
                <a:gd name="connsiteY32" fmla="*/ 16117 h 194746"/>
                <a:gd name="connsiteX33" fmla="*/ 142610 w 172208"/>
                <a:gd name="connsiteY33" fmla="*/ 17460 h 194746"/>
                <a:gd name="connsiteX34" fmla="*/ 139920 w 172208"/>
                <a:gd name="connsiteY34" fmla="*/ 21489 h 194746"/>
                <a:gd name="connsiteX35" fmla="*/ 134538 w 172208"/>
                <a:gd name="connsiteY35" fmla="*/ 22832 h 194746"/>
                <a:gd name="connsiteX36" fmla="*/ 121084 w 172208"/>
                <a:gd name="connsiteY36" fmla="*/ 20146 h 194746"/>
                <a:gd name="connsiteX37" fmla="*/ 111666 w 172208"/>
                <a:gd name="connsiteY37" fmla="*/ 18803 h 194746"/>
                <a:gd name="connsiteX38" fmla="*/ 108975 w 172208"/>
                <a:gd name="connsiteY38" fmla="*/ 21489 h 194746"/>
                <a:gd name="connsiteX39" fmla="*/ 106285 w 172208"/>
                <a:gd name="connsiteY39" fmla="*/ 22832 h 194746"/>
                <a:gd name="connsiteX40" fmla="*/ 102248 w 172208"/>
                <a:gd name="connsiteY40" fmla="*/ 17460 h 194746"/>
                <a:gd name="connsiteX41" fmla="*/ 98212 w 172208"/>
                <a:gd name="connsiteY41" fmla="*/ 17460 h 194746"/>
                <a:gd name="connsiteX42" fmla="*/ 92831 w 172208"/>
                <a:gd name="connsiteY42" fmla="*/ 17460 h 194746"/>
                <a:gd name="connsiteX43" fmla="*/ 88795 w 172208"/>
                <a:gd name="connsiteY43" fmla="*/ 16117 h 194746"/>
                <a:gd name="connsiteX44" fmla="*/ 82068 w 172208"/>
                <a:gd name="connsiteY44" fmla="*/ 14774 h 194746"/>
                <a:gd name="connsiteX45" fmla="*/ 78032 w 172208"/>
                <a:gd name="connsiteY45" fmla="*/ 17460 h 194746"/>
                <a:gd name="connsiteX46" fmla="*/ 73996 w 172208"/>
                <a:gd name="connsiteY46" fmla="*/ 14774 h 194746"/>
                <a:gd name="connsiteX47" fmla="*/ 68614 w 172208"/>
                <a:gd name="connsiteY47" fmla="*/ 10745 h 194746"/>
                <a:gd name="connsiteX48" fmla="*/ 61887 w 172208"/>
                <a:gd name="connsiteY48" fmla="*/ 9402 h 194746"/>
                <a:gd name="connsiteX49" fmla="*/ 56506 w 172208"/>
                <a:gd name="connsiteY49" fmla="*/ 9402 h 194746"/>
                <a:gd name="connsiteX50" fmla="*/ 56506 w 172208"/>
                <a:gd name="connsiteY50" fmla="*/ 14774 h 194746"/>
                <a:gd name="connsiteX51" fmla="*/ 52470 w 172208"/>
                <a:gd name="connsiteY51" fmla="*/ 17460 h 194746"/>
                <a:gd name="connsiteX52" fmla="*/ 51124 w 172208"/>
                <a:gd name="connsiteY52" fmla="*/ 22832 h 194746"/>
                <a:gd name="connsiteX53" fmla="*/ 47088 w 172208"/>
                <a:gd name="connsiteY53" fmla="*/ 25519 h 194746"/>
                <a:gd name="connsiteX54" fmla="*/ 40361 w 172208"/>
                <a:gd name="connsiteY54" fmla="*/ 22832 h 194746"/>
                <a:gd name="connsiteX55" fmla="*/ 33634 w 172208"/>
                <a:gd name="connsiteY55" fmla="*/ 24175 h 194746"/>
                <a:gd name="connsiteX56" fmla="*/ 32289 w 172208"/>
                <a:gd name="connsiteY56" fmla="*/ 26862 h 194746"/>
                <a:gd name="connsiteX57" fmla="*/ 32289 w 172208"/>
                <a:gd name="connsiteY57" fmla="*/ 29548 h 194746"/>
                <a:gd name="connsiteX58" fmla="*/ 25562 w 172208"/>
                <a:gd name="connsiteY58" fmla="*/ 34920 h 194746"/>
                <a:gd name="connsiteX59" fmla="*/ 25562 w 172208"/>
                <a:gd name="connsiteY59" fmla="*/ 42979 h 194746"/>
                <a:gd name="connsiteX60" fmla="*/ 26908 w 172208"/>
                <a:gd name="connsiteY60" fmla="*/ 47008 h 194746"/>
                <a:gd name="connsiteX61" fmla="*/ 26908 w 172208"/>
                <a:gd name="connsiteY61" fmla="*/ 55066 h 194746"/>
                <a:gd name="connsiteX62" fmla="*/ 25562 w 172208"/>
                <a:gd name="connsiteY62" fmla="*/ 59095 h 194746"/>
                <a:gd name="connsiteX63" fmla="*/ 28253 w 172208"/>
                <a:gd name="connsiteY63" fmla="*/ 64468 h 194746"/>
                <a:gd name="connsiteX64" fmla="*/ 29598 w 172208"/>
                <a:gd name="connsiteY64" fmla="*/ 69840 h 194746"/>
                <a:gd name="connsiteX65" fmla="*/ 26908 w 172208"/>
                <a:gd name="connsiteY65" fmla="*/ 67154 h 194746"/>
                <a:gd name="connsiteX66" fmla="*/ 25562 w 172208"/>
                <a:gd name="connsiteY66" fmla="*/ 63125 h 194746"/>
                <a:gd name="connsiteX67" fmla="*/ 21526 w 172208"/>
                <a:gd name="connsiteY67" fmla="*/ 64468 h 194746"/>
                <a:gd name="connsiteX68" fmla="*/ 18836 w 172208"/>
                <a:gd name="connsiteY68" fmla="*/ 68497 h 194746"/>
                <a:gd name="connsiteX69" fmla="*/ 14799 w 172208"/>
                <a:gd name="connsiteY69" fmla="*/ 69840 h 194746"/>
                <a:gd name="connsiteX70" fmla="*/ 13454 w 172208"/>
                <a:gd name="connsiteY70" fmla="*/ 75212 h 194746"/>
                <a:gd name="connsiteX71" fmla="*/ 14799 w 172208"/>
                <a:gd name="connsiteY71" fmla="*/ 81928 h 194746"/>
                <a:gd name="connsiteX72" fmla="*/ 12109 w 172208"/>
                <a:gd name="connsiteY72" fmla="*/ 85957 h 194746"/>
                <a:gd name="connsiteX73" fmla="*/ 13454 w 172208"/>
                <a:gd name="connsiteY73" fmla="*/ 96702 h 194746"/>
                <a:gd name="connsiteX74" fmla="*/ 12109 w 172208"/>
                <a:gd name="connsiteY74" fmla="*/ 98045 h 194746"/>
                <a:gd name="connsiteX75" fmla="*/ 12109 w 172208"/>
                <a:gd name="connsiteY75" fmla="*/ 103417 h 194746"/>
                <a:gd name="connsiteX76" fmla="*/ 8072 w 172208"/>
                <a:gd name="connsiteY76" fmla="*/ 104760 h 194746"/>
                <a:gd name="connsiteX77" fmla="*/ 8072 w 172208"/>
                <a:gd name="connsiteY77" fmla="*/ 111476 h 194746"/>
                <a:gd name="connsiteX78" fmla="*/ 2691 w 172208"/>
                <a:gd name="connsiteY78" fmla="*/ 115505 h 194746"/>
                <a:gd name="connsiteX79" fmla="*/ 0 w 172208"/>
                <a:gd name="connsiteY79" fmla="*/ 122220 h 194746"/>
                <a:gd name="connsiteX80" fmla="*/ 1345 w 172208"/>
                <a:gd name="connsiteY80" fmla="*/ 124906 h 194746"/>
                <a:gd name="connsiteX81" fmla="*/ 0 w 172208"/>
                <a:gd name="connsiteY81" fmla="*/ 127592 h 194746"/>
                <a:gd name="connsiteX82" fmla="*/ 2691 w 172208"/>
                <a:gd name="connsiteY82" fmla="*/ 136994 h 194746"/>
                <a:gd name="connsiteX83" fmla="*/ 5382 w 172208"/>
                <a:gd name="connsiteY83" fmla="*/ 141023 h 194746"/>
                <a:gd name="connsiteX84" fmla="*/ 6727 w 172208"/>
                <a:gd name="connsiteY84" fmla="*/ 139680 h 194746"/>
                <a:gd name="connsiteX85" fmla="*/ 10763 w 172208"/>
                <a:gd name="connsiteY85" fmla="*/ 139680 h 194746"/>
                <a:gd name="connsiteX86" fmla="*/ 13454 w 172208"/>
                <a:gd name="connsiteY86" fmla="*/ 136994 h 194746"/>
                <a:gd name="connsiteX87" fmla="*/ 16145 w 172208"/>
                <a:gd name="connsiteY87" fmla="*/ 138337 h 194746"/>
                <a:gd name="connsiteX88" fmla="*/ 17490 w 172208"/>
                <a:gd name="connsiteY88" fmla="*/ 145053 h 194746"/>
                <a:gd name="connsiteX89" fmla="*/ 22872 w 172208"/>
                <a:gd name="connsiteY89" fmla="*/ 157140 h 194746"/>
                <a:gd name="connsiteX90" fmla="*/ 20181 w 172208"/>
                <a:gd name="connsiteY90" fmla="*/ 159826 h 194746"/>
                <a:gd name="connsiteX91" fmla="*/ 18836 w 172208"/>
                <a:gd name="connsiteY91" fmla="*/ 166541 h 194746"/>
                <a:gd name="connsiteX92" fmla="*/ 16145 w 172208"/>
                <a:gd name="connsiteY92" fmla="*/ 171914 h 194746"/>
                <a:gd name="connsiteX93" fmla="*/ 14799 w 172208"/>
                <a:gd name="connsiteY93" fmla="*/ 184002 h 194746"/>
                <a:gd name="connsiteX94" fmla="*/ 16145 w 172208"/>
                <a:gd name="connsiteY94" fmla="*/ 192060 h 194746"/>
                <a:gd name="connsiteX95" fmla="*/ 18836 w 172208"/>
                <a:gd name="connsiteY95" fmla="*/ 192060 h 194746"/>
                <a:gd name="connsiteX96" fmla="*/ 21526 w 172208"/>
                <a:gd name="connsiteY96" fmla="*/ 194746 h 194746"/>
                <a:gd name="connsiteX97" fmla="*/ 26908 w 172208"/>
                <a:gd name="connsiteY97" fmla="*/ 194746 h 194746"/>
                <a:gd name="connsiteX98" fmla="*/ 29598 w 172208"/>
                <a:gd name="connsiteY98" fmla="*/ 192060 h 194746"/>
                <a:gd name="connsiteX99" fmla="*/ 34979 w 172208"/>
                <a:gd name="connsiteY99" fmla="*/ 192060 h 194746"/>
                <a:gd name="connsiteX100" fmla="*/ 39016 w 172208"/>
                <a:gd name="connsiteY100" fmla="*/ 192060 h 194746"/>
                <a:gd name="connsiteX101" fmla="*/ 41706 w 172208"/>
                <a:gd name="connsiteY101" fmla="*/ 194746 h 194746"/>
                <a:gd name="connsiteX102" fmla="*/ 43052 w 172208"/>
                <a:gd name="connsiteY102" fmla="*/ 190717 h 194746"/>
                <a:gd name="connsiteX103" fmla="*/ 43052 w 172208"/>
                <a:gd name="connsiteY103" fmla="*/ 185345 h 194746"/>
                <a:gd name="connsiteX104" fmla="*/ 39016 w 172208"/>
                <a:gd name="connsiteY104" fmla="*/ 182659 h 194746"/>
                <a:gd name="connsiteX105" fmla="*/ 37670 w 172208"/>
                <a:gd name="connsiteY105" fmla="*/ 175943 h 194746"/>
                <a:gd name="connsiteX106" fmla="*/ 40361 w 172208"/>
                <a:gd name="connsiteY106" fmla="*/ 170571 h 194746"/>
                <a:gd name="connsiteX107" fmla="*/ 41706 w 172208"/>
                <a:gd name="connsiteY107" fmla="*/ 162512 h 194746"/>
                <a:gd name="connsiteX108" fmla="*/ 41706 w 172208"/>
                <a:gd name="connsiteY108" fmla="*/ 154454 h 194746"/>
                <a:gd name="connsiteX109" fmla="*/ 39016 w 172208"/>
                <a:gd name="connsiteY109" fmla="*/ 151768 h 194746"/>
                <a:gd name="connsiteX110" fmla="*/ 44397 w 172208"/>
                <a:gd name="connsiteY110" fmla="*/ 145053 h 194746"/>
                <a:gd name="connsiteX111" fmla="*/ 45743 w 172208"/>
                <a:gd name="connsiteY111" fmla="*/ 138337 h 194746"/>
                <a:gd name="connsiteX112" fmla="*/ 44397 w 172208"/>
                <a:gd name="connsiteY112" fmla="*/ 130279 h 194746"/>
                <a:gd name="connsiteX113" fmla="*/ 40361 w 172208"/>
                <a:gd name="connsiteY113" fmla="*/ 127592 h 194746"/>
                <a:gd name="connsiteX114" fmla="*/ 40361 w 172208"/>
                <a:gd name="connsiteY114" fmla="*/ 124906 h 194746"/>
                <a:gd name="connsiteX115" fmla="*/ 47088 w 172208"/>
                <a:gd name="connsiteY115" fmla="*/ 120877 h 194746"/>
                <a:gd name="connsiteX116" fmla="*/ 48433 w 172208"/>
                <a:gd name="connsiteY116" fmla="*/ 116848 h 194746"/>
                <a:gd name="connsiteX117" fmla="*/ 53815 w 172208"/>
                <a:gd name="connsiteY117" fmla="*/ 116848 h 194746"/>
                <a:gd name="connsiteX118" fmla="*/ 59197 w 172208"/>
                <a:gd name="connsiteY118" fmla="*/ 118191 h 194746"/>
                <a:gd name="connsiteX119" fmla="*/ 59197 w 172208"/>
                <a:gd name="connsiteY119" fmla="*/ 120877 h 194746"/>
                <a:gd name="connsiteX120" fmla="*/ 60542 w 172208"/>
                <a:gd name="connsiteY120" fmla="*/ 124906 h 194746"/>
                <a:gd name="connsiteX121" fmla="*/ 60542 w 172208"/>
                <a:gd name="connsiteY121" fmla="*/ 130279 h 194746"/>
                <a:gd name="connsiteX122" fmla="*/ 56506 w 172208"/>
                <a:gd name="connsiteY122" fmla="*/ 135651 h 194746"/>
                <a:gd name="connsiteX123" fmla="*/ 56506 w 172208"/>
                <a:gd name="connsiteY123" fmla="*/ 139680 h 194746"/>
                <a:gd name="connsiteX124" fmla="*/ 59197 w 172208"/>
                <a:gd name="connsiteY124" fmla="*/ 145053 h 194746"/>
                <a:gd name="connsiteX125" fmla="*/ 61887 w 172208"/>
                <a:gd name="connsiteY125" fmla="*/ 145053 h 194746"/>
                <a:gd name="connsiteX126" fmla="*/ 65924 w 172208"/>
                <a:gd name="connsiteY126" fmla="*/ 149082 h 194746"/>
                <a:gd name="connsiteX127" fmla="*/ 71305 w 172208"/>
                <a:gd name="connsiteY127" fmla="*/ 153111 h 194746"/>
                <a:gd name="connsiteX128" fmla="*/ 72651 w 172208"/>
                <a:gd name="connsiteY128" fmla="*/ 158483 h 194746"/>
                <a:gd name="connsiteX129" fmla="*/ 69960 w 172208"/>
                <a:gd name="connsiteY129" fmla="*/ 157140 h 194746"/>
                <a:gd name="connsiteX130" fmla="*/ 68614 w 172208"/>
                <a:gd name="connsiteY130" fmla="*/ 166541 h 194746"/>
                <a:gd name="connsiteX131" fmla="*/ 71305 w 172208"/>
                <a:gd name="connsiteY131" fmla="*/ 171914 h 194746"/>
                <a:gd name="connsiteX132" fmla="*/ 75341 w 172208"/>
                <a:gd name="connsiteY132" fmla="*/ 173257 h 194746"/>
                <a:gd name="connsiteX133" fmla="*/ 78032 w 172208"/>
                <a:gd name="connsiteY133" fmla="*/ 173257 h 194746"/>
                <a:gd name="connsiteX134" fmla="*/ 83414 w 172208"/>
                <a:gd name="connsiteY134" fmla="*/ 174600 h 194746"/>
                <a:gd name="connsiteX135" fmla="*/ 87449 w 172208"/>
                <a:gd name="connsiteY135" fmla="*/ 174600 h 194746"/>
                <a:gd name="connsiteX136" fmla="*/ 87449 w 172208"/>
                <a:gd name="connsiteY136" fmla="*/ 171914 h 194746"/>
                <a:gd name="connsiteX137" fmla="*/ 86104 w 172208"/>
                <a:gd name="connsiteY137" fmla="*/ 169228 h 194746"/>
                <a:gd name="connsiteX138" fmla="*/ 90140 w 172208"/>
                <a:gd name="connsiteY138" fmla="*/ 165199 h 194746"/>
                <a:gd name="connsiteX139" fmla="*/ 94176 w 172208"/>
                <a:gd name="connsiteY139" fmla="*/ 163856 h 194746"/>
                <a:gd name="connsiteX140" fmla="*/ 100903 w 172208"/>
                <a:gd name="connsiteY140" fmla="*/ 159826 h 194746"/>
                <a:gd name="connsiteX141" fmla="*/ 108975 w 172208"/>
                <a:gd name="connsiteY141" fmla="*/ 161169 h 194746"/>
                <a:gd name="connsiteX142" fmla="*/ 111666 w 172208"/>
                <a:gd name="connsiteY142" fmla="*/ 157140 h 194746"/>
                <a:gd name="connsiteX143" fmla="*/ 113012 w 172208"/>
                <a:gd name="connsiteY143" fmla="*/ 158483 h 194746"/>
                <a:gd name="connsiteX144" fmla="*/ 117048 w 172208"/>
                <a:gd name="connsiteY144" fmla="*/ 158483 h 194746"/>
                <a:gd name="connsiteX145" fmla="*/ 119739 w 172208"/>
                <a:gd name="connsiteY145" fmla="*/ 154454 h 194746"/>
                <a:gd name="connsiteX146" fmla="*/ 118393 w 172208"/>
                <a:gd name="connsiteY146" fmla="*/ 153111 h 194746"/>
                <a:gd name="connsiteX147" fmla="*/ 111666 w 172208"/>
                <a:gd name="connsiteY147" fmla="*/ 151768 h 194746"/>
                <a:gd name="connsiteX148" fmla="*/ 110321 w 172208"/>
                <a:gd name="connsiteY148" fmla="*/ 153111 h 194746"/>
                <a:gd name="connsiteX149" fmla="*/ 107630 w 172208"/>
                <a:gd name="connsiteY149" fmla="*/ 151768 h 194746"/>
                <a:gd name="connsiteX150" fmla="*/ 102248 w 172208"/>
                <a:gd name="connsiteY150" fmla="*/ 153111 h 194746"/>
                <a:gd name="connsiteX151" fmla="*/ 102248 w 172208"/>
                <a:gd name="connsiteY151" fmla="*/ 149082 h 194746"/>
                <a:gd name="connsiteX152" fmla="*/ 99558 w 172208"/>
                <a:gd name="connsiteY152" fmla="*/ 149082 h 194746"/>
                <a:gd name="connsiteX153" fmla="*/ 100903 w 172208"/>
                <a:gd name="connsiteY153" fmla="*/ 146395 h 194746"/>
                <a:gd name="connsiteX154" fmla="*/ 98212 w 172208"/>
                <a:gd name="connsiteY154" fmla="*/ 146395 h 194746"/>
                <a:gd name="connsiteX155" fmla="*/ 95521 w 172208"/>
                <a:gd name="connsiteY155" fmla="*/ 147738 h 194746"/>
                <a:gd name="connsiteX156" fmla="*/ 95521 w 172208"/>
                <a:gd name="connsiteY156" fmla="*/ 143709 h 194746"/>
                <a:gd name="connsiteX157" fmla="*/ 91485 w 172208"/>
                <a:gd name="connsiteY157" fmla="*/ 142366 h 194746"/>
                <a:gd name="connsiteX158" fmla="*/ 90140 w 172208"/>
                <a:gd name="connsiteY158" fmla="*/ 139680 h 194746"/>
                <a:gd name="connsiteX159" fmla="*/ 92831 w 172208"/>
                <a:gd name="connsiteY159" fmla="*/ 136994 h 194746"/>
                <a:gd name="connsiteX160" fmla="*/ 94176 w 172208"/>
                <a:gd name="connsiteY160" fmla="*/ 134308 h 194746"/>
                <a:gd name="connsiteX161" fmla="*/ 95521 w 172208"/>
                <a:gd name="connsiteY161" fmla="*/ 135651 h 194746"/>
                <a:gd name="connsiteX162" fmla="*/ 94176 w 172208"/>
                <a:gd name="connsiteY162" fmla="*/ 131622 h 194746"/>
                <a:gd name="connsiteX163" fmla="*/ 96867 w 172208"/>
                <a:gd name="connsiteY163" fmla="*/ 131622 h 194746"/>
                <a:gd name="connsiteX164" fmla="*/ 96867 w 172208"/>
                <a:gd name="connsiteY164" fmla="*/ 128935 h 194746"/>
                <a:gd name="connsiteX165" fmla="*/ 95521 w 172208"/>
                <a:gd name="connsiteY165" fmla="*/ 126249 h 194746"/>
                <a:gd name="connsiteX166" fmla="*/ 91485 w 172208"/>
                <a:gd name="connsiteY166" fmla="*/ 124906 h 194746"/>
                <a:gd name="connsiteX167" fmla="*/ 92831 w 172208"/>
                <a:gd name="connsiteY167" fmla="*/ 123563 h 194746"/>
                <a:gd name="connsiteX168" fmla="*/ 92831 w 172208"/>
                <a:gd name="connsiteY168" fmla="*/ 120877 h 194746"/>
                <a:gd name="connsiteX169" fmla="*/ 87449 w 172208"/>
                <a:gd name="connsiteY169" fmla="*/ 116848 h 194746"/>
                <a:gd name="connsiteX170" fmla="*/ 84759 w 172208"/>
                <a:gd name="connsiteY170" fmla="*/ 116848 h 194746"/>
                <a:gd name="connsiteX171" fmla="*/ 83414 w 172208"/>
                <a:gd name="connsiteY171" fmla="*/ 111476 h 194746"/>
                <a:gd name="connsiteX172" fmla="*/ 76687 w 172208"/>
                <a:gd name="connsiteY172" fmla="*/ 103417 h 194746"/>
                <a:gd name="connsiteX173" fmla="*/ 72651 w 172208"/>
                <a:gd name="connsiteY173" fmla="*/ 100731 h 194746"/>
                <a:gd name="connsiteX174" fmla="*/ 69960 w 172208"/>
                <a:gd name="connsiteY174" fmla="*/ 96702 h 194746"/>
                <a:gd name="connsiteX175" fmla="*/ 69960 w 172208"/>
                <a:gd name="connsiteY175" fmla="*/ 94015 h 194746"/>
                <a:gd name="connsiteX176" fmla="*/ 72651 w 172208"/>
                <a:gd name="connsiteY176" fmla="*/ 94015 h 194746"/>
                <a:gd name="connsiteX177" fmla="*/ 73996 w 172208"/>
                <a:gd name="connsiteY177" fmla="*/ 96702 h 194746"/>
                <a:gd name="connsiteX178" fmla="*/ 78032 w 172208"/>
                <a:gd name="connsiteY178" fmla="*/ 96702 h 194746"/>
                <a:gd name="connsiteX179" fmla="*/ 82068 w 172208"/>
                <a:gd name="connsiteY179" fmla="*/ 94015 h 194746"/>
                <a:gd name="connsiteX180" fmla="*/ 83414 w 172208"/>
                <a:gd name="connsiteY180" fmla="*/ 91329 h 194746"/>
                <a:gd name="connsiteX181" fmla="*/ 94176 w 172208"/>
                <a:gd name="connsiteY181" fmla="*/ 87300 h 194746"/>
                <a:gd name="connsiteX182" fmla="*/ 100903 w 172208"/>
                <a:gd name="connsiteY182" fmla="*/ 81928 h 194746"/>
                <a:gd name="connsiteX183" fmla="*/ 104939 w 172208"/>
                <a:gd name="connsiteY183" fmla="*/ 75212 h 194746"/>
                <a:gd name="connsiteX184" fmla="*/ 108975 w 172208"/>
                <a:gd name="connsiteY184" fmla="*/ 72526 h 194746"/>
                <a:gd name="connsiteX185" fmla="*/ 108975 w 172208"/>
                <a:gd name="connsiteY185" fmla="*/ 69840 h 194746"/>
                <a:gd name="connsiteX186" fmla="*/ 115702 w 172208"/>
                <a:gd name="connsiteY186" fmla="*/ 68497 h 194746"/>
                <a:gd name="connsiteX187" fmla="*/ 119739 w 172208"/>
                <a:gd name="connsiteY187" fmla="*/ 71183 h 194746"/>
                <a:gd name="connsiteX188" fmla="*/ 123775 w 172208"/>
                <a:gd name="connsiteY188" fmla="*/ 71183 h 194746"/>
                <a:gd name="connsiteX189" fmla="*/ 127811 w 172208"/>
                <a:gd name="connsiteY189" fmla="*/ 64468 h 194746"/>
                <a:gd name="connsiteX190" fmla="*/ 127811 w 172208"/>
                <a:gd name="connsiteY190" fmla="*/ 60438 h 194746"/>
                <a:gd name="connsiteX191" fmla="*/ 122429 w 172208"/>
                <a:gd name="connsiteY191" fmla="*/ 59095 h 194746"/>
                <a:gd name="connsiteX192" fmla="*/ 110321 w 172208"/>
                <a:gd name="connsiteY192" fmla="*/ 60438 h 194746"/>
                <a:gd name="connsiteX193" fmla="*/ 106285 w 172208"/>
                <a:gd name="connsiteY193" fmla="*/ 63125 h 194746"/>
                <a:gd name="connsiteX194" fmla="*/ 98212 w 172208"/>
                <a:gd name="connsiteY194" fmla="*/ 63125 h 194746"/>
                <a:gd name="connsiteX195" fmla="*/ 94176 w 172208"/>
                <a:gd name="connsiteY195" fmla="*/ 64468 h 194746"/>
                <a:gd name="connsiteX196" fmla="*/ 90140 w 172208"/>
                <a:gd name="connsiteY196" fmla="*/ 68497 h 194746"/>
                <a:gd name="connsiteX197" fmla="*/ 84759 w 172208"/>
                <a:gd name="connsiteY197" fmla="*/ 68497 h 194746"/>
                <a:gd name="connsiteX198" fmla="*/ 80723 w 172208"/>
                <a:gd name="connsiteY198" fmla="*/ 69840 h 194746"/>
                <a:gd name="connsiteX199" fmla="*/ 76687 w 172208"/>
                <a:gd name="connsiteY199" fmla="*/ 67154 h 194746"/>
                <a:gd name="connsiteX200" fmla="*/ 71305 w 172208"/>
                <a:gd name="connsiteY200" fmla="*/ 65811 h 194746"/>
                <a:gd name="connsiteX201" fmla="*/ 67269 w 172208"/>
                <a:gd name="connsiteY201" fmla="*/ 72526 h 194746"/>
                <a:gd name="connsiteX202" fmla="*/ 63233 w 172208"/>
                <a:gd name="connsiteY202" fmla="*/ 80585 h 194746"/>
                <a:gd name="connsiteX203" fmla="*/ 57851 w 172208"/>
                <a:gd name="connsiteY203" fmla="*/ 83271 h 194746"/>
                <a:gd name="connsiteX204" fmla="*/ 52470 w 172208"/>
                <a:gd name="connsiteY204" fmla="*/ 81928 h 194746"/>
                <a:gd name="connsiteX205" fmla="*/ 51124 w 172208"/>
                <a:gd name="connsiteY205" fmla="*/ 80585 h 194746"/>
                <a:gd name="connsiteX206" fmla="*/ 44397 w 172208"/>
                <a:gd name="connsiteY206" fmla="*/ 72526 h 194746"/>
                <a:gd name="connsiteX207" fmla="*/ 37670 w 172208"/>
                <a:gd name="connsiteY207" fmla="*/ 67154 h 194746"/>
                <a:gd name="connsiteX208" fmla="*/ 33634 w 172208"/>
                <a:gd name="connsiteY208" fmla="*/ 57753 h 194746"/>
                <a:gd name="connsiteX209" fmla="*/ 34979 w 172208"/>
                <a:gd name="connsiteY209" fmla="*/ 47008 h 194746"/>
                <a:gd name="connsiteX210" fmla="*/ 39016 w 172208"/>
                <a:gd name="connsiteY210" fmla="*/ 37606 h 194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72208" h="194746">
                  <a:moveTo>
                    <a:pt x="44397" y="33577"/>
                  </a:moveTo>
                  <a:lnTo>
                    <a:pt x="49779" y="30891"/>
                  </a:lnTo>
                  <a:lnTo>
                    <a:pt x="56506" y="34920"/>
                  </a:lnTo>
                  <a:lnTo>
                    <a:pt x="65924" y="34920"/>
                  </a:lnTo>
                  <a:lnTo>
                    <a:pt x="75341" y="29548"/>
                  </a:lnTo>
                  <a:lnTo>
                    <a:pt x="80723" y="30891"/>
                  </a:lnTo>
                  <a:lnTo>
                    <a:pt x="83414" y="33577"/>
                  </a:lnTo>
                  <a:lnTo>
                    <a:pt x="88795" y="33577"/>
                  </a:lnTo>
                  <a:lnTo>
                    <a:pt x="91485" y="32234"/>
                  </a:lnTo>
                  <a:lnTo>
                    <a:pt x="102248" y="33577"/>
                  </a:lnTo>
                  <a:lnTo>
                    <a:pt x="108975" y="33577"/>
                  </a:lnTo>
                  <a:lnTo>
                    <a:pt x="110321" y="30891"/>
                  </a:lnTo>
                  <a:lnTo>
                    <a:pt x="115702" y="30891"/>
                  </a:lnTo>
                  <a:lnTo>
                    <a:pt x="119739" y="33577"/>
                  </a:lnTo>
                  <a:lnTo>
                    <a:pt x="121084" y="36263"/>
                  </a:lnTo>
                  <a:lnTo>
                    <a:pt x="126466" y="37606"/>
                  </a:lnTo>
                  <a:lnTo>
                    <a:pt x="146646" y="33577"/>
                  </a:lnTo>
                  <a:lnTo>
                    <a:pt x="154718" y="28205"/>
                  </a:lnTo>
                  <a:lnTo>
                    <a:pt x="157409" y="24175"/>
                  </a:lnTo>
                  <a:lnTo>
                    <a:pt x="160100" y="22832"/>
                  </a:lnTo>
                  <a:lnTo>
                    <a:pt x="162790" y="20146"/>
                  </a:lnTo>
                  <a:lnTo>
                    <a:pt x="166827" y="17460"/>
                  </a:lnTo>
                  <a:lnTo>
                    <a:pt x="168172" y="13431"/>
                  </a:lnTo>
                  <a:lnTo>
                    <a:pt x="170863" y="9402"/>
                  </a:lnTo>
                  <a:lnTo>
                    <a:pt x="172208" y="8059"/>
                  </a:lnTo>
                  <a:lnTo>
                    <a:pt x="170863" y="5372"/>
                  </a:lnTo>
                  <a:lnTo>
                    <a:pt x="169517" y="1343"/>
                  </a:lnTo>
                  <a:lnTo>
                    <a:pt x="162790" y="0"/>
                  </a:lnTo>
                  <a:lnTo>
                    <a:pt x="157409" y="1343"/>
                  </a:lnTo>
                  <a:lnTo>
                    <a:pt x="156063" y="6715"/>
                  </a:lnTo>
                  <a:lnTo>
                    <a:pt x="152027" y="9402"/>
                  </a:lnTo>
                  <a:lnTo>
                    <a:pt x="152027" y="12088"/>
                  </a:lnTo>
                  <a:lnTo>
                    <a:pt x="146646" y="16117"/>
                  </a:lnTo>
                  <a:lnTo>
                    <a:pt x="142610" y="17460"/>
                  </a:lnTo>
                  <a:lnTo>
                    <a:pt x="139920" y="21489"/>
                  </a:lnTo>
                  <a:lnTo>
                    <a:pt x="134538" y="22832"/>
                  </a:lnTo>
                  <a:lnTo>
                    <a:pt x="121084" y="20146"/>
                  </a:lnTo>
                  <a:lnTo>
                    <a:pt x="111666" y="18803"/>
                  </a:lnTo>
                  <a:lnTo>
                    <a:pt x="108975" y="21489"/>
                  </a:lnTo>
                  <a:lnTo>
                    <a:pt x="106285" y="22832"/>
                  </a:lnTo>
                  <a:lnTo>
                    <a:pt x="102248" y="17460"/>
                  </a:lnTo>
                  <a:lnTo>
                    <a:pt x="98212" y="17460"/>
                  </a:lnTo>
                  <a:lnTo>
                    <a:pt x="92831" y="17460"/>
                  </a:lnTo>
                  <a:lnTo>
                    <a:pt x="88795" y="16117"/>
                  </a:lnTo>
                  <a:lnTo>
                    <a:pt x="82068" y="14774"/>
                  </a:lnTo>
                  <a:lnTo>
                    <a:pt x="78032" y="17460"/>
                  </a:lnTo>
                  <a:lnTo>
                    <a:pt x="73996" y="14774"/>
                  </a:lnTo>
                  <a:lnTo>
                    <a:pt x="68614" y="10745"/>
                  </a:lnTo>
                  <a:lnTo>
                    <a:pt x="61887" y="9402"/>
                  </a:lnTo>
                  <a:lnTo>
                    <a:pt x="56506" y="9402"/>
                  </a:lnTo>
                  <a:lnTo>
                    <a:pt x="56506" y="14774"/>
                  </a:lnTo>
                  <a:lnTo>
                    <a:pt x="52470" y="17460"/>
                  </a:lnTo>
                  <a:lnTo>
                    <a:pt x="51124" y="22832"/>
                  </a:lnTo>
                  <a:lnTo>
                    <a:pt x="47088" y="25519"/>
                  </a:lnTo>
                  <a:lnTo>
                    <a:pt x="40361" y="22832"/>
                  </a:lnTo>
                  <a:lnTo>
                    <a:pt x="33634" y="24175"/>
                  </a:lnTo>
                  <a:lnTo>
                    <a:pt x="32289" y="26862"/>
                  </a:lnTo>
                  <a:lnTo>
                    <a:pt x="32289" y="29548"/>
                  </a:lnTo>
                  <a:lnTo>
                    <a:pt x="25562" y="34920"/>
                  </a:lnTo>
                  <a:lnTo>
                    <a:pt x="25562" y="42979"/>
                  </a:lnTo>
                  <a:lnTo>
                    <a:pt x="26908" y="47008"/>
                  </a:lnTo>
                  <a:lnTo>
                    <a:pt x="26908" y="55066"/>
                  </a:lnTo>
                  <a:lnTo>
                    <a:pt x="25562" y="59095"/>
                  </a:lnTo>
                  <a:lnTo>
                    <a:pt x="28253" y="64468"/>
                  </a:lnTo>
                  <a:lnTo>
                    <a:pt x="29598" y="69840"/>
                  </a:lnTo>
                  <a:lnTo>
                    <a:pt x="26908" y="67154"/>
                  </a:lnTo>
                  <a:lnTo>
                    <a:pt x="25562" y="63125"/>
                  </a:lnTo>
                  <a:lnTo>
                    <a:pt x="21526" y="64468"/>
                  </a:lnTo>
                  <a:lnTo>
                    <a:pt x="18836" y="68497"/>
                  </a:lnTo>
                  <a:lnTo>
                    <a:pt x="14799" y="69840"/>
                  </a:lnTo>
                  <a:lnTo>
                    <a:pt x="13454" y="75212"/>
                  </a:lnTo>
                  <a:lnTo>
                    <a:pt x="14799" y="81928"/>
                  </a:lnTo>
                  <a:lnTo>
                    <a:pt x="12109" y="85957"/>
                  </a:lnTo>
                  <a:lnTo>
                    <a:pt x="13454" y="96702"/>
                  </a:lnTo>
                  <a:lnTo>
                    <a:pt x="12109" y="98045"/>
                  </a:lnTo>
                  <a:lnTo>
                    <a:pt x="12109" y="103417"/>
                  </a:lnTo>
                  <a:lnTo>
                    <a:pt x="8072" y="104760"/>
                  </a:lnTo>
                  <a:lnTo>
                    <a:pt x="8072" y="111476"/>
                  </a:lnTo>
                  <a:lnTo>
                    <a:pt x="2691" y="115505"/>
                  </a:lnTo>
                  <a:lnTo>
                    <a:pt x="0" y="122220"/>
                  </a:lnTo>
                  <a:lnTo>
                    <a:pt x="1345" y="124906"/>
                  </a:lnTo>
                  <a:lnTo>
                    <a:pt x="0" y="127592"/>
                  </a:lnTo>
                  <a:lnTo>
                    <a:pt x="2691" y="136994"/>
                  </a:lnTo>
                  <a:lnTo>
                    <a:pt x="5382" y="141023"/>
                  </a:lnTo>
                  <a:lnTo>
                    <a:pt x="6727" y="139680"/>
                  </a:lnTo>
                  <a:lnTo>
                    <a:pt x="10763" y="139680"/>
                  </a:lnTo>
                  <a:lnTo>
                    <a:pt x="13454" y="136994"/>
                  </a:lnTo>
                  <a:lnTo>
                    <a:pt x="16145" y="138337"/>
                  </a:lnTo>
                  <a:lnTo>
                    <a:pt x="17490" y="145053"/>
                  </a:lnTo>
                  <a:lnTo>
                    <a:pt x="22872" y="157140"/>
                  </a:lnTo>
                  <a:lnTo>
                    <a:pt x="20181" y="159826"/>
                  </a:lnTo>
                  <a:lnTo>
                    <a:pt x="18836" y="166541"/>
                  </a:lnTo>
                  <a:lnTo>
                    <a:pt x="16145" y="171914"/>
                  </a:lnTo>
                  <a:lnTo>
                    <a:pt x="14799" y="184002"/>
                  </a:lnTo>
                  <a:lnTo>
                    <a:pt x="16145" y="192060"/>
                  </a:lnTo>
                  <a:lnTo>
                    <a:pt x="18836" y="192060"/>
                  </a:lnTo>
                  <a:lnTo>
                    <a:pt x="21526" y="194746"/>
                  </a:lnTo>
                  <a:lnTo>
                    <a:pt x="26908" y="194746"/>
                  </a:lnTo>
                  <a:lnTo>
                    <a:pt x="29598" y="192060"/>
                  </a:lnTo>
                  <a:lnTo>
                    <a:pt x="34979" y="192060"/>
                  </a:lnTo>
                  <a:lnTo>
                    <a:pt x="39016" y="192060"/>
                  </a:lnTo>
                  <a:lnTo>
                    <a:pt x="41706" y="194746"/>
                  </a:lnTo>
                  <a:lnTo>
                    <a:pt x="43052" y="190717"/>
                  </a:lnTo>
                  <a:lnTo>
                    <a:pt x="43052" y="185345"/>
                  </a:lnTo>
                  <a:lnTo>
                    <a:pt x="39016" y="182659"/>
                  </a:lnTo>
                  <a:lnTo>
                    <a:pt x="37670" y="175943"/>
                  </a:lnTo>
                  <a:lnTo>
                    <a:pt x="40361" y="170571"/>
                  </a:lnTo>
                  <a:lnTo>
                    <a:pt x="41706" y="162512"/>
                  </a:lnTo>
                  <a:lnTo>
                    <a:pt x="41706" y="154454"/>
                  </a:lnTo>
                  <a:lnTo>
                    <a:pt x="39016" y="151768"/>
                  </a:lnTo>
                  <a:lnTo>
                    <a:pt x="44397" y="145053"/>
                  </a:lnTo>
                  <a:lnTo>
                    <a:pt x="45743" y="138337"/>
                  </a:lnTo>
                  <a:lnTo>
                    <a:pt x="44397" y="130279"/>
                  </a:lnTo>
                  <a:lnTo>
                    <a:pt x="40361" y="127592"/>
                  </a:lnTo>
                  <a:lnTo>
                    <a:pt x="40361" y="124906"/>
                  </a:lnTo>
                  <a:lnTo>
                    <a:pt x="47088" y="120877"/>
                  </a:lnTo>
                  <a:lnTo>
                    <a:pt x="48433" y="116848"/>
                  </a:lnTo>
                  <a:lnTo>
                    <a:pt x="53815" y="116848"/>
                  </a:lnTo>
                  <a:lnTo>
                    <a:pt x="59197" y="118191"/>
                  </a:lnTo>
                  <a:lnTo>
                    <a:pt x="59197" y="120877"/>
                  </a:lnTo>
                  <a:lnTo>
                    <a:pt x="60542" y="124906"/>
                  </a:lnTo>
                  <a:lnTo>
                    <a:pt x="60542" y="130279"/>
                  </a:lnTo>
                  <a:lnTo>
                    <a:pt x="56506" y="135651"/>
                  </a:lnTo>
                  <a:lnTo>
                    <a:pt x="56506" y="139680"/>
                  </a:lnTo>
                  <a:lnTo>
                    <a:pt x="59197" y="145053"/>
                  </a:lnTo>
                  <a:lnTo>
                    <a:pt x="61887" y="145053"/>
                  </a:lnTo>
                  <a:lnTo>
                    <a:pt x="65924" y="149082"/>
                  </a:lnTo>
                  <a:lnTo>
                    <a:pt x="71305" y="153111"/>
                  </a:lnTo>
                  <a:lnTo>
                    <a:pt x="72651" y="158483"/>
                  </a:lnTo>
                  <a:lnTo>
                    <a:pt x="69960" y="157140"/>
                  </a:lnTo>
                  <a:lnTo>
                    <a:pt x="68614" y="166541"/>
                  </a:lnTo>
                  <a:lnTo>
                    <a:pt x="71305" y="171914"/>
                  </a:lnTo>
                  <a:lnTo>
                    <a:pt x="75341" y="173257"/>
                  </a:lnTo>
                  <a:lnTo>
                    <a:pt x="78032" y="173257"/>
                  </a:lnTo>
                  <a:lnTo>
                    <a:pt x="83414" y="174600"/>
                  </a:lnTo>
                  <a:lnTo>
                    <a:pt x="87449" y="174600"/>
                  </a:lnTo>
                  <a:lnTo>
                    <a:pt x="87449" y="171914"/>
                  </a:lnTo>
                  <a:lnTo>
                    <a:pt x="86104" y="169228"/>
                  </a:lnTo>
                  <a:lnTo>
                    <a:pt x="90140" y="165199"/>
                  </a:lnTo>
                  <a:lnTo>
                    <a:pt x="94176" y="163856"/>
                  </a:lnTo>
                  <a:lnTo>
                    <a:pt x="100903" y="159826"/>
                  </a:lnTo>
                  <a:lnTo>
                    <a:pt x="108975" y="161169"/>
                  </a:lnTo>
                  <a:lnTo>
                    <a:pt x="111666" y="157140"/>
                  </a:lnTo>
                  <a:lnTo>
                    <a:pt x="113012" y="158483"/>
                  </a:lnTo>
                  <a:lnTo>
                    <a:pt x="117048" y="158483"/>
                  </a:lnTo>
                  <a:lnTo>
                    <a:pt x="119739" y="154454"/>
                  </a:lnTo>
                  <a:lnTo>
                    <a:pt x="118393" y="153111"/>
                  </a:lnTo>
                  <a:lnTo>
                    <a:pt x="111666" y="151768"/>
                  </a:lnTo>
                  <a:lnTo>
                    <a:pt x="110321" y="153111"/>
                  </a:lnTo>
                  <a:lnTo>
                    <a:pt x="107630" y="151768"/>
                  </a:lnTo>
                  <a:lnTo>
                    <a:pt x="102248" y="153111"/>
                  </a:lnTo>
                  <a:lnTo>
                    <a:pt x="102248" y="149082"/>
                  </a:lnTo>
                  <a:lnTo>
                    <a:pt x="99558" y="149082"/>
                  </a:lnTo>
                  <a:lnTo>
                    <a:pt x="100903" y="146395"/>
                  </a:lnTo>
                  <a:lnTo>
                    <a:pt x="98212" y="146395"/>
                  </a:lnTo>
                  <a:lnTo>
                    <a:pt x="95521" y="147738"/>
                  </a:lnTo>
                  <a:lnTo>
                    <a:pt x="95521" y="143709"/>
                  </a:lnTo>
                  <a:lnTo>
                    <a:pt x="91485" y="142366"/>
                  </a:lnTo>
                  <a:lnTo>
                    <a:pt x="90140" y="139680"/>
                  </a:lnTo>
                  <a:lnTo>
                    <a:pt x="92831" y="136994"/>
                  </a:lnTo>
                  <a:lnTo>
                    <a:pt x="94176" y="134308"/>
                  </a:lnTo>
                  <a:lnTo>
                    <a:pt x="95521" y="135651"/>
                  </a:lnTo>
                  <a:lnTo>
                    <a:pt x="94176" y="131622"/>
                  </a:lnTo>
                  <a:lnTo>
                    <a:pt x="96867" y="131622"/>
                  </a:lnTo>
                  <a:lnTo>
                    <a:pt x="96867" y="128935"/>
                  </a:lnTo>
                  <a:lnTo>
                    <a:pt x="95521" y="126249"/>
                  </a:lnTo>
                  <a:lnTo>
                    <a:pt x="91485" y="124906"/>
                  </a:lnTo>
                  <a:lnTo>
                    <a:pt x="92831" y="123563"/>
                  </a:lnTo>
                  <a:lnTo>
                    <a:pt x="92831" y="120877"/>
                  </a:lnTo>
                  <a:lnTo>
                    <a:pt x="87449" y="116848"/>
                  </a:lnTo>
                  <a:lnTo>
                    <a:pt x="84759" y="116848"/>
                  </a:lnTo>
                  <a:lnTo>
                    <a:pt x="83414" y="111476"/>
                  </a:lnTo>
                  <a:lnTo>
                    <a:pt x="76687" y="103417"/>
                  </a:lnTo>
                  <a:lnTo>
                    <a:pt x="72651" y="100731"/>
                  </a:lnTo>
                  <a:lnTo>
                    <a:pt x="69960" y="96702"/>
                  </a:lnTo>
                  <a:lnTo>
                    <a:pt x="69960" y="94015"/>
                  </a:lnTo>
                  <a:lnTo>
                    <a:pt x="72651" y="94015"/>
                  </a:lnTo>
                  <a:lnTo>
                    <a:pt x="73996" y="96702"/>
                  </a:lnTo>
                  <a:lnTo>
                    <a:pt x="78032" y="96702"/>
                  </a:lnTo>
                  <a:lnTo>
                    <a:pt x="82068" y="94015"/>
                  </a:lnTo>
                  <a:lnTo>
                    <a:pt x="83414" y="91329"/>
                  </a:lnTo>
                  <a:lnTo>
                    <a:pt x="94176" y="87300"/>
                  </a:lnTo>
                  <a:lnTo>
                    <a:pt x="100903" y="81928"/>
                  </a:lnTo>
                  <a:lnTo>
                    <a:pt x="104939" y="75212"/>
                  </a:lnTo>
                  <a:lnTo>
                    <a:pt x="108975" y="72526"/>
                  </a:lnTo>
                  <a:lnTo>
                    <a:pt x="108975" y="69840"/>
                  </a:lnTo>
                  <a:lnTo>
                    <a:pt x="115702" y="68497"/>
                  </a:lnTo>
                  <a:lnTo>
                    <a:pt x="119739" y="71183"/>
                  </a:lnTo>
                  <a:lnTo>
                    <a:pt x="123775" y="71183"/>
                  </a:lnTo>
                  <a:lnTo>
                    <a:pt x="127811" y="64468"/>
                  </a:lnTo>
                  <a:lnTo>
                    <a:pt x="127811" y="60438"/>
                  </a:lnTo>
                  <a:lnTo>
                    <a:pt x="122429" y="59095"/>
                  </a:lnTo>
                  <a:lnTo>
                    <a:pt x="110321" y="60438"/>
                  </a:lnTo>
                  <a:lnTo>
                    <a:pt x="106285" y="63125"/>
                  </a:lnTo>
                  <a:lnTo>
                    <a:pt x="98212" y="63125"/>
                  </a:lnTo>
                  <a:lnTo>
                    <a:pt x="94176" y="64468"/>
                  </a:lnTo>
                  <a:lnTo>
                    <a:pt x="90140" y="68497"/>
                  </a:lnTo>
                  <a:lnTo>
                    <a:pt x="84759" y="68497"/>
                  </a:lnTo>
                  <a:lnTo>
                    <a:pt x="80723" y="69840"/>
                  </a:lnTo>
                  <a:lnTo>
                    <a:pt x="76687" y="67154"/>
                  </a:lnTo>
                  <a:lnTo>
                    <a:pt x="71305" y="65811"/>
                  </a:lnTo>
                  <a:lnTo>
                    <a:pt x="67269" y="72526"/>
                  </a:lnTo>
                  <a:lnTo>
                    <a:pt x="63233" y="80585"/>
                  </a:lnTo>
                  <a:lnTo>
                    <a:pt x="57851" y="83271"/>
                  </a:lnTo>
                  <a:lnTo>
                    <a:pt x="52470" y="81928"/>
                  </a:lnTo>
                  <a:lnTo>
                    <a:pt x="51124" y="80585"/>
                  </a:lnTo>
                  <a:lnTo>
                    <a:pt x="44397" y="72526"/>
                  </a:lnTo>
                  <a:lnTo>
                    <a:pt x="37670" y="67154"/>
                  </a:lnTo>
                  <a:lnTo>
                    <a:pt x="33634" y="57753"/>
                  </a:lnTo>
                  <a:lnTo>
                    <a:pt x="34979" y="47008"/>
                  </a:lnTo>
                  <a:lnTo>
                    <a:pt x="39016" y="3760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9D27CB42-601A-FCE3-2843-3764873CF18F}"/>
                </a:ext>
              </a:extLst>
            </p:cNvPr>
            <p:cNvSpPr/>
            <p:nvPr/>
          </p:nvSpPr>
          <p:spPr>
            <a:xfrm>
              <a:off x="10492595" y="4467877"/>
              <a:ext cx="4035" cy="4029"/>
            </a:xfrm>
            <a:custGeom>
              <a:avLst/>
              <a:gdLst>
                <a:gd name="connsiteX0" fmla="*/ 2690 w 4035"/>
                <a:gd name="connsiteY0" fmla="*/ 0 h 4029"/>
                <a:gd name="connsiteX1" fmla="*/ 0 w 4035"/>
                <a:gd name="connsiteY1" fmla="*/ 4029 h 4029"/>
                <a:gd name="connsiteX2" fmla="*/ 2690 w 4035"/>
                <a:gd name="connsiteY2" fmla="*/ 4029 h 4029"/>
                <a:gd name="connsiteX3" fmla="*/ 4036 w 4035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4029">
                  <a:moveTo>
                    <a:pt x="2690" y="0"/>
                  </a:moveTo>
                  <a:lnTo>
                    <a:pt x="0" y="4029"/>
                  </a:lnTo>
                  <a:lnTo>
                    <a:pt x="2690" y="4029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14036BF4-C627-01C0-F204-7478618A713D}"/>
                </a:ext>
              </a:extLst>
            </p:cNvPr>
            <p:cNvSpPr/>
            <p:nvPr/>
          </p:nvSpPr>
          <p:spPr>
            <a:xfrm>
              <a:off x="10500667" y="4479965"/>
              <a:ext cx="14798" cy="5372"/>
            </a:xfrm>
            <a:custGeom>
              <a:avLst/>
              <a:gdLst>
                <a:gd name="connsiteX0" fmla="*/ 1345 w 14798"/>
                <a:gd name="connsiteY0" fmla="*/ 5372 h 5372"/>
                <a:gd name="connsiteX1" fmla="*/ 6727 w 14798"/>
                <a:gd name="connsiteY1" fmla="*/ 5372 h 5372"/>
                <a:gd name="connsiteX2" fmla="*/ 8072 w 14798"/>
                <a:gd name="connsiteY2" fmla="*/ 4029 h 5372"/>
                <a:gd name="connsiteX3" fmla="*/ 10763 w 14798"/>
                <a:gd name="connsiteY3" fmla="*/ 5372 h 5372"/>
                <a:gd name="connsiteX4" fmla="*/ 14799 w 14798"/>
                <a:gd name="connsiteY4" fmla="*/ 2686 h 5372"/>
                <a:gd name="connsiteX5" fmla="*/ 13454 w 14798"/>
                <a:gd name="connsiteY5" fmla="*/ 1343 h 5372"/>
                <a:gd name="connsiteX6" fmla="*/ 8072 w 14798"/>
                <a:gd name="connsiteY6" fmla="*/ 0 h 5372"/>
                <a:gd name="connsiteX7" fmla="*/ 2691 w 14798"/>
                <a:gd name="connsiteY7" fmla="*/ 1343 h 5372"/>
                <a:gd name="connsiteX8" fmla="*/ 0 w 14798"/>
                <a:gd name="connsiteY8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98" h="5372">
                  <a:moveTo>
                    <a:pt x="1345" y="5372"/>
                  </a:moveTo>
                  <a:lnTo>
                    <a:pt x="6727" y="5372"/>
                  </a:lnTo>
                  <a:lnTo>
                    <a:pt x="8072" y="4029"/>
                  </a:lnTo>
                  <a:lnTo>
                    <a:pt x="10763" y="5372"/>
                  </a:lnTo>
                  <a:lnTo>
                    <a:pt x="14799" y="2686"/>
                  </a:lnTo>
                  <a:lnTo>
                    <a:pt x="13454" y="1343"/>
                  </a:lnTo>
                  <a:lnTo>
                    <a:pt x="8072" y="0"/>
                  </a:lnTo>
                  <a:lnTo>
                    <a:pt x="2691" y="1343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7DE35F71-875F-578B-1EBA-26133BBA9159}"/>
                </a:ext>
              </a:extLst>
            </p:cNvPr>
            <p:cNvSpPr/>
            <p:nvPr/>
          </p:nvSpPr>
          <p:spPr>
            <a:xfrm>
              <a:off x="10461650" y="4510856"/>
              <a:ext cx="2690" cy="8058"/>
            </a:xfrm>
            <a:custGeom>
              <a:avLst/>
              <a:gdLst>
                <a:gd name="connsiteX0" fmla="*/ 1346 w 2690"/>
                <a:gd name="connsiteY0" fmla="*/ 0 h 8058"/>
                <a:gd name="connsiteX1" fmla="*/ 0 w 2690"/>
                <a:gd name="connsiteY1" fmla="*/ 4029 h 8058"/>
                <a:gd name="connsiteX2" fmla="*/ 2691 w 2690"/>
                <a:gd name="connsiteY2" fmla="*/ 8058 h 8058"/>
                <a:gd name="connsiteX3" fmla="*/ 2691 w 2690"/>
                <a:gd name="connsiteY3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8058">
                  <a:moveTo>
                    <a:pt x="1346" y="0"/>
                  </a:moveTo>
                  <a:lnTo>
                    <a:pt x="0" y="4029"/>
                  </a:lnTo>
                  <a:lnTo>
                    <a:pt x="2691" y="8058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B937A01F-ABC0-2993-C80C-B98D8C22447D}"/>
                </a:ext>
              </a:extLst>
            </p:cNvPr>
            <p:cNvSpPr/>
            <p:nvPr/>
          </p:nvSpPr>
          <p:spPr>
            <a:xfrm>
              <a:off x="10472414" y="4498768"/>
              <a:ext cx="12107" cy="9401"/>
            </a:xfrm>
            <a:custGeom>
              <a:avLst/>
              <a:gdLst>
                <a:gd name="connsiteX0" fmla="*/ 0 w 12107"/>
                <a:gd name="connsiteY0" fmla="*/ 8059 h 9401"/>
                <a:gd name="connsiteX1" fmla="*/ 8072 w 12107"/>
                <a:gd name="connsiteY1" fmla="*/ 0 h 9401"/>
                <a:gd name="connsiteX2" fmla="*/ 12108 w 12107"/>
                <a:gd name="connsiteY2" fmla="*/ 0 h 9401"/>
                <a:gd name="connsiteX3" fmla="*/ 12108 w 12107"/>
                <a:gd name="connsiteY3" fmla="*/ 4029 h 9401"/>
                <a:gd name="connsiteX4" fmla="*/ 6727 w 12107"/>
                <a:gd name="connsiteY4" fmla="*/ 8059 h 9401"/>
                <a:gd name="connsiteX5" fmla="*/ 1345 w 12107"/>
                <a:gd name="connsiteY5" fmla="*/ 9401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7" h="9401">
                  <a:moveTo>
                    <a:pt x="0" y="8059"/>
                  </a:moveTo>
                  <a:lnTo>
                    <a:pt x="8072" y="0"/>
                  </a:lnTo>
                  <a:lnTo>
                    <a:pt x="12108" y="0"/>
                  </a:lnTo>
                  <a:lnTo>
                    <a:pt x="12108" y="4029"/>
                  </a:lnTo>
                  <a:lnTo>
                    <a:pt x="6727" y="8059"/>
                  </a:lnTo>
                  <a:lnTo>
                    <a:pt x="1345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B1A5163F-3012-C4D6-2A53-1F025C09C2E3}"/>
                </a:ext>
              </a:extLst>
            </p:cNvPr>
            <p:cNvSpPr/>
            <p:nvPr/>
          </p:nvSpPr>
          <p:spPr>
            <a:xfrm>
              <a:off x="10417253" y="4535031"/>
              <a:ext cx="2690" cy="2686"/>
            </a:xfrm>
            <a:custGeom>
              <a:avLst/>
              <a:gdLst>
                <a:gd name="connsiteX0" fmla="*/ 1346 w 2690"/>
                <a:gd name="connsiteY0" fmla="*/ 0 h 2686"/>
                <a:gd name="connsiteX1" fmla="*/ 2691 w 2690"/>
                <a:gd name="connsiteY1" fmla="*/ 2686 h 2686"/>
                <a:gd name="connsiteX2" fmla="*/ 0 w 2690"/>
                <a:gd name="connsiteY2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1346" y="0"/>
                  </a:moveTo>
                  <a:lnTo>
                    <a:pt x="2691" y="2686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2BC33F4A-A6C1-9DCC-2E09-963735AC60A9}"/>
                </a:ext>
              </a:extLst>
            </p:cNvPr>
            <p:cNvSpPr/>
            <p:nvPr/>
          </p:nvSpPr>
          <p:spPr>
            <a:xfrm>
              <a:off x="10418599" y="4531002"/>
              <a:ext cx="5381" cy="4029"/>
            </a:xfrm>
            <a:custGeom>
              <a:avLst/>
              <a:gdLst>
                <a:gd name="connsiteX0" fmla="*/ 0 w 5381"/>
                <a:gd name="connsiteY0" fmla="*/ 0 h 4029"/>
                <a:gd name="connsiteX1" fmla="*/ 0 w 5381"/>
                <a:gd name="connsiteY1" fmla="*/ 1343 h 4029"/>
                <a:gd name="connsiteX2" fmla="*/ 1345 w 5381"/>
                <a:gd name="connsiteY2" fmla="*/ 4029 h 4029"/>
                <a:gd name="connsiteX3" fmla="*/ 5381 w 5381"/>
                <a:gd name="connsiteY3" fmla="*/ 4029 h 4029"/>
                <a:gd name="connsiteX4" fmla="*/ 5381 w 5381"/>
                <a:gd name="connsiteY4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4029">
                  <a:moveTo>
                    <a:pt x="0" y="0"/>
                  </a:moveTo>
                  <a:lnTo>
                    <a:pt x="0" y="1343"/>
                  </a:lnTo>
                  <a:lnTo>
                    <a:pt x="1345" y="4029"/>
                  </a:lnTo>
                  <a:lnTo>
                    <a:pt x="5381" y="4029"/>
                  </a:lnTo>
                  <a:lnTo>
                    <a:pt x="538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C49CC96D-D127-7CA1-6F80-C994EBF8C2CA}"/>
                </a:ext>
              </a:extLst>
            </p:cNvPr>
            <p:cNvSpPr/>
            <p:nvPr/>
          </p:nvSpPr>
          <p:spPr>
            <a:xfrm>
              <a:off x="10415908" y="4545776"/>
              <a:ext cx="5381" cy="2686"/>
            </a:xfrm>
            <a:custGeom>
              <a:avLst/>
              <a:gdLst>
                <a:gd name="connsiteX0" fmla="*/ 5381 w 5381"/>
                <a:gd name="connsiteY0" fmla="*/ 0 h 2686"/>
                <a:gd name="connsiteX1" fmla="*/ 0 w 5381"/>
                <a:gd name="connsiteY1" fmla="*/ 1343 h 2686"/>
                <a:gd name="connsiteX2" fmla="*/ 4036 w 5381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2686">
                  <a:moveTo>
                    <a:pt x="5381" y="0"/>
                  </a:moveTo>
                  <a:lnTo>
                    <a:pt x="0" y="1343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DBFC6CB6-CCD0-CD7A-2405-822C3316D8CB}"/>
                </a:ext>
              </a:extLst>
            </p:cNvPr>
            <p:cNvSpPr/>
            <p:nvPr/>
          </p:nvSpPr>
          <p:spPr>
            <a:xfrm>
              <a:off x="10415908" y="4551148"/>
              <a:ext cx="2690" cy="6715"/>
            </a:xfrm>
            <a:custGeom>
              <a:avLst/>
              <a:gdLst>
                <a:gd name="connsiteX0" fmla="*/ 0 w 2690"/>
                <a:gd name="connsiteY0" fmla="*/ 0 h 6715"/>
                <a:gd name="connsiteX1" fmla="*/ 2691 w 2690"/>
                <a:gd name="connsiteY1" fmla="*/ 1343 h 6715"/>
                <a:gd name="connsiteX2" fmla="*/ 2691 w 2690"/>
                <a:gd name="connsiteY2" fmla="*/ 6715 h 6715"/>
                <a:gd name="connsiteX3" fmla="*/ 1345 w 2690"/>
                <a:gd name="connsiteY3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6715">
                  <a:moveTo>
                    <a:pt x="0" y="0"/>
                  </a:moveTo>
                  <a:lnTo>
                    <a:pt x="2691" y="1343"/>
                  </a:lnTo>
                  <a:lnTo>
                    <a:pt x="2691" y="6715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77D46D3B-DE4C-9908-70A1-C94156A6CFD7}"/>
                </a:ext>
              </a:extLst>
            </p:cNvPr>
            <p:cNvSpPr/>
            <p:nvPr/>
          </p:nvSpPr>
          <p:spPr>
            <a:xfrm>
              <a:off x="10382274" y="4737836"/>
              <a:ext cx="2690" cy="9401"/>
            </a:xfrm>
            <a:custGeom>
              <a:avLst/>
              <a:gdLst>
                <a:gd name="connsiteX0" fmla="*/ 1345 w 2690"/>
                <a:gd name="connsiteY0" fmla="*/ 0 h 9401"/>
                <a:gd name="connsiteX1" fmla="*/ 2691 w 2690"/>
                <a:gd name="connsiteY1" fmla="*/ 1343 h 9401"/>
                <a:gd name="connsiteX2" fmla="*/ 1345 w 2690"/>
                <a:gd name="connsiteY2" fmla="*/ 8059 h 9401"/>
                <a:gd name="connsiteX3" fmla="*/ 0 w 2690"/>
                <a:gd name="connsiteY3" fmla="*/ 9402 h 9401"/>
                <a:gd name="connsiteX4" fmla="*/ 0 w 2690"/>
                <a:gd name="connsiteY4" fmla="*/ 2686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9401">
                  <a:moveTo>
                    <a:pt x="1345" y="0"/>
                  </a:moveTo>
                  <a:lnTo>
                    <a:pt x="2691" y="1343"/>
                  </a:lnTo>
                  <a:lnTo>
                    <a:pt x="1345" y="8059"/>
                  </a:lnTo>
                  <a:lnTo>
                    <a:pt x="0" y="9402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4BDFD6F5-07FB-41B6-D8CE-ECDEB945A568}"/>
                </a:ext>
              </a:extLst>
            </p:cNvPr>
            <p:cNvSpPr/>
            <p:nvPr/>
          </p:nvSpPr>
          <p:spPr>
            <a:xfrm>
              <a:off x="10374201" y="4736493"/>
              <a:ext cx="8072" cy="18802"/>
            </a:xfrm>
            <a:custGeom>
              <a:avLst/>
              <a:gdLst>
                <a:gd name="connsiteX0" fmla="*/ 6727 w 8072"/>
                <a:gd name="connsiteY0" fmla="*/ 2686 h 18802"/>
                <a:gd name="connsiteX1" fmla="*/ 8073 w 8072"/>
                <a:gd name="connsiteY1" fmla="*/ 10745 h 18802"/>
                <a:gd name="connsiteX2" fmla="*/ 5382 w 8072"/>
                <a:gd name="connsiteY2" fmla="*/ 16117 h 18802"/>
                <a:gd name="connsiteX3" fmla="*/ 2691 w 8072"/>
                <a:gd name="connsiteY3" fmla="*/ 18803 h 18802"/>
                <a:gd name="connsiteX4" fmla="*/ 0 w 8072"/>
                <a:gd name="connsiteY4" fmla="*/ 16117 h 18802"/>
                <a:gd name="connsiteX5" fmla="*/ 1346 w 8072"/>
                <a:gd name="connsiteY5" fmla="*/ 9402 h 18802"/>
                <a:gd name="connsiteX6" fmla="*/ 4037 w 8072"/>
                <a:gd name="connsiteY6" fmla="*/ 1343 h 18802"/>
                <a:gd name="connsiteX7" fmla="*/ 5382 w 8072"/>
                <a:gd name="connsiteY7" fmla="*/ 0 h 18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" h="18802">
                  <a:moveTo>
                    <a:pt x="6727" y="2686"/>
                  </a:moveTo>
                  <a:lnTo>
                    <a:pt x="8073" y="10745"/>
                  </a:lnTo>
                  <a:lnTo>
                    <a:pt x="5382" y="16117"/>
                  </a:lnTo>
                  <a:lnTo>
                    <a:pt x="2691" y="18803"/>
                  </a:lnTo>
                  <a:lnTo>
                    <a:pt x="0" y="16117"/>
                  </a:lnTo>
                  <a:lnTo>
                    <a:pt x="1346" y="9402"/>
                  </a:lnTo>
                  <a:lnTo>
                    <a:pt x="4037" y="1343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7B99BA5A-0FA3-893B-67F9-4662E092FF9E}"/>
                </a:ext>
              </a:extLst>
            </p:cNvPr>
            <p:cNvSpPr/>
            <p:nvPr/>
          </p:nvSpPr>
          <p:spPr>
            <a:xfrm>
              <a:off x="10200648" y="4657251"/>
              <a:ext cx="8071" cy="4029"/>
            </a:xfrm>
            <a:custGeom>
              <a:avLst/>
              <a:gdLst>
                <a:gd name="connsiteX0" fmla="*/ 1345 w 8071"/>
                <a:gd name="connsiteY0" fmla="*/ 0 h 4029"/>
                <a:gd name="connsiteX1" fmla="*/ 6727 w 8071"/>
                <a:gd name="connsiteY1" fmla="*/ 1343 h 4029"/>
                <a:gd name="connsiteX2" fmla="*/ 8072 w 8071"/>
                <a:gd name="connsiteY2" fmla="*/ 2686 h 4029"/>
                <a:gd name="connsiteX3" fmla="*/ 5381 w 8071"/>
                <a:gd name="connsiteY3" fmla="*/ 4029 h 4029"/>
                <a:gd name="connsiteX4" fmla="*/ 1345 w 8071"/>
                <a:gd name="connsiteY4" fmla="*/ 2686 h 4029"/>
                <a:gd name="connsiteX5" fmla="*/ 0 w 8071"/>
                <a:gd name="connsiteY5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1" h="4029">
                  <a:moveTo>
                    <a:pt x="1345" y="0"/>
                  </a:moveTo>
                  <a:lnTo>
                    <a:pt x="6727" y="1343"/>
                  </a:lnTo>
                  <a:lnTo>
                    <a:pt x="8072" y="2686"/>
                  </a:lnTo>
                  <a:lnTo>
                    <a:pt x="5381" y="4029"/>
                  </a:lnTo>
                  <a:lnTo>
                    <a:pt x="1345" y="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F27570DF-44AD-13D4-7E15-FB605914E6AF}"/>
                </a:ext>
              </a:extLst>
            </p:cNvPr>
            <p:cNvSpPr/>
            <p:nvPr/>
          </p:nvSpPr>
          <p:spPr>
            <a:xfrm>
              <a:off x="10203339" y="4667996"/>
              <a:ext cx="12107" cy="6715"/>
            </a:xfrm>
            <a:custGeom>
              <a:avLst/>
              <a:gdLst>
                <a:gd name="connsiteX0" fmla="*/ 1345 w 12107"/>
                <a:gd name="connsiteY0" fmla="*/ 0 h 6715"/>
                <a:gd name="connsiteX1" fmla="*/ 6727 w 12107"/>
                <a:gd name="connsiteY1" fmla="*/ 1343 h 6715"/>
                <a:gd name="connsiteX2" fmla="*/ 10763 w 12107"/>
                <a:gd name="connsiteY2" fmla="*/ 4029 h 6715"/>
                <a:gd name="connsiteX3" fmla="*/ 12108 w 12107"/>
                <a:gd name="connsiteY3" fmla="*/ 4029 h 6715"/>
                <a:gd name="connsiteX4" fmla="*/ 12108 w 12107"/>
                <a:gd name="connsiteY4" fmla="*/ 6715 h 6715"/>
                <a:gd name="connsiteX5" fmla="*/ 6727 w 12107"/>
                <a:gd name="connsiteY5" fmla="*/ 6715 h 6715"/>
                <a:gd name="connsiteX6" fmla="*/ 4036 w 12107"/>
                <a:gd name="connsiteY6" fmla="*/ 6715 h 6715"/>
                <a:gd name="connsiteX7" fmla="*/ 0 w 12107"/>
                <a:gd name="connsiteY7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7" h="6715">
                  <a:moveTo>
                    <a:pt x="1345" y="0"/>
                  </a:moveTo>
                  <a:lnTo>
                    <a:pt x="6727" y="1343"/>
                  </a:lnTo>
                  <a:lnTo>
                    <a:pt x="10763" y="4029"/>
                  </a:lnTo>
                  <a:lnTo>
                    <a:pt x="12108" y="4029"/>
                  </a:lnTo>
                  <a:lnTo>
                    <a:pt x="12108" y="6715"/>
                  </a:lnTo>
                  <a:lnTo>
                    <a:pt x="6727" y="6715"/>
                  </a:lnTo>
                  <a:lnTo>
                    <a:pt x="4036" y="6715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F34F400A-C09A-F89F-03D0-064B21C3BB2D}"/>
                </a:ext>
              </a:extLst>
            </p:cNvPr>
            <p:cNvSpPr/>
            <p:nvPr/>
          </p:nvSpPr>
          <p:spPr>
            <a:xfrm>
              <a:off x="10208720" y="4676054"/>
              <a:ext cx="10762" cy="9401"/>
            </a:xfrm>
            <a:custGeom>
              <a:avLst/>
              <a:gdLst>
                <a:gd name="connsiteX0" fmla="*/ 0 w 10762"/>
                <a:gd name="connsiteY0" fmla="*/ 0 h 9401"/>
                <a:gd name="connsiteX1" fmla="*/ 6727 w 10762"/>
                <a:gd name="connsiteY1" fmla="*/ 0 h 9401"/>
                <a:gd name="connsiteX2" fmla="*/ 10763 w 10762"/>
                <a:gd name="connsiteY2" fmla="*/ 2686 h 9401"/>
                <a:gd name="connsiteX3" fmla="*/ 5382 w 10762"/>
                <a:gd name="connsiteY3" fmla="*/ 8059 h 9401"/>
                <a:gd name="connsiteX4" fmla="*/ 2691 w 10762"/>
                <a:gd name="connsiteY4" fmla="*/ 9402 h 9401"/>
                <a:gd name="connsiteX5" fmla="*/ 0 w 10762"/>
                <a:gd name="connsiteY5" fmla="*/ 6715 h 9401"/>
                <a:gd name="connsiteX6" fmla="*/ 1346 w 10762"/>
                <a:gd name="connsiteY6" fmla="*/ 4029 h 9401"/>
                <a:gd name="connsiteX7" fmla="*/ 0 w 10762"/>
                <a:gd name="connsiteY7" fmla="*/ 0 h 9401"/>
                <a:gd name="connsiteX8" fmla="*/ 0 w 10762"/>
                <a:gd name="connsiteY8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2" h="9401">
                  <a:moveTo>
                    <a:pt x="0" y="0"/>
                  </a:moveTo>
                  <a:lnTo>
                    <a:pt x="6727" y="0"/>
                  </a:lnTo>
                  <a:lnTo>
                    <a:pt x="10763" y="2686"/>
                  </a:lnTo>
                  <a:lnTo>
                    <a:pt x="5382" y="8059"/>
                  </a:lnTo>
                  <a:lnTo>
                    <a:pt x="2691" y="9402"/>
                  </a:lnTo>
                  <a:lnTo>
                    <a:pt x="0" y="6715"/>
                  </a:lnTo>
                  <a:lnTo>
                    <a:pt x="1346" y="4029"/>
                  </a:lnTo>
                  <a:cubicBezTo>
                    <a:pt x="1346" y="2686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6F7E12DF-B5F6-D5E4-3735-70AF51A0CD6B}"/>
                </a:ext>
              </a:extLst>
            </p:cNvPr>
            <p:cNvSpPr/>
            <p:nvPr/>
          </p:nvSpPr>
          <p:spPr>
            <a:xfrm>
              <a:off x="10193921" y="4524287"/>
              <a:ext cx="256966" cy="232352"/>
            </a:xfrm>
            <a:custGeom>
              <a:avLst/>
              <a:gdLst>
                <a:gd name="connsiteX0" fmla="*/ 2691 w 256966"/>
                <a:gd name="connsiteY0" fmla="*/ 89986 h 232352"/>
                <a:gd name="connsiteX1" fmla="*/ 6727 w 256966"/>
                <a:gd name="connsiteY1" fmla="*/ 83271 h 232352"/>
                <a:gd name="connsiteX2" fmla="*/ 13454 w 256966"/>
                <a:gd name="connsiteY2" fmla="*/ 73869 h 232352"/>
                <a:gd name="connsiteX3" fmla="*/ 16145 w 256966"/>
                <a:gd name="connsiteY3" fmla="*/ 71183 h 232352"/>
                <a:gd name="connsiteX4" fmla="*/ 20181 w 256966"/>
                <a:gd name="connsiteY4" fmla="*/ 69840 h 232352"/>
                <a:gd name="connsiteX5" fmla="*/ 25562 w 256966"/>
                <a:gd name="connsiteY5" fmla="*/ 79241 h 232352"/>
                <a:gd name="connsiteX6" fmla="*/ 33634 w 256966"/>
                <a:gd name="connsiteY6" fmla="*/ 84614 h 232352"/>
                <a:gd name="connsiteX7" fmla="*/ 34979 w 256966"/>
                <a:gd name="connsiteY7" fmla="*/ 87300 h 232352"/>
                <a:gd name="connsiteX8" fmla="*/ 40361 w 256966"/>
                <a:gd name="connsiteY8" fmla="*/ 92672 h 232352"/>
                <a:gd name="connsiteX9" fmla="*/ 43052 w 256966"/>
                <a:gd name="connsiteY9" fmla="*/ 96702 h 232352"/>
                <a:gd name="connsiteX10" fmla="*/ 45742 w 256966"/>
                <a:gd name="connsiteY10" fmla="*/ 96702 h 232352"/>
                <a:gd name="connsiteX11" fmla="*/ 53815 w 256966"/>
                <a:gd name="connsiteY11" fmla="*/ 95358 h 232352"/>
                <a:gd name="connsiteX12" fmla="*/ 55160 w 256966"/>
                <a:gd name="connsiteY12" fmla="*/ 92672 h 232352"/>
                <a:gd name="connsiteX13" fmla="*/ 60542 w 256966"/>
                <a:gd name="connsiteY13" fmla="*/ 92672 h 232352"/>
                <a:gd name="connsiteX14" fmla="*/ 64578 w 256966"/>
                <a:gd name="connsiteY14" fmla="*/ 91329 h 232352"/>
                <a:gd name="connsiteX15" fmla="*/ 79377 w 256966"/>
                <a:gd name="connsiteY15" fmla="*/ 91329 h 232352"/>
                <a:gd name="connsiteX16" fmla="*/ 94176 w 256966"/>
                <a:gd name="connsiteY16" fmla="*/ 85957 h 232352"/>
                <a:gd name="connsiteX17" fmla="*/ 96867 w 256966"/>
                <a:gd name="connsiteY17" fmla="*/ 81928 h 232352"/>
                <a:gd name="connsiteX18" fmla="*/ 110321 w 256966"/>
                <a:gd name="connsiteY18" fmla="*/ 81928 h 232352"/>
                <a:gd name="connsiteX19" fmla="*/ 117048 w 256966"/>
                <a:gd name="connsiteY19" fmla="*/ 84614 h 232352"/>
                <a:gd name="connsiteX20" fmla="*/ 118393 w 256966"/>
                <a:gd name="connsiteY20" fmla="*/ 88643 h 232352"/>
                <a:gd name="connsiteX21" fmla="*/ 125120 w 256966"/>
                <a:gd name="connsiteY21" fmla="*/ 88643 h 232352"/>
                <a:gd name="connsiteX22" fmla="*/ 135883 w 256966"/>
                <a:gd name="connsiteY22" fmla="*/ 81928 h 232352"/>
                <a:gd name="connsiteX23" fmla="*/ 147991 w 256966"/>
                <a:gd name="connsiteY23" fmla="*/ 80585 h 232352"/>
                <a:gd name="connsiteX24" fmla="*/ 146646 w 256966"/>
                <a:gd name="connsiteY24" fmla="*/ 76555 h 232352"/>
                <a:gd name="connsiteX25" fmla="*/ 157409 w 256966"/>
                <a:gd name="connsiteY25" fmla="*/ 60438 h 232352"/>
                <a:gd name="connsiteX26" fmla="*/ 161445 w 256966"/>
                <a:gd name="connsiteY26" fmla="*/ 49694 h 232352"/>
                <a:gd name="connsiteX27" fmla="*/ 169517 w 256966"/>
                <a:gd name="connsiteY27" fmla="*/ 37606 h 232352"/>
                <a:gd name="connsiteX28" fmla="*/ 174899 w 256966"/>
                <a:gd name="connsiteY28" fmla="*/ 17460 h 232352"/>
                <a:gd name="connsiteX29" fmla="*/ 174899 w 256966"/>
                <a:gd name="connsiteY29" fmla="*/ 14774 h 232352"/>
                <a:gd name="connsiteX30" fmla="*/ 177590 w 256966"/>
                <a:gd name="connsiteY30" fmla="*/ 9401 h 232352"/>
                <a:gd name="connsiteX31" fmla="*/ 177590 w 256966"/>
                <a:gd name="connsiteY31" fmla="*/ 6715 h 232352"/>
                <a:gd name="connsiteX32" fmla="*/ 182971 w 256966"/>
                <a:gd name="connsiteY32" fmla="*/ 0 h 232352"/>
                <a:gd name="connsiteX33" fmla="*/ 187007 w 256966"/>
                <a:gd name="connsiteY33" fmla="*/ 1343 h 232352"/>
                <a:gd name="connsiteX34" fmla="*/ 195080 w 256966"/>
                <a:gd name="connsiteY34" fmla="*/ 1343 h 232352"/>
                <a:gd name="connsiteX35" fmla="*/ 205842 w 256966"/>
                <a:gd name="connsiteY35" fmla="*/ 1343 h 232352"/>
                <a:gd name="connsiteX36" fmla="*/ 209878 w 256966"/>
                <a:gd name="connsiteY36" fmla="*/ 2686 h 232352"/>
                <a:gd name="connsiteX37" fmla="*/ 216605 w 256966"/>
                <a:gd name="connsiteY37" fmla="*/ 2686 h 232352"/>
                <a:gd name="connsiteX38" fmla="*/ 221987 w 256966"/>
                <a:gd name="connsiteY38" fmla="*/ 4029 h 232352"/>
                <a:gd name="connsiteX39" fmla="*/ 221987 w 256966"/>
                <a:gd name="connsiteY39" fmla="*/ 6715 h 232352"/>
                <a:gd name="connsiteX40" fmla="*/ 219296 w 256966"/>
                <a:gd name="connsiteY40" fmla="*/ 6715 h 232352"/>
                <a:gd name="connsiteX41" fmla="*/ 219296 w 256966"/>
                <a:gd name="connsiteY41" fmla="*/ 9401 h 232352"/>
                <a:gd name="connsiteX42" fmla="*/ 217951 w 256966"/>
                <a:gd name="connsiteY42" fmla="*/ 12088 h 232352"/>
                <a:gd name="connsiteX43" fmla="*/ 223332 w 256966"/>
                <a:gd name="connsiteY43" fmla="*/ 13431 h 232352"/>
                <a:gd name="connsiteX44" fmla="*/ 228714 w 256966"/>
                <a:gd name="connsiteY44" fmla="*/ 20146 h 232352"/>
                <a:gd name="connsiteX45" fmla="*/ 223332 w 256966"/>
                <a:gd name="connsiteY45" fmla="*/ 21489 h 232352"/>
                <a:gd name="connsiteX46" fmla="*/ 216605 w 256966"/>
                <a:gd name="connsiteY46" fmla="*/ 20146 h 232352"/>
                <a:gd name="connsiteX47" fmla="*/ 213914 w 256966"/>
                <a:gd name="connsiteY47" fmla="*/ 21489 h 232352"/>
                <a:gd name="connsiteX48" fmla="*/ 219296 w 256966"/>
                <a:gd name="connsiteY48" fmla="*/ 26862 h 232352"/>
                <a:gd name="connsiteX49" fmla="*/ 220641 w 256966"/>
                <a:gd name="connsiteY49" fmla="*/ 28204 h 232352"/>
                <a:gd name="connsiteX50" fmla="*/ 221987 w 256966"/>
                <a:gd name="connsiteY50" fmla="*/ 30891 h 232352"/>
                <a:gd name="connsiteX51" fmla="*/ 219296 w 256966"/>
                <a:gd name="connsiteY51" fmla="*/ 30891 h 232352"/>
                <a:gd name="connsiteX52" fmla="*/ 216605 w 256966"/>
                <a:gd name="connsiteY52" fmla="*/ 34920 h 232352"/>
                <a:gd name="connsiteX53" fmla="*/ 221987 w 256966"/>
                <a:gd name="connsiteY53" fmla="*/ 38949 h 232352"/>
                <a:gd name="connsiteX54" fmla="*/ 223332 w 256966"/>
                <a:gd name="connsiteY54" fmla="*/ 44321 h 232352"/>
                <a:gd name="connsiteX55" fmla="*/ 231405 w 256966"/>
                <a:gd name="connsiteY55" fmla="*/ 53723 h 232352"/>
                <a:gd name="connsiteX56" fmla="*/ 235441 w 256966"/>
                <a:gd name="connsiteY56" fmla="*/ 56409 h 232352"/>
                <a:gd name="connsiteX57" fmla="*/ 232750 w 256966"/>
                <a:gd name="connsiteY57" fmla="*/ 61781 h 232352"/>
                <a:gd name="connsiteX58" fmla="*/ 226023 w 256966"/>
                <a:gd name="connsiteY58" fmla="*/ 63125 h 232352"/>
                <a:gd name="connsiteX59" fmla="*/ 226023 w 256966"/>
                <a:gd name="connsiteY59" fmla="*/ 67154 h 232352"/>
                <a:gd name="connsiteX60" fmla="*/ 227368 w 256966"/>
                <a:gd name="connsiteY60" fmla="*/ 68497 h 232352"/>
                <a:gd name="connsiteX61" fmla="*/ 228714 w 256966"/>
                <a:gd name="connsiteY61" fmla="*/ 72526 h 232352"/>
                <a:gd name="connsiteX62" fmla="*/ 232750 w 256966"/>
                <a:gd name="connsiteY62" fmla="*/ 75212 h 232352"/>
                <a:gd name="connsiteX63" fmla="*/ 243513 w 256966"/>
                <a:gd name="connsiteY63" fmla="*/ 85957 h 232352"/>
                <a:gd name="connsiteX64" fmla="*/ 247549 w 256966"/>
                <a:gd name="connsiteY64" fmla="*/ 85957 h 232352"/>
                <a:gd name="connsiteX65" fmla="*/ 251586 w 256966"/>
                <a:gd name="connsiteY65" fmla="*/ 89986 h 232352"/>
                <a:gd name="connsiteX66" fmla="*/ 252931 w 256966"/>
                <a:gd name="connsiteY66" fmla="*/ 94015 h 232352"/>
                <a:gd name="connsiteX67" fmla="*/ 256967 w 256966"/>
                <a:gd name="connsiteY67" fmla="*/ 94015 h 232352"/>
                <a:gd name="connsiteX68" fmla="*/ 255622 w 256966"/>
                <a:gd name="connsiteY68" fmla="*/ 99388 h 232352"/>
                <a:gd name="connsiteX69" fmla="*/ 252931 w 256966"/>
                <a:gd name="connsiteY69" fmla="*/ 100731 h 232352"/>
                <a:gd name="connsiteX70" fmla="*/ 250240 w 256966"/>
                <a:gd name="connsiteY70" fmla="*/ 99388 h 232352"/>
                <a:gd name="connsiteX71" fmla="*/ 246204 w 256966"/>
                <a:gd name="connsiteY71" fmla="*/ 102074 h 232352"/>
                <a:gd name="connsiteX72" fmla="*/ 239477 w 256966"/>
                <a:gd name="connsiteY72" fmla="*/ 100731 h 232352"/>
                <a:gd name="connsiteX73" fmla="*/ 231405 w 256966"/>
                <a:gd name="connsiteY73" fmla="*/ 92672 h 232352"/>
                <a:gd name="connsiteX74" fmla="*/ 232750 w 256966"/>
                <a:gd name="connsiteY74" fmla="*/ 99388 h 232352"/>
                <a:gd name="connsiteX75" fmla="*/ 231405 w 256966"/>
                <a:gd name="connsiteY75" fmla="*/ 102074 h 232352"/>
                <a:gd name="connsiteX76" fmla="*/ 228714 w 256966"/>
                <a:gd name="connsiteY76" fmla="*/ 99388 h 232352"/>
                <a:gd name="connsiteX77" fmla="*/ 223332 w 256966"/>
                <a:gd name="connsiteY77" fmla="*/ 104760 h 232352"/>
                <a:gd name="connsiteX78" fmla="*/ 223332 w 256966"/>
                <a:gd name="connsiteY78" fmla="*/ 108789 h 232352"/>
                <a:gd name="connsiteX79" fmla="*/ 220641 w 256966"/>
                <a:gd name="connsiteY79" fmla="*/ 111475 h 232352"/>
                <a:gd name="connsiteX80" fmla="*/ 220641 w 256966"/>
                <a:gd name="connsiteY80" fmla="*/ 120877 h 232352"/>
                <a:gd name="connsiteX81" fmla="*/ 217951 w 256966"/>
                <a:gd name="connsiteY81" fmla="*/ 124906 h 232352"/>
                <a:gd name="connsiteX82" fmla="*/ 216605 w 256966"/>
                <a:gd name="connsiteY82" fmla="*/ 132965 h 232352"/>
                <a:gd name="connsiteX83" fmla="*/ 209878 w 256966"/>
                <a:gd name="connsiteY83" fmla="*/ 139680 h 232352"/>
                <a:gd name="connsiteX84" fmla="*/ 212569 w 256966"/>
                <a:gd name="connsiteY84" fmla="*/ 146395 h 232352"/>
                <a:gd name="connsiteX85" fmla="*/ 208533 w 256966"/>
                <a:gd name="connsiteY85" fmla="*/ 150424 h 232352"/>
                <a:gd name="connsiteX86" fmla="*/ 204497 w 256966"/>
                <a:gd name="connsiteY86" fmla="*/ 154454 h 232352"/>
                <a:gd name="connsiteX87" fmla="*/ 201806 w 256966"/>
                <a:gd name="connsiteY87" fmla="*/ 150424 h 232352"/>
                <a:gd name="connsiteX88" fmla="*/ 199116 w 256966"/>
                <a:gd name="connsiteY88" fmla="*/ 149082 h 232352"/>
                <a:gd name="connsiteX89" fmla="*/ 200461 w 256966"/>
                <a:gd name="connsiteY89" fmla="*/ 153111 h 232352"/>
                <a:gd name="connsiteX90" fmla="*/ 200461 w 256966"/>
                <a:gd name="connsiteY90" fmla="*/ 158483 h 232352"/>
                <a:gd name="connsiteX91" fmla="*/ 196425 w 256966"/>
                <a:gd name="connsiteY91" fmla="*/ 162512 h 232352"/>
                <a:gd name="connsiteX92" fmla="*/ 195080 w 256966"/>
                <a:gd name="connsiteY92" fmla="*/ 167885 h 232352"/>
                <a:gd name="connsiteX93" fmla="*/ 191044 w 256966"/>
                <a:gd name="connsiteY93" fmla="*/ 169228 h 232352"/>
                <a:gd name="connsiteX94" fmla="*/ 187007 w 256966"/>
                <a:gd name="connsiteY94" fmla="*/ 169228 h 232352"/>
                <a:gd name="connsiteX95" fmla="*/ 188353 w 256966"/>
                <a:gd name="connsiteY95" fmla="*/ 170571 h 232352"/>
                <a:gd name="connsiteX96" fmla="*/ 185662 w 256966"/>
                <a:gd name="connsiteY96" fmla="*/ 174600 h 232352"/>
                <a:gd name="connsiteX97" fmla="*/ 192389 w 256966"/>
                <a:gd name="connsiteY97" fmla="*/ 173257 h 232352"/>
                <a:gd name="connsiteX98" fmla="*/ 193734 w 256966"/>
                <a:gd name="connsiteY98" fmla="*/ 174600 h 232352"/>
                <a:gd name="connsiteX99" fmla="*/ 192389 w 256966"/>
                <a:gd name="connsiteY99" fmla="*/ 179972 h 232352"/>
                <a:gd name="connsiteX100" fmla="*/ 189698 w 256966"/>
                <a:gd name="connsiteY100" fmla="*/ 181315 h 232352"/>
                <a:gd name="connsiteX101" fmla="*/ 191044 w 256966"/>
                <a:gd name="connsiteY101" fmla="*/ 182659 h 232352"/>
                <a:gd name="connsiteX102" fmla="*/ 193734 w 256966"/>
                <a:gd name="connsiteY102" fmla="*/ 182659 h 232352"/>
                <a:gd name="connsiteX103" fmla="*/ 195080 w 256966"/>
                <a:gd name="connsiteY103" fmla="*/ 185344 h 232352"/>
                <a:gd name="connsiteX104" fmla="*/ 193734 w 256966"/>
                <a:gd name="connsiteY104" fmla="*/ 189374 h 232352"/>
                <a:gd name="connsiteX105" fmla="*/ 188353 w 256966"/>
                <a:gd name="connsiteY105" fmla="*/ 188031 h 232352"/>
                <a:gd name="connsiteX106" fmla="*/ 188353 w 256966"/>
                <a:gd name="connsiteY106" fmla="*/ 188031 h 232352"/>
                <a:gd name="connsiteX107" fmla="*/ 188353 w 256966"/>
                <a:gd name="connsiteY107" fmla="*/ 189374 h 232352"/>
                <a:gd name="connsiteX108" fmla="*/ 189698 w 256966"/>
                <a:gd name="connsiteY108" fmla="*/ 192060 h 232352"/>
                <a:gd name="connsiteX109" fmla="*/ 192389 w 256966"/>
                <a:gd name="connsiteY109" fmla="*/ 193403 h 232352"/>
                <a:gd name="connsiteX110" fmla="*/ 188353 w 256966"/>
                <a:gd name="connsiteY110" fmla="*/ 201462 h 232352"/>
                <a:gd name="connsiteX111" fmla="*/ 185662 w 256966"/>
                <a:gd name="connsiteY111" fmla="*/ 201462 h 232352"/>
                <a:gd name="connsiteX112" fmla="*/ 184317 w 256966"/>
                <a:gd name="connsiteY112" fmla="*/ 200118 h 232352"/>
                <a:gd name="connsiteX113" fmla="*/ 182971 w 256966"/>
                <a:gd name="connsiteY113" fmla="*/ 206834 h 232352"/>
                <a:gd name="connsiteX114" fmla="*/ 182971 w 256966"/>
                <a:gd name="connsiteY114" fmla="*/ 209520 h 232352"/>
                <a:gd name="connsiteX115" fmla="*/ 177590 w 256966"/>
                <a:gd name="connsiteY115" fmla="*/ 220265 h 232352"/>
                <a:gd name="connsiteX116" fmla="*/ 168172 w 256966"/>
                <a:gd name="connsiteY116" fmla="*/ 225637 h 232352"/>
                <a:gd name="connsiteX117" fmla="*/ 161445 w 256966"/>
                <a:gd name="connsiteY117" fmla="*/ 226980 h 232352"/>
                <a:gd name="connsiteX118" fmla="*/ 150682 w 256966"/>
                <a:gd name="connsiteY118" fmla="*/ 232352 h 232352"/>
                <a:gd name="connsiteX119" fmla="*/ 145301 w 256966"/>
                <a:gd name="connsiteY119" fmla="*/ 232352 h 232352"/>
                <a:gd name="connsiteX120" fmla="*/ 143955 w 256966"/>
                <a:gd name="connsiteY120" fmla="*/ 225637 h 232352"/>
                <a:gd name="connsiteX121" fmla="*/ 145301 w 256966"/>
                <a:gd name="connsiteY121" fmla="*/ 221608 h 232352"/>
                <a:gd name="connsiteX122" fmla="*/ 142610 w 256966"/>
                <a:gd name="connsiteY122" fmla="*/ 217578 h 232352"/>
                <a:gd name="connsiteX123" fmla="*/ 141265 w 256966"/>
                <a:gd name="connsiteY123" fmla="*/ 216235 h 232352"/>
                <a:gd name="connsiteX124" fmla="*/ 138574 w 256966"/>
                <a:gd name="connsiteY124" fmla="*/ 217578 h 232352"/>
                <a:gd name="connsiteX125" fmla="*/ 135883 w 256966"/>
                <a:gd name="connsiteY125" fmla="*/ 213549 h 232352"/>
                <a:gd name="connsiteX126" fmla="*/ 133192 w 256966"/>
                <a:gd name="connsiteY126" fmla="*/ 214892 h 232352"/>
                <a:gd name="connsiteX127" fmla="*/ 129156 w 256966"/>
                <a:gd name="connsiteY127" fmla="*/ 213549 h 232352"/>
                <a:gd name="connsiteX128" fmla="*/ 126465 w 256966"/>
                <a:gd name="connsiteY128" fmla="*/ 209520 h 232352"/>
                <a:gd name="connsiteX129" fmla="*/ 125120 w 256966"/>
                <a:gd name="connsiteY129" fmla="*/ 213549 h 232352"/>
                <a:gd name="connsiteX130" fmla="*/ 126465 w 256966"/>
                <a:gd name="connsiteY130" fmla="*/ 217578 h 232352"/>
                <a:gd name="connsiteX131" fmla="*/ 122429 w 256966"/>
                <a:gd name="connsiteY131" fmla="*/ 216235 h 232352"/>
                <a:gd name="connsiteX132" fmla="*/ 119738 w 256966"/>
                <a:gd name="connsiteY132" fmla="*/ 213549 h 232352"/>
                <a:gd name="connsiteX133" fmla="*/ 119738 w 256966"/>
                <a:gd name="connsiteY133" fmla="*/ 209520 h 232352"/>
                <a:gd name="connsiteX134" fmla="*/ 117048 w 256966"/>
                <a:gd name="connsiteY134" fmla="*/ 206834 h 232352"/>
                <a:gd name="connsiteX135" fmla="*/ 114357 w 256966"/>
                <a:gd name="connsiteY135" fmla="*/ 208177 h 232352"/>
                <a:gd name="connsiteX136" fmla="*/ 108975 w 256966"/>
                <a:gd name="connsiteY136" fmla="*/ 205491 h 232352"/>
                <a:gd name="connsiteX137" fmla="*/ 106284 w 256966"/>
                <a:gd name="connsiteY137" fmla="*/ 205491 h 232352"/>
                <a:gd name="connsiteX138" fmla="*/ 102248 w 256966"/>
                <a:gd name="connsiteY138" fmla="*/ 210863 h 232352"/>
                <a:gd name="connsiteX139" fmla="*/ 96867 w 256966"/>
                <a:gd name="connsiteY139" fmla="*/ 210863 h 232352"/>
                <a:gd name="connsiteX140" fmla="*/ 95521 w 256966"/>
                <a:gd name="connsiteY140" fmla="*/ 213549 h 232352"/>
                <a:gd name="connsiteX141" fmla="*/ 91485 w 256966"/>
                <a:gd name="connsiteY141" fmla="*/ 213549 h 232352"/>
                <a:gd name="connsiteX142" fmla="*/ 88795 w 256966"/>
                <a:gd name="connsiteY142" fmla="*/ 212206 h 232352"/>
                <a:gd name="connsiteX143" fmla="*/ 86104 w 256966"/>
                <a:gd name="connsiteY143" fmla="*/ 212206 h 232352"/>
                <a:gd name="connsiteX144" fmla="*/ 79377 w 256966"/>
                <a:gd name="connsiteY144" fmla="*/ 220265 h 232352"/>
                <a:gd name="connsiteX145" fmla="*/ 76687 w 256966"/>
                <a:gd name="connsiteY145" fmla="*/ 220265 h 232352"/>
                <a:gd name="connsiteX146" fmla="*/ 76687 w 256966"/>
                <a:gd name="connsiteY146" fmla="*/ 216235 h 232352"/>
                <a:gd name="connsiteX147" fmla="*/ 75341 w 256966"/>
                <a:gd name="connsiteY147" fmla="*/ 206834 h 232352"/>
                <a:gd name="connsiteX148" fmla="*/ 73996 w 256966"/>
                <a:gd name="connsiteY148" fmla="*/ 200118 h 232352"/>
                <a:gd name="connsiteX149" fmla="*/ 75341 w 256966"/>
                <a:gd name="connsiteY149" fmla="*/ 196089 h 232352"/>
                <a:gd name="connsiteX150" fmla="*/ 72650 w 256966"/>
                <a:gd name="connsiteY150" fmla="*/ 193403 h 232352"/>
                <a:gd name="connsiteX151" fmla="*/ 73996 w 256966"/>
                <a:gd name="connsiteY151" fmla="*/ 196089 h 232352"/>
                <a:gd name="connsiteX152" fmla="*/ 71305 w 256966"/>
                <a:gd name="connsiteY152" fmla="*/ 200118 h 232352"/>
                <a:gd name="connsiteX153" fmla="*/ 68614 w 256966"/>
                <a:gd name="connsiteY153" fmla="*/ 202805 h 232352"/>
                <a:gd name="connsiteX154" fmla="*/ 64578 w 256966"/>
                <a:gd name="connsiteY154" fmla="*/ 200118 h 232352"/>
                <a:gd name="connsiteX155" fmla="*/ 60542 w 256966"/>
                <a:gd name="connsiteY155" fmla="*/ 204147 h 232352"/>
                <a:gd name="connsiteX156" fmla="*/ 53815 w 256966"/>
                <a:gd name="connsiteY156" fmla="*/ 204147 h 232352"/>
                <a:gd name="connsiteX157" fmla="*/ 49779 w 256966"/>
                <a:gd name="connsiteY157" fmla="*/ 202805 h 232352"/>
                <a:gd name="connsiteX158" fmla="*/ 44397 w 256966"/>
                <a:gd name="connsiteY158" fmla="*/ 202805 h 232352"/>
                <a:gd name="connsiteX159" fmla="*/ 43052 w 256966"/>
                <a:gd name="connsiteY159" fmla="*/ 198775 h 232352"/>
                <a:gd name="connsiteX160" fmla="*/ 39015 w 256966"/>
                <a:gd name="connsiteY160" fmla="*/ 202805 h 232352"/>
                <a:gd name="connsiteX161" fmla="*/ 36325 w 256966"/>
                <a:gd name="connsiteY161" fmla="*/ 202805 h 232352"/>
                <a:gd name="connsiteX162" fmla="*/ 33634 w 256966"/>
                <a:gd name="connsiteY162" fmla="*/ 194746 h 232352"/>
                <a:gd name="connsiteX163" fmla="*/ 32289 w 256966"/>
                <a:gd name="connsiteY163" fmla="*/ 189374 h 232352"/>
                <a:gd name="connsiteX164" fmla="*/ 30943 w 256966"/>
                <a:gd name="connsiteY164" fmla="*/ 177286 h 232352"/>
                <a:gd name="connsiteX165" fmla="*/ 26908 w 256966"/>
                <a:gd name="connsiteY165" fmla="*/ 174600 h 232352"/>
                <a:gd name="connsiteX166" fmla="*/ 25562 w 256966"/>
                <a:gd name="connsiteY166" fmla="*/ 171914 h 232352"/>
                <a:gd name="connsiteX167" fmla="*/ 28253 w 256966"/>
                <a:gd name="connsiteY167" fmla="*/ 167885 h 232352"/>
                <a:gd name="connsiteX168" fmla="*/ 32289 w 256966"/>
                <a:gd name="connsiteY168" fmla="*/ 162512 h 232352"/>
                <a:gd name="connsiteX169" fmla="*/ 30943 w 256966"/>
                <a:gd name="connsiteY169" fmla="*/ 158483 h 232352"/>
                <a:gd name="connsiteX170" fmla="*/ 28253 w 256966"/>
                <a:gd name="connsiteY170" fmla="*/ 153111 h 232352"/>
                <a:gd name="connsiteX171" fmla="*/ 21526 w 256966"/>
                <a:gd name="connsiteY171" fmla="*/ 146395 h 232352"/>
                <a:gd name="connsiteX172" fmla="*/ 14799 w 256966"/>
                <a:gd name="connsiteY172" fmla="*/ 142366 h 232352"/>
                <a:gd name="connsiteX173" fmla="*/ 9418 w 256966"/>
                <a:gd name="connsiteY173" fmla="*/ 141023 h 232352"/>
                <a:gd name="connsiteX174" fmla="*/ 8072 w 256966"/>
                <a:gd name="connsiteY174" fmla="*/ 139680 h 232352"/>
                <a:gd name="connsiteX175" fmla="*/ 13454 w 256966"/>
                <a:gd name="connsiteY175" fmla="*/ 138337 h 232352"/>
                <a:gd name="connsiteX176" fmla="*/ 17490 w 256966"/>
                <a:gd name="connsiteY176" fmla="*/ 134308 h 232352"/>
                <a:gd name="connsiteX177" fmla="*/ 26908 w 256966"/>
                <a:gd name="connsiteY177" fmla="*/ 132965 h 232352"/>
                <a:gd name="connsiteX178" fmla="*/ 32289 w 256966"/>
                <a:gd name="connsiteY178" fmla="*/ 127592 h 232352"/>
                <a:gd name="connsiteX179" fmla="*/ 37670 w 256966"/>
                <a:gd name="connsiteY179" fmla="*/ 128935 h 232352"/>
                <a:gd name="connsiteX180" fmla="*/ 33634 w 256966"/>
                <a:gd name="connsiteY180" fmla="*/ 127592 h 232352"/>
                <a:gd name="connsiteX181" fmla="*/ 25562 w 256966"/>
                <a:gd name="connsiteY181" fmla="*/ 131621 h 232352"/>
                <a:gd name="connsiteX182" fmla="*/ 17490 w 256966"/>
                <a:gd name="connsiteY182" fmla="*/ 132965 h 232352"/>
                <a:gd name="connsiteX183" fmla="*/ 14799 w 256966"/>
                <a:gd name="connsiteY183" fmla="*/ 132965 h 232352"/>
                <a:gd name="connsiteX184" fmla="*/ 9418 w 256966"/>
                <a:gd name="connsiteY184" fmla="*/ 131621 h 232352"/>
                <a:gd name="connsiteX185" fmla="*/ 6727 w 256966"/>
                <a:gd name="connsiteY185" fmla="*/ 126249 h 232352"/>
                <a:gd name="connsiteX186" fmla="*/ 8072 w 256966"/>
                <a:gd name="connsiteY186" fmla="*/ 123563 h 232352"/>
                <a:gd name="connsiteX187" fmla="*/ 10763 w 256966"/>
                <a:gd name="connsiteY187" fmla="*/ 126249 h 232352"/>
                <a:gd name="connsiteX188" fmla="*/ 8072 w 256966"/>
                <a:gd name="connsiteY188" fmla="*/ 122220 h 232352"/>
                <a:gd name="connsiteX189" fmla="*/ 0 w 256966"/>
                <a:gd name="connsiteY189" fmla="*/ 111475 h 232352"/>
                <a:gd name="connsiteX190" fmla="*/ 0 w 256966"/>
                <a:gd name="connsiteY190" fmla="*/ 102074 h 232352"/>
                <a:gd name="connsiteX191" fmla="*/ 4036 w 256966"/>
                <a:gd name="connsiteY191" fmla="*/ 100731 h 232352"/>
                <a:gd name="connsiteX192" fmla="*/ 4036 w 256966"/>
                <a:gd name="connsiteY192" fmla="*/ 96702 h 232352"/>
                <a:gd name="connsiteX193" fmla="*/ 2691 w 256966"/>
                <a:gd name="connsiteY193" fmla="*/ 94015 h 23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256966" h="232352">
                  <a:moveTo>
                    <a:pt x="2691" y="89986"/>
                  </a:moveTo>
                  <a:lnTo>
                    <a:pt x="6727" y="83271"/>
                  </a:lnTo>
                  <a:lnTo>
                    <a:pt x="13454" y="73869"/>
                  </a:lnTo>
                  <a:lnTo>
                    <a:pt x="16145" y="71183"/>
                  </a:lnTo>
                  <a:lnTo>
                    <a:pt x="20181" y="69840"/>
                  </a:lnTo>
                  <a:lnTo>
                    <a:pt x="25562" y="79241"/>
                  </a:lnTo>
                  <a:lnTo>
                    <a:pt x="33634" y="84614"/>
                  </a:lnTo>
                  <a:lnTo>
                    <a:pt x="34979" y="87300"/>
                  </a:lnTo>
                  <a:lnTo>
                    <a:pt x="40361" y="92672"/>
                  </a:lnTo>
                  <a:lnTo>
                    <a:pt x="43052" y="96702"/>
                  </a:lnTo>
                  <a:lnTo>
                    <a:pt x="45742" y="96702"/>
                  </a:lnTo>
                  <a:lnTo>
                    <a:pt x="53815" y="95358"/>
                  </a:lnTo>
                  <a:lnTo>
                    <a:pt x="55160" y="92672"/>
                  </a:lnTo>
                  <a:lnTo>
                    <a:pt x="60542" y="92672"/>
                  </a:lnTo>
                  <a:lnTo>
                    <a:pt x="64578" y="91329"/>
                  </a:lnTo>
                  <a:lnTo>
                    <a:pt x="79377" y="91329"/>
                  </a:lnTo>
                  <a:lnTo>
                    <a:pt x="94176" y="85957"/>
                  </a:lnTo>
                  <a:lnTo>
                    <a:pt x="96867" y="81928"/>
                  </a:lnTo>
                  <a:lnTo>
                    <a:pt x="110321" y="81928"/>
                  </a:lnTo>
                  <a:lnTo>
                    <a:pt x="117048" y="84614"/>
                  </a:lnTo>
                  <a:lnTo>
                    <a:pt x="118393" y="88643"/>
                  </a:lnTo>
                  <a:lnTo>
                    <a:pt x="125120" y="88643"/>
                  </a:lnTo>
                  <a:lnTo>
                    <a:pt x="135883" y="81928"/>
                  </a:lnTo>
                  <a:lnTo>
                    <a:pt x="147991" y="80585"/>
                  </a:lnTo>
                  <a:lnTo>
                    <a:pt x="146646" y="76555"/>
                  </a:lnTo>
                  <a:lnTo>
                    <a:pt x="157409" y="60438"/>
                  </a:lnTo>
                  <a:lnTo>
                    <a:pt x="161445" y="49694"/>
                  </a:lnTo>
                  <a:lnTo>
                    <a:pt x="169517" y="37606"/>
                  </a:lnTo>
                  <a:lnTo>
                    <a:pt x="174899" y="17460"/>
                  </a:lnTo>
                  <a:lnTo>
                    <a:pt x="174899" y="14774"/>
                  </a:lnTo>
                  <a:lnTo>
                    <a:pt x="177590" y="9401"/>
                  </a:lnTo>
                  <a:lnTo>
                    <a:pt x="177590" y="6715"/>
                  </a:lnTo>
                  <a:lnTo>
                    <a:pt x="182971" y="0"/>
                  </a:lnTo>
                  <a:lnTo>
                    <a:pt x="187007" y="1343"/>
                  </a:lnTo>
                  <a:lnTo>
                    <a:pt x="195080" y="1343"/>
                  </a:lnTo>
                  <a:lnTo>
                    <a:pt x="205842" y="1343"/>
                  </a:lnTo>
                  <a:lnTo>
                    <a:pt x="209878" y="2686"/>
                  </a:lnTo>
                  <a:lnTo>
                    <a:pt x="216605" y="2686"/>
                  </a:lnTo>
                  <a:lnTo>
                    <a:pt x="221987" y="4029"/>
                  </a:lnTo>
                  <a:lnTo>
                    <a:pt x="221987" y="6715"/>
                  </a:lnTo>
                  <a:lnTo>
                    <a:pt x="219296" y="6715"/>
                  </a:lnTo>
                  <a:lnTo>
                    <a:pt x="219296" y="9401"/>
                  </a:lnTo>
                  <a:lnTo>
                    <a:pt x="217951" y="12088"/>
                  </a:lnTo>
                  <a:lnTo>
                    <a:pt x="223332" y="13431"/>
                  </a:lnTo>
                  <a:lnTo>
                    <a:pt x="228714" y="20146"/>
                  </a:lnTo>
                  <a:lnTo>
                    <a:pt x="223332" y="21489"/>
                  </a:lnTo>
                  <a:lnTo>
                    <a:pt x="216605" y="20146"/>
                  </a:lnTo>
                  <a:lnTo>
                    <a:pt x="213914" y="21489"/>
                  </a:lnTo>
                  <a:lnTo>
                    <a:pt x="219296" y="26862"/>
                  </a:lnTo>
                  <a:lnTo>
                    <a:pt x="220641" y="28204"/>
                  </a:lnTo>
                  <a:lnTo>
                    <a:pt x="221987" y="30891"/>
                  </a:lnTo>
                  <a:lnTo>
                    <a:pt x="219296" y="30891"/>
                  </a:lnTo>
                  <a:lnTo>
                    <a:pt x="216605" y="34920"/>
                  </a:lnTo>
                  <a:lnTo>
                    <a:pt x="221987" y="38949"/>
                  </a:lnTo>
                  <a:lnTo>
                    <a:pt x="223332" y="44321"/>
                  </a:lnTo>
                  <a:lnTo>
                    <a:pt x="231405" y="53723"/>
                  </a:lnTo>
                  <a:lnTo>
                    <a:pt x="235441" y="56409"/>
                  </a:lnTo>
                  <a:lnTo>
                    <a:pt x="232750" y="61781"/>
                  </a:lnTo>
                  <a:lnTo>
                    <a:pt x="226023" y="63125"/>
                  </a:lnTo>
                  <a:lnTo>
                    <a:pt x="226023" y="67154"/>
                  </a:lnTo>
                  <a:lnTo>
                    <a:pt x="227368" y="68497"/>
                  </a:lnTo>
                  <a:lnTo>
                    <a:pt x="228714" y="72526"/>
                  </a:lnTo>
                  <a:lnTo>
                    <a:pt x="232750" y="75212"/>
                  </a:lnTo>
                  <a:lnTo>
                    <a:pt x="243513" y="85957"/>
                  </a:lnTo>
                  <a:lnTo>
                    <a:pt x="247549" y="85957"/>
                  </a:lnTo>
                  <a:lnTo>
                    <a:pt x="251586" y="89986"/>
                  </a:lnTo>
                  <a:lnTo>
                    <a:pt x="252931" y="94015"/>
                  </a:lnTo>
                  <a:lnTo>
                    <a:pt x="256967" y="94015"/>
                  </a:lnTo>
                  <a:lnTo>
                    <a:pt x="255622" y="99388"/>
                  </a:lnTo>
                  <a:lnTo>
                    <a:pt x="252931" y="100731"/>
                  </a:lnTo>
                  <a:lnTo>
                    <a:pt x="250240" y="99388"/>
                  </a:lnTo>
                  <a:lnTo>
                    <a:pt x="246204" y="102074"/>
                  </a:lnTo>
                  <a:lnTo>
                    <a:pt x="239477" y="100731"/>
                  </a:lnTo>
                  <a:lnTo>
                    <a:pt x="231405" y="92672"/>
                  </a:lnTo>
                  <a:lnTo>
                    <a:pt x="232750" y="99388"/>
                  </a:lnTo>
                  <a:lnTo>
                    <a:pt x="231405" y="102074"/>
                  </a:lnTo>
                  <a:lnTo>
                    <a:pt x="228714" y="99388"/>
                  </a:lnTo>
                  <a:lnTo>
                    <a:pt x="223332" y="104760"/>
                  </a:lnTo>
                  <a:lnTo>
                    <a:pt x="223332" y="108789"/>
                  </a:lnTo>
                  <a:lnTo>
                    <a:pt x="220641" y="111475"/>
                  </a:lnTo>
                  <a:lnTo>
                    <a:pt x="220641" y="120877"/>
                  </a:lnTo>
                  <a:lnTo>
                    <a:pt x="217951" y="124906"/>
                  </a:lnTo>
                  <a:lnTo>
                    <a:pt x="216605" y="132965"/>
                  </a:lnTo>
                  <a:lnTo>
                    <a:pt x="209878" y="139680"/>
                  </a:lnTo>
                  <a:lnTo>
                    <a:pt x="212569" y="146395"/>
                  </a:lnTo>
                  <a:lnTo>
                    <a:pt x="208533" y="150424"/>
                  </a:lnTo>
                  <a:lnTo>
                    <a:pt x="204497" y="154454"/>
                  </a:lnTo>
                  <a:lnTo>
                    <a:pt x="201806" y="150424"/>
                  </a:lnTo>
                  <a:lnTo>
                    <a:pt x="199116" y="149082"/>
                  </a:lnTo>
                  <a:lnTo>
                    <a:pt x="200461" y="153111"/>
                  </a:lnTo>
                  <a:lnTo>
                    <a:pt x="200461" y="158483"/>
                  </a:lnTo>
                  <a:lnTo>
                    <a:pt x="196425" y="162512"/>
                  </a:lnTo>
                  <a:lnTo>
                    <a:pt x="195080" y="167885"/>
                  </a:lnTo>
                  <a:lnTo>
                    <a:pt x="191044" y="169228"/>
                  </a:lnTo>
                  <a:lnTo>
                    <a:pt x="187007" y="169228"/>
                  </a:lnTo>
                  <a:lnTo>
                    <a:pt x="188353" y="170571"/>
                  </a:lnTo>
                  <a:lnTo>
                    <a:pt x="185662" y="174600"/>
                  </a:lnTo>
                  <a:lnTo>
                    <a:pt x="192389" y="173257"/>
                  </a:lnTo>
                  <a:lnTo>
                    <a:pt x="193734" y="174600"/>
                  </a:lnTo>
                  <a:lnTo>
                    <a:pt x="192389" y="179972"/>
                  </a:lnTo>
                  <a:lnTo>
                    <a:pt x="189698" y="181315"/>
                  </a:lnTo>
                  <a:lnTo>
                    <a:pt x="191044" y="182659"/>
                  </a:lnTo>
                  <a:lnTo>
                    <a:pt x="193734" y="182659"/>
                  </a:lnTo>
                  <a:lnTo>
                    <a:pt x="195080" y="185344"/>
                  </a:lnTo>
                  <a:lnTo>
                    <a:pt x="193734" y="189374"/>
                  </a:lnTo>
                  <a:lnTo>
                    <a:pt x="188353" y="188031"/>
                  </a:lnTo>
                  <a:lnTo>
                    <a:pt x="188353" y="188031"/>
                  </a:lnTo>
                  <a:lnTo>
                    <a:pt x="188353" y="189374"/>
                  </a:lnTo>
                  <a:lnTo>
                    <a:pt x="189698" y="192060"/>
                  </a:lnTo>
                  <a:lnTo>
                    <a:pt x="192389" y="193403"/>
                  </a:lnTo>
                  <a:lnTo>
                    <a:pt x="188353" y="201462"/>
                  </a:lnTo>
                  <a:lnTo>
                    <a:pt x="185662" y="201462"/>
                  </a:lnTo>
                  <a:lnTo>
                    <a:pt x="184317" y="200118"/>
                  </a:lnTo>
                  <a:lnTo>
                    <a:pt x="182971" y="206834"/>
                  </a:lnTo>
                  <a:lnTo>
                    <a:pt x="182971" y="209520"/>
                  </a:lnTo>
                  <a:lnTo>
                    <a:pt x="177590" y="220265"/>
                  </a:lnTo>
                  <a:lnTo>
                    <a:pt x="168172" y="225637"/>
                  </a:lnTo>
                  <a:lnTo>
                    <a:pt x="161445" y="226980"/>
                  </a:lnTo>
                  <a:lnTo>
                    <a:pt x="150682" y="232352"/>
                  </a:lnTo>
                  <a:lnTo>
                    <a:pt x="145301" y="232352"/>
                  </a:lnTo>
                  <a:lnTo>
                    <a:pt x="143955" y="225637"/>
                  </a:lnTo>
                  <a:lnTo>
                    <a:pt x="145301" y="221608"/>
                  </a:lnTo>
                  <a:lnTo>
                    <a:pt x="142610" y="217578"/>
                  </a:lnTo>
                  <a:lnTo>
                    <a:pt x="141265" y="216235"/>
                  </a:lnTo>
                  <a:lnTo>
                    <a:pt x="138574" y="217578"/>
                  </a:lnTo>
                  <a:lnTo>
                    <a:pt x="135883" y="213549"/>
                  </a:lnTo>
                  <a:lnTo>
                    <a:pt x="133192" y="214892"/>
                  </a:lnTo>
                  <a:lnTo>
                    <a:pt x="129156" y="213549"/>
                  </a:lnTo>
                  <a:lnTo>
                    <a:pt x="126465" y="209520"/>
                  </a:lnTo>
                  <a:lnTo>
                    <a:pt x="125120" y="213549"/>
                  </a:lnTo>
                  <a:lnTo>
                    <a:pt x="126465" y="217578"/>
                  </a:lnTo>
                  <a:lnTo>
                    <a:pt x="122429" y="216235"/>
                  </a:lnTo>
                  <a:lnTo>
                    <a:pt x="119738" y="213549"/>
                  </a:lnTo>
                  <a:lnTo>
                    <a:pt x="119738" y="209520"/>
                  </a:lnTo>
                  <a:lnTo>
                    <a:pt x="117048" y="206834"/>
                  </a:lnTo>
                  <a:lnTo>
                    <a:pt x="114357" y="208177"/>
                  </a:lnTo>
                  <a:lnTo>
                    <a:pt x="108975" y="205491"/>
                  </a:lnTo>
                  <a:lnTo>
                    <a:pt x="106284" y="205491"/>
                  </a:lnTo>
                  <a:lnTo>
                    <a:pt x="102248" y="210863"/>
                  </a:lnTo>
                  <a:lnTo>
                    <a:pt x="96867" y="210863"/>
                  </a:lnTo>
                  <a:lnTo>
                    <a:pt x="95521" y="213549"/>
                  </a:lnTo>
                  <a:lnTo>
                    <a:pt x="91485" y="213549"/>
                  </a:lnTo>
                  <a:lnTo>
                    <a:pt x="88795" y="212206"/>
                  </a:lnTo>
                  <a:lnTo>
                    <a:pt x="86104" y="212206"/>
                  </a:lnTo>
                  <a:lnTo>
                    <a:pt x="79377" y="220265"/>
                  </a:lnTo>
                  <a:lnTo>
                    <a:pt x="76687" y="220265"/>
                  </a:lnTo>
                  <a:lnTo>
                    <a:pt x="76687" y="216235"/>
                  </a:lnTo>
                  <a:lnTo>
                    <a:pt x="75341" y="206834"/>
                  </a:lnTo>
                  <a:lnTo>
                    <a:pt x="73996" y="200118"/>
                  </a:lnTo>
                  <a:lnTo>
                    <a:pt x="75341" y="196089"/>
                  </a:lnTo>
                  <a:lnTo>
                    <a:pt x="72650" y="193403"/>
                  </a:lnTo>
                  <a:lnTo>
                    <a:pt x="73996" y="196089"/>
                  </a:lnTo>
                  <a:lnTo>
                    <a:pt x="71305" y="200118"/>
                  </a:lnTo>
                  <a:lnTo>
                    <a:pt x="68614" y="202805"/>
                  </a:lnTo>
                  <a:lnTo>
                    <a:pt x="64578" y="200118"/>
                  </a:lnTo>
                  <a:lnTo>
                    <a:pt x="60542" y="204147"/>
                  </a:lnTo>
                  <a:lnTo>
                    <a:pt x="53815" y="204147"/>
                  </a:lnTo>
                  <a:lnTo>
                    <a:pt x="49779" y="202805"/>
                  </a:lnTo>
                  <a:lnTo>
                    <a:pt x="44397" y="202805"/>
                  </a:lnTo>
                  <a:lnTo>
                    <a:pt x="43052" y="198775"/>
                  </a:lnTo>
                  <a:lnTo>
                    <a:pt x="39015" y="202805"/>
                  </a:lnTo>
                  <a:lnTo>
                    <a:pt x="36325" y="202805"/>
                  </a:lnTo>
                  <a:lnTo>
                    <a:pt x="33634" y="194746"/>
                  </a:lnTo>
                  <a:lnTo>
                    <a:pt x="32289" y="189374"/>
                  </a:lnTo>
                  <a:lnTo>
                    <a:pt x="30943" y="177286"/>
                  </a:lnTo>
                  <a:lnTo>
                    <a:pt x="26908" y="174600"/>
                  </a:lnTo>
                  <a:lnTo>
                    <a:pt x="25562" y="171914"/>
                  </a:lnTo>
                  <a:lnTo>
                    <a:pt x="28253" y="167885"/>
                  </a:lnTo>
                  <a:lnTo>
                    <a:pt x="32289" y="162512"/>
                  </a:lnTo>
                  <a:lnTo>
                    <a:pt x="30943" y="158483"/>
                  </a:lnTo>
                  <a:lnTo>
                    <a:pt x="28253" y="153111"/>
                  </a:lnTo>
                  <a:lnTo>
                    <a:pt x="21526" y="146395"/>
                  </a:lnTo>
                  <a:lnTo>
                    <a:pt x="14799" y="142366"/>
                  </a:lnTo>
                  <a:lnTo>
                    <a:pt x="9418" y="141023"/>
                  </a:lnTo>
                  <a:lnTo>
                    <a:pt x="8072" y="139680"/>
                  </a:lnTo>
                  <a:lnTo>
                    <a:pt x="13454" y="138337"/>
                  </a:lnTo>
                  <a:lnTo>
                    <a:pt x="17490" y="134308"/>
                  </a:lnTo>
                  <a:lnTo>
                    <a:pt x="26908" y="132965"/>
                  </a:lnTo>
                  <a:lnTo>
                    <a:pt x="32289" y="127592"/>
                  </a:lnTo>
                  <a:lnTo>
                    <a:pt x="37670" y="128935"/>
                  </a:lnTo>
                  <a:lnTo>
                    <a:pt x="33634" y="127592"/>
                  </a:lnTo>
                  <a:lnTo>
                    <a:pt x="25562" y="131621"/>
                  </a:lnTo>
                  <a:lnTo>
                    <a:pt x="17490" y="132965"/>
                  </a:lnTo>
                  <a:lnTo>
                    <a:pt x="14799" y="132965"/>
                  </a:lnTo>
                  <a:lnTo>
                    <a:pt x="9418" y="131621"/>
                  </a:lnTo>
                  <a:lnTo>
                    <a:pt x="6727" y="126249"/>
                  </a:lnTo>
                  <a:lnTo>
                    <a:pt x="8072" y="123563"/>
                  </a:lnTo>
                  <a:lnTo>
                    <a:pt x="10763" y="126249"/>
                  </a:lnTo>
                  <a:lnTo>
                    <a:pt x="8072" y="122220"/>
                  </a:lnTo>
                  <a:lnTo>
                    <a:pt x="0" y="111475"/>
                  </a:lnTo>
                  <a:lnTo>
                    <a:pt x="0" y="102074"/>
                  </a:lnTo>
                  <a:lnTo>
                    <a:pt x="4036" y="100731"/>
                  </a:lnTo>
                  <a:lnTo>
                    <a:pt x="4036" y="96702"/>
                  </a:lnTo>
                  <a:lnTo>
                    <a:pt x="2691" y="940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4121CB5E-DEC4-C01F-C3C1-17A6DC513B31}"/>
                </a:ext>
              </a:extLst>
            </p:cNvPr>
            <p:cNvSpPr/>
            <p:nvPr/>
          </p:nvSpPr>
          <p:spPr>
            <a:xfrm>
              <a:off x="10866609" y="4670682"/>
              <a:ext cx="6726" cy="4029"/>
            </a:xfrm>
            <a:custGeom>
              <a:avLst/>
              <a:gdLst>
                <a:gd name="connsiteX0" fmla="*/ 2691 w 6726"/>
                <a:gd name="connsiteY0" fmla="*/ 0 h 4029"/>
                <a:gd name="connsiteX1" fmla="*/ 0 w 6726"/>
                <a:gd name="connsiteY1" fmla="*/ 0 h 4029"/>
                <a:gd name="connsiteX2" fmla="*/ 2691 w 6726"/>
                <a:gd name="connsiteY2" fmla="*/ 4029 h 4029"/>
                <a:gd name="connsiteX3" fmla="*/ 6727 w 6726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4029">
                  <a:moveTo>
                    <a:pt x="2691" y="0"/>
                  </a:moveTo>
                  <a:lnTo>
                    <a:pt x="0" y="0"/>
                  </a:lnTo>
                  <a:lnTo>
                    <a:pt x="2691" y="4029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8FAAD153-6CF4-A029-E3FD-FA33C689A324}"/>
                </a:ext>
              </a:extLst>
            </p:cNvPr>
            <p:cNvSpPr/>
            <p:nvPr/>
          </p:nvSpPr>
          <p:spPr>
            <a:xfrm>
              <a:off x="10874681" y="4686799"/>
              <a:ext cx="6726" cy="1342"/>
            </a:xfrm>
            <a:custGeom>
              <a:avLst/>
              <a:gdLst>
                <a:gd name="connsiteX0" fmla="*/ 6727 w 6726"/>
                <a:gd name="connsiteY0" fmla="*/ 0 h 1342"/>
                <a:gd name="connsiteX1" fmla="*/ 0 w 6726"/>
                <a:gd name="connsiteY1" fmla="*/ 0 h 1342"/>
                <a:gd name="connsiteX2" fmla="*/ 4036 w 6726"/>
                <a:gd name="connsiteY2" fmla="*/ 1343 h 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6" h="1342">
                  <a:moveTo>
                    <a:pt x="6727" y="0"/>
                  </a:moveTo>
                  <a:lnTo>
                    <a:pt x="0" y="0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51D4F0A0-AC3F-427D-5042-0A7B44331E8B}"/>
                </a:ext>
              </a:extLst>
            </p:cNvPr>
            <p:cNvSpPr/>
            <p:nvPr/>
          </p:nvSpPr>
          <p:spPr>
            <a:xfrm>
              <a:off x="10885444" y="4688142"/>
              <a:ext cx="34980" cy="5372"/>
            </a:xfrm>
            <a:custGeom>
              <a:avLst/>
              <a:gdLst>
                <a:gd name="connsiteX0" fmla="*/ 0 w 34980"/>
                <a:gd name="connsiteY0" fmla="*/ 0 h 5372"/>
                <a:gd name="connsiteX1" fmla="*/ 1346 w 34980"/>
                <a:gd name="connsiteY1" fmla="*/ 1343 h 5372"/>
                <a:gd name="connsiteX2" fmla="*/ 9418 w 34980"/>
                <a:gd name="connsiteY2" fmla="*/ 4029 h 5372"/>
                <a:gd name="connsiteX3" fmla="*/ 21527 w 34980"/>
                <a:gd name="connsiteY3" fmla="*/ 5373 h 5372"/>
                <a:gd name="connsiteX4" fmla="*/ 32289 w 34980"/>
                <a:gd name="connsiteY4" fmla="*/ 4029 h 5372"/>
                <a:gd name="connsiteX5" fmla="*/ 34980 w 34980"/>
                <a:gd name="connsiteY5" fmla="*/ 2686 h 5372"/>
                <a:gd name="connsiteX6" fmla="*/ 25562 w 34980"/>
                <a:gd name="connsiteY6" fmla="*/ 1343 h 5372"/>
                <a:gd name="connsiteX7" fmla="*/ 21527 w 34980"/>
                <a:gd name="connsiteY7" fmla="*/ 2686 h 5372"/>
                <a:gd name="connsiteX8" fmla="*/ 13454 w 34980"/>
                <a:gd name="connsiteY8" fmla="*/ 0 h 5372"/>
                <a:gd name="connsiteX9" fmla="*/ 8073 w 34980"/>
                <a:gd name="connsiteY9" fmla="*/ 2686 h 5372"/>
                <a:gd name="connsiteX10" fmla="*/ 0 w 34980"/>
                <a:gd name="connsiteY10" fmla="*/ 0 h 5372"/>
                <a:gd name="connsiteX11" fmla="*/ 0 w 34980"/>
                <a:gd name="connsiteY11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980" h="5372">
                  <a:moveTo>
                    <a:pt x="0" y="0"/>
                  </a:moveTo>
                  <a:lnTo>
                    <a:pt x="1346" y="1343"/>
                  </a:lnTo>
                  <a:lnTo>
                    <a:pt x="9418" y="4029"/>
                  </a:lnTo>
                  <a:lnTo>
                    <a:pt x="21527" y="5373"/>
                  </a:lnTo>
                  <a:lnTo>
                    <a:pt x="32289" y="4029"/>
                  </a:lnTo>
                  <a:lnTo>
                    <a:pt x="34980" y="2686"/>
                  </a:lnTo>
                  <a:lnTo>
                    <a:pt x="25562" y="1343"/>
                  </a:lnTo>
                  <a:lnTo>
                    <a:pt x="21527" y="2686"/>
                  </a:lnTo>
                  <a:lnTo>
                    <a:pt x="13454" y="0"/>
                  </a:lnTo>
                  <a:lnTo>
                    <a:pt x="8073" y="26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FE016B96-16FE-2477-F6A1-234A8DDC95B7}"/>
                </a:ext>
              </a:extLst>
            </p:cNvPr>
            <p:cNvSpPr/>
            <p:nvPr/>
          </p:nvSpPr>
          <p:spPr>
            <a:xfrm>
              <a:off x="10884099" y="4661280"/>
              <a:ext cx="25562" cy="14773"/>
            </a:xfrm>
            <a:custGeom>
              <a:avLst/>
              <a:gdLst>
                <a:gd name="connsiteX0" fmla="*/ 1345 w 25562"/>
                <a:gd name="connsiteY0" fmla="*/ 2686 h 14773"/>
                <a:gd name="connsiteX1" fmla="*/ 5382 w 25562"/>
                <a:gd name="connsiteY1" fmla="*/ 6715 h 14773"/>
                <a:gd name="connsiteX2" fmla="*/ 5382 w 25562"/>
                <a:gd name="connsiteY2" fmla="*/ 2686 h 14773"/>
                <a:gd name="connsiteX3" fmla="*/ 8072 w 25562"/>
                <a:gd name="connsiteY3" fmla="*/ 4029 h 14773"/>
                <a:gd name="connsiteX4" fmla="*/ 12109 w 25562"/>
                <a:gd name="connsiteY4" fmla="*/ 9402 h 14773"/>
                <a:gd name="connsiteX5" fmla="*/ 12109 w 25562"/>
                <a:gd name="connsiteY5" fmla="*/ 13431 h 14773"/>
                <a:gd name="connsiteX6" fmla="*/ 16145 w 25562"/>
                <a:gd name="connsiteY6" fmla="*/ 13431 h 14773"/>
                <a:gd name="connsiteX7" fmla="*/ 17490 w 25562"/>
                <a:gd name="connsiteY7" fmla="*/ 13431 h 14773"/>
                <a:gd name="connsiteX8" fmla="*/ 18836 w 25562"/>
                <a:gd name="connsiteY8" fmla="*/ 14774 h 14773"/>
                <a:gd name="connsiteX9" fmla="*/ 25562 w 25562"/>
                <a:gd name="connsiteY9" fmla="*/ 13431 h 14773"/>
                <a:gd name="connsiteX10" fmla="*/ 22872 w 25562"/>
                <a:gd name="connsiteY10" fmla="*/ 10745 h 14773"/>
                <a:gd name="connsiteX11" fmla="*/ 18836 w 25562"/>
                <a:gd name="connsiteY11" fmla="*/ 9402 h 14773"/>
                <a:gd name="connsiteX12" fmla="*/ 16145 w 25562"/>
                <a:gd name="connsiteY12" fmla="*/ 4029 h 14773"/>
                <a:gd name="connsiteX13" fmla="*/ 12109 w 25562"/>
                <a:gd name="connsiteY13" fmla="*/ 1343 h 14773"/>
                <a:gd name="connsiteX14" fmla="*/ 6727 w 25562"/>
                <a:gd name="connsiteY14" fmla="*/ 1343 h 14773"/>
                <a:gd name="connsiteX15" fmla="*/ 0 w 25562"/>
                <a:gd name="connsiteY15" fmla="*/ 0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562" h="14773">
                  <a:moveTo>
                    <a:pt x="1345" y="2686"/>
                  </a:moveTo>
                  <a:lnTo>
                    <a:pt x="5382" y="6715"/>
                  </a:lnTo>
                  <a:lnTo>
                    <a:pt x="5382" y="2686"/>
                  </a:lnTo>
                  <a:lnTo>
                    <a:pt x="8072" y="4029"/>
                  </a:lnTo>
                  <a:lnTo>
                    <a:pt x="12109" y="9402"/>
                  </a:lnTo>
                  <a:lnTo>
                    <a:pt x="12109" y="13431"/>
                  </a:lnTo>
                  <a:lnTo>
                    <a:pt x="16145" y="13431"/>
                  </a:lnTo>
                  <a:lnTo>
                    <a:pt x="17490" y="13431"/>
                  </a:lnTo>
                  <a:lnTo>
                    <a:pt x="18836" y="14774"/>
                  </a:lnTo>
                  <a:lnTo>
                    <a:pt x="25562" y="13431"/>
                  </a:lnTo>
                  <a:lnTo>
                    <a:pt x="22872" y="10745"/>
                  </a:lnTo>
                  <a:lnTo>
                    <a:pt x="18836" y="9402"/>
                  </a:lnTo>
                  <a:lnTo>
                    <a:pt x="16145" y="4029"/>
                  </a:lnTo>
                  <a:lnTo>
                    <a:pt x="12109" y="1343"/>
                  </a:lnTo>
                  <a:lnTo>
                    <a:pt x="6727" y="1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69A5C9E8-C379-BD74-57C9-9D4729927D6C}"/>
                </a:ext>
              </a:extLst>
            </p:cNvPr>
            <p:cNvSpPr/>
            <p:nvPr/>
          </p:nvSpPr>
          <p:spPr>
            <a:xfrm>
              <a:off x="10810103" y="4792902"/>
              <a:ext cx="2690" cy="10744"/>
            </a:xfrm>
            <a:custGeom>
              <a:avLst/>
              <a:gdLst>
                <a:gd name="connsiteX0" fmla="*/ 0 w 2690"/>
                <a:gd name="connsiteY0" fmla="*/ 0 h 10744"/>
                <a:gd name="connsiteX1" fmla="*/ 1345 w 2690"/>
                <a:gd name="connsiteY1" fmla="*/ 5372 h 10744"/>
                <a:gd name="connsiteX2" fmla="*/ 1345 w 2690"/>
                <a:gd name="connsiteY2" fmla="*/ 9401 h 10744"/>
                <a:gd name="connsiteX3" fmla="*/ 2691 w 2690"/>
                <a:gd name="connsiteY3" fmla="*/ 10744 h 10744"/>
                <a:gd name="connsiteX4" fmla="*/ 2691 w 2690"/>
                <a:gd name="connsiteY4" fmla="*/ 5372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10744">
                  <a:moveTo>
                    <a:pt x="0" y="0"/>
                  </a:moveTo>
                  <a:lnTo>
                    <a:pt x="1345" y="5372"/>
                  </a:lnTo>
                  <a:lnTo>
                    <a:pt x="1345" y="9401"/>
                  </a:lnTo>
                  <a:lnTo>
                    <a:pt x="2691" y="10744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6D0EC0F2-D8A0-162A-21C8-B26696246543}"/>
                </a:ext>
              </a:extLst>
            </p:cNvPr>
            <p:cNvSpPr/>
            <p:nvPr/>
          </p:nvSpPr>
          <p:spPr>
            <a:xfrm>
              <a:off x="10814139" y="4787530"/>
              <a:ext cx="9417" cy="17459"/>
            </a:xfrm>
            <a:custGeom>
              <a:avLst/>
              <a:gdLst>
                <a:gd name="connsiteX0" fmla="*/ 9418 w 9417"/>
                <a:gd name="connsiteY0" fmla="*/ 0 h 17459"/>
                <a:gd name="connsiteX1" fmla="*/ 4036 w 9417"/>
                <a:gd name="connsiteY1" fmla="*/ 2686 h 17459"/>
                <a:gd name="connsiteX2" fmla="*/ 2691 w 9417"/>
                <a:gd name="connsiteY2" fmla="*/ 13431 h 17459"/>
                <a:gd name="connsiteX3" fmla="*/ 0 w 9417"/>
                <a:gd name="connsiteY3" fmla="*/ 17460 h 17459"/>
                <a:gd name="connsiteX4" fmla="*/ 4036 w 9417"/>
                <a:gd name="connsiteY4" fmla="*/ 16117 h 17459"/>
                <a:gd name="connsiteX5" fmla="*/ 6727 w 9417"/>
                <a:gd name="connsiteY5" fmla="*/ 5372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17459">
                  <a:moveTo>
                    <a:pt x="9418" y="0"/>
                  </a:moveTo>
                  <a:lnTo>
                    <a:pt x="4036" y="2686"/>
                  </a:lnTo>
                  <a:lnTo>
                    <a:pt x="2691" y="13431"/>
                  </a:lnTo>
                  <a:lnTo>
                    <a:pt x="0" y="17460"/>
                  </a:lnTo>
                  <a:lnTo>
                    <a:pt x="4036" y="16117"/>
                  </a:lnTo>
                  <a:lnTo>
                    <a:pt x="6727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66D86AFE-FB37-B9D2-50CE-436B3E8FEEEC}"/>
                </a:ext>
              </a:extLst>
            </p:cNvPr>
            <p:cNvSpPr/>
            <p:nvPr/>
          </p:nvSpPr>
          <p:spPr>
            <a:xfrm>
              <a:off x="10862573" y="4822449"/>
              <a:ext cx="2690" cy="4029"/>
            </a:xfrm>
            <a:custGeom>
              <a:avLst/>
              <a:gdLst>
                <a:gd name="connsiteX0" fmla="*/ 1345 w 2690"/>
                <a:gd name="connsiteY0" fmla="*/ 0 h 4029"/>
                <a:gd name="connsiteX1" fmla="*/ 0 w 2690"/>
                <a:gd name="connsiteY1" fmla="*/ 2686 h 4029"/>
                <a:gd name="connsiteX2" fmla="*/ 1345 w 2690"/>
                <a:gd name="connsiteY2" fmla="*/ 4029 h 4029"/>
                <a:gd name="connsiteX3" fmla="*/ 2690 w 2690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1345" y="0"/>
                  </a:moveTo>
                  <a:lnTo>
                    <a:pt x="0" y="2686"/>
                  </a:lnTo>
                  <a:lnTo>
                    <a:pt x="1345" y="4029"/>
                  </a:lnTo>
                  <a:lnTo>
                    <a:pt x="269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A9B0E48A-84C8-8A3D-C074-F8BD7DF8B958}"/>
                </a:ext>
              </a:extLst>
            </p:cNvPr>
            <p:cNvSpPr/>
            <p:nvPr/>
          </p:nvSpPr>
          <p:spPr>
            <a:xfrm>
              <a:off x="10847774" y="4811705"/>
              <a:ext cx="10762" cy="17459"/>
            </a:xfrm>
            <a:custGeom>
              <a:avLst/>
              <a:gdLst>
                <a:gd name="connsiteX0" fmla="*/ 1346 w 10762"/>
                <a:gd name="connsiteY0" fmla="*/ 1343 h 17459"/>
                <a:gd name="connsiteX1" fmla="*/ 0 w 10762"/>
                <a:gd name="connsiteY1" fmla="*/ 0 h 17459"/>
                <a:gd name="connsiteX2" fmla="*/ 0 w 10762"/>
                <a:gd name="connsiteY2" fmla="*/ 2686 h 17459"/>
                <a:gd name="connsiteX3" fmla="*/ 0 w 10762"/>
                <a:gd name="connsiteY3" fmla="*/ 8059 h 17459"/>
                <a:gd name="connsiteX4" fmla="*/ 2691 w 10762"/>
                <a:gd name="connsiteY4" fmla="*/ 9402 h 17459"/>
                <a:gd name="connsiteX5" fmla="*/ 2691 w 10762"/>
                <a:gd name="connsiteY5" fmla="*/ 12088 h 17459"/>
                <a:gd name="connsiteX6" fmla="*/ 1346 w 10762"/>
                <a:gd name="connsiteY6" fmla="*/ 10744 h 17459"/>
                <a:gd name="connsiteX7" fmla="*/ 0 w 10762"/>
                <a:gd name="connsiteY7" fmla="*/ 10744 h 17459"/>
                <a:gd name="connsiteX8" fmla="*/ 0 w 10762"/>
                <a:gd name="connsiteY8" fmla="*/ 14774 h 17459"/>
                <a:gd name="connsiteX9" fmla="*/ 1346 w 10762"/>
                <a:gd name="connsiteY9" fmla="*/ 17460 h 17459"/>
                <a:gd name="connsiteX10" fmla="*/ 4036 w 10762"/>
                <a:gd name="connsiteY10" fmla="*/ 17460 h 17459"/>
                <a:gd name="connsiteX11" fmla="*/ 9418 w 10762"/>
                <a:gd name="connsiteY11" fmla="*/ 13431 h 17459"/>
                <a:gd name="connsiteX12" fmla="*/ 10763 w 10762"/>
                <a:gd name="connsiteY12" fmla="*/ 10744 h 17459"/>
                <a:gd name="connsiteX13" fmla="*/ 8073 w 10762"/>
                <a:gd name="connsiteY13" fmla="*/ 9402 h 17459"/>
                <a:gd name="connsiteX14" fmla="*/ 6727 w 10762"/>
                <a:gd name="connsiteY14" fmla="*/ 5372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762" h="17459">
                  <a:moveTo>
                    <a:pt x="1346" y="1343"/>
                  </a:moveTo>
                  <a:lnTo>
                    <a:pt x="0" y="0"/>
                  </a:lnTo>
                  <a:lnTo>
                    <a:pt x="0" y="2686"/>
                  </a:lnTo>
                  <a:lnTo>
                    <a:pt x="0" y="8059"/>
                  </a:lnTo>
                  <a:lnTo>
                    <a:pt x="2691" y="9402"/>
                  </a:lnTo>
                  <a:lnTo>
                    <a:pt x="2691" y="12088"/>
                  </a:lnTo>
                  <a:lnTo>
                    <a:pt x="1346" y="10744"/>
                  </a:lnTo>
                  <a:lnTo>
                    <a:pt x="0" y="10744"/>
                  </a:lnTo>
                  <a:lnTo>
                    <a:pt x="0" y="14774"/>
                  </a:lnTo>
                  <a:lnTo>
                    <a:pt x="1346" y="17460"/>
                  </a:lnTo>
                  <a:lnTo>
                    <a:pt x="4036" y="17460"/>
                  </a:lnTo>
                  <a:lnTo>
                    <a:pt x="9418" y="13431"/>
                  </a:lnTo>
                  <a:lnTo>
                    <a:pt x="10763" y="10744"/>
                  </a:lnTo>
                  <a:lnTo>
                    <a:pt x="8073" y="9402"/>
                  </a:lnTo>
                  <a:lnTo>
                    <a:pt x="6727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FF313058-DF61-FD76-3909-26633EA3C028}"/>
                </a:ext>
              </a:extLst>
            </p:cNvPr>
            <p:cNvSpPr/>
            <p:nvPr/>
          </p:nvSpPr>
          <p:spPr>
            <a:xfrm>
              <a:off x="10857191" y="4815734"/>
              <a:ext cx="5381" cy="5372"/>
            </a:xfrm>
            <a:custGeom>
              <a:avLst/>
              <a:gdLst>
                <a:gd name="connsiteX0" fmla="*/ 1345 w 5381"/>
                <a:gd name="connsiteY0" fmla="*/ 0 h 5372"/>
                <a:gd name="connsiteX1" fmla="*/ 0 w 5381"/>
                <a:gd name="connsiteY1" fmla="*/ 1343 h 5372"/>
                <a:gd name="connsiteX2" fmla="*/ 0 w 5381"/>
                <a:gd name="connsiteY2" fmla="*/ 4029 h 5372"/>
                <a:gd name="connsiteX3" fmla="*/ 2691 w 5381"/>
                <a:gd name="connsiteY3" fmla="*/ 5373 h 5372"/>
                <a:gd name="connsiteX4" fmla="*/ 5382 w 5381"/>
                <a:gd name="connsiteY4" fmla="*/ 5373 h 5372"/>
                <a:gd name="connsiteX5" fmla="*/ 4036 w 5381"/>
                <a:gd name="connsiteY5" fmla="*/ 2686 h 5372"/>
                <a:gd name="connsiteX6" fmla="*/ 1345 w 5381"/>
                <a:gd name="connsiteY6" fmla="*/ 0 h 5372"/>
                <a:gd name="connsiteX7" fmla="*/ 1345 w 5381"/>
                <a:gd name="connsiteY7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5372">
                  <a:moveTo>
                    <a:pt x="1345" y="0"/>
                  </a:moveTo>
                  <a:lnTo>
                    <a:pt x="0" y="1343"/>
                  </a:lnTo>
                  <a:lnTo>
                    <a:pt x="0" y="4029"/>
                  </a:lnTo>
                  <a:lnTo>
                    <a:pt x="2691" y="5373"/>
                  </a:lnTo>
                  <a:lnTo>
                    <a:pt x="5382" y="5373"/>
                  </a:lnTo>
                  <a:lnTo>
                    <a:pt x="4036" y="2686"/>
                  </a:lnTo>
                  <a:lnTo>
                    <a:pt x="1345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D2196CBC-8CFE-690A-1EFE-00CD16E42A2F}"/>
                </a:ext>
              </a:extLst>
            </p:cNvPr>
            <p:cNvSpPr/>
            <p:nvPr/>
          </p:nvSpPr>
          <p:spPr>
            <a:xfrm>
              <a:off x="10847774" y="4806333"/>
              <a:ext cx="9417" cy="9401"/>
            </a:xfrm>
            <a:custGeom>
              <a:avLst/>
              <a:gdLst>
                <a:gd name="connsiteX0" fmla="*/ 4036 w 9417"/>
                <a:gd name="connsiteY0" fmla="*/ 1343 h 9401"/>
                <a:gd name="connsiteX1" fmla="*/ 0 w 9417"/>
                <a:gd name="connsiteY1" fmla="*/ 0 h 9401"/>
                <a:gd name="connsiteX2" fmla="*/ 0 w 9417"/>
                <a:gd name="connsiteY2" fmla="*/ 2686 h 9401"/>
                <a:gd name="connsiteX3" fmla="*/ 4036 w 9417"/>
                <a:gd name="connsiteY3" fmla="*/ 6715 h 9401"/>
                <a:gd name="connsiteX4" fmla="*/ 6727 w 9417"/>
                <a:gd name="connsiteY4" fmla="*/ 9401 h 9401"/>
                <a:gd name="connsiteX5" fmla="*/ 9418 w 9417"/>
                <a:gd name="connsiteY5" fmla="*/ 8059 h 9401"/>
                <a:gd name="connsiteX6" fmla="*/ 4036 w 9417"/>
                <a:gd name="connsiteY6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9401">
                  <a:moveTo>
                    <a:pt x="4036" y="1343"/>
                  </a:moveTo>
                  <a:lnTo>
                    <a:pt x="0" y="0"/>
                  </a:lnTo>
                  <a:lnTo>
                    <a:pt x="0" y="2686"/>
                  </a:lnTo>
                  <a:lnTo>
                    <a:pt x="4036" y="6715"/>
                  </a:lnTo>
                  <a:lnTo>
                    <a:pt x="6727" y="9401"/>
                  </a:lnTo>
                  <a:lnTo>
                    <a:pt x="9418" y="8059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72416544-C7C5-17C1-D25A-8A0E69E869D8}"/>
                </a:ext>
              </a:extLst>
            </p:cNvPr>
            <p:cNvSpPr/>
            <p:nvPr/>
          </p:nvSpPr>
          <p:spPr>
            <a:xfrm>
              <a:off x="10853155" y="4803646"/>
              <a:ext cx="12107" cy="10744"/>
            </a:xfrm>
            <a:custGeom>
              <a:avLst/>
              <a:gdLst>
                <a:gd name="connsiteX0" fmla="*/ 8072 w 12107"/>
                <a:gd name="connsiteY0" fmla="*/ 0 h 10744"/>
                <a:gd name="connsiteX1" fmla="*/ 4036 w 12107"/>
                <a:gd name="connsiteY1" fmla="*/ 1343 h 10744"/>
                <a:gd name="connsiteX2" fmla="*/ 0 w 12107"/>
                <a:gd name="connsiteY2" fmla="*/ 5372 h 10744"/>
                <a:gd name="connsiteX3" fmla="*/ 1345 w 12107"/>
                <a:gd name="connsiteY3" fmla="*/ 6715 h 10744"/>
                <a:gd name="connsiteX4" fmla="*/ 6727 w 12107"/>
                <a:gd name="connsiteY4" fmla="*/ 9402 h 10744"/>
                <a:gd name="connsiteX5" fmla="*/ 8072 w 12107"/>
                <a:gd name="connsiteY5" fmla="*/ 10745 h 10744"/>
                <a:gd name="connsiteX6" fmla="*/ 10763 w 12107"/>
                <a:gd name="connsiteY6" fmla="*/ 8059 h 10744"/>
                <a:gd name="connsiteX7" fmla="*/ 12108 w 12107"/>
                <a:gd name="connsiteY7" fmla="*/ 5372 h 10744"/>
                <a:gd name="connsiteX8" fmla="*/ 10763 w 12107"/>
                <a:gd name="connsiteY8" fmla="*/ 4029 h 10744"/>
                <a:gd name="connsiteX9" fmla="*/ 10763 w 12107"/>
                <a:gd name="connsiteY9" fmla="*/ 2686 h 10744"/>
                <a:gd name="connsiteX10" fmla="*/ 9418 w 12107"/>
                <a:gd name="connsiteY10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07" h="10744">
                  <a:moveTo>
                    <a:pt x="8072" y="0"/>
                  </a:moveTo>
                  <a:lnTo>
                    <a:pt x="4036" y="1343"/>
                  </a:lnTo>
                  <a:lnTo>
                    <a:pt x="0" y="5372"/>
                  </a:lnTo>
                  <a:lnTo>
                    <a:pt x="1345" y="6715"/>
                  </a:lnTo>
                  <a:lnTo>
                    <a:pt x="6727" y="9402"/>
                  </a:lnTo>
                  <a:lnTo>
                    <a:pt x="8072" y="10745"/>
                  </a:lnTo>
                  <a:lnTo>
                    <a:pt x="10763" y="8059"/>
                  </a:lnTo>
                  <a:lnTo>
                    <a:pt x="12108" y="5372"/>
                  </a:lnTo>
                  <a:lnTo>
                    <a:pt x="10763" y="4029"/>
                  </a:lnTo>
                  <a:lnTo>
                    <a:pt x="10763" y="2686"/>
                  </a:lnTo>
                  <a:lnTo>
                    <a:pt x="9418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2E4F23FA-FEB3-BFC7-E4C4-F423AF5EC00C}"/>
                </a:ext>
              </a:extLst>
            </p:cNvPr>
            <p:cNvSpPr/>
            <p:nvPr/>
          </p:nvSpPr>
          <p:spPr>
            <a:xfrm>
              <a:off x="10849119" y="4798274"/>
              <a:ext cx="1345" cy="1343"/>
            </a:xfrm>
            <a:custGeom>
              <a:avLst/>
              <a:gdLst>
                <a:gd name="connsiteX0" fmla="*/ 1345 w 1345"/>
                <a:gd name="connsiteY0" fmla="*/ 0 h 1343"/>
                <a:gd name="connsiteX1" fmla="*/ 0 w 1345"/>
                <a:gd name="connsiteY1" fmla="*/ 0 h 1343"/>
                <a:gd name="connsiteX2" fmla="*/ 0 w 1345"/>
                <a:gd name="connsiteY2" fmla="*/ 1343 h 1343"/>
                <a:gd name="connsiteX3" fmla="*/ 1345 w 1345"/>
                <a:gd name="connsiteY3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" h="1343">
                  <a:moveTo>
                    <a:pt x="1345" y="0"/>
                  </a:moveTo>
                  <a:lnTo>
                    <a:pt x="0" y="0"/>
                  </a:lnTo>
                  <a:lnTo>
                    <a:pt x="0" y="1343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5272FD0E-1AFF-755F-6F6A-0899B8DFE4D5}"/>
                </a:ext>
              </a:extLst>
            </p:cNvPr>
            <p:cNvSpPr/>
            <p:nvPr/>
          </p:nvSpPr>
          <p:spPr>
            <a:xfrm>
              <a:off x="10859882" y="4790216"/>
              <a:ext cx="4035" cy="2686"/>
            </a:xfrm>
            <a:custGeom>
              <a:avLst/>
              <a:gdLst>
                <a:gd name="connsiteX0" fmla="*/ 0 w 4035"/>
                <a:gd name="connsiteY0" fmla="*/ 0 h 2686"/>
                <a:gd name="connsiteX1" fmla="*/ 1345 w 4035"/>
                <a:gd name="connsiteY1" fmla="*/ 2686 h 2686"/>
                <a:gd name="connsiteX2" fmla="*/ 4036 w 4035"/>
                <a:gd name="connsiteY2" fmla="*/ 2686 h 2686"/>
                <a:gd name="connsiteX3" fmla="*/ 1345 w 4035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2686">
                  <a:moveTo>
                    <a:pt x="0" y="0"/>
                  </a:moveTo>
                  <a:lnTo>
                    <a:pt x="1345" y="2686"/>
                  </a:lnTo>
                  <a:lnTo>
                    <a:pt x="4036" y="2686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DFF66AEE-8F51-836C-8ECC-F684D5032644}"/>
                </a:ext>
              </a:extLst>
            </p:cNvPr>
            <p:cNvSpPr/>
            <p:nvPr/>
          </p:nvSpPr>
          <p:spPr>
            <a:xfrm>
              <a:off x="10851810" y="4791559"/>
              <a:ext cx="12108" cy="13430"/>
            </a:xfrm>
            <a:custGeom>
              <a:avLst/>
              <a:gdLst>
                <a:gd name="connsiteX0" fmla="*/ 6727 w 12108"/>
                <a:gd name="connsiteY0" fmla="*/ 0 h 13430"/>
                <a:gd name="connsiteX1" fmla="*/ 4037 w 12108"/>
                <a:gd name="connsiteY1" fmla="*/ 0 h 13430"/>
                <a:gd name="connsiteX2" fmla="*/ 1346 w 12108"/>
                <a:gd name="connsiteY2" fmla="*/ 4029 h 13430"/>
                <a:gd name="connsiteX3" fmla="*/ 0 w 12108"/>
                <a:gd name="connsiteY3" fmla="*/ 5372 h 13430"/>
                <a:gd name="connsiteX4" fmla="*/ 2691 w 12108"/>
                <a:gd name="connsiteY4" fmla="*/ 5372 h 13430"/>
                <a:gd name="connsiteX5" fmla="*/ 2691 w 12108"/>
                <a:gd name="connsiteY5" fmla="*/ 8059 h 13430"/>
                <a:gd name="connsiteX6" fmla="*/ 5382 w 12108"/>
                <a:gd name="connsiteY6" fmla="*/ 6715 h 13430"/>
                <a:gd name="connsiteX7" fmla="*/ 1346 w 12108"/>
                <a:gd name="connsiteY7" fmla="*/ 9402 h 13430"/>
                <a:gd name="connsiteX8" fmla="*/ 2691 w 12108"/>
                <a:gd name="connsiteY8" fmla="*/ 13431 h 13430"/>
                <a:gd name="connsiteX9" fmla="*/ 4037 w 12108"/>
                <a:gd name="connsiteY9" fmla="*/ 12088 h 13430"/>
                <a:gd name="connsiteX10" fmla="*/ 8073 w 12108"/>
                <a:gd name="connsiteY10" fmla="*/ 10744 h 13430"/>
                <a:gd name="connsiteX11" fmla="*/ 10764 w 12108"/>
                <a:gd name="connsiteY11" fmla="*/ 10744 h 13430"/>
                <a:gd name="connsiteX12" fmla="*/ 12109 w 12108"/>
                <a:gd name="connsiteY12" fmla="*/ 8059 h 13430"/>
                <a:gd name="connsiteX13" fmla="*/ 12109 w 12108"/>
                <a:gd name="connsiteY13" fmla="*/ 2686 h 13430"/>
                <a:gd name="connsiteX14" fmla="*/ 9418 w 12108"/>
                <a:gd name="connsiteY14" fmla="*/ 2686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08" h="13430">
                  <a:moveTo>
                    <a:pt x="6727" y="0"/>
                  </a:moveTo>
                  <a:lnTo>
                    <a:pt x="4037" y="0"/>
                  </a:lnTo>
                  <a:lnTo>
                    <a:pt x="1346" y="4029"/>
                  </a:lnTo>
                  <a:lnTo>
                    <a:pt x="0" y="5372"/>
                  </a:lnTo>
                  <a:lnTo>
                    <a:pt x="2691" y="5372"/>
                  </a:lnTo>
                  <a:lnTo>
                    <a:pt x="2691" y="8059"/>
                  </a:lnTo>
                  <a:lnTo>
                    <a:pt x="5382" y="6715"/>
                  </a:lnTo>
                  <a:lnTo>
                    <a:pt x="1346" y="9402"/>
                  </a:lnTo>
                  <a:lnTo>
                    <a:pt x="2691" y="13431"/>
                  </a:lnTo>
                  <a:lnTo>
                    <a:pt x="4037" y="12088"/>
                  </a:lnTo>
                  <a:lnTo>
                    <a:pt x="8073" y="10744"/>
                  </a:lnTo>
                  <a:lnTo>
                    <a:pt x="10764" y="10744"/>
                  </a:lnTo>
                  <a:lnTo>
                    <a:pt x="12109" y="8059"/>
                  </a:lnTo>
                  <a:lnTo>
                    <a:pt x="12109" y="2686"/>
                  </a:lnTo>
                  <a:lnTo>
                    <a:pt x="9418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9A4F3274-65A9-48BC-D990-A3583A7E3F06}"/>
                </a:ext>
              </a:extLst>
            </p:cNvPr>
            <p:cNvSpPr/>
            <p:nvPr/>
          </p:nvSpPr>
          <p:spPr>
            <a:xfrm>
              <a:off x="10789923" y="4830508"/>
              <a:ext cx="4035" cy="2686"/>
            </a:xfrm>
            <a:custGeom>
              <a:avLst/>
              <a:gdLst>
                <a:gd name="connsiteX0" fmla="*/ 0 w 4035"/>
                <a:gd name="connsiteY0" fmla="*/ 2686 h 2686"/>
                <a:gd name="connsiteX1" fmla="*/ 4036 w 4035"/>
                <a:gd name="connsiteY1" fmla="*/ 0 h 2686"/>
                <a:gd name="connsiteX2" fmla="*/ 2691 w 4035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2686">
                  <a:moveTo>
                    <a:pt x="0" y="2686"/>
                  </a:moveTo>
                  <a:lnTo>
                    <a:pt x="4036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7B19AEC2-F065-A025-E41F-181537180559}"/>
                </a:ext>
              </a:extLst>
            </p:cNvPr>
            <p:cNvSpPr/>
            <p:nvPr/>
          </p:nvSpPr>
          <p:spPr>
            <a:xfrm>
              <a:off x="10785887" y="4834538"/>
              <a:ext cx="6726" cy="4029"/>
            </a:xfrm>
            <a:custGeom>
              <a:avLst/>
              <a:gdLst>
                <a:gd name="connsiteX0" fmla="*/ 0 w 6726"/>
                <a:gd name="connsiteY0" fmla="*/ 0 h 4029"/>
                <a:gd name="connsiteX1" fmla="*/ 6727 w 6726"/>
                <a:gd name="connsiteY1" fmla="*/ 4029 h 4029"/>
                <a:gd name="connsiteX2" fmla="*/ 4036 w 6726"/>
                <a:gd name="connsiteY2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6" h="4029">
                  <a:moveTo>
                    <a:pt x="0" y="0"/>
                  </a:moveTo>
                  <a:lnTo>
                    <a:pt x="6727" y="4029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8BC7421D-5B79-B063-E210-A85FE5CB90ED}"/>
                </a:ext>
              </a:extLst>
            </p:cNvPr>
            <p:cNvSpPr/>
            <p:nvPr/>
          </p:nvSpPr>
          <p:spPr>
            <a:xfrm>
              <a:off x="10760324" y="4846249"/>
              <a:ext cx="2690" cy="1719"/>
            </a:xfrm>
            <a:custGeom>
              <a:avLst/>
              <a:gdLst>
                <a:gd name="connsiteX0" fmla="*/ 2691 w 2690"/>
                <a:gd name="connsiteY0" fmla="*/ 376 h 1719"/>
                <a:gd name="connsiteX1" fmla="*/ 0 w 2690"/>
                <a:gd name="connsiteY1" fmla="*/ 1719 h 1719"/>
                <a:gd name="connsiteX2" fmla="*/ 2691 w 2690"/>
                <a:gd name="connsiteY2" fmla="*/ 1719 h 1719"/>
                <a:gd name="connsiteX3" fmla="*/ 2691 w 2690"/>
                <a:gd name="connsiteY3" fmla="*/ 376 h 1719"/>
                <a:gd name="connsiteX4" fmla="*/ 2691 w 2690"/>
                <a:gd name="connsiteY4" fmla="*/ 376 h 1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1719">
                  <a:moveTo>
                    <a:pt x="2691" y="376"/>
                  </a:moveTo>
                  <a:lnTo>
                    <a:pt x="0" y="1719"/>
                  </a:lnTo>
                  <a:lnTo>
                    <a:pt x="2691" y="1719"/>
                  </a:lnTo>
                  <a:cubicBezTo>
                    <a:pt x="2691" y="1719"/>
                    <a:pt x="2691" y="-967"/>
                    <a:pt x="2691" y="376"/>
                  </a:cubicBezTo>
                  <a:lnTo>
                    <a:pt x="2691" y="37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3F0C696B-C0C8-7F85-548F-B46102CF3F1D}"/>
                </a:ext>
              </a:extLst>
            </p:cNvPr>
            <p:cNvSpPr/>
            <p:nvPr/>
          </p:nvSpPr>
          <p:spPr>
            <a:xfrm>
              <a:off x="10763015" y="4843939"/>
              <a:ext cx="6726" cy="1343"/>
            </a:xfrm>
            <a:custGeom>
              <a:avLst/>
              <a:gdLst>
                <a:gd name="connsiteX0" fmla="*/ 6727 w 6726"/>
                <a:gd name="connsiteY0" fmla="*/ 0 h 1343"/>
                <a:gd name="connsiteX1" fmla="*/ 0 w 6726"/>
                <a:gd name="connsiteY1" fmla="*/ 0 h 1343"/>
                <a:gd name="connsiteX2" fmla="*/ 4036 w 6726"/>
                <a:gd name="connsiteY2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6" h="1343">
                  <a:moveTo>
                    <a:pt x="6727" y="0"/>
                  </a:moveTo>
                  <a:lnTo>
                    <a:pt x="0" y="0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6CE2A2CE-208B-BA53-3E73-B9E6F1D3B4D7}"/>
                </a:ext>
              </a:extLst>
            </p:cNvPr>
            <p:cNvSpPr/>
            <p:nvPr/>
          </p:nvSpPr>
          <p:spPr>
            <a:xfrm>
              <a:off x="10761670" y="4861399"/>
              <a:ext cx="8071" cy="5372"/>
            </a:xfrm>
            <a:custGeom>
              <a:avLst/>
              <a:gdLst>
                <a:gd name="connsiteX0" fmla="*/ 8072 w 8071"/>
                <a:gd name="connsiteY0" fmla="*/ 0 h 5372"/>
                <a:gd name="connsiteX1" fmla="*/ 5381 w 8071"/>
                <a:gd name="connsiteY1" fmla="*/ 0 h 5372"/>
                <a:gd name="connsiteX2" fmla="*/ 1345 w 8071"/>
                <a:gd name="connsiteY2" fmla="*/ 4029 h 5372"/>
                <a:gd name="connsiteX3" fmla="*/ 0 w 8071"/>
                <a:gd name="connsiteY3" fmla="*/ 5372 h 5372"/>
                <a:gd name="connsiteX4" fmla="*/ 4036 w 8071"/>
                <a:gd name="connsiteY4" fmla="*/ 5372 h 5372"/>
                <a:gd name="connsiteX5" fmla="*/ 8072 w 8071"/>
                <a:gd name="connsiteY5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1" h="5372">
                  <a:moveTo>
                    <a:pt x="8072" y="0"/>
                  </a:moveTo>
                  <a:lnTo>
                    <a:pt x="5381" y="0"/>
                  </a:lnTo>
                  <a:lnTo>
                    <a:pt x="1345" y="4029"/>
                  </a:lnTo>
                  <a:lnTo>
                    <a:pt x="0" y="5372"/>
                  </a:lnTo>
                  <a:lnTo>
                    <a:pt x="4036" y="5372"/>
                  </a:lnTo>
                  <a:lnTo>
                    <a:pt x="807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E7C4B59C-0135-3600-C0FC-C911E4830038}"/>
                </a:ext>
              </a:extLst>
            </p:cNvPr>
            <p:cNvSpPr/>
            <p:nvPr/>
          </p:nvSpPr>
          <p:spPr>
            <a:xfrm>
              <a:off x="10769742" y="4837223"/>
              <a:ext cx="14798" cy="22832"/>
            </a:xfrm>
            <a:custGeom>
              <a:avLst/>
              <a:gdLst>
                <a:gd name="connsiteX0" fmla="*/ 9418 w 14798"/>
                <a:gd name="connsiteY0" fmla="*/ 4029 h 22832"/>
                <a:gd name="connsiteX1" fmla="*/ 1345 w 14798"/>
                <a:gd name="connsiteY1" fmla="*/ 9402 h 22832"/>
                <a:gd name="connsiteX2" fmla="*/ 1345 w 14798"/>
                <a:gd name="connsiteY2" fmla="*/ 12088 h 22832"/>
                <a:gd name="connsiteX3" fmla="*/ 2691 w 14798"/>
                <a:gd name="connsiteY3" fmla="*/ 13431 h 22832"/>
                <a:gd name="connsiteX4" fmla="*/ 0 w 14798"/>
                <a:gd name="connsiteY4" fmla="*/ 16117 h 22832"/>
                <a:gd name="connsiteX5" fmla="*/ 0 w 14798"/>
                <a:gd name="connsiteY5" fmla="*/ 20146 h 22832"/>
                <a:gd name="connsiteX6" fmla="*/ 2691 w 14798"/>
                <a:gd name="connsiteY6" fmla="*/ 22832 h 22832"/>
                <a:gd name="connsiteX7" fmla="*/ 6727 w 14798"/>
                <a:gd name="connsiteY7" fmla="*/ 22832 h 22832"/>
                <a:gd name="connsiteX8" fmla="*/ 12109 w 14798"/>
                <a:gd name="connsiteY8" fmla="*/ 14774 h 22832"/>
                <a:gd name="connsiteX9" fmla="*/ 14799 w 14798"/>
                <a:gd name="connsiteY9" fmla="*/ 8059 h 22832"/>
                <a:gd name="connsiteX10" fmla="*/ 13454 w 14798"/>
                <a:gd name="connsiteY10" fmla="*/ 5372 h 22832"/>
                <a:gd name="connsiteX11" fmla="*/ 14799 w 14798"/>
                <a:gd name="connsiteY11" fmla="*/ 2686 h 22832"/>
                <a:gd name="connsiteX12" fmla="*/ 14799 w 14798"/>
                <a:gd name="connsiteY12" fmla="*/ 0 h 22832"/>
                <a:gd name="connsiteX13" fmla="*/ 10763 w 14798"/>
                <a:gd name="connsiteY13" fmla="*/ 0 h 22832"/>
                <a:gd name="connsiteX14" fmla="*/ 9418 w 14798"/>
                <a:gd name="connsiteY14" fmla="*/ 1343 h 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798" h="22832">
                  <a:moveTo>
                    <a:pt x="9418" y="4029"/>
                  </a:moveTo>
                  <a:lnTo>
                    <a:pt x="1345" y="9402"/>
                  </a:lnTo>
                  <a:lnTo>
                    <a:pt x="1345" y="12088"/>
                  </a:lnTo>
                  <a:lnTo>
                    <a:pt x="2691" y="13431"/>
                  </a:lnTo>
                  <a:lnTo>
                    <a:pt x="0" y="16117"/>
                  </a:lnTo>
                  <a:lnTo>
                    <a:pt x="0" y="20146"/>
                  </a:lnTo>
                  <a:lnTo>
                    <a:pt x="2691" y="22832"/>
                  </a:lnTo>
                  <a:lnTo>
                    <a:pt x="6727" y="22832"/>
                  </a:lnTo>
                  <a:lnTo>
                    <a:pt x="12109" y="14774"/>
                  </a:lnTo>
                  <a:lnTo>
                    <a:pt x="14799" y="8059"/>
                  </a:lnTo>
                  <a:lnTo>
                    <a:pt x="13454" y="5372"/>
                  </a:lnTo>
                  <a:lnTo>
                    <a:pt x="14799" y="2686"/>
                  </a:lnTo>
                  <a:lnTo>
                    <a:pt x="14799" y="0"/>
                  </a:lnTo>
                  <a:lnTo>
                    <a:pt x="10763" y="0"/>
                  </a:lnTo>
                  <a:lnTo>
                    <a:pt x="9418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2C5A59AD-7CBE-4C43-F9A7-D18F9515061B}"/>
                </a:ext>
              </a:extLst>
            </p:cNvPr>
            <p:cNvSpPr/>
            <p:nvPr/>
          </p:nvSpPr>
          <p:spPr>
            <a:xfrm>
              <a:off x="10738798" y="4811705"/>
              <a:ext cx="4035" cy="4029"/>
            </a:xfrm>
            <a:custGeom>
              <a:avLst/>
              <a:gdLst>
                <a:gd name="connsiteX0" fmla="*/ 0 w 4035"/>
                <a:gd name="connsiteY0" fmla="*/ 4029 h 4029"/>
                <a:gd name="connsiteX1" fmla="*/ 4036 w 4035"/>
                <a:gd name="connsiteY1" fmla="*/ 1343 h 4029"/>
                <a:gd name="connsiteX2" fmla="*/ 1345 w 4035"/>
                <a:gd name="connsiteY2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4029">
                  <a:moveTo>
                    <a:pt x="0" y="4029"/>
                  </a:moveTo>
                  <a:lnTo>
                    <a:pt x="4036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CBB262BF-7A59-325B-6347-217A56E1E9BC}"/>
                </a:ext>
              </a:extLst>
            </p:cNvPr>
            <p:cNvSpPr/>
            <p:nvPr/>
          </p:nvSpPr>
          <p:spPr>
            <a:xfrm>
              <a:off x="10725345" y="4823793"/>
              <a:ext cx="2690" cy="1343"/>
            </a:xfrm>
            <a:custGeom>
              <a:avLst/>
              <a:gdLst>
                <a:gd name="connsiteX0" fmla="*/ 2691 w 2690"/>
                <a:gd name="connsiteY0" fmla="*/ 0 h 1343"/>
                <a:gd name="connsiteX1" fmla="*/ 0 w 2690"/>
                <a:gd name="connsiteY1" fmla="*/ 1343 h 1343"/>
                <a:gd name="connsiteX2" fmla="*/ 2691 w 2690"/>
                <a:gd name="connsiteY2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1343">
                  <a:moveTo>
                    <a:pt x="2691" y="0"/>
                  </a:moveTo>
                  <a:lnTo>
                    <a:pt x="0" y="1343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6284D084-467F-2617-910B-57F2D335091D}"/>
                </a:ext>
              </a:extLst>
            </p:cNvPr>
            <p:cNvSpPr/>
            <p:nvPr/>
          </p:nvSpPr>
          <p:spPr>
            <a:xfrm>
              <a:off x="10732072" y="4862742"/>
              <a:ext cx="5381" cy="2686"/>
            </a:xfrm>
            <a:custGeom>
              <a:avLst/>
              <a:gdLst>
                <a:gd name="connsiteX0" fmla="*/ 5381 w 5381"/>
                <a:gd name="connsiteY0" fmla="*/ 0 h 2686"/>
                <a:gd name="connsiteX1" fmla="*/ 0 w 5381"/>
                <a:gd name="connsiteY1" fmla="*/ 2686 h 2686"/>
                <a:gd name="connsiteX2" fmla="*/ 2691 w 5381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2686">
                  <a:moveTo>
                    <a:pt x="5381" y="0"/>
                  </a:moveTo>
                  <a:lnTo>
                    <a:pt x="0" y="2686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EEFDEB12-CB30-0229-4F9C-23ABFC8CC267}"/>
                </a:ext>
              </a:extLst>
            </p:cNvPr>
            <p:cNvSpPr/>
            <p:nvPr/>
          </p:nvSpPr>
          <p:spPr>
            <a:xfrm>
              <a:off x="10728036" y="4853341"/>
              <a:ext cx="8071" cy="6715"/>
            </a:xfrm>
            <a:custGeom>
              <a:avLst/>
              <a:gdLst>
                <a:gd name="connsiteX0" fmla="*/ 0 w 8071"/>
                <a:gd name="connsiteY0" fmla="*/ 1343 h 6715"/>
                <a:gd name="connsiteX1" fmla="*/ 2690 w 8071"/>
                <a:gd name="connsiteY1" fmla="*/ 0 h 6715"/>
                <a:gd name="connsiteX2" fmla="*/ 6727 w 8071"/>
                <a:gd name="connsiteY2" fmla="*/ 1343 h 6715"/>
                <a:gd name="connsiteX3" fmla="*/ 8072 w 8071"/>
                <a:gd name="connsiteY3" fmla="*/ 5372 h 6715"/>
                <a:gd name="connsiteX4" fmla="*/ 4036 w 8071"/>
                <a:gd name="connsiteY4" fmla="*/ 6715 h 6715"/>
                <a:gd name="connsiteX5" fmla="*/ 0 w 8071"/>
                <a:gd name="connsiteY5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1" h="6715">
                  <a:moveTo>
                    <a:pt x="0" y="1343"/>
                  </a:moveTo>
                  <a:lnTo>
                    <a:pt x="2690" y="0"/>
                  </a:lnTo>
                  <a:lnTo>
                    <a:pt x="6727" y="1343"/>
                  </a:lnTo>
                  <a:lnTo>
                    <a:pt x="8072" y="5372"/>
                  </a:lnTo>
                  <a:lnTo>
                    <a:pt x="4036" y="671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C634D185-4897-A34A-93AA-13740648590B}"/>
                </a:ext>
              </a:extLst>
            </p:cNvPr>
            <p:cNvSpPr/>
            <p:nvPr/>
          </p:nvSpPr>
          <p:spPr>
            <a:xfrm>
              <a:off x="10699782" y="4834538"/>
              <a:ext cx="5381" cy="4029"/>
            </a:xfrm>
            <a:custGeom>
              <a:avLst/>
              <a:gdLst>
                <a:gd name="connsiteX0" fmla="*/ 0 w 5381"/>
                <a:gd name="connsiteY0" fmla="*/ 2686 h 4029"/>
                <a:gd name="connsiteX1" fmla="*/ 2691 w 5381"/>
                <a:gd name="connsiteY1" fmla="*/ 0 h 4029"/>
                <a:gd name="connsiteX2" fmla="*/ 5382 w 5381"/>
                <a:gd name="connsiteY2" fmla="*/ 2686 h 4029"/>
                <a:gd name="connsiteX3" fmla="*/ 4036 w 5381"/>
                <a:gd name="connsiteY3" fmla="*/ 4029 h 4029"/>
                <a:gd name="connsiteX4" fmla="*/ 1346 w 5381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4029">
                  <a:moveTo>
                    <a:pt x="0" y="2686"/>
                  </a:moveTo>
                  <a:lnTo>
                    <a:pt x="2691" y="0"/>
                  </a:lnTo>
                  <a:lnTo>
                    <a:pt x="5382" y="2686"/>
                  </a:lnTo>
                  <a:lnTo>
                    <a:pt x="4036" y="4029"/>
                  </a:lnTo>
                  <a:lnTo>
                    <a:pt x="134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7858A16E-56FB-1118-E8DF-2350A84BF8CB}"/>
                </a:ext>
              </a:extLst>
            </p:cNvPr>
            <p:cNvSpPr/>
            <p:nvPr/>
          </p:nvSpPr>
          <p:spPr>
            <a:xfrm>
              <a:off x="10706509" y="4866771"/>
              <a:ext cx="6726" cy="1343"/>
            </a:xfrm>
            <a:custGeom>
              <a:avLst/>
              <a:gdLst>
                <a:gd name="connsiteX0" fmla="*/ 0 w 6726"/>
                <a:gd name="connsiteY0" fmla="*/ 0 h 1343"/>
                <a:gd name="connsiteX1" fmla="*/ 4036 w 6726"/>
                <a:gd name="connsiteY1" fmla="*/ 0 h 1343"/>
                <a:gd name="connsiteX2" fmla="*/ 6727 w 6726"/>
                <a:gd name="connsiteY2" fmla="*/ 1343 h 1343"/>
                <a:gd name="connsiteX3" fmla="*/ 2691 w 6726"/>
                <a:gd name="connsiteY3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1343">
                  <a:moveTo>
                    <a:pt x="0" y="0"/>
                  </a:moveTo>
                  <a:lnTo>
                    <a:pt x="4036" y="0"/>
                  </a:lnTo>
                  <a:lnTo>
                    <a:pt x="6727" y="1343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DFAAA85E-2672-86E6-B5B7-B0640B0BD633}"/>
                </a:ext>
              </a:extLst>
            </p:cNvPr>
            <p:cNvSpPr/>
            <p:nvPr/>
          </p:nvSpPr>
          <p:spPr>
            <a:xfrm>
              <a:off x="10666148" y="4843939"/>
              <a:ext cx="5381" cy="5372"/>
            </a:xfrm>
            <a:custGeom>
              <a:avLst/>
              <a:gdLst>
                <a:gd name="connsiteX0" fmla="*/ 0 w 5381"/>
                <a:gd name="connsiteY0" fmla="*/ 5372 h 5372"/>
                <a:gd name="connsiteX1" fmla="*/ 5382 w 5381"/>
                <a:gd name="connsiteY1" fmla="*/ 1343 h 5372"/>
                <a:gd name="connsiteX2" fmla="*/ 1346 w 5381"/>
                <a:gd name="connsiteY2" fmla="*/ 0 h 5372"/>
                <a:gd name="connsiteX3" fmla="*/ 0 w 5381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5372">
                  <a:moveTo>
                    <a:pt x="0" y="5372"/>
                  </a:moveTo>
                  <a:lnTo>
                    <a:pt x="5382" y="1343"/>
                  </a:lnTo>
                  <a:lnTo>
                    <a:pt x="1346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77D81BB7-CF87-9703-92EC-62C116D3F29D}"/>
                </a:ext>
              </a:extLst>
            </p:cNvPr>
            <p:cNvSpPr/>
            <p:nvPr/>
          </p:nvSpPr>
          <p:spPr>
            <a:xfrm>
              <a:off x="10679601" y="4864085"/>
              <a:ext cx="12108" cy="5372"/>
            </a:xfrm>
            <a:custGeom>
              <a:avLst/>
              <a:gdLst>
                <a:gd name="connsiteX0" fmla="*/ 0 w 12108"/>
                <a:gd name="connsiteY0" fmla="*/ 0 h 5372"/>
                <a:gd name="connsiteX1" fmla="*/ 8073 w 12108"/>
                <a:gd name="connsiteY1" fmla="*/ 1343 h 5372"/>
                <a:gd name="connsiteX2" fmla="*/ 12109 w 12108"/>
                <a:gd name="connsiteY2" fmla="*/ 0 h 5372"/>
                <a:gd name="connsiteX3" fmla="*/ 12109 w 12108"/>
                <a:gd name="connsiteY3" fmla="*/ 2686 h 5372"/>
                <a:gd name="connsiteX4" fmla="*/ 6727 w 12108"/>
                <a:gd name="connsiteY4" fmla="*/ 5372 h 5372"/>
                <a:gd name="connsiteX5" fmla="*/ 1346 w 12108"/>
                <a:gd name="connsiteY5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8" h="5372">
                  <a:moveTo>
                    <a:pt x="0" y="0"/>
                  </a:moveTo>
                  <a:lnTo>
                    <a:pt x="8073" y="1343"/>
                  </a:lnTo>
                  <a:lnTo>
                    <a:pt x="12109" y="0"/>
                  </a:lnTo>
                  <a:lnTo>
                    <a:pt x="12109" y="2686"/>
                  </a:lnTo>
                  <a:lnTo>
                    <a:pt x="6727" y="5372"/>
                  </a:lnTo>
                  <a:lnTo>
                    <a:pt x="134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4D4CAF91-2C7A-0806-9F37-012AB92A83F2}"/>
                </a:ext>
              </a:extLst>
            </p:cNvPr>
            <p:cNvSpPr/>
            <p:nvPr/>
          </p:nvSpPr>
          <p:spPr>
            <a:xfrm>
              <a:off x="10672875" y="4865428"/>
              <a:ext cx="2690" cy="2686"/>
            </a:xfrm>
            <a:custGeom>
              <a:avLst/>
              <a:gdLst>
                <a:gd name="connsiteX0" fmla="*/ 0 w 2690"/>
                <a:gd name="connsiteY0" fmla="*/ 1343 h 2686"/>
                <a:gd name="connsiteX1" fmla="*/ 2691 w 2690"/>
                <a:gd name="connsiteY1" fmla="*/ 0 h 2686"/>
                <a:gd name="connsiteX2" fmla="*/ 2691 w 2690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0" y="1343"/>
                  </a:moveTo>
                  <a:lnTo>
                    <a:pt x="2691" y="0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63143995-B8C8-D743-B9C9-5C9C204963A2}"/>
                </a:ext>
              </a:extLst>
            </p:cNvPr>
            <p:cNvSpPr/>
            <p:nvPr/>
          </p:nvSpPr>
          <p:spPr>
            <a:xfrm>
              <a:off x="10660767" y="4862742"/>
              <a:ext cx="5381" cy="4029"/>
            </a:xfrm>
            <a:custGeom>
              <a:avLst/>
              <a:gdLst>
                <a:gd name="connsiteX0" fmla="*/ 0 w 5381"/>
                <a:gd name="connsiteY0" fmla="*/ 1343 h 4029"/>
                <a:gd name="connsiteX1" fmla="*/ 4036 w 5381"/>
                <a:gd name="connsiteY1" fmla="*/ 0 h 4029"/>
                <a:gd name="connsiteX2" fmla="*/ 5381 w 5381"/>
                <a:gd name="connsiteY2" fmla="*/ 2686 h 4029"/>
                <a:gd name="connsiteX3" fmla="*/ 2690 w 5381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0" y="1343"/>
                  </a:moveTo>
                  <a:lnTo>
                    <a:pt x="4036" y="0"/>
                  </a:lnTo>
                  <a:lnTo>
                    <a:pt x="5381" y="2686"/>
                  </a:lnTo>
                  <a:lnTo>
                    <a:pt x="269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C7BE62B6-54E1-AC79-1610-81A4C0122BA8}"/>
                </a:ext>
              </a:extLst>
            </p:cNvPr>
            <p:cNvSpPr/>
            <p:nvPr/>
          </p:nvSpPr>
          <p:spPr>
            <a:xfrm>
              <a:off x="10562554" y="4888261"/>
              <a:ext cx="49779" cy="38949"/>
            </a:xfrm>
            <a:custGeom>
              <a:avLst/>
              <a:gdLst>
                <a:gd name="connsiteX0" fmla="*/ 1346 w 49779"/>
                <a:gd name="connsiteY0" fmla="*/ 30891 h 38949"/>
                <a:gd name="connsiteX1" fmla="*/ 0 w 49779"/>
                <a:gd name="connsiteY1" fmla="*/ 36263 h 38949"/>
                <a:gd name="connsiteX2" fmla="*/ 2691 w 49779"/>
                <a:gd name="connsiteY2" fmla="*/ 38949 h 38949"/>
                <a:gd name="connsiteX3" fmla="*/ 10764 w 49779"/>
                <a:gd name="connsiteY3" fmla="*/ 37606 h 38949"/>
                <a:gd name="connsiteX4" fmla="*/ 18836 w 49779"/>
                <a:gd name="connsiteY4" fmla="*/ 33577 h 38949"/>
                <a:gd name="connsiteX5" fmla="*/ 22872 w 49779"/>
                <a:gd name="connsiteY5" fmla="*/ 32234 h 38949"/>
                <a:gd name="connsiteX6" fmla="*/ 26908 w 49779"/>
                <a:gd name="connsiteY6" fmla="*/ 32234 h 38949"/>
                <a:gd name="connsiteX7" fmla="*/ 32289 w 49779"/>
                <a:gd name="connsiteY7" fmla="*/ 28204 h 38949"/>
                <a:gd name="connsiteX8" fmla="*/ 34980 w 49779"/>
                <a:gd name="connsiteY8" fmla="*/ 24175 h 38949"/>
                <a:gd name="connsiteX9" fmla="*/ 44398 w 49779"/>
                <a:gd name="connsiteY9" fmla="*/ 16117 h 38949"/>
                <a:gd name="connsiteX10" fmla="*/ 47088 w 49779"/>
                <a:gd name="connsiteY10" fmla="*/ 13431 h 38949"/>
                <a:gd name="connsiteX11" fmla="*/ 49779 w 49779"/>
                <a:gd name="connsiteY11" fmla="*/ 12088 h 38949"/>
                <a:gd name="connsiteX12" fmla="*/ 43052 w 49779"/>
                <a:gd name="connsiteY12" fmla="*/ 6715 h 38949"/>
                <a:gd name="connsiteX13" fmla="*/ 37671 w 49779"/>
                <a:gd name="connsiteY13" fmla="*/ 0 h 38949"/>
                <a:gd name="connsiteX14" fmla="*/ 36325 w 49779"/>
                <a:gd name="connsiteY14" fmla="*/ 1343 h 38949"/>
                <a:gd name="connsiteX15" fmla="*/ 32289 w 49779"/>
                <a:gd name="connsiteY15" fmla="*/ 2686 h 38949"/>
                <a:gd name="connsiteX16" fmla="*/ 30944 w 49779"/>
                <a:gd name="connsiteY16" fmla="*/ 9401 h 38949"/>
                <a:gd name="connsiteX17" fmla="*/ 26908 w 49779"/>
                <a:gd name="connsiteY17" fmla="*/ 10744 h 38949"/>
                <a:gd name="connsiteX18" fmla="*/ 21527 w 49779"/>
                <a:gd name="connsiteY18" fmla="*/ 13431 h 38949"/>
                <a:gd name="connsiteX19" fmla="*/ 17491 w 49779"/>
                <a:gd name="connsiteY19" fmla="*/ 8058 h 38949"/>
                <a:gd name="connsiteX20" fmla="*/ 16145 w 49779"/>
                <a:gd name="connsiteY20" fmla="*/ 9401 h 38949"/>
                <a:gd name="connsiteX21" fmla="*/ 10764 w 49779"/>
                <a:gd name="connsiteY21" fmla="*/ 12088 h 38949"/>
                <a:gd name="connsiteX22" fmla="*/ 9418 w 49779"/>
                <a:gd name="connsiteY22" fmla="*/ 17460 h 38949"/>
                <a:gd name="connsiteX23" fmla="*/ 4037 w 49779"/>
                <a:gd name="connsiteY23" fmla="*/ 25518 h 38949"/>
                <a:gd name="connsiteX24" fmla="*/ 2691 w 49779"/>
                <a:gd name="connsiteY24" fmla="*/ 28204 h 38949"/>
                <a:gd name="connsiteX25" fmla="*/ 5382 w 49779"/>
                <a:gd name="connsiteY25" fmla="*/ 30891 h 38949"/>
                <a:gd name="connsiteX26" fmla="*/ 6727 w 49779"/>
                <a:gd name="connsiteY26" fmla="*/ 32234 h 38949"/>
                <a:gd name="connsiteX27" fmla="*/ 2691 w 49779"/>
                <a:gd name="connsiteY27" fmla="*/ 32234 h 3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779" h="38949">
                  <a:moveTo>
                    <a:pt x="1346" y="30891"/>
                  </a:moveTo>
                  <a:lnTo>
                    <a:pt x="0" y="36263"/>
                  </a:lnTo>
                  <a:lnTo>
                    <a:pt x="2691" y="38949"/>
                  </a:lnTo>
                  <a:lnTo>
                    <a:pt x="10764" y="37606"/>
                  </a:lnTo>
                  <a:lnTo>
                    <a:pt x="18836" y="33577"/>
                  </a:lnTo>
                  <a:lnTo>
                    <a:pt x="22872" y="32234"/>
                  </a:lnTo>
                  <a:lnTo>
                    <a:pt x="26908" y="32234"/>
                  </a:lnTo>
                  <a:lnTo>
                    <a:pt x="32289" y="28204"/>
                  </a:lnTo>
                  <a:lnTo>
                    <a:pt x="34980" y="24175"/>
                  </a:lnTo>
                  <a:lnTo>
                    <a:pt x="44398" y="16117"/>
                  </a:lnTo>
                  <a:lnTo>
                    <a:pt x="47088" y="13431"/>
                  </a:lnTo>
                  <a:lnTo>
                    <a:pt x="49779" y="12088"/>
                  </a:lnTo>
                  <a:lnTo>
                    <a:pt x="43052" y="6715"/>
                  </a:lnTo>
                  <a:lnTo>
                    <a:pt x="37671" y="0"/>
                  </a:lnTo>
                  <a:lnTo>
                    <a:pt x="36325" y="1343"/>
                  </a:lnTo>
                  <a:lnTo>
                    <a:pt x="32289" y="2686"/>
                  </a:lnTo>
                  <a:lnTo>
                    <a:pt x="30944" y="9401"/>
                  </a:lnTo>
                  <a:lnTo>
                    <a:pt x="26908" y="10744"/>
                  </a:lnTo>
                  <a:lnTo>
                    <a:pt x="21527" y="13431"/>
                  </a:lnTo>
                  <a:lnTo>
                    <a:pt x="17491" y="8058"/>
                  </a:lnTo>
                  <a:lnTo>
                    <a:pt x="16145" y="9401"/>
                  </a:lnTo>
                  <a:lnTo>
                    <a:pt x="10764" y="12088"/>
                  </a:lnTo>
                  <a:lnTo>
                    <a:pt x="9418" y="17460"/>
                  </a:lnTo>
                  <a:lnTo>
                    <a:pt x="4037" y="25518"/>
                  </a:lnTo>
                  <a:lnTo>
                    <a:pt x="2691" y="28204"/>
                  </a:lnTo>
                  <a:lnTo>
                    <a:pt x="5382" y="30891"/>
                  </a:lnTo>
                  <a:lnTo>
                    <a:pt x="6727" y="32234"/>
                  </a:lnTo>
                  <a:lnTo>
                    <a:pt x="2691" y="3223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8C9D2044-6905-9A1B-C94A-5E14139AD05F}"/>
                </a:ext>
              </a:extLst>
            </p:cNvPr>
            <p:cNvSpPr/>
            <p:nvPr/>
          </p:nvSpPr>
          <p:spPr>
            <a:xfrm>
              <a:off x="10555827" y="4919151"/>
              <a:ext cx="5381" cy="5372"/>
            </a:xfrm>
            <a:custGeom>
              <a:avLst/>
              <a:gdLst>
                <a:gd name="connsiteX0" fmla="*/ 2691 w 5381"/>
                <a:gd name="connsiteY0" fmla="*/ 5372 h 5372"/>
                <a:gd name="connsiteX1" fmla="*/ 5382 w 5381"/>
                <a:gd name="connsiteY1" fmla="*/ 0 h 5372"/>
                <a:gd name="connsiteX2" fmla="*/ 2691 w 5381"/>
                <a:gd name="connsiteY2" fmla="*/ 0 h 5372"/>
                <a:gd name="connsiteX3" fmla="*/ 0 w 5381"/>
                <a:gd name="connsiteY3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5372">
                  <a:moveTo>
                    <a:pt x="2691" y="5372"/>
                  </a:moveTo>
                  <a:lnTo>
                    <a:pt x="5382" y="0"/>
                  </a:lnTo>
                  <a:lnTo>
                    <a:pt x="2691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C7271F22-9478-AB99-569F-D1321102BA01}"/>
                </a:ext>
              </a:extLst>
            </p:cNvPr>
            <p:cNvSpPr/>
            <p:nvPr/>
          </p:nvSpPr>
          <p:spPr>
            <a:xfrm>
              <a:off x="10543719" y="4928553"/>
              <a:ext cx="17489" cy="12087"/>
            </a:xfrm>
            <a:custGeom>
              <a:avLst/>
              <a:gdLst>
                <a:gd name="connsiteX0" fmla="*/ 14799 w 17489"/>
                <a:gd name="connsiteY0" fmla="*/ 0 h 12087"/>
                <a:gd name="connsiteX1" fmla="*/ 10763 w 17489"/>
                <a:gd name="connsiteY1" fmla="*/ 2686 h 12087"/>
                <a:gd name="connsiteX2" fmla="*/ 12108 w 17489"/>
                <a:gd name="connsiteY2" fmla="*/ 2686 h 12087"/>
                <a:gd name="connsiteX3" fmla="*/ 4036 w 17489"/>
                <a:gd name="connsiteY3" fmla="*/ 6715 h 12087"/>
                <a:gd name="connsiteX4" fmla="*/ 0 w 17489"/>
                <a:gd name="connsiteY4" fmla="*/ 10744 h 12087"/>
                <a:gd name="connsiteX5" fmla="*/ 4036 w 17489"/>
                <a:gd name="connsiteY5" fmla="*/ 12088 h 12087"/>
                <a:gd name="connsiteX6" fmla="*/ 14799 w 17489"/>
                <a:gd name="connsiteY6" fmla="*/ 6715 h 12087"/>
                <a:gd name="connsiteX7" fmla="*/ 17490 w 17489"/>
                <a:gd name="connsiteY7" fmla="*/ 2686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489" h="12087">
                  <a:moveTo>
                    <a:pt x="14799" y="0"/>
                  </a:moveTo>
                  <a:lnTo>
                    <a:pt x="10763" y="2686"/>
                  </a:lnTo>
                  <a:lnTo>
                    <a:pt x="12108" y="2686"/>
                  </a:lnTo>
                  <a:lnTo>
                    <a:pt x="4036" y="6715"/>
                  </a:lnTo>
                  <a:lnTo>
                    <a:pt x="0" y="10744"/>
                  </a:lnTo>
                  <a:lnTo>
                    <a:pt x="4036" y="12088"/>
                  </a:lnTo>
                  <a:lnTo>
                    <a:pt x="14799" y="6715"/>
                  </a:lnTo>
                  <a:lnTo>
                    <a:pt x="1749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1439C1CF-8CBB-8F65-AA70-0706DFFE32A7}"/>
                </a:ext>
              </a:extLst>
            </p:cNvPr>
            <p:cNvSpPr/>
            <p:nvPr/>
          </p:nvSpPr>
          <p:spPr>
            <a:xfrm>
              <a:off x="10515465" y="4927210"/>
              <a:ext cx="8072" cy="6715"/>
            </a:xfrm>
            <a:custGeom>
              <a:avLst/>
              <a:gdLst>
                <a:gd name="connsiteX0" fmla="*/ 5382 w 8072"/>
                <a:gd name="connsiteY0" fmla="*/ 0 h 6715"/>
                <a:gd name="connsiteX1" fmla="*/ 8073 w 8072"/>
                <a:gd name="connsiteY1" fmla="*/ 2686 h 6715"/>
                <a:gd name="connsiteX2" fmla="*/ 8073 w 8072"/>
                <a:gd name="connsiteY2" fmla="*/ 5372 h 6715"/>
                <a:gd name="connsiteX3" fmla="*/ 5382 w 8072"/>
                <a:gd name="connsiteY3" fmla="*/ 6715 h 6715"/>
                <a:gd name="connsiteX4" fmla="*/ 0 w 8072"/>
                <a:gd name="connsiteY4" fmla="*/ 6715 h 6715"/>
                <a:gd name="connsiteX5" fmla="*/ 2691 w 8072"/>
                <a:gd name="connsiteY5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6715">
                  <a:moveTo>
                    <a:pt x="5382" y="0"/>
                  </a:moveTo>
                  <a:lnTo>
                    <a:pt x="8073" y="2686"/>
                  </a:lnTo>
                  <a:lnTo>
                    <a:pt x="8073" y="5372"/>
                  </a:lnTo>
                  <a:lnTo>
                    <a:pt x="5382" y="6715"/>
                  </a:lnTo>
                  <a:lnTo>
                    <a:pt x="0" y="6715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90D0581A-9B29-5360-08D0-33D126F9086C}"/>
                </a:ext>
              </a:extLst>
            </p:cNvPr>
            <p:cNvSpPr/>
            <p:nvPr/>
          </p:nvSpPr>
          <p:spPr>
            <a:xfrm>
              <a:off x="10445506" y="4893633"/>
              <a:ext cx="48433" cy="29547"/>
            </a:xfrm>
            <a:custGeom>
              <a:avLst/>
              <a:gdLst>
                <a:gd name="connsiteX0" fmla="*/ 0 w 48433"/>
                <a:gd name="connsiteY0" fmla="*/ 6715 h 29547"/>
                <a:gd name="connsiteX1" fmla="*/ 10763 w 48433"/>
                <a:gd name="connsiteY1" fmla="*/ 0 h 29547"/>
                <a:gd name="connsiteX2" fmla="*/ 17490 w 48433"/>
                <a:gd name="connsiteY2" fmla="*/ 5372 h 29547"/>
                <a:gd name="connsiteX3" fmla="*/ 22871 w 48433"/>
                <a:gd name="connsiteY3" fmla="*/ 5372 h 29547"/>
                <a:gd name="connsiteX4" fmla="*/ 26908 w 48433"/>
                <a:gd name="connsiteY4" fmla="*/ 2686 h 29547"/>
                <a:gd name="connsiteX5" fmla="*/ 33634 w 48433"/>
                <a:gd name="connsiteY5" fmla="*/ 6715 h 29547"/>
                <a:gd name="connsiteX6" fmla="*/ 34979 w 48433"/>
                <a:gd name="connsiteY6" fmla="*/ 10744 h 29547"/>
                <a:gd name="connsiteX7" fmla="*/ 40361 w 48433"/>
                <a:gd name="connsiteY7" fmla="*/ 10744 h 29547"/>
                <a:gd name="connsiteX8" fmla="*/ 44397 w 48433"/>
                <a:gd name="connsiteY8" fmla="*/ 17460 h 29547"/>
                <a:gd name="connsiteX9" fmla="*/ 48433 w 48433"/>
                <a:gd name="connsiteY9" fmla="*/ 21489 h 29547"/>
                <a:gd name="connsiteX10" fmla="*/ 48433 w 48433"/>
                <a:gd name="connsiteY10" fmla="*/ 25518 h 29547"/>
                <a:gd name="connsiteX11" fmla="*/ 43051 w 48433"/>
                <a:gd name="connsiteY11" fmla="*/ 28205 h 29547"/>
                <a:gd name="connsiteX12" fmla="*/ 34979 w 48433"/>
                <a:gd name="connsiteY12" fmla="*/ 29547 h 29547"/>
                <a:gd name="connsiteX13" fmla="*/ 29598 w 48433"/>
                <a:gd name="connsiteY13" fmla="*/ 26862 h 29547"/>
                <a:gd name="connsiteX14" fmla="*/ 25562 w 48433"/>
                <a:gd name="connsiteY14" fmla="*/ 20146 h 29547"/>
                <a:gd name="connsiteX15" fmla="*/ 20181 w 48433"/>
                <a:gd name="connsiteY15" fmla="*/ 18803 h 29547"/>
                <a:gd name="connsiteX16" fmla="*/ 16144 w 48433"/>
                <a:gd name="connsiteY16" fmla="*/ 14774 h 29547"/>
                <a:gd name="connsiteX17" fmla="*/ 10763 w 48433"/>
                <a:gd name="connsiteY17" fmla="*/ 14774 h 29547"/>
                <a:gd name="connsiteX18" fmla="*/ 4036 w 48433"/>
                <a:gd name="connsiteY18" fmla="*/ 13431 h 29547"/>
                <a:gd name="connsiteX19" fmla="*/ 0 w 48433"/>
                <a:gd name="connsiteY19" fmla="*/ 9401 h 2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8433" h="29547">
                  <a:moveTo>
                    <a:pt x="0" y="6715"/>
                  </a:moveTo>
                  <a:lnTo>
                    <a:pt x="10763" y="0"/>
                  </a:lnTo>
                  <a:lnTo>
                    <a:pt x="17490" y="5372"/>
                  </a:lnTo>
                  <a:lnTo>
                    <a:pt x="22871" y="5372"/>
                  </a:lnTo>
                  <a:lnTo>
                    <a:pt x="26908" y="2686"/>
                  </a:lnTo>
                  <a:lnTo>
                    <a:pt x="33634" y="6715"/>
                  </a:lnTo>
                  <a:lnTo>
                    <a:pt x="34979" y="10744"/>
                  </a:lnTo>
                  <a:lnTo>
                    <a:pt x="40361" y="10744"/>
                  </a:lnTo>
                  <a:lnTo>
                    <a:pt x="44397" y="17460"/>
                  </a:lnTo>
                  <a:lnTo>
                    <a:pt x="48433" y="21489"/>
                  </a:lnTo>
                  <a:lnTo>
                    <a:pt x="48433" y="25518"/>
                  </a:lnTo>
                  <a:lnTo>
                    <a:pt x="43051" y="28205"/>
                  </a:lnTo>
                  <a:lnTo>
                    <a:pt x="34979" y="29547"/>
                  </a:lnTo>
                  <a:lnTo>
                    <a:pt x="29598" y="26862"/>
                  </a:lnTo>
                  <a:lnTo>
                    <a:pt x="25562" y="20146"/>
                  </a:lnTo>
                  <a:lnTo>
                    <a:pt x="20181" y="18803"/>
                  </a:lnTo>
                  <a:lnTo>
                    <a:pt x="16144" y="14774"/>
                  </a:lnTo>
                  <a:lnTo>
                    <a:pt x="10763" y="14774"/>
                  </a:lnTo>
                  <a:lnTo>
                    <a:pt x="4036" y="13431"/>
                  </a:lnTo>
                  <a:lnTo>
                    <a:pt x="0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9ED1E2FF-D49C-D098-295A-544B19A826EA}"/>
                </a:ext>
              </a:extLst>
            </p:cNvPr>
            <p:cNvSpPr/>
            <p:nvPr/>
          </p:nvSpPr>
          <p:spPr>
            <a:xfrm>
              <a:off x="10364784" y="4839910"/>
              <a:ext cx="5381" cy="1343"/>
            </a:xfrm>
            <a:custGeom>
              <a:avLst/>
              <a:gdLst>
                <a:gd name="connsiteX0" fmla="*/ 0 w 5381"/>
                <a:gd name="connsiteY0" fmla="*/ 0 h 1343"/>
                <a:gd name="connsiteX1" fmla="*/ 4036 w 5381"/>
                <a:gd name="connsiteY1" fmla="*/ 0 h 1343"/>
                <a:gd name="connsiteX2" fmla="*/ 5381 w 5381"/>
                <a:gd name="connsiteY2" fmla="*/ 0 h 1343"/>
                <a:gd name="connsiteX3" fmla="*/ 5381 w 5381"/>
                <a:gd name="connsiteY3" fmla="*/ 1343 h 1343"/>
                <a:gd name="connsiteX4" fmla="*/ 1345 w 5381"/>
                <a:gd name="connsiteY4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1343">
                  <a:moveTo>
                    <a:pt x="0" y="0"/>
                  </a:moveTo>
                  <a:lnTo>
                    <a:pt x="4036" y="0"/>
                  </a:lnTo>
                  <a:lnTo>
                    <a:pt x="5381" y="0"/>
                  </a:lnTo>
                  <a:lnTo>
                    <a:pt x="5381" y="1343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EA5A46B6-DF92-5437-F7AE-6DDE4FCAE016}"/>
                </a:ext>
              </a:extLst>
            </p:cNvPr>
            <p:cNvSpPr/>
            <p:nvPr/>
          </p:nvSpPr>
          <p:spPr>
            <a:xfrm>
              <a:off x="10349984" y="4829165"/>
              <a:ext cx="10762" cy="6715"/>
            </a:xfrm>
            <a:custGeom>
              <a:avLst/>
              <a:gdLst>
                <a:gd name="connsiteX0" fmla="*/ 0 w 10762"/>
                <a:gd name="connsiteY0" fmla="*/ 2686 h 6715"/>
                <a:gd name="connsiteX1" fmla="*/ 4036 w 10762"/>
                <a:gd name="connsiteY1" fmla="*/ 6715 h 6715"/>
                <a:gd name="connsiteX2" fmla="*/ 6727 w 10762"/>
                <a:gd name="connsiteY2" fmla="*/ 2686 h 6715"/>
                <a:gd name="connsiteX3" fmla="*/ 9418 w 10762"/>
                <a:gd name="connsiteY3" fmla="*/ 4029 h 6715"/>
                <a:gd name="connsiteX4" fmla="*/ 10763 w 10762"/>
                <a:gd name="connsiteY4" fmla="*/ 4029 h 6715"/>
                <a:gd name="connsiteX5" fmla="*/ 9418 w 10762"/>
                <a:gd name="connsiteY5" fmla="*/ 2686 h 6715"/>
                <a:gd name="connsiteX6" fmla="*/ 6727 w 10762"/>
                <a:gd name="connsiteY6" fmla="*/ 1343 h 6715"/>
                <a:gd name="connsiteX7" fmla="*/ 2691 w 10762"/>
                <a:gd name="connsiteY7" fmla="*/ 0 h 6715"/>
                <a:gd name="connsiteX8" fmla="*/ 0 w 10762"/>
                <a:gd name="connsiteY8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2" h="6715">
                  <a:moveTo>
                    <a:pt x="0" y="2686"/>
                  </a:moveTo>
                  <a:lnTo>
                    <a:pt x="4036" y="6715"/>
                  </a:lnTo>
                  <a:lnTo>
                    <a:pt x="6727" y="2686"/>
                  </a:lnTo>
                  <a:lnTo>
                    <a:pt x="9418" y="4029"/>
                  </a:lnTo>
                  <a:lnTo>
                    <a:pt x="10763" y="4029"/>
                  </a:lnTo>
                  <a:lnTo>
                    <a:pt x="9418" y="2686"/>
                  </a:lnTo>
                  <a:lnTo>
                    <a:pt x="6727" y="1343"/>
                  </a:lnTo>
                  <a:lnTo>
                    <a:pt x="2691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0F7276F1-2DF2-C72E-E0F6-CBED7D541BE2}"/>
                </a:ext>
              </a:extLst>
            </p:cNvPr>
            <p:cNvSpPr/>
            <p:nvPr/>
          </p:nvSpPr>
          <p:spPr>
            <a:xfrm>
              <a:off x="10628477" y="4847968"/>
              <a:ext cx="26907" cy="12087"/>
            </a:xfrm>
            <a:custGeom>
              <a:avLst/>
              <a:gdLst>
                <a:gd name="connsiteX0" fmla="*/ 1345 w 26907"/>
                <a:gd name="connsiteY0" fmla="*/ 10744 h 12087"/>
                <a:gd name="connsiteX1" fmla="*/ 6727 w 26907"/>
                <a:gd name="connsiteY1" fmla="*/ 8058 h 12087"/>
                <a:gd name="connsiteX2" fmla="*/ 14799 w 26907"/>
                <a:gd name="connsiteY2" fmla="*/ 9401 h 12087"/>
                <a:gd name="connsiteX3" fmla="*/ 17490 w 26907"/>
                <a:gd name="connsiteY3" fmla="*/ 12088 h 12087"/>
                <a:gd name="connsiteX4" fmla="*/ 18836 w 26907"/>
                <a:gd name="connsiteY4" fmla="*/ 9401 h 12087"/>
                <a:gd name="connsiteX5" fmla="*/ 22872 w 26907"/>
                <a:gd name="connsiteY5" fmla="*/ 6715 h 12087"/>
                <a:gd name="connsiteX6" fmla="*/ 26908 w 26907"/>
                <a:gd name="connsiteY6" fmla="*/ 4029 h 12087"/>
                <a:gd name="connsiteX7" fmla="*/ 25562 w 26907"/>
                <a:gd name="connsiteY7" fmla="*/ 1343 h 12087"/>
                <a:gd name="connsiteX8" fmla="*/ 21526 w 26907"/>
                <a:gd name="connsiteY8" fmla="*/ 0 h 12087"/>
                <a:gd name="connsiteX9" fmla="*/ 17490 w 26907"/>
                <a:gd name="connsiteY9" fmla="*/ 2686 h 12087"/>
                <a:gd name="connsiteX10" fmla="*/ 8072 w 26907"/>
                <a:gd name="connsiteY10" fmla="*/ 4029 h 12087"/>
                <a:gd name="connsiteX11" fmla="*/ 5382 w 26907"/>
                <a:gd name="connsiteY11" fmla="*/ 1343 h 12087"/>
                <a:gd name="connsiteX12" fmla="*/ 1345 w 26907"/>
                <a:gd name="connsiteY12" fmla="*/ 2686 h 12087"/>
                <a:gd name="connsiteX13" fmla="*/ 0 w 26907"/>
                <a:gd name="connsiteY13" fmla="*/ 805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907" h="12087">
                  <a:moveTo>
                    <a:pt x="1345" y="10744"/>
                  </a:moveTo>
                  <a:lnTo>
                    <a:pt x="6727" y="8058"/>
                  </a:lnTo>
                  <a:lnTo>
                    <a:pt x="14799" y="9401"/>
                  </a:lnTo>
                  <a:lnTo>
                    <a:pt x="17490" y="12088"/>
                  </a:lnTo>
                  <a:lnTo>
                    <a:pt x="18836" y="9401"/>
                  </a:lnTo>
                  <a:lnTo>
                    <a:pt x="22872" y="6715"/>
                  </a:lnTo>
                  <a:lnTo>
                    <a:pt x="26908" y="4029"/>
                  </a:lnTo>
                  <a:lnTo>
                    <a:pt x="25562" y="1343"/>
                  </a:lnTo>
                  <a:lnTo>
                    <a:pt x="21526" y="0"/>
                  </a:lnTo>
                  <a:lnTo>
                    <a:pt x="17490" y="2686"/>
                  </a:lnTo>
                  <a:lnTo>
                    <a:pt x="8072" y="4029"/>
                  </a:lnTo>
                  <a:lnTo>
                    <a:pt x="5382" y="1343"/>
                  </a:lnTo>
                  <a:lnTo>
                    <a:pt x="1345" y="2686"/>
                  </a:lnTo>
                  <a:lnTo>
                    <a:pt x="0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DFA4ECAA-0754-B3BC-B216-FFD25D848F46}"/>
                </a:ext>
              </a:extLst>
            </p:cNvPr>
            <p:cNvSpPr/>
            <p:nvPr/>
          </p:nvSpPr>
          <p:spPr>
            <a:xfrm>
              <a:off x="10619060" y="4865428"/>
              <a:ext cx="2690" cy="4029"/>
            </a:xfrm>
            <a:custGeom>
              <a:avLst/>
              <a:gdLst>
                <a:gd name="connsiteX0" fmla="*/ 1346 w 2690"/>
                <a:gd name="connsiteY0" fmla="*/ 0 h 4029"/>
                <a:gd name="connsiteX1" fmla="*/ 0 w 2690"/>
                <a:gd name="connsiteY1" fmla="*/ 2686 h 4029"/>
                <a:gd name="connsiteX2" fmla="*/ 1346 w 2690"/>
                <a:gd name="connsiteY2" fmla="*/ 4029 h 4029"/>
                <a:gd name="connsiteX3" fmla="*/ 2691 w 2690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1346" y="0"/>
                  </a:moveTo>
                  <a:lnTo>
                    <a:pt x="0" y="2686"/>
                  </a:lnTo>
                  <a:lnTo>
                    <a:pt x="1346" y="4029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3B22A04B-06CE-9AB0-3847-EF3FA876E4AE}"/>
                </a:ext>
              </a:extLst>
            </p:cNvPr>
            <p:cNvSpPr/>
            <p:nvPr/>
          </p:nvSpPr>
          <p:spPr>
            <a:xfrm>
              <a:off x="10592152" y="4865428"/>
              <a:ext cx="17489" cy="8058"/>
            </a:xfrm>
            <a:custGeom>
              <a:avLst/>
              <a:gdLst>
                <a:gd name="connsiteX0" fmla="*/ 5382 w 17489"/>
                <a:gd name="connsiteY0" fmla="*/ 0 h 8058"/>
                <a:gd name="connsiteX1" fmla="*/ 0 w 17489"/>
                <a:gd name="connsiteY1" fmla="*/ 2686 h 8058"/>
                <a:gd name="connsiteX2" fmla="*/ 2691 w 17489"/>
                <a:gd name="connsiteY2" fmla="*/ 4029 h 8058"/>
                <a:gd name="connsiteX3" fmla="*/ 0 w 17489"/>
                <a:gd name="connsiteY3" fmla="*/ 5372 h 8058"/>
                <a:gd name="connsiteX4" fmla="*/ 1346 w 17489"/>
                <a:gd name="connsiteY4" fmla="*/ 6715 h 8058"/>
                <a:gd name="connsiteX5" fmla="*/ 5382 w 17489"/>
                <a:gd name="connsiteY5" fmla="*/ 8059 h 8058"/>
                <a:gd name="connsiteX6" fmla="*/ 14800 w 17489"/>
                <a:gd name="connsiteY6" fmla="*/ 5372 h 8058"/>
                <a:gd name="connsiteX7" fmla="*/ 17490 w 17489"/>
                <a:gd name="connsiteY7" fmla="*/ 2686 h 8058"/>
                <a:gd name="connsiteX8" fmla="*/ 14800 w 17489"/>
                <a:gd name="connsiteY8" fmla="*/ 0 h 8058"/>
                <a:gd name="connsiteX9" fmla="*/ 6727 w 17489"/>
                <a:gd name="connsiteY9" fmla="*/ 1343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489" h="8058">
                  <a:moveTo>
                    <a:pt x="5382" y="0"/>
                  </a:moveTo>
                  <a:lnTo>
                    <a:pt x="0" y="2686"/>
                  </a:lnTo>
                  <a:lnTo>
                    <a:pt x="2691" y="4029"/>
                  </a:lnTo>
                  <a:lnTo>
                    <a:pt x="0" y="5372"/>
                  </a:lnTo>
                  <a:lnTo>
                    <a:pt x="1346" y="6715"/>
                  </a:lnTo>
                  <a:lnTo>
                    <a:pt x="5382" y="8059"/>
                  </a:lnTo>
                  <a:lnTo>
                    <a:pt x="14800" y="5372"/>
                  </a:lnTo>
                  <a:lnTo>
                    <a:pt x="17490" y="2686"/>
                  </a:lnTo>
                  <a:lnTo>
                    <a:pt x="14800" y="0"/>
                  </a:lnTo>
                  <a:lnTo>
                    <a:pt x="6727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F72C7D71-FB58-8D75-F189-D5F4FF8D54FD}"/>
                </a:ext>
              </a:extLst>
            </p:cNvPr>
            <p:cNvSpPr/>
            <p:nvPr/>
          </p:nvSpPr>
          <p:spPr>
            <a:xfrm>
              <a:off x="10578698" y="4870800"/>
              <a:ext cx="9417" cy="6715"/>
            </a:xfrm>
            <a:custGeom>
              <a:avLst/>
              <a:gdLst>
                <a:gd name="connsiteX0" fmla="*/ 0 w 9417"/>
                <a:gd name="connsiteY0" fmla="*/ 4029 h 6715"/>
                <a:gd name="connsiteX1" fmla="*/ 2691 w 9417"/>
                <a:gd name="connsiteY1" fmla="*/ 4029 h 6715"/>
                <a:gd name="connsiteX2" fmla="*/ 5382 w 9417"/>
                <a:gd name="connsiteY2" fmla="*/ 6715 h 6715"/>
                <a:gd name="connsiteX3" fmla="*/ 9418 w 9417"/>
                <a:gd name="connsiteY3" fmla="*/ 1343 h 6715"/>
                <a:gd name="connsiteX4" fmla="*/ 9418 w 9417"/>
                <a:gd name="connsiteY4" fmla="*/ 0 h 6715"/>
                <a:gd name="connsiteX5" fmla="*/ 6727 w 9417"/>
                <a:gd name="connsiteY5" fmla="*/ 1343 h 6715"/>
                <a:gd name="connsiteX6" fmla="*/ 2691 w 9417"/>
                <a:gd name="connsiteY6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6715">
                  <a:moveTo>
                    <a:pt x="0" y="4029"/>
                  </a:moveTo>
                  <a:lnTo>
                    <a:pt x="2691" y="4029"/>
                  </a:lnTo>
                  <a:lnTo>
                    <a:pt x="5382" y="6715"/>
                  </a:lnTo>
                  <a:lnTo>
                    <a:pt x="9418" y="1343"/>
                  </a:lnTo>
                  <a:lnTo>
                    <a:pt x="9418" y="0"/>
                  </a:lnTo>
                  <a:lnTo>
                    <a:pt x="6727" y="1343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8E27D04F-4410-F2C7-9626-0B17EF299C96}"/>
                </a:ext>
              </a:extLst>
            </p:cNvPr>
            <p:cNvSpPr/>
            <p:nvPr/>
          </p:nvSpPr>
          <p:spPr>
            <a:xfrm>
              <a:off x="10562554" y="4868114"/>
              <a:ext cx="14799" cy="10744"/>
            </a:xfrm>
            <a:custGeom>
              <a:avLst/>
              <a:gdLst>
                <a:gd name="connsiteX0" fmla="*/ 0 w 14799"/>
                <a:gd name="connsiteY0" fmla="*/ 8058 h 10744"/>
                <a:gd name="connsiteX1" fmla="*/ 5382 w 14799"/>
                <a:gd name="connsiteY1" fmla="*/ 4029 h 10744"/>
                <a:gd name="connsiteX2" fmla="*/ 4037 w 14799"/>
                <a:gd name="connsiteY2" fmla="*/ 2686 h 10744"/>
                <a:gd name="connsiteX3" fmla="*/ 5382 w 14799"/>
                <a:gd name="connsiteY3" fmla="*/ 1343 h 10744"/>
                <a:gd name="connsiteX4" fmla="*/ 9418 w 14799"/>
                <a:gd name="connsiteY4" fmla="*/ 1343 h 10744"/>
                <a:gd name="connsiteX5" fmla="*/ 13454 w 14799"/>
                <a:gd name="connsiteY5" fmla="*/ 0 h 10744"/>
                <a:gd name="connsiteX6" fmla="*/ 14800 w 14799"/>
                <a:gd name="connsiteY6" fmla="*/ 1343 h 10744"/>
                <a:gd name="connsiteX7" fmla="*/ 9418 w 14799"/>
                <a:gd name="connsiteY7" fmla="*/ 5372 h 10744"/>
                <a:gd name="connsiteX8" fmla="*/ 8073 w 14799"/>
                <a:gd name="connsiteY8" fmla="*/ 9401 h 10744"/>
                <a:gd name="connsiteX9" fmla="*/ 2691 w 14799"/>
                <a:gd name="connsiteY9" fmla="*/ 10744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99" h="10744">
                  <a:moveTo>
                    <a:pt x="0" y="8058"/>
                  </a:moveTo>
                  <a:lnTo>
                    <a:pt x="5382" y="4029"/>
                  </a:lnTo>
                  <a:lnTo>
                    <a:pt x="4037" y="2686"/>
                  </a:lnTo>
                  <a:lnTo>
                    <a:pt x="5382" y="1343"/>
                  </a:lnTo>
                  <a:lnTo>
                    <a:pt x="9418" y="1343"/>
                  </a:lnTo>
                  <a:lnTo>
                    <a:pt x="13454" y="0"/>
                  </a:lnTo>
                  <a:lnTo>
                    <a:pt x="14800" y="1343"/>
                  </a:lnTo>
                  <a:lnTo>
                    <a:pt x="9418" y="5372"/>
                  </a:lnTo>
                  <a:lnTo>
                    <a:pt x="8073" y="9401"/>
                  </a:lnTo>
                  <a:lnTo>
                    <a:pt x="2691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CD09212B-6535-C2E1-7DE7-1D0004BF9C5B}"/>
                </a:ext>
              </a:extLst>
            </p:cNvPr>
            <p:cNvSpPr/>
            <p:nvPr/>
          </p:nvSpPr>
          <p:spPr>
            <a:xfrm>
              <a:off x="10550446" y="4874830"/>
              <a:ext cx="8071" cy="5372"/>
            </a:xfrm>
            <a:custGeom>
              <a:avLst/>
              <a:gdLst>
                <a:gd name="connsiteX0" fmla="*/ 8072 w 8071"/>
                <a:gd name="connsiteY0" fmla="*/ 0 h 5372"/>
                <a:gd name="connsiteX1" fmla="*/ 2691 w 8071"/>
                <a:gd name="connsiteY1" fmla="*/ 1343 h 5372"/>
                <a:gd name="connsiteX2" fmla="*/ 0 w 8071"/>
                <a:gd name="connsiteY2" fmla="*/ 5372 h 5372"/>
                <a:gd name="connsiteX3" fmla="*/ 4036 w 8071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1" h="5372">
                  <a:moveTo>
                    <a:pt x="8072" y="0"/>
                  </a:moveTo>
                  <a:lnTo>
                    <a:pt x="2691" y="1343"/>
                  </a:lnTo>
                  <a:lnTo>
                    <a:pt x="0" y="5372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98F486DA-3CDF-A48E-1500-283CAB3273F9}"/>
                </a:ext>
              </a:extLst>
            </p:cNvPr>
            <p:cNvSpPr/>
            <p:nvPr/>
          </p:nvSpPr>
          <p:spPr>
            <a:xfrm>
              <a:off x="10557173" y="4866771"/>
              <a:ext cx="4035" cy="5372"/>
            </a:xfrm>
            <a:custGeom>
              <a:avLst/>
              <a:gdLst>
                <a:gd name="connsiteX0" fmla="*/ 4036 w 4035"/>
                <a:gd name="connsiteY0" fmla="*/ 0 h 5372"/>
                <a:gd name="connsiteX1" fmla="*/ 0 w 4035"/>
                <a:gd name="connsiteY1" fmla="*/ 4029 h 5372"/>
                <a:gd name="connsiteX2" fmla="*/ 2691 w 4035"/>
                <a:gd name="connsiteY2" fmla="*/ 5372 h 5372"/>
                <a:gd name="connsiteX3" fmla="*/ 4036 w 4035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5372">
                  <a:moveTo>
                    <a:pt x="4036" y="0"/>
                  </a:moveTo>
                  <a:lnTo>
                    <a:pt x="0" y="4029"/>
                  </a:lnTo>
                  <a:lnTo>
                    <a:pt x="2691" y="5372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97CE89EC-4AED-AC4D-E3B9-394F2DA1E15A}"/>
                </a:ext>
              </a:extLst>
            </p:cNvPr>
            <p:cNvSpPr/>
            <p:nvPr/>
          </p:nvSpPr>
          <p:spPr>
            <a:xfrm>
              <a:off x="10468377" y="4858713"/>
              <a:ext cx="84759" cy="26861"/>
            </a:xfrm>
            <a:custGeom>
              <a:avLst/>
              <a:gdLst>
                <a:gd name="connsiteX0" fmla="*/ 0 w 84759"/>
                <a:gd name="connsiteY0" fmla="*/ 18803 h 26861"/>
                <a:gd name="connsiteX1" fmla="*/ 1346 w 84759"/>
                <a:gd name="connsiteY1" fmla="*/ 13431 h 26861"/>
                <a:gd name="connsiteX2" fmla="*/ 9418 w 84759"/>
                <a:gd name="connsiteY2" fmla="*/ 9402 h 26861"/>
                <a:gd name="connsiteX3" fmla="*/ 22872 w 84759"/>
                <a:gd name="connsiteY3" fmla="*/ 6715 h 26861"/>
                <a:gd name="connsiteX4" fmla="*/ 29598 w 84759"/>
                <a:gd name="connsiteY4" fmla="*/ 9402 h 26861"/>
                <a:gd name="connsiteX5" fmla="*/ 33634 w 84759"/>
                <a:gd name="connsiteY5" fmla="*/ 8059 h 26861"/>
                <a:gd name="connsiteX6" fmla="*/ 40361 w 84759"/>
                <a:gd name="connsiteY6" fmla="*/ 9402 h 26861"/>
                <a:gd name="connsiteX7" fmla="*/ 47088 w 84759"/>
                <a:gd name="connsiteY7" fmla="*/ 13431 h 26861"/>
                <a:gd name="connsiteX8" fmla="*/ 52470 w 84759"/>
                <a:gd name="connsiteY8" fmla="*/ 10744 h 26861"/>
                <a:gd name="connsiteX9" fmla="*/ 60542 w 84759"/>
                <a:gd name="connsiteY9" fmla="*/ 10744 h 26861"/>
                <a:gd name="connsiteX10" fmla="*/ 63233 w 84759"/>
                <a:gd name="connsiteY10" fmla="*/ 13431 h 26861"/>
                <a:gd name="connsiteX11" fmla="*/ 68615 w 84759"/>
                <a:gd name="connsiteY11" fmla="*/ 13431 h 26861"/>
                <a:gd name="connsiteX12" fmla="*/ 71306 w 84759"/>
                <a:gd name="connsiteY12" fmla="*/ 9402 h 26861"/>
                <a:gd name="connsiteX13" fmla="*/ 75342 w 84759"/>
                <a:gd name="connsiteY13" fmla="*/ 8059 h 26861"/>
                <a:gd name="connsiteX14" fmla="*/ 78033 w 84759"/>
                <a:gd name="connsiteY14" fmla="*/ 4029 h 26861"/>
                <a:gd name="connsiteX15" fmla="*/ 75342 w 84759"/>
                <a:gd name="connsiteY15" fmla="*/ 2686 h 26861"/>
                <a:gd name="connsiteX16" fmla="*/ 79378 w 84759"/>
                <a:gd name="connsiteY16" fmla="*/ 0 h 26861"/>
                <a:gd name="connsiteX17" fmla="*/ 84759 w 84759"/>
                <a:gd name="connsiteY17" fmla="*/ 2686 h 26861"/>
                <a:gd name="connsiteX18" fmla="*/ 84759 w 84759"/>
                <a:gd name="connsiteY18" fmla="*/ 8059 h 26861"/>
                <a:gd name="connsiteX19" fmla="*/ 82068 w 84759"/>
                <a:gd name="connsiteY19" fmla="*/ 12088 h 26861"/>
                <a:gd name="connsiteX20" fmla="*/ 79378 w 84759"/>
                <a:gd name="connsiteY20" fmla="*/ 13431 h 26861"/>
                <a:gd name="connsiteX21" fmla="*/ 75342 w 84759"/>
                <a:gd name="connsiteY21" fmla="*/ 18803 h 26861"/>
                <a:gd name="connsiteX22" fmla="*/ 69960 w 84759"/>
                <a:gd name="connsiteY22" fmla="*/ 20146 h 26861"/>
                <a:gd name="connsiteX23" fmla="*/ 67269 w 84759"/>
                <a:gd name="connsiteY23" fmla="*/ 22832 h 26861"/>
                <a:gd name="connsiteX24" fmla="*/ 63233 w 84759"/>
                <a:gd name="connsiteY24" fmla="*/ 21489 h 26861"/>
                <a:gd name="connsiteX25" fmla="*/ 55161 w 84759"/>
                <a:gd name="connsiteY25" fmla="*/ 21489 h 26861"/>
                <a:gd name="connsiteX26" fmla="*/ 48434 w 84759"/>
                <a:gd name="connsiteY26" fmla="*/ 24175 h 26861"/>
                <a:gd name="connsiteX27" fmla="*/ 40361 w 84759"/>
                <a:gd name="connsiteY27" fmla="*/ 22832 h 26861"/>
                <a:gd name="connsiteX28" fmla="*/ 34980 w 84759"/>
                <a:gd name="connsiteY28" fmla="*/ 25518 h 26861"/>
                <a:gd name="connsiteX29" fmla="*/ 33634 w 84759"/>
                <a:gd name="connsiteY29" fmla="*/ 26862 h 26861"/>
                <a:gd name="connsiteX30" fmla="*/ 29598 w 84759"/>
                <a:gd name="connsiteY30" fmla="*/ 26862 h 26861"/>
                <a:gd name="connsiteX31" fmla="*/ 26908 w 84759"/>
                <a:gd name="connsiteY31" fmla="*/ 25518 h 26861"/>
                <a:gd name="connsiteX32" fmla="*/ 22872 w 84759"/>
                <a:gd name="connsiteY32" fmla="*/ 26862 h 26861"/>
                <a:gd name="connsiteX33" fmla="*/ 20181 w 84759"/>
                <a:gd name="connsiteY33" fmla="*/ 24175 h 26861"/>
                <a:gd name="connsiteX34" fmla="*/ 16145 w 84759"/>
                <a:gd name="connsiteY34" fmla="*/ 24175 h 26861"/>
                <a:gd name="connsiteX35" fmla="*/ 12109 w 84759"/>
                <a:gd name="connsiteY35" fmla="*/ 24175 h 26861"/>
                <a:gd name="connsiteX36" fmla="*/ 8073 w 84759"/>
                <a:gd name="connsiteY36" fmla="*/ 22832 h 26861"/>
                <a:gd name="connsiteX37" fmla="*/ 4037 w 84759"/>
                <a:gd name="connsiteY37" fmla="*/ 22832 h 26861"/>
                <a:gd name="connsiteX38" fmla="*/ 0 w 84759"/>
                <a:gd name="connsiteY38" fmla="*/ 21489 h 26861"/>
                <a:gd name="connsiteX39" fmla="*/ 0 w 84759"/>
                <a:gd name="connsiteY39" fmla="*/ 18803 h 26861"/>
                <a:gd name="connsiteX40" fmla="*/ 0 w 84759"/>
                <a:gd name="connsiteY40" fmla="*/ 18803 h 2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4759" h="26861">
                  <a:moveTo>
                    <a:pt x="0" y="18803"/>
                  </a:moveTo>
                  <a:lnTo>
                    <a:pt x="1346" y="13431"/>
                  </a:lnTo>
                  <a:lnTo>
                    <a:pt x="9418" y="9402"/>
                  </a:lnTo>
                  <a:lnTo>
                    <a:pt x="22872" y="6715"/>
                  </a:lnTo>
                  <a:lnTo>
                    <a:pt x="29598" y="9402"/>
                  </a:lnTo>
                  <a:lnTo>
                    <a:pt x="33634" y="8059"/>
                  </a:lnTo>
                  <a:lnTo>
                    <a:pt x="40361" y="9402"/>
                  </a:lnTo>
                  <a:lnTo>
                    <a:pt x="47088" y="13431"/>
                  </a:lnTo>
                  <a:lnTo>
                    <a:pt x="52470" y="10744"/>
                  </a:lnTo>
                  <a:lnTo>
                    <a:pt x="60542" y="10744"/>
                  </a:lnTo>
                  <a:lnTo>
                    <a:pt x="63233" y="13431"/>
                  </a:lnTo>
                  <a:lnTo>
                    <a:pt x="68615" y="13431"/>
                  </a:lnTo>
                  <a:lnTo>
                    <a:pt x="71306" y="9402"/>
                  </a:lnTo>
                  <a:lnTo>
                    <a:pt x="75342" y="8059"/>
                  </a:lnTo>
                  <a:lnTo>
                    <a:pt x="78033" y="4029"/>
                  </a:lnTo>
                  <a:lnTo>
                    <a:pt x="75342" y="2686"/>
                  </a:lnTo>
                  <a:lnTo>
                    <a:pt x="79378" y="0"/>
                  </a:lnTo>
                  <a:lnTo>
                    <a:pt x="84759" y="2686"/>
                  </a:lnTo>
                  <a:lnTo>
                    <a:pt x="84759" y="8059"/>
                  </a:lnTo>
                  <a:lnTo>
                    <a:pt x="82068" y="12088"/>
                  </a:lnTo>
                  <a:lnTo>
                    <a:pt x="79378" y="13431"/>
                  </a:lnTo>
                  <a:lnTo>
                    <a:pt x="75342" y="18803"/>
                  </a:lnTo>
                  <a:lnTo>
                    <a:pt x="69960" y="20146"/>
                  </a:lnTo>
                  <a:lnTo>
                    <a:pt x="67269" y="22832"/>
                  </a:lnTo>
                  <a:lnTo>
                    <a:pt x="63233" y="21489"/>
                  </a:lnTo>
                  <a:lnTo>
                    <a:pt x="55161" y="21489"/>
                  </a:lnTo>
                  <a:lnTo>
                    <a:pt x="48434" y="24175"/>
                  </a:lnTo>
                  <a:lnTo>
                    <a:pt x="40361" y="22832"/>
                  </a:lnTo>
                  <a:lnTo>
                    <a:pt x="34980" y="25518"/>
                  </a:lnTo>
                  <a:lnTo>
                    <a:pt x="33634" y="26862"/>
                  </a:lnTo>
                  <a:lnTo>
                    <a:pt x="29598" y="26862"/>
                  </a:lnTo>
                  <a:lnTo>
                    <a:pt x="26908" y="25518"/>
                  </a:lnTo>
                  <a:lnTo>
                    <a:pt x="22872" y="26862"/>
                  </a:lnTo>
                  <a:lnTo>
                    <a:pt x="20181" y="24175"/>
                  </a:lnTo>
                  <a:lnTo>
                    <a:pt x="16145" y="24175"/>
                  </a:lnTo>
                  <a:lnTo>
                    <a:pt x="12109" y="24175"/>
                  </a:lnTo>
                  <a:lnTo>
                    <a:pt x="8073" y="22832"/>
                  </a:lnTo>
                  <a:lnTo>
                    <a:pt x="4037" y="22832"/>
                  </a:lnTo>
                  <a:lnTo>
                    <a:pt x="0" y="21489"/>
                  </a:lnTo>
                  <a:lnTo>
                    <a:pt x="0" y="18803"/>
                  </a:lnTo>
                  <a:lnTo>
                    <a:pt x="0" y="1880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9E058623-E24B-E431-360F-4F54348E392A}"/>
                </a:ext>
              </a:extLst>
            </p:cNvPr>
            <p:cNvSpPr/>
            <p:nvPr/>
          </p:nvSpPr>
          <p:spPr>
            <a:xfrm>
              <a:off x="10462996" y="4877516"/>
              <a:ext cx="4035" cy="5372"/>
            </a:xfrm>
            <a:custGeom>
              <a:avLst/>
              <a:gdLst>
                <a:gd name="connsiteX0" fmla="*/ 1345 w 4035"/>
                <a:gd name="connsiteY0" fmla="*/ 0 h 5372"/>
                <a:gd name="connsiteX1" fmla="*/ 0 w 4035"/>
                <a:gd name="connsiteY1" fmla="*/ 5372 h 5372"/>
                <a:gd name="connsiteX2" fmla="*/ 4036 w 4035"/>
                <a:gd name="connsiteY2" fmla="*/ 5372 h 5372"/>
                <a:gd name="connsiteX3" fmla="*/ 4036 w 4035"/>
                <a:gd name="connsiteY3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5372">
                  <a:moveTo>
                    <a:pt x="1345" y="0"/>
                  </a:moveTo>
                  <a:lnTo>
                    <a:pt x="0" y="5372"/>
                  </a:lnTo>
                  <a:lnTo>
                    <a:pt x="4036" y="5372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5A95477A-CB17-7C19-92D8-C985317FFBF1}"/>
                </a:ext>
              </a:extLst>
            </p:cNvPr>
            <p:cNvSpPr/>
            <p:nvPr/>
          </p:nvSpPr>
          <p:spPr>
            <a:xfrm>
              <a:off x="10456269" y="4873487"/>
              <a:ext cx="6726" cy="9401"/>
            </a:xfrm>
            <a:custGeom>
              <a:avLst/>
              <a:gdLst>
                <a:gd name="connsiteX0" fmla="*/ 6727 w 6726"/>
                <a:gd name="connsiteY0" fmla="*/ 1343 h 9401"/>
                <a:gd name="connsiteX1" fmla="*/ 1345 w 6726"/>
                <a:gd name="connsiteY1" fmla="*/ 0 h 9401"/>
                <a:gd name="connsiteX2" fmla="*/ 0 w 6726"/>
                <a:gd name="connsiteY2" fmla="*/ 5372 h 9401"/>
                <a:gd name="connsiteX3" fmla="*/ 2691 w 6726"/>
                <a:gd name="connsiteY3" fmla="*/ 9401 h 9401"/>
                <a:gd name="connsiteX4" fmla="*/ 4036 w 6726"/>
                <a:gd name="connsiteY4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9401">
                  <a:moveTo>
                    <a:pt x="6727" y="1343"/>
                  </a:moveTo>
                  <a:lnTo>
                    <a:pt x="1345" y="0"/>
                  </a:lnTo>
                  <a:lnTo>
                    <a:pt x="0" y="5372"/>
                  </a:lnTo>
                  <a:lnTo>
                    <a:pt x="2691" y="9401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2746D5CC-8CC1-2D62-A5EC-C9CD8E7F5742}"/>
                </a:ext>
              </a:extLst>
            </p:cNvPr>
            <p:cNvSpPr/>
            <p:nvPr/>
          </p:nvSpPr>
          <p:spPr>
            <a:xfrm>
              <a:off x="10387655" y="4865428"/>
              <a:ext cx="63232" cy="24175"/>
            </a:xfrm>
            <a:custGeom>
              <a:avLst/>
              <a:gdLst>
                <a:gd name="connsiteX0" fmla="*/ 1346 w 63232"/>
                <a:gd name="connsiteY0" fmla="*/ 13431 h 24175"/>
                <a:gd name="connsiteX1" fmla="*/ 0 w 63232"/>
                <a:gd name="connsiteY1" fmla="*/ 16117 h 24175"/>
                <a:gd name="connsiteX2" fmla="*/ 1346 w 63232"/>
                <a:gd name="connsiteY2" fmla="*/ 17460 h 24175"/>
                <a:gd name="connsiteX3" fmla="*/ 0 w 63232"/>
                <a:gd name="connsiteY3" fmla="*/ 20146 h 24175"/>
                <a:gd name="connsiteX4" fmla="*/ 2691 w 63232"/>
                <a:gd name="connsiteY4" fmla="*/ 22832 h 24175"/>
                <a:gd name="connsiteX5" fmla="*/ 6727 w 63232"/>
                <a:gd name="connsiteY5" fmla="*/ 24175 h 24175"/>
                <a:gd name="connsiteX6" fmla="*/ 13454 w 63232"/>
                <a:gd name="connsiteY6" fmla="*/ 22832 h 24175"/>
                <a:gd name="connsiteX7" fmla="*/ 17491 w 63232"/>
                <a:gd name="connsiteY7" fmla="*/ 24175 h 24175"/>
                <a:gd name="connsiteX8" fmla="*/ 22872 w 63232"/>
                <a:gd name="connsiteY8" fmla="*/ 22832 h 24175"/>
                <a:gd name="connsiteX9" fmla="*/ 25562 w 63232"/>
                <a:gd name="connsiteY9" fmla="*/ 20146 h 24175"/>
                <a:gd name="connsiteX10" fmla="*/ 29598 w 63232"/>
                <a:gd name="connsiteY10" fmla="*/ 21489 h 24175"/>
                <a:gd name="connsiteX11" fmla="*/ 34980 w 63232"/>
                <a:gd name="connsiteY11" fmla="*/ 18803 h 24175"/>
                <a:gd name="connsiteX12" fmla="*/ 40361 w 63232"/>
                <a:gd name="connsiteY12" fmla="*/ 20146 h 24175"/>
                <a:gd name="connsiteX13" fmla="*/ 45743 w 63232"/>
                <a:gd name="connsiteY13" fmla="*/ 14774 h 24175"/>
                <a:gd name="connsiteX14" fmla="*/ 47088 w 63232"/>
                <a:gd name="connsiteY14" fmla="*/ 18803 h 24175"/>
                <a:gd name="connsiteX15" fmla="*/ 52470 w 63232"/>
                <a:gd name="connsiteY15" fmla="*/ 18803 h 24175"/>
                <a:gd name="connsiteX16" fmla="*/ 59197 w 63232"/>
                <a:gd name="connsiteY16" fmla="*/ 20146 h 24175"/>
                <a:gd name="connsiteX17" fmla="*/ 56506 w 63232"/>
                <a:gd name="connsiteY17" fmla="*/ 17460 h 24175"/>
                <a:gd name="connsiteX18" fmla="*/ 63233 w 63232"/>
                <a:gd name="connsiteY18" fmla="*/ 17460 h 24175"/>
                <a:gd name="connsiteX19" fmla="*/ 63233 w 63232"/>
                <a:gd name="connsiteY19" fmla="*/ 12088 h 24175"/>
                <a:gd name="connsiteX20" fmla="*/ 61888 w 63232"/>
                <a:gd name="connsiteY20" fmla="*/ 14774 h 24175"/>
                <a:gd name="connsiteX21" fmla="*/ 60542 w 63232"/>
                <a:gd name="connsiteY21" fmla="*/ 9402 h 24175"/>
                <a:gd name="connsiteX22" fmla="*/ 60542 w 63232"/>
                <a:gd name="connsiteY22" fmla="*/ 5372 h 24175"/>
                <a:gd name="connsiteX23" fmla="*/ 55161 w 63232"/>
                <a:gd name="connsiteY23" fmla="*/ 4029 h 24175"/>
                <a:gd name="connsiteX24" fmla="*/ 56506 w 63232"/>
                <a:gd name="connsiteY24" fmla="*/ 8059 h 24175"/>
                <a:gd name="connsiteX25" fmla="*/ 53815 w 63232"/>
                <a:gd name="connsiteY25" fmla="*/ 9402 h 24175"/>
                <a:gd name="connsiteX26" fmla="*/ 53815 w 63232"/>
                <a:gd name="connsiteY26" fmla="*/ 5372 h 24175"/>
                <a:gd name="connsiteX27" fmla="*/ 48434 w 63232"/>
                <a:gd name="connsiteY27" fmla="*/ 2686 h 24175"/>
                <a:gd name="connsiteX28" fmla="*/ 43052 w 63232"/>
                <a:gd name="connsiteY28" fmla="*/ 4029 h 24175"/>
                <a:gd name="connsiteX29" fmla="*/ 37671 w 63232"/>
                <a:gd name="connsiteY29" fmla="*/ 1343 h 24175"/>
                <a:gd name="connsiteX30" fmla="*/ 33634 w 63232"/>
                <a:gd name="connsiteY30" fmla="*/ 0 h 24175"/>
                <a:gd name="connsiteX31" fmla="*/ 26908 w 63232"/>
                <a:gd name="connsiteY31" fmla="*/ 4029 h 24175"/>
                <a:gd name="connsiteX32" fmla="*/ 26908 w 63232"/>
                <a:gd name="connsiteY32" fmla="*/ 6715 h 24175"/>
                <a:gd name="connsiteX33" fmla="*/ 37671 w 63232"/>
                <a:gd name="connsiteY33" fmla="*/ 10744 h 24175"/>
                <a:gd name="connsiteX34" fmla="*/ 41707 w 63232"/>
                <a:gd name="connsiteY34" fmla="*/ 14774 h 24175"/>
                <a:gd name="connsiteX35" fmla="*/ 34980 w 63232"/>
                <a:gd name="connsiteY35" fmla="*/ 16117 h 24175"/>
                <a:gd name="connsiteX36" fmla="*/ 30944 w 63232"/>
                <a:gd name="connsiteY36" fmla="*/ 17460 h 24175"/>
                <a:gd name="connsiteX37" fmla="*/ 24217 w 63232"/>
                <a:gd name="connsiteY37" fmla="*/ 13431 h 24175"/>
                <a:gd name="connsiteX38" fmla="*/ 22872 w 63232"/>
                <a:gd name="connsiteY38" fmla="*/ 9402 h 24175"/>
                <a:gd name="connsiteX39" fmla="*/ 18836 w 63232"/>
                <a:gd name="connsiteY39" fmla="*/ 8059 h 24175"/>
                <a:gd name="connsiteX40" fmla="*/ 14800 w 63232"/>
                <a:gd name="connsiteY40" fmla="*/ 9402 h 24175"/>
                <a:gd name="connsiteX41" fmla="*/ 10764 w 63232"/>
                <a:gd name="connsiteY41" fmla="*/ 8059 h 24175"/>
                <a:gd name="connsiteX42" fmla="*/ 2691 w 63232"/>
                <a:gd name="connsiteY42" fmla="*/ 10744 h 24175"/>
                <a:gd name="connsiteX43" fmla="*/ 1346 w 63232"/>
                <a:gd name="connsiteY43" fmla="*/ 13431 h 24175"/>
                <a:gd name="connsiteX44" fmla="*/ 1346 w 63232"/>
                <a:gd name="connsiteY44" fmla="*/ 13431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63232" h="24175">
                  <a:moveTo>
                    <a:pt x="1346" y="13431"/>
                  </a:moveTo>
                  <a:lnTo>
                    <a:pt x="0" y="16117"/>
                  </a:lnTo>
                  <a:lnTo>
                    <a:pt x="1346" y="17460"/>
                  </a:lnTo>
                  <a:lnTo>
                    <a:pt x="0" y="20146"/>
                  </a:lnTo>
                  <a:lnTo>
                    <a:pt x="2691" y="22832"/>
                  </a:lnTo>
                  <a:lnTo>
                    <a:pt x="6727" y="24175"/>
                  </a:lnTo>
                  <a:lnTo>
                    <a:pt x="13454" y="22832"/>
                  </a:lnTo>
                  <a:lnTo>
                    <a:pt x="17491" y="24175"/>
                  </a:lnTo>
                  <a:lnTo>
                    <a:pt x="22872" y="22832"/>
                  </a:lnTo>
                  <a:lnTo>
                    <a:pt x="25562" y="20146"/>
                  </a:lnTo>
                  <a:lnTo>
                    <a:pt x="29598" y="21489"/>
                  </a:lnTo>
                  <a:lnTo>
                    <a:pt x="34980" y="18803"/>
                  </a:lnTo>
                  <a:lnTo>
                    <a:pt x="40361" y="20146"/>
                  </a:lnTo>
                  <a:lnTo>
                    <a:pt x="45743" y="14774"/>
                  </a:lnTo>
                  <a:lnTo>
                    <a:pt x="47088" y="18803"/>
                  </a:lnTo>
                  <a:lnTo>
                    <a:pt x="52470" y="18803"/>
                  </a:lnTo>
                  <a:lnTo>
                    <a:pt x="59197" y="20146"/>
                  </a:lnTo>
                  <a:lnTo>
                    <a:pt x="56506" y="17460"/>
                  </a:lnTo>
                  <a:lnTo>
                    <a:pt x="63233" y="17460"/>
                  </a:lnTo>
                  <a:lnTo>
                    <a:pt x="63233" y="12088"/>
                  </a:lnTo>
                  <a:lnTo>
                    <a:pt x="61888" y="14774"/>
                  </a:lnTo>
                  <a:lnTo>
                    <a:pt x="60542" y="9402"/>
                  </a:lnTo>
                  <a:lnTo>
                    <a:pt x="60542" y="5372"/>
                  </a:lnTo>
                  <a:lnTo>
                    <a:pt x="55161" y="4029"/>
                  </a:lnTo>
                  <a:lnTo>
                    <a:pt x="56506" y="8059"/>
                  </a:lnTo>
                  <a:lnTo>
                    <a:pt x="53815" y="9402"/>
                  </a:lnTo>
                  <a:lnTo>
                    <a:pt x="53815" y="5372"/>
                  </a:lnTo>
                  <a:lnTo>
                    <a:pt x="48434" y="2686"/>
                  </a:lnTo>
                  <a:lnTo>
                    <a:pt x="43052" y="4029"/>
                  </a:lnTo>
                  <a:lnTo>
                    <a:pt x="37671" y="1343"/>
                  </a:lnTo>
                  <a:lnTo>
                    <a:pt x="33634" y="0"/>
                  </a:lnTo>
                  <a:lnTo>
                    <a:pt x="26908" y="4029"/>
                  </a:lnTo>
                  <a:lnTo>
                    <a:pt x="26908" y="6715"/>
                  </a:lnTo>
                  <a:lnTo>
                    <a:pt x="37671" y="10744"/>
                  </a:lnTo>
                  <a:lnTo>
                    <a:pt x="41707" y="14774"/>
                  </a:lnTo>
                  <a:lnTo>
                    <a:pt x="34980" y="16117"/>
                  </a:lnTo>
                  <a:lnTo>
                    <a:pt x="30944" y="17460"/>
                  </a:lnTo>
                  <a:lnTo>
                    <a:pt x="24217" y="13431"/>
                  </a:lnTo>
                  <a:lnTo>
                    <a:pt x="22872" y="9402"/>
                  </a:lnTo>
                  <a:lnTo>
                    <a:pt x="18836" y="8059"/>
                  </a:lnTo>
                  <a:lnTo>
                    <a:pt x="14800" y="9402"/>
                  </a:lnTo>
                  <a:lnTo>
                    <a:pt x="10764" y="8059"/>
                  </a:lnTo>
                  <a:lnTo>
                    <a:pt x="2691" y="10744"/>
                  </a:lnTo>
                  <a:cubicBezTo>
                    <a:pt x="4037" y="9402"/>
                    <a:pt x="0" y="13431"/>
                    <a:pt x="1346" y="13431"/>
                  </a:cubicBezTo>
                  <a:lnTo>
                    <a:pt x="1346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F686639E-BB10-B74C-7E7B-B39C75509BE9}"/>
                </a:ext>
              </a:extLst>
            </p:cNvPr>
            <p:cNvSpPr/>
            <p:nvPr/>
          </p:nvSpPr>
          <p:spPr>
            <a:xfrm>
              <a:off x="10364784" y="4868114"/>
              <a:ext cx="21525" cy="17459"/>
            </a:xfrm>
            <a:custGeom>
              <a:avLst/>
              <a:gdLst>
                <a:gd name="connsiteX0" fmla="*/ 8072 w 21525"/>
                <a:gd name="connsiteY0" fmla="*/ 4029 h 17459"/>
                <a:gd name="connsiteX1" fmla="*/ 13454 w 21525"/>
                <a:gd name="connsiteY1" fmla="*/ 0 h 17459"/>
                <a:gd name="connsiteX2" fmla="*/ 21526 w 21525"/>
                <a:gd name="connsiteY2" fmla="*/ 2686 h 17459"/>
                <a:gd name="connsiteX3" fmla="*/ 21526 w 21525"/>
                <a:gd name="connsiteY3" fmla="*/ 9401 h 17459"/>
                <a:gd name="connsiteX4" fmla="*/ 18835 w 21525"/>
                <a:gd name="connsiteY4" fmla="*/ 12088 h 17459"/>
                <a:gd name="connsiteX5" fmla="*/ 18835 w 21525"/>
                <a:gd name="connsiteY5" fmla="*/ 16117 h 17459"/>
                <a:gd name="connsiteX6" fmla="*/ 14799 w 21525"/>
                <a:gd name="connsiteY6" fmla="*/ 14774 h 17459"/>
                <a:gd name="connsiteX7" fmla="*/ 10763 w 21525"/>
                <a:gd name="connsiteY7" fmla="*/ 17460 h 17459"/>
                <a:gd name="connsiteX8" fmla="*/ 2690 w 21525"/>
                <a:gd name="connsiteY8" fmla="*/ 14774 h 17459"/>
                <a:gd name="connsiteX9" fmla="*/ 0 w 21525"/>
                <a:gd name="connsiteY9" fmla="*/ 12088 h 17459"/>
                <a:gd name="connsiteX10" fmla="*/ 2690 w 21525"/>
                <a:gd name="connsiteY10" fmla="*/ 10744 h 17459"/>
                <a:gd name="connsiteX11" fmla="*/ 6727 w 21525"/>
                <a:gd name="connsiteY11" fmla="*/ 10744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25" h="17459">
                  <a:moveTo>
                    <a:pt x="8072" y="4029"/>
                  </a:moveTo>
                  <a:lnTo>
                    <a:pt x="13454" y="0"/>
                  </a:lnTo>
                  <a:lnTo>
                    <a:pt x="21526" y="2686"/>
                  </a:lnTo>
                  <a:lnTo>
                    <a:pt x="21526" y="9401"/>
                  </a:lnTo>
                  <a:lnTo>
                    <a:pt x="18835" y="12088"/>
                  </a:lnTo>
                  <a:lnTo>
                    <a:pt x="18835" y="16117"/>
                  </a:lnTo>
                  <a:lnTo>
                    <a:pt x="14799" y="14774"/>
                  </a:lnTo>
                  <a:lnTo>
                    <a:pt x="10763" y="17460"/>
                  </a:lnTo>
                  <a:lnTo>
                    <a:pt x="2690" y="14774"/>
                  </a:lnTo>
                  <a:lnTo>
                    <a:pt x="0" y="12088"/>
                  </a:lnTo>
                  <a:lnTo>
                    <a:pt x="2690" y="10744"/>
                  </a:lnTo>
                  <a:lnTo>
                    <a:pt x="6727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A0C5F2BD-A902-E1E1-6B63-A8BD498ED349}"/>
                </a:ext>
              </a:extLst>
            </p:cNvPr>
            <p:cNvSpPr/>
            <p:nvPr/>
          </p:nvSpPr>
          <p:spPr>
            <a:xfrm>
              <a:off x="10356711" y="4877516"/>
              <a:ext cx="4035" cy="4029"/>
            </a:xfrm>
            <a:custGeom>
              <a:avLst/>
              <a:gdLst>
                <a:gd name="connsiteX0" fmla="*/ 0 w 4035"/>
                <a:gd name="connsiteY0" fmla="*/ 2686 h 4029"/>
                <a:gd name="connsiteX1" fmla="*/ 2691 w 4035"/>
                <a:gd name="connsiteY1" fmla="*/ 0 h 4029"/>
                <a:gd name="connsiteX2" fmla="*/ 4036 w 4035"/>
                <a:gd name="connsiteY2" fmla="*/ 2686 h 4029"/>
                <a:gd name="connsiteX3" fmla="*/ 1346 w 4035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4029">
                  <a:moveTo>
                    <a:pt x="0" y="2686"/>
                  </a:moveTo>
                  <a:lnTo>
                    <a:pt x="2691" y="0"/>
                  </a:lnTo>
                  <a:lnTo>
                    <a:pt x="4036" y="2686"/>
                  </a:lnTo>
                  <a:lnTo>
                    <a:pt x="134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48C7D2E1-769B-701B-C956-C926A367D208}"/>
                </a:ext>
              </a:extLst>
            </p:cNvPr>
            <p:cNvSpPr/>
            <p:nvPr/>
          </p:nvSpPr>
          <p:spPr>
            <a:xfrm>
              <a:off x="10331149" y="4861399"/>
              <a:ext cx="32288" cy="18802"/>
            </a:xfrm>
            <a:custGeom>
              <a:avLst/>
              <a:gdLst>
                <a:gd name="connsiteX0" fmla="*/ 0 w 32288"/>
                <a:gd name="connsiteY0" fmla="*/ 2686 h 18802"/>
                <a:gd name="connsiteX1" fmla="*/ 0 w 32288"/>
                <a:gd name="connsiteY1" fmla="*/ 6715 h 18802"/>
                <a:gd name="connsiteX2" fmla="*/ 2690 w 32288"/>
                <a:gd name="connsiteY2" fmla="*/ 10744 h 18802"/>
                <a:gd name="connsiteX3" fmla="*/ 10763 w 32288"/>
                <a:gd name="connsiteY3" fmla="*/ 12088 h 18802"/>
                <a:gd name="connsiteX4" fmla="*/ 16144 w 32288"/>
                <a:gd name="connsiteY4" fmla="*/ 16117 h 18802"/>
                <a:gd name="connsiteX5" fmla="*/ 17490 w 32288"/>
                <a:gd name="connsiteY5" fmla="*/ 18803 h 18802"/>
                <a:gd name="connsiteX6" fmla="*/ 20181 w 32288"/>
                <a:gd name="connsiteY6" fmla="*/ 16117 h 18802"/>
                <a:gd name="connsiteX7" fmla="*/ 24217 w 32288"/>
                <a:gd name="connsiteY7" fmla="*/ 14774 h 18802"/>
                <a:gd name="connsiteX8" fmla="*/ 25562 w 32288"/>
                <a:gd name="connsiteY8" fmla="*/ 12088 h 18802"/>
                <a:gd name="connsiteX9" fmla="*/ 30943 w 32288"/>
                <a:gd name="connsiteY9" fmla="*/ 10744 h 18802"/>
                <a:gd name="connsiteX10" fmla="*/ 32289 w 32288"/>
                <a:gd name="connsiteY10" fmla="*/ 8058 h 18802"/>
                <a:gd name="connsiteX11" fmla="*/ 25562 w 32288"/>
                <a:gd name="connsiteY11" fmla="*/ 1343 h 18802"/>
                <a:gd name="connsiteX12" fmla="*/ 18835 w 32288"/>
                <a:gd name="connsiteY12" fmla="*/ 0 h 18802"/>
                <a:gd name="connsiteX13" fmla="*/ 12108 w 32288"/>
                <a:gd name="connsiteY13" fmla="*/ 2686 h 18802"/>
                <a:gd name="connsiteX14" fmla="*/ 6727 w 32288"/>
                <a:gd name="connsiteY14" fmla="*/ 1343 h 18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288" h="18802">
                  <a:moveTo>
                    <a:pt x="0" y="2686"/>
                  </a:moveTo>
                  <a:lnTo>
                    <a:pt x="0" y="6715"/>
                  </a:lnTo>
                  <a:lnTo>
                    <a:pt x="2690" y="10744"/>
                  </a:lnTo>
                  <a:lnTo>
                    <a:pt x="10763" y="12088"/>
                  </a:lnTo>
                  <a:lnTo>
                    <a:pt x="16144" y="16117"/>
                  </a:lnTo>
                  <a:lnTo>
                    <a:pt x="17490" y="18803"/>
                  </a:lnTo>
                  <a:lnTo>
                    <a:pt x="20181" y="16117"/>
                  </a:lnTo>
                  <a:lnTo>
                    <a:pt x="24217" y="14774"/>
                  </a:lnTo>
                  <a:lnTo>
                    <a:pt x="25562" y="12088"/>
                  </a:lnTo>
                  <a:lnTo>
                    <a:pt x="30943" y="10744"/>
                  </a:lnTo>
                  <a:lnTo>
                    <a:pt x="32289" y="8058"/>
                  </a:lnTo>
                  <a:lnTo>
                    <a:pt x="25562" y="1343"/>
                  </a:lnTo>
                  <a:lnTo>
                    <a:pt x="18835" y="0"/>
                  </a:lnTo>
                  <a:lnTo>
                    <a:pt x="12108" y="2686"/>
                  </a:lnTo>
                  <a:lnTo>
                    <a:pt x="6727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D42F0F79-7B35-D101-405A-CB46F3F8ED05}"/>
                </a:ext>
              </a:extLst>
            </p:cNvPr>
            <p:cNvSpPr/>
            <p:nvPr/>
          </p:nvSpPr>
          <p:spPr>
            <a:xfrm>
              <a:off x="10962131" y="4862742"/>
              <a:ext cx="9417" cy="8058"/>
            </a:xfrm>
            <a:custGeom>
              <a:avLst/>
              <a:gdLst>
                <a:gd name="connsiteX0" fmla="*/ 0 w 9417"/>
                <a:gd name="connsiteY0" fmla="*/ 5373 h 8058"/>
                <a:gd name="connsiteX1" fmla="*/ 2691 w 9417"/>
                <a:gd name="connsiteY1" fmla="*/ 5373 h 8058"/>
                <a:gd name="connsiteX2" fmla="*/ 8073 w 9417"/>
                <a:gd name="connsiteY2" fmla="*/ 8059 h 8058"/>
                <a:gd name="connsiteX3" fmla="*/ 9418 w 9417"/>
                <a:gd name="connsiteY3" fmla="*/ 5373 h 8058"/>
                <a:gd name="connsiteX4" fmla="*/ 6727 w 9417"/>
                <a:gd name="connsiteY4" fmla="*/ 0 h 8058"/>
                <a:gd name="connsiteX5" fmla="*/ 5382 w 9417"/>
                <a:gd name="connsiteY5" fmla="*/ 0 h 8058"/>
                <a:gd name="connsiteX6" fmla="*/ 2691 w 9417"/>
                <a:gd name="connsiteY6" fmla="*/ 1343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8058">
                  <a:moveTo>
                    <a:pt x="0" y="5373"/>
                  </a:moveTo>
                  <a:lnTo>
                    <a:pt x="2691" y="5373"/>
                  </a:lnTo>
                  <a:lnTo>
                    <a:pt x="8073" y="8059"/>
                  </a:lnTo>
                  <a:lnTo>
                    <a:pt x="9418" y="5373"/>
                  </a:lnTo>
                  <a:lnTo>
                    <a:pt x="6727" y="0"/>
                  </a:lnTo>
                  <a:lnTo>
                    <a:pt x="5382" y="0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78B019DD-5AF5-CBD6-D26F-DD8E454A020E}"/>
                </a:ext>
              </a:extLst>
            </p:cNvPr>
            <p:cNvSpPr/>
            <p:nvPr/>
          </p:nvSpPr>
          <p:spPr>
            <a:xfrm>
              <a:off x="10936569" y="4846625"/>
              <a:ext cx="39015" cy="24175"/>
            </a:xfrm>
            <a:custGeom>
              <a:avLst/>
              <a:gdLst>
                <a:gd name="connsiteX0" fmla="*/ 0 w 39015"/>
                <a:gd name="connsiteY0" fmla="*/ 22832 h 24175"/>
                <a:gd name="connsiteX1" fmla="*/ 9417 w 39015"/>
                <a:gd name="connsiteY1" fmla="*/ 22832 h 24175"/>
                <a:gd name="connsiteX2" fmla="*/ 13454 w 39015"/>
                <a:gd name="connsiteY2" fmla="*/ 22832 h 24175"/>
                <a:gd name="connsiteX3" fmla="*/ 20181 w 39015"/>
                <a:gd name="connsiteY3" fmla="*/ 24175 h 24175"/>
                <a:gd name="connsiteX4" fmla="*/ 24217 w 39015"/>
                <a:gd name="connsiteY4" fmla="*/ 22832 h 24175"/>
                <a:gd name="connsiteX5" fmla="*/ 28253 w 39015"/>
                <a:gd name="connsiteY5" fmla="*/ 17460 h 24175"/>
                <a:gd name="connsiteX6" fmla="*/ 32289 w 39015"/>
                <a:gd name="connsiteY6" fmla="*/ 16117 h 24175"/>
                <a:gd name="connsiteX7" fmla="*/ 34979 w 39015"/>
                <a:gd name="connsiteY7" fmla="*/ 13431 h 24175"/>
                <a:gd name="connsiteX8" fmla="*/ 34979 w 39015"/>
                <a:gd name="connsiteY8" fmla="*/ 10744 h 24175"/>
                <a:gd name="connsiteX9" fmla="*/ 36325 w 39015"/>
                <a:gd name="connsiteY9" fmla="*/ 9401 h 24175"/>
                <a:gd name="connsiteX10" fmla="*/ 37670 w 39015"/>
                <a:gd name="connsiteY10" fmla="*/ 5372 h 24175"/>
                <a:gd name="connsiteX11" fmla="*/ 39015 w 39015"/>
                <a:gd name="connsiteY11" fmla="*/ 4029 h 24175"/>
                <a:gd name="connsiteX12" fmla="*/ 34979 w 39015"/>
                <a:gd name="connsiteY12" fmla="*/ 1343 h 24175"/>
                <a:gd name="connsiteX13" fmla="*/ 33634 w 39015"/>
                <a:gd name="connsiteY13" fmla="*/ 0 h 24175"/>
                <a:gd name="connsiteX14" fmla="*/ 24217 w 39015"/>
                <a:gd name="connsiteY14" fmla="*/ 0 h 24175"/>
                <a:gd name="connsiteX15" fmla="*/ 18835 w 39015"/>
                <a:gd name="connsiteY15" fmla="*/ 2686 h 24175"/>
                <a:gd name="connsiteX16" fmla="*/ 16144 w 39015"/>
                <a:gd name="connsiteY16" fmla="*/ 9401 h 24175"/>
                <a:gd name="connsiteX17" fmla="*/ 13454 w 39015"/>
                <a:gd name="connsiteY17" fmla="*/ 14774 h 24175"/>
                <a:gd name="connsiteX18" fmla="*/ 0 w 39015"/>
                <a:gd name="connsiteY18" fmla="*/ 22832 h 24175"/>
                <a:gd name="connsiteX19" fmla="*/ 0 w 39015"/>
                <a:gd name="connsiteY19" fmla="*/ 22832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015" h="24175">
                  <a:moveTo>
                    <a:pt x="0" y="22832"/>
                  </a:moveTo>
                  <a:lnTo>
                    <a:pt x="9417" y="22832"/>
                  </a:lnTo>
                  <a:lnTo>
                    <a:pt x="13454" y="22832"/>
                  </a:lnTo>
                  <a:lnTo>
                    <a:pt x="20181" y="24175"/>
                  </a:lnTo>
                  <a:lnTo>
                    <a:pt x="24217" y="22832"/>
                  </a:lnTo>
                  <a:lnTo>
                    <a:pt x="28253" y="17460"/>
                  </a:lnTo>
                  <a:lnTo>
                    <a:pt x="32289" y="16117"/>
                  </a:lnTo>
                  <a:lnTo>
                    <a:pt x="34979" y="13431"/>
                  </a:lnTo>
                  <a:lnTo>
                    <a:pt x="34979" y="10744"/>
                  </a:lnTo>
                  <a:lnTo>
                    <a:pt x="36325" y="9401"/>
                  </a:lnTo>
                  <a:lnTo>
                    <a:pt x="37670" y="5372"/>
                  </a:lnTo>
                  <a:lnTo>
                    <a:pt x="39015" y="4029"/>
                  </a:lnTo>
                  <a:lnTo>
                    <a:pt x="34979" y="1343"/>
                  </a:lnTo>
                  <a:lnTo>
                    <a:pt x="33634" y="0"/>
                  </a:lnTo>
                  <a:lnTo>
                    <a:pt x="24217" y="0"/>
                  </a:lnTo>
                  <a:lnTo>
                    <a:pt x="18835" y="2686"/>
                  </a:lnTo>
                  <a:lnTo>
                    <a:pt x="16144" y="9401"/>
                  </a:lnTo>
                  <a:lnTo>
                    <a:pt x="13454" y="14774"/>
                  </a:lnTo>
                  <a:lnTo>
                    <a:pt x="0" y="22832"/>
                  </a:lnTo>
                  <a:lnTo>
                    <a:pt x="0" y="2283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0108E639-9E44-AA41-7E9E-D4BE276C3491}"/>
                </a:ext>
              </a:extLst>
            </p:cNvPr>
            <p:cNvSpPr/>
            <p:nvPr/>
          </p:nvSpPr>
          <p:spPr>
            <a:xfrm>
              <a:off x="10288097" y="4829165"/>
              <a:ext cx="33634" cy="12088"/>
            </a:xfrm>
            <a:custGeom>
              <a:avLst/>
              <a:gdLst>
                <a:gd name="connsiteX0" fmla="*/ 4036 w 33634"/>
                <a:gd name="connsiteY0" fmla="*/ 0 h 12088"/>
                <a:gd name="connsiteX1" fmla="*/ 0 w 33634"/>
                <a:gd name="connsiteY1" fmla="*/ 5373 h 12088"/>
                <a:gd name="connsiteX2" fmla="*/ 5381 w 33634"/>
                <a:gd name="connsiteY2" fmla="*/ 10745 h 12088"/>
                <a:gd name="connsiteX3" fmla="*/ 9418 w 33634"/>
                <a:gd name="connsiteY3" fmla="*/ 12088 h 12088"/>
                <a:gd name="connsiteX4" fmla="*/ 12108 w 33634"/>
                <a:gd name="connsiteY4" fmla="*/ 9402 h 12088"/>
                <a:gd name="connsiteX5" fmla="*/ 21526 w 33634"/>
                <a:gd name="connsiteY5" fmla="*/ 10745 h 12088"/>
                <a:gd name="connsiteX6" fmla="*/ 25562 w 33634"/>
                <a:gd name="connsiteY6" fmla="*/ 8059 h 12088"/>
                <a:gd name="connsiteX7" fmla="*/ 32289 w 33634"/>
                <a:gd name="connsiteY7" fmla="*/ 8059 h 12088"/>
                <a:gd name="connsiteX8" fmla="*/ 33634 w 33634"/>
                <a:gd name="connsiteY8" fmla="*/ 4029 h 12088"/>
                <a:gd name="connsiteX9" fmla="*/ 30943 w 33634"/>
                <a:gd name="connsiteY9" fmla="*/ 2686 h 12088"/>
                <a:gd name="connsiteX10" fmla="*/ 24217 w 33634"/>
                <a:gd name="connsiteY10" fmla="*/ 4029 h 12088"/>
                <a:gd name="connsiteX11" fmla="*/ 20181 w 33634"/>
                <a:gd name="connsiteY11" fmla="*/ 2686 h 12088"/>
                <a:gd name="connsiteX12" fmla="*/ 6727 w 33634"/>
                <a:gd name="connsiteY12" fmla="*/ 2686 h 1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634" h="12088">
                  <a:moveTo>
                    <a:pt x="4036" y="0"/>
                  </a:moveTo>
                  <a:lnTo>
                    <a:pt x="0" y="5373"/>
                  </a:lnTo>
                  <a:lnTo>
                    <a:pt x="5381" y="10745"/>
                  </a:lnTo>
                  <a:lnTo>
                    <a:pt x="9418" y="12088"/>
                  </a:lnTo>
                  <a:lnTo>
                    <a:pt x="12108" y="9402"/>
                  </a:lnTo>
                  <a:lnTo>
                    <a:pt x="21526" y="10745"/>
                  </a:lnTo>
                  <a:lnTo>
                    <a:pt x="25562" y="8059"/>
                  </a:lnTo>
                  <a:lnTo>
                    <a:pt x="32289" y="8059"/>
                  </a:lnTo>
                  <a:lnTo>
                    <a:pt x="33634" y="4029"/>
                  </a:lnTo>
                  <a:lnTo>
                    <a:pt x="30943" y="2686"/>
                  </a:lnTo>
                  <a:lnTo>
                    <a:pt x="24217" y="4029"/>
                  </a:lnTo>
                  <a:lnTo>
                    <a:pt x="20181" y="2686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06FEB9C8-95BF-ED2B-37D2-7C1F592C6A6B}"/>
                </a:ext>
              </a:extLst>
            </p:cNvPr>
            <p:cNvSpPr/>
            <p:nvPr/>
          </p:nvSpPr>
          <p:spPr>
            <a:xfrm>
              <a:off x="10095709" y="4821107"/>
              <a:ext cx="2690" cy="2685"/>
            </a:xfrm>
            <a:custGeom>
              <a:avLst/>
              <a:gdLst>
                <a:gd name="connsiteX0" fmla="*/ 0 w 2690"/>
                <a:gd name="connsiteY0" fmla="*/ 0 h 2685"/>
                <a:gd name="connsiteX1" fmla="*/ 1345 w 2690"/>
                <a:gd name="connsiteY1" fmla="*/ 2686 h 2685"/>
                <a:gd name="connsiteX2" fmla="*/ 2690 w 2690"/>
                <a:gd name="connsiteY2" fmla="*/ 2686 h 2685"/>
                <a:gd name="connsiteX3" fmla="*/ 2690 w 2690"/>
                <a:gd name="connsiteY3" fmla="*/ 0 h 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5">
                  <a:moveTo>
                    <a:pt x="0" y="0"/>
                  </a:moveTo>
                  <a:lnTo>
                    <a:pt x="1345" y="2686"/>
                  </a:lnTo>
                  <a:lnTo>
                    <a:pt x="2690" y="2686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F5748368-0B21-4EFF-DA48-93B746537AAA}"/>
                </a:ext>
              </a:extLst>
            </p:cNvPr>
            <p:cNvSpPr/>
            <p:nvPr/>
          </p:nvSpPr>
          <p:spPr>
            <a:xfrm>
              <a:off x="10098399" y="4802303"/>
              <a:ext cx="231404" cy="80584"/>
            </a:xfrm>
            <a:custGeom>
              <a:avLst/>
              <a:gdLst>
                <a:gd name="connsiteX0" fmla="*/ 1346 w 231404"/>
                <a:gd name="connsiteY0" fmla="*/ 22832 h 80584"/>
                <a:gd name="connsiteX1" fmla="*/ 4037 w 231404"/>
                <a:gd name="connsiteY1" fmla="*/ 24176 h 80584"/>
                <a:gd name="connsiteX2" fmla="*/ 8073 w 231404"/>
                <a:gd name="connsiteY2" fmla="*/ 22832 h 80584"/>
                <a:gd name="connsiteX3" fmla="*/ 8073 w 231404"/>
                <a:gd name="connsiteY3" fmla="*/ 17460 h 80584"/>
                <a:gd name="connsiteX4" fmla="*/ 13454 w 231404"/>
                <a:gd name="connsiteY4" fmla="*/ 17460 h 80584"/>
                <a:gd name="connsiteX5" fmla="*/ 16145 w 231404"/>
                <a:gd name="connsiteY5" fmla="*/ 12088 h 80584"/>
                <a:gd name="connsiteX6" fmla="*/ 16145 w 231404"/>
                <a:gd name="connsiteY6" fmla="*/ 6715 h 80584"/>
                <a:gd name="connsiteX7" fmla="*/ 21527 w 231404"/>
                <a:gd name="connsiteY7" fmla="*/ 0 h 80584"/>
                <a:gd name="connsiteX8" fmla="*/ 22872 w 231404"/>
                <a:gd name="connsiteY8" fmla="*/ 2686 h 80584"/>
                <a:gd name="connsiteX9" fmla="*/ 29598 w 231404"/>
                <a:gd name="connsiteY9" fmla="*/ 2686 h 80584"/>
                <a:gd name="connsiteX10" fmla="*/ 37671 w 231404"/>
                <a:gd name="connsiteY10" fmla="*/ 4029 h 80584"/>
                <a:gd name="connsiteX11" fmla="*/ 41707 w 231404"/>
                <a:gd name="connsiteY11" fmla="*/ 6715 h 80584"/>
                <a:gd name="connsiteX12" fmla="*/ 44398 w 231404"/>
                <a:gd name="connsiteY12" fmla="*/ 5373 h 80584"/>
                <a:gd name="connsiteX13" fmla="*/ 45743 w 231404"/>
                <a:gd name="connsiteY13" fmla="*/ 2686 h 80584"/>
                <a:gd name="connsiteX14" fmla="*/ 53815 w 231404"/>
                <a:gd name="connsiteY14" fmla="*/ 2686 h 80584"/>
                <a:gd name="connsiteX15" fmla="*/ 59197 w 231404"/>
                <a:gd name="connsiteY15" fmla="*/ 6715 h 80584"/>
                <a:gd name="connsiteX16" fmla="*/ 68615 w 231404"/>
                <a:gd name="connsiteY16" fmla="*/ 9402 h 80584"/>
                <a:gd name="connsiteX17" fmla="*/ 79378 w 231404"/>
                <a:gd name="connsiteY17" fmla="*/ 10745 h 80584"/>
                <a:gd name="connsiteX18" fmla="*/ 83414 w 231404"/>
                <a:gd name="connsiteY18" fmla="*/ 16117 h 80584"/>
                <a:gd name="connsiteX19" fmla="*/ 82068 w 231404"/>
                <a:gd name="connsiteY19" fmla="*/ 21489 h 80584"/>
                <a:gd name="connsiteX20" fmla="*/ 83414 w 231404"/>
                <a:gd name="connsiteY20" fmla="*/ 22832 h 80584"/>
                <a:gd name="connsiteX21" fmla="*/ 92831 w 231404"/>
                <a:gd name="connsiteY21" fmla="*/ 26862 h 80584"/>
                <a:gd name="connsiteX22" fmla="*/ 108976 w 231404"/>
                <a:gd name="connsiteY22" fmla="*/ 26862 h 80584"/>
                <a:gd name="connsiteX23" fmla="*/ 122430 w 231404"/>
                <a:gd name="connsiteY23" fmla="*/ 29548 h 80584"/>
                <a:gd name="connsiteX24" fmla="*/ 134538 w 231404"/>
                <a:gd name="connsiteY24" fmla="*/ 26862 h 80584"/>
                <a:gd name="connsiteX25" fmla="*/ 137229 w 231404"/>
                <a:gd name="connsiteY25" fmla="*/ 22832 h 80584"/>
                <a:gd name="connsiteX26" fmla="*/ 138574 w 231404"/>
                <a:gd name="connsiteY26" fmla="*/ 13431 h 80584"/>
                <a:gd name="connsiteX27" fmla="*/ 143955 w 231404"/>
                <a:gd name="connsiteY27" fmla="*/ 12088 h 80584"/>
                <a:gd name="connsiteX28" fmla="*/ 150682 w 231404"/>
                <a:gd name="connsiteY28" fmla="*/ 18803 h 80584"/>
                <a:gd name="connsiteX29" fmla="*/ 154718 w 231404"/>
                <a:gd name="connsiteY29" fmla="*/ 18803 h 80584"/>
                <a:gd name="connsiteX30" fmla="*/ 158755 w 231404"/>
                <a:gd name="connsiteY30" fmla="*/ 18803 h 80584"/>
                <a:gd name="connsiteX31" fmla="*/ 162791 w 231404"/>
                <a:gd name="connsiteY31" fmla="*/ 20146 h 80584"/>
                <a:gd name="connsiteX32" fmla="*/ 168172 w 231404"/>
                <a:gd name="connsiteY32" fmla="*/ 25519 h 80584"/>
                <a:gd name="connsiteX33" fmla="*/ 172209 w 231404"/>
                <a:gd name="connsiteY33" fmla="*/ 25519 h 80584"/>
                <a:gd name="connsiteX34" fmla="*/ 176245 w 231404"/>
                <a:gd name="connsiteY34" fmla="*/ 29548 h 80584"/>
                <a:gd name="connsiteX35" fmla="*/ 178936 w 231404"/>
                <a:gd name="connsiteY35" fmla="*/ 26862 h 80584"/>
                <a:gd name="connsiteX36" fmla="*/ 187008 w 231404"/>
                <a:gd name="connsiteY36" fmla="*/ 26862 h 80584"/>
                <a:gd name="connsiteX37" fmla="*/ 187008 w 231404"/>
                <a:gd name="connsiteY37" fmla="*/ 34920 h 80584"/>
                <a:gd name="connsiteX38" fmla="*/ 191044 w 231404"/>
                <a:gd name="connsiteY38" fmla="*/ 40292 h 80584"/>
                <a:gd name="connsiteX39" fmla="*/ 192390 w 231404"/>
                <a:gd name="connsiteY39" fmla="*/ 44322 h 80584"/>
                <a:gd name="connsiteX40" fmla="*/ 195080 w 231404"/>
                <a:gd name="connsiteY40" fmla="*/ 48351 h 80584"/>
                <a:gd name="connsiteX41" fmla="*/ 201806 w 231404"/>
                <a:gd name="connsiteY41" fmla="*/ 51037 h 80584"/>
                <a:gd name="connsiteX42" fmla="*/ 207188 w 231404"/>
                <a:gd name="connsiteY42" fmla="*/ 49694 h 80584"/>
                <a:gd name="connsiteX43" fmla="*/ 211224 w 231404"/>
                <a:gd name="connsiteY43" fmla="*/ 52380 h 80584"/>
                <a:gd name="connsiteX44" fmla="*/ 215260 w 231404"/>
                <a:gd name="connsiteY44" fmla="*/ 51037 h 80584"/>
                <a:gd name="connsiteX45" fmla="*/ 219297 w 231404"/>
                <a:gd name="connsiteY45" fmla="*/ 49694 h 80584"/>
                <a:gd name="connsiteX46" fmla="*/ 223333 w 231404"/>
                <a:gd name="connsiteY46" fmla="*/ 49694 h 80584"/>
                <a:gd name="connsiteX47" fmla="*/ 224678 w 231404"/>
                <a:gd name="connsiteY47" fmla="*/ 51037 h 80584"/>
                <a:gd name="connsiteX48" fmla="*/ 228714 w 231404"/>
                <a:gd name="connsiteY48" fmla="*/ 52380 h 80584"/>
                <a:gd name="connsiteX49" fmla="*/ 231405 w 231404"/>
                <a:gd name="connsiteY49" fmla="*/ 55066 h 80584"/>
                <a:gd name="connsiteX50" fmla="*/ 230060 w 231404"/>
                <a:gd name="connsiteY50" fmla="*/ 65811 h 80584"/>
                <a:gd name="connsiteX51" fmla="*/ 227369 w 231404"/>
                <a:gd name="connsiteY51" fmla="*/ 69840 h 80584"/>
                <a:gd name="connsiteX52" fmla="*/ 230060 w 231404"/>
                <a:gd name="connsiteY52" fmla="*/ 71183 h 80584"/>
                <a:gd name="connsiteX53" fmla="*/ 231405 w 231404"/>
                <a:gd name="connsiteY53" fmla="*/ 79242 h 80584"/>
                <a:gd name="connsiteX54" fmla="*/ 228714 w 231404"/>
                <a:gd name="connsiteY54" fmla="*/ 80585 h 80584"/>
                <a:gd name="connsiteX55" fmla="*/ 224678 w 231404"/>
                <a:gd name="connsiteY55" fmla="*/ 76556 h 80584"/>
                <a:gd name="connsiteX56" fmla="*/ 219297 w 231404"/>
                <a:gd name="connsiteY56" fmla="*/ 76556 h 80584"/>
                <a:gd name="connsiteX57" fmla="*/ 212570 w 231404"/>
                <a:gd name="connsiteY57" fmla="*/ 71183 h 80584"/>
                <a:gd name="connsiteX58" fmla="*/ 207188 w 231404"/>
                <a:gd name="connsiteY58" fmla="*/ 69840 h 80584"/>
                <a:gd name="connsiteX59" fmla="*/ 201806 w 231404"/>
                <a:gd name="connsiteY59" fmla="*/ 64468 h 80584"/>
                <a:gd name="connsiteX60" fmla="*/ 197771 w 231404"/>
                <a:gd name="connsiteY60" fmla="*/ 64468 h 80584"/>
                <a:gd name="connsiteX61" fmla="*/ 191044 w 231404"/>
                <a:gd name="connsiteY61" fmla="*/ 68497 h 80584"/>
                <a:gd name="connsiteX62" fmla="*/ 182972 w 231404"/>
                <a:gd name="connsiteY62" fmla="*/ 68497 h 80584"/>
                <a:gd name="connsiteX63" fmla="*/ 176245 w 231404"/>
                <a:gd name="connsiteY63" fmla="*/ 64468 h 80584"/>
                <a:gd name="connsiteX64" fmla="*/ 169518 w 231404"/>
                <a:gd name="connsiteY64" fmla="*/ 63125 h 80584"/>
                <a:gd name="connsiteX65" fmla="*/ 162791 w 231404"/>
                <a:gd name="connsiteY65" fmla="*/ 68497 h 80584"/>
                <a:gd name="connsiteX66" fmla="*/ 156064 w 231404"/>
                <a:gd name="connsiteY66" fmla="*/ 64468 h 80584"/>
                <a:gd name="connsiteX67" fmla="*/ 147991 w 231404"/>
                <a:gd name="connsiteY67" fmla="*/ 63125 h 80584"/>
                <a:gd name="connsiteX68" fmla="*/ 142610 w 231404"/>
                <a:gd name="connsiteY68" fmla="*/ 67154 h 80584"/>
                <a:gd name="connsiteX69" fmla="*/ 129157 w 231404"/>
                <a:gd name="connsiteY69" fmla="*/ 61782 h 80584"/>
                <a:gd name="connsiteX70" fmla="*/ 115703 w 231404"/>
                <a:gd name="connsiteY70" fmla="*/ 53723 h 80584"/>
                <a:gd name="connsiteX71" fmla="*/ 107630 w 231404"/>
                <a:gd name="connsiteY71" fmla="*/ 53723 h 80584"/>
                <a:gd name="connsiteX72" fmla="*/ 102249 w 231404"/>
                <a:gd name="connsiteY72" fmla="*/ 49694 h 80584"/>
                <a:gd name="connsiteX73" fmla="*/ 98213 w 231404"/>
                <a:gd name="connsiteY73" fmla="*/ 49694 h 80584"/>
                <a:gd name="connsiteX74" fmla="*/ 94176 w 231404"/>
                <a:gd name="connsiteY74" fmla="*/ 53723 h 80584"/>
                <a:gd name="connsiteX75" fmla="*/ 90140 w 231404"/>
                <a:gd name="connsiteY75" fmla="*/ 52380 h 80584"/>
                <a:gd name="connsiteX76" fmla="*/ 86104 w 231404"/>
                <a:gd name="connsiteY76" fmla="*/ 48351 h 80584"/>
                <a:gd name="connsiteX77" fmla="*/ 82068 w 231404"/>
                <a:gd name="connsiteY77" fmla="*/ 48351 h 80584"/>
                <a:gd name="connsiteX78" fmla="*/ 78033 w 231404"/>
                <a:gd name="connsiteY78" fmla="*/ 53723 h 80584"/>
                <a:gd name="connsiteX79" fmla="*/ 65924 w 231404"/>
                <a:gd name="connsiteY79" fmla="*/ 51037 h 80584"/>
                <a:gd name="connsiteX80" fmla="*/ 57852 w 231404"/>
                <a:gd name="connsiteY80" fmla="*/ 44322 h 80584"/>
                <a:gd name="connsiteX81" fmla="*/ 49779 w 231404"/>
                <a:gd name="connsiteY81" fmla="*/ 44322 h 80584"/>
                <a:gd name="connsiteX82" fmla="*/ 47088 w 231404"/>
                <a:gd name="connsiteY82" fmla="*/ 41635 h 80584"/>
                <a:gd name="connsiteX83" fmla="*/ 41707 w 231404"/>
                <a:gd name="connsiteY83" fmla="*/ 44322 h 80584"/>
                <a:gd name="connsiteX84" fmla="*/ 36325 w 231404"/>
                <a:gd name="connsiteY84" fmla="*/ 42979 h 80584"/>
                <a:gd name="connsiteX85" fmla="*/ 28253 w 231404"/>
                <a:gd name="connsiteY85" fmla="*/ 41635 h 80584"/>
                <a:gd name="connsiteX86" fmla="*/ 26908 w 231404"/>
                <a:gd name="connsiteY86" fmla="*/ 38950 h 80584"/>
                <a:gd name="connsiteX87" fmla="*/ 29598 w 231404"/>
                <a:gd name="connsiteY87" fmla="*/ 32234 h 80584"/>
                <a:gd name="connsiteX88" fmla="*/ 32289 w 231404"/>
                <a:gd name="connsiteY88" fmla="*/ 30891 h 80584"/>
                <a:gd name="connsiteX89" fmla="*/ 28253 w 231404"/>
                <a:gd name="connsiteY89" fmla="*/ 30891 h 80584"/>
                <a:gd name="connsiteX90" fmla="*/ 25562 w 231404"/>
                <a:gd name="connsiteY90" fmla="*/ 32234 h 80584"/>
                <a:gd name="connsiteX91" fmla="*/ 21527 w 231404"/>
                <a:gd name="connsiteY91" fmla="*/ 29548 h 80584"/>
                <a:gd name="connsiteX92" fmla="*/ 20181 w 231404"/>
                <a:gd name="connsiteY92" fmla="*/ 25519 h 80584"/>
                <a:gd name="connsiteX93" fmla="*/ 13454 w 231404"/>
                <a:gd name="connsiteY93" fmla="*/ 28205 h 80584"/>
                <a:gd name="connsiteX94" fmla="*/ 4037 w 231404"/>
                <a:gd name="connsiteY94" fmla="*/ 28205 h 80584"/>
                <a:gd name="connsiteX95" fmla="*/ 0 w 231404"/>
                <a:gd name="connsiteY95" fmla="*/ 25519 h 80584"/>
                <a:gd name="connsiteX96" fmla="*/ 0 w 231404"/>
                <a:gd name="connsiteY96" fmla="*/ 2283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231404" h="80584">
                  <a:moveTo>
                    <a:pt x="1346" y="22832"/>
                  </a:moveTo>
                  <a:lnTo>
                    <a:pt x="4037" y="24176"/>
                  </a:lnTo>
                  <a:lnTo>
                    <a:pt x="8073" y="22832"/>
                  </a:lnTo>
                  <a:lnTo>
                    <a:pt x="8073" y="17460"/>
                  </a:lnTo>
                  <a:lnTo>
                    <a:pt x="13454" y="17460"/>
                  </a:lnTo>
                  <a:lnTo>
                    <a:pt x="16145" y="12088"/>
                  </a:lnTo>
                  <a:lnTo>
                    <a:pt x="16145" y="6715"/>
                  </a:lnTo>
                  <a:lnTo>
                    <a:pt x="21527" y="0"/>
                  </a:lnTo>
                  <a:lnTo>
                    <a:pt x="22872" y="2686"/>
                  </a:lnTo>
                  <a:lnTo>
                    <a:pt x="29598" y="2686"/>
                  </a:lnTo>
                  <a:lnTo>
                    <a:pt x="37671" y="4029"/>
                  </a:lnTo>
                  <a:lnTo>
                    <a:pt x="41707" y="6715"/>
                  </a:lnTo>
                  <a:lnTo>
                    <a:pt x="44398" y="5373"/>
                  </a:lnTo>
                  <a:lnTo>
                    <a:pt x="45743" y="2686"/>
                  </a:lnTo>
                  <a:lnTo>
                    <a:pt x="53815" y="2686"/>
                  </a:lnTo>
                  <a:lnTo>
                    <a:pt x="59197" y="6715"/>
                  </a:lnTo>
                  <a:lnTo>
                    <a:pt x="68615" y="9402"/>
                  </a:lnTo>
                  <a:lnTo>
                    <a:pt x="79378" y="10745"/>
                  </a:lnTo>
                  <a:lnTo>
                    <a:pt x="83414" y="16117"/>
                  </a:lnTo>
                  <a:lnTo>
                    <a:pt x="82068" y="21489"/>
                  </a:lnTo>
                  <a:lnTo>
                    <a:pt x="83414" y="22832"/>
                  </a:lnTo>
                  <a:lnTo>
                    <a:pt x="92831" y="26862"/>
                  </a:lnTo>
                  <a:lnTo>
                    <a:pt x="108976" y="26862"/>
                  </a:lnTo>
                  <a:lnTo>
                    <a:pt x="122430" y="29548"/>
                  </a:lnTo>
                  <a:lnTo>
                    <a:pt x="134538" y="26862"/>
                  </a:lnTo>
                  <a:lnTo>
                    <a:pt x="137229" y="22832"/>
                  </a:lnTo>
                  <a:lnTo>
                    <a:pt x="138574" y="13431"/>
                  </a:lnTo>
                  <a:lnTo>
                    <a:pt x="143955" y="12088"/>
                  </a:lnTo>
                  <a:lnTo>
                    <a:pt x="150682" y="18803"/>
                  </a:lnTo>
                  <a:lnTo>
                    <a:pt x="154718" y="18803"/>
                  </a:lnTo>
                  <a:lnTo>
                    <a:pt x="158755" y="18803"/>
                  </a:lnTo>
                  <a:lnTo>
                    <a:pt x="162791" y="20146"/>
                  </a:lnTo>
                  <a:lnTo>
                    <a:pt x="168172" y="25519"/>
                  </a:lnTo>
                  <a:lnTo>
                    <a:pt x="172209" y="25519"/>
                  </a:lnTo>
                  <a:lnTo>
                    <a:pt x="176245" y="29548"/>
                  </a:lnTo>
                  <a:lnTo>
                    <a:pt x="178936" y="26862"/>
                  </a:lnTo>
                  <a:lnTo>
                    <a:pt x="187008" y="26862"/>
                  </a:lnTo>
                  <a:lnTo>
                    <a:pt x="187008" y="34920"/>
                  </a:lnTo>
                  <a:lnTo>
                    <a:pt x="191044" y="40292"/>
                  </a:lnTo>
                  <a:lnTo>
                    <a:pt x="192390" y="44322"/>
                  </a:lnTo>
                  <a:lnTo>
                    <a:pt x="195080" y="48351"/>
                  </a:lnTo>
                  <a:lnTo>
                    <a:pt x="201806" y="51037"/>
                  </a:lnTo>
                  <a:lnTo>
                    <a:pt x="207188" y="49694"/>
                  </a:lnTo>
                  <a:lnTo>
                    <a:pt x="211224" y="52380"/>
                  </a:lnTo>
                  <a:lnTo>
                    <a:pt x="215260" y="51037"/>
                  </a:lnTo>
                  <a:lnTo>
                    <a:pt x="219297" y="49694"/>
                  </a:lnTo>
                  <a:lnTo>
                    <a:pt x="223333" y="49694"/>
                  </a:lnTo>
                  <a:lnTo>
                    <a:pt x="224678" y="51037"/>
                  </a:lnTo>
                  <a:lnTo>
                    <a:pt x="228714" y="52380"/>
                  </a:lnTo>
                  <a:lnTo>
                    <a:pt x="231405" y="55066"/>
                  </a:lnTo>
                  <a:lnTo>
                    <a:pt x="230060" y="65811"/>
                  </a:lnTo>
                  <a:lnTo>
                    <a:pt x="227369" y="69840"/>
                  </a:lnTo>
                  <a:lnTo>
                    <a:pt x="230060" y="71183"/>
                  </a:lnTo>
                  <a:lnTo>
                    <a:pt x="231405" y="79242"/>
                  </a:lnTo>
                  <a:lnTo>
                    <a:pt x="228714" y="80585"/>
                  </a:lnTo>
                  <a:lnTo>
                    <a:pt x="224678" y="76556"/>
                  </a:lnTo>
                  <a:lnTo>
                    <a:pt x="219297" y="76556"/>
                  </a:lnTo>
                  <a:lnTo>
                    <a:pt x="212570" y="71183"/>
                  </a:lnTo>
                  <a:lnTo>
                    <a:pt x="207188" y="69840"/>
                  </a:lnTo>
                  <a:lnTo>
                    <a:pt x="201806" y="64468"/>
                  </a:lnTo>
                  <a:lnTo>
                    <a:pt x="197771" y="64468"/>
                  </a:lnTo>
                  <a:lnTo>
                    <a:pt x="191044" y="68497"/>
                  </a:lnTo>
                  <a:lnTo>
                    <a:pt x="182972" y="68497"/>
                  </a:lnTo>
                  <a:lnTo>
                    <a:pt x="176245" y="64468"/>
                  </a:lnTo>
                  <a:lnTo>
                    <a:pt x="169518" y="63125"/>
                  </a:lnTo>
                  <a:lnTo>
                    <a:pt x="162791" y="68497"/>
                  </a:lnTo>
                  <a:lnTo>
                    <a:pt x="156064" y="64468"/>
                  </a:lnTo>
                  <a:lnTo>
                    <a:pt x="147991" y="63125"/>
                  </a:lnTo>
                  <a:lnTo>
                    <a:pt x="142610" y="67154"/>
                  </a:lnTo>
                  <a:lnTo>
                    <a:pt x="129157" y="61782"/>
                  </a:lnTo>
                  <a:lnTo>
                    <a:pt x="115703" y="53723"/>
                  </a:lnTo>
                  <a:lnTo>
                    <a:pt x="107630" y="53723"/>
                  </a:lnTo>
                  <a:lnTo>
                    <a:pt x="102249" y="49694"/>
                  </a:lnTo>
                  <a:lnTo>
                    <a:pt x="98213" y="49694"/>
                  </a:lnTo>
                  <a:lnTo>
                    <a:pt x="94176" y="53723"/>
                  </a:lnTo>
                  <a:lnTo>
                    <a:pt x="90140" y="52380"/>
                  </a:lnTo>
                  <a:lnTo>
                    <a:pt x="86104" y="48351"/>
                  </a:lnTo>
                  <a:lnTo>
                    <a:pt x="82068" y="48351"/>
                  </a:lnTo>
                  <a:lnTo>
                    <a:pt x="78033" y="53723"/>
                  </a:lnTo>
                  <a:lnTo>
                    <a:pt x="65924" y="51037"/>
                  </a:lnTo>
                  <a:lnTo>
                    <a:pt x="57852" y="44322"/>
                  </a:lnTo>
                  <a:lnTo>
                    <a:pt x="49779" y="44322"/>
                  </a:lnTo>
                  <a:lnTo>
                    <a:pt x="47088" y="41635"/>
                  </a:lnTo>
                  <a:lnTo>
                    <a:pt x="41707" y="44322"/>
                  </a:lnTo>
                  <a:lnTo>
                    <a:pt x="36325" y="42979"/>
                  </a:lnTo>
                  <a:lnTo>
                    <a:pt x="28253" y="41635"/>
                  </a:lnTo>
                  <a:lnTo>
                    <a:pt x="26908" y="38950"/>
                  </a:lnTo>
                  <a:lnTo>
                    <a:pt x="29598" y="32234"/>
                  </a:lnTo>
                  <a:lnTo>
                    <a:pt x="32289" y="30891"/>
                  </a:lnTo>
                  <a:lnTo>
                    <a:pt x="28253" y="30891"/>
                  </a:lnTo>
                  <a:lnTo>
                    <a:pt x="25562" y="32234"/>
                  </a:lnTo>
                  <a:lnTo>
                    <a:pt x="21527" y="29548"/>
                  </a:lnTo>
                  <a:lnTo>
                    <a:pt x="20181" y="25519"/>
                  </a:lnTo>
                  <a:lnTo>
                    <a:pt x="13454" y="28205"/>
                  </a:lnTo>
                  <a:lnTo>
                    <a:pt x="4037" y="28205"/>
                  </a:lnTo>
                  <a:lnTo>
                    <a:pt x="0" y="25519"/>
                  </a:lnTo>
                  <a:lnTo>
                    <a:pt x="0" y="2283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790964D7-7237-49C9-0714-EB70A39A8A10}"/>
                </a:ext>
              </a:extLst>
            </p:cNvPr>
            <p:cNvSpPr/>
            <p:nvPr/>
          </p:nvSpPr>
          <p:spPr>
            <a:xfrm>
              <a:off x="10167013" y="4526973"/>
              <a:ext cx="13453" cy="14773"/>
            </a:xfrm>
            <a:custGeom>
              <a:avLst/>
              <a:gdLst>
                <a:gd name="connsiteX0" fmla="*/ 0 w 13453"/>
                <a:gd name="connsiteY0" fmla="*/ 6715 h 14773"/>
                <a:gd name="connsiteX1" fmla="*/ 5381 w 13453"/>
                <a:gd name="connsiteY1" fmla="*/ 10745 h 14773"/>
                <a:gd name="connsiteX2" fmla="*/ 8072 w 13453"/>
                <a:gd name="connsiteY2" fmla="*/ 10745 h 14773"/>
                <a:gd name="connsiteX3" fmla="*/ 8072 w 13453"/>
                <a:gd name="connsiteY3" fmla="*/ 14774 h 14773"/>
                <a:gd name="connsiteX4" fmla="*/ 10763 w 13453"/>
                <a:gd name="connsiteY4" fmla="*/ 14774 h 14773"/>
                <a:gd name="connsiteX5" fmla="*/ 13454 w 13453"/>
                <a:gd name="connsiteY5" fmla="*/ 8058 h 14773"/>
                <a:gd name="connsiteX6" fmla="*/ 8072 w 13453"/>
                <a:gd name="connsiteY6" fmla="*/ 0 h 14773"/>
                <a:gd name="connsiteX7" fmla="*/ 2691 w 13453"/>
                <a:gd name="connsiteY7" fmla="*/ 2686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53" h="14773">
                  <a:moveTo>
                    <a:pt x="0" y="6715"/>
                  </a:moveTo>
                  <a:lnTo>
                    <a:pt x="5381" y="10745"/>
                  </a:lnTo>
                  <a:lnTo>
                    <a:pt x="8072" y="10745"/>
                  </a:lnTo>
                  <a:lnTo>
                    <a:pt x="8072" y="14774"/>
                  </a:lnTo>
                  <a:lnTo>
                    <a:pt x="10763" y="14774"/>
                  </a:lnTo>
                  <a:lnTo>
                    <a:pt x="13454" y="8058"/>
                  </a:lnTo>
                  <a:lnTo>
                    <a:pt x="8072" y="0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924CAB25-7A4C-4A55-092C-0E4F31A52F62}"/>
                </a:ext>
              </a:extLst>
            </p:cNvPr>
            <p:cNvSpPr/>
            <p:nvPr/>
          </p:nvSpPr>
          <p:spPr>
            <a:xfrm>
              <a:off x="10123961" y="4564579"/>
              <a:ext cx="2690" cy="4029"/>
            </a:xfrm>
            <a:custGeom>
              <a:avLst/>
              <a:gdLst>
                <a:gd name="connsiteX0" fmla="*/ 0 w 2690"/>
                <a:gd name="connsiteY0" fmla="*/ 0 h 4029"/>
                <a:gd name="connsiteX1" fmla="*/ 0 w 2690"/>
                <a:gd name="connsiteY1" fmla="*/ 4029 h 4029"/>
                <a:gd name="connsiteX2" fmla="*/ 2691 w 2690"/>
                <a:gd name="connsiteY2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0" y="0"/>
                  </a:moveTo>
                  <a:lnTo>
                    <a:pt x="0" y="4029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D15A72AD-0FD0-F6CA-0FA8-93F8356450DA}"/>
                </a:ext>
              </a:extLst>
            </p:cNvPr>
            <p:cNvSpPr/>
            <p:nvPr/>
          </p:nvSpPr>
          <p:spPr>
            <a:xfrm>
              <a:off x="10123961" y="4549805"/>
              <a:ext cx="2690" cy="4029"/>
            </a:xfrm>
            <a:custGeom>
              <a:avLst/>
              <a:gdLst>
                <a:gd name="connsiteX0" fmla="*/ 0 w 2690"/>
                <a:gd name="connsiteY0" fmla="*/ 4029 h 4029"/>
                <a:gd name="connsiteX1" fmla="*/ 2691 w 2690"/>
                <a:gd name="connsiteY1" fmla="*/ 1343 h 4029"/>
                <a:gd name="connsiteX2" fmla="*/ 0 w 2690"/>
                <a:gd name="connsiteY2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0" y="4029"/>
                  </a:moveTo>
                  <a:lnTo>
                    <a:pt x="2691" y="1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7ED990D4-A0AF-E245-82E3-C43BC62F57D1}"/>
                </a:ext>
              </a:extLst>
            </p:cNvPr>
            <p:cNvSpPr/>
            <p:nvPr/>
          </p:nvSpPr>
          <p:spPr>
            <a:xfrm>
              <a:off x="10123961" y="4556520"/>
              <a:ext cx="2690" cy="2686"/>
            </a:xfrm>
            <a:custGeom>
              <a:avLst/>
              <a:gdLst>
                <a:gd name="connsiteX0" fmla="*/ 1345 w 2690"/>
                <a:gd name="connsiteY0" fmla="*/ 0 h 2686"/>
                <a:gd name="connsiteX1" fmla="*/ 0 w 2690"/>
                <a:gd name="connsiteY1" fmla="*/ 2686 h 2686"/>
                <a:gd name="connsiteX2" fmla="*/ 2691 w 2690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1345" y="0"/>
                  </a:moveTo>
                  <a:lnTo>
                    <a:pt x="0" y="2686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A8C52CCF-EE71-D301-230D-A4333AEFB6CB}"/>
                </a:ext>
              </a:extLst>
            </p:cNvPr>
            <p:cNvSpPr/>
            <p:nvPr/>
          </p:nvSpPr>
          <p:spPr>
            <a:xfrm>
              <a:off x="10107816" y="4560550"/>
              <a:ext cx="8072" cy="6715"/>
            </a:xfrm>
            <a:custGeom>
              <a:avLst/>
              <a:gdLst>
                <a:gd name="connsiteX0" fmla="*/ 1346 w 8072"/>
                <a:gd name="connsiteY0" fmla="*/ 0 h 6715"/>
                <a:gd name="connsiteX1" fmla="*/ 0 w 8072"/>
                <a:gd name="connsiteY1" fmla="*/ 5372 h 6715"/>
                <a:gd name="connsiteX2" fmla="*/ 2691 w 8072"/>
                <a:gd name="connsiteY2" fmla="*/ 6715 h 6715"/>
                <a:gd name="connsiteX3" fmla="*/ 8073 w 8072"/>
                <a:gd name="connsiteY3" fmla="*/ 1343 h 6715"/>
                <a:gd name="connsiteX4" fmla="*/ 4036 w 8072"/>
                <a:gd name="connsiteY4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6715">
                  <a:moveTo>
                    <a:pt x="1346" y="0"/>
                  </a:moveTo>
                  <a:lnTo>
                    <a:pt x="0" y="5372"/>
                  </a:lnTo>
                  <a:lnTo>
                    <a:pt x="2691" y="6715"/>
                  </a:lnTo>
                  <a:lnTo>
                    <a:pt x="8073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C527D207-0F6C-7682-9E9B-D50D4AF42EAA}"/>
                </a:ext>
              </a:extLst>
            </p:cNvPr>
            <p:cNvSpPr/>
            <p:nvPr/>
          </p:nvSpPr>
          <p:spPr>
            <a:xfrm>
              <a:off x="10063419" y="4611587"/>
              <a:ext cx="9417" cy="8058"/>
            </a:xfrm>
            <a:custGeom>
              <a:avLst/>
              <a:gdLst>
                <a:gd name="connsiteX0" fmla="*/ 0 w 9417"/>
                <a:gd name="connsiteY0" fmla="*/ 6715 h 8058"/>
                <a:gd name="connsiteX1" fmla="*/ 6727 w 9417"/>
                <a:gd name="connsiteY1" fmla="*/ 8058 h 8058"/>
                <a:gd name="connsiteX2" fmla="*/ 9418 w 9417"/>
                <a:gd name="connsiteY2" fmla="*/ 4029 h 8058"/>
                <a:gd name="connsiteX3" fmla="*/ 8072 w 9417"/>
                <a:gd name="connsiteY3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17" h="8058">
                  <a:moveTo>
                    <a:pt x="0" y="6715"/>
                  </a:moveTo>
                  <a:lnTo>
                    <a:pt x="6727" y="8058"/>
                  </a:lnTo>
                  <a:lnTo>
                    <a:pt x="9418" y="4029"/>
                  </a:lnTo>
                  <a:lnTo>
                    <a:pt x="807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5BDC6FF5-9699-B527-79D2-EEBB26B99026}"/>
                </a:ext>
              </a:extLst>
            </p:cNvPr>
            <p:cNvSpPr/>
            <p:nvPr/>
          </p:nvSpPr>
          <p:spPr>
            <a:xfrm>
              <a:off x="10074182" y="4610244"/>
              <a:ext cx="12108" cy="16116"/>
            </a:xfrm>
            <a:custGeom>
              <a:avLst/>
              <a:gdLst>
                <a:gd name="connsiteX0" fmla="*/ 2691 w 12108"/>
                <a:gd name="connsiteY0" fmla="*/ 2686 h 16116"/>
                <a:gd name="connsiteX1" fmla="*/ 0 w 12108"/>
                <a:gd name="connsiteY1" fmla="*/ 8059 h 16116"/>
                <a:gd name="connsiteX2" fmla="*/ 5382 w 12108"/>
                <a:gd name="connsiteY2" fmla="*/ 9401 h 16116"/>
                <a:gd name="connsiteX3" fmla="*/ 6727 w 12108"/>
                <a:gd name="connsiteY3" fmla="*/ 16117 h 16116"/>
                <a:gd name="connsiteX4" fmla="*/ 10763 w 12108"/>
                <a:gd name="connsiteY4" fmla="*/ 14774 h 16116"/>
                <a:gd name="connsiteX5" fmla="*/ 12109 w 12108"/>
                <a:gd name="connsiteY5" fmla="*/ 6715 h 16116"/>
                <a:gd name="connsiteX6" fmla="*/ 9418 w 12108"/>
                <a:gd name="connsiteY6" fmla="*/ 4029 h 16116"/>
                <a:gd name="connsiteX7" fmla="*/ 12109 w 12108"/>
                <a:gd name="connsiteY7" fmla="*/ 0 h 16116"/>
                <a:gd name="connsiteX8" fmla="*/ 9418 w 12108"/>
                <a:gd name="connsiteY8" fmla="*/ 1343 h 16116"/>
                <a:gd name="connsiteX9" fmla="*/ 6727 w 12108"/>
                <a:gd name="connsiteY9" fmla="*/ 4029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08" h="16116">
                  <a:moveTo>
                    <a:pt x="2691" y="2686"/>
                  </a:moveTo>
                  <a:lnTo>
                    <a:pt x="0" y="8059"/>
                  </a:lnTo>
                  <a:lnTo>
                    <a:pt x="5382" y="9401"/>
                  </a:lnTo>
                  <a:lnTo>
                    <a:pt x="6727" y="16117"/>
                  </a:lnTo>
                  <a:lnTo>
                    <a:pt x="10763" y="14774"/>
                  </a:lnTo>
                  <a:lnTo>
                    <a:pt x="12109" y="6715"/>
                  </a:lnTo>
                  <a:lnTo>
                    <a:pt x="9418" y="4029"/>
                  </a:lnTo>
                  <a:lnTo>
                    <a:pt x="12109" y="0"/>
                  </a:lnTo>
                  <a:lnTo>
                    <a:pt x="9418" y="1343"/>
                  </a:lnTo>
                  <a:lnTo>
                    <a:pt x="6727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B87D88EF-E738-642B-F3C2-8EB25A8CDCA4}"/>
                </a:ext>
              </a:extLst>
            </p:cNvPr>
            <p:cNvSpPr/>
            <p:nvPr/>
          </p:nvSpPr>
          <p:spPr>
            <a:xfrm>
              <a:off x="10191230" y="4690828"/>
              <a:ext cx="6726" cy="4029"/>
            </a:xfrm>
            <a:custGeom>
              <a:avLst/>
              <a:gdLst>
                <a:gd name="connsiteX0" fmla="*/ 0 w 6726"/>
                <a:gd name="connsiteY0" fmla="*/ 0 h 4029"/>
                <a:gd name="connsiteX1" fmla="*/ 1345 w 6726"/>
                <a:gd name="connsiteY1" fmla="*/ 2686 h 4029"/>
                <a:gd name="connsiteX2" fmla="*/ 5382 w 6726"/>
                <a:gd name="connsiteY2" fmla="*/ 4029 h 4029"/>
                <a:gd name="connsiteX3" fmla="*/ 6727 w 6726"/>
                <a:gd name="connsiteY3" fmla="*/ 2686 h 4029"/>
                <a:gd name="connsiteX4" fmla="*/ 4036 w 6726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4029">
                  <a:moveTo>
                    <a:pt x="0" y="0"/>
                  </a:moveTo>
                  <a:lnTo>
                    <a:pt x="1345" y="2686"/>
                  </a:lnTo>
                  <a:lnTo>
                    <a:pt x="5382" y="4029"/>
                  </a:lnTo>
                  <a:lnTo>
                    <a:pt x="6727" y="2686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4AD6A326-CD48-DD95-C38D-7B90E657BBE4}"/>
                </a:ext>
              </a:extLst>
            </p:cNvPr>
            <p:cNvSpPr/>
            <p:nvPr/>
          </p:nvSpPr>
          <p:spPr>
            <a:xfrm>
              <a:off x="10152214" y="4713661"/>
              <a:ext cx="28253" cy="20146"/>
            </a:xfrm>
            <a:custGeom>
              <a:avLst/>
              <a:gdLst>
                <a:gd name="connsiteX0" fmla="*/ 5382 w 28253"/>
                <a:gd name="connsiteY0" fmla="*/ 1343 h 20146"/>
                <a:gd name="connsiteX1" fmla="*/ 8073 w 28253"/>
                <a:gd name="connsiteY1" fmla="*/ 5372 h 20146"/>
                <a:gd name="connsiteX2" fmla="*/ 6727 w 28253"/>
                <a:gd name="connsiteY2" fmla="*/ 8058 h 20146"/>
                <a:gd name="connsiteX3" fmla="*/ 1346 w 28253"/>
                <a:gd name="connsiteY3" fmla="*/ 9401 h 20146"/>
                <a:gd name="connsiteX4" fmla="*/ 0 w 28253"/>
                <a:gd name="connsiteY4" fmla="*/ 12088 h 20146"/>
                <a:gd name="connsiteX5" fmla="*/ 4037 w 28253"/>
                <a:gd name="connsiteY5" fmla="*/ 12088 h 20146"/>
                <a:gd name="connsiteX6" fmla="*/ 4037 w 28253"/>
                <a:gd name="connsiteY6" fmla="*/ 10744 h 20146"/>
                <a:gd name="connsiteX7" fmla="*/ 8073 w 28253"/>
                <a:gd name="connsiteY7" fmla="*/ 9401 h 20146"/>
                <a:gd name="connsiteX8" fmla="*/ 8073 w 28253"/>
                <a:gd name="connsiteY8" fmla="*/ 16117 h 20146"/>
                <a:gd name="connsiteX9" fmla="*/ 12109 w 28253"/>
                <a:gd name="connsiteY9" fmla="*/ 20146 h 20146"/>
                <a:gd name="connsiteX10" fmla="*/ 16145 w 28253"/>
                <a:gd name="connsiteY10" fmla="*/ 13431 h 20146"/>
                <a:gd name="connsiteX11" fmla="*/ 18836 w 28253"/>
                <a:gd name="connsiteY11" fmla="*/ 17460 h 20146"/>
                <a:gd name="connsiteX12" fmla="*/ 22872 w 28253"/>
                <a:gd name="connsiteY12" fmla="*/ 18803 h 20146"/>
                <a:gd name="connsiteX13" fmla="*/ 24217 w 28253"/>
                <a:gd name="connsiteY13" fmla="*/ 14774 h 20146"/>
                <a:gd name="connsiteX14" fmla="*/ 28253 w 28253"/>
                <a:gd name="connsiteY14" fmla="*/ 13431 h 20146"/>
                <a:gd name="connsiteX15" fmla="*/ 25562 w 28253"/>
                <a:gd name="connsiteY15" fmla="*/ 8058 h 20146"/>
                <a:gd name="connsiteX16" fmla="*/ 17491 w 28253"/>
                <a:gd name="connsiteY16" fmla="*/ 2686 h 20146"/>
                <a:gd name="connsiteX17" fmla="*/ 8073 w 28253"/>
                <a:gd name="connsiteY17" fmla="*/ 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53" h="20146">
                  <a:moveTo>
                    <a:pt x="5382" y="1343"/>
                  </a:moveTo>
                  <a:lnTo>
                    <a:pt x="8073" y="5372"/>
                  </a:lnTo>
                  <a:lnTo>
                    <a:pt x="6727" y="8058"/>
                  </a:lnTo>
                  <a:lnTo>
                    <a:pt x="1346" y="9401"/>
                  </a:lnTo>
                  <a:lnTo>
                    <a:pt x="0" y="12088"/>
                  </a:lnTo>
                  <a:lnTo>
                    <a:pt x="4037" y="12088"/>
                  </a:lnTo>
                  <a:lnTo>
                    <a:pt x="4037" y="10744"/>
                  </a:lnTo>
                  <a:lnTo>
                    <a:pt x="8073" y="9401"/>
                  </a:lnTo>
                  <a:lnTo>
                    <a:pt x="8073" y="16117"/>
                  </a:lnTo>
                  <a:lnTo>
                    <a:pt x="12109" y="20146"/>
                  </a:lnTo>
                  <a:lnTo>
                    <a:pt x="16145" y="13431"/>
                  </a:lnTo>
                  <a:lnTo>
                    <a:pt x="18836" y="17460"/>
                  </a:lnTo>
                  <a:lnTo>
                    <a:pt x="22872" y="18803"/>
                  </a:lnTo>
                  <a:lnTo>
                    <a:pt x="24217" y="14774"/>
                  </a:lnTo>
                  <a:lnTo>
                    <a:pt x="28253" y="13431"/>
                  </a:lnTo>
                  <a:lnTo>
                    <a:pt x="25562" y="8058"/>
                  </a:lnTo>
                  <a:lnTo>
                    <a:pt x="17491" y="2686"/>
                  </a:lnTo>
                  <a:lnTo>
                    <a:pt x="8073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B2C839FB-BBCA-D66C-D694-6427DF260556}"/>
                </a:ext>
              </a:extLst>
            </p:cNvPr>
            <p:cNvSpPr/>
            <p:nvPr/>
          </p:nvSpPr>
          <p:spPr>
            <a:xfrm>
              <a:off x="10140106" y="4724405"/>
              <a:ext cx="4035" cy="5372"/>
            </a:xfrm>
            <a:custGeom>
              <a:avLst/>
              <a:gdLst>
                <a:gd name="connsiteX0" fmla="*/ 1345 w 4035"/>
                <a:gd name="connsiteY0" fmla="*/ 0 h 5372"/>
                <a:gd name="connsiteX1" fmla="*/ 0 w 4035"/>
                <a:gd name="connsiteY1" fmla="*/ 5372 h 5372"/>
                <a:gd name="connsiteX2" fmla="*/ 4036 w 4035"/>
                <a:gd name="connsiteY2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5372">
                  <a:moveTo>
                    <a:pt x="1345" y="0"/>
                  </a:moveTo>
                  <a:lnTo>
                    <a:pt x="0" y="5372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B3CDB7C4-E4E3-2F84-6931-4721045C7820}"/>
                </a:ext>
              </a:extLst>
            </p:cNvPr>
            <p:cNvSpPr/>
            <p:nvPr/>
          </p:nvSpPr>
          <p:spPr>
            <a:xfrm>
              <a:off x="10098399" y="4688142"/>
              <a:ext cx="39016" cy="42978"/>
            </a:xfrm>
            <a:custGeom>
              <a:avLst/>
              <a:gdLst>
                <a:gd name="connsiteX0" fmla="*/ 5382 w 39016"/>
                <a:gd name="connsiteY0" fmla="*/ 4029 h 42978"/>
                <a:gd name="connsiteX1" fmla="*/ 5382 w 39016"/>
                <a:gd name="connsiteY1" fmla="*/ 8059 h 42978"/>
                <a:gd name="connsiteX2" fmla="*/ 0 w 39016"/>
                <a:gd name="connsiteY2" fmla="*/ 12088 h 42978"/>
                <a:gd name="connsiteX3" fmla="*/ 4037 w 39016"/>
                <a:gd name="connsiteY3" fmla="*/ 16117 h 42978"/>
                <a:gd name="connsiteX4" fmla="*/ 13454 w 39016"/>
                <a:gd name="connsiteY4" fmla="*/ 16117 h 42978"/>
                <a:gd name="connsiteX5" fmla="*/ 16145 w 39016"/>
                <a:gd name="connsiteY5" fmla="*/ 18803 h 42978"/>
                <a:gd name="connsiteX6" fmla="*/ 16145 w 39016"/>
                <a:gd name="connsiteY6" fmla="*/ 24176 h 42978"/>
                <a:gd name="connsiteX7" fmla="*/ 18836 w 39016"/>
                <a:gd name="connsiteY7" fmla="*/ 25519 h 42978"/>
                <a:gd name="connsiteX8" fmla="*/ 20181 w 39016"/>
                <a:gd name="connsiteY8" fmla="*/ 33577 h 42978"/>
                <a:gd name="connsiteX9" fmla="*/ 25562 w 39016"/>
                <a:gd name="connsiteY9" fmla="*/ 36263 h 42978"/>
                <a:gd name="connsiteX10" fmla="*/ 30944 w 39016"/>
                <a:gd name="connsiteY10" fmla="*/ 36263 h 42978"/>
                <a:gd name="connsiteX11" fmla="*/ 32289 w 39016"/>
                <a:gd name="connsiteY11" fmla="*/ 41635 h 42978"/>
                <a:gd name="connsiteX12" fmla="*/ 34980 w 39016"/>
                <a:gd name="connsiteY12" fmla="*/ 42979 h 42978"/>
                <a:gd name="connsiteX13" fmla="*/ 37671 w 39016"/>
                <a:gd name="connsiteY13" fmla="*/ 38950 h 42978"/>
                <a:gd name="connsiteX14" fmla="*/ 36325 w 39016"/>
                <a:gd name="connsiteY14" fmla="*/ 33577 h 42978"/>
                <a:gd name="connsiteX15" fmla="*/ 39016 w 39016"/>
                <a:gd name="connsiteY15" fmla="*/ 28205 h 42978"/>
                <a:gd name="connsiteX16" fmla="*/ 30944 w 39016"/>
                <a:gd name="connsiteY16" fmla="*/ 25519 h 42978"/>
                <a:gd name="connsiteX17" fmla="*/ 25562 w 39016"/>
                <a:gd name="connsiteY17" fmla="*/ 20146 h 42978"/>
                <a:gd name="connsiteX18" fmla="*/ 22872 w 39016"/>
                <a:gd name="connsiteY18" fmla="*/ 8059 h 42978"/>
                <a:gd name="connsiteX19" fmla="*/ 21527 w 39016"/>
                <a:gd name="connsiteY19" fmla="*/ 6715 h 42978"/>
                <a:gd name="connsiteX20" fmla="*/ 20181 w 39016"/>
                <a:gd name="connsiteY20" fmla="*/ 1343 h 42978"/>
                <a:gd name="connsiteX21" fmla="*/ 16145 w 39016"/>
                <a:gd name="connsiteY21" fmla="*/ 0 h 42978"/>
                <a:gd name="connsiteX22" fmla="*/ 13454 w 39016"/>
                <a:gd name="connsiteY22" fmla="*/ 0 h 42978"/>
                <a:gd name="connsiteX23" fmla="*/ 13454 w 39016"/>
                <a:gd name="connsiteY23" fmla="*/ 4029 h 42978"/>
                <a:gd name="connsiteX24" fmla="*/ 14800 w 39016"/>
                <a:gd name="connsiteY24" fmla="*/ 8059 h 42978"/>
                <a:gd name="connsiteX25" fmla="*/ 10764 w 39016"/>
                <a:gd name="connsiteY25" fmla="*/ 6715 h 42978"/>
                <a:gd name="connsiteX26" fmla="*/ 6727 w 39016"/>
                <a:gd name="connsiteY26" fmla="*/ 2686 h 42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016" h="42978">
                  <a:moveTo>
                    <a:pt x="5382" y="4029"/>
                  </a:moveTo>
                  <a:lnTo>
                    <a:pt x="5382" y="8059"/>
                  </a:lnTo>
                  <a:lnTo>
                    <a:pt x="0" y="12088"/>
                  </a:lnTo>
                  <a:lnTo>
                    <a:pt x="4037" y="16117"/>
                  </a:lnTo>
                  <a:lnTo>
                    <a:pt x="13454" y="16117"/>
                  </a:lnTo>
                  <a:lnTo>
                    <a:pt x="16145" y="18803"/>
                  </a:lnTo>
                  <a:lnTo>
                    <a:pt x="16145" y="24176"/>
                  </a:lnTo>
                  <a:lnTo>
                    <a:pt x="18836" y="25519"/>
                  </a:lnTo>
                  <a:lnTo>
                    <a:pt x="20181" y="33577"/>
                  </a:lnTo>
                  <a:lnTo>
                    <a:pt x="25562" y="36263"/>
                  </a:lnTo>
                  <a:lnTo>
                    <a:pt x="30944" y="36263"/>
                  </a:lnTo>
                  <a:lnTo>
                    <a:pt x="32289" y="41635"/>
                  </a:lnTo>
                  <a:lnTo>
                    <a:pt x="34980" y="42979"/>
                  </a:lnTo>
                  <a:lnTo>
                    <a:pt x="37671" y="38950"/>
                  </a:lnTo>
                  <a:lnTo>
                    <a:pt x="36325" y="33577"/>
                  </a:lnTo>
                  <a:lnTo>
                    <a:pt x="39016" y="28205"/>
                  </a:lnTo>
                  <a:lnTo>
                    <a:pt x="30944" y="25519"/>
                  </a:lnTo>
                  <a:lnTo>
                    <a:pt x="25562" y="20146"/>
                  </a:lnTo>
                  <a:lnTo>
                    <a:pt x="22872" y="8059"/>
                  </a:lnTo>
                  <a:lnTo>
                    <a:pt x="21527" y="6715"/>
                  </a:lnTo>
                  <a:lnTo>
                    <a:pt x="20181" y="1343"/>
                  </a:lnTo>
                  <a:lnTo>
                    <a:pt x="16145" y="0"/>
                  </a:lnTo>
                  <a:lnTo>
                    <a:pt x="13454" y="0"/>
                  </a:lnTo>
                  <a:lnTo>
                    <a:pt x="13454" y="4029"/>
                  </a:lnTo>
                  <a:lnTo>
                    <a:pt x="14800" y="8059"/>
                  </a:lnTo>
                  <a:lnTo>
                    <a:pt x="10764" y="6715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D52473A4-FC72-7216-523A-10A15F720E9E}"/>
                </a:ext>
              </a:extLst>
            </p:cNvPr>
            <p:cNvSpPr/>
            <p:nvPr/>
          </p:nvSpPr>
          <p:spPr>
            <a:xfrm>
              <a:off x="10076873" y="4659938"/>
              <a:ext cx="8071" cy="8058"/>
            </a:xfrm>
            <a:custGeom>
              <a:avLst/>
              <a:gdLst>
                <a:gd name="connsiteX0" fmla="*/ 1345 w 8071"/>
                <a:gd name="connsiteY0" fmla="*/ 0 h 8058"/>
                <a:gd name="connsiteX1" fmla="*/ 0 w 8071"/>
                <a:gd name="connsiteY1" fmla="*/ 4029 h 8058"/>
                <a:gd name="connsiteX2" fmla="*/ 4036 w 8071"/>
                <a:gd name="connsiteY2" fmla="*/ 8058 h 8058"/>
                <a:gd name="connsiteX3" fmla="*/ 8072 w 8071"/>
                <a:gd name="connsiteY3" fmla="*/ 5372 h 8058"/>
                <a:gd name="connsiteX4" fmla="*/ 6727 w 8071"/>
                <a:gd name="connsiteY4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1" h="8058">
                  <a:moveTo>
                    <a:pt x="1345" y="0"/>
                  </a:moveTo>
                  <a:lnTo>
                    <a:pt x="0" y="4029"/>
                  </a:lnTo>
                  <a:lnTo>
                    <a:pt x="4036" y="8058"/>
                  </a:lnTo>
                  <a:lnTo>
                    <a:pt x="8072" y="5372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25601CDD-E59D-661D-A995-8CFE88DC4D85}"/>
                </a:ext>
              </a:extLst>
            </p:cNvPr>
            <p:cNvSpPr/>
            <p:nvPr/>
          </p:nvSpPr>
          <p:spPr>
            <a:xfrm>
              <a:off x="10079564" y="4649193"/>
              <a:ext cx="14798" cy="9401"/>
            </a:xfrm>
            <a:custGeom>
              <a:avLst/>
              <a:gdLst>
                <a:gd name="connsiteX0" fmla="*/ 4036 w 14798"/>
                <a:gd name="connsiteY0" fmla="*/ 0 h 9401"/>
                <a:gd name="connsiteX1" fmla="*/ 0 w 14798"/>
                <a:gd name="connsiteY1" fmla="*/ 4029 h 9401"/>
                <a:gd name="connsiteX2" fmla="*/ 2691 w 14798"/>
                <a:gd name="connsiteY2" fmla="*/ 8059 h 9401"/>
                <a:gd name="connsiteX3" fmla="*/ 6727 w 14798"/>
                <a:gd name="connsiteY3" fmla="*/ 6715 h 9401"/>
                <a:gd name="connsiteX4" fmla="*/ 13454 w 14798"/>
                <a:gd name="connsiteY4" fmla="*/ 9402 h 9401"/>
                <a:gd name="connsiteX5" fmla="*/ 14799 w 14798"/>
                <a:gd name="connsiteY5" fmla="*/ 8059 h 9401"/>
                <a:gd name="connsiteX6" fmla="*/ 8072 w 14798"/>
                <a:gd name="connsiteY6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8" h="9401">
                  <a:moveTo>
                    <a:pt x="4036" y="0"/>
                  </a:moveTo>
                  <a:lnTo>
                    <a:pt x="0" y="4029"/>
                  </a:lnTo>
                  <a:lnTo>
                    <a:pt x="2691" y="8059"/>
                  </a:lnTo>
                  <a:lnTo>
                    <a:pt x="6727" y="6715"/>
                  </a:lnTo>
                  <a:lnTo>
                    <a:pt x="13454" y="9402"/>
                  </a:lnTo>
                  <a:lnTo>
                    <a:pt x="14799" y="8059"/>
                  </a:lnTo>
                  <a:lnTo>
                    <a:pt x="807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8F8EE2DE-1354-4545-8811-E905CF9F83A1}"/>
                </a:ext>
              </a:extLst>
            </p:cNvPr>
            <p:cNvSpPr/>
            <p:nvPr/>
          </p:nvSpPr>
          <p:spPr>
            <a:xfrm>
              <a:off x="10027094" y="4614273"/>
              <a:ext cx="17489" cy="14773"/>
            </a:xfrm>
            <a:custGeom>
              <a:avLst/>
              <a:gdLst>
                <a:gd name="connsiteX0" fmla="*/ 4036 w 17489"/>
                <a:gd name="connsiteY0" fmla="*/ 0 h 14773"/>
                <a:gd name="connsiteX1" fmla="*/ 0 w 17489"/>
                <a:gd name="connsiteY1" fmla="*/ 6715 h 14773"/>
                <a:gd name="connsiteX2" fmla="*/ 1346 w 17489"/>
                <a:gd name="connsiteY2" fmla="*/ 10745 h 14773"/>
                <a:gd name="connsiteX3" fmla="*/ 9418 w 17489"/>
                <a:gd name="connsiteY3" fmla="*/ 12088 h 14773"/>
                <a:gd name="connsiteX4" fmla="*/ 16145 w 17489"/>
                <a:gd name="connsiteY4" fmla="*/ 14774 h 14773"/>
                <a:gd name="connsiteX5" fmla="*/ 17490 w 17489"/>
                <a:gd name="connsiteY5" fmla="*/ 13431 h 14773"/>
                <a:gd name="connsiteX6" fmla="*/ 16145 w 17489"/>
                <a:gd name="connsiteY6" fmla="*/ 5372 h 14773"/>
                <a:gd name="connsiteX7" fmla="*/ 10763 w 17489"/>
                <a:gd name="connsiteY7" fmla="*/ 1343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489" h="14773">
                  <a:moveTo>
                    <a:pt x="4036" y="0"/>
                  </a:moveTo>
                  <a:lnTo>
                    <a:pt x="0" y="6715"/>
                  </a:lnTo>
                  <a:lnTo>
                    <a:pt x="1346" y="10745"/>
                  </a:lnTo>
                  <a:lnTo>
                    <a:pt x="9418" y="12088"/>
                  </a:lnTo>
                  <a:lnTo>
                    <a:pt x="16145" y="14774"/>
                  </a:lnTo>
                  <a:lnTo>
                    <a:pt x="17490" y="13431"/>
                  </a:lnTo>
                  <a:lnTo>
                    <a:pt x="16145" y="5372"/>
                  </a:lnTo>
                  <a:lnTo>
                    <a:pt x="10763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74888EF9-151A-9A3C-8FEB-3683B77E7874}"/>
                </a:ext>
              </a:extLst>
            </p:cNvPr>
            <p:cNvSpPr/>
            <p:nvPr/>
          </p:nvSpPr>
          <p:spPr>
            <a:xfrm>
              <a:off x="10016331" y="4606214"/>
              <a:ext cx="12108" cy="12087"/>
            </a:xfrm>
            <a:custGeom>
              <a:avLst/>
              <a:gdLst>
                <a:gd name="connsiteX0" fmla="*/ 0 w 12108"/>
                <a:gd name="connsiteY0" fmla="*/ 0 h 12087"/>
                <a:gd name="connsiteX1" fmla="*/ 2691 w 12108"/>
                <a:gd name="connsiteY1" fmla="*/ 0 h 12087"/>
                <a:gd name="connsiteX2" fmla="*/ 9418 w 12108"/>
                <a:gd name="connsiteY2" fmla="*/ 1343 h 12087"/>
                <a:gd name="connsiteX3" fmla="*/ 12109 w 12108"/>
                <a:gd name="connsiteY3" fmla="*/ 5372 h 12087"/>
                <a:gd name="connsiteX4" fmla="*/ 9418 w 12108"/>
                <a:gd name="connsiteY4" fmla="*/ 12088 h 12087"/>
                <a:gd name="connsiteX5" fmla="*/ 6727 w 12108"/>
                <a:gd name="connsiteY5" fmla="*/ 9401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8" h="12087">
                  <a:moveTo>
                    <a:pt x="0" y="0"/>
                  </a:moveTo>
                  <a:lnTo>
                    <a:pt x="2691" y="0"/>
                  </a:lnTo>
                  <a:lnTo>
                    <a:pt x="9418" y="1343"/>
                  </a:lnTo>
                  <a:lnTo>
                    <a:pt x="12109" y="5372"/>
                  </a:lnTo>
                  <a:lnTo>
                    <a:pt x="9418" y="12088"/>
                  </a:lnTo>
                  <a:lnTo>
                    <a:pt x="6727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69E32EE3-1794-ECA9-807D-094E153FAE7E}"/>
                </a:ext>
              </a:extLst>
            </p:cNvPr>
            <p:cNvSpPr/>
            <p:nvPr/>
          </p:nvSpPr>
          <p:spPr>
            <a:xfrm>
              <a:off x="9998841" y="4590097"/>
              <a:ext cx="12107" cy="10744"/>
            </a:xfrm>
            <a:custGeom>
              <a:avLst/>
              <a:gdLst>
                <a:gd name="connsiteX0" fmla="*/ 0 w 12107"/>
                <a:gd name="connsiteY0" fmla="*/ 2686 h 10744"/>
                <a:gd name="connsiteX1" fmla="*/ 2691 w 12107"/>
                <a:gd name="connsiteY1" fmla="*/ 10745 h 10744"/>
                <a:gd name="connsiteX2" fmla="*/ 6727 w 12107"/>
                <a:gd name="connsiteY2" fmla="*/ 10745 h 10744"/>
                <a:gd name="connsiteX3" fmla="*/ 12108 w 12107"/>
                <a:gd name="connsiteY3" fmla="*/ 5372 h 10744"/>
                <a:gd name="connsiteX4" fmla="*/ 6727 w 12107"/>
                <a:gd name="connsiteY4" fmla="*/ 0 h 10744"/>
                <a:gd name="connsiteX5" fmla="*/ 4036 w 12107"/>
                <a:gd name="connsiteY5" fmla="*/ 2686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7" h="10744">
                  <a:moveTo>
                    <a:pt x="0" y="2686"/>
                  </a:moveTo>
                  <a:lnTo>
                    <a:pt x="2691" y="10745"/>
                  </a:lnTo>
                  <a:lnTo>
                    <a:pt x="6727" y="10745"/>
                  </a:lnTo>
                  <a:lnTo>
                    <a:pt x="12108" y="5372"/>
                  </a:lnTo>
                  <a:lnTo>
                    <a:pt x="6727" y="0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623BCCBD-2EB9-D7C2-BAC1-E0BA6A214EC3}"/>
                </a:ext>
              </a:extLst>
            </p:cNvPr>
            <p:cNvSpPr/>
            <p:nvPr/>
          </p:nvSpPr>
          <p:spPr>
            <a:xfrm>
              <a:off x="10016331" y="4786187"/>
              <a:ext cx="6726" cy="6715"/>
            </a:xfrm>
            <a:custGeom>
              <a:avLst/>
              <a:gdLst>
                <a:gd name="connsiteX0" fmla="*/ 0 w 6726"/>
                <a:gd name="connsiteY0" fmla="*/ 1343 h 6715"/>
                <a:gd name="connsiteX1" fmla="*/ 6727 w 6726"/>
                <a:gd name="connsiteY1" fmla="*/ 6715 h 6715"/>
                <a:gd name="connsiteX2" fmla="*/ 6727 w 6726"/>
                <a:gd name="connsiteY2" fmla="*/ 2686 h 6715"/>
                <a:gd name="connsiteX3" fmla="*/ 2691 w 6726"/>
                <a:gd name="connsiteY3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6715">
                  <a:moveTo>
                    <a:pt x="0" y="1343"/>
                  </a:moveTo>
                  <a:lnTo>
                    <a:pt x="6727" y="6715"/>
                  </a:lnTo>
                  <a:lnTo>
                    <a:pt x="6727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A5D5DA2B-7134-3D03-5220-6726C07BD88B}"/>
                </a:ext>
              </a:extLst>
            </p:cNvPr>
            <p:cNvSpPr/>
            <p:nvPr/>
          </p:nvSpPr>
          <p:spPr>
            <a:xfrm>
              <a:off x="9965207" y="4721719"/>
              <a:ext cx="9417" cy="13430"/>
            </a:xfrm>
            <a:custGeom>
              <a:avLst/>
              <a:gdLst>
                <a:gd name="connsiteX0" fmla="*/ 2691 w 9417"/>
                <a:gd name="connsiteY0" fmla="*/ 0 h 13430"/>
                <a:gd name="connsiteX1" fmla="*/ 0 w 9417"/>
                <a:gd name="connsiteY1" fmla="*/ 5373 h 13430"/>
                <a:gd name="connsiteX2" fmla="*/ 9418 w 9417"/>
                <a:gd name="connsiteY2" fmla="*/ 13431 h 13430"/>
                <a:gd name="connsiteX3" fmla="*/ 8072 w 9417"/>
                <a:gd name="connsiteY3" fmla="*/ 9402 h 13430"/>
                <a:gd name="connsiteX4" fmla="*/ 8072 w 9417"/>
                <a:gd name="connsiteY4" fmla="*/ 4029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13430">
                  <a:moveTo>
                    <a:pt x="2691" y="0"/>
                  </a:moveTo>
                  <a:lnTo>
                    <a:pt x="0" y="5373"/>
                  </a:lnTo>
                  <a:lnTo>
                    <a:pt x="9418" y="13431"/>
                  </a:lnTo>
                  <a:lnTo>
                    <a:pt x="8072" y="9402"/>
                  </a:lnTo>
                  <a:lnTo>
                    <a:pt x="8072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3416C78A-A305-8B41-12DA-ABBEDC5DC83B}"/>
                </a:ext>
              </a:extLst>
            </p:cNvPr>
            <p:cNvSpPr/>
            <p:nvPr/>
          </p:nvSpPr>
          <p:spPr>
            <a:xfrm>
              <a:off x="9961171" y="4717690"/>
              <a:ext cx="4035" cy="5372"/>
            </a:xfrm>
            <a:custGeom>
              <a:avLst/>
              <a:gdLst>
                <a:gd name="connsiteX0" fmla="*/ 0 w 4035"/>
                <a:gd name="connsiteY0" fmla="*/ 0 h 5372"/>
                <a:gd name="connsiteX1" fmla="*/ 4036 w 4035"/>
                <a:gd name="connsiteY1" fmla="*/ 1343 h 5372"/>
                <a:gd name="connsiteX2" fmla="*/ 0 w 4035"/>
                <a:gd name="connsiteY2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5372">
                  <a:moveTo>
                    <a:pt x="0" y="0"/>
                  </a:moveTo>
                  <a:lnTo>
                    <a:pt x="4036" y="1343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06E45E04-E85E-5947-8852-A6CF92E6B1B1}"/>
                </a:ext>
              </a:extLst>
            </p:cNvPr>
            <p:cNvSpPr/>
            <p:nvPr/>
          </p:nvSpPr>
          <p:spPr>
            <a:xfrm>
              <a:off x="9949062" y="4700230"/>
              <a:ext cx="8071" cy="9401"/>
            </a:xfrm>
            <a:custGeom>
              <a:avLst/>
              <a:gdLst>
                <a:gd name="connsiteX0" fmla="*/ 2691 w 8071"/>
                <a:gd name="connsiteY0" fmla="*/ 0 h 9401"/>
                <a:gd name="connsiteX1" fmla="*/ 0 w 8071"/>
                <a:gd name="connsiteY1" fmla="*/ 4029 h 9401"/>
                <a:gd name="connsiteX2" fmla="*/ 2691 w 8071"/>
                <a:gd name="connsiteY2" fmla="*/ 8058 h 9401"/>
                <a:gd name="connsiteX3" fmla="*/ 8072 w 8071"/>
                <a:gd name="connsiteY3" fmla="*/ 9401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1" h="9401">
                  <a:moveTo>
                    <a:pt x="2691" y="0"/>
                  </a:moveTo>
                  <a:lnTo>
                    <a:pt x="0" y="4029"/>
                  </a:lnTo>
                  <a:lnTo>
                    <a:pt x="2691" y="8058"/>
                  </a:lnTo>
                  <a:lnTo>
                    <a:pt x="8072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06992930-C19A-3BB2-52DA-991C80A168AE}"/>
                </a:ext>
              </a:extLst>
            </p:cNvPr>
            <p:cNvSpPr/>
            <p:nvPr/>
          </p:nvSpPr>
          <p:spPr>
            <a:xfrm>
              <a:off x="9923500" y="4673368"/>
              <a:ext cx="18835" cy="22832"/>
            </a:xfrm>
            <a:custGeom>
              <a:avLst/>
              <a:gdLst>
                <a:gd name="connsiteX0" fmla="*/ 0 w 18835"/>
                <a:gd name="connsiteY0" fmla="*/ 4029 h 22832"/>
                <a:gd name="connsiteX1" fmla="*/ 0 w 18835"/>
                <a:gd name="connsiteY1" fmla="*/ 8058 h 22832"/>
                <a:gd name="connsiteX2" fmla="*/ 5382 w 18835"/>
                <a:gd name="connsiteY2" fmla="*/ 10744 h 22832"/>
                <a:gd name="connsiteX3" fmla="*/ 12109 w 18835"/>
                <a:gd name="connsiteY3" fmla="*/ 20146 h 22832"/>
                <a:gd name="connsiteX4" fmla="*/ 18836 w 18835"/>
                <a:gd name="connsiteY4" fmla="*/ 22832 h 22832"/>
                <a:gd name="connsiteX5" fmla="*/ 18836 w 18835"/>
                <a:gd name="connsiteY5" fmla="*/ 12088 h 22832"/>
                <a:gd name="connsiteX6" fmla="*/ 10764 w 18835"/>
                <a:gd name="connsiteY6" fmla="*/ 1343 h 22832"/>
                <a:gd name="connsiteX7" fmla="*/ 5382 w 18835"/>
                <a:gd name="connsiteY7" fmla="*/ 0 h 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835" h="22832">
                  <a:moveTo>
                    <a:pt x="0" y="4029"/>
                  </a:moveTo>
                  <a:lnTo>
                    <a:pt x="0" y="8058"/>
                  </a:lnTo>
                  <a:lnTo>
                    <a:pt x="5382" y="10744"/>
                  </a:lnTo>
                  <a:lnTo>
                    <a:pt x="12109" y="20146"/>
                  </a:lnTo>
                  <a:lnTo>
                    <a:pt x="18836" y="22832"/>
                  </a:lnTo>
                  <a:lnTo>
                    <a:pt x="18836" y="12088"/>
                  </a:lnTo>
                  <a:lnTo>
                    <a:pt x="10764" y="1343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B67F057B-1394-3610-1330-71DA21439CB6}"/>
                </a:ext>
              </a:extLst>
            </p:cNvPr>
            <p:cNvSpPr/>
            <p:nvPr/>
          </p:nvSpPr>
          <p:spPr>
            <a:xfrm>
              <a:off x="9916773" y="4657251"/>
              <a:ext cx="6726" cy="9401"/>
            </a:xfrm>
            <a:custGeom>
              <a:avLst/>
              <a:gdLst>
                <a:gd name="connsiteX0" fmla="*/ 2691 w 6726"/>
                <a:gd name="connsiteY0" fmla="*/ 0 h 9401"/>
                <a:gd name="connsiteX1" fmla="*/ 0 w 6726"/>
                <a:gd name="connsiteY1" fmla="*/ 6715 h 9401"/>
                <a:gd name="connsiteX2" fmla="*/ 2691 w 6726"/>
                <a:gd name="connsiteY2" fmla="*/ 9402 h 9401"/>
                <a:gd name="connsiteX3" fmla="*/ 6727 w 6726"/>
                <a:gd name="connsiteY3" fmla="*/ 6715 h 9401"/>
                <a:gd name="connsiteX4" fmla="*/ 6727 w 6726"/>
                <a:gd name="connsiteY4" fmla="*/ 2686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9401">
                  <a:moveTo>
                    <a:pt x="2691" y="0"/>
                  </a:moveTo>
                  <a:lnTo>
                    <a:pt x="0" y="6715"/>
                  </a:lnTo>
                  <a:lnTo>
                    <a:pt x="2691" y="9402"/>
                  </a:lnTo>
                  <a:lnTo>
                    <a:pt x="6727" y="6715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3D2F5533-E60E-9C60-2DD8-D9785E52E965}"/>
                </a:ext>
              </a:extLst>
            </p:cNvPr>
            <p:cNvSpPr/>
            <p:nvPr/>
          </p:nvSpPr>
          <p:spPr>
            <a:xfrm>
              <a:off x="9923500" y="4639791"/>
              <a:ext cx="8072" cy="5372"/>
            </a:xfrm>
            <a:custGeom>
              <a:avLst/>
              <a:gdLst>
                <a:gd name="connsiteX0" fmla="*/ 0 w 8072"/>
                <a:gd name="connsiteY0" fmla="*/ 4029 h 5372"/>
                <a:gd name="connsiteX1" fmla="*/ 5382 w 8072"/>
                <a:gd name="connsiteY1" fmla="*/ 4029 h 5372"/>
                <a:gd name="connsiteX2" fmla="*/ 8073 w 8072"/>
                <a:gd name="connsiteY2" fmla="*/ 5372 h 5372"/>
                <a:gd name="connsiteX3" fmla="*/ 8073 w 8072"/>
                <a:gd name="connsiteY3" fmla="*/ 2686 h 5372"/>
                <a:gd name="connsiteX4" fmla="*/ 2691 w 8072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5372">
                  <a:moveTo>
                    <a:pt x="0" y="4029"/>
                  </a:moveTo>
                  <a:lnTo>
                    <a:pt x="5382" y="4029"/>
                  </a:lnTo>
                  <a:lnTo>
                    <a:pt x="8073" y="5372"/>
                  </a:lnTo>
                  <a:lnTo>
                    <a:pt x="8073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76D36576-986F-D978-27CE-3CD63B78DB24}"/>
                </a:ext>
              </a:extLst>
            </p:cNvPr>
            <p:cNvSpPr/>
            <p:nvPr/>
          </p:nvSpPr>
          <p:spPr>
            <a:xfrm>
              <a:off x="9885829" y="4606214"/>
              <a:ext cx="20180" cy="24175"/>
            </a:xfrm>
            <a:custGeom>
              <a:avLst/>
              <a:gdLst>
                <a:gd name="connsiteX0" fmla="*/ 0 w 20180"/>
                <a:gd name="connsiteY0" fmla="*/ 2686 h 24175"/>
                <a:gd name="connsiteX1" fmla="*/ 5382 w 20180"/>
                <a:gd name="connsiteY1" fmla="*/ 2686 h 24175"/>
                <a:gd name="connsiteX2" fmla="*/ 8073 w 20180"/>
                <a:gd name="connsiteY2" fmla="*/ 0 h 24175"/>
                <a:gd name="connsiteX3" fmla="*/ 10763 w 20180"/>
                <a:gd name="connsiteY3" fmla="*/ 1343 h 24175"/>
                <a:gd name="connsiteX4" fmla="*/ 14800 w 20180"/>
                <a:gd name="connsiteY4" fmla="*/ 8059 h 24175"/>
                <a:gd name="connsiteX5" fmla="*/ 20181 w 20180"/>
                <a:gd name="connsiteY5" fmla="*/ 13431 h 24175"/>
                <a:gd name="connsiteX6" fmla="*/ 18836 w 20180"/>
                <a:gd name="connsiteY6" fmla="*/ 16117 h 24175"/>
                <a:gd name="connsiteX7" fmla="*/ 18836 w 20180"/>
                <a:gd name="connsiteY7" fmla="*/ 22832 h 24175"/>
                <a:gd name="connsiteX8" fmla="*/ 16145 w 20180"/>
                <a:gd name="connsiteY8" fmla="*/ 24175 h 24175"/>
                <a:gd name="connsiteX9" fmla="*/ 10763 w 20180"/>
                <a:gd name="connsiteY9" fmla="*/ 16117 h 24175"/>
                <a:gd name="connsiteX10" fmla="*/ 6727 w 20180"/>
                <a:gd name="connsiteY10" fmla="*/ 14774 h 24175"/>
                <a:gd name="connsiteX11" fmla="*/ 5382 w 20180"/>
                <a:gd name="connsiteY11" fmla="*/ 9401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180" h="24175">
                  <a:moveTo>
                    <a:pt x="0" y="2686"/>
                  </a:moveTo>
                  <a:lnTo>
                    <a:pt x="5382" y="2686"/>
                  </a:lnTo>
                  <a:lnTo>
                    <a:pt x="8073" y="0"/>
                  </a:lnTo>
                  <a:lnTo>
                    <a:pt x="10763" y="1343"/>
                  </a:lnTo>
                  <a:lnTo>
                    <a:pt x="14800" y="8059"/>
                  </a:lnTo>
                  <a:lnTo>
                    <a:pt x="20181" y="13431"/>
                  </a:lnTo>
                  <a:lnTo>
                    <a:pt x="18836" y="16117"/>
                  </a:lnTo>
                  <a:lnTo>
                    <a:pt x="18836" y="22832"/>
                  </a:lnTo>
                  <a:lnTo>
                    <a:pt x="16145" y="24175"/>
                  </a:lnTo>
                  <a:lnTo>
                    <a:pt x="10763" y="16117"/>
                  </a:lnTo>
                  <a:lnTo>
                    <a:pt x="6727" y="14774"/>
                  </a:lnTo>
                  <a:lnTo>
                    <a:pt x="5382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D0B3A83E-A505-3FDC-8E84-8452D7D895F1}"/>
                </a:ext>
              </a:extLst>
            </p:cNvPr>
            <p:cNvSpPr/>
            <p:nvPr/>
          </p:nvSpPr>
          <p:spPr>
            <a:xfrm>
              <a:off x="9885829" y="4587411"/>
              <a:ext cx="5381" cy="4029"/>
            </a:xfrm>
            <a:custGeom>
              <a:avLst/>
              <a:gdLst>
                <a:gd name="connsiteX0" fmla="*/ 0 w 5381"/>
                <a:gd name="connsiteY0" fmla="*/ 1343 h 4029"/>
                <a:gd name="connsiteX1" fmla="*/ 5382 w 5381"/>
                <a:gd name="connsiteY1" fmla="*/ 4029 h 4029"/>
                <a:gd name="connsiteX2" fmla="*/ 4036 w 5381"/>
                <a:gd name="connsiteY2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0" y="1343"/>
                  </a:moveTo>
                  <a:lnTo>
                    <a:pt x="5382" y="402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90183870-698A-C154-F4C1-B3E334E9F028}"/>
                </a:ext>
              </a:extLst>
            </p:cNvPr>
            <p:cNvSpPr/>
            <p:nvPr/>
          </p:nvSpPr>
          <p:spPr>
            <a:xfrm>
              <a:off x="9846814" y="4565922"/>
              <a:ext cx="10762" cy="9401"/>
            </a:xfrm>
            <a:custGeom>
              <a:avLst/>
              <a:gdLst>
                <a:gd name="connsiteX0" fmla="*/ 4036 w 10762"/>
                <a:gd name="connsiteY0" fmla="*/ 0 h 9401"/>
                <a:gd name="connsiteX1" fmla="*/ 1345 w 10762"/>
                <a:gd name="connsiteY1" fmla="*/ 2686 h 9401"/>
                <a:gd name="connsiteX2" fmla="*/ 0 w 10762"/>
                <a:gd name="connsiteY2" fmla="*/ 5372 h 9401"/>
                <a:gd name="connsiteX3" fmla="*/ 5381 w 10762"/>
                <a:gd name="connsiteY3" fmla="*/ 9401 h 9401"/>
                <a:gd name="connsiteX4" fmla="*/ 10763 w 10762"/>
                <a:gd name="connsiteY4" fmla="*/ 8059 h 9401"/>
                <a:gd name="connsiteX5" fmla="*/ 6727 w 10762"/>
                <a:gd name="connsiteY5" fmla="*/ 2686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2" h="9401">
                  <a:moveTo>
                    <a:pt x="4036" y="0"/>
                  </a:moveTo>
                  <a:lnTo>
                    <a:pt x="1345" y="2686"/>
                  </a:lnTo>
                  <a:lnTo>
                    <a:pt x="0" y="5372"/>
                  </a:lnTo>
                  <a:lnTo>
                    <a:pt x="5381" y="9401"/>
                  </a:lnTo>
                  <a:lnTo>
                    <a:pt x="10763" y="8059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E74AA9A1-DD94-195C-B1B6-FDC5F5B97BB1}"/>
                </a:ext>
              </a:extLst>
            </p:cNvPr>
            <p:cNvSpPr/>
            <p:nvPr/>
          </p:nvSpPr>
          <p:spPr>
            <a:xfrm>
              <a:off x="9834705" y="4492053"/>
              <a:ext cx="286565" cy="312936"/>
            </a:xfrm>
            <a:custGeom>
              <a:avLst/>
              <a:gdLst>
                <a:gd name="connsiteX0" fmla="*/ 0 w 286565"/>
                <a:gd name="connsiteY0" fmla="*/ 1343 h 312936"/>
                <a:gd name="connsiteX1" fmla="*/ 0 w 286565"/>
                <a:gd name="connsiteY1" fmla="*/ 4029 h 312936"/>
                <a:gd name="connsiteX2" fmla="*/ 1345 w 286565"/>
                <a:gd name="connsiteY2" fmla="*/ 12088 h 312936"/>
                <a:gd name="connsiteX3" fmla="*/ 6727 w 286565"/>
                <a:gd name="connsiteY3" fmla="*/ 25519 h 312936"/>
                <a:gd name="connsiteX4" fmla="*/ 10763 w 286565"/>
                <a:gd name="connsiteY4" fmla="*/ 28205 h 312936"/>
                <a:gd name="connsiteX5" fmla="*/ 22872 w 286565"/>
                <a:gd name="connsiteY5" fmla="*/ 40292 h 312936"/>
                <a:gd name="connsiteX6" fmla="*/ 25562 w 286565"/>
                <a:gd name="connsiteY6" fmla="*/ 40292 h 312936"/>
                <a:gd name="connsiteX7" fmla="*/ 33634 w 286565"/>
                <a:gd name="connsiteY7" fmla="*/ 48351 h 312936"/>
                <a:gd name="connsiteX8" fmla="*/ 36325 w 286565"/>
                <a:gd name="connsiteY8" fmla="*/ 49694 h 312936"/>
                <a:gd name="connsiteX9" fmla="*/ 40361 w 286565"/>
                <a:gd name="connsiteY9" fmla="*/ 48351 h 312936"/>
                <a:gd name="connsiteX10" fmla="*/ 48433 w 286565"/>
                <a:gd name="connsiteY10" fmla="*/ 56409 h 312936"/>
                <a:gd name="connsiteX11" fmla="*/ 57851 w 286565"/>
                <a:gd name="connsiteY11" fmla="*/ 71183 h 312936"/>
                <a:gd name="connsiteX12" fmla="*/ 67269 w 286565"/>
                <a:gd name="connsiteY12" fmla="*/ 79242 h 312936"/>
                <a:gd name="connsiteX13" fmla="*/ 69960 w 286565"/>
                <a:gd name="connsiteY13" fmla="*/ 79242 h 312936"/>
                <a:gd name="connsiteX14" fmla="*/ 69960 w 286565"/>
                <a:gd name="connsiteY14" fmla="*/ 85957 h 312936"/>
                <a:gd name="connsiteX15" fmla="*/ 72651 w 286565"/>
                <a:gd name="connsiteY15" fmla="*/ 88643 h 312936"/>
                <a:gd name="connsiteX16" fmla="*/ 72651 w 286565"/>
                <a:gd name="connsiteY16" fmla="*/ 95359 h 312936"/>
                <a:gd name="connsiteX17" fmla="*/ 76687 w 286565"/>
                <a:gd name="connsiteY17" fmla="*/ 98045 h 312936"/>
                <a:gd name="connsiteX18" fmla="*/ 82068 w 286565"/>
                <a:gd name="connsiteY18" fmla="*/ 98045 h 312936"/>
                <a:gd name="connsiteX19" fmla="*/ 88795 w 286565"/>
                <a:gd name="connsiteY19" fmla="*/ 106103 h 312936"/>
                <a:gd name="connsiteX20" fmla="*/ 92831 w 286565"/>
                <a:gd name="connsiteY20" fmla="*/ 108789 h 312936"/>
                <a:gd name="connsiteX21" fmla="*/ 95521 w 286565"/>
                <a:gd name="connsiteY21" fmla="*/ 108789 h 312936"/>
                <a:gd name="connsiteX22" fmla="*/ 96867 w 286565"/>
                <a:gd name="connsiteY22" fmla="*/ 110132 h 312936"/>
                <a:gd name="connsiteX23" fmla="*/ 94176 w 286565"/>
                <a:gd name="connsiteY23" fmla="*/ 114162 h 312936"/>
                <a:gd name="connsiteX24" fmla="*/ 98212 w 286565"/>
                <a:gd name="connsiteY24" fmla="*/ 118191 h 312936"/>
                <a:gd name="connsiteX25" fmla="*/ 99558 w 286565"/>
                <a:gd name="connsiteY25" fmla="*/ 124906 h 312936"/>
                <a:gd name="connsiteX26" fmla="*/ 99558 w 286565"/>
                <a:gd name="connsiteY26" fmla="*/ 126249 h 312936"/>
                <a:gd name="connsiteX27" fmla="*/ 104939 w 286565"/>
                <a:gd name="connsiteY27" fmla="*/ 139680 h 312936"/>
                <a:gd name="connsiteX28" fmla="*/ 107630 w 286565"/>
                <a:gd name="connsiteY28" fmla="*/ 147738 h 312936"/>
                <a:gd name="connsiteX29" fmla="*/ 114357 w 286565"/>
                <a:gd name="connsiteY29" fmla="*/ 149082 h 312936"/>
                <a:gd name="connsiteX30" fmla="*/ 122429 w 286565"/>
                <a:gd name="connsiteY30" fmla="*/ 154454 h 312936"/>
                <a:gd name="connsiteX31" fmla="*/ 122429 w 286565"/>
                <a:gd name="connsiteY31" fmla="*/ 159826 h 312936"/>
                <a:gd name="connsiteX32" fmla="*/ 127811 w 286565"/>
                <a:gd name="connsiteY32" fmla="*/ 170571 h 312936"/>
                <a:gd name="connsiteX33" fmla="*/ 134538 w 286565"/>
                <a:gd name="connsiteY33" fmla="*/ 174600 h 312936"/>
                <a:gd name="connsiteX34" fmla="*/ 135883 w 286565"/>
                <a:gd name="connsiteY34" fmla="*/ 188031 h 312936"/>
                <a:gd name="connsiteX35" fmla="*/ 145301 w 286565"/>
                <a:gd name="connsiteY35" fmla="*/ 205491 h 312936"/>
                <a:gd name="connsiteX36" fmla="*/ 143955 w 286565"/>
                <a:gd name="connsiteY36" fmla="*/ 213549 h 312936"/>
                <a:gd name="connsiteX37" fmla="*/ 146646 w 286565"/>
                <a:gd name="connsiteY37" fmla="*/ 218922 h 312936"/>
                <a:gd name="connsiteX38" fmla="*/ 156063 w 286565"/>
                <a:gd name="connsiteY38" fmla="*/ 226980 h 312936"/>
                <a:gd name="connsiteX39" fmla="*/ 165481 w 286565"/>
                <a:gd name="connsiteY39" fmla="*/ 239068 h 312936"/>
                <a:gd name="connsiteX40" fmla="*/ 168172 w 286565"/>
                <a:gd name="connsiteY40" fmla="*/ 244440 h 312936"/>
                <a:gd name="connsiteX41" fmla="*/ 176244 w 286565"/>
                <a:gd name="connsiteY41" fmla="*/ 245783 h 312936"/>
                <a:gd name="connsiteX42" fmla="*/ 178935 w 286565"/>
                <a:gd name="connsiteY42" fmla="*/ 249812 h 312936"/>
                <a:gd name="connsiteX43" fmla="*/ 184317 w 286565"/>
                <a:gd name="connsiteY43" fmla="*/ 253842 h 312936"/>
                <a:gd name="connsiteX44" fmla="*/ 185662 w 286565"/>
                <a:gd name="connsiteY44" fmla="*/ 260557 h 312936"/>
                <a:gd name="connsiteX45" fmla="*/ 191044 w 286565"/>
                <a:gd name="connsiteY45" fmla="*/ 264586 h 312936"/>
                <a:gd name="connsiteX46" fmla="*/ 197771 w 286565"/>
                <a:gd name="connsiteY46" fmla="*/ 271302 h 312936"/>
                <a:gd name="connsiteX47" fmla="*/ 209878 w 286565"/>
                <a:gd name="connsiteY47" fmla="*/ 279360 h 312936"/>
                <a:gd name="connsiteX48" fmla="*/ 212569 w 286565"/>
                <a:gd name="connsiteY48" fmla="*/ 284732 h 312936"/>
                <a:gd name="connsiteX49" fmla="*/ 219296 w 286565"/>
                <a:gd name="connsiteY49" fmla="*/ 287419 h 312936"/>
                <a:gd name="connsiteX50" fmla="*/ 235441 w 286565"/>
                <a:gd name="connsiteY50" fmla="*/ 300849 h 312936"/>
                <a:gd name="connsiteX51" fmla="*/ 236786 w 286565"/>
                <a:gd name="connsiteY51" fmla="*/ 306222 h 312936"/>
                <a:gd name="connsiteX52" fmla="*/ 239477 w 286565"/>
                <a:gd name="connsiteY52" fmla="*/ 307565 h 312936"/>
                <a:gd name="connsiteX53" fmla="*/ 243513 w 286565"/>
                <a:gd name="connsiteY53" fmla="*/ 312937 h 312936"/>
                <a:gd name="connsiteX54" fmla="*/ 244859 w 286565"/>
                <a:gd name="connsiteY54" fmla="*/ 311594 h 312936"/>
                <a:gd name="connsiteX55" fmla="*/ 244859 w 286565"/>
                <a:gd name="connsiteY55" fmla="*/ 306222 h 312936"/>
                <a:gd name="connsiteX56" fmla="*/ 243513 w 286565"/>
                <a:gd name="connsiteY56" fmla="*/ 303535 h 312936"/>
                <a:gd name="connsiteX57" fmla="*/ 243513 w 286565"/>
                <a:gd name="connsiteY57" fmla="*/ 300849 h 312936"/>
                <a:gd name="connsiteX58" fmla="*/ 248895 w 286565"/>
                <a:gd name="connsiteY58" fmla="*/ 300849 h 312936"/>
                <a:gd name="connsiteX59" fmla="*/ 258312 w 286565"/>
                <a:gd name="connsiteY59" fmla="*/ 310251 h 312936"/>
                <a:gd name="connsiteX60" fmla="*/ 261003 w 286565"/>
                <a:gd name="connsiteY60" fmla="*/ 308908 h 312936"/>
                <a:gd name="connsiteX61" fmla="*/ 261003 w 286565"/>
                <a:gd name="connsiteY61" fmla="*/ 302193 h 312936"/>
                <a:gd name="connsiteX62" fmla="*/ 262348 w 286565"/>
                <a:gd name="connsiteY62" fmla="*/ 299506 h 312936"/>
                <a:gd name="connsiteX63" fmla="*/ 267730 w 286565"/>
                <a:gd name="connsiteY63" fmla="*/ 299506 h 312936"/>
                <a:gd name="connsiteX64" fmla="*/ 271766 w 286565"/>
                <a:gd name="connsiteY64" fmla="*/ 307565 h 312936"/>
                <a:gd name="connsiteX65" fmla="*/ 274457 w 286565"/>
                <a:gd name="connsiteY65" fmla="*/ 308908 h 312936"/>
                <a:gd name="connsiteX66" fmla="*/ 278493 w 286565"/>
                <a:gd name="connsiteY66" fmla="*/ 304878 h 312936"/>
                <a:gd name="connsiteX67" fmla="*/ 278493 w 286565"/>
                <a:gd name="connsiteY67" fmla="*/ 292791 h 312936"/>
                <a:gd name="connsiteX68" fmla="*/ 279838 w 286565"/>
                <a:gd name="connsiteY68" fmla="*/ 279360 h 312936"/>
                <a:gd name="connsiteX69" fmla="*/ 277147 w 286565"/>
                <a:gd name="connsiteY69" fmla="*/ 269958 h 312936"/>
                <a:gd name="connsiteX70" fmla="*/ 282529 w 286565"/>
                <a:gd name="connsiteY70" fmla="*/ 259214 h 312936"/>
                <a:gd name="connsiteX71" fmla="*/ 279838 w 286565"/>
                <a:gd name="connsiteY71" fmla="*/ 255185 h 312936"/>
                <a:gd name="connsiteX72" fmla="*/ 279838 w 286565"/>
                <a:gd name="connsiteY72" fmla="*/ 247126 h 312936"/>
                <a:gd name="connsiteX73" fmla="*/ 285220 w 286565"/>
                <a:gd name="connsiteY73" fmla="*/ 244440 h 312936"/>
                <a:gd name="connsiteX74" fmla="*/ 286565 w 286565"/>
                <a:gd name="connsiteY74" fmla="*/ 241754 h 312936"/>
                <a:gd name="connsiteX75" fmla="*/ 286565 w 286565"/>
                <a:gd name="connsiteY75" fmla="*/ 236381 h 312936"/>
                <a:gd name="connsiteX76" fmla="*/ 282529 w 286565"/>
                <a:gd name="connsiteY76" fmla="*/ 235039 h 312936"/>
                <a:gd name="connsiteX77" fmla="*/ 277147 w 286565"/>
                <a:gd name="connsiteY77" fmla="*/ 231009 h 312936"/>
                <a:gd name="connsiteX78" fmla="*/ 275802 w 286565"/>
                <a:gd name="connsiteY78" fmla="*/ 224294 h 312936"/>
                <a:gd name="connsiteX79" fmla="*/ 271766 w 286565"/>
                <a:gd name="connsiteY79" fmla="*/ 222951 h 312936"/>
                <a:gd name="connsiteX80" fmla="*/ 270420 w 286565"/>
                <a:gd name="connsiteY80" fmla="*/ 218922 h 312936"/>
                <a:gd name="connsiteX81" fmla="*/ 266384 w 286565"/>
                <a:gd name="connsiteY81" fmla="*/ 217578 h 312936"/>
                <a:gd name="connsiteX82" fmla="*/ 258312 w 286565"/>
                <a:gd name="connsiteY82" fmla="*/ 217578 h 312936"/>
                <a:gd name="connsiteX83" fmla="*/ 252931 w 286565"/>
                <a:gd name="connsiteY83" fmla="*/ 217578 h 312936"/>
                <a:gd name="connsiteX84" fmla="*/ 251586 w 286565"/>
                <a:gd name="connsiteY84" fmla="*/ 209520 h 312936"/>
                <a:gd name="connsiteX85" fmla="*/ 248895 w 286565"/>
                <a:gd name="connsiteY85" fmla="*/ 204148 h 312936"/>
                <a:gd name="connsiteX86" fmla="*/ 244859 w 286565"/>
                <a:gd name="connsiteY86" fmla="*/ 206834 h 312936"/>
                <a:gd name="connsiteX87" fmla="*/ 247550 w 286565"/>
                <a:gd name="connsiteY87" fmla="*/ 201462 h 312936"/>
                <a:gd name="connsiteX88" fmla="*/ 244859 w 286565"/>
                <a:gd name="connsiteY88" fmla="*/ 196089 h 312936"/>
                <a:gd name="connsiteX89" fmla="*/ 244859 w 286565"/>
                <a:gd name="connsiteY89" fmla="*/ 182658 h 312936"/>
                <a:gd name="connsiteX90" fmla="*/ 238132 w 286565"/>
                <a:gd name="connsiteY90" fmla="*/ 185345 h 312936"/>
                <a:gd name="connsiteX91" fmla="*/ 235441 w 286565"/>
                <a:gd name="connsiteY91" fmla="*/ 182658 h 312936"/>
                <a:gd name="connsiteX92" fmla="*/ 226023 w 286565"/>
                <a:gd name="connsiteY92" fmla="*/ 182658 h 312936"/>
                <a:gd name="connsiteX93" fmla="*/ 216605 w 286565"/>
                <a:gd name="connsiteY93" fmla="*/ 177286 h 312936"/>
                <a:gd name="connsiteX94" fmla="*/ 216605 w 286565"/>
                <a:gd name="connsiteY94" fmla="*/ 173257 h 312936"/>
                <a:gd name="connsiteX95" fmla="*/ 221987 w 286565"/>
                <a:gd name="connsiteY95" fmla="*/ 170571 h 312936"/>
                <a:gd name="connsiteX96" fmla="*/ 228714 w 286565"/>
                <a:gd name="connsiteY96" fmla="*/ 166542 h 312936"/>
                <a:gd name="connsiteX97" fmla="*/ 224678 w 286565"/>
                <a:gd name="connsiteY97" fmla="*/ 165199 h 312936"/>
                <a:gd name="connsiteX98" fmla="*/ 219296 w 286565"/>
                <a:gd name="connsiteY98" fmla="*/ 165199 h 312936"/>
                <a:gd name="connsiteX99" fmla="*/ 215260 w 286565"/>
                <a:gd name="connsiteY99" fmla="*/ 163855 h 312936"/>
                <a:gd name="connsiteX100" fmla="*/ 209878 w 286565"/>
                <a:gd name="connsiteY100" fmla="*/ 166542 h 312936"/>
                <a:gd name="connsiteX101" fmla="*/ 213915 w 286565"/>
                <a:gd name="connsiteY101" fmla="*/ 162512 h 312936"/>
                <a:gd name="connsiteX102" fmla="*/ 220642 w 286565"/>
                <a:gd name="connsiteY102" fmla="*/ 158483 h 312936"/>
                <a:gd name="connsiteX103" fmla="*/ 228714 w 286565"/>
                <a:gd name="connsiteY103" fmla="*/ 157140 h 312936"/>
                <a:gd name="connsiteX104" fmla="*/ 226023 w 286565"/>
                <a:gd name="connsiteY104" fmla="*/ 151768 h 312936"/>
                <a:gd name="connsiteX105" fmla="*/ 219296 w 286565"/>
                <a:gd name="connsiteY105" fmla="*/ 142366 h 312936"/>
                <a:gd name="connsiteX106" fmla="*/ 213915 w 286565"/>
                <a:gd name="connsiteY106" fmla="*/ 142366 h 312936"/>
                <a:gd name="connsiteX107" fmla="*/ 208533 w 286565"/>
                <a:gd name="connsiteY107" fmla="*/ 146396 h 312936"/>
                <a:gd name="connsiteX108" fmla="*/ 203152 w 286565"/>
                <a:gd name="connsiteY108" fmla="*/ 149082 h 312936"/>
                <a:gd name="connsiteX109" fmla="*/ 196425 w 286565"/>
                <a:gd name="connsiteY109" fmla="*/ 150425 h 312936"/>
                <a:gd name="connsiteX110" fmla="*/ 199116 w 286565"/>
                <a:gd name="connsiteY110" fmla="*/ 149082 h 312936"/>
                <a:gd name="connsiteX111" fmla="*/ 201806 w 286565"/>
                <a:gd name="connsiteY111" fmla="*/ 146396 h 312936"/>
                <a:gd name="connsiteX112" fmla="*/ 204497 w 286565"/>
                <a:gd name="connsiteY112" fmla="*/ 146396 h 312936"/>
                <a:gd name="connsiteX113" fmla="*/ 207188 w 286565"/>
                <a:gd name="connsiteY113" fmla="*/ 142366 h 312936"/>
                <a:gd name="connsiteX114" fmla="*/ 205842 w 286565"/>
                <a:gd name="connsiteY114" fmla="*/ 139680 h 312936"/>
                <a:gd name="connsiteX115" fmla="*/ 200461 w 286565"/>
                <a:gd name="connsiteY115" fmla="*/ 136994 h 312936"/>
                <a:gd name="connsiteX116" fmla="*/ 191044 w 286565"/>
                <a:gd name="connsiteY116" fmla="*/ 136994 h 312936"/>
                <a:gd name="connsiteX117" fmla="*/ 184317 w 286565"/>
                <a:gd name="connsiteY117" fmla="*/ 131622 h 312936"/>
                <a:gd name="connsiteX118" fmla="*/ 184317 w 286565"/>
                <a:gd name="connsiteY118" fmla="*/ 127592 h 312936"/>
                <a:gd name="connsiteX119" fmla="*/ 184317 w 286565"/>
                <a:gd name="connsiteY119" fmla="*/ 120877 h 312936"/>
                <a:gd name="connsiteX120" fmla="*/ 172208 w 286565"/>
                <a:gd name="connsiteY120" fmla="*/ 110132 h 312936"/>
                <a:gd name="connsiteX121" fmla="*/ 169517 w 286565"/>
                <a:gd name="connsiteY121" fmla="*/ 110132 h 312936"/>
                <a:gd name="connsiteX122" fmla="*/ 165481 w 286565"/>
                <a:gd name="connsiteY122" fmla="*/ 111475 h 312936"/>
                <a:gd name="connsiteX123" fmla="*/ 161445 w 286565"/>
                <a:gd name="connsiteY123" fmla="*/ 107446 h 312936"/>
                <a:gd name="connsiteX124" fmla="*/ 160100 w 286565"/>
                <a:gd name="connsiteY124" fmla="*/ 98045 h 312936"/>
                <a:gd name="connsiteX125" fmla="*/ 153373 w 286565"/>
                <a:gd name="connsiteY125" fmla="*/ 89986 h 312936"/>
                <a:gd name="connsiteX126" fmla="*/ 143955 w 286565"/>
                <a:gd name="connsiteY126" fmla="*/ 84614 h 312936"/>
                <a:gd name="connsiteX127" fmla="*/ 137229 w 286565"/>
                <a:gd name="connsiteY127" fmla="*/ 84614 h 312936"/>
                <a:gd name="connsiteX128" fmla="*/ 135883 w 286565"/>
                <a:gd name="connsiteY128" fmla="*/ 87300 h 312936"/>
                <a:gd name="connsiteX129" fmla="*/ 133193 w 286565"/>
                <a:gd name="connsiteY129" fmla="*/ 84614 h 312936"/>
                <a:gd name="connsiteX130" fmla="*/ 131847 w 286565"/>
                <a:gd name="connsiteY130" fmla="*/ 77899 h 312936"/>
                <a:gd name="connsiteX131" fmla="*/ 127811 w 286565"/>
                <a:gd name="connsiteY131" fmla="*/ 81928 h 312936"/>
                <a:gd name="connsiteX132" fmla="*/ 125120 w 286565"/>
                <a:gd name="connsiteY132" fmla="*/ 77899 h 312936"/>
                <a:gd name="connsiteX133" fmla="*/ 125120 w 286565"/>
                <a:gd name="connsiteY133" fmla="*/ 69840 h 312936"/>
                <a:gd name="connsiteX134" fmla="*/ 119739 w 286565"/>
                <a:gd name="connsiteY134" fmla="*/ 64468 h 312936"/>
                <a:gd name="connsiteX135" fmla="*/ 114357 w 286565"/>
                <a:gd name="connsiteY135" fmla="*/ 63125 h 312936"/>
                <a:gd name="connsiteX136" fmla="*/ 111666 w 286565"/>
                <a:gd name="connsiteY136" fmla="*/ 59096 h 312936"/>
                <a:gd name="connsiteX137" fmla="*/ 96867 w 286565"/>
                <a:gd name="connsiteY137" fmla="*/ 49694 h 312936"/>
                <a:gd name="connsiteX138" fmla="*/ 92831 w 286565"/>
                <a:gd name="connsiteY138" fmla="*/ 49694 h 312936"/>
                <a:gd name="connsiteX139" fmla="*/ 86104 w 286565"/>
                <a:gd name="connsiteY139" fmla="*/ 42978 h 312936"/>
                <a:gd name="connsiteX140" fmla="*/ 79378 w 286565"/>
                <a:gd name="connsiteY140" fmla="*/ 41635 h 312936"/>
                <a:gd name="connsiteX141" fmla="*/ 78032 w 286565"/>
                <a:gd name="connsiteY141" fmla="*/ 37606 h 312936"/>
                <a:gd name="connsiteX142" fmla="*/ 76687 w 286565"/>
                <a:gd name="connsiteY142" fmla="*/ 29548 h 312936"/>
                <a:gd name="connsiteX143" fmla="*/ 71305 w 286565"/>
                <a:gd name="connsiteY143" fmla="*/ 26862 h 312936"/>
                <a:gd name="connsiteX144" fmla="*/ 68614 w 286565"/>
                <a:gd name="connsiteY144" fmla="*/ 20146 h 312936"/>
                <a:gd name="connsiteX145" fmla="*/ 65924 w 286565"/>
                <a:gd name="connsiteY145" fmla="*/ 18803 h 312936"/>
                <a:gd name="connsiteX146" fmla="*/ 63233 w 286565"/>
                <a:gd name="connsiteY146" fmla="*/ 12088 h 312936"/>
                <a:gd name="connsiteX147" fmla="*/ 56506 w 286565"/>
                <a:gd name="connsiteY147" fmla="*/ 10745 h 312936"/>
                <a:gd name="connsiteX148" fmla="*/ 51124 w 286565"/>
                <a:gd name="connsiteY148" fmla="*/ 10745 h 312936"/>
                <a:gd name="connsiteX149" fmla="*/ 47088 w 286565"/>
                <a:gd name="connsiteY149" fmla="*/ 12088 h 312936"/>
                <a:gd name="connsiteX150" fmla="*/ 44397 w 286565"/>
                <a:gd name="connsiteY150" fmla="*/ 9401 h 312936"/>
                <a:gd name="connsiteX151" fmla="*/ 39016 w 286565"/>
                <a:gd name="connsiteY151" fmla="*/ 9401 h 312936"/>
                <a:gd name="connsiteX152" fmla="*/ 30943 w 286565"/>
                <a:gd name="connsiteY152" fmla="*/ 12088 h 312936"/>
                <a:gd name="connsiteX153" fmla="*/ 26908 w 286565"/>
                <a:gd name="connsiteY153" fmla="*/ 9401 h 312936"/>
                <a:gd name="connsiteX154" fmla="*/ 14799 w 286565"/>
                <a:gd name="connsiteY154" fmla="*/ 1343 h 312936"/>
                <a:gd name="connsiteX155" fmla="*/ 4036 w 286565"/>
                <a:gd name="connsiteY155" fmla="*/ 0 h 3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286565" h="312936">
                  <a:moveTo>
                    <a:pt x="0" y="1343"/>
                  </a:moveTo>
                  <a:lnTo>
                    <a:pt x="0" y="4029"/>
                  </a:lnTo>
                  <a:lnTo>
                    <a:pt x="1345" y="12088"/>
                  </a:lnTo>
                  <a:lnTo>
                    <a:pt x="6727" y="25519"/>
                  </a:lnTo>
                  <a:lnTo>
                    <a:pt x="10763" y="28205"/>
                  </a:lnTo>
                  <a:lnTo>
                    <a:pt x="22872" y="40292"/>
                  </a:lnTo>
                  <a:lnTo>
                    <a:pt x="25562" y="40292"/>
                  </a:lnTo>
                  <a:lnTo>
                    <a:pt x="33634" y="48351"/>
                  </a:lnTo>
                  <a:lnTo>
                    <a:pt x="36325" y="49694"/>
                  </a:lnTo>
                  <a:lnTo>
                    <a:pt x="40361" y="48351"/>
                  </a:lnTo>
                  <a:lnTo>
                    <a:pt x="48433" y="56409"/>
                  </a:lnTo>
                  <a:lnTo>
                    <a:pt x="57851" y="71183"/>
                  </a:lnTo>
                  <a:lnTo>
                    <a:pt x="67269" y="79242"/>
                  </a:lnTo>
                  <a:lnTo>
                    <a:pt x="69960" y="79242"/>
                  </a:lnTo>
                  <a:lnTo>
                    <a:pt x="69960" y="85957"/>
                  </a:lnTo>
                  <a:lnTo>
                    <a:pt x="72651" y="88643"/>
                  </a:lnTo>
                  <a:lnTo>
                    <a:pt x="72651" y="95359"/>
                  </a:lnTo>
                  <a:lnTo>
                    <a:pt x="76687" y="98045"/>
                  </a:lnTo>
                  <a:lnTo>
                    <a:pt x="82068" y="98045"/>
                  </a:lnTo>
                  <a:lnTo>
                    <a:pt x="88795" y="106103"/>
                  </a:lnTo>
                  <a:lnTo>
                    <a:pt x="92831" y="108789"/>
                  </a:lnTo>
                  <a:lnTo>
                    <a:pt x="95521" y="108789"/>
                  </a:lnTo>
                  <a:lnTo>
                    <a:pt x="96867" y="110132"/>
                  </a:lnTo>
                  <a:lnTo>
                    <a:pt x="94176" y="114162"/>
                  </a:lnTo>
                  <a:lnTo>
                    <a:pt x="98212" y="118191"/>
                  </a:lnTo>
                  <a:lnTo>
                    <a:pt x="99558" y="124906"/>
                  </a:lnTo>
                  <a:lnTo>
                    <a:pt x="99558" y="126249"/>
                  </a:lnTo>
                  <a:lnTo>
                    <a:pt x="104939" y="139680"/>
                  </a:lnTo>
                  <a:lnTo>
                    <a:pt x="107630" y="147738"/>
                  </a:lnTo>
                  <a:lnTo>
                    <a:pt x="114357" y="149082"/>
                  </a:lnTo>
                  <a:lnTo>
                    <a:pt x="122429" y="154454"/>
                  </a:lnTo>
                  <a:lnTo>
                    <a:pt x="122429" y="159826"/>
                  </a:lnTo>
                  <a:lnTo>
                    <a:pt x="127811" y="170571"/>
                  </a:lnTo>
                  <a:lnTo>
                    <a:pt x="134538" y="174600"/>
                  </a:lnTo>
                  <a:lnTo>
                    <a:pt x="135883" y="188031"/>
                  </a:lnTo>
                  <a:lnTo>
                    <a:pt x="145301" y="205491"/>
                  </a:lnTo>
                  <a:lnTo>
                    <a:pt x="143955" y="213549"/>
                  </a:lnTo>
                  <a:lnTo>
                    <a:pt x="146646" y="218922"/>
                  </a:lnTo>
                  <a:lnTo>
                    <a:pt x="156063" y="226980"/>
                  </a:lnTo>
                  <a:lnTo>
                    <a:pt x="165481" y="239068"/>
                  </a:lnTo>
                  <a:lnTo>
                    <a:pt x="168172" y="244440"/>
                  </a:lnTo>
                  <a:lnTo>
                    <a:pt x="176244" y="245783"/>
                  </a:lnTo>
                  <a:lnTo>
                    <a:pt x="178935" y="249812"/>
                  </a:lnTo>
                  <a:lnTo>
                    <a:pt x="184317" y="253842"/>
                  </a:lnTo>
                  <a:lnTo>
                    <a:pt x="185662" y="260557"/>
                  </a:lnTo>
                  <a:lnTo>
                    <a:pt x="191044" y="264586"/>
                  </a:lnTo>
                  <a:lnTo>
                    <a:pt x="197771" y="271302"/>
                  </a:lnTo>
                  <a:lnTo>
                    <a:pt x="209878" y="279360"/>
                  </a:lnTo>
                  <a:lnTo>
                    <a:pt x="212569" y="284732"/>
                  </a:lnTo>
                  <a:lnTo>
                    <a:pt x="219296" y="287419"/>
                  </a:lnTo>
                  <a:lnTo>
                    <a:pt x="235441" y="300849"/>
                  </a:lnTo>
                  <a:lnTo>
                    <a:pt x="236786" y="306222"/>
                  </a:lnTo>
                  <a:lnTo>
                    <a:pt x="239477" y="307565"/>
                  </a:lnTo>
                  <a:lnTo>
                    <a:pt x="243513" y="312937"/>
                  </a:lnTo>
                  <a:lnTo>
                    <a:pt x="244859" y="311594"/>
                  </a:lnTo>
                  <a:lnTo>
                    <a:pt x="244859" y="306222"/>
                  </a:lnTo>
                  <a:lnTo>
                    <a:pt x="243513" y="303535"/>
                  </a:lnTo>
                  <a:lnTo>
                    <a:pt x="243513" y="300849"/>
                  </a:lnTo>
                  <a:lnTo>
                    <a:pt x="248895" y="300849"/>
                  </a:lnTo>
                  <a:lnTo>
                    <a:pt x="258312" y="310251"/>
                  </a:lnTo>
                  <a:lnTo>
                    <a:pt x="261003" y="308908"/>
                  </a:lnTo>
                  <a:lnTo>
                    <a:pt x="261003" y="302193"/>
                  </a:lnTo>
                  <a:lnTo>
                    <a:pt x="262348" y="299506"/>
                  </a:lnTo>
                  <a:lnTo>
                    <a:pt x="267730" y="299506"/>
                  </a:lnTo>
                  <a:lnTo>
                    <a:pt x="271766" y="307565"/>
                  </a:lnTo>
                  <a:lnTo>
                    <a:pt x="274457" y="308908"/>
                  </a:lnTo>
                  <a:lnTo>
                    <a:pt x="278493" y="304878"/>
                  </a:lnTo>
                  <a:lnTo>
                    <a:pt x="278493" y="292791"/>
                  </a:lnTo>
                  <a:lnTo>
                    <a:pt x="279838" y="279360"/>
                  </a:lnTo>
                  <a:lnTo>
                    <a:pt x="277147" y="269958"/>
                  </a:lnTo>
                  <a:lnTo>
                    <a:pt x="282529" y="259214"/>
                  </a:lnTo>
                  <a:lnTo>
                    <a:pt x="279838" y="255185"/>
                  </a:lnTo>
                  <a:lnTo>
                    <a:pt x="279838" y="247126"/>
                  </a:lnTo>
                  <a:lnTo>
                    <a:pt x="285220" y="244440"/>
                  </a:lnTo>
                  <a:lnTo>
                    <a:pt x="286565" y="241754"/>
                  </a:lnTo>
                  <a:lnTo>
                    <a:pt x="286565" y="236381"/>
                  </a:lnTo>
                  <a:lnTo>
                    <a:pt x="282529" y="235039"/>
                  </a:lnTo>
                  <a:lnTo>
                    <a:pt x="277147" y="231009"/>
                  </a:lnTo>
                  <a:lnTo>
                    <a:pt x="275802" y="224294"/>
                  </a:lnTo>
                  <a:lnTo>
                    <a:pt x="271766" y="222951"/>
                  </a:lnTo>
                  <a:lnTo>
                    <a:pt x="270420" y="218922"/>
                  </a:lnTo>
                  <a:lnTo>
                    <a:pt x="266384" y="217578"/>
                  </a:lnTo>
                  <a:lnTo>
                    <a:pt x="258312" y="217578"/>
                  </a:lnTo>
                  <a:lnTo>
                    <a:pt x="252931" y="217578"/>
                  </a:lnTo>
                  <a:lnTo>
                    <a:pt x="251586" y="209520"/>
                  </a:lnTo>
                  <a:lnTo>
                    <a:pt x="248895" y="204148"/>
                  </a:lnTo>
                  <a:lnTo>
                    <a:pt x="244859" y="206834"/>
                  </a:lnTo>
                  <a:lnTo>
                    <a:pt x="247550" y="201462"/>
                  </a:lnTo>
                  <a:lnTo>
                    <a:pt x="244859" y="196089"/>
                  </a:lnTo>
                  <a:lnTo>
                    <a:pt x="244859" y="182658"/>
                  </a:lnTo>
                  <a:lnTo>
                    <a:pt x="238132" y="185345"/>
                  </a:lnTo>
                  <a:lnTo>
                    <a:pt x="235441" y="182658"/>
                  </a:lnTo>
                  <a:lnTo>
                    <a:pt x="226023" y="182658"/>
                  </a:lnTo>
                  <a:lnTo>
                    <a:pt x="216605" y="177286"/>
                  </a:lnTo>
                  <a:lnTo>
                    <a:pt x="216605" y="173257"/>
                  </a:lnTo>
                  <a:lnTo>
                    <a:pt x="221987" y="170571"/>
                  </a:lnTo>
                  <a:lnTo>
                    <a:pt x="228714" y="166542"/>
                  </a:lnTo>
                  <a:lnTo>
                    <a:pt x="224678" y="165199"/>
                  </a:lnTo>
                  <a:lnTo>
                    <a:pt x="219296" y="165199"/>
                  </a:lnTo>
                  <a:lnTo>
                    <a:pt x="215260" y="163855"/>
                  </a:lnTo>
                  <a:lnTo>
                    <a:pt x="209878" y="166542"/>
                  </a:lnTo>
                  <a:lnTo>
                    <a:pt x="213915" y="162512"/>
                  </a:lnTo>
                  <a:lnTo>
                    <a:pt x="220642" y="158483"/>
                  </a:lnTo>
                  <a:lnTo>
                    <a:pt x="228714" y="157140"/>
                  </a:lnTo>
                  <a:lnTo>
                    <a:pt x="226023" y="151768"/>
                  </a:lnTo>
                  <a:lnTo>
                    <a:pt x="219296" y="142366"/>
                  </a:lnTo>
                  <a:lnTo>
                    <a:pt x="213915" y="142366"/>
                  </a:lnTo>
                  <a:lnTo>
                    <a:pt x="208533" y="146396"/>
                  </a:lnTo>
                  <a:lnTo>
                    <a:pt x="203152" y="149082"/>
                  </a:lnTo>
                  <a:lnTo>
                    <a:pt x="196425" y="150425"/>
                  </a:lnTo>
                  <a:lnTo>
                    <a:pt x="199116" y="149082"/>
                  </a:lnTo>
                  <a:lnTo>
                    <a:pt x="201806" y="146396"/>
                  </a:lnTo>
                  <a:lnTo>
                    <a:pt x="204497" y="146396"/>
                  </a:lnTo>
                  <a:lnTo>
                    <a:pt x="207188" y="142366"/>
                  </a:lnTo>
                  <a:lnTo>
                    <a:pt x="205842" y="139680"/>
                  </a:lnTo>
                  <a:lnTo>
                    <a:pt x="200461" y="136994"/>
                  </a:lnTo>
                  <a:lnTo>
                    <a:pt x="191044" y="136994"/>
                  </a:lnTo>
                  <a:lnTo>
                    <a:pt x="184317" y="131622"/>
                  </a:lnTo>
                  <a:lnTo>
                    <a:pt x="184317" y="127592"/>
                  </a:lnTo>
                  <a:lnTo>
                    <a:pt x="184317" y="120877"/>
                  </a:lnTo>
                  <a:lnTo>
                    <a:pt x="172208" y="110132"/>
                  </a:lnTo>
                  <a:lnTo>
                    <a:pt x="169517" y="110132"/>
                  </a:lnTo>
                  <a:lnTo>
                    <a:pt x="165481" y="111475"/>
                  </a:lnTo>
                  <a:lnTo>
                    <a:pt x="161445" y="107446"/>
                  </a:lnTo>
                  <a:lnTo>
                    <a:pt x="160100" y="98045"/>
                  </a:lnTo>
                  <a:lnTo>
                    <a:pt x="153373" y="89986"/>
                  </a:lnTo>
                  <a:lnTo>
                    <a:pt x="143955" y="84614"/>
                  </a:lnTo>
                  <a:lnTo>
                    <a:pt x="137229" y="84614"/>
                  </a:lnTo>
                  <a:lnTo>
                    <a:pt x="135883" y="87300"/>
                  </a:lnTo>
                  <a:lnTo>
                    <a:pt x="133193" y="84614"/>
                  </a:lnTo>
                  <a:lnTo>
                    <a:pt x="131847" y="77899"/>
                  </a:lnTo>
                  <a:lnTo>
                    <a:pt x="127811" y="81928"/>
                  </a:lnTo>
                  <a:lnTo>
                    <a:pt x="125120" y="77899"/>
                  </a:lnTo>
                  <a:lnTo>
                    <a:pt x="125120" y="69840"/>
                  </a:lnTo>
                  <a:lnTo>
                    <a:pt x="119739" y="64468"/>
                  </a:lnTo>
                  <a:lnTo>
                    <a:pt x="114357" y="63125"/>
                  </a:lnTo>
                  <a:lnTo>
                    <a:pt x="111666" y="59096"/>
                  </a:lnTo>
                  <a:lnTo>
                    <a:pt x="96867" y="49694"/>
                  </a:lnTo>
                  <a:lnTo>
                    <a:pt x="92831" y="49694"/>
                  </a:lnTo>
                  <a:lnTo>
                    <a:pt x="86104" y="42978"/>
                  </a:lnTo>
                  <a:lnTo>
                    <a:pt x="79378" y="41635"/>
                  </a:lnTo>
                  <a:lnTo>
                    <a:pt x="78032" y="37606"/>
                  </a:lnTo>
                  <a:lnTo>
                    <a:pt x="76687" y="29548"/>
                  </a:lnTo>
                  <a:lnTo>
                    <a:pt x="71305" y="26862"/>
                  </a:lnTo>
                  <a:lnTo>
                    <a:pt x="68614" y="20146"/>
                  </a:lnTo>
                  <a:lnTo>
                    <a:pt x="65924" y="18803"/>
                  </a:lnTo>
                  <a:lnTo>
                    <a:pt x="63233" y="12088"/>
                  </a:lnTo>
                  <a:lnTo>
                    <a:pt x="56506" y="10745"/>
                  </a:lnTo>
                  <a:lnTo>
                    <a:pt x="51124" y="10745"/>
                  </a:lnTo>
                  <a:lnTo>
                    <a:pt x="47088" y="12088"/>
                  </a:lnTo>
                  <a:lnTo>
                    <a:pt x="44397" y="9401"/>
                  </a:lnTo>
                  <a:lnTo>
                    <a:pt x="39016" y="9401"/>
                  </a:lnTo>
                  <a:lnTo>
                    <a:pt x="30943" y="12088"/>
                  </a:lnTo>
                  <a:lnTo>
                    <a:pt x="26908" y="9401"/>
                  </a:lnTo>
                  <a:lnTo>
                    <a:pt x="14799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445" name="Graphic 5">
            <a:extLst>
              <a:ext uri="{FF2B5EF4-FFF2-40B4-BE49-F238E27FC236}">
                <a16:creationId xmlns:a16="http://schemas.microsoft.com/office/drawing/2014/main" id="{B38E7CD4-B3DB-E2F9-9216-9C2FF804C1CE}"/>
              </a:ext>
            </a:extLst>
          </p:cNvPr>
          <p:cNvGrpSpPr/>
          <p:nvPr/>
        </p:nvGrpSpPr>
        <p:grpSpPr>
          <a:xfrm>
            <a:off x="10580044" y="4874830"/>
            <a:ext cx="82067" cy="26861"/>
            <a:chOff x="10580044" y="4874830"/>
            <a:chExt cx="82067" cy="26861"/>
          </a:xfrm>
          <a:solidFill>
            <a:srgbClr val="E5E5E4"/>
          </a:solidFill>
        </p:grpSpPr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3B71E3E7-4B8D-0445-3A26-130EE6E9C5EF}"/>
                </a:ext>
              </a:extLst>
            </p:cNvPr>
            <p:cNvSpPr/>
            <p:nvPr/>
          </p:nvSpPr>
          <p:spPr>
            <a:xfrm>
              <a:off x="10580044" y="4890946"/>
              <a:ext cx="14798" cy="10744"/>
            </a:xfrm>
            <a:custGeom>
              <a:avLst/>
              <a:gdLst>
                <a:gd name="connsiteX0" fmla="*/ 0 w 14798"/>
                <a:gd name="connsiteY0" fmla="*/ 5372 h 10744"/>
                <a:gd name="connsiteX1" fmla="*/ 4036 w 14798"/>
                <a:gd name="connsiteY1" fmla="*/ 10745 h 10744"/>
                <a:gd name="connsiteX2" fmla="*/ 9417 w 14798"/>
                <a:gd name="connsiteY2" fmla="*/ 8059 h 10744"/>
                <a:gd name="connsiteX3" fmla="*/ 13454 w 14798"/>
                <a:gd name="connsiteY3" fmla="*/ 6715 h 10744"/>
                <a:gd name="connsiteX4" fmla="*/ 14799 w 14798"/>
                <a:gd name="connsiteY4" fmla="*/ 0 h 10744"/>
                <a:gd name="connsiteX5" fmla="*/ 10763 w 14798"/>
                <a:gd name="connsiteY5" fmla="*/ 1343 h 10744"/>
                <a:gd name="connsiteX6" fmla="*/ 4036 w 14798"/>
                <a:gd name="connsiteY6" fmla="*/ 1343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8" h="10744">
                  <a:moveTo>
                    <a:pt x="0" y="5372"/>
                  </a:moveTo>
                  <a:lnTo>
                    <a:pt x="4036" y="10745"/>
                  </a:lnTo>
                  <a:lnTo>
                    <a:pt x="9417" y="8059"/>
                  </a:lnTo>
                  <a:lnTo>
                    <a:pt x="13454" y="6715"/>
                  </a:lnTo>
                  <a:lnTo>
                    <a:pt x="14799" y="0"/>
                  </a:lnTo>
                  <a:lnTo>
                    <a:pt x="10763" y="1343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74369D3B-BD99-439A-E8C5-4D94ABB47890}"/>
                </a:ext>
              </a:extLst>
            </p:cNvPr>
            <p:cNvSpPr/>
            <p:nvPr/>
          </p:nvSpPr>
          <p:spPr>
            <a:xfrm>
              <a:off x="10600225" y="4874830"/>
              <a:ext cx="61886" cy="25518"/>
            </a:xfrm>
            <a:custGeom>
              <a:avLst/>
              <a:gdLst>
                <a:gd name="connsiteX0" fmla="*/ 0 w 61886"/>
                <a:gd name="connsiteY0" fmla="*/ 13431 h 25518"/>
                <a:gd name="connsiteX1" fmla="*/ 5381 w 61886"/>
                <a:gd name="connsiteY1" fmla="*/ 20146 h 25518"/>
                <a:gd name="connsiteX2" fmla="*/ 12108 w 61886"/>
                <a:gd name="connsiteY2" fmla="*/ 25518 h 25518"/>
                <a:gd name="connsiteX3" fmla="*/ 13454 w 61886"/>
                <a:gd name="connsiteY3" fmla="*/ 25518 h 25518"/>
                <a:gd name="connsiteX4" fmla="*/ 17490 w 61886"/>
                <a:gd name="connsiteY4" fmla="*/ 20146 h 25518"/>
                <a:gd name="connsiteX5" fmla="*/ 21526 w 61886"/>
                <a:gd name="connsiteY5" fmla="*/ 18803 h 25518"/>
                <a:gd name="connsiteX6" fmla="*/ 26908 w 61886"/>
                <a:gd name="connsiteY6" fmla="*/ 20146 h 25518"/>
                <a:gd name="connsiteX7" fmla="*/ 37670 w 61886"/>
                <a:gd name="connsiteY7" fmla="*/ 17460 h 25518"/>
                <a:gd name="connsiteX8" fmla="*/ 44397 w 61886"/>
                <a:gd name="connsiteY8" fmla="*/ 13431 h 25518"/>
                <a:gd name="connsiteX9" fmla="*/ 52469 w 61886"/>
                <a:gd name="connsiteY9" fmla="*/ 10744 h 25518"/>
                <a:gd name="connsiteX10" fmla="*/ 53815 w 61886"/>
                <a:gd name="connsiteY10" fmla="*/ 8058 h 25518"/>
                <a:gd name="connsiteX11" fmla="*/ 57851 w 61886"/>
                <a:gd name="connsiteY11" fmla="*/ 8058 h 25518"/>
                <a:gd name="connsiteX12" fmla="*/ 61887 w 61886"/>
                <a:gd name="connsiteY12" fmla="*/ 4029 h 25518"/>
                <a:gd name="connsiteX13" fmla="*/ 61887 w 61886"/>
                <a:gd name="connsiteY13" fmla="*/ 1343 h 25518"/>
                <a:gd name="connsiteX14" fmla="*/ 60542 w 61886"/>
                <a:gd name="connsiteY14" fmla="*/ 0 h 25518"/>
                <a:gd name="connsiteX15" fmla="*/ 49778 w 61886"/>
                <a:gd name="connsiteY15" fmla="*/ 1343 h 25518"/>
                <a:gd name="connsiteX16" fmla="*/ 44397 w 61886"/>
                <a:gd name="connsiteY16" fmla="*/ 1343 h 25518"/>
                <a:gd name="connsiteX17" fmla="*/ 37670 w 61886"/>
                <a:gd name="connsiteY17" fmla="*/ 2686 h 25518"/>
                <a:gd name="connsiteX18" fmla="*/ 32289 w 61886"/>
                <a:gd name="connsiteY18" fmla="*/ 2686 h 25518"/>
                <a:gd name="connsiteX19" fmla="*/ 25562 w 61886"/>
                <a:gd name="connsiteY19" fmla="*/ 4029 h 25518"/>
                <a:gd name="connsiteX20" fmla="*/ 14799 w 61886"/>
                <a:gd name="connsiteY20" fmla="*/ 4029 h 25518"/>
                <a:gd name="connsiteX21" fmla="*/ 6727 w 61886"/>
                <a:gd name="connsiteY21" fmla="*/ 10744 h 2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1886" h="25518">
                  <a:moveTo>
                    <a:pt x="0" y="13431"/>
                  </a:moveTo>
                  <a:lnTo>
                    <a:pt x="5381" y="20146"/>
                  </a:lnTo>
                  <a:lnTo>
                    <a:pt x="12108" y="25518"/>
                  </a:lnTo>
                  <a:lnTo>
                    <a:pt x="13454" y="25518"/>
                  </a:lnTo>
                  <a:lnTo>
                    <a:pt x="17490" y="20146"/>
                  </a:lnTo>
                  <a:lnTo>
                    <a:pt x="21526" y="18803"/>
                  </a:lnTo>
                  <a:lnTo>
                    <a:pt x="26908" y="20146"/>
                  </a:lnTo>
                  <a:lnTo>
                    <a:pt x="37670" y="17460"/>
                  </a:lnTo>
                  <a:lnTo>
                    <a:pt x="44397" y="13431"/>
                  </a:lnTo>
                  <a:lnTo>
                    <a:pt x="52469" y="10744"/>
                  </a:lnTo>
                  <a:lnTo>
                    <a:pt x="53815" y="8058"/>
                  </a:lnTo>
                  <a:lnTo>
                    <a:pt x="57851" y="8058"/>
                  </a:lnTo>
                  <a:lnTo>
                    <a:pt x="61887" y="4029"/>
                  </a:lnTo>
                  <a:lnTo>
                    <a:pt x="61887" y="1343"/>
                  </a:lnTo>
                  <a:lnTo>
                    <a:pt x="60542" y="0"/>
                  </a:lnTo>
                  <a:lnTo>
                    <a:pt x="49778" y="1343"/>
                  </a:lnTo>
                  <a:lnTo>
                    <a:pt x="44397" y="1343"/>
                  </a:lnTo>
                  <a:lnTo>
                    <a:pt x="37670" y="2686"/>
                  </a:lnTo>
                  <a:lnTo>
                    <a:pt x="32289" y="2686"/>
                  </a:lnTo>
                  <a:lnTo>
                    <a:pt x="25562" y="4029"/>
                  </a:lnTo>
                  <a:lnTo>
                    <a:pt x="14799" y="4029"/>
                  </a:lnTo>
                  <a:lnTo>
                    <a:pt x="6727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448" name="Graphic 5">
            <a:extLst>
              <a:ext uri="{FF2B5EF4-FFF2-40B4-BE49-F238E27FC236}">
                <a16:creationId xmlns:a16="http://schemas.microsoft.com/office/drawing/2014/main" id="{8FA37E92-1AE6-723E-8C53-45FD66446EC9}"/>
              </a:ext>
            </a:extLst>
          </p:cNvPr>
          <p:cNvGrpSpPr/>
          <p:nvPr/>
        </p:nvGrpSpPr>
        <p:grpSpPr>
          <a:xfrm>
            <a:off x="10328459" y="4508170"/>
            <a:ext cx="29598" cy="24175"/>
            <a:chOff x="10328459" y="4508170"/>
            <a:chExt cx="29598" cy="24175"/>
          </a:xfrm>
          <a:solidFill>
            <a:srgbClr val="E5E5E4"/>
          </a:solidFill>
        </p:grpSpPr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0EF18C1E-299F-E367-6830-A7DCC6577100}"/>
                </a:ext>
              </a:extLst>
            </p:cNvPr>
            <p:cNvSpPr/>
            <p:nvPr/>
          </p:nvSpPr>
          <p:spPr>
            <a:xfrm>
              <a:off x="10328459" y="4508170"/>
              <a:ext cx="21525" cy="24175"/>
            </a:xfrm>
            <a:custGeom>
              <a:avLst/>
              <a:gdLst>
                <a:gd name="connsiteX0" fmla="*/ 0 w 21525"/>
                <a:gd name="connsiteY0" fmla="*/ 10745 h 24175"/>
                <a:gd name="connsiteX1" fmla="*/ 4036 w 21525"/>
                <a:gd name="connsiteY1" fmla="*/ 12088 h 24175"/>
                <a:gd name="connsiteX2" fmla="*/ 6727 w 21525"/>
                <a:gd name="connsiteY2" fmla="*/ 12088 h 24175"/>
                <a:gd name="connsiteX3" fmla="*/ 10763 w 21525"/>
                <a:gd name="connsiteY3" fmla="*/ 20146 h 24175"/>
                <a:gd name="connsiteX4" fmla="*/ 16145 w 21525"/>
                <a:gd name="connsiteY4" fmla="*/ 24175 h 24175"/>
                <a:gd name="connsiteX5" fmla="*/ 18835 w 21525"/>
                <a:gd name="connsiteY5" fmla="*/ 22832 h 24175"/>
                <a:gd name="connsiteX6" fmla="*/ 17490 w 21525"/>
                <a:gd name="connsiteY6" fmla="*/ 10745 h 24175"/>
                <a:gd name="connsiteX7" fmla="*/ 20181 w 21525"/>
                <a:gd name="connsiteY7" fmla="*/ 6715 h 24175"/>
                <a:gd name="connsiteX8" fmla="*/ 21526 w 21525"/>
                <a:gd name="connsiteY8" fmla="*/ 6715 h 24175"/>
                <a:gd name="connsiteX9" fmla="*/ 21526 w 21525"/>
                <a:gd name="connsiteY9" fmla="*/ 4029 h 24175"/>
                <a:gd name="connsiteX10" fmla="*/ 21526 w 21525"/>
                <a:gd name="connsiteY10" fmla="*/ 0 h 24175"/>
                <a:gd name="connsiteX11" fmla="*/ 16145 w 21525"/>
                <a:gd name="connsiteY11" fmla="*/ 1343 h 24175"/>
                <a:gd name="connsiteX12" fmla="*/ 10763 w 21525"/>
                <a:gd name="connsiteY12" fmla="*/ 6715 h 24175"/>
                <a:gd name="connsiteX13" fmla="*/ 1345 w 21525"/>
                <a:gd name="connsiteY13" fmla="*/ 9402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525" h="24175">
                  <a:moveTo>
                    <a:pt x="0" y="10745"/>
                  </a:moveTo>
                  <a:lnTo>
                    <a:pt x="4036" y="12088"/>
                  </a:lnTo>
                  <a:lnTo>
                    <a:pt x="6727" y="12088"/>
                  </a:lnTo>
                  <a:lnTo>
                    <a:pt x="10763" y="20146"/>
                  </a:lnTo>
                  <a:lnTo>
                    <a:pt x="16145" y="24175"/>
                  </a:lnTo>
                  <a:lnTo>
                    <a:pt x="18835" y="22832"/>
                  </a:lnTo>
                  <a:lnTo>
                    <a:pt x="17490" y="10745"/>
                  </a:lnTo>
                  <a:lnTo>
                    <a:pt x="20181" y="6715"/>
                  </a:lnTo>
                  <a:lnTo>
                    <a:pt x="21526" y="6715"/>
                  </a:lnTo>
                  <a:lnTo>
                    <a:pt x="21526" y="4029"/>
                  </a:lnTo>
                  <a:lnTo>
                    <a:pt x="21526" y="0"/>
                  </a:lnTo>
                  <a:lnTo>
                    <a:pt x="16145" y="1343"/>
                  </a:lnTo>
                  <a:lnTo>
                    <a:pt x="10763" y="6715"/>
                  </a:lnTo>
                  <a:lnTo>
                    <a:pt x="1345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3998853F-27B8-A234-5C3C-BAB8E05AF660}"/>
                </a:ext>
              </a:extLst>
            </p:cNvPr>
            <p:cNvSpPr/>
            <p:nvPr/>
          </p:nvSpPr>
          <p:spPr>
            <a:xfrm>
              <a:off x="10351330" y="4513542"/>
              <a:ext cx="6726" cy="14773"/>
            </a:xfrm>
            <a:custGeom>
              <a:avLst/>
              <a:gdLst>
                <a:gd name="connsiteX0" fmla="*/ 0 w 6726"/>
                <a:gd name="connsiteY0" fmla="*/ 2686 h 14773"/>
                <a:gd name="connsiteX1" fmla="*/ 1345 w 6726"/>
                <a:gd name="connsiteY1" fmla="*/ 6715 h 14773"/>
                <a:gd name="connsiteX2" fmla="*/ 1345 w 6726"/>
                <a:gd name="connsiteY2" fmla="*/ 13431 h 14773"/>
                <a:gd name="connsiteX3" fmla="*/ 5381 w 6726"/>
                <a:gd name="connsiteY3" fmla="*/ 14774 h 14773"/>
                <a:gd name="connsiteX4" fmla="*/ 6727 w 6726"/>
                <a:gd name="connsiteY4" fmla="*/ 10745 h 14773"/>
                <a:gd name="connsiteX5" fmla="*/ 4036 w 6726"/>
                <a:gd name="connsiteY5" fmla="*/ 1343 h 14773"/>
                <a:gd name="connsiteX6" fmla="*/ 4036 w 6726"/>
                <a:gd name="connsiteY6" fmla="*/ 0 h 14773"/>
                <a:gd name="connsiteX7" fmla="*/ 2690 w 6726"/>
                <a:gd name="connsiteY7" fmla="*/ 1343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14773">
                  <a:moveTo>
                    <a:pt x="0" y="2686"/>
                  </a:moveTo>
                  <a:lnTo>
                    <a:pt x="1345" y="6715"/>
                  </a:lnTo>
                  <a:lnTo>
                    <a:pt x="1345" y="13431"/>
                  </a:lnTo>
                  <a:lnTo>
                    <a:pt x="5381" y="14774"/>
                  </a:lnTo>
                  <a:lnTo>
                    <a:pt x="6727" y="10745"/>
                  </a:lnTo>
                  <a:lnTo>
                    <a:pt x="4036" y="1343"/>
                  </a:lnTo>
                  <a:lnTo>
                    <a:pt x="4036" y="0"/>
                  </a:lnTo>
                  <a:lnTo>
                    <a:pt x="269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451" name="Graphic 5">
            <a:extLst>
              <a:ext uri="{FF2B5EF4-FFF2-40B4-BE49-F238E27FC236}">
                <a16:creationId xmlns:a16="http://schemas.microsoft.com/office/drawing/2014/main" id="{EF8D4B79-BCFC-74AC-0D87-455908BD1E33}"/>
              </a:ext>
            </a:extLst>
          </p:cNvPr>
          <p:cNvGrpSpPr/>
          <p:nvPr/>
        </p:nvGrpSpPr>
        <p:grpSpPr>
          <a:xfrm>
            <a:off x="9982697" y="3995114"/>
            <a:ext cx="213915" cy="416353"/>
            <a:chOff x="9982697" y="3995114"/>
            <a:chExt cx="213915" cy="416353"/>
          </a:xfrm>
          <a:solidFill>
            <a:srgbClr val="E5E5E4"/>
          </a:solidFill>
        </p:grpSpPr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2A443BC1-C125-1047-0B9D-301C1969CD20}"/>
                </a:ext>
              </a:extLst>
            </p:cNvPr>
            <p:cNvSpPr/>
            <p:nvPr/>
          </p:nvSpPr>
          <p:spPr>
            <a:xfrm>
              <a:off x="9982697" y="3995114"/>
              <a:ext cx="213915" cy="416353"/>
            </a:xfrm>
            <a:custGeom>
              <a:avLst/>
              <a:gdLst>
                <a:gd name="connsiteX0" fmla="*/ 0 w 213915"/>
                <a:gd name="connsiteY0" fmla="*/ 29548 h 416353"/>
                <a:gd name="connsiteX1" fmla="*/ 1345 w 213915"/>
                <a:gd name="connsiteY1" fmla="*/ 28205 h 416353"/>
                <a:gd name="connsiteX2" fmla="*/ 4036 w 213915"/>
                <a:gd name="connsiteY2" fmla="*/ 26862 h 416353"/>
                <a:gd name="connsiteX3" fmla="*/ 5382 w 213915"/>
                <a:gd name="connsiteY3" fmla="*/ 24175 h 416353"/>
                <a:gd name="connsiteX4" fmla="*/ 8072 w 213915"/>
                <a:gd name="connsiteY4" fmla="*/ 21489 h 416353"/>
                <a:gd name="connsiteX5" fmla="*/ 13454 w 213915"/>
                <a:gd name="connsiteY5" fmla="*/ 20146 h 416353"/>
                <a:gd name="connsiteX6" fmla="*/ 17490 w 213915"/>
                <a:gd name="connsiteY6" fmla="*/ 20146 h 416353"/>
                <a:gd name="connsiteX7" fmla="*/ 16145 w 213915"/>
                <a:gd name="connsiteY7" fmla="*/ 24175 h 416353"/>
                <a:gd name="connsiteX8" fmla="*/ 18836 w 213915"/>
                <a:gd name="connsiteY8" fmla="*/ 25519 h 416353"/>
                <a:gd name="connsiteX9" fmla="*/ 22872 w 213915"/>
                <a:gd name="connsiteY9" fmla="*/ 25519 h 416353"/>
                <a:gd name="connsiteX10" fmla="*/ 22872 w 213915"/>
                <a:gd name="connsiteY10" fmla="*/ 21489 h 416353"/>
                <a:gd name="connsiteX11" fmla="*/ 26908 w 213915"/>
                <a:gd name="connsiteY11" fmla="*/ 18803 h 416353"/>
                <a:gd name="connsiteX12" fmla="*/ 32289 w 213915"/>
                <a:gd name="connsiteY12" fmla="*/ 22832 h 416353"/>
                <a:gd name="connsiteX13" fmla="*/ 34979 w 213915"/>
                <a:gd name="connsiteY13" fmla="*/ 20146 h 416353"/>
                <a:gd name="connsiteX14" fmla="*/ 37670 w 213915"/>
                <a:gd name="connsiteY14" fmla="*/ 20146 h 416353"/>
                <a:gd name="connsiteX15" fmla="*/ 39016 w 213915"/>
                <a:gd name="connsiteY15" fmla="*/ 24175 h 416353"/>
                <a:gd name="connsiteX16" fmla="*/ 45743 w 213915"/>
                <a:gd name="connsiteY16" fmla="*/ 20146 h 416353"/>
                <a:gd name="connsiteX17" fmla="*/ 45743 w 213915"/>
                <a:gd name="connsiteY17" fmla="*/ 17460 h 416353"/>
                <a:gd name="connsiteX18" fmla="*/ 52470 w 213915"/>
                <a:gd name="connsiteY18" fmla="*/ 14774 h 416353"/>
                <a:gd name="connsiteX19" fmla="*/ 57851 w 213915"/>
                <a:gd name="connsiteY19" fmla="*/ 17460 h 416353"/>
                <a:gd name="connsiteX20" fmla="*/ 65924 w 213915"/>
                <a:gd name="connsiteY20" fmla="*/ 14774 h 416353"/>
                <a:gd name="connsiteX21" fmla="*/ 65924 w 213915"/>
                <a:gd name="connsiteY21" fmla="*/ 6715 h 416353"/>
                <a:gd name="connsiteX22" fmla="*/ 71305 w 213915"/>
                <a:gd name="connsiteY22" fmla="*/ 4029 h 416353"/>
                <a:gd name="connsiteX23" fmla="*/ 78032 w 213915"/>
                <a:gd name="connsiteY23" fmla="*/ 4029 h 416353"/>
                <a:gd name="connsiteX24" fmla="*/ 82068 w 213915"/>
                <a:gd name="connsiteY24" fmla="*/ 0 h 416353"/>
                <a:gd name="connsiteX25" fmla="*/ 87449 w 213915"/>
                <a:gd name="connsiteY25" fmla="*/ 5372 h 416353"/>
                <a:gd name="connsiteX26" fmla="*/ 87449 w 213915"/>
                <a:gd name="connsiteY26" fmla="*/ 8059 h 416353"/>
                <a:gd name="connsiteX27" fmla="*/ 92831 w 213915"/>
                <a:gd name="connsiteY27" fmla="*/ 9401 h 416353"/>
                <a:gd name="connsiteX28" fmla="*/ 95521 w 213915"/>
                <a:gd name="connsiteY28" fmla="*/ 12088 h 416353"/>
                <a:gd name="connsiteX29" fmla="*/ 107630 w 213915"/>
                <a:gd name="connsiteY29" fmla="*/ 12088 h 416353"/>
                <a:gd name="connsiteX30" fmla="*/ 108975 w 213915"/>
                <a:gd name="connsiteY30" fmla="*/ 14774 h 416353"/>
                <a:gd name="connsiteX31" fmla="*/ 115702 w 213915"/>
                <a:gd name="connsiteY31" fmla="*/ 12088 h 416353"/>
                <a:gd name="connsiteX32" fmla="*/ 121084 w 213915"/>
                <a:gd name="connsiteY32" fmla="*/ 16117 h 416353"/>
                <a:gd name="connsiteX33" fmla="*/ 119739 w 213915"/>
                <a:gd name="connsiteY33" fmla="*/ 21489 h 416353"/>
                <a:gd name="connsiteX34" fmla="*/ 115702 w 213915"/>
                <a:gd name="connsiteY34" fmla="*/ 21489 h 416353"/>
                <a:gd name="connsiteX35" fmla="*/ 113012 w 213915"/>
                <a:gd name="connsiteY35" fmla="*/ 30891 h 416353"/>
                <a:gd name="connsiteX36" fmla="*/ 115702 w 213915"/>
                <a:gd name="connsiteY36" fmla="*/ 32234 h 416353"/>
                <a:gd name="connsiteX37" fmla="*/ 117048 w 213915"/>
                <a:gd name="connsiteY37" fmla="*/ 37606 h 416353"/>
                <a:gd name="connsiteX38" fmla="*/ 127811 w 213915"/>
                <a:gd name="connsiteY38" fmla="*/ 41635 h 416353"/>
                <a:gd name="connsiteX39" fmla="*/ 129156 w 213915"/>
                <a:gd name="connsiteY39" fmla="*/ 45665 h 416353"/>
                <a:gd name="connsiteX40" fmla="*/ 134538 w 213915"/>
                <a:gd name="connsiteY40" fmla="*/ 47008 h 416353"/>
                <a:gd name="connsiteX41" fmla="*/ 139920 w 213915"/>
                <a:gd name="connsiteY41" fmla="*/ 49694 h 416353"/>
                <a:gd name="connsiteX42" fmla="*/ 145301 w 213915"/>
                <a:gd name="connsiteY42" fmla="*/ 48351 h 416353"/>
                <a:gd name="connsiteX43" fmla="*/ 147991 w 213915"/>
                <a:gd name="connsiteY43" fmla="*/ 49694 h 416353"/>
                <a:gd name="connsiteX44" fmla="*/ 150682 w 213915"/>
                <a:gd name="connsiteY44" fmla="*/ 49694 h 416353"/>
                <a:gd name="connsiteX45" fmla="*/ 154718 w 213915"/>
                <a:gd name="connsiteY45" fmla="*/ 52380 h 416353"/>
                <a:gd name="connsiteX46" fmla="*/ 154718 w 213915"/>
                <a:gd name="connsiteY46" fmla="*/ 51037 h 416353"/>
                <a:gd name="connsiteX47" fmla="*/ 156063 w 213915"/>
                <a:gd name="connsiteY47" fmla="*/ 53723 h 416353"/>
                <a:gd name="connsiteX48" fmla="*/ 154718 w 213915"/>
                <a:gd name="connsiteY48" fmla="*/ 56409 h 416353"/>
                <a:gd name="connsiteX49" fmla="*/ 152027 w 213915"/>
                <a:gd name="connsiteY49" fmla="*/ 57752 h 416353"/>
                <a:gd name="connsiteX50" fmla="*/ 149336 w 213915"/>
                <a:gd name="connsiteY50" fmla="*/ 57752 h 416353"/>
                <a:gd name="connsiteX51" fmla="*/ 145301 w 213915"/>
                <a:gd name="connsiteY51" fmla="*/ 60438 h 416353"/>
                <a:gd name="connsiteX52" fmla="*/ 139920 w 213915"/>
                <a:gd name="connsiteY52" fmla="*/ 60438 h 416353"/>
                <a:gd name="connsiteX53" fmla="*/ 135883 w 213915"/>
                <a:gd name="connsiteY53" fmla="*/ 60438 h 416353"/>
                <a:gd name="connsiteX54" fmla="*/ 134538 w 213915"/>
                <a:gd name="connsiteY54" fmla="*/ 63125 h 416353"/>
                <a:gd name="connsiteX55" fmla="*/ 134538 w 213915"/>
                <a:gd name="connsiteY55" fmla="*/ 67154 h 416353"/>
                <a:gd name="connsiteX56" fmla="*/ 133193 w 213915"/>
                <a:gd name="connsiteY56" fmla="*/ 68497 h 416353"/>
                <a:gd name="connsiteX57" fmla="*/ 131847 w 213915"/>
                <a:gd name="connsiteY57" fmla="*/ 71183 h 416353"/>
                <a:gd name="connsiteX58" fmla="*/ 129156 w 213915"/>
                <a:gd name="connsiteY58" fmla="*/ 69840 h 416353"/>
                <a:gd name="connsiteX59" fmla="*/ 125120 w 213915"/>
                <a:gd name="connsiteY59" fmla="*/ 69840 h 416353"/>
                <a:gd name="connsiteX60" fmla="*/ 122429 w 213915"/>
                <a:gd name="connsiteY60" fmla="*/ 72526 h 416353"/>
                <a:gd name="connsiteX61" fmla="*/ 121084 w 213915"/>
                <a:gd name="connsiteY61" fmla="*/ 72526 h 416353"/>
                <a:gd name="connsiteX62" fmla="*/ 119739 w 213915"/>
                <a:gd name="connsiteY62" fmla="*/ 71183 h 416353"/>
                <a:gd name="connsiteX63" fmla="*/ 117048 w 213915"/>
                <a:gd name="connsiteY63" fmla="*/ 69840 h 416353"/>
                <a:gd name="connsiteX64" fmla="*/ 117048 w 213915"/>
                <a:gd name="connsiteY64" fmla="*/ 73869 h 416353"/>
                <a:gd name="connsiteX65" fmla="*/ 115702 w 213915"/>
                <a:gd name="connsiteY65" fmla="*/ 76555 h 416353"/>
                <a:gd name="connsiteX66" fmla="*/ 117048 w 213915"/>
                <a:gd name="connsiteY66" fmla="*/ 77899 h 416353"/>
                <a:gd name="connsiteX67" fmla="*/ 115702 w 213915"/>
                <a:gd name="connsiteY67" fmla="*/ 81928 h 416353"/>
                <a:gd name="connsiteX68" fmla="*/ 115702 w 213915"/>
                <a:gd name="connsiteY68" fmla="*/ 85957 h 416353"/>
                <a:gd name="connsiteX69" fmla="*/ 115702 w 213915"/>
                <a:gd name="connsiteY69" fmla="*/ 87300 h 416353"/>
                <a:gd name="connsiteX70" fmla="*/ 117048 w 213915"/>
                <a:gd name="connsiteY70" fmla="*/ 89986 h 416353"/>
                <a:gd name="connsiteX71" fmla="*/ 115702 w 213915"/>
                <a:gd name="connsiteY71" fmla="*/ 92672 h 416353"/>
                <a:gd name="connsiteX72" fmla="*/ 114357 w 213915"/>
                <a:gd name="connsiteY72" fmla="*/ 92672 h 416353"/>
                <a:gd name="connsiteX73" fmla="*/ 110321 w 213915"/>
                <a:gd name="connsiteY73" fmla="*/ 99388 h 416353"/>
                <a:gd name="connsiteX74" fmla="*/ 106285 w 213915"/>
                <a:gd name="connsiteY74" fmla="*/ 99388 h 416353"/>
                <a:gd name="connsiteX75" fmla="*/ 104939 w 213915"/>
                <a:gd name="connsiteY75" fmla="*/ 96702 h 416353"/>
                <a:gd name="connsiteX76" fmla="*/ 104939 w 213915"/>
                <a:gd name="connsiteY76" fmla="*/ 99388 h 416353"/>
                <a:gd name="connsiteX77" fmla="*/ 102248 w 213915"/>
                <a:gd name="connsiteY77" fmla="*/ 100731 h 416353"/>
                <a:gd name="connsiteX78" fmla="*/ 100903 w 213915"/>
                <a:gd name="connsiteY78" fmla="*/ 106103 h 416353"/>
                <a:gd name="connsiteX79" fmla="*/ 99558 w 213915"/>
                <a:gd name="connsiteY79" fmla="*/ 107446 h 416353"/>
                <a:gd name="connsiteX80" fmla="*/ 98212 w 213915"/>
                <a:gd name="connsiteY80" fmla="*/ 112819 h 416353"/>
                <a:gd name="connsiteX81" fmla="*/ 100903 w 213915"/>
                <a:gd name="connsiteY81" fmla="*/ 112819 h 416353"/>
                <a:gd name="connsiteX82" fmla="*/ 102248 w 213915"/>
                <a:gd name="connsiteY82" fmla="*/ 115505 h 416353"/>
                <a:gd name="connsiteX83" fmla="*/ 100903 w 213915"/>
                <a:gd name="connsiteY83" fmla="*/ 123563 h 416353"/>
                <a:gd name="connsiteX84" fmla="*/ 96867 w 213915"/>
                <a:gd name="connsiteY84" fmla="*/ 127592 h 416353"/>
                <a:gd name="connsiteX85" fmla="*/ 102248 w 213915"/>
                <a:gd name="connsiteY85" fmla="*/ 132965 h 416353"/>
                <a:gd name="connsiteX86" fmla="*/ 102248 w 213915"/>
                <a:gd name="connsiteY86" fmla="*/ 135651 h 416353"/>
                <a:gd name="connsiteX87" fmla="*/ 98212 w 213915"/>
                <a:gd name="connsiteY87" fmla="*/ 136994 h 416353"/>
                <a:gd name="connsiteX88" fmla="*/ 102248 w 213915"/>
                <a:gd name="connsiteY88" fmla="*/ 138337 h 416353"/>
                <a:gd name="connsiteX89" fmla="*/ 110321 w 213915"/>
                <a:gd name="connsiteY89" fmla="*/ 142366 h 416353"/>
                <a:gd name="connsiteX90" fmla="*/ 117048 w 213915"/>
                <a:gd name="connsiteY90" fmla="*/ 149082 h 416353"/>
                <a:gd name="connsiteX91" fmla="*/ 119739 w 213915"/>
                <a:gd name="connsiteY91" fmla="*/ 149082 h 416353"/>
                <a:gd name="connsiteX92" fmla="*/ 122429 w 213915"/>
                <a:gd name="connsiteY92" fmla="*/ 154454 h 416353"/>
                <a:gd name="connsiteX93" fmla="*/ 122429 w 213915"/>
                <a:gd name="connsiteY93" fmla="*/ 158483 h 416353"/>
                <a:gd name="connsiteX94" fmla="*/ 122429 w 213915"/>
                <a:gd name="connsiteY94" fmla="*/ 159826 h 416353"/>
                <a:gd name="connsiteX95" fmla="*/ 123775 w 213915"/>
                <a:gd name="connsiteY95" fmla="*/ 165199 h 416353"/>
                <a:gd name="connsiteX96" fmla="*/ 125120 w 213915"/>
                <a:gd name="connsiteY96" fmla="*/ 169228 h 416353"/>
                <a:gd name="connsiteX97" fmla="*/ 134538 w 213915"/>
                <a:gd name="connsiteY97" fmla="*/ 177286 h 416353"/>
                <a:gd name="connsiteX98" fmla="*/ 141265 w 213915"/>
                <a:gd name="connsiteY98" fmla="*/ 179972 h 416353"/>
                <a:gd name="connsiteX99" fmla="*/ 141265 w 213915"/>
                <a:gd name="connsiteY99" fmla="*/ 182659 h 416353"/>
                <a:gd name="connsiteX100" fmla="*/ 154718 w 213915"/>
                <a:gd name="connsiteY100" fmla="*/ 189374 h 416353"/>
                <a:gd name="connsiteX101" fmla="*/ 168172 w 213915"/>
                <a:gd name="connsiteY101" fmla="*/ 198775 h 416353"/>
                <a:gd name="connsiteX102" fmla="*/ 170863 w 213915"/>
                <a:gd name="connsiteY102" fmla="*/ 204148 h 416353"/>
                <a:gd name="connsiteX103" fmla="*/ 181626 w 213915"/>
                <a:gd name="connsiteY103" fmla="*/ 212206 h 416353"/>
                <a:gd name="connsiteX104" fmla="*/ 185662 w 213915"/>
                <a:gd name="connsiteY104" fmla="*/ 218922 h 416353"/>
                <a:gd name="connsiteX105" fmla="*/ 187008 w 213915"/>
                <a:gd name="connsiteY105" fmla="*/ 222951 h 416353"/>
                <a:gd name="connsiteX106" fmla="*/ 188353 w 213915"/>
                <a:gd name="connsiteY106" fmla="*/ 222951 h 416353"/>
                <a:gd name="connsiteX107" fmla="*/ 188353 w 213915"/>
                <a:gd name="connsiteY107" fmla="*/ 226980 h 416353"/>
                <a:gd name="connsiteX108" fmla="*/ 193735 w 213915"/>
                <a:gd name="connsiteY108" fmla="*/ 232352 h 416353"/>
                <a:gd name="connsiteX109" fmla="*/ 193735 w 213915"/>
                <a:gd name="connsiteY109" fmla="*/ 235038 h 416353"/>
                <a:gd name="connsiteX110" fmla="*/ 195080 w 213915"/>
                <a:gd name="connsiteY110" fmla="*/ 237725 h 416353"/>
                <a:gd name="connsiteX111" fmla="*/ 193735 w 213915"/>
                <a:gd name="connsiteY111" fmla="*/ 240411 h 416353"/>
                <a:gd name="connsiteX112" fmla="*/ 199116 w 213915"/>
                <a:gd name="connsiteY112" fmla="*/ 245783 h 416353"/>
                <a:gd name="connsiteX113" fmla="*/ 200461 w 213915"/>
                <a:gd name="connsiteY113" fmla="*/ 255185 h 416353"/>
                <a:gd name="connsiteX114" fmla="*/ 201806 w 213915"/>
                <a:gd name="connsiteY114" fmla="*/ 256528 h 416353"/>
                <a:gd name="connsiteX115" fmla="*/ 204497 w 213915"/>
                <a:gd name="connsiteY115" fmla="*/ 264586 h 416353"/>
                <a:gd name="connsiteX116" fmla="*/ 205842 w 213915"/>
                <a:gd name="connsiteY116" fmla="*/ 265929 h 416353"/>
                <a:gd name="connsiteX117" fmla="*/ 205842 w 213915"/>
                <a:gd name="connsiteY117" fmla="*/ 271302 h 416353"/>
                <a:gd name="connsiteX118" fmla="*/ 204497 w 213915"/>
                <a:gd name="connsiteY118" fmla="*/ 273988 h 416353"/>
                <a:gd name="connsiteX119" fmla="*/ 207188 w 213915"/>
                <a:gd name="connsiteY119" fmla="*/ 278017 h 416353"/>
                <a:gd name="connsiteX120" fmla="*/ 205842 w 213915"/>
                <a:gd name="connsiteY120" fmla="*/ 280703 h 416353"/>
                <a:gd name="connsiteX121" fmla="*/ 207188 w 213915"/>
                <a:gd name="connsiteY121" fmla="*/ 287419 h 416353"/>
                <a:gd name="connsiteX122" fmla="*/ 207188 w 213915"/>
                <a:gd name="connsiteY122" fmla="*/ 288762 h 416353"/>
                <a:gd name="connsiteX123" fmla="*/ 209878 w 213915"/>
                <a:gd name="connsiteY123" fmla="*/ 290105 h 416353"/>
                <a:gd name="connsiteX124" fmla="*/ 211224 w 213915"/>
                <a:gd name="connsiteY124" fmla="*/ 294134 h 416353"/>
                <a:gd name="connsiteX125" fmla="*/ 213915 w 213915"/>
                <a:gd name="connsiteY125" fmla="*/ 299506 h 416353"/>
                <a:gd name="connsiteX126" fmla="*/ 213915 w 213915"/>
                <a:gd name="connsiteY126" fmla="*/ 303535 h 416353"/>
                <a:gd name="connsiteX127" fmla="*/ 212569 w 213915"/>
                <a:gd name="connsiteY127" fmla="*/ 303535 h 416353"/>
                <a:gd name="connsiteX128" fmla="*/ 212569 w 213915"/>
                <a:gd name="connsiteY128" fmla="*/ 302192 h 416353"/>
                <a:gd name="connsiteX129" fmla="*/ 211224 w 213915"/>
                <a:gd name="connsiteY129" fmla="*/ 299506 h 416353"/>
                <a:gd name="connsiteX130" fmla="*/ 208533 w 213915"/>
                <a:gd name="connsiteY130" fmla="*/ 300849 h 416353"/>
                <a:gd name="connsiteX131" fmla="*/ 208533 w 213915"/>
                <a:gd name="connsiteY131" fmla="*/ 304878 h 416353"/>
                <a:gd name="connsiteX132" fmla="*/ 211224 w 213915"/>
                <a:gd name="connsiteY132" fmla="*/ 307565 h 416353"/>
                <a:gd name="connsiteX133" fmla="*/ 211224 w 213915"/>
                <a:gd name="connsiteY133" fmla="*/ 310251 h 416353"/>
                <a:gd name="connsiteX134" fmla="*/ 208533 w 213915"/>
                <a:gd name="connsiteY134" fmla="*/ 311594 h 416353"/>
                <a:gd name="connsiteX135" fmla="*/ 208533 w 213915"/>
                <a:gd name="connsiteY135" fmla="*/ 314280 h 416353"/>
                <a:gd name="connsiteX136" fmla="*/ 204497 w 213915"/>
                <a:gd name="connsiteY136" fmla="*/ 318309 h 416353"/>
                <a:gd name="connsiteX137" fmla="*/ 207188 w 213915"/>
                <a:gd name="connsiteY137" fmla="*/ 323682 h 416353"/>
                <a:gd name="connsiteX138" fmla="*/ 205842 w 213915"/>
                <a:gd name="connsiteY138" fmla="*/ 327711 h 416353"/>
                <a:gd name="connsiteX139" fmla="*/ 207188 w 213915"/>
                <a:gd name="connsiteY139" fmla="*/ 330397 h 416353"/>
                <a:gd name="connsiteX140" fmla="*/ 203152 w 213915"/>
                <a:gd name="connsiteY140" fmla="*/ 333083 h 416353"/>
                <a:gd name="connsiteX141" fmla="*/ 200461 w 213915"/>
                <a:gd name="connsiteY141" fmla="*/ 334426 h 416353"/>
                <a:gd name="connsiteX142" fmla="*/ 200461 w 213915"/>
                <a:gd name="connsiteY142" fmla="*/ 341142 h 416353"/>
                <a:gd name="connsiteX143" fmla="*/ 197771 w 213915"/>
                <a:gd name="connsiteY143" fmla="*/ 342485 h 416353"/>
                <a:gd name="connsiteX144" fmla="*/ 191044 w 213915"/>
                <a:gd name="connsiteY144" fmla="*/ 347857 h 416353"/>
                <a:gd name="connsiteX145" fmla="*/ 188353 w 213915"/>
                <a:gd name="connsiteY145" fmla="*/ 350543 h 416353"/>
                <a:gd name="connsiteX146" fmla="*/ 182971 w 213915"/>
                <a:gd name="connsiteY146" fmla="*/ 353229 h 416353"/>
                <a:gd name="connsiteX147" fmla="*/ 181626 w 213915"/>
                <a:gd name="connsiteY147" fmla="*/ 358602 h 416353"/>
                <a:gd name="connsiteX148" fmla="*/ 177590 w 213915"/>
                <a:gd name="connsiteY148" fmla="*/ 358602 h 416353"/>
                <a:gd name="connsiteX149" fmla="*/ 173554 w 213915"/>
                <a:gd name="connsiteY149" fmla="*/ 361288 h 416353"/>
                <a:gd name="connsiteX150" fmla="*/ 162790 w 213915"/>
                <a:gd name="connsiteY150" fmla="*/ 368003 h 416353"/>
                <a:gd name="connsiteX151" fmla="*/ 156063 w 213915"/>
                <a:gd name="connsiteY151" fmla="*/ 368003 h 416353"/>
                <a:gd name="connsiteX152" fmla="*/ 153373 w 213915"/>
                <a:gd name="connsiteY152" fmla="*/ 366660 h 416353"/>
                <a:gd name="connsiteX153" fmla="*/ 147991 w 213915"/>
                <a:gd name="connsiteY153" fmla="*/ 368003 h 416353"/>
                <a:gd name="connsiteX154" fmla="*/ 147991 w 213915"/>
                <a:gd name="connsiteY154" fmla="*/ 368003 h 416353"/>
                <a:gd name="connsiteX155" fmla="*/ 147991 w 213915"/>
                <a:gd name="connsiteY155" fmla="*/ 363974 h 416353"/>
                <a:gd name="connsiteX156" fmla="*/ 147991 w 213915"/>
                <a:gd name="connsiteY156" fmla="*/ 361288 h 416353"/>
                <a:gd name="connsiteX157" fmla="*/ 146646 w 213915"/>
                <a:gd name="connsiteY157" fmla="*/ 363974 h 416353"/>
                <a:gd name="connsiteX158" fmla="*/ 145301 w 213915"/>
                <a:gd name="connsiteY158" fmla="*/ 365317 h 416353"/>
                <a:gd name="connsiteX159" fmla="*/ 141265 w 213915"/>
                <a:gd name="connsiteY159" fmla="*/ 363974 h 416353"/>
                <a:gd name="connsiteX160" fmla="*/ 143955 w 213915"/>
                <a:gd name="connsiteY160" fmla="*/ 366660 h 416353"/>
                <a:gd name="connsiteX161" fmla="*/ 143955 w 213915"/>
                <a:gd name="connsiteY161" fmla="*/ 368003 h 416353"/>
                <a:gd name="connsiteX162" fmla="*/ 142610 w 213915"/>
                <a:gd name="connsiteY162" fmla="*/ 369346 h 416353"/>
                <a:gd name="connsiteX163" fmla="*/ 138574 w 213915"/>
                <a:gd name="connsiteY163" fmla="*/ 369346 h 416353"/>
                <a:gd name="connsiteX164" fmla="*/ 145301 w 213915"/>
                <a:gd name="connsiteY164" fmla="*/ 372032 h 416353"/>
                <a:gd name="connsiteX165" fmla="*/ 143955 w 213915"/>
                <a:gd name="connsiteY165" fmla="*/ 374719 h 416353"/>
                <a:gd name="connsiteX166" fmla="*/ 146646 w 213915"/>
                <a:gd name="connsiteY166" fmla="*/ 378748 h 416353"/>
                <a:gd name="connsiteX167" fmla="*/ 142610 w 213915"/>
                <a:gd name="connsiteY167" fmla="*/ 380091 h 416353"/>
                <a:gd name="connsiteX168" fmla="*/ 137229 w 213915"/>
                <a:gd name="connsiteY168" fmla="*/ 376062 h 416353"/>
                <a:gd name="connsiteX169" fmla="*/ 141265 w 213915"/>
                <a:gd name="connsiteY169" fmla="*/ 381434 h 416353"/>
                <a:gd name="connsiteX170" fmla="*/ 141265 w 213915"/>
                <a:gd name="connsiteY170" fmla="*/ 384120 h 416353"/>
                <a:gd name="connsiteX171" fmla="*/ 138574 w 213915"/>
                <a:gd name="connsiteY171" fmla="*/ 386806 h 416353"/>
                <a:gd name="connsiteX172" fmla="*/ 135883 w 213915"/>
                <a:gd name="connsiteY172" fmla="*/ 385463 h 416353"/>
                <a:gd name="connsiteX173" fmla="*/ 134538 w 213915"/>
                <a:gd name="connsiteY173" fmla="*/ 382777 h 416353"/>
                <a:gd name="connsiteX174" fmla="*/ 131847 w 213915"/>
                <a:gd name="connsiteY174" fmla="*/ 382777 h 416353"/>
                <a:gd name="connsiteX175" fmla="*/ 133193 w 213915"/>
                <a:gd name="connsiteY175" fmla="*/ 386806 h 416353"/>
                <a:gd name="connsiteX176" fmla="*/ 133193 w 213915"/>
                <a:gd name="connsiteY176" fmla="*/ 388149 h 416353"/>
                <a:gd name="connsiteX177" fmla="*/ 133193 w 213915"/>
                <a:gd name="connsiteY177" fmla="*/ 389492 h 416353"/>
                <a:gd name="connsiteX178" fmla="*/ 131847 w 213915"/>
                <a:gd name="connsiteY178" fmla="*/ 392178 h 416353"/>
                <a:gd name="connsiteX179" fmla="*/ 130502 w 213915"/>
                <a:gd name="connsiteY179" fmla="*/ 393522 h 416353"/>
                <a:gd name="connsiteX180" fmla="*/ 127811 w 213915"/>
                <a:gd name="connsiteY180" fmla="*/ 393522 h 416353"/>
                <a:gd name="connsiteX181" fmla="*/ 122429 w 213915"/>
                <a:gd name="connsiteY181" fmla="*/ 397551 h 416353"/>
                <a:gd name="connsiteX182" fmla="*/ 121084 w 213915"/>
                <a:gd name="connsiteY182" fmla="*/ 400237 h 416353"/>
                <a:gd name="connsiteX183" fmla="*/ 117048 w 213915"/>
                <a:gd name="connsiteY183" fmla="*/ 398894 h 416353"/>
                <a:gd name="connsiteX184" fmla="*/ 115702 w 213915"/>
                <a:gd name="connsiteY184" fmla="*/ 401580 h 416353"/>
                <a:gd name="connsiteX185" fmla="*/ 115702 w 213915"/>
                <a:gd name="connsiteY185" fmla="*/ 406952 h 416353"/>
                <a:gd name="connsiteX186" fmla="*/ 111666 w 213915"/>
                <a:gd name="connsiteY186" fmla="*/ 410982 h 416353"/>
                <a:gd name="connsiteX187" fmla="*/ 110321 w 213915"/>
                <a:gd name="connsiteY187" fmla="*/ 409638 h 416353"/>
                <a:gd name="connsiteX188" fmla="*/ 111666 w 213915"/>
                <a:gd name="connsiteY188" fmla="*/ 410982 h 416353"/>
                <a:gd name="connsiteX189" fmla="*/ 99558 w 213915"/>
                <a:gd name="connsiteY189" fmla="*/ 416354 h 416353"/>
                <a:gd name="connsiteX190" fmla="*/ 92831 w 213915"/>
                <a:gd name="connsiteY190" fmla="*/ 416354 h 416353"/>
                <a:gd name="connsiteX191" fmla="*/ 96867 w 213915"/>
                <a:gd name="connsiteY191" fmla="*/ 413668 h 416353"/>
                <a:gd name="connsiteX192" fmla="*/ 102248 w 213915"/>
                <a:gd name="connsiteY192" fmla="*/ 410982 h 416353"/>
                <a:gd name="connsiteX193" fmla="*/ 104939 w 213915"/>
                <a:gd name="connsiteY193" fmla="*/ 408296 h 416353"/>
                <a:gd name="connsiteX194" fmla="*/ 102248 w 213915"/>
                <a:gd name="connsiteY194" fmla="*/ 409638 h 416353"/>
                <a:gd name="connsiteX195" fmla="*/ 98212 w 213915"/>
                <a:gd name="connsiteY195" fmla="*/ 406952 h 416353"/>
                <a:gd name="connsiteX196" fmla="*/ 98212 w 213915"/>
                <a:gd name="connsiteY196" fmla="*/ 398894 h 416353"/>
                <a:gd name="connsiteX197" fmla="*/ 99558 w 213915"/>
                <a:gd name="connsiteY197" fmla="*/ 398894 h 416353"/>
                <a:gd name="connsiteX198" fmla="*/ 98212 w 213915"/>
                <a:gd name="connsiteY198" fmla="*/ 398894 h 416353"/>
                <a:gd name="connsiteX199" fmla="*/ 99558 w 213915"/>
                <a:gd name="connsiteY199" fmla="*/ 394865 h 416353"/>
                <a:gd name="connsiteX200" fmla="*/ 98212 w 213915"/>
                <a:gd name="connsiteY200" fmla="*/ 386806 h 416353"/>
                <a:gd name="connsiteX201" fmla="*/ 102248 w 213915"/>
                <a:gd name="connsiteY201" fmla="*/ 380091 h 416353"/>
                <a:gd name="connsiteX202" fmla="*/ 108975 w 213915"/>
                <a:gd name="connsiteY202" fmla="*/ 374719 h 416353"/>
                <a:gd name="connsiteX203" fmla="*/ 111666 w 213915"/>
                <a:gd name="connsiteY203" fmla="*/ 372032 h 416353"/>
                <a:gd name="connsiteX204" fmla="*/ 107630 w 213915"/>
                <a:gd name="connsiteY204" fmla="*/ 373375 h 416353"/>
                <a:gd name="connsiteX205" fmla="*/ 102248 w 213915"/>
                <a:gd name="connsiteY205" fmla="*/ 373375 h 416353"/>
                <a:gd name="connsiteX206" fmla="*/ 98212 w 213915"/>
                <a:gd name="connsiteY206" fmla="*/ 374719 h 416353"/>
                <a:gd name="connsiteX207" fmla="*/ 96867 w 213915"/>
                <a:gd name="connsiteY207" fmla="*/ 372032 h 416353"/>
                <a:gd name="connsiteX208" fmla="*/ 94176 w 213915"/>
                <a:gd name="connsiteY208" fmla="*/ 373375 h 416353"/>
                <a:gd name="connsiteX209" fmla="*/ 88795 w 213915"/>
                <a:gd name="connsiteY209" fmla="*/ 372032 h 416353"/>
                <a:gd name="connsiteX210" fmla="*/ 90140 w 213915"/>
                <a:gd name="connsiteY210" fmla="*/ 370689 h 416353"/>
                <a:gd name="connsiteX211" fmla="*/ 88795 w 213915"/>
                <a:gd name="connsiteY211" fmla="*/ 366660 h 416353"/>
                <a:gd name="connsiteX212" fmla="*/ 87449 w 213915"/>
                <a:gd name="connsiteY212" fmla="*/ 365317 h 416353"/>
                <a:gd name="connsiteX213" fmla="*/ 92831 w 213915"/>
                <a:gd name="connsiteY213" fmla="*/ 359945 h 416353"/>
                <a:gd name="connsiteX214" fmla="*/ 98212 w 213915"/>
                <a:gd name="connsiteY214" fmla="*/ 358602 h 416353"/>
                <a:gd name="connsiteX215" fmla="*/ 100903 w 213915"/>
                <a:gd name="connsiteY215" fmla="*/ 351886 h 416353"/>
                <a:gd name="connsiteX216" fmla="*/ 106285 w 213915"/>
                <a:gd name="connsiteY216" fmla="*/ 351886 h 416353"/>
                <a:gd name="connsiteX217" fmla="*/ 110321 w 213915"/>
                <a:gd name="connsiteY217" fmla="*/ 353229 h 416353"/>
                <a:gd name="connsiteX218" fmla="*/ 121084 w 213915"/>
                <a:gd name="connsiteY218" fmla="*/ 350543 h 416353"/>
                <a:gd name="connsiteX219" fmla="*/ 126466 w 213915"/>
                <a:gd name="connsiteY219" fmla="*/ 353229 h 416353"/>
                <a:gd name="connsiteX220" fmla="*/ 127811 w 213915"/>
                <a:gd name="connsiteY220" fmla="*/ 357259 h 416353"/>
                <a:gd name="connsiteX221" fmla="*/ 135883 w 213915"/>
                <a:gd name="connsiteY221" fmla="*/ 355915 h 416353"/>
                <a:gd name="connsiteX222" fmla="*/ 134538 w 213915"/>
                <a:gd name="connsiteY222" fmla="*/ 350543 h 416353"/>
                <a:gd name="connsiteX223" fmla="*/ 134538 w 213915"/>
                <a:gd name="connsiteY223" fmla="*/ 347857 h 416353"/>
                <a:gd name="connsiteX224" fmla="*/ 130502 w 213915"/>
                <a:gd name="connsiteY224" fmla="*/ 342485 h 416353"/>
                <a:gd name="connsiteX225" fmla="*/ 125120 w 213915"/>
                <a:gd name="connsiteY225" fmla="*/ 341142 h 416353"/>
                <a:gd name="connsiteX226" fmla="*/ 123775 w 213915"/>
                <a:gd name="connsiteY226" fmla="*/ 331740 h 416353"/>
                <a:gd name="connsiteX227" fmla="*/ 127811 w 213915"/>
                <a:gd name="connsiteY227" fmla="*/ 327711 h 416353"/>
                <a:gd name="connsiteX228" fmla="*/ 138574 w 213915"/>
                <a:gd name="connsiteY228" fmla="*/ 327711 h 416353"/>
                <a:gd name="connsiteX229" fmla="*/ 141265 w 213915"/>
                <a:gd name="connsiteY229" fmla="*/ 323682 h 416353"/>
                <a:gd name="connsiteX230" fmla="*/ 147991 w 213915"/>
                <a:gd name="connsiteY230" fmla="*/ 318309 h 416353"/>
                <a:gd name="connsiteX231" fmla="*/ 154718 w 213915"/>
                <a:gd name="connsiteY231" fmla="*/ 315623 h 416353"/>
                <a:gd name="connsiteX232" fmla="*/ 156063 w 213915"/>
                <a:gd name="connsiteY232" fmla="*/ 312937 h 416353"/>
                <a:gd name="connsiteX233" fmla="*/ 160100 w 213915"/>
                <a:gd name="connsiteY233" fmla="*/ 311594 h 416353"/>
                <a:gd name="connsiteX234" fmla="*/ 164136 w 213915"/>
                <a:gd name="connsiteY234" fmla="*/ 303535 h 416353"/>
                <a:gd name="connsiteX235" fmla="*/ 162790 w 213915"/>
                <a:gd name="connsiteY235" fmla="*/ 298163 h 416353"/>
                <a:gd name="connsiteX236" fmla="*/ 165481 w 213915"/>
                <a:gd name="connsiteY236" fmla="*/ 290105 h 416353"/>
                <a:gd name="connsiteX237" fmla="*/ 162790 w 213915"/>
                <a:gd name="connsiteY237" fmla="*/ 286075 h 416353"/>
                <a:gd name="connsiteX238" fmla="*/ 164136 w 213915"/>
                <a:gd name="connsiteY238" fmla="*/ 278017 h 416353"/>
                <a:gd name="connsiteX239" fmla="*/ 160100 w 213915"/>
                <a:gd name="connsiteY239" fmla="*/ 267272 h 416353"/>
                <a:gd name="connsiteX240" fmla="*/ 154718 w 213915"/>
                <a:gd name="connsiteY240" fmla="*/ 264586 h 416353"/>
                <a:gd name="connsiteX241" fmla="*/ 152027 w 213915"/>
                <a:gd name="connsiteY241" fmla="*/ 256528 h 416353"/>
                <a:gd name="connsiteX242" fmla="*/ 153373 w 213915"/>
                <a:gd name="connsiteY242" fmla="*/ 256528 h 416353"/>
                <a:gd name="connsiteX243" fmla="*/ 157409 w 213915"/>
                <a:gd name="connsiteY243" fmla="*/ 253842 h 416353"/>
                <a:gd name="connsiteX244" fmla="*/ 157409 w 213915"/>
                <a:gd name="connsiteY244" fmla="*/ 245783 h 416353"/>
                <a:gd name="connsiteX245" fmla="*/ 154718 w 213915"/>
                <a:gd name="connsiteY245" fmla="*/ 243097 h 416353"/>
                <a:gd name="connsiteX246" fmla="*/ 153373 w 213915"/>
                <a:gd name="connsiteY246" fmla="*/ 235038 h 416353"/>
                <a:gd name="connsiteX247" fmla="*/ 161445 w 213915"/>
                <a:gd name="connsiteY247" fmla="*/ 229666 h 416353"/>
                <a:gd name="connsiteX248" fmla="*/ 161445 w 213915"/>
                <a:gd name="connsiteY248" fmla="*/ 224294 h 416353"/>
                <a:gd name="connsiteX249" fmla="*/ 157409 w 213915"/>
                <a:gd name="connsiteY249" fmla="*/ 222951 h 416353"/>
                <a:gd name="connsiteX250" fmla="*/ 154718 w 213915"/>
                <a:gd name="connsiteY250" fmla="*/ 220265 h 416353"/>
                <a:gd name="connsiteX251" fmla="*/ 156063 w 213915"/>
                <a:gd name="connsiteY251" fmla="*/ 213549 h 416353"/>
                <a:gd name="connsiteX252" fmla="*/ 160100 w 213915"/>
                <a:gd name="connsiteY252" fmla="*/ 209520 h 416353"/>
                <a:gd name="connsiteX253" fmla="*/ 157409 w 213915"/>
                <a:gd name="connsiteY253" fmla="*/ 205491 h 416353"/>
                <a:gd name="connsiteX254" fmla="*/ 153373 w 213915"/>
                <a:gd name="connsiteY254" fmla="*/ 208177 h 416353"/>
                <a:gd name="connsiteX255" fmla="*/ 150682 w 213915"/>
                <a:gd name="connsiteY255" fmla="*/ 206834 h 416353"/>
                <a:gd name="connsiteX256" fmla="*/ 146646 w 213915"/>
                <a:gd name="connsiteY256" fmla="*/ 202805 h 416353"/>
                <a:gd name="connsiteX257" fmla="*/ 141265 w 213915"/>
                <a:gd name="connsiteY257" fmla="*/ 202805 h 416353"/>
                <a:gd name="connsiteX258" fmla="*/ 139920 w 213915"/>
                <a:gd name="connsiteY258" fmla="*/ 200119 h 416353"/>
                <a:gd name="connsiteX259" fmla="*/ 139920 w 213915"/>
                <a:gd name="connsiteY259" fmla="*/ 194746 h 416353"/>
                <a:gd name="connsiteX260" fmla="*/ 135883 w 213915"/>
                <a:gd name="connsiteY260" fmla="*/ 193403 h 416353"/>
                <a:gd name="connsiteX261" fmla="*/ 134538 w 213915"/>
                <a:gd name="connsiteY261" fmla="*/ 194746 h 416353"/>
                <a:gd name="connsiteX262" fmla="*/ 130502 w 213915"/>
                <a:gd name="connsiteY262" fmla="*/ 190717 h 416353"/>
                <a:gd name="connsiteX263" fmla="*/ 130502 w 213915"/>
                <a:gd name="connsiteY263" fmla="*/ 186688 h 416353"/>
                <a:gd name="connsiteX264" fmla="*/ 127811 w 213915"/>
                <a:gd name="connsiteY264" fmla="*/ 181315 h 416353"/>
                <a:gd name="connsiteX265" fmla="*/ 121084 w 213915"/>
                <a:gd name="connsiteY265" fmla="*/ 181315 h 416353"/>
                <a:gd name="connsiteX266" fmla="*/ 117048 w 213915"/>
                <a:gd name="connsiteY266" fmla="*/ 179972 h 416353"/>
                <a:gd name="connsiteX267" fmla="*/ 115702 w 213915"/>
                <a:gd name="connsiteY267" fmla="*/ 173257 h 416353"/>
                <a:gd name="connsiteX268" fmla="*/ 107630 w 213915"/>
                <a:gd name="connsiteY268" fmla="*/ 165199 h 416353"/>
                <a:gd name="connsiteX269" fmla="*/ 107630 w 213915"/>
                <a:gd name="connsiteY269" fmla="*/ 161169 h 416353"/>
                <a:gd name="connsiteX270" fmla="*/ 102248 w 213915"/>
                <a:gd name="connsiteY270" fmla="*/ 153111 h 416353"/>
                <a:gd name="connsiteX271" fmla="*/ 94176 w 213915"/>
                <a:gd name="connsiteY271" fmla="*/ 150425 h 416353"/>
                <a:gd name="connsiteX272" fmla="*/ 88795 w 213915"/>
                <a:gd name="connsiteY272" fmla="*/ 141023 h 416353"/>
                <a:gd name="connsiteX273" fmla="*/ 83414 w 213915"/>
                <a:gd name="connsiteY273" fmla="*/ 141023 h 416353"/>
                <a:gd name="connsiteX274" fmla="*/ 75341 w 213915"/>
                <a:gd name="connsiteY274" fmla="*/ 136994 h 416353"/>
                <a:gd name="connsiteX275" fmla="*/ 67269 w 213915"/>
                <a:gd name="connsiteY275" fmla="*/ 135651 h 416353"/>
                <a:gd name="connsiteX276" fmla="*/ 63233 w 213915"/>
                <a:gd name="connsiteY276" fmla="*/ 128935 h 416353"/>
                <a:gd name="connsiteX277" fmla="*/ 59197 w 213915"/>
                <a:gd name="connsiteY277" fmla="*/ 128935 h 416353"/>
                <a:gd name="connsiteX278" fmla="*/ 57851 w 213915"/>
                <a:gd name="connsiteY278" fmla="*/ 126249 h 416353"/>
                <a:gd name="connsiteX279" fmla="*/ 61887 w 213915"/>
                <a:gd name="connsiteY279" fmla="*/ 122220 h 416353"/>
                <a:gd name="connsiteX280" fmla="*/ 56506 w 213915"/>
                <a:gd name="connsiteY280" fmla="*/ 115505 h 416353"/>
                <a:gd name="connsiteX281" fmla="*/ 56506 w 213915"/>
                <a:gd name="connsiteY281" fmla="*/ 111475 h 416353"/>
                <a:gd name="connsiteX282" fmla="*/ 60542 w 213915"/>
                <a:gd name="connsiteY282" fmla="*/ 111475 h 416353"/>
                <a:gd name="connsiteX283" fmla="*/ 67269 w 213915"/>
                <a:gd name="connsiteY283" fmla="*/ 108789 h 416353"/>
                <a:gd name="connsiteX284" fmla="*/ 72651 w 213915"/>
                <a:gd name="connsiteY284" fmla="*/ 107446 h 416353"/>
                <a:gd name="connsiteX285" fmla="*/ 75341 w 213915"/>
                <a:gd name="connsiteY285" fmla="*/ 104760 h 416353"/>
                <a:gd name="connsiteX286" fmla="*/ 78032 w 213915"/>
                <a:gd name="connsiteY286" fmla="*/ 95359 h 416353"/>
                <a:gd name="connsiteX287" fmla="*/ 82068 w 213915"/>
                <a:gd name="connsiteY287" fmla="*/ 92672 h 416353"/>
                <a:gd name="connsiteX288" fmla="*/ 82068 w 213915"/>
                <a:gd name="connsiteY288" fmla="*/ 89986 h 416353"/>
                <a:gd name="connsiteX289" fmla="*/ 73996 w 213915"/>
                <a:gd name="connsiteY289" fmla="*/ 87300 h 416353"/>
                <a:gd name="connsiteX290" fmla="*/ 73996 w 213915"/>
                <a:gd name="connsiteY290" fmla="*/ 83271 h 416353"/>
                <a:gd name="connsiteX291" fmla="*/ 73996 w 213915"/>
                <a:gd name="connsiteY291" fmla="*/ 77899 h 416353"/>
                <a:gd name="connsiteX292" fmla="*/ 67269 w 213915"/>
                <a:gd name="connsiteY292" fmla="*/ 76555 h 416353"/>
                <a:gd name="connsiteX293" fmla="*/ 63233 w 213915"/>
                <a:gd name="connsiteY293" fmla="*/ 72526 h 416353"/>
                <a:gd name="connsiteX294" fmla="*/ 56506 w 213915"/>
                <a:gd name="connsiteY294" fmla="*/ 72526 h 416353"/>
                <a:gd name="connsiteX295" fmla="*/ 49779 w 213915"/>
                <a:gd name="connsiteY295" fmla="*/ 75212 h 416353"/>
                <a:gd name="connsiteX296" fmla="*/ 44397 w 213915"/>
                <a:gd name="connsiteY296" fmla="*/ 73869 h 416353"/>
                <a:gd name="connsiteX297" fmla="*/ 32289 w 213915"/>
                <a:gd name="connsiteY297" fmla="*/ 73869 h 416353"/>
                <a:gd name="connsiteX298" fmla="*/ 26908 w 213915"/>
                <a:gd name="connsiteY298" fmla="*/ 64468 h 416353"/>
                <a:gd name="connsiteX299" fmla="*/ 18836 w 213915"/>
                <a:gd name="connsiteY299" fmla="*/ 56409 h 416353"/>
                <a:gd name="connsiteX300" fmla="*/ 20181 w 213915"/>
                <a:gd name="connsiteY300" fmla="*/ 52380 h 416353"/>
                <a:gd name="connsiteX301" fmla="*/ 20181 w 213915"/>
                <a:gd name="connsiteY301" fmla="*/ 47008 h 416353"/>
                <a:gd name="connsiteX302" fmla="*/ 14799 w 213915"/>
                <a:gd name="connsiteY302" fmla="*/ 42978 h 416353"/>
                <a:gd name="connsiteX303" fmla="*/ 10763 w 213915"/>
                <a:gd name="connsiteY303" fmla="*/ 36263 h 416353"/>
                <a:gd name="connsiteX304" fmla="*/ 1345 w 213915"/>
                <a:gd name="connsiteY304" fmla="*/ 32234 h 41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</a:cxnLst>
              <a:rect l="l" t="t" r="r" b="b"/>
              <a:pathLst>
                <a:path w="213915" h="416353">
                  <a:moveTo>
                    <a:pt x="0" y="29548"/>
                  </a:moveTo>
                  <a:lnTo>
                    <a:pt x="1345" y="28205"/>
                  </a:lnTo>
                  <a:lnTo>
                    <a:pt x="4036" y="26862"/>
                  </a:lnTo>
                  <a:lnTo>
                    <a:pt x="5382" y="24175"/>
                  </a:lnTo>
                  <a:lnTo>
                    <a:pt x="8072" y="21489"/>
                  </a:lnTo>
                  <a:lnTo>
                    <a:pt x="13454" y="20146"/>
                  </a:lnTo>
                  <a:lnTo>
                    <a:pt x="17490" y="20146"/>
                  </a:lnTo>
                  <a:lnTo>
                    <a:pt x="16145" y="24175"/>
                  </a:lnTo>
                  <a:lnTo>
                    <a:pt x="18836" y="25519"/>
                  </a:lnTo>
                  <a:lnTo>
                    <a:pt x="22872" y="25519"/>
                  </a:lnTo>
                  <a:lnTo>
                    <a:pt x="22872" y="21489"/>
                  </a:lnTo>
                  <a:lnTo>
                    <a:pt x="26908" y="18803"/>
                  </a:lnTo>
                  <a:lnTo>
                    <a:pt x="32289" y="22832"/>
                  </a:lnTo>
                  <a:lnTo>
                    <a:pt x="34979" y="20146"/>
                  </a:lnTo>
                  <a:lnTo>
                    <a:pt x="37670" y="20146"/>
                  </a:lnTo>
                  <a:lnTo>
                    <a:pt x="39016" y="24175"/>
                  </a:lnTo>
                  <a:lnTo>
                    <a:pt x="45743" y="20146"/>
                  </a:lnTo>
                  <a:lnTo>
                    <a:pt x="45743" y="17460"/>
                  </a:lnTo>
                  <a:lnTo>
                    <a:pt x="52470" y="14774"/>
                  </a:lnTo>
                  <a:lnTo>
                    <a:pt x="57851" y="17460"/>
                  </a:lnTo>
                  <a:lnTo>
                    <a:pt x="65924" y="14774"/>
                  </a:lnTo>
                  <a:lnTo>
                    <a:pt x="65924" y="6715"/>
                  </a:lnTo>
                  <a:lnTo>
                    <a:pt x="71305" y="4029"/>
                  </a:lnTo>
                  <a:lnTo>
                    <a:pt x="78032" y="4029"/>
                  </a:lnTo>
                  <a:lnTo>
                    <a:pt x="82068" y="0"/>
                  </a:lnTo>
                  <a:lnTo>
                    <a:pt x="87449" y="5372"/>
                  </a:lnTo>
                  <a:lnTo>
                    <a:pt x="87449" y="8059"/>
                  </a:lnTo>
                  <a:lnTo>
                    <a:pt x="92831" y="9401"/>
                  </a:lnTo>
                  <a:lnTo>
                    <a:pt x="95521" y="12088"/>
                  </a:lnTo>
                  <a:lnTo>
                    <a:pt x="107630" y="12088"/>
                  </a:lnTo>
                  <a:lnTo>
                    <a:pt x="108975" y="14774"/>
                  </a:lnTo>
                  <a:lnTo>
                    <a:pt x="115702" y="12088"/>
                  </a:lnTo>
                  <a:lnTo>
                    <a:pt x="121084" y="16117"/>
                  </a:lnTo>
                  <a:lnTo>
                    <a:pt x="119739" y="21489"/>
                  </a:lnTo>
                  <a:lnTo>
                    <a:pt x="115702" y="21489"/>
                  </a:lnTo>
                  <a:lnTo>
                    <a:pt x="113012" y="30891"/>
                  </a:lnTo>
                  <a:lnTo>
                    <a:pt x="115702" y="32234"/>
                  </a:lnTo>
                  <a:lnTo>
                    <a:pt x="117048" y="37606"/>
                  </a:lnTo>
                  <a:lnTo>
                    <a:pt x="127811" y="41635"/>
                  </a:lnTo>
                  <a:lnTo>
                    <a:pt x="129156" y="45665"/>
                  </a:lnTo>
                  <a:lnTo>
                    <a:pt x="134538" y="47008"/>
                  </a:lnTo>
                  <a:lnTo>
                    <a:pt x="139920" y="49694"/>
                  </a:lnTo>
                  <a:lnTo>
                    <a:pt x="145301" y="48351"/>
                  </a:lnTo>
                  <a:lnTo>
                    <a:pt x="147991" y="49694"/>
                  </a:lnTo>
                  <a:lnTo>
                    <a:pt x="150682" y="49694"/>
                  </a:lnTo>
                  <a:lnTo>
                    <a:pt x="154718" y="52380"/>
                  </a:lnTo>
                  <a:lnTo>
                    <a:pt x="154718" y="51037"/>
                  </a:lnTo>
                  <a:lnTo>
                    <a:pt x="156063" y="53723"/>
                  </a:lnTo>
                  <a:lnTo>
                    <a:pt x="154718" y="56409"/>
                  </a:lnTo>
                  <a:lnTo>
                    <a:pt x="152027" y="57752"/>
                  </a:lnTo>
                  <a:lnTo>
                    <a:pt x="149336" y="57752"/>
                  </a:lnTo>
                  <a:lnTo>
                    <a:pt x="145301" y="60438"/>
                  </a:lnTo>
                  <a:lnTo>
                    <a:pt x="139920" y="60438"/>
                  </a:lnTo>
                  <a:lnTo>
                    <a:pt x="135883" y="60438"/>
                  </a:lnTo>
                  <a:lnTo>
                    <a:pt x="134538" y="63125"/>
                  </a:lnTo>
                  <a:lnTo>
                    <a:pt x="134538" y="67154"/>
                  </a:lnTo>
                  <a:lnTo>
                    <a:pt x="133193" y="68497"/>
                  </a:lnTo>
                  <a:lnTo>
                    <a:pt x="131847" y="71183"/>
                  </a:lnTo>
                  <a:lnTo>
                    <a:pt x="129156" y="69840"/>
                  </a:lnTo>
                  <a:lnTo>
                    <a:pt x="125120" y="69840"/>
                  </a:lnTo>
                  <a:lnTo>
                    <a:pt x="122429" y="72526"/>
                  </a:lnTo>
                  <a:lnTo>
                    <a:pt x="121084" y="72526"/>
                  </a:lnTo>
                  <a:lnTo>
                    <a:pt x="119739" y="71183"/>
                  </a:lnTo>
                  <a:lnTo>
                    <a:pt x="117048" y="69840"/>
                  </a:lnTo>
                  <a:lnTo>
                    <a:pt x="117048" y="73869"/>
                  </a:lnTo>
                  <a:lnTo>
                    <a:pt x="115702" y="76555"/>
                  </a:lnTo>
                  <a:lnTo>
                    <a:pt x="117048" y="77899"/>
                  </a:lnTo>
                  <a:lnTo>
                    <a:pt x="115702" y="81928"/>
                  </a:lnTo>
                  <a:lnTo>
                    <a:pt x="115702" y="85957"/>
                  </a:lnTo>
                  <a:lnTo>
                    <a:pt x="115702" y="87300"/>
                  </a:lnTo>
                  <a:lnTo>
                    <a:pt x="117048" y="89986"/>
                  </a:lnTo>
                  <a:lnTo>
                    <a:pt x="115702" y="92672"/>
                  </a:lnTo>
                  <a:lnTo>
                    <a:pt x="114357" y="92672"/>
                  </a:lnTo>
                  <a:lnTo>
                    <a:pt x="110321" y="99388"/>
                  </a:lnTo>
                  <a:lnTo>
                    <a:pt x="106285" y="99388"/>
                  </a:lnTo>
                  <a:lnTo>
                    <a:pt x="104939" y="96702"/>
                  </a:lnTo>
                  <a:lnTo>
                    <a:pt x="104939" y="99388"/>
                  </a:lnTo>
                  <a:lnTo>
                    <a:pt x="102248" y="100731"/>
                  </a:lnTo>
                  <a:lnTo>
                    <a:pt x="100903" y="106103"/>
                  </a:lnTo>
                  <a:lnTo>
                    <a:pt x="99558" y="107446"/>
                  </a:lnTo>
                  <a:lnTo>
                    <a:pt x="98212" y="112819"/>
                  </a:lnTo>
                  <a:lnTo>
                    <a:pt x="100903" y="112819"/>
                  </a:lnTo>
                  <a:lnTo>
                    <a:pt x="102248" y="115505"/>
                  </a:lnTo>
                  <a:lnTo>
                    <a:pt x="100903" y="123563"/>
                  </a:lnTo>
                  <a:lnTo>
                    <a:pt x="96867" y="127592"/>
                  </a:lnTo>
                  <a:lnTo>
                    <a:pt x="102248" y="132965"/>
                  </a:lnTo>
                  <a:lnTo>
                    <a:pt x="102248" y="135651"/>
                  </a:lnTo>
                  <a:lnTo>
                    <a:pt x="98212" y="136994"/>
                  </a:lnTo>
                  <a:lnTo>
                    <a:pt x="102248" y="138337"/>
                  </a:lnTo>
                  <a:lnTo>
                    <a:pt x="110321" y="142366"/>
                  </a:lnTo>
                  <a:lnTo>
                    <a:pt x="117048" y="149082"/>
                  </a:lnTo>
                  <a:lnTo>
                    <a:pt x="119739" y="149082"/>
                  </a:lnTo>
                  <a:lnTo>
                    <a:pt x="122429" y="154454"/>
                  </a:lnTo>
                  <a:lnTo>
                    <a:pt x="122429" y="158483"/>
                  </a:lnTo>
                  <a:lnTo>
                    <a:pt x="122429" y="159826"/>
                  </a:lnTo>
                  <a:lnTo>
                    <a:pt x="123775" y="165199"/>
                  </a:lnTo>
                  <a:lnTo>
                    <a:pt x="125120" y="169228"/>
                  </a:lnTo>
                  <a:lnTo>
                    <a:pt x="134538" y="177286"/>
                  </a:lnTo>
                  <a:lnTo>
                    <a:pt x="141265" y="179972"/>
                  </a:lnTo>
                  <a:lnTo>
                    <a:pt x="141265" y="182659"/>
                  </a:lnTo>
                  <a:lnTo>
                    <a:pt x="154718" y="189374"/>
                  </a:lnTo>
                  <a:lnTo>
                    <a:pt x="168172" y="198775"/>
                  </a:lnTo>
                  <a:lnTo>
                    <a:pt x="170863" y="204148"/>
                  </a:lnTo>
                  <a:lnTo>
                    <a:pt x="181626" y="212206"/>
                  </a:lnTo>
                  <a:lnTo>
                    <a:pt x="185662" y="218922"/>
                  </a:lnTo>
                  <a:lnTo>
                    <a:pt x="187008" y="222951"/>
                  </a:lnTo>
                  <a:lnTo>
                    <a:pt x="188353" y="222951"/>
                  </a:lnTo>
                  <a:lnTo>
                    <a:pt x="188353" y="226980"/>
                  </a:lnTo>
                  <a:lnTo>
                    <a:pt x="193735" y="232352"/>
                  </a:lnTo>
                  <a:lnTo>
                    <a:pt x="193735" y="235038"/>
                  </a:lnTo>
                  <a:lnTo>
                    <a:pt x="195080" y="237725"/>
                  </a:lnTo>
                  <a:lnTo>
                    <a:pt x="193735" y="240411"/>
                  </a:lnTo>
                  <a:lnTo>
                    <a:pt x="199116" y="245783"/>
                  </a:lnTo>
                  <a:lnTo>
                    <a:pt x="200461" y="255185"/>
                  </a:lnTo>
                  <a:lnTo>
                    <a:pt x="201806" y="256528"/>
                  </a:lnTo>
                  <a:lnTo>
                    <a:pt x="204497" y="264586"/>
                  </a:lnTo>
                  <a:lnTo>
                    <a:pt x="205842" y="265929"/>
                  </a:lnTo>
                  <a:lnTo>
                    <a:pt x="205842" y="271302"/>
                  </a:lnTo>
                  <a:lnTo>
                    <a:pt x="204497" y="273988"/>
                  </a:lnTo>
                  <a:lnTo>
                    <a:pt x="207188" y="278017"/>
                  </a:lnTo>
                  <a:lnTo>
                    <a:pt x="205842" y="280703"/>
                  </a:lnTo>
                  <a:lnTo>
                    <a:pt x="207188" y="287419"/>
                  </a:lnTo>
                  <a:lnTo>
                    <a:pt x="207188" y="288762"/>
                  </a:lnTo>
                  <a:lnTo>
                    <a:pt x="209878" y="290105"/>
                  </a:lnTo>
                  <a:lnTo>
                    <a:pt x="211224" y="294134"/>
                  </a:lnTo>
                  <a:lnTo>
                    <a:pt x="213915" y="299506"/>
                  </a:lnTo>
                  <a:lnTo>
                    <a:pt x="213915" y="303535"/>
                  </a:lnTo>
                  <a:lnTo>
                    <a:pt x="212569" y="303535"/>
                  </a:lnTo>
                  <a:lnTo>
                    <a:pt x="212569" y="302192"/>
                  </a:lnTo>
                  <a:lnTo>
                    <a:pt x="211224" y="299506"/>
                  </a:lnTo>
                  <a:lnTo>
                    <a:pt x="208533" y="300849"/>
                  </a:lnTo>
                  <a:lnTo>
                    <a:pt x="208533" y="304878"/>
                  </a:lnTo>
                  <a:lnTo>
                    <a:pt x="211224" y="307565"/>
                  </a:lnTo>
                  <a:lnTo>
                    <a:pt x="211224" y="310251"/>
                  </a:lnTo>
                  <a:lnTo>
                    <a:pt x="208533" y="311594"/>
                  </a:lnTo>
                  <a:lnTo>
                    <a:pt x="208533" y="314280"/>
                  </a:lnTo>
                  <a:lnTo>
                    <a:pt x="204497" y="318309"/>
                  </a:lnTo>
                  <a:lnTo>
                    <a:pt x="207188" y="323682"/>
                  </a:lnTo>
                  <a:lnTo>
                    <a:pt x="205842" y="327711"/>
                  </a:lnTo>
                  <a:lnTo>
                    <a:pt x="207188" y="330397"/>
                  </a:lnTo>
                  <a:lnTo>
                    <a:pt x="203152" y="333083"/>
                  </a:lnTo>
                  <a:lnTo>
                    <a:pt x="200461" y="334426"/>
                  </a:lnTo>
                  <a:lnTo>
                    <a:pt x="200461" y="341142"/>
                  </a:lnTo>
                  <a:lnTo>
                    <a:pt x="197771" y="342485"/>
                  </a:lnTo>
                  <a:lnTo>
                    <a:pt x="191044" y="347857"/>
                  </a:lnTo>
                  <a:lnTo>
                    <a:pt x="188353" y="350543"/>
                  </a:lnTo>
                  <a:lnTo>
                    <a:pt x="182971" y="353229"/>
                  </a:lnTo>
                  <a:lnTo>
                    <a:pt x="181626" y="358602"/>
                  </a:lnTo>
                  <a:lnTo>
                    <a:pt x="177590" y="358602"/>
                  </a:lnTo>
                  <a:lnTo>
                    <a:pt x="173554" y="361288"/>
                  </a:lnTo>
                  <a:lnTo>
                    <a:pt x="162790" y="368003"/>
                  </a:lnTo>
                  <a:lnTo>
                    <a:pt x="156063" y="368003"/>
                  </a:lnTo>
                  <a:lnTo>
                    <a:pt x="153373" y="366660"/>
                  </a:lnTo>
                  <a:lnTo>
                    <a:pt x="147991" y="368003"/>
                  </a:lnTo>
                  <a:lnTo>
                    <a:pt x="147991" y="368003"/>
                  </a:lnTo>
                  <a:lnTo>
                    <a:pt x="147991" y="363974"/>
                  </a:lnTo>
                  <a:lnTo>
                    <a:pt x="147991" y="361288"/>
                  </a:lnTo>
                  <a:lnTo>
                    <a:pt x="146646" y="363974"/>
                  </a:lnTo>
                  <a:lnTo>
                    <a:pt x="145301" y="365317"/>
                  </a:lnTo>
                  <a:lnTo>
                    <a:pt x="141265" y="363974"/>
                  </a:lnTo>
                  <a:lnTo>
                    <a:pt x="143955" y="366660"/>
                  </a:lnTo>
                  <a:lnTo>
                    <a:pt x="143955" y="368003"/>
                  </a:lnTo>
                  <a:lnTo>
                    <a:pt x="142610" y="369346"/>
                  </a:lnTo>
                  <a:lnTo>
                    <a:pt x="138574" y="369346"/>
                  </a:lnTo>
                  <a:lnTo>
                    <a:pt x="145301" y="372032"/>
                  </a:lnTo>
                  <a:lnTo>
                    <a:pt x="143955" y="374719"/>
                  </a:lnTo>
                  <a:lnTo>
                    <a:pt x="146646" y="378748"/>
                  </a:lnTo>
                  <a:lnTo>
                    <a:pt x="142610" y="380091"/>
                  </a:lnTo>
                  <a:lnTo>
                    <a:pt x="137229" y="376062"/>
                  </a:lnTo>
                  <a:lnTo>
                    <a:pt x="141265" y="381434"/>
                  </a:lnTo>
                  <a:lnTo>
                    <a:pt x="141265" y="384120"/>
                  </a:lnTo>
                  <a:lnTo>
                    <a:pt x="138574" y="386806"/>
                  </a:lnTo>
                  <a:lnTo>
                    <a:pt x="135883" y="385463"/>
                  </a:lnTo>
                  <a:lnTo>
                    <a:pt x="134538" y="382777"/>
                  </a:lnTo>
                  <a:lnTo>
                    <a:pt x="131847" y="382777"/>
                  </a:lnTo>
                  <a:lnTo>
                    <a:pt x="133193" y="386806"/>
                  </a:lnTo>
                  <a:lnTo>
                    <a:pt x="133193" y="388149"/>
                  </a:lnTo>
                  <a:lnTo>
                    <a:pt x="133193" y="389492"/>
                  </a:lnTo>
                  <a:lnTo>
                    <a:pt x="131847" y="392178"/>
                  </a:lnTo>
                  <a:lnTo>
                    <a:pt x="130502" y="393522"/>
                  </a:lnTo>
                  <a:lnTo>
                    <a:pt x="127811" y="393522"/>
                  </a:lnTo>
                  <a:lnTo>
                    <a:pt x="122429" y="397551"/>
                  </a:lnTo>
                  <a:lnTo>
                    <a:pt x="121084" y="400237"/>
                  </a:lnTo>
                  <a:lnTo>
                    <a:pt x="117048" y="398894"/>
                  </a:lnTo>
                  <a:lnTo>
                    <a:pt x="115702" y="401580"/>
                  </a:lnTo>
                  <a:lnTo>
                    <a:pt x="115702" y="406952"/>
                  </a:lnTo>
                  <a:lnTo>
                    <a:pt x="111666" y="410982"/>
                  </a:lnTo>
                  <a:lnTo>
                    <a:pt x="110321" y="409638"/>
                  </a:lnTo>
                  <a:lnTo>
                    <a:pt x="111666" y="410982"/>
                  </a:lnTo>
                  <a:lnTo>
                    <a:pt x="99558" y="416354"/>
                  </a:lnTo>
                  <a:lnTo>
                    <a:pt x="92831" y="416354"/>
                  </a:lnTo>
                  <a:lnTo>
                    <a:pt x="96867" y="413668"/>
                  </a:lnTo>
                  <a:lnTo>
                    <a:pt x="102248" y="410982"/>
                  </a:lnTo>
                  <a:lnTo>
                    <a:pt x="104939" y="408296"/>
                  </a:lnTo>
                  <a:lnTo>
                    <a:pt x="102248" y="409638"/>
                  </a:lnTo>
                  <a:lnTo>
                    <a:pt x="98212" y="406952"/>
                  </a:lnTo>
                  <a:lnTo>
                    <a:pt x="98212" y="398894"/>
                  </a:lnTo>
                  <a:lnTo>
                    <a:pt x="99558" y="398894"/>
                  </a:lnTo>
                  <a:lnTo>
                    <a:pt x="98212" y="398894"/>
                  </a:lnTo>
                  <a:lnTo>
                    <a:pt x="99558" y="394865"/>
                  </a:lnTo>
                  <a:lnTo>
                    <a:pt x="98212" y="386806"/>
                  </a:lnTo>
                  <a:lnTo>
                    <a:pt x="102248" y="380091"/>
                  </a:lnTo>
                  <a:lnTo>
                    <a:pt x="108975" y="374719"/>
                  </a:lnTo>
                  <a:lnTo>
                    <a:pt x="111666" y="372032"/>
                  </a:lnTo>
                  <a:lnTo>
                    <a:pt x="107630" y="373375"/>
                  </a:lnTo>
                  <a:lnTo>
                    <a:pt x="102248" y="373375"/>
                  </a:lnTo>
                  <a:lnTo>
                    <a:pt x="98212" y="374719"/>
                  </a:lnTo>
                  <a:lnTo>
                    <a:pt x="96867" y="372032"/>
                  </a:lnTo>
                  <a:lnTo>
                    <a:pt x="94176" y="373375"/>
                  </a:lnTo>
                  <a:lnTo>
                    <a:pt x="88795" y="372032"/>
                  </a:lnTo>
                  <a:lnTo>
                    <a:pt x="90140" y="370689"/>
                  </a:lnTo>
                  <a:lnTo>
                    <a:pt x="88795" y="366660"/>
                  </a:lnTo>
                  <a:lnTo>
                    <a:pt x="87449" y="365317"/>
                  </a:lnTo>
                  <a:lnTo>
                    <a:pt x="92831" y="359945"/>
                  </a:lnTo>
                  <a:lnTo>
                    <a:pt x="98212" y="358602"/>
                  </a:lnTo>
                  <a:lnTo>
                    <a:pt x="100903" y="351886"/>
                  </a:lnTo>
                  <a:lnTo>
                    <a:pt x="106285" y="351886"/>
                  </a:lnTo>
                  <a:lnTo>
                    <a:pt x="110321" y="353229"/>
                  </a:lnTo>
                  <a:lnTo>
                    <a:pt x="121084" y="350543"/>
                  </a:lnTo>
                  <a:lnTo>
                    <a:pt x="126466" y="353229"/>
                  </a:lnTo>
                  <a:lnTo>
                    <a:pt x="127811" y="357259"/>
                  </a:lnTo>
                  <a:lnTo>
                    <a:pt x="135883" y="355915"/>
                  </a:lnTo>
                  <a:lnTo>
                    <a:pt x="134538" y="350543"/>
                  </a:lnTo>
                  <a:lnTo>
                    <a:pt x="134538" y="347857"/>
                  </a:lnTo>
                  <a:lnTo>
                    <a:pt x="130502" y="342485"/>
                  </a:lnTo>
                  <a:lnTo>
                    <a:pt x="125120" y="341142"/>
                  </a:lnTo>
                  <a:lnTo>
                    <a:pt x="123775" y="331740"/>
                  </a:lnTo>
                  <a:lnTo>
                    <a:pt x="127811" y="327711"/>
                  </a:lnTo>
                  <a:lnTo>
                    <a:pt x="138574" y="327711"/>
                  </a:lnTo>
                  <a:lnTo>
                    <a:pt x="141265" y="323682"/>
                  </a:lnTo>
                  <a:lnTo>
                    <a:pt x="147991" y="318309"/>
                  </a:lnTo>
                  <a:lnTo>
                    <a:pt x="154718" y="315623"/>
                  </a:lnTo>
                  <a:lnTo>
                    <a:pt x="156063" y="312937"/>
                  </a:lnTo>
                  <a:lnTo>
                    <a:pt x="160100" y="311594"/>
                  </a:lnTo>
                  <a:lnTo>
                    <a:pt x="164136" y="303535"/>
                  </a:lnTo>
                  <a:lnTo>
                    <a:pt x="162790" y="298163"/>
                  </a:lnTo>
                  <a:lnTo>
                    <a:pt x="165481" y="290105"/>
                  </a:lnTo>
                  <a:lnTo>
                    <a:pt x="162790" y="286075"/>
                  </a:lnTo>
                  <a:lnTo>
                    <a:pt x="164136" y="278017"/>
                  </a:lnTo>
                  <a:lnTo>
                    <a:pt x="160100" y="267272"/>
                  </a:lnTo>
                  <a:lnTo>
                    <a:pt x="154718" y="264586"/>
                  </a:lnTo>
                  <a:lnTo>
                    <a:pt x="152027" y="256528"/>
                  </a:lnTo>
                  <a:lnTo>
                    <a:pt x="153373" y="256528"/>
                  </a:lnTo>
                  <a:lnTo>
                    <a:pt x="157409" y="253842"/>
                  </a:lnTo>
                  <a:lnTo>
                    <a:pt x="157409" y="245783"/>
                  </a:lnTo>
                  <a:lnTo>
                    <a:pt x="154718" y="243097"/>
                  </a:lnTo>
                  <a:lnTo>
                    <a:pt x="153373" y="235038"/>
                  </a:lnTo>
                  <a:lnTo>
                    <a:pt x="161445" y="229666"/>
                  </a:lnTo>
                  <a:lnTo>
                    <a:pt x="161445" y="224294"/>
                  </a:lnTo>
                  <a:lnTo>
                    <a:pt x="157409" y="222951"/>
                  </a:lnTo>
                  <a:lnTo>
                    <a:pt x="154718" y="220265"/>
                  </a:lnTo>
                  <a:lnTo>
                    <a:pt x="156063" y="213549"/>
                  </a:lnTo>
                  <a:lnTo>
                    <a:pt x="160100" y="209520"/>
                  </a:lnTo>
                  <a:lnTo>
                    <a:pt x="157409" y="205491"/>
                  </a:lnTo>
                  <a:lnTo>
                    <a:pt x="153373" y="208177"/>
                  </a:lnTo>
                  <a:lnTo>
                    <a:pt x="150682" y="206834"/>
                  </a:lnTo>
                  <a:lnTo>
                    <a:pt x="146646" y="202805"/>
                  </a:lnTo>
                  <a:lnTo>
                    <a:pt x="141265" y="202805"/>
                  </a:lnTo>
                  <a:lnTo>
                    <a:pt x="139920" y="200119"/>
                  </a:lnTo>
                  <a:lnTo>
                    <a:pt x="139920" y="194746"/>
                  </a:lnTo>
                  <a:lnTo>
                    <a:pt x="135883" y="193403"/>
                  </a:lnTo>
                  <a:lnTo>
                    <a:pt x="134538" y="194746"/>
                  </a:lnTo>
                  <a:lnTo>
                    <a:pt x="130502" y="190717"/>
                  </a:lnTo>
                  <a:lnTo>
                    <a:pt x="130502" y="186688"/>
                  </a:lnTo>
                  <a:lnTo>
                    <a:pt x="127811" y="181315"/>
                  </a:lnTo>
                  <a:lnTo>
                    <a:pt x="121084" y="181315"/>
                  </a:lnTo>
                  <a:lnTo>
                    <a:pt x="117048" y="179972"/>
                  </a:lnTo>
                  <a:lnTo>
                    <a:pt x="115702" y="173257"/>
                  </a:lnTo>
                  <a:lnTo>
                    <a:pt x="107630" y="165199"/>
                  </a:lnTo>
                  <a:lnTo>
                    <a:pt x="107630" y="161169"/>
                  </a:lnTo>
                  <a:lnTo>
                    <a:pt x="102248" y="153111"/>
                  </a:lnTo>
                  <a:lnTo>
                    <a:pt x="94176" y="150425"/>
                  </a:lnTo>
                  <a:lnTo>
                    <a:pt x="88795" y="141023"/>
                  </a:lnTo>
                  <a:lnTo>
                    <a:pt x="83414" y="141023"/>
                  </a:lnTo>
                  <a:lnTo>
                    <a:pt x="75341" y="136994"/>
                  </a:lnTo>
                  <a:lnTo>
                    <a:pt x="67269" y="135651"/>
                  </a:lnTo>
                  <a:lnTo>
                    <a:pt x="63233" y="128935"/>
                  </a:lnTo>
                  <a:lnTo>
                    <a:pt x="59197" y="128935"/>
                  </a:lnTo>
                  <a:lnTo>
                    <a:pt x="57851" y="126249"/>
                  </a:lnTo>
                  <a:lnTo>
                    <a:pt x="61887" y="122220"/>
                  </a:lnTo>
                  <a:lnTo>
                    <a:pt x="56506" y="115505"/>
                  </a:lnTo>
                  <a:lnTo>
                    <a:pt x="56506" y="111475"/>
                  </a:lnTo>
                  <a:lnTo>
                    <a:pt x="60542" y="111475"/>
                  </a:lnTo>
                  <a:lnTo>
                    <a:pt x="67269" y="108789"/>
                  </a:lnTo>
                  <a:lnTo>
                    <a:pt x="72651" y="107446"/>
                  </a:lnTo>
                  <a:lnTo>
                    <a:pt x="75341" y="104760"/>
                  </a:lnTo>
                  <a:lnTo>
                    <a:pt x="78032" y="95359"/>
                  </a:lnTo>
                  <a:lnTo>
                    <a:pt x="82068" y="92672"/>
                  </a:lnTo>
                  <a:lnTo>
                    <a:pt x="82068" y="89986"/>
                  </a:lnTo>
                  <a:lnTo>
                    <a:pt x="73996" y="87300"/>
                  </a:lnTo>
                  <a:lnTo>
                    <a:pt x="73996" y="83271"/>
                  </a:lnTo>
                  <a:lnTo>
                    <a:pt x="73996" y="77899"/>
                  </a:lnTo>
                  <a:lnTo>
                    <a:pt x="67269" y="76555"/>
                  </a:lnTo>
                  <a:lnTo>
                    <a:pt x="63233" y="72526"/>
                  </a:lnTo>
                  <a:lnTo>
                    <a:pt x="56506" y="72526"/>
                  </a:lnTo>
                  <a:lnTo>
                    <a:pt x="49779" y="75212"/>
                  </a:lnTo>
                  <a:lnTo>
                    <a:pt x="44397" y="73869"/>
                  </a:lnTo>
                  <a:lnTo>
                    <a:pt x="32289" y="73869"/>
                  </a:lnTo>
                  <a:lnTo>
                    <a:pt x="26908" y="64468"/>
                  </a:lnTo>
                  <a:lnTo>
                    <a:pt x="18836" y="56409"/>
                  </a:lnTo>
                  <a:lnTo>
                    <a:pt x="20181" y="52380"/>
                  </a:lnTo>
                  <a:lnTo>
                    <a:pt x="20181" y="47008"/>
                  </a:lnTo>
                  <a:lnTo>
                    <a:pt x="14799" y="42978"/>
                  </a:lnTo>
                  <a:lnTo>
                    <a:pt x="10763" y="36263"/>
                  </a:lnTo>
                  <a:lnTo>
                    <a:pt x="1345" y="3223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1C4D84BF-7FF6-AEFC-08A7-E3471C54A0CE}"/>
                </a:ext>
              </a:extLst>
            </p:cNvPr>
            <p:cNvSpPr/>
            <p:nvPr/>
          </p:nvSpPr>
          <p:spPr>
            <a:xfrm>
              <a:off x="10054001" y="4360431"/>
              <a:ext cx="8072" cy="13430"/>
            </a:xfrm>
            <a:custGeom>
              <a:avLst/>
              <a:gdLst>
                <a:gd name="connsiteX0" fmla="*/ 0 w 8072"/>
                <a:gd name="connsiteY0" fmla="*/ 2686 h 13430"/>
                <a:gd name="connsiteX1" fmla="*/ 2691 w 8072"/>
                <a:gd name="connsiteY1" fmla="*/ 6715 h 13430"/>
                <a:gd name="connsiteX2" fmla="*/ 2691 w 8072"/>
                <a:gd name="connsiteY2" fmla="*/ 9402 h 13430"/>
                <a:gd name="connsiteX3" fmla="*/ 4036 w 8072"/>
                <a:gd name="connsiteY3" fmla="*/ 13431 h 13430"/>
                <a:gd name="connsiteX4" fmla="*/ 6727 w 8072"/>
                <a:gd name="connsiteY4" fmla="*/ 12088 h 13430"/>
                <a:gd name="connsiteX5" fmla="*/ 8073 w 8072"/>
                <a:gd name="connsiteY5" fmla="*/ 4029 h 13430"/>
                <a:gd name="connsiteX6" fmla="*/ 6727 w 8072"/>
                <a:gd name="connsiteY6" fmla="*/ 2686 h 13430"/>
                <a:gd name="connsiteX7" fmla="*/ 5382 w 8072"/>
                <a:gd name="connsiteY7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" h="13430">
                  <a:moveTo>
                    <a:pt x="0" y="2686"/>
                  </a:moveTo>
                  <a:lnTo>
                    <a:pt x="2691" y="6715"/>
                  </a:lnTo>
                  <a:lnTo>
                    <a:pt x="2691" y="9402"/>
                  </a:lnTo>
                  <a:lnTo>
                    <a:pt x="4036" y="13431"/>
                  </a:lnTo>
                  <a:lnTo>
                    <a:pt x="6727" y="12088"/>
                  </a:lnTo>
                  <a:lnTo>
                    <a:pt x="8073" y="4029"/>
                  </a:lnTo>
                  <a:lnTo>
                    <a:pt x="6727" y="2686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454" name="Freeform 453">
            <a:extLst>
              <a:ext uri="{FF2B5EF4-FFF2-40B4-BE49-F238E27FC236}">
                <a16:creationId xmlns:a16="http://schemas.microsoft.com/office/drawing/2014/main" id="{4624D0AC-3B1F-538D-B827-8CFAA0672FBE}"/>
              </a:ext>
            </a:extLst>
          </p:cNvPr>
          <p:cNvSpPr/>
          <p:nvPr/>
        </p:nvSpPr>
        <p:spPr>
          <a:xfrm>
            <a:off x="10010949" y="4243583"/>
            <a:ext cx="137228" cy="116847"/>
          </a:xfrm>
          <a:custGeom>
            <a:avLst/>
            <a:gdLst>
              <a:gd name="connsiteX0" fmla="*/ 55161 w 137228"/>
              <a:gd name="connsiteY0" fmla="*/ 114162 h 116847"/>
              <a:gd name="connsiteX1" fmla="*/ 53815 w 137228"/>
              <a:gd name="connsiteY1" fmla="*/ 115505 h 116847"/>
              <a:gd name="connsiteX2" fmla="*/ 48434 w 137228"/>
              <a:gd name="connsiteY2" fmla="*/ 112819 h 116847"/>
              <a:gd name="connsiteX3" fmla="*/ 45743 w 137228"/>
              <a:gd name="connsiteY3" fmla="*/ 111475 h 116847"/>
              <a:gd name="connsiteX4" fmla="*/ 45743 w 137228"/>
              <a:gd name="connsiteY4" fmla="*/ 112819 h 116847"/>
              <a:gd name="connsiteX5" fmla="*/ 40361 w 137228"/>
              <a:gd name="connsiteY5" fmla="*/ 116848 h 116847"/>
              <a:gd name="connsiteX6" fmla="*/ 37671 w 137228"/>
              <a:gd name="connsiteY6" fmla="*/ 116848 h 116847"/>
              <a:gd name="connsiteX7" fmla="*/ 37671 w 137228"/>
              <a:gd name="connsiteY7" fmla="*/ 114162 h 116847"/>
              <a:gd name="connsiteX8" fmla="*/ 36325 w 137228"/>
              <a:gd name="connsiteY8" fmla="*/ 111475 h 116847"/>
              <a:gd name="connsiteX9" fmla="*/ 39016 w 137228"/>
              <a:gd name="connsiteY9" fmla="*/ 107446 h 116847"/>
              <a:gd name="connsiteX10" fmla="*/ 39016 w 137228"/>
              <a:gd name="connsiteY10" fmla="*/ 104760 h 116847"/>
              <a:gd name="connsiteX11" fmla="*/ 37671 w 137228"/>
              <a:gd name="connsiteY11" fmla="*/ 100731 h 116847"/>
              <a:gd name="connsiteX12" fmla="*/ 37671 w 137228"/>
              <a:gd name="connsiteY12" fmla="*/ 98045 h 116847"/>
              <a:gd name="connsiteX13" fmla="*/ 34980 w 137228"/>
              <a:gd name="connsiteY13" fmla="*/ 99388 h 116847"/>
              <a:gd name="connsiteX14" fmla="*/ 32289 w 137228"/>
              <a:gd name="connsiteY14" fmla="*/ 102074 h 116847"/>
              <a:gd name="connsiteX15" fmla="*/ 32289 w 137228"/>
              <a:gd name="connsiteY15" fmla="*/ 106103 h 116847"/>
              <a:gd name="connsiteX16" fmla="*/ 29598 w 137228"/>
              <a:gd name="connsiteY16" fmla="*/ 106103 h 116847"/>
              <a:gd name="connsiteX17" fmla="*/ 25562 w 137228"/>
              <a:gd name="connsiteY17" fmla="*/ 106103 h 116847"/>
              <a:gd name="connsiteX18" fmla="*/ 24217 w 137228"/>
              <a:gd name="connsiteY18" fmla="*/ 102074 h 116847"/>
              <a:gd name="connsiteX19" fmla="*/ 22872 w 137228"/>
              <a:gd name="connsiteY19" fmla="*/ 99388 h 116847"/>
              <a:gd name="connsiteX20" fmla="*/ 22872 w 137228"/>
              <a:gd name="connsiteY20" fmla="*/ 95359 h 116847"/>
              <a:gd name="connsiteX21" fmla="*/ 21527 w 137228"/>
              <a:gd name="connsiteY21" fmla="*/ 91329 h 116847"/>
              <a:gd name="connsiteX22" fmla="*/ 18836 w 137228"/>
              <a:gd name="connsiteY22" fmla="*/ 92672 h 116847"/>
              <a:gd name="connsiteX23" fmla="*/ 14800 w 137228"/>
              <a:gd name="connsiteY23" fmla="*/ 87300 h 116847"/>
              <a:gd name="connsiteX24" fmla="*/ 14800 w 137228"/>
              <a:gd name="connsiteY24" fmla="*/ 81928 h 116847"/>
              <a:gd name="connsiteX25" fmla="*/ 12109 w 137228"/>
              <a:gd name="connsiteY25" fmla="*/ 79242 h 116847"/>
              <a:gd name="connsiteX26" fmla="*/ 12109 w 137228"/>
              <a:gd name="connsiteY26" fmla="*/ 73869 h 116847"/>
              <a:gd name="connsiteX27" fmla="*/ 8073 w 137228"/>
              <a:gd name="connsiteY27" fmla="*/ 69840 h 116847"/>
              <a:gd name="connsiteX28" fmla="*/ 8073 w 137228"/>
              <a:gd name="connsiteY28" fmla="*/ 69840 h 116847"/>
              <a:gd name="connsiteX29" fmla="*/ 8073 w 137228"/>
              <a:gd name="connsiteY29" fmla="*/ 65811 h 116847"/>
              <a:gd name="connsiteX30" fmla="*/ 9418 w 137228"/>
              <a:gd name="connsiteY30" fmla="*/ 56409 h 116847"/>
              <a:gd name="connsiteX31" fmla="*/ 6727 w 137228"/>
              <a:gd name="connsiteY31" fmla="*/ 51037 h 116847"/>
              <a:gd name="connsiteX32" fmla="*/ 2691 w 137228"/>
              <a:gd name="connsiteY32" fmla="*/ 49694 h 116847"/>
              <a:gd name="connsiteX33" fmla="*/ 0 w 137228"/>
              <a:gd name="connsiteY33" fmla="*/ 38949 h 116847"/>
              <a:gd name="connsiteX34" fmla="*/ 0 w 137228"/>
              <a:gd name="connsiteY34" fmla="*/ 28205 h 116847"/>
              <a:gd name="connsiteX35" fmla="*/ 5382 w 137228"/>
              <a:gd name="connsiteY35" fmla="*/ 22832 h 116847"/>
              <a:gd name="connsiteX36" fmla="*/ 6727 w 137228"/>
              <a:gd name="connsiteY36" fmla="*/ 14774 h 116847"/>
              <a:gd name="connsiteX37" fmla="*/ 12109 w 137228"/>
              <a:gd name="connsiteY37" fmla="*/ 8059 h 116847"/>
              <a:gd name="connsiteX38" fmla="*/ 17491 w 137228"/>
              <a:gd name="connsiteY38" fmla="*/ 8059 h 116847"/>
              <a:gd name="connsiteX39" fmla="*/ 29598 w 137228"/>
              <a:gd name="connsiteY39" fmla="*/ 4029 h 116847"/>
              <a:gd name="connsiteX40" fmla="*/ 36325 w 137228"/>
              <a:gd name="connsiteY40" fmla="*/ 4029 h 116847"/>
              <a:gd name="connsiteX41" fmla="*/ 39016 w 137228"/>
              <a:gd name="connsiteY41" fmla="*/ 5372 h 116847"/>
              <a:gd name="connsiteX42" fmla="*/ 45743 w 137228"/>
              <a:gd name="connsiteY42" fmla="*/ 4029 h 116847"/>
              <a:gd name="connsiteX43" fmla="*/ 52470 w 137228"/>
              <a:gd name="connsiteY43" fmla="*/ 4029 h 116847"/>
              <a:gd name="connsiteX44" fmla="*/ 57852 w 137228"/>
              <a:gd name="connsiteY44" fmla="*/ 5372 h 116847"/>
              <a:gd name="connsiteX45" fmla="*/ 64579 w 137228"/>
              <a:gd name="connsiteY45" fmla="*/ 4029 h 116847"/>
              <a:gd name="connsiteX46" fmla="*/ 68615 w 137228"/>
              <a:gd name="connsiteY46" fmla="*/ 8059 h 116847"/>
              <a:gd name="connsiteX47" fmla="*/ 72651 w 137228"/>
              <a:gd name="connsiteY47" fmla="*/ 5372 h 116847"/>
              <a:gd name="connsiteX48" fmla="*/ 78033 w 137228"/>
              <a:gd name="connsiteY48" fmla="*/ 10745 h 116847"/>
              <a:gd name="connsiteX49" fmla="*/ 80723 w 137228"/>
              <a:gd name="connsiteY49" fmla="*/ 13431 h 116847"/>
              <a:gd name="connsiteX50" fmla="*/ 88795 w 137228"/>
              <a:gd name="connsiteY50" fmla="*/ 13431 h 116847"/>
              <a:gd name="connsiteX51" fmla="*/ 92831 w 137228"/>
              <a:gd name="connsiteY51" fmla="*/ 21489 h 116847"/>
              <a:gd name="connsiteX52" fmla="*/ 100903 w 137228"/>
              <a:gd name="connsiteY52" fmla="*/ 24175 h 116847"/>
              <a:gd name="connsiteX53" fmla="*/ 100903 w 137228"/>
              <a:gd name="connsiteY53" fmla="*/ 21489 h 116847"/>
              <a:gd name="connsiteX54" fmla="*/ 99558 w 137228"/>
              <a:gd name="connsiteY54" fmla="*/ 16117 h 116847"/>
              <a:gd name="connsiteX55" fmla="*/ 100903 w 137228"/>
              <a:gd name="connsiteY55" fmla="*/ 12088 h 116847"/>
              <a:gd name="connsiteX56" fmla="*/ 95522 w 137228"/>
              <a:gd name="connsiteY56" fmla="*/ 5372 h 116847"/>
              <a:gd name="connsiteX57" fmla="*/ 99558 w 137228"/>
              <a:gd name="connsiteY57" fmla="*/ 1343 h 116847"/>
              <a:gd name="connsiteX58" fmla="*/ 108976 w 137228"/>
              <a:gd name="connsiteY58" fmla="*/ 0 h 116847"/>
              <a:gd name="connsiteX59" fmla="*/ 110321 w 137228"/>
              <a:gd name="connsiteY59" fmla="*/ 4029 h 116847"/>
              <a:gd name="connsiteX60" fmla="*/ 114357 w 137228"/>
              <a:gd name="connsiteY60" fmla="*/ 5372 h 116847"/>
              <a:gd name="connsiteX61" fmla="*/ 119739 w 137228"/>
              <a:gd name="connsiteY61" fmla="*/ 8059 h 116847"/>
              <a:gd name="connsiteX62" fmla="*/ 123775 w 137228"/>
              <a:gd name="connsiteY62" fmla="*/ 8059 h 116847"/>
              <a:gd name="connsiteX63" fmla="*/ 126466 w 137228"/>
              <a:gd name="connsiteY63" fmla="*/ 16117 h 116847"/>
              <a:gd name="connsiteX64" fmla="*/ 131848 w 137228"/>
              <a:gd name="connsiteY64" fmla="*/ 18803 h 116847"/>
              <a:gd name="connsiteX65" fmla="*/ 135884 w 137228"/>
              <a:gd name="connsiteY65" fmla="*/ 29548 h 116847"/>
              <a:gd name="connsiteX66" fmla="*/ 134538 w 137228"/>
              <a:gd name="connsiteY66" fmla="*/ 37606 h 116847"/>
              <a:gd name="connsiteX67" fmla="*/ 137229 w 137228"/>
              <a:gd name="connsiteY67" fmla="*/ 41635 h 116847"/>
              <a:gd name="connsiteX68" fmla="*/ 134538 w 137228"/>
              <a:gd name="connsiteY68" fmla="*/ 49694 h 116847"/>
              <a:gd name="connsiteX69" fmla="*/ 135884 w 137228"/>
              <a:gd name="connsiteY69" fmla="*/ 55066 h 116847"/>
              <a:gd name="connsiteX70" fmla="*/ 131848 w 137228"/>
              <a:gd name="connsiteY70" fmla="*/ 63125 h 116847"/>
              <a:gd name="connsiteX71" fmla="*/ 127811 w 137228"/>
              <a:gd name="connsiteY71" fmla="*/ 64468 h 116847"/>
              <a:gd name="connsiteX72" fmla="*/ 126466 w 137228"/>
              <a:gd name="connsiteY72" fmla="*/ 67154 h 116847"/>
              <a:gd name="connsiteX73" fmla="*/ 119739 w 137228"/>
              <a:gd name="connsiteY73" fmla="*/ 69840 h 116847"/>
              <a:gd name="connsiteX74" fmla="*/ 113012 w 137228"/>
              <a:gd name="connsiteY74" fmla="*/ 75212 h 116847"/>
              <a:gd name="connsiteX75" fmla="*/ 110321 w 137228"/>
              <a:gd name="connsiteY75" fmla="*/ 79242 h 116847"/>
              <a:gd name="connsiteX76" fmla="*/ 99558 w 137228"/>
              <a:gd name="connsiteY76" fmla="*/ 79242 h 116847"/>
              <a:gd name="connsiteX77" fmla="*/ 95522 w 137228"/>
              <a:gd name="connsiteY77" fmla="*/ 83271 h 116847"/>
              <a:gd name="connsiteX78" fmla="*/ 96867 w 137228"/>
              <a:gd name="connsiteY78" fmla="*/ 92672 h 116847"/>
              <a:gd name="connsiteX79" fmla="*/ 102249 w 137228"/>
              <a:gd name="connsiteY79" fmla="*/ 94015 h 116847"/>
              <a:gd name="connsiteX80" fmla="*/ 106285 w 137228"/>
              <a:gd name="connsiteY80" fmla="*/ 99388 h 116847"/>
              <a:gd name="connsiteX81" fmla="*/ 106285 w 137228"/>
              <a:gd name="connsiteY81" fmla="*/ 102074 h 116847"/>
              <a:gd name="connsiteX82" fmla="*/ 107630 w 137228"/>
              <a:gd name="connsiteY82" fmla="*/ 107446 h 116847"/>
              <a:gd name="connsiteX83" fmla="*/ 99558 w 137228"/>
              <a:gd name="connsiteY83" fmla="*/ 108789 h 116847"/>
              <a:gd name="connsiteX84" fmla="*/ 98213 w 137228"/>
              <a:gd name="connsiteY84" fmla="*/ 104760 h 116847"/>
              <a:gd name="connsiteX85" fmla="*/ 92831 w 137228"/>
              <a:gd name="connsiteY85" fmla="*/ 102074 h 116847"/>
              <a:gd name="connsiteX86" fmla="*/ 82068 w 137228"/>
              <a:gd name="connsiteY86" fmla="*/ 104760 h 116847"/>
              <a:gd name="connsiteX87" fmla="*/ 78033 w 137228"/>
              <a:gd name="connsiteY87" fmla="*/ 103417 h 116847"/>
              <a:gd name="connsiteX88" fmla="*/ 72651 w 137228"/>
              <a:gd name="connsiteY88" fmla="*/ 103417 h 116847"/>
              <a:gd name="connsiteX89" fmla="*/ 69960 w 137228"/>
              <a:gd name="connsiteY89" fmla="*/ 110132 h 116847"/>
              <a:gd name="connsiteX90" fmla="*/ 64579 w 137228"/>
              <a:gd name="connsiteY90" fmla="*/ 111475 h 116847"/>
              <a:gd name="connsiteX91" fmla="*/ 59197 w 137228"/>
              <a:gd name="connsiteY91" fmla="*/ 116848 h 116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37228" h="116847">
                <a:moveTo>
                  <a:pt x="55161" y="114162"/>
                </a:moveTo>
                <a:lnTo>
                  <a:pt x="53815" y="115505"/>
                </a:lnTo>
                <a:lnTo>
                  <a:pt x="48434" y="112819"/>
                </a:lnTo>
                <a:lnTo>
                  <a:pt x="45743" y="111475"/>
                </a:lnTo>
                <a:lnTo>
                  <a:pt x="45743" y="112819"/>
                </a:lnTo>
                <a:lnTo>
                  <a:pt x="40361" y="116848"/>
                </a:lnTo>
                <a:lnTo>
                  <a:pt x="37671" y="116848"/>
                </a:lnTo>
                <a:lnTo>
                  <a:pt x="37671" y="114162"/>
                </a:lnTo>
                <a:lnTo>
                  <a:pt x="36325" y="111475"/>
                </a:lnTo>
                <a:lnTo>
                  <a:pt x="39016" y="107446"/>
                </a:lnTo>
                <a:lnTo>
                  <a:pt x="39016" y="104760"/>
                </a:lnTo>
                <a:lnTo>
                  <a:pt x="37671" y="100731"/>
                </a:lnTo>
                <a:lnTo>
                  <a:pt x="37671" y="98045"/>
                </a:lnTo>
                <a:lnTo>
                  <a:pt x="34980" y="99388"/>
                </a:lnTo>
                <a:lnTo>
                  <a:pt x="32289" y="102074"/>
                </a:lnTo>
                <a:lnTo>
                  <a:pt x="32289" y="106103"/>
                </a:lnTo>
                <a:lnTo>
                  <a:pt x="29598" y="106103"/>
                </a:lnTo>
                <a:lnTo>
                  <a:pt x="25562" y="106103"/>
                </a:lnTo>
                <a:lnTo>
                  <a:pt x="24217" y="102074"/>
                </a:lnTo>
                <a:lnTo>
                  <a:pt x="22872" y="99388"/>
                </a:lnTo>
                <a:lnTo>
                  <a:pt x="22872" y="95359"/>
                </a:lnTo>
                <a:lnTo>
                  <a:pt x="21527" y="91329"/>
                </a:lnTo>
                <a:lnTo>
                  <a:pt x="18836" y="92672"/>
                </a:lnTo>
                <a:lnTo>
                  <a:pt x="14800" y="87300"/>
                </a:lnTo>
                <a:lnTo>
                  <a:pt x="14800" y="81928"/>
                </a:lnTo>
                <a:lnTo>
                  <a:pt x="12109" y="79242"/>
                </a:lnTo>
                <a:lnTo>
                  <a:pt x="12109" y="73869"/>
                </a:lnTo>
                <a:lnTo>
                  <a:pt x="8073" y="69840"/>
                </a:lnTo>
                <a:lnTo>
                  <a:pt x="8073" y="69840"/>
                </a:lnTo>
                <a:lnTo>
                  <a:pt x="8073" y="65811"/>
                </a:lnTo>
                <a:lnTo>
                  <a:pt x="9418" y="56409"/>
                </a:lnTo>
                <a:lnTo>
                  <a:pt x="6727" y="51037"/>
                </a:lnTo>
                <a:lnTo>
                  <a:pt x="2691" y="49694"/>
                </a:lnTo>
                <a:lnTo>
                  <a:pt x="0" y="38949"/>
                </a:lnTo>
                <a:lnTo>
                  <a:pt x="0" y="28205"/>
                </a:lnTo>
                <a:lnTo>
                  <a:pt x="5382" y="22832"/>
                </a:lnTo>
                <a:lnTo>
                  <a:pt x="6727" y="14774"/>
                </a:lnTo>
                <a:lnTo>
                  <a:pt x="12109" y="8059"/>
                </a:lnTo>
                <a:lnTo>
                  <a:pt x="17491" y="8059"/>
                </a:lnTo>
                <a:lnTo>
                  <a:pt x="29598" y="4029"/>
                </a:lnTo>
                <a:lnTo>
                  <a:pt x="36325" y="4029"/>
                </a:lnTo>
                <a:lnTo>
                  <a:pt x="39016" y="5372"/>
                </a:lnTo>
                <a:lnTo>
                  <a:pt x="45743" y="4029"/>
                </a:lnTo>
                <a:lnTo>
                  <a:pt x="52470" y="4029"/>
                </a:lnTo>
                <a:lnTo>
                  <a:pt x="57852" y="5372"/>
                </a:lnTo>
                <a:lnTo>
                  <a:pt x="64579" y="4029"/>
                </a:lnTo>
                <a:lnTo>
                  <a:pt x="68615" y="8059"/>
                </a:lnTo>
                <a:lnTo>
                  <a:pt x="72651" y="5372"/>
                </a:lnTo>
                <a:lnTo>
                  <a:pt x="78033" y="10745"/>
                </a:lnTo>
                <a:lnTo>
                  <a:pt x="80723" y="13431"/>
                </a:lnTo>
                <a:lnTo>
                  <a:pt x="88795" y="13431"/>
                </a:lnTo>
                <a:lnTo>
                  <a:pt x="92831" y="21489"/>
                </a:lnTo>
                <a:lnTo>
                  <a:pt x="100903" y="24175"/>
                </a:lnTo>
                <a:lnTo>
                  <a:pt x="100903" y="21489"/>
                </a:lnTo>
                <a:lnTo>
                  <a:pt x="99558" y="16117"/>
                </a:lnTo>
                <a:lnTo>
                  <a:pt x="100903" y="12088"/>
                </a:lnTo>
                <a:lnTo>
                  <a:pt x="95522" y="5372"/>
                </a:lnTo>
                <a:lnTo>
                  <a:pt x="99558" y="1343"/>
                </a:lnTo>
                <a:lnTo>
                  <a:pt x="108976" y="0"/>
                </a:lnTo>
                <a:lnTo>
                  <a:pt x="110321" y="4029"/>
                </a:lnTo>
                <a:lnTo>
                  <a:pt x="114357" y="5372"/>
                </a:lnTo>
                <a:lnTo>
                  <a:pt x="119739" y="8059"/>
                </a:lnTo>
                <a:lnTo>
                  <a:pt x="123775" y="8059"/>
                </a:lnTo>
                <a:lnTo>
                  <a:pt x="126466" y="16117"/>
                </a:lnTo>
                <a:lnTo>
                  <a:pt x="131848" y="18803"/>
                </a:lnTo>
                <a:lnTo>
                  <a:pt x="135884" y="29548"/>
                </a:lnTo>
                <a:lnTo>
                  <a:pt x="134538" y="37606"/>
                </a:lnTo>
                <a:lnTo>
                  <a:pt x="137229" y="41635"/>
                </a:lnTo>
                <a:lnTo>
                  <a:pt x="134538" y="49694"/>
                </a:lnTo>
                <a:lnTo>
                  <a:pt x="135884" y="55066"/>
                </a:lnTo>
                <a:lnTo>
                  <a:pt x="131848" y="63125"/>
                </a:lnTo>
                <a:lnTo>
                  <a:pt x="127811" y="64468"/>
                </a:lnTo>
                <a:lnTo>
                  <a:pt x="126466" y="67154"/>
                </a:lnTo>
                <a:lnTo>
                  <a:pt x="119739" y="69840"/>
                </a:lnTo>
                <a:lnTo>
                  <a:pt x="113012" y="75212"/>
                </a:lnTo>
                <a:lnTo>
                  <a:pt x="110321" y="79242"/>
                </a:lnTo>
                <a:lnTo>
                  <a:pt x="99558" y="79242"/>
                </a:lnTo>
                <a:lnTo>
                  <a:pt x="95522" y="83271"/>
                </a:lnTo>
                <a:lnTo>
                  <a:pt x="96867" y="92672"/>
                </a:lnTo>
                <a:lnTo>
                  <a:pt x="102249" y="94015"/>
                </a:lnTo>
                <a:lnTo>
                  <a:pt x="106285" y="99388"/>
                </a:lnTo>
                <a:lnTo>
                  <a:pt x="106285" y="102074"/>
                </a:lnTo>
                <a:lnTo>
                  <a:pt x="107630" y="107446"/>
                </a:lnTo>
                <a:lnTo>
                  <a:pt x="99558" y="108789"/>
                </a:lnTo>
                <a:lnTo>
                  <a:pt x="98213" y="104760"/>
                </a:lnTo>
                <a:lnTo>
                  <a:pt x="92831" y="102074"/>
                </a:lnTo>
                <a:lnTo>
                  <a:pt x="82068" y="104760"/>
                </a:lnTo>
                <a:lnTo>
                  <a:pt x="78033" y="103417"/>
                </a:lnTo>
                <a:lnTo>
                  <a:pt x="72651" y="103417"/>
                </a:lnTo>
                <a:lnTo>
                  <a:pt x="69960" y="110132"/>
                </a:lnTo>
                <a:lnTo>
                  <a:pt x="64579" y="111475"/>
                </a:lnTo>
                <a:lnTo>
                  <a:pt x="59197" y="11684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55" name="Freeform 454">
            <a:extLst>
              <a:ext uri="{FF2B5EF4-FFF2-40B4-BE49-F238E27FC236}">
                <a16:creationId xmlns:a16="http://schemas.microsoft.com/office/drawing/2014/main" id="{3B7778F2-9946-03EE-2500-93C198A450D8}"/>
              </a:ext>
            </a:extLst>
          </p:cNvPr>
          <p:cNvSpPr/>
          <p:nvPr/>
        </p:nvSpPr>
        <p:spPr>
          <a:xfrm>
            <a:off x="9932917" y="4023319"/>
            <a:ext cx="211224" cy="244439"/>
          </a:xfrm>
          <a:custGeom>
            <a:avLst/>
            <a:gdLst>
              <a:gd name="connsiteX0" fmla="*/ 22872 w 211224"/>
              <a:gd name="connsiteY0" fmla="*/ 28204 h 244439"/>
              <a:gd name="connsiteX1" fmla="*/ 26908 w 211224"/>
              <a:gd name="connsiteY1" fmla="*/ 30891 h 244439"/>
              <a:gd name="connsiteX2" fmla="*/ 29598 w 211224"/>
              <a:gd name="connsiteY2" fmla="*/ 34920 h 244439"/>
              <a:gd name="connsiteX3" fmla="*/ 36325 w 211224"/>
              <a:gd name="connsiteY3" fmla="*/ 32234 h 244439"/>
              <a:gd name="connsiteX4" fmla="*/ 40361 w 211224"/>
              <a:gd name="connsiteY4" fmla="*/ 33577 h 244439"/>
              <a:gd name="connsiteX5" fmla="*/ 39016 w 211224"/>
              <a:gd name="connsiteY5" fmla="*/ 26862 h 244439"/>
              <a:gd name="connsiteX6" fmla="*/ 39016 w 211224"/>
              <a:gd name="connsiteY6" fmla="*/ 21489 h 244439"/>
              <a:gd name="connsiteX7" fmla="*/ 36325 w 211224"/>
              <a:gd name="connsiteY7" fmla="*/ 16117 h 244439"/>
              <a:gd name="connsiteX8" fmla="*/ 36325 w 211224"/>
              <a:gd name="connsiteY8" fmla="*/ 6715 h 244439"/>
              <a:gd name="connsiteX9" fmla="*/ 40361 w 211224"/>
              <a:gd name="connsiteY9" fmla="*/ 4029 h 244439"/>
              <a:gd name="connsiteX10" fmla="*/ 40361 w 211224"/>
              <a:gd name="connsiteY10" fmla="*/ 1343 h 244439"/>
              <a:gd name="connsiteX11" fmla="*/ 49779 w 211224"/>
              <a:gd name="connsiteY11" fmla="*/ 0 h 244439"/>
              <a:gd name="connsiteX12" fmla="*/ 51124 w 211224"/>
              <a:gd name="connsiteY12" fmla="*/ 4029 h 244439"/>
              <a:gd name="connsiteX13" fmla="*/ 60542 w 211224"/>
              <a:gd name="connsiteY13" fmla="*/ 8058 h 244439"/>
              <a:gd name="connsiteX14" fmla="*/ 64578 w 211224"/>
              <a:gd name="connsiteY14" fmla="*/ 14774 h 244439"/>
              <a:gd name="connsiteX15" fmla="*/ 69960 w 211224"/>
              <a:gd name="connsiteY15" fmla="*/ 18803 h 244439"/>
              <a:gd name="connsiteX16" fmla="*/ 69960 w 211224"/>
              <a:gd name="connsiteY16" fmla="*/ 24175 h 244439"/>
              <a:gd name="connsiteX17" fmla="*/ 68615 w 211224"/>
              <a:gd name="connsiteY17" fmla="*/ 28204 h 244439"/>
              <a:gd name="connsiteX18" fmla="*/ 76687 w 211224"/>
              <a:gd name="connsiteY18" fmla="*/ 36263 h 244439"/>
              <a:gd name="connsiteX19" fmla="*/ 82068 w 211224"/>
              <a:gd name="connsiteY19" fmla="*/ 45665 h 244439"/>
              <a:gd name="connsiteX20" fmla="*/ 94176 w 211224"/>
              <a:gd name="connsiteY20" fmla="*/ 45665 h 244439"/>
              <a:gd name="connsiteX21" fmla="*/ 99558 w 211224"/>
              <a:gd name="connsiteY21" fmla="*/ 47008 h 244439"/>
              <a:gd name="connsiteX22" fmla="*/ 106285 w 211224"/>
              <a:gd name="connsiteY22" fmla="*/ 44322 h 244439"/>
              <a:gd name="connsiteX23" fmla="*/ 113012 w 211224"/>
              <a:gd name="connsiteY23" fmla="*/ 44322 h 244439"/>
              <a:gd name="connsiteX24" fmla="*/ 117048 w 211224"/>
              <a:gd name="connsiteY24" fmla="*/ 48351 h 244439"/>
              <a:gd name="connsiteX25" fmla="*/ 123775 w 211224"/>
              <a:gd name="connsiteY25" fmla="*/ 49694 h 244439"/>
              <a:gd name="connsiteX26" fmla="*/ 123775 w 211224"/>
              <a:gd name="connsiteY26" fmla="*/ 55066 h 244439"/>
              <a:gd name="connsiteX27" fmla="*/ 123775 w 211224"/>
              <a:gd name="connsiteY27" fmla="*/ 59095 h 244439"/>
              <a:gd name="connsiteX28" fmla="*/ 131847 w 211224"/>
              <a:gd name="connsiteY28" fmla="*/ 61781 h 244439"/>
              <a:gd name="connsiteX29" fmla="*/ 131847 w 211224"/>
              <a:gd name="connsiteY29" fmla="*/ 64468 h 244439"/>
              <a:gd name="connsiteX30" fmla="*/ 127811 w 211224"/>
              <a:gd name="connsiteY30" fmla="*/ 67154 h 244439"/>
              <a:gd name="connsiteX31" fmla="*/ 125120 w 211224"/>
              <a:gd name="connsiteY31" fmla="*/ 76555 h 244439"/>
              <a:gd name="connsiteX32" fmla="*/ 122430 w 211224"/>
              <a:gd name="connsiteY32" fmla="*/ 79241 h 244439"/>
              <a:gd name="connsiteX33" fmla="*/ 117048 w 211224"/>
              <a:gd name="connsiteY33" fmla="*/ 80585 h 244439"/>
              <a:gd name="connsiteX34" fmla="*/ 110321 w 211224"/>
              <a:gd name="connsiteY34" fmla="*/ 83271 h 244439"/>
              <a:gd name="connsiteX35" fmla="*/ 106285 w 211224"/>
              <a:gd name="connsiteY35" fmla="*/ 83271 h 244439"/>
              <a:gd name="connsiteX36" fmla="*/ 106285 w 211224"/>
              <a:gd name="connsiteY36" fmla="*/ 87300 h 244439"/>
              <a:gd name="connsiteX37" fmla="*/ 111666 w 211224"/>
              <a:gd name="connsiteY37" fmla="*/ 94015 h 244439"/>
              <a:gd name="connsiteX38" fmla="*/ 107630 w 211224"/>
              <a:gd name="connsiteY38" fmla="*/ 98045 h 244439"/>
              <a:gd name="connsiteX39" fmla="*/ 108976 w 211224"/>
              <a:gd name="connsiteY39" fmla="*/ 100731 h 244439"/>
              <a:gd name="connsiteX40" fmla="*/ 113012 w 211224"/>
              <a:gd name="connsiteY40" fmla="*/ 100731 h 244439"/>
              <a:gd name="connsiteX41" fmla="*/ 117048 w 211224"/>
              <a:gd name="connsiteY41" fmla="*/ 107446 h 244439"/>
              <a:gd name="connsiteX42" fmla="*/ 125120 w 211224"/>
              <a:gd name="connsiteY42" fmla="*/ 108789 h 244439"/>
              <a:gd name="connsiteX43" fmla="*/ 133193 w 211224"/>
              <a:gd name="connsiteY43" fmla="*/ 112818 h 244439"/>
              <a:gd name="connsiteX44" fmla="*/ 138574 w 211224"/>
              <a:gd name="connsiteY44" fmla="*/ 112818 h 244439"/>
              <a:gd name="connsiteX45" fmla="*/ 143955 w 211224"/>
              <a:gd name="connsiteY45" fmla="*/ 122220 h 244439"/>
              <a:gd name="connsiteX46" fmla="*/ 152027 w 211224"/>
              <a:gd name="connsiteY46" fmla="*/ 124906 h 244439"/>
              <a:gd name="connsiteX47" fmla="*/ 157409 w 211224"/>
              <a:gd name="connsiteY47" fmla="*/ 132965 h 244439"/>
              <a:gd name="connsiteX48" fmla="*/ 157409 w 211224"/>
              <a:gd name="connsiteY48" fmla="*/ 136994 h 244439"/>
              <a:gd name="connsiteX49" fmla="*/ 165481 w 211224"/>
              <a:gd name="connsiteY49" fmla="*/ 145052 h 244439"/>
              <a:gd name="connsiteX50" fmla="*/ 166827 w 211224"/>
              <a:gd name="connsiteY50" fmla="*/ 151768 h 244439"/>
              <a:gd name="connsiteX51" fmla="*/ 170863 w 211224"/>
              <a:gd name="connsiteY51" fmla="*/ 153111 h 244439"/>
              <a:gd name="connsiteX52" fmla="*/ 177590 w 211224"/>
              <a:gd name="connsiteY52" fmla="*/ 153111 h 244439"/>
              <a:gd name="connsiteX53" fmla="*/ 180281 w 211224"/>
              <a:gd name="connsiteY53" fmla="*/ 158483 h 244439"/>
              <a:gd name="connsiteX54" fmla="*/ 180281 w 211224"/>
              <a:gd name="connsiteY54" fmla="*/ 162512 h 244439"/>
              <a:gd name="connsiteX55" fmla="*/ 184317 w 211224"/>
              <a:gd name="connsiteY55" fmla="*/ 166541 h 244439"/>
              <a:gd name="connsiteX56" fmla="*/ 185662 w 211224"/>
              <a:gd name="connsiteY56" fmla="*/ 165199 h 244439"/>
              <a:gd name="connsiteX57" fmla="*/ 189699 w 211224"/>
              <a:gd name="connsiteY57" fmla="*/ 166541 h 244439"/>
              <a:gd name="connsiteX58" fmla="*/ 189699 w 211224"/>
              <a:gd name="connsiteY58" fmla="*/ 171914 h 244439"/>
              <a:gd name="connsiteX59" fmla="*/ 191044 w 211224"/>
              <a:gd name="connsiteY59" fmla="*/ 174600 h 244439"/>
              <a:gd name="connsiteX60" fmla="*/ 196425 w 211224"/>
              <a:gd name="connsiteY60" fmla="*/ 174600 h 244439"/>
              <a:gd name="connsiteX61" fmla="*/ 200461 w 211224"/>
              <a:gd name="connsiteY61" fmla="*/ 178629 h 244439"/>
              <a:gd name="connsiteX62" fmla="*/ 203152 w 211224"/>
              <a:gd name="connsiteY62" fmla="*/ 179972 h 244439"/>
              <a:gd name="connsiteX63" fmla="*/ 207188 w 211224"/>
              <a:gd name="connsiteY63" fmla="*/ 177286 h 244439"/>
              <a:gd name="connsiteX64" fmla="*/ 209879 w 211224"/>
              <a:gd name="connsiteY64" fmla="*/ 181315 h 244439"/>
              <a:gd name="connsiteX65" fmla="*/ 205842 w 211224"/>
              <a:gd name="connsiteY65" fmla="*/ 185345 h 244439"/>
              <a:gd name="connsiteX66" fmla="*/ 204497 w 211224"/>
              <a:gd name="connsiteY66" fmla="*/ 192060 h 244439"/>
              <a:gd name="connsiteX67" fmla="*/ 207188 w 211224"/>
              <a:gd name="connsiteY67" fmla="*/ 194746 h 244439"/>
              <a:gd name="connsiteX68" fmla="*/ 211224 w 211224"/>
              <a:gd name="connsiteY68" fmla="*/ 196089 h 244439"/>
              <a:gd name="connsiteX69" fmla="*/ 211224 w 211224"/>
              <a:gd name="connsiteY69" fmla="*/ 201462 h 244439"/>
              <a:gd name="connsiteX70" fmla="*/ 203152 w 211224"/>
              <a:gd name="connsiteY70" fmla="*/ 206834 h 244439"/>
              <a:gd name="connsiteX71" fmla="*/ 204497 w 211224"/>
              <a:gd name="connsiteY71" fmla="*/ 214892 h 244439"/>
              <a:gd name="connsiteX72" fmla="*/ 207188 w 211224"/>
              <a:gd name="connsiteY72" fmla="*/ 217578 h 244439"/>
              <a:gd name="connsiteX73" fmla="*/ 207188 w 211224"/>
              <a:gd name="connsiteY73" fmla="*/ 225637 h 244439"/>
              <a:gd name="connsiteX74" fmla="*/ 203152 w 211224"/>
              <a:gd name="connsiteY74" fmla="*/ 228323 h 244439"/>
              <a:gd name="connsiteX75" fmla="*/ 197771 w 211224"/>
              <a:gd name="connsiteY75" fmla="*/ 228323 h 244439"/>
              <a:gd name="connsiteX76" fmla="*/ 192389 w 211224"/>
              <a:gd name="connsiteY76" fmla="*/ 225637 h 244439"/>
              <a:gd name="connsiteX77" fmla="*/ 188353 w 211224"/>
              <a:gd name="connsiteY77" fmla="*/ 224294 h 244439"/>
              <a:gd name="connsiteX78" fmla="*/ 187008 w 211224"/>
              <a:gd name="connsiteY78" fmla="*/ 220265 h 244439"/>
              <a:gd name="connsiteX79" fmla="*/ 177590 w 211224"/>
              <a:gd name="connsiteY79" fmla="*/ 221608 h 244439"/>
              <a:gd name="connsiteX80" fmla="*/ 173554 w 211224"/>
              <a:gd name="connsiteY80" fmla="*/ 225637 h 244439"/>
              <a:gd name="connsiteX81" fmla="*/ 178935 w 211224"/>
              <a:gd name="connsiteY81" fmla="*/ 232352 h 244439"/>
              <a:gd name="connsiteX82" fmla="*/ 177590 w 211224"/>
              <a:gd name="connsiteY82" fmla="*/ 236381 h 244439"/>
              <a:gd name="connsiteX83" fmla="*/ 178935 w 211224"/>
              <a:gd name="connsiteY83" fmla="*/ 241754 h 244439"/>
              <a:gd name="connsiteX84" fmla="*/ 178935 w 211224"/>
              <a:gd name="connsiteY84" fmla="*/ 244440 h 244439"/>
              <a:gd name="connsiteX85" fmla="*/ 170863 w 211224"/>
              <a:gd name="connsiteY85" fmla="*/ 241754 h 244439"/>
              <a:gd name="connsiteX86" fmla="*/ 166827 w 211224"/>
              <a:gd name="connsiteY86" fmla="*/ 233695 h 244439"/>
              <a:gd name="connsiteX87" fmla="*/ 158754 w 211224"/>
              <a:gd name="connsiteY87" fmla="*/ 233695 h 244439"/>
              <a:gd name="connsiteX88" fmla="*/ 156064 w 211224"/>
              <a:gd name="connsiteY88" fmla="*/ 231009 h 244439"/>
              <a:gd name="connsiteX89" fmla="*/ 150682 w 211224"/>
              <a:gd name="connsiteY89" fmla="*/ 225637 h 244439"/>
              <a:gd name="connsiteX90" fmla="*/ 153373 w 211224"/>
              <a:gd name="connsiteY90" fmla="*/ 224294 h 244439"/>
              <a:gd name="connsiteX91" fmla="*/ 157409 w 211224"/>
              <a:gd name="connsiteY91" fmla="*/ 221608 h 244439"/>
              <a:gd name="connsiteX92" fmla="*/ 157409 w 211224"/>
              <a:gd name="connsiteY92" fmla="*/ 212206 h 244439"/>
              <a:gd name="connsiteX93" fmla="*/ 154718 w 211224"/>
              <a:gd name="connsiteY93" fmla="*/ 208177 h 244439"/>
              <a:gd name="connsiteX94" fmla="*/ 157409 w 211224"/>
              <a:gd name="connsiteY94" fmla="*/ 202805 h 244439"/>
              <a:gd name="connsiteX95" fmla="*/ 157409 w 211224"/>
              <a:gd name="connsiteY95" fmla="*/ 198775 h 244439"/>
              <a:gd name="connsiteX96" fmla="*/ 158754 w 211224"/>
              <a:gd name="connsiteY96" fmla="*/ 193403 h 244439"/>
              <a:gd name="connsiteX97" fmla="*/ 157409 w 211224"/>
              <a:gd name="connsiteY97" fmla="*/ 189374 h 244439"/>
              <a:gd name="connsiteX98" fmla="*/ 150682 w 211224"/>
              <a:gd name="connsiteY98" fmla="*/ 185345 h 244439"/>
              <a:gd name="connsiteX99" fmla="*/ 152027 w 211224"/>
              <a:gd name="connsiteY99" fmla="*/ 182658 h 244439"/>
              <a:gd name="connsiteX100" fmla="*/ 147991 w 211224"/>
              <a:gd name="connsiteY100" fmla="*/ 181315 h 244439"/>
              <a:gd name="connsiteX101" fmla="*/ 142610 w 211224"/>
              <a:gd name="connsiteY101" fmla="*/ 181315 h 244439"/>
              <a:gd name="connsiteX102" fmla="*/ 137229 w 211224"/>
              <a:gd name="connsiteY102" fmla="*/ 174600 h 244439"/>
              <a:gd name="connsiteX103" fmla="*/ 133193 w 211224"/>
              <a:gd name="connsiteY103" fmla="*/ 171914 h 244439"/>
              <a:gd name="connsiteX104" fmla="*/ 134538 w 211224"/>
              <a:gd name="connsiteY104" fmla="*/ 167885 h 244439"/>
              <a:gd name="connsiteX105" fmla="*/ 134538 w 211224"/>
              <a:gd name="connsiteY105" fmla="*/ 159826 h 244439"/>
              <a:gd name="connsiteX106" fmla="*/ 131847 w 211224"/>
              <a:gd name="connsiteY106" fmla="*/ 154454 h 244439"/>
              <a:gd name="connsiteX107" fmla="*/ 133193 w 211224"/>
              <a:gd name="connsiteY107" fmla="*/ 150425 h 244439"/>
              <a:gd name="connsiteX108" fmla="*/ 134538 w 211224"/>
              <a:gd name="connsiteY108" fmla="*/ 146395 h 244439"/>
              <a:gd name="connsiteX109" fmla="*/ 131847 w 211224"/>
              <a:gd name="connsiteY109" fmla="*/ 141023 h 244439"/>
              <a:gd name="connsiteX110" fmla="*/ 125120 w 211224"/>
              <a:gd name="connsiteY110" fmla="*/ 135651 h 244439"/>
              <a:gd name="connsiteX111" fmla="*/ 114357 w 211224"/>
              <a:gd name="connsiteY111" fmla="*/ 127592 h 244439"/>
              <a:gd name="connsiteX112" fmla="*/ 110321 w 211224"/>
              <a:gd name="connsiteY112" fmla="*/ 120877 h 244439"/>
              <a:gd name="connsiteX113" fmla="*/ 99558 w 211224"/>
              <a:gd name="connsiteY113" fmla="*/ 118191 h 244439"/>
              <a:gd name="connsiteX114" fmla="*/ 90140 w 211224"/>
              <a:gd name="connsiteY114" fmla="*/ 119534 h 244439"/>
              <a:gd name="connsiteX115" fmla="*/ 84759 w 211224"/>
              <a:gd name="connsiteY115" fmla="*/ 131622 h 244439"/>
              <a:gd name="connsiteX116" fmla="*/ 73996 w 211224"/>
              <a:gd name="connsiteY116" fmla="*/ 131622 h 244439"/>
              <a:gd name="connsiteX117" fmla="*/ 69960 w 211224"/>
              <a:gd name="connsiteY117" fmla="*/ 126249 h 244439"/>
              <a:gd name="connsiteX118" fmla="*/ 64578 w 211224"/>
              <a:gd name="connsiteY118" fmla="*/ 126249 h 244439"/>
              <a:gd name="connsiteX119" fmla="*/ 55161 w 211224"/>
              <a:gd name="connsiteY119" fmla="*/ 122220 h 244439"/>
              <a:gd name="connsiteX120" fmla="*/ 47088 w 211224"/>
              <a:gd name="connsiteY120" fmla="*/ 126249 h 244439"/>
              <a:gd name="connsiteX121" fmla="*/ 47088 w 211224"/>
              <a:gd name="connsiteY121" fmla="*/ 131622 h 244439"/>
              <a:gd name="connsiteX122" fmla="*/ 40361 w 211224"/>
              <a:gd name="connsiteY122" fmla="*/ 132965 h 244439"/>
              <a:gd name="connsiteX123" fmla="*/ 33634 w 211224"/>
              <a:gd name="connsiteY123" fmla="*/ 136994 h 244439"/>
              <a:gd name="connsiteX124" fmla="*/ 32289 w 211224"/>
              <a:gd name="connsiteY124" fmla="*/ 123563 h 244439"/>
              <a:gd name="connsiteX125" fmla="*/ 32289 w 211224"/>
              <a:gd name="connsiteY125" fmla="*/ 114162 h 244439"/>
              <a:gd name="connsiteX126" fmla="*/ 30943 w 211224"/>
              <a:gd name="connsiteY126" fmla="*/ 107446 h 244439"/>
              <a:gd name="connsiteX127" fmla="*/ 33634 w 211224"/>
              <a:gd name="connsiteY127" fmla="*/ 103417 h 244439"/>
              <a:gd name="connsiteX128" fmla="*/ 33634 w 211224"/>
              <a:gd name="connsiteY128" fmla="*/ 99388 h 244439"/>
              <a:gd name="connsiteX129" fmla="*/ 30943 w 211224"/>
              <a:gd name="connsiteY129" fmla="*/ 95358 h 244439"/>
              <a:gd name="connsiteX130" fmla="*/ 33634 w 211224"/>
              <a:gd name="connsiteY130" fmla="*/ 88643 h 244439"/>
              <a:gd name="connsiteX131" fmla="*/ 33634 w 211224"/>
              <a:gd name="connsiteY131" fmla="*/ 84614 h 244439"/>
              <a:gd name="connsiteX132" fmla="*/ 24217 w 211224"/>
              <a:gd name="connsiteY132" fmla="*/ 84614 h 244439"/>
              <a:gd name="connsiteX133" fmla="*/ 18836 w 211224"/>
              <a:gd name="connsiteY133" fmla="*/ 87300 h 244439"/>
              <a:gd name="connsiteX134" fmla="*/ 14800 w 211224"/>
              <a:gd name="connsiteY134" fmla="*/ 85957 h 244439"/>
              <a:gd name="connsiteX135" fmla="*/ 12109 w 211224"/>
              <a:gd name="connsiteY135" fmla="*/ 79241 h 244439"/>
              <a:gd name="connsiteX136" fmla="*/ 16145 w 211224"/>
              <a:gd name="connsiteY136" fmla="*/ 76555 h 244439"/>
              <a:gd name="connsiteX137" fmla="*/ 14800 w 211224"/>
              <a:gd name="connsiteY137" fmla="*/ 67154 h 244439"/>
              <a:gd name="connsiteX138" fmla="*/ 9418 w 211224"/>
              <a:gd name="connsiteY138" fmla="*/ 61781 h 244439"/>
              <a:gd name="connsiteX139" fmla="*/ 2691 w 211224"/>
              <a:gd name="connsiteY139" fmla="*/ 63125 h 244439"/>
              <a:gd name="connsiteX140" fmla="*/ 0 w 211224"/>
              <a:gd name="connsiteY140" fmla="*/ 57752 h 244439"/>
              <a:gd name="connsiteX141" fmla="*/ 2691 w 211224"/>
              <a:gd name="connsiteY141" fmla="*/ 51037 h 244439"/>
              <a:gd name="connsiteX142" fmla="*/ 5382 w 211224"/>
              <a:gd name="connsiteY142" fmla="*/ 51037 h 244439"/>
              <a:gd name="connsiteX143" fmla="*/ 10763 w 211224"/>
              <a:gd name="connsiteY143" fmla="*/ 45665 h 244439"/>
              <a:gd name="connsiteX144" fmla="*/ 8073 w 211224"/>
              <a:gd name="connsiteY144" fmla="*/ 42978 h 244439"/>
              <a:gd name="connsiteX145" fmla="*/ 10763 w 211224"/>
              <a:gd name="connsiteY145" fmla="*/ 38949 h 244439"/>
              <a:gd name="connsiteX146" fmla="*/ 10763 w 211224"/>
              <a:gd name="connsiteY146" fmla="*/ 33577 h 244439"/>
              <a:gd name="connsiteX147" fmla="*/ 18836 w 211224"/>
              <a:gd name="connsiteY147" fmla="*/ 32234 h 244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211224" h="244439">
                <a:moveTo>
                  <a:pt x="22872" y="28204"/>
                </a:moveTo>
                <a:lnTo>
                  <a:pt x="26908" y="30891"/>
                </a:lnTo>
                <a:lnTo>
                  <a:pt x="29598" y="34920"/>
                </a:lnTo>
                <a:lnTo>
                  <a:pt x="36325" y="32234"/>
                </a:lnTo>
                <a:lnTo>
                  <a:pt x="40361" y="33577"/>
                </a:lnTo>
                <a:lnTo>
                  <a:pt x="39016" y="26862"/>
                </a:lnTo>
                <a:lnTo>
                  <a:pt x="39016" y="21489"/>
                </a:lnTo>
                <a:lnTo>
                  <a:pt x="36325" y="16117"/>
                </a:lnTo>
                <a:lnTo>
                  <a:pt x="36325" y="6715"/>
                </a:lnTo>
                <a:lnTo>
                  <a:pt x="40361" y="4029"/>
                </a:lnTo>
                <a:lnTo>
                  <a:pt x="40361" y="1343"/>
                </a:lnTo>
                <a:lnTo>
                  <a:pt x="49779" y="0"/>
                </a:lnTo>
                <a:lnTo>
                  <a:pt x="51124" y="4029"/>
                </a:lnTo>
                <a:lnTo>
                  <a:pt x="60542" y="8058"/>
                </a:lnTo>
                <a:lnTo>
                  <a:pt x="64578" y="14774"/>
                </a:lnTo>
                <a:lnTo>
                  <a:pt x="69960" y="18803"/>
                </a:lnTo>
                <a:lnTo>
                  <a:pt x="69960" y="24175"/>
                </a:lnTo>
                <a:lnTo>
                  <a:pt x="68615" y="28204"/>
                </a:lnTo>
                <a:lnTo>
                  <a:pt x="76687" y="36263"/>
                </a:lnTo>
                <a:lnTo>
                  <a:pt x="82068" y="45665"/>
                </a:lnTo>
                <a:lnTo>
                  <a:pt x="94176" y="45665"/>
                </a:lnTo>
                <a:lnTo>
                  <a:pt x="99558" y="47008"/>
                </a:lnTo>
                <a:lnTo>
                  <a:pt x="106285" y="44322"/>
                </a:lnTo>
                <a:lnTo>
                  <a:pt x="113012" y="44322"/>
                </a:lnTo>
                <a:lnTo>
                  <a:pt x="117048" y="48351"/>
                </a:lnTo>
                <a:lnTo>
                  <a:pt x="123775" y="49694"/>
                </a:lnTo>
                <a:lnTo>
                  <a:pt x="123775" y="55066"/>
                </a:lnTo>
                <a:lnTo>
                  <a:pt x="123775" y="59095"/>
                </a:lnTo>
                <a:lnTo>
                  <a:pt x="131847" y="61781"/>
                </a:lnTo>
                <a:lnTo>
                  <a:pt x="131847" y="64468"/>
                </a:lnTo>
                <a:lnTo>
                  <a:pt x="127811" y="67154"/>
                </a:lnTo>
                <a:lnTo>
                  <a:pt x="125120" y="76555"/>
                </a:lnTo>
                <a:lnTo>
                  <a:pt x="122430" y="79241"/>
                </a:lnTo>
                <a:lnTo>
                  <a:pt x="117048" y="80585"/>
                </a:lnTo>
                <a:lnTo>
                  <a:pt x="110321" y="83271"/>
                </a:lnTo>
                <a:lnTo>
                  <a:pt x="106285" y="83271"/>
                </a:lnTo>
                <a:lnTo>
                  <a:pt x="106285" y="87300"/>
                </a:lnTo>
                <a:lnTo>
                  <a:pt x="111666" y="94015"/>
                </a:lnTo>
                <a:lnTo>
                  <a:pt x="107630" y="98045"/>
                </a:lnTo>
                <a:lnTo>
                  <a:pt x="108976" y="100731"/>
                </a:lnTo>
                <a:lnTo>
                  <a:pt x="113012" y="100731"/>
                </a:lnTo>
                <a:lnTo>
                  <a:pt x="117048" y="107446"/>
                </a:lnTo>
                <a:lnTo>
                  <a:pt x="125120" y="108789"/>
                </a:lnTo>
                <a:lnTo>
                  <a:pt x="133193" y="112818"/>
                </a:lnTo>
                <a:lnTo>
                  <a:pt x="138574" y="112818"/>
                </a:lnTo>
                <a:lnTo>
                  <a:pt x="143955" y="122220"/>
                </a:lnTo>
                <a:lnTo>
                  <a:pt x="152027" y="124906"/>
                </a:lnTo>
                <a:lnTo>
                  <a:pt x="157409" y="132965"/>
                </a:lnTo>
                <a:lnTo>
                  <a:pt x="157409" y="136994"/>
                </a:lnTo>
                <a:lnTo>
                  <a:pt x="165481" y="145052"/>
                </a:lnTo>
                <a:lnTo>
                  <a:pt x="166827" y="151768"/>
                </a:lnTo>
                <a:lnTo>
                  <a:pt x="170863" y="153111"/>
                </a:lnTo>
                <a:lnTo>
                  <a:pt x="177590" y="153111"/>
                </a:lnTo>
                <a:lnTo>
                  <a:pt x="180281" y="158483"/>
                </a:lnTo>
                <a:lnTo>
                  <a:pt x="180281" y="162512"/>
                </a:lnTo>
                <a:lnTo>
                  <a:pt x="184317" y="166541"/>
                </a:lnTo>
                <a:lnTo>
                  <a:pt x="185662" y="165199"/>
                </a:lnTo>
                <a:lnTo>
                  <a:pt x="189699" y="166541"/>
                </a:lnTo>
                <a:lnTo>
                  <a:pt x="189699" y="171914"/>
                </a:lnTo>
                <a:lnTo>
                  <a:pt x="191044" y="174600"/>
                </a:lnTo>
                <a:lnTo>
                  <a:pt x="196425" y="174600"/>
                </a:lnTo>
                <a:lnTo>
                  <a:pt x="200461" y="178629"/>
                </a:lnTo>
                <a:lnTo>
                  <a:pt x="203152" y="179972"/>
                </a:lnTo>
                <a:lnTo>
                  <a:pt x="207188" y="177286"/>
                </a:lnTo>
                <a:lnTo>
                  <a:pt x="209879" y="181315"/>
                </a:lnTo>
                <a:lnTo>
                  <a:pt x="205842" y="185345"/>
                </a:lnTo>
                <a:lnTo>
                  <a:pt x="204497" y="192060"/>
                </a:lnTo>
                <a:lnTo>
                  <a:pt x="207188" y="194746"/>
                </a:lnTo>
                <a:lnTo>
                  <a:pt x="211224" y="196089"/>
                </a:lnTo>
                <a:lnTo>
                  <a:pt x="211224" y="201462"/>
                </a:lnTo>
                <a:lnTo>
                  <a:pt x="203152" y="206834"/>
                </a:lnTo>
                <a:lnTo>
                  <a:pt x="204497" y="214892"/>
                </a:lnTo>
                <a:lnTo>
                  <a:pt x="207188" y="217578"/>
                </a:lnTo>
                <a:lnTo>
                  <a:pt x="207188" y="225637"/>
                </a:lnTo>
                <a:lnTo>
                  <a:pt x="203152" y="228323"/>
                </a:lnTo>
                <a:lnTo>
                  <a:pt x="197771" y="228323"/>
                </a:lnTo>
                <a:lnTo>
                  <a:pt x="192389" y="225637"/>
                </a:lnTo>
                <a:lnTo>
                  <a:pt x="188353" y="224294"/>
                </a:lnTo>
                <a:lnTo>
                  <a:pt x="187008" y="220265"/>
                </a:lnTo>
                <a:lnTo>
                  <a:pt x="177590" y="221608"/>
                </a:lnTo>
                <a:lnTo>
                  <a:pt x="173554" y="225637"/>
                </a:lnTo>
                <a:lnTo>
                  <a:pt x="178935" y="232352"/>
                </a:lnTo>
                <a:lnTo>
                  <a:pt x="177590" y="236381"/>
                </a:lnTo>
                <a:lnTo>
                  <a:pt x="178935" y="241754"/>
                </a:lnTo>
                <a:lnTo>
                  <a:pt x="178935" y="244440"/>
                </a:lnTo>
                <a:lnTo>
                  <a:pt x="170863" y="241754"/>
                </a:lnTo>
                <a:lnTo>
                  <a:pt x="166827" y="233695"/>
                </a:lnTo>
                <a:lnTo>
                  <a:pt x="158754" y="233695"/>
                </a:lnTo>
                <a:lnTo>
                  <a:pt x="156064" y="231009"/>
                </a:lnTo>
                <a:lnTo>
                  <a:pt x="150682" y="225637"/>
                </a:lnTo>
                <a:lnTo>
                  <a:pt x="153373" y="224294"/>
                </a:lnTo>
                <a:lnTo>
                  <a:pt x="157409" y="221608"/>
                </a:lnTo>
                <a:lnTo>
                  <a:pt x="157409" y="212206"/>
                </a:lnTo>
                <a:lnTo>
                  <a:pt x="154718" y="208177"/>
                </a:lnTo>
                <a:lnTo>
                  <a:pt x="157409" y="202805"/>
                </a:lnTo>
                <a:lnTo>
                  <a:pt x="157409" y="198775"/>
                </a:lnTo>
                <a:lnTo>
                  <a:pt x="158754" y="193403"/>
                </a:lnTo>
                <a:lnTo>
                  <a:pt x="157409" y="189374"/>
                </a:lnTo>
                <a:lnTo>
                  <a:pt x="150682" y="185345"/>
                </a:lnTo>
                <a:lnTo>
                  <a:pt x="152027" y="182658"/>
                </a:lnTo>
                <a:lnTo>
                  <a:pt x="147991" y="181315"/>
                </a:lnTo>
                <a:lnTo>
                  <a:pt x="142610" y="181315"/>
                </a:lnTo>
                <a:lnTo>
                  <a:pt x="137229" y="174600"/>
                </a:lnTo>
                <a:lnTo>
                  <a:pt x="133193" y="171914"/>
                </a:lnTo>
                <a:lnTo>
                  <a:pt x="134538" y="167885"/>
                </a:lnTo>
                <a:lnTo>
                  <a:pt x="134538" y="159826"/>
                </a:lnTo>
                <a:lnTo>
                  <a:pt x="131847" y="154454"/>
                </a:lnTo>
                <a:lnTo>
                  <a:pt x="133193" y="150425"/>
                </a:lnTo>
                <a:lnTo>
                  <a:pt x="134538" y="146395"/>
                </a:lnTo>
                <a:lnTo>
                  <a:pt x="131847" y="141023"/>
                </a:lnTo>
                <a:lnTo>
                  <a:pt x="125120" y="135651"/>
                </a:lnTo>
                <a:lnTo>
                  <a:pt x="114357" y="127592"/>
                </a:lnTo>
                <a:lnTo>
                  <a:pt x="110321" y="120877"/>
                </a:lnTo>
                <a:lnTo>
                  <a:pt x="99558" y="118191"/>
                </a:lnTo>
                <a:lnTo>
                  <a:pt x="90140" y="119534"/>
                </a:lnTo>
                <a:lnTo>
                  <a:pt x="84759" y="131622"/>
                </a:lnTo>
                <a:lnTo>
                  <a:pt x="73996" y="131622"/>
                </a:lnTo>
                <a:lnTo>
                  <a:pt x="69960" y="126249"/>
                </a:lnTo>
                <a:lnTo>
                  <a:pt x="64578" y="126249"/>
                </a:lnTo>
                <a:lnTo>
                  <a:pt x="55161" y="122220"/>
                </a:lnTo>
                <a:lnTo>
                  <a:pt x="47088" y="126249"/>
                </a:lnTo>
                <a:lnTo>
                  <a:pt x="47088" y="131622"/>
                </a:lnTo>
                <a:lnTo>
                  <a:pt x="40361" y="132965"/>
                </a:lnTo>
                <a:lnTo>
                  <a:pt x="33634" y="136994"/>
                </a:lnTo>
                <a:lnTo>
                  <a:pt x="32289" y="123563"/>
                </a:lnTo>
                <a:lnTo>
                  <a:pt x="32289" y="114162"/>
                </a:lnTo>
                <a:lnTo>
                  <a:pt x="30943" y="107446"/>
                </a:lnTo>
                <a:lnTo>
                  <a:pt x="33634" y="103417"/>
                </a:lnTo>
                <a:lnTo>
                  <a:pt x="33634" y="99388"/>
                </a:lnTo>
                <a:lnTo>
                  <a:pt x="30943" y="95358"/>
                </a:lnTo>
                <a:lnTo>
                  <a:pt x="33634" y="88643"/>
                </a:lnTo>
                <a:lnTo>
                  <a:pt x="33634" y="84614"/>
                </a:lnTo>
                <a:lnTo>
                  <a:pt x="24217" y="84614"/>
                </a:lnTo>
                <a:lnTo>
                  <a:pt x="18836" y="87300"/>
                </a:lnTo>
                <a:lnTo>
                  <a:pt x="14800" y="85957"/>
                </a:lnTo>
                <a:lnTo>
                  <a:pt x="12109" y="79241"/>
                </a:lnTo>
                <a:lnTo>
                  <a:pt x="16145" y="76555"/>
                </a:lnTo>
                <a:lnTo>
                  <a:pt x="14800" y="67154"/>
                </a:lnTo>
                <a:lnTo>
                  <a:pt x="9418" y="61781"/>
                </a:lnTo>
                <a:lnTo>
                  <a:pt x="2691" y="63125"/>
                </a:lnTo>
                <a:lnTo>
                  <a:pt x="0" y="57752"/>
                </a:lnTo>
                <a:lnTo>
                  <a:pt x="2691" y="51037"/>
                </a:lnTo>
                <a:lnTo>
                  <a:pt x="5382" y="51037"/>
                </a:lnTo>
                <a:lnTo>
                  <a:pt x="10763" y="45665"/>
                </a:lnTo>
                <a:lnTo>
                  <a:pt x="8073" y="42978"/>
                </a:lnTo>
                <a:lnTo>
                  <a:pt x="10763" y="38949"/>
                </a:lnTo>
                <a:lnTo>
                  <a:pt x="10763" y="33577"/>
                </a:lnTo>
                <a:lnTo>
                  <a:pt x="18836" y="3223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456" name="Graphic 5">
            <a:extLst>
              <a:ext uri="{FF2B5EF4-FFF2-40B4-BE49-F238E27FC236}">
                <a16:creationId xmlns:a16="http://schemas.microsoft.com/office/drawing/2014/main" id="{22304BE5-D99C-E033-D472-D15FA36B5C79}"/>
              </a:ext>
            </a:extLst>
          </p:cNvPr>
          <p:cNvGrpSpPr/>
          <p:nvPr/>
        </p:nvGrpSpPr>
        <p:grpSpPr>
          <a:xfrm>
            <a:off x="9869685" y="4081071"/>
            <a:ext cx="221987" cy="408295"/>
            <a:chOff x="9869685" y="4081071"/>
            <a:chExt cx="221987" cy="408295"/>
          </a:xfrm>
          <a:solidFill>
            <a:srgbClr val="E5E5E4"/>
          </a:solidFill>
        </p:grpSpPr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632CCA1A-EBD5-E210-524B-126018074ADC}"/>
                </a:ext>
              </a:extLst>
            </p:cNvPr>
            <p:cNvSpPr/>
            <p:nvPr/>
          </p:nvSpPr>
          <p:spPr>
            <a:xfrm>
              <a:off x="9869685" y="4081071"/>
              <a:ext cx="221987" cy="408295"/>
            </a:xfrm>
            <a:custGeom>
              <a:avLst/>
              <a:gdLst>
                <a:gd name="connsiteX0" fmla="*/ 63233 w 221987"/>
                <a:gd name="connsiteY0" fmla="*/ 0 h 408295"/>
                <a:gd name="connsiteX1" fmla="*/ 65924 w 221987"/>
                <a:gd name="connsiteY1" fmla="*/ 5372 h 408295"/>
                <a:gd name="connsiteX2" fmla="*/ 72651 w 221987"/>
                <a:gd name="connsiteY2" fmla="*/ 4029 h 408295"/>
                <a:gd name="connsiteX3" fmla="*/ 78033 w 221987"/>
                <a:gd name="connsiteY3" fmla="*/ 9401 h 408295"/>
                <a:gd name="connsiteX4" fmla="*/ 79378 w 221987"/>
                <a:gd name="connsiteY4" fmla="*/ 18803 h 408295"/>
                <a:gd name="connsiteX5" fmla="*/ 75342 w 221987"/>
                <a:gd name="connsiteY5" fmla="*/ 21489 h 408295"/>
                <a:gd name="connsiteX6" fmla="*/ 78033 w 221987"/>
                <a:gd name="connsiteY6" fmla="*/ 28204 h 408295"/>
                <a:gd name="connsiteX7" fmla="*/ 82068 w 221987"/>
                <a:gd name="connsiteY7" fmla="*/ 29548 h 408295"/>
                <a:gd name="connsiteX8" fmla="*/ 87449 w 221987"/>
                <a:gd name="connsiteY8" fmla="*/ 26862 h 408295"/>
                <a:gd name="connsiteX9" fmla="*/ 96867 w 221987"/>
                <a:gd name="connsiteY9" fmla="*/ 26862 h 408295"/>
                <a:gd name="connsiteX10" fmla="*/ 96867 w 221987"/>
                <a:gd name="connsiteY10" fmla="*/ 30891 h 408295"/>
                <a:gd name="connsiteX11" fmla="*/ 94176 w 221987"/>
                <a:gd name="connsiteY11" fmla="*/ 37606 h 408295"/>
                <a:gd name="connsiteX12" fmla="*/ 96867 w 221987"/>
                <a:gd name="connsiteY12" fmla="*/ 41635 h 408295"/>
                <a:gd name="connsiteX13" fmla="*/ 96867 w 221987"/>
                <a:gd name="connsiteY13" fmla="*/ 45665 h 408295"/>
                <a:gd name="connsiteX14" fmla="*/ 94176 w 221987"/>
                <a:gd name="connsiteY14" fmla="*/ 49694 h 408295"/>
                <a:gd name="connsiteX15" fmla="*/ 95522 w 221987"/>
                <a:gd name="connsiteY15" fmla="*/ 56409 h 408295"/>
                <a:gd name="connsiteX16" fmla="*/ 95522 w 221987"/>
                <a:gd name="connsiteY16" fmla="*/ 65811 h 408295"/>
                <a:gd name="connsiteX17" fmla="*/ 96867 w 221987"/>
                <a:gd name="connsiteY17" fmla="*/ 79241 h 408295"/>
                <a:gd name="connsiteX18" fmla="*/ 103594 w 221987"/>
                <a:gd name="connsiteY18" fmla="*/ 75212 h 408295"/>
                <a:gd name="connsiteX19" fmla="*/ 110321 w 221987"/>
                <a:gd name="connsiteY19" fmla="*/ 73869 h 408295"/>
                <a:gd name="connsiteX20" fmla="*/ 110321 w 221987"/>
                <a:gd name="connsiteY20" fmla="*/ 68497 h 408295"/>
                <a:gd name="connsiteX21" fmla="*/ 118394 w 221987"/>
                <a:gd name="connsiteY21" fmla="*/ 64468 h 408295"/>
                <a:gd name="connsiteX22" fmla="*/ 127811 w 221987"/>
                <a:gd name="connsiteY22" fmla="*/ 68497 h 408295"/>
                <a:gd name="connsiteX23" fmla="*/ 133193 w 221987"/>
                <a:gd name="connsiteY23" fmla="*/ 68497 h 408295"/>
                <a:gd name="connsiteX24" fmla="*/ 137229 w 221987"/>
                <a:gd name="connsiteY24" fmla="*/ 73869 h 408295"/>
                <a:gd name="connsiteX25" fmla="*/ 147991 w 221987"/>
                <a:gd name="connsiteY25" fmla="*/ 73869 h 408295"/>
                <a:gd name="connsiteX26" fmla="*/ 153373 w 221987"/>
                <a:gd name="connsiteY26" fmla="*/ 61781 h 408295"/>
                <a:gd name="connsiteX27" fmla="*/ 162791 w 221987"/>
                <a:gd name="connsiteY27" fmla="*/ 60438 h 408295"/>
                <a:gd name="connsiteX28" fmla="*/ 173554 w 221987"/>
                <a:gd name="connsiteY28" fmla="*/ 63125 h 408295"/>
                <a:gd name="connsiteX29" fmla="*/ 177590 w 221987"/>
                <a:gd name="connsiteY29" fmla="*/ 69840 h 408295"/>
                <a:gd name="connsiteX30" fmla="*/ 188353 w 221987"/>
                <a:gd name="connsiteY30" fmla="*/ 77898 h 408295"/>
                <a:gd name="connsiteX31" fmla="*/ 195080 w 221987"/>
                <a:gd name="connsiteY31" fmla="*/ 83271 h 408295"/>
                <a:gd name="connsiteX32" fmla="*/ 197771 w 221987"/>
                <a:gd name="connsiteY32" fmla="*/ 88643 h 408295"/>
                <a:gd name="connsiteX33" fmla="*/ 196425 w 221987"/>
                <a:gd name="connsiteY33" fmla="*/ 92672 h 408295"/>
                <a:gd name="connsiteX34" fmla="*/ 195080 w 221987"/>
                <a:gd name="connsiteY34" fmla="*/ 96702 h 408295"/>
                <a:gd name="connsiteX35" fmla="*/ 197771 w 221987"/>
                <a:gd name="connsiteY35" fmla="*/ 102074 h 408295"/>
                <a:gd name="connsiteX36" fmla="*/ 197771 w 221987"/>
                <a:gd name="connsiteY36" fmla="*/ 110132 h 408295"/>
                <a:gd name="connsiteX37" fmla="*/ 196425 w 221987"/>
                <a:gd name="connsiteY37" fmla="*/ 114162 h 408295"/>
                <a:gd name="connsiteX38" fmla="*/ 200461 w 221987"/>
                <a:gd name="connsiteY38" fmla="*/ 116848 h 408295"/>
                <a:gd name="connsiteX39" fmla="*/ 205843 w 221987"/>
                <a:gd name="connsiteY39" fmla="*/ 123563 h 408295"/>
                <a:gd name="connsiteX40" fmla="*/ 211224 w 221987"/>
                <a:gd name="connsiteY40" fmla="*/ 123563 h 408295"/>
                <a:gd name="connsiteX41" fmla="*/ 215260 w 221987"/>
                <a:gd name="connsiteY41" fmla="*/ 124906 h 408295"/>
                <a:gd name="connsiteX42" fmla="*/ 213915 w 221987"/>
                <a:gd name="connsiteY42" fmla="*/ 127592 h 408295"/>
                <a:gd name="connsiteX43" fmla="*/ 220642 w 221987"/>
                <a:gd name="connsiteY43" fmla="*/ 131621 h 408295"/>
                <a:gd name="connsiteX44" fmla="*/ 221987 w 221987"/>
                <a:gd name="connsiteY44" fmla="*/ 135651 h 408295"/>
                <a:gd name="connsiteX45" fmla="*/ 220642 w 221987"/>
                <a:gd name="connsiteY45" fmla="*/ 141023 h 408295"/>
                <a:gd name="connsiteX46" fmla="*/ 220642 w 221987"/>
                <a:gd name="connsiteY46" fmla="*/ 145052 h 408295"/>
                <a:gd name="connsiteX47" fmla="*/ 217951 w 221987"/>
                <a:gd name="connsiteY47" fmla="*/ 150425 h 408295"/>
                <a:gd name="connsiteX48" fmla="*/ 220642 w 221987"/>
                <a:gd name="connsiteY48" fmla="*/ 154454 h 408295"/>
                <a:gd name="connsiteX49" fmla="*/ 220642 w 221987"/>
                <a:gd name="connsiteY49" fmla="*/ 163855 h 408295"/>
                <a:gd name="connsiteX50" fmla="*/ 216606 w 221987"/>
                <a:gd name="connsiteY50" fmla="*/ 166541 h 408295"/>
                <a:gd name="connsiteX51" fmla="*/ 209879 w 221987"/>
                <a:gd name="connsiteY51" fmla="*/ 170571 h 408295"/>
                <a:gd name="connsiteX52" fmla="*/ 205843 w 221987"/>
                <a:gd name="connsiteY52" fmla="*/ 166541 h 408295"/>
                <a:gd name="connsiteX53" fmla="*/ 199116 w 221987"/>
                <a:gd name="connsiteY53" fmla="*/ 167885 h 408295"/>
                <a:gd name="connsiteX54" fmla="*/ 193735 w 221987"/>
                <a:gd name="connsiteY54" fmla="*/ 166541 h 408295"/>
                <a:gd name="connsiteX55" fmla="*/ 187008 w 221987"/>
                <a:gd name="connsiteY55" fmla="*/ 166541 h 408295"/>
                <a:gd name="connsiteX56" fmla="*/ 180281 w 221987"/>
                <a:gd name="connsiteY56" fmla="*/ 167885 h 408295"/>
                <a:gd name="connsiteX57" fmla="*/ 177590 w 221987"/>
                <a:gd name="connsiteY57" fmla="*/ 166541 h 408295"/>
                <a:gd name="connsiteX58" fmla="*/ 170863 w 221987"/>
                <a:gd name="connsiteY58" fmla="*/ 166541 h 408295"/>
                <a:gd name="connsiteX59" fmla="*/ 158755 w 221987"/>
                <a:gd name="connsiteY59" fmla="*/ 170571 h 408295"/>
                <a:gd name="connsiteX60" fmla="*/ 153373 w 221987"/>
                <a:gd name="connsiteY60" fmla="*/ 170571 h 408295"/>
                <a:gd name="connsiteX61" fmla="*/ 147991 w 221987"/>
                <a:gd name="connsiteY61" fmla="*/ 177286 h 408295"/>
                <a:gd name="connsiteX62" fmla="*/ 146646 w 221987"/>
                <a:gd name="connsiteY62" fmla="*/ 185344 h 408295"/>
                <a:gd name="connsiteX63" fmla="*/ 141265 w 221987"/>
                <a:gd name="connsiteY63" fmla="*/ 190717 h 408295"/>
                <a:gd name="connsiteX64" fmla="*/ 141265 w 221987"/>
                <a:gd name="connsiteY64" fmla="*/ 201462 h 408295"/>
                <a:gd name="connsiteX65" fmla="*/ 143955 w 221987"/>
                <a:gd name="connsiteY65" fmla="*/ 212206 h 408295"/>
                <a:gd name="connsiteX66" fmla="*/ 147991 w 221987"/>
                <a:gd name="connsiteY66" fmla="*/ 213549 h 408295"/>
                <a:gd name="connsiteX67" fmla="*/ 150682 w 221987"/>
                <a:gd name="connsiteY67" fmla="*/ 218921 h 408295"/>
                <a:gd name="connsiteX68" fmla="*/ 149337 w 221987"/>
                <a:gd name="connsiteY68" fmla="*/ 228323 h 408295"/>
                <a:gd name="connsiteX69" fmla="*/ 149337 w 221987"/>
                <a:gd name="connsiteY69" fmla="*/ 232352 h 408295"/>
                <a:gd name="connsiteX70" fmla="*/ 146646 w 221987"/>
                <a:gd name="connsiteY70" fmla="*/ 232352 h 408295"/>
                <a:gd name="connsiteX71" fmla="*/ 146646 w 221987"/>
                <a:gd name="connsiteY71" fmla="*/ 236381 h 408295"/>
                <a:gd name="connsiteX72" fmla="*/ 145301 w 221987"/>
                <a:gd name="connsiteY72" fmla="*/ 236381 h 408295"/>
                <a:gd name="connsiteX73" fmla="*/ 145301 w 221987"/>
                <a:gd name="connsiteY73" fmla="*/ 235038 h 408295"/>
                <a:gd name="connsiteX74" fmla="*/ 139920 w 221987"/>
                <a:gd name="connsiteY74" fmla="*/ 231009 h 408295"/>
                <a:gd name="connsiteX75" fmla="*/ 137229 w 221987"/>
                <a:gd name="connsiteY75" fmla="*/ 231009 h 408295"/>
                <a:gd name="connsiteX76" fmla="*/ 137229 w 221987"/>
                <a:gd name="connsiteY76" fmla="*/ 228323 h 408295"/>
                <a:gd name="connsiteX77" fmla="*/ 134538 w 221987"/>
                <a:gd name="connsiteY77" fmla="*/ 226980 h 408295"/>
                <a:gd name="connsiteX78" fmla="*/ 127811 w 221987"/>
                <a:gd name="connsiteY78" fmla="*/ 220265 h 408295"/>
                <a:gd name="connsiteX79" fmla="*/ 123775 w 221987"/>
                <a:gd name="connsiteY79" fmla="*/ 218921 h 408295"/>
                <a:gd name="connsiteX80" fmla="*/ 121084 w 221987"/>
                <a:gd name="connsiteY80" fmla="*/ 220265 h 408295"/>
                <a:gd name="connsiteX81" fmla="*/ 121084 w 221987"/>
                <a:gd name="connsiteY81" fmla="*/ 221608 h 408295"/>
                <a:gd name="connsiteX82" fmla="*/ 121084 w 221987"/>
                <a:gd name="connsiteY82" fmla="*/ 222951 h 408295"/>
                <a:gd name="connsiteX83" fmla="*/ 118394 w 221987"/>
                <a:gd name="connsiteY83" fmla="*/ 221608 h 408295"/>
                <a:gd name="connsiteX84" fmla="*/ 113012 w 221987"/>
                <a:gd name="connsiteY84" fmla="*/ 220265 h 408295"/>
                <a:gd name="connsiteX85" fmla="*/ 107630 w 221987"/>
                <a:gd name="connsiteY85" fmla="*/ 221608 h 408295"/>
                <a:gd name="connsiteX86" fmla="*/ 103594 w 221987"/>
                <a:gd name="connsiteY86" fmla="*/ 220265 h 408295"/>
                <a:gd name="connsiteX87" fmla="*/ 99558 w 221987"/>
                <a:gd name="connsiteY87" fmla="*/ 220265 h 408295"/>
                <a:gd name="connsiteX88" fmla="*/ 102249 w 221987"/>
                <a:gd name="connsiteY88" fmla="*/ 216235 h 408295"/>
                <a:gd name="connsiteX89" fmla="*/ 103594 w 221987"/>
                <a:gd name="connsiteY89" fmla="*/ 214892 h 408295"/>
                <a:gd name="connsiteX90" fmla="*/ 100903 w 221987"/>
                <a:gd name="connsiteY90" fmla="*/ 210863 h 408295"/>
                <a:gd name="connsiteX91" fmla="*/ 100903 w 221987"/>
                <a:gd name="connsiteY91" fmla="*/ 204148 h 408295"/>
                <a:gd name="connsiteX92" fmla="*/ 102249 w 221987"/>
                <a:gd name="connsiteY92" fmla="*/ 201462 h 408295"/>
                <a:gd name="connsiteX93" fmla="*/ 100903 w 221987"/>
                <a:gd name="connsiteY93" fmla="*/ 198775 h 408295"/>
                <a:gd name="connsiteX94" fmla="*/ 96867 w 221987"/>
                <a:gd name="connsiteY94" fmla="*/ 197432 h 408295"/>
                <a:gd name="connsiteX95" fmla="*/ 95522 w 221987"/>
                <a:gd name="connsiteY95" fmla="*/ 197432 h 408295"/>
                <a:gd name="connsiteX96" fmla="*/ 94176 w 221987"/>
                <a:gd name="connsiteY96" fmla="*/ 197432 h 408295"/>
                <a:gd name="connsiteX97" fmla="*/ 92831 w 221987"/>
                <a:gd name="connsiteY97" fmla="*/ 196089 h 408295"/>
                <a:gd name="connsiteX98" fmla="*/ 88795 w 221987"/>
                <a:gd name="connsiteY98" fmla="*/ 198775 h 408295"/>
                <a:gd name="connsiteX99" fmla="*/ 84759 w 221987"/>
                <a:gd name="connsiteY99" fmla="*/ 198775 h 408295"/>
                <a:gd name="connsiteX100" fmla="*/ 83414 w 221987"/>
                <a:gd name="connsiteY100" fmla="*/ 197432 h 408295"/>
                <a:gd name="connsiteX101" fmla="*/ 82068 w 221987"/>
                <a:gd name="connsiteY101" fmla="*/ 198775 h 408295"/>
                <a:gd name="connsiteX102" fmla="*/ 79378 w 221987"/>
                <a:gd name="connsiteY102" fmla="*/ 198775 h 408295"/>
                <a:gd name="connsiteX103" fmla="*/ 76687 w 221987"/>
                <a:gd name="connsiteY103" fmla="*/ 198775 h 408295"/>
                <a:gd name="connsiteX104" fmla="*/ 76687 w 221987"/>
                <a:gd name="connsiteY104" fmla="*/ 198775 h 408295"/>
                <a:gd name="connsiteX105" fmla="*/ 76687 w 221987"/>
                <a:gd name="connsiteY105" fmla="*/ 202805 h 408295"/>
                <a:gd name="connsiteX106" fmla="*/ 80723 w 221987"/>
                <a:gd name="connsiteY106" fmla="*/ 205491 h 408295"/>
                <a:gd name="connsiteX107" fmla="*/ 80723 w 221987"/>
                <a:gd name="connsiteY107" fmla="*/ 209520 h 408295"/>
                <a:gd name="connsiteX108" fmla="*/ 78033 w 221987"/>
                <a:gd name="connsiteY108" fmla="*/ 214892 h 408295"/>
                <a:gd name="connsiteX109" fmla="*/ 79378 w 221987"/>
                <a:gd name="connsiteY109" fmla="*/ 220265 h 408295"/>
                <a:gd name="connsiteX110" fmla="*/ 78033 w 221987"/>
                <a:gd name="connsiteY110" fmla="*/ 222951 h 408295"/>
                <a:gd name="connsiteX111" fmla="*/ 79378 w 221987"/>
                <a:gd name="connsiteY111" fmla="*/ 224294 h 408295"/>
                <a:gd name="connsiteX112" fmla="*/ 79378 w 221987"/>
                <a:gd name="connsiteY112" fmla="*/ 232352 h 408295"/>
                <a:gd name="connsiteX113" fmla="*/ 75342 w 221987"/>
                <a:gd name="connsiteY113" fmla="*/ 236381 h 408295"/>
                <a:gd name="connsiteX114" fmla="*/ 73996 w 221987"/>
                <a:gd name="connsiteY114" fmla="*/ 241754 h 408295"/>
                <a:gd name="connsiteX115" fmla="*/ 69960 w 221987"/>
                <a:gd name="connsiteY115" fmla="*/ 247126 h 408295"/>
                <a:gd name="connsiteX116" fmla="*/ 68615 w 221987"/>
                <a:gd name="connsiteY116" fmla="*/ 267272 h 408295"/>
                <a:gd name="connsiteX117" fmla="*/ 63233 w 221987"/>
                <a:gd name="connsiteY117" fmla="*/ 275331 h 408295"/>
                <a:gd name="connsiteX118" fmla="*/ 63233 w 221987"/>
                <a:gd name="connsiteY118" fmla="*/ 280703 h 408295"/>
                <a:gd name="connsiteX119" fmla="*/ 60542 w 221987"/>
                <a:gd name="connsiteY119" fmla="*/ 286075 h 408295"/>
                <a:gd name="connsiteX120" fmla="*/ 63233 w 221987"/>
                <a:gd name="connsiteY120" fmla="*/ 286075 h 408295"/>
                <a:gd name="connsiteX121" fmla="*/ 64579 w 221987"/>
                <a:gd name="connsiteY121" fmla="*/ 287418 h 408295"/>
                <a:gd name="connsiteX122" fmla="*/ 61888 w 221987"/>
                <a:gd name="connsiteY122" fmla="*/ 290105 h 408295"/>
                <a:gd name="connsiteX123" fmla="*/ 61888 w 221987"/>
                <a:gd name="connsiteY123" fmla="*/ 292791 h 408295"/>
                <a:gd name="connsiteX124" fmla="*/ 63233 w 221987"/>
                <a:gd name="connsiteY124" fmla="*/ 298163 h 408295"/>
                <a:gd name="connsiteX125" fmla="*/ 63233 w 221987"/>
                <a:gd name="connsiteY125" fmla="*/ 302192 h 408295"/>
                <a:gd name="connsiteX126" fmla="*/ 68615 w 221987"/>
                <a:gd name="connsiteY126" fmla="*/ 308908 h 408295"/>
                <a:gd name="connsiteX127" fmla="*/ 65924 w 221987"/>
                <a:gd name="connsiteY127" fmla="*/ 314280 h 408295"/>
                <a:gd name="connsiteX128" fmla="*/ 67269 w 221987"/>
                <a:gd name="connsiteY128" fmla="*/ 315623 h 408295"/>
                <a:gd name="connsiteX129" fmla="*/ 69960 w 221987"/>
                <a:gd name="connsiteY129" fmla="*/ 315623 h 408295"/>
                <a:gd name="connsiteX130" fmla="*/ 71306 w 221987"/>
                <a:gd name="connsiteY130" fmla="*/ 312937 h 408295"/>
                <a:gd name="connsiteX131" fmla="*/ 73996 w 221987"/>
                <a:gd name="connsiteY131" fmla="*/ 310251 h 408295"/>
                <a:gd name="connsiteX132" fmla="*/ 75342 w 221987"/>
                <a:gd name="connsiteY132" fmla="*/ 311594 h 408295"/>
                <a:gd name="connsiteX133" fmla="*/ 79378 w 221987"/>
                <a:gd name="connsiteY133" fmla="*/ 311594 h 408295"/>
                <a:gd name="connsiteX134" fmla="*/ 80723 w 221987"/>
                <a:gd name="connsiteY134" fmla="*/ 314280 h 408295"/>
                <a:gd name="connsiteX135" fmla="*/ 82068 w 221987"/>
                <a:gd name="connsiteY135" fmla="*/ 319652 h 408295"/>
                <a:gd name="connsiteX136" fmla="*/ 83414 w 221987"/>
                <a:gd name="connsiteY136" fmla="*/ 322338 h 408295"/>
                <a:gd name="connsiteX137" fmla="*/ 83414 w 221987"/>
                <a:gd name="connsiteY137" fmla="*/ 327711 h 408295"/>
                <a:gd name="connsiteX138" fmla="*/ 86104 w 221987"/>
                <a:gd name="connsiteY138" fmla="*/ 329054 h 408295"/>
                <a:gd name="connsiteX139" fmla="*/ 88795 w 221987"/>
                <a:gd name="connsiteY139" fmla="*/ 334426 h 408295"/>
                <a:gd name="connsiteX140" fmla="*/ 91486 w 221987"/>
                <a:gd name="connsiteY140" fmla="*/ 334426 h 408295"/>
                <a:gd name="connsiteX141" fmla="*/ 91486 w 221987"/>
                <a:gd name="connsiteY141" fmla="*/ 331740 h 408295"/>
                <a:gd name="connsiteX142" fmla="*/ 91486 w 221987"/>
                <a:gd name="connsiteY142" fmla="*/ 330397 h 408295"/>
                <a:gd name="connsiteX143" fmla="*/ 92831 w 221987"/>
                <a:gd name="connsiteY143" fmla="*/ 333083 h 408295"/>
                <a:gd name="connsiteX144" fmla="*/ 95522 w 221987"/>
                <a:gd name="connsiteY144" fmla="*/ 338455 h 408295"/>
                <a:gd name="connsiteX145" fmla="*/ 95522 w 221987"/>
                <a:gd name="connsiteY145" fmla="*/ 342485 h 408295"/>
                <a:gd name="connsiteX146" fmla="*/ 98213 w 221987"/>
                <a:gd name="connsiteY146" fmla="*/ 343828 h 408295"/>
                <a:gd name="connsiteX147" fmla="*/ 100903 w 221987"/>
                <a:gd name="connsiteY147" fmla="*/ 354572 h 408295"/>
                <a:gd name="connsiteX148" fmla="*/ 99558 w 221987"/>
                <a:gd name="connsiteY148" fmla="*/ 355915 h 408295"/>
                <a:gd name="connsiteX149" fmla="*/ 99558 w 221987"/>
                <a:gd name="connsiteY149" fmla="*/ 357258 h 408295"/>
                <a:gd name="connsiteX150" fmla="*/ 96867 w 221987"/>
                <a:gd name="connsiteY150" fmla="*/ 355915 h 408295"/>
                <a:gd name="connsiteX151" fmla="*/ 92831 w 221987"/>
                <a:gd name="connsiteY151" fmla="*/ 358602 h 408295"/>
                <a:gd name="connsiteX152" fmla="*/ 92831 w 221987"/>
                <a:gd name="connsiteY152" fmla="*/ 362631 h 408295"/>
                <a:gd name="connsiteX153" fmla="*/ 100903 w 221987"/>
                <a:gd name="connsiteY153" fmla="*/ 365317 h 408295"/>
                <a:gd name="connsiteX154" fmla="*/ 100903 w 221987"/>
                <a:gd name="connsiteY154" fmla="*/ 361288 h 408295"/>
                <a:gd name="connsiteX155" fmla="*/ 102249 w 221987"/>
                <a:gd name="connsiteY155" fmla="*/ 362631 h 408295"/>
                <a:gd name="connsiteX156" fmla="*/ 103594 w 221987"/>
                <a:gd name="connsiteY156" fmla="*/ 366660 h 408295"/>
                <a:gd name="connsiteX157" fmla="*/ 106285 w 221987"/>
                <a:gd name="connsiteY157" fmla="*/ 369346 h 408295"/>
                <a:gd name="connsiteX158" fmla="*/ 114357 w 221987"/>
                <a:gd name="connsiteY158" fmla="*/ 377405 h 408295"/>
                <a:gd name="connsiteX159" fmla="*/ 117048 w 221987"/>
                <a:gd name="connsiteY159" fmla="*/ 380091 h 408295"/>
                <a:gd name="connsiteX160" fmla="*/ 119739 w 221987"/>
                <a:gd name="connsiteY160" fmla="*/ 378748 h 408295"/>
                <a:gd name="connsiteX161" fmla="*/ 125121 w 221987"/>
                <a:gd name="connsiteY161" fmla="*/ 378748 h 408295"/>
                <a:gd name="connsiteX162" fmla="*/ 129157 w 221987"/>
                <a:gd name="connsiteY162" fmla="*/ 380091 h 408295"/>
                <a:gd name="connsiteX163" fmla="*/ 133193 w 221987"/>
                <a:gd name="connsiteY163" fmla="*/ 388149 h 408295"/>
                <a:gd name="connsiteX164" fmla="*/ 135884 w 221987"/>
                <a:gd name="connsiteY164" fmla="*/ 392178 h 408295"/>
                <a:gd name="connsiteX165" fmla="*/ 139920 w 221987"/>
                <a:gd name="connsiteY165" fmla="*/ 394865 h 408295"/>
                <a:gd name="connsiteX166" fmla="*/ 141265 w 221987"/>
                <a:gd name="connsiteY166" fmla="*/ 397551 h 408295"/>
                <a:gd name="connsiteX167" fmla="*/ 139920 w 221987"/>
                <a:gd name="connsiteY167" fmla="*/ 398894 h 408295"/>
                <a:gd name="connsiteX168" fmla="*/ 139920 w 221987"/>
                <a:gd name="connsiteY168" fmla="*/ 402923 h 408295"/>
                <a:gd name="connsiteX169" fmla="*/ 135884 w 221987"/>
                <a:gd name="connsiteY169" fmla="*/ 405609 h 408295"/>
                <a:gd name="connsiteX170" fmla="*/ 133193 w 221987"/>
                <a:gd name="connsiteY170" fmla="*/ 402923 h 408295"/>
                <a:gd name="connsiteX171" fmla="*/ 127811 w 221987"/>
                <a:gd name="connsiteY171" fmla="*/ 402923 h 408295"/>
                <a:gd name="connsiteX172" fmla="*/ 122430 w 221987"/>
                <a:gd name="connsiteY172" fmla="*/ 408295 h 408295"/>
                <a:gd name="connsiteX173" fmla="*/ 115703 w 221987"/>
                <a:gd name="connsiteY173" fmla="*/ 406952 h 408295"/>
                <a:gd name="connsiteX174" fmla="*/ 115703 w 221987"/>
                <a:gd name="connsiteY174" fmla="*/ 402923 h 408295"/>
                <a:gd name="connsiteX175" fmla="*/ 118394 w 221987"/>
                <a:gd name="connsiteY175" fmla="*/ 398894 h 408295"/>
                <a:gd name="connsiteX176" fmla="*/ 119739 w 221987"/>
                <a:gd name="connsiteY176" fmla="*/ 392178 h 408295"/>
                <a:gd name="connsiteX177" fmla="*/ 115703 w 221987"/>
                <a:gd name="connsiteY177" fmla="*/ 388149 h 408295"/>
                <a:gd name="connsiteX178" fmla="*/ 110321 w 221987"/>
                <a:gd name="connsiteY178" fmla="*/ 388149 h 408295"/>
                <a:gd name="connsiteX179" fmla="*/ 108976 w 221987"/>
                <a:gd name="connsiteY179" fmla="*/ 385463 h 408295"/>
                <a:gd name="connsiteX180" fmla="*/ 102249 w 221987"/>
                <a:gd name="connsiteY180" fmla="*/ 382777 h 408295"/>
                <a:gd name="connsiteX181" fmla="*/ 96867 w 221987"/>
                <a:gd name="connsiteY181" fmla="*/ 378748 h 408295"/>
                <a:gd name="connsiteX182" fmla="*/ 94176 w 221987"/>
                <a:gd name="connsiteY182" fmla="*/ 382777 h 408295"/>
                <a:gd name="connsiteX183" fmla="*/ 91486 w 221987"/>
                <a:gd name="connsiteY183" fmla="*/ 389492 h 408295"/>
                <a:gd name="connsiteX184" fmla="*/ 90140 w 221987"/>
                <a:gd name="connsiteY184" fmla="*/ 385463 h 408295"/>
                <a:gd name="connsiteX185" fmla="*/ 79378 w 221987"/>
                <a:gd name="connsiteY185" fmla="*/ 377405 h 408295"/>
                <a:gd name="connsiteX186" fmla="*/ 78033 w 221987"/>
                <a:gd name="connsiteY186" fmla="*/ 376062 h 408295"/>
                <a:gd name="connsiteX187" fmla="*/ 80723 w 221987"/>
                <a:gd name="connsiteY187" fmla="*/ 373375 h 408295"/>
                <a:gd name="connsiteX188" fmla="*/ 80723 w 221987"/>
                <a:gd name="connsiteY188" fmla="*/ 370689 h 408295"/>
                <a:gd name="connsiteX189" fmla="*/ 78033 w 221987"/>
                <a:gd name="connsiteY189" fmla="*/ 370689 h 408295"/>
                <a:gd name="connsiteX190" fmla="*/ 76687 w 221987"/>
                <a:gd name="connsiteY190" fmla="*/ 365317 h 408295"/>
                <a:gd name="connsiteX191" fmla="*/ 71306 w 221987"/>
                <a:gd name="connsiteY191" fmla="*/ 365317 h 408295"/>
                <a:gd name="connsiteX192" fmla="*/ 71306 w 221987"/>
                <a:gd name="connsiteY192" fmla="*/ 361288 h 408295"/>
                <a:gd name="connsiteX193" fmla="*/ 64579 w 221987"/>
                <a:gd name="connsiteY193" fmla="*/ 353229 h 408295"/>
                <a:gd name="connsiteX194" fmla="*/ 61888 w 221987"/>
                <a:gd name="connsiteY194" fmla="*/ 353229 h 408295"/>
                <a:gd name="connsiteX195" fmla="*/ 57852 w 221987"/>
                <a:gd name="connsiteY195" fmla="*/ 343828 h 408295"/>
                <a:gd name="connsiteX196" fmla="*/ 53815 w 221987"/>
                <a:gd name="connsiteY196" fmla="*/ 343828 h 408295"/>
                <a:gd name="connsiteX197" fmla="*/ 53815 w 221987"/>
                <a:gd name="connsiteY197" fmla="*/ 339798 h 408295"/>
                <a:gd name="connsiteX198" fmla="*/ 51125 w 221987"/>
                <a:gd name="connsiteY198" fmla="*/ 337112 h 408295"/>
                <a:gd name="connsiteX199" fmla="*/ 51125 w 221987"/>
                <a:gd name="connsiteY199" fmla="*/ 334426 h 408295"/>
                <a:gd name="connsiteX200" fmla="*/ 45743 w 221987"/>
                <a:gd name="connsiteY200" fmla="*/ 337112 h 408295"/>
                <a:gd name="connsiteX201" fmla="*/ 45743 w 221987"/>
                <a:gd name="connsiteY201" fmla="*/ 342485 h 408295"/>
                <a:gd name="connsiteX202" fmla="*/ 43052 w 221987"/>
                <a:gd name="connsiteY202" fmla="*/ 341141 h 408295"/>
                <a:gd name="connsiteX203" fmla="*/ 40361 w 221987"/>
                <a:gd name="connsiteY203" fmla="*/ 338455 h 408295"/>
                <a:gd name="connsiteX204" fmla="*/ 39016 w 221987"/>
                <a:gd name="connsiteY204" fmla="*/ 329054 h 408295"/>
                <a:gd name="connsiteX205" fmla="*/ 40361 w 221987"/>
                <a:gd name="connsiteY205" fmla="*/ 326368 h 408295"/>
                <a:gd name="connsiteX206" fmla="*/ 39016 w 221987"/>
                <a:gd name="connsiteY206" fmla="*/ 319652 h 408295"/>
                <a:gd name="connsiteX207" fmla="*/ 43052 w 221987"/>
                <a:gd name="connsiteY207" fmla="*/ 318309 h 408295"/>
                <a:gd name="connsiteX208" fmla="*/ 43052 w 221987"/>
                <a:gd name="connsiteY208" fmla="*/ 307565 h 408295"/>
                <a:gd name="connsiteX209" fmla="*/ 45743 w 221987"/>
                <a:gd name="connsiteY209" fmla="*/ 308908 h 408295"/>
                <a:gd name="connsiteX210" fmla="*/ 47088 w 221987"/>
                <a:gd name="connsiteY210" fmla="*/ 304878 h 408295"/>
                <a:gd name="connsiteX211" fmla="*/ 44398 w 221987"/>
                <a:gd name="connsiteY211" fmla="*/ 303535 h 408295"/>
                <a:gd name="connsiteX212" fmla="*/ 48434 w 221987"/>
                <a:gd name="connsiteY212" fmla="*/ 298163 h 408295"/>
                <a:gd name="connsiteX213" fmla="*/ 47088 w 221987"/>
                <a:gd name="connsiteY213" fmla="*/ 296820 h 408295"/>
                <a:gd name="connsiteX214" fmla="*/ 49779 w 221987"/>
                <a:gd name="connsiteY214" fmla="*/ 291448 h 408295"/>
                <a:gd name="connsiteX215" fmla="*/ 47088 w 221987"/>
                <a:gd name="connsiteY215" fmla="*/ 291448 h 408295"/>
                <a:gd name="connsiteX216" fmla="*/ 48434 w 221987"/>
                <a:gd name="connsiteY216" fmla="*/ 282046 h 408295"/>
                <a:gd name="connsiteX217" fmla="*/ 49779 w 221987"/>
                <a:gd name="connsiteY217" fmla="*/ 279360 h 408295"/>
                <a:gd name="connsiteX218" fmla="*/ 52470 w 221987"/>
                <a:gd name="connsiteY218" fmla="*/ 275331 h 408295"/>
                <a:gd name="connsiteX219" fmla="*/ 52470 w 221987"/>
                <a:gd name="connsiteY219" fmla="*/ 268615 h 408295"/>
                <a:gd name="connsiteX220" fmla="*/ 59197 w 221987"/>
                <a:gd name="connsiteY220" fmla="*/ 264586 h 408295"/>
                <a:gd name="connsiteX221" fmla="*/ 64579 w 221987"/>
                <a:gd name="connsiteY221" fmla="*/ 247126 h 408295"/>
                <a:gd name="connsiteX222" fmla="*/ 67269 w 221987"/>
                <a:gd name="connsiteY222" fmla="*/ 245783 h 408295"/>
                <a:gd name="connsiteX223" fmla="*/ 68615 w 221987"/>
                <a:gd name="connsiteY223" fmla="*/ 237725 h 408295"/>
                <a:gd name="connsiteX224" fmla="*/ 64579 w 221987"/>
                <a:gd name="connsiteY224" fmla="*/ 231009 h 408295"/>
                <a:gd name="connsiteX225" fmla="*/ 65924 w 221987"/>
                <a:gd name="connsiteY225" fmla="*/ 224294 h 408295"/>
                <a:gd name="connsiteX226" fmla="*/ 63233 w 221987"/>
                <a:gd name="connsiteY226" fmla="*/ 218921 h 408295"/>
                <a:gd name="connsiteX227" fmla="*/ 61888 w 221987"/>
                <a:gd name="connsiteY227" fmla="*/ 212206 h 408295"/>
                <a:gd name="connsiteX228" fmla="*/ 59197 w 221987"/>
                <a:gd name="connsiteY228" fmla="*/ 208177 h 408295"/>
                <a:gd name="connsiteX229" fmla="*/ 59197 w 221987"/>
                <a:gd name="connsiteY229" fmla="*/ 202805 h 408295"/>
                <a:gd name="connsiteX230" fmla="*/ 57852 w 221987"/>
                <a:gd name="connsiteY230" fmla="*/ 197432 h 408295"/>
                <a:gd name="connsiteX231" fmla="*/ 60542 w 221987"/>
                <a:gd name="connsiteY231" fmla="*/ 193403 h 408295"/>
                <a:gd name="connsiteX232" fmla="*/ 56506 w 221987"/>
                <a:gd name="connsiteY232" fmla="*/ 182658 h 408295"/>
                <a:gd name="connsiteX233" fmla="*/ 49779 w 221987"/>
                <a:gd name="connsiteY233" fmla="*/ 175943 h 408295"/>
                <a:gd name="connsiteX234" fmla="*/ 41707 w 221987"/>
                <a:gd name="connsiteY234" fmla="*/ 169228 h 408295"/>
                <a:gd name="connsiteX235" fmla="*/ 34980 w 221987"/>
                <a:gd name="connsiteY235" fmla="*/ 161169 h 408295"/>
                <a:gd name="connsiteX236" fmla="*/ 34980 w 221987"/>
                <a:gd name="connsiteY236" fmla="*/ 155797 h 408295"/>
                <a:gd name="connsiteX237" fmla="*/ 30944 w 221987"/>
                <a:gd name="connsiteY237" fmla="*/ 147738 h 408295"/>
                <a:gd name="connsiteX238" fmla="*/ 36325 w 221987"/>
                <a:gd name="connsiteY238" fmla="*/ 143709 h 408295"/>
                <a:gd name="connsiteX239" fmla="*/ 37671 w 221987"/>
                <a:gd name="connsiteY239" fmla="*/ 139680 h 408295"/>
                <a:gd name="connsiteX240" fmla="*/ 34980 w 221987"/>
                <a:gd name="connsiteY240" fmla="*/ 127592 h 408295"/>
                <a:gd name="connsiteX241" fmla="*/ 36325 w 221987"/>
                <a:gd name="connsiteY241" fmla="*/ 123563 h 408295"/>
                <a:gd name="connsiteX242" fmla="*/ 41707 w 221987"/>
                <a:gd name="connsiteY242" fmla="*/ 120877 h 408295"/>
                <a:gd name="connsiteX243" fmla="*/ 40361 w 221987"/>
                <a:gd name="connsiteY243" fmla="*/ 115504 h 408295"/>
                <a:gd name="connsiteX244" fmla="*/ 34980 w 221987"/>
                <a:gd name="connsiteY244" fmla="*/ 112818 h 408295"/>
                <a:gd name="connsiteX245" fmla="*/ 34980 w 221987"/>
                <a:gd name="connsiteY245" fmla="*/ 107446 h 408295"/>
                <a:gd name="connsiteX246" fmla="*/ 30944 w 221987"/>
                <a:gd name="connsiteY246" fmla="*/ 100731 h 408295"/>
                <a:gd name="connsiteX247" fmla="*/ 26908 w 221987"/>
                <a:gd name="connsiteY247" fmla="*/ 99388 h 408295"/>
                <a:gd name="connsiteX248" fmla="*/ 21527 w 221987"/>
                <a:gd name="connsiteY248" fmla="*/ 85957 h 408295"/>
                <a:gd name="connsiteX249" fmla="*/ 14800 w 221987"/>
                <a:gd name="connsiteY249" fmla="*/ 80585 h 408295"/>
                <a:gd name="connsiteX250" fmla="*/ 12109 w 221987"/>
                <a:gd name="connsiteY250" fmla="*/ 76555 h 408295"/>
                <a:gd name="connsiteX251" fmla="*/ 9418 w 221987"/>
                <a:gd name="connsiteY251" fmla="*/ 73869 h 408295"/>
                <a:gd name="connsiteX252" fmla="*/ 5382 w 221987"/>
                <a:gd name="connsiteY252" fmla="*/ 65811 h 408295"/>
                <a:gd name="connsiteX253" fmla="*/ 1346 w 221987"/>
                <a:gd name="connsiteY253" fmla="*/ 64468 h 408295"/>
                <a:gd name="connsiteX254" fmla="*/ 0 w 221987"/>
                <a:gd name="connsiteY254" fmla="*/ 60438 h 408295"/>
                <a:gd name="connsiteX255" fmla="*/ 6727 w 221987"/>
                <a:gd name="connsiteY255" fmla="*/ 57752 h 408295"/>
                <a:gd name="connsiteX256" fmla="*/ 12109 w 221987"/>
                <a:gd name="connsiteY256" fmla="*/ 53723 h 408295"/>
                <a:gd name="connsiteX257" fmla="*/ 9418 w 221987"/>
                <a:gd name="connsiteY257" fmla="*/ 49694 h 408295"/>
                <a:gd name="connsiteX258" fmla="*/ 9418 w 221987"/>
                <a:gd name="connsiteY258" fmla="*/ 41635 h 408295"/>
                <a:gd name="connsiteX259" fmla="*/ 13454 w 221987"/>
                <a:gd name="connsiteY259" fmla="*/ 38949 h 408295"/>
                <a:gd name="connsiteX260" fmla="*/ 12109 w 221987"/>
                <a:gd name="connsiteY260" fmla="*/ 29548 h 408295"/>
                <a:gd name="connsiteX261" fmla="*/ 16145 w 221987"/>
                <a:gd name="connsiteY261" fmla="*/ 24175 h 408295"/>
                <a:gd name="connsiteX262" fmla="*/ 25562 w 221987"/>
                <a:gd name="connsiteY262" fmla="*/ 28204 h 408295"/>
                <a:gd name="connsiteX263" fmla="*/ 32289 w 221987"/>
                <a:gd name="connsiteY263" fmla="*/ 22832 h 408295"/>
                <a:gd name="connsiteX264" fmla="*/ 37671 w 221987"/>
                <a:gd name="connsiteY264" fmla="*/ 22832 h 408295"/>
                <a:gd name="connsiteX265" fmla="*/ 39016 w 221987"/>
                <a:gd name="connsiteY265" fmla="*/ 20146 h 408295"/>
                <a:gd name="connsiteX266" fmla="*/ 40361 w 221987"/>
                <a:gd name="connsiteY266" fmla="*/ 13431 h 408295"/>
                <a:gd name="connsiteX267" fmla="*/ 43052 w 221987"/>
                <a:gd name="connsiteY267" fmla="*/ 10744 h 408295"/>
                <a:gd name="connsiteX268" fmla="*/ 49779 w 221987"/>
                <a:gd name="connsiteY268" fmla="*/ 12088 h 408295"/>
                <a:gd name="connsiteX269" fmla="*/ 51125 w 221987"/>
                <a:gd name="connsiteY269" fmla="*/ 9401 h 408295"/>
                <a:gd name="connsiteX270" fmla="*/ 48434 w 221987"/>
                <a:gd name="connsiteY270" fmla="*/ 5372 h 408295"/>
                <a:gd name="connsiteX271" fmla="*/ 48434 w 221987"/>
                <a:gd name="connsiteY271" fmla="*/ 2686 h 408295"/>
                <a:gd name="connsiteX272" fmla="*/ 55161 w 221987"/>
                <a:gd name="connsiteY272" fmla="*/ 0 h 408295"/>
                <a:gd name="connsiteX273" fmla="*/ 61888 w 221987"/>
                <a:gd name="connsiteY273" fmla="*/ 0 h 408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</a:cxnLst>
              <a:rect l="l" t="t" r="r" b="b"/>
              <a:pathLst>
                <a:path w="221987" h="408295">
                  <a:moveTo>
                    <a:pt x="63233" y="0"/>
                  </a:moveTo>
                  <a:lnTo>
                    <a:pt x="65924" y="5372"/>
                  </a:lnTo>
                  <a:lnTo>
                    <a:pt x="72651" y="4029"/>
                  </a:lnTo>
                  <a:lnTo>
                    <a:pt x="78033" y="9401"/>
                  </a:lnTo>
                  <a:lnTo>
                    <a:pt x="79378" y="18803"/>
                  </a:lnTo>
                  <a:lnTo>
                    <a:pt x="75342" y="21489"/>
                  </a:lnTo>
                  <a:lnTo>
                    <a:pt x="78033" y="28204"/>
                  </a:lnTo>
                  <a:lnTo>
                    <a:pt x="82068" y="29548"/>
                  </a:lnTo>
                  <a:lnTo>
                    <a:pt x="87449" y="26862"/>
                  </a:lnTo>
                  <a:lnTo>
                    <a:pt x="96867" y="26862"/>
                  </a:lnTo>
                  <a:lnTo>
                    <a:pt x="96867" y="30891"/>
                  </a:lnTo>
                  <a:lnTo>
                    <a:pt x="94176" y="37606"/>
                  </a:lnTo>
                  <a:lnTo>
                    <a:pt x="96867" y="41635"/>
                  </a:lnTo>
                  <a:lnTo>
                    <a:pt x="96867" y="45665"/>
                  </a:lnTo>
                  <a:lnTo>
                    <a:pt x="94176" y="49694"/>
                  </a:lnTo>
                  <a:lnTo>
                    <a:pt x="95522" y="56409"/>
                  </a:lnTo>
                  <a:lnTo>
                    <a:pt x="95522" y="65811"/>
                  </a:lnTo>
                  <a:lnTo>
                    <a:pt x="96867" y="79241"/>
                  </a:lnTo>
                  <a:lnTo>
                    <a:pt x="103594" y="75212"/>
                  </a:lnTo>
                  <a:lnTo>
                    <a:pt x="110321" y="73869"/>
                  </a:lnTo>
                  <a:lnTo>
                    <a:pt x="110321" y="68497"/>
                  </a:lnTo>
                  <a:lnTo>
                    <a:pt x="118394" y="64468"/>
                  </a:lnTo>
                  <a:lnTo>
                    <a:pt x="127811" y="68497"/>
                  </a:lnTo>
                  <a:lnTo>
                    <a:pt x="133193" y="68497"/>
                  </a:lnTo>
                  <a:lnTo>
                    <a:pt x="137229" y="73869"/>
                  </a:lnTo>
                  <a:lnTo>
                    <a:pt x="147991" y="73869"/>
                  </a:lnTo>
                  <a:lnTo>
                    <a:pt x="153373" y="61781"/>
                  </a:lnTo>
                  <a:lnTo>
                    <a:pt x="162791" y="60438"/>
                  </a:lnTo>
                  <a:lnTo>
                    <a:pt x="173554" y="63125"/>
                  </a:lnTo>
                  <a:lnTo>
                    <a:pt x="177590" y="69840"/>
                  </a:lnTo>
                  <a:lnTo>
                    <a:pt x="188353" y="77898"/>
                  </a:lnTo>
                  <a:lnTo>
                    <a:pt x="195080" y="83271"/>
                  </a:lnTo>
                  <a:lnTo>
                    <a:pt x="197771" y="88643"/>
                  </a:lnTo>
                  <a:lnTo>
                    <a:pt x="196425" y="92672"/>
                  </a:lnTo>
                  <a:lnTo>
                    <a:pt x="195080" y="96702"/>
                  </a:lnTo>
                  <a:lnTo>
                    <a:pt x="197771" y="102074"/>
                  </a:lnTo>
                  <a:lnTo>
                    <a:pt x="197771" y="110132"/>
                  </a:lnTo>
                  <a:lnTo>
                    <a:pt x="196425" y="114162"/>
                  </a:lnTo>
                  <a:lnTo>
                    <a:pt x="200461" y="116848"/>
                  </a:lnTo>
                  <a:lnTo>
                    <a:pt x="205843" y="123563"/>
                  </a:lnTo>
                  <a:lnTo>
                    <a:pt x="211224" y="123563"/>
                  </a:lnTo>
                  <a:lnTo>
                    <a:pt x="215260" y="124906"/>
                  </a:lnTo>
                  <a:lnTo>
                    <a:pt x="213915" y="127592"/>
                  </a:lnTo>
                  <a:lnTo>
                    <a:pt x="220642" y="131621"/>
                  </a:lnTo>
                  <a:lnTo>
                    <a:pt x="221987" y="135651"/>
                  </a:lnTo>
                  <a:lnTo>
                    <a:pt x="220642" y="141023"/>
                  </a:lnTo>
                  <a:lnTo>
                    <a:pt x="220642" y="145052"/>
                  </a:lnTo>
                  <a:lnTo>
                    <a:pt x="217951" y="150425"/>
                  </a:lnTo>
                  <a:lnTo>
                    <a:pt x="220642" y="154454"/>
                  </a:lnTo>
                  <a:lnTo>
                    <a:pt x="220642" y="163855"/>
                  </a:lnTo>
                  <a:lnTo>
                    <a:pt x="216606" y="166541"/>
                  </a:lnTo>
                  <a:lnTo>
                    <a:pt x="209879" y="170571"/>
                  </a:lnTo>
                  <a:lnTo>
                    <a:pt x="205843" y="166541"/>
                  </a:lnTo>
                  <a:lnTo>
                    <a:pt x="199116" y="167885"/>
                  </a:lnTo>
                  <a:lnTo>
                    <a:pt x="193735" y="166541"/>
                  </a:lnTo>
                  <a:lnTo>
                    <a:pt x="187008" y="166541"/>
                  </a:lnTo>
                  <a:lnTo>
                    <a:pt x="180281" y="167885"/>
                  </a:lnTo>
                  <a:lnTo>
                    <a:pt x="177590" y="166541"/>
                  </a:lnTo>
                  <a:lnTo>
                    <a:pt x="170863" y="166541"/>
                  </a:lnTo>
                  <a:lnTo>
                    <a:pt x="158755" y="170571"/>
                  </a:lnTo>
                  <a:lnTo>
                    <a:pt x="153373" y="170571"/>
                  </a:lnTo>
                  <a:lnTo>
                    <a:pt x="147991" y="177286"/>
                  </a:lnTo>
                  <a:lnTo>
                    <a:pt x="146646" y="185344"/>
                  </a:lnTo>
                  <a:lnTo>
                    <a:pt x="141265" y="190717"/>
                  </a:lnTo>
                  <a:lnTo>
                    <a:pt x="141265" y="201462"/>
                  </a:lnTo>
                  <a:lnTo>
                    <a:pt x="143955" y="212206"/>
                  </a:lnTo>
                  <a:lnTo>
                    <a:pt x="147991" y="213549"/>
                  </a:lnTo>
                  <a:lnTo>
                    <a:pt x="150682" y="218921"/>
                  </a:lnTo>
                  <a:lnTo>
                    <a:pt x="149337" y="228323"/>
                  </a:lnTo>
                  <a:lnTo>
                    <a:pt x="149337" y="232352"/>
                  </a:lnTo>
                  <a:lnTo>
                    <a:pt x="146646" y="232352"/>
                  </a:lnTo>
                  <a:lnTo>
                    <a:pt x="146646" y="236381"/>
                  </a:lnTo>
                  <a:lnTo>
                    <a:pt x="145301" y="236381"/>
                  </a:lnTo>
                  <a:lnTo>
                    <a:pt x="145301" y="235038"/>
                  </a:lnTo>
                  <a:lnTo>
                    <a:pt x="139920" y="231009"/>
                  </a:lnTo>
                  <a:lnTo>
                    <a:pt x="137229" y="231009"/>
                  </a:lnTo>
                  <a:lnTo>
                    <a:pt x="137229" y="228323"/>
                  </a:lnTo>
                  <a:lnTo>
                    <a:pt x="134538" y="226980"/>
                  </a:lnTo>
                  <a:lnTo>
                    <a:pt x="127811" y="220265"/>
                  </a:lnTo>
                  <a:lnTo>
                    <a:pt x="123775" y="218921"/>
                  </a:lnTo>
                  <a:lnTo>
                    <a:pt x="121084" y="220265"/>
                  </a:lnTo>
                  <a:lnTo>
                    <a:pt x="121084" y="221608"/>
                  </a:lnTo>
                  <a:lnTo>
                    <a:pt x="121084" y="222951"/>
                  </a:lnTo>
                  <a:lnTo>
                    <a:pt x="118394" y="221608"/>
                  </a:lnTo>
                  <a:lnTo>
                    <a:pt x="113012" y="220265"/>
                  </a:lnTo>
                  <a:lnTo>
                    <a:pt x="107630" y="221608"/>
                  </a:lnTo>
                  <a:lnTo>
                    <a:pt x="103594" y="220265"/>
                  </a:lnTo>
                  <a:lnTo>
                    <a:pt x="99558" y="220265"/>
                  </a:lnTo>
                  <a:lnTo>
                    <a:pt x="102249" y="216235"/>
                  </a:lnTo>
                  <a:lnTo>
                    <a:pt x="103594" y="214892"/>
                  </a:lnTo>
                  <a:lnTo>
                    <a:pt x="100903" y="210863"/>
                  </a:lnTo>
                  <a:lnTo>
                    <a:pt x="100903" y="204148"/>
                  </a:lnTo>
                  <a:lnTo>
                    <a:pt x="102249" y="201462"/>
                  </a:lnTo>
                  <a:lnTo>
                    <a:pt x="100903" y="198775"/>
                  </a:lnTo>
                  <a:lnTo>
                    <a:pt x="96867" y="197432"/>
                  </a:lnTo>
                  <a:lnTo>
                    <a:pt x="95522" y="197432"/>
                  </a:lnTo>
                  <a:lnTo>
                    <a:pt x="94176" y="197432"/>
                  </a:lnTo>
                  <a:lnTo>
                    <a:pt x="92831" y="196089"/>
                  </a:lnTo>
                  <a:lnTo>
                    <a:pt x="88795" y="198775"/>
                  </a:lnTo>
                  <a:lnTo>
                    <a:pt x="84759" y="198775"/>
                  </a:lnTo>
                  <a:lnTo>
                    <a:pt x="83414" y="197432"/>
                  </a:lnTo>
                  <a:lnTo>
                    <a:pt x="82068" y="198775"/>
                  </a:lnTo>
                  <a:lnTo>
                    <a:pt x="79378" y="198775"/>
                  </a:lnTo>
                  <a:lnTo>
                    <a:pt x="76687" y="198775"/>
                  </a:lnTo>
                  <a:lnTo>
                    <a:pt x="76687" y="198775"/>
                  </a:lnTo>
                  <a:lnTo>
                    <a:pt x="76687" y="202805"/>
                  </a:lnTo>
                  <a:lnTo>
                    <a:pt x="80723" y="205491"/>
                  </a:lnTo>
                  <a:lnTo>
                    <a:pt x="80723" y="209520"/>
                  </a:lnTo>
                  <a:lnTo>
                    <a:pt x="78033" y="214892"/>
                  </a:lnTo>
                  <a:lnTo>
                    <a:pt x="79378" y="220265"/>
                  </a:lnTo>
                  <a:lnTo>
                    <a:pt x="78033" y="222951"/>
                  </a:lnTo>
                  <a:lnTo>
                    <a:pt x="79378" y="224294"/>
                  </a:lnTo>
                  <a:lnTo>
                    <a:pt x="79378" y="232352"/>
                  </a:lnTo>
                  <a:lnTo>
                    <a:pt x="75342" y="236381"/>
                  </a:lnTo>
                  <a:lnTo>
                    <a:pt x="73996" y="241754"/>
                  </a:lnTo>
                  <a:lnTo>
                    <a:pt x="69960" y="247126"/>
                  </a:lnTo>
                  <a:lnTo>
                    <a:pt x="68615" y="267272"/>
                  </a:lnTo>
                  <a:lnTo>
                    <a:pt x="63233" y="275331"/>
                  </a:lnTo>
                  <a:lnTo>
                    <a:pt x="63233" y="280703"/>
                  </a:lnTo>
                  <a:lnTo>
                    <a:pt x="60542" y="286075"/>
                  </a:lnTo>
                  <a:lnTo>
                    <a:pt x="63233" y="286075"/>
                  </a:lnTo>
                  <a:lnTo>
                    <a:pt x="64579" y="287418"/>
                  </a:lnTo>
                  <a:lnTo>
                    <a:pt x="61888" y="290105"/>
                  </a:lnTo>
                  <a:lnTo>
                    <a:pt x="61888" y="292791"/>
                  </a:lnTo>
                  <a:lnTo>
                    <a:pt x="63233" y="298163"/>
                  </a:lnTo>
                  <a:lnTo>
                    <a:pt x="63233" y="302192"/>
                  </a:lnTo>
                  <a:lnTo>
                    <a:pt x="68615" y="308908"/>
                  </a:lnTo>
                  <a:lnTo>
                    <a:pt x="65924" y="314280"/>
                  </a:lnTo>
                  <a:lnTo>
                    <a:pt x="67269" y="315623"/>
                  </a:lnTo>
                  <a:lnTo>
                    <a:pt x="69960" y="315623"/>
                  </a:lnTo>
                  <a:lnTo>
                    <a:pt x="71306" y="312937"/>
                  </a:lnTo>
                  <a:lnTo>
                    <a:pt x="73996" y="310251"/>
                  </a:lnTo>
                  <a:lnTo>
                    <a:pt x="75342" y="311594"/>
                  </a:lnTo>
                  <a:lnTo>
                    <a:pt x="79378" y="311594"/>
                  </a:lnTo>
                  <a:lnTo>
                    <a:pt x="80723" y="314280"/>
                  </a:lnTo>
                  <a:lnTo>
                    <a:pt x="82068" y="319652"/>
                  </a:lnTo>
                  <a:lnTo>
                    <a:pt x="83414" y="322338"/>
                  </a:lnTo>
                  <a:lnTo>
                    <a:pt x="83414" y="327711"/>
                  </a:lnTo>
                  <a:lnTo>
                    <a:pt x="86104" y="329054"/>
                  </a:lnTo>
                  <a:lnTo>
                    <a:pt x="88795" y="334426"/>
                  </a:lnTo>
                  <a:lnTo>
                    <a:pt x="91486" y="334426"/>
                  </a:lnTo>
                  <a:lnTo>
                    <a:pt x="91486" y="331740"/>
                  </a:lnTo>
                  <a:lnTo>
                    <a:pt x="91486" y="330397"/>
                  </a:lnTo>
                  <a:lnTo>
                    <a:pt x="92831" y="333083"/>
                  </a:lnTo>
                  <a:lnTo>
                    <a:pt x="95522" y="338455"/>
                  </a:lnTo>
                  <a:lnTo>
                    <a:pt x="95522" y="342485"/>
                  </a:lnTo>
                  <a:lnTo>
                    <a:pt x="98213" y="343828"/>
                  </a:lnTo>
                  <a:lnTo>
                    <a:pt x="100903" y="354572"/>
                  </a:lnTo>
                  <a:lnTo>
                    <a:pt x="99558" y="355915"/>
                  </a:lnTo>
                  <a:lnTo>
                    <a:pt x="99558" y="357258"/>
                  </a:lnTo>
                  <a:lnTo>
                    <a:pt x="96867" y="355915"/>
                  </a:lnTo>
                  <a:lnTo>
                    <a:pt x="92831" y="358602"/>
                  </a:lnTo>
                  <a:lnTo>
                    <a:pt x="92831" y="362631"/>
                  </a:lnTo>
                  <a:lnTo>
                    <a:pt x="100903" y="365317"/>
                  </a:lnTo>
                  <a:lnTo>
                    <a:pt x="100903" y="361288"/>
                  </a:lnTo>
                  <a:lnTo>
                    <a:pt x="102249" y="362631"/>
                  </a:lnTo>
                  <a:lnTo>
                    <a:pt x="103594" y="366660"/>
                  </a:lnTo>
                  <a:lnTo>
                    <a:pt x="106285" y="369346"/>
                  </a:lnTo>
                  <a:lnTo>
                    <a:pt x="114357" y="377405"/>
                  </a:lnTo>
                  <a:lnTo>
                    <a:pt x="117048" y="380091"/>
                  </a:lnTo>
                  <a:lnTo>
                    <a:pt x="119739" y="378748"/>
                  </a:lnTo>
                  <a:lnTo>
                    <a:pt x="125121" y="378748"/>
                  </a:lnTo>
                  <a:lnTo>
                    <a:pt x="129157" y="380091"/>
                  </a:lnTo>
                  <a:lnTo>
                    <a:pt x="133193" y="388149"/>
                  </a:lnTo>
                  <a:lnTo>
                    <a:pt x="135884" y="392178"/>
                  </a:lnTo>
                  <a:lnTo>
                    <a:pt x="139920" y="394865"/>
                  </a:lnTo>
                  <a:lnTo>
                    <a:pt x="141265" y="397551"/>
                  </a:lnTo>
                  <a:lnTo>
                    <a:pt x="139920" y="398894"/>
                  </a:lnTo>
                  <a:lnTo>
                    <a:pt x="139920" y="402923"/>
                  </a:lnTo>
                  <a:lnTo>
                    <a:pt x="135884" y="405609"/>
                  </a:lnTo>
                  <a:lnTo>
                    <a:pt x="133193" y="402923"/>
                  </a:lnTo>
                  <a:lnTo>
                    <a:pt x="127811" y="402923"/>
                  </a:lnTo>
                  <a:lnTo>
                    <a:pt x="122430" y="408295"/>
                  </a:lnTo>
                  <a:lnTo>
                    <a:pt x="115703" y="406952"/>
                  </a:lnTo>
                  <a:lnTo>
                    <a:pt x="115703" y="402923"/>
                  </a:lnTo>
                  <a:lnTo>
                    <a:pt x="118394" y="398894"/>
                  </a:lnTo>
                  <a:lnTo>
                    <a:pt x="119739" y="392178"/>
                  </a:lnTo>
                  <a:lnTo>
                    <a:pt x="115703" y="388149"/>
                  </a:lnTo>
                  <a:lnTo>
                    <a:pt x="110321" y="388149"/>
                  </a:lnTo>
                  <a:lnTo>
                    <a:pt x="108976" y="385463"/>
                  </a:lnTo>
                  <a:lnTo>
                    <a:pt x="102249" y="382777"/>
                  </a:lnTo>
                  <a:lnTo>
                    <a:pt x="96867" y="378748"/>
                  </a:lnTo>
                  <a:lnTo>
                    <a:pt x="94176" y="382777"/>
                  </a:lnTo>
                  <a:lnTo>
                    <a:pt x="91486" y="389492"/>
                  </a:lnTo>
                  <a:lnTo>
                    <a:pt x="90140" y="385463"/>
                  </a:lnTo>
                  <a:lnTo>
                    <a:pt x="79378" y="377405"/>
                  </a:lnTo>
                  <a:lnTo>
                    <a:pt x="78033" y="376062"/>
                  </a:lnTo>
                  <a:lnTo>
                    <a:pt x="80723" y="373375"/>
                  </a:lnTo>
                  <a:lnTo>
                    <a:pt x="80723" y="370689"/>
                  </a:lnTo>
                  <a:lnTo>
                    <a:pt x="78033" y="370689"/>
                  </a:lnTo>
                  <a:lnTo>
                    <a:pt x="76687" y="365317"/>
                  </a:lnTo>
                  <a:lnTo>
                    <a:pt x="71306" y="365317"/>
                  </a:lnTo>
                  <a:lnTo>
                    <a:pt x="71306" y="361288"/>
                  </a:lnTo>
                  <a:lnTo>
                    <a:pt x="64579" y="353229"/>
                  </a:lnTo>
                  <a:lnTo>
                    <a:pt x="61888" y="353229"/>
                  </a:lnTo>
                  <a:lnTo>
                    <a:pt x="57852" y="343828"/>
                  </a:lnTo>
                  <a:lnTo>
                    <a:pt x="53815" y="343828"/>
                  </a:lnTo>
                  <a:lnTo>
                    <a:pt x="53815" y="339798"/>
                  </a:lnTo>
                  <a:lnTo>
                    <a:pt x="51125" y="337112"/>
                  </a:lnTo>
                  <a:lnTo>
                    <a:pt x="51125" y="334426"/>
                  </a:lnTo>
                  <a:lnTo>
                    <a:pt x="45743" y="337112"/>
                  </a:lnTo>
                  <a:lnTo>
                    <a:pt x="45743" y="342485"/>
                  </a:lnTo>
                  <a:lnTo>
                    <a:pt x="43052" y="341141"/>
                  </a:lnTo>
                  <a:lnTo>
                    <a:pt x="40361" y="338455"/>
                  </a:lnTo>
                  <a:lnTo>
                    <a:pt x="39016" y="329054"/>
                  </a:lnTo>
                  <a:lnTo>
                    <a:pt x="40361" y="326368"/>
                  </a:lnTo>
                  <a:lnTo>
                    <a:pt x="39016" y="319652"/>
                  </a:lnTo>
                  <a:lnTo>
                    <a:pt x="43052" y="318309"/>
                  </a:lnTo>
                  <a:lnTo>
                    <a:pt x="43052" y="307565"/>
                  </a:lnTo>
                  <a:lnTo>
                    <a:pt x="45743" y="308908"/>
                  </a:lnTo>
                  <a:lnTo>
                    <a:pt x="47088" y="304878"/>
                  </a:lnTo>
                  <a:lnTo>
                    <a:pt x="44398" y="303535"/>
                  </a:lnTo>
                  <a:lnTo>
                    <a:pt x="48434" y="298163"/>
                  </a:lnTo>
                  <a:lnTo>
                    <a:pt x="47088" y="296820"/>
                  </a:lnTo>
                  <a:lnTo>
                    <a:pt x="49779" y="291448"/>
                  </a:lnTo>
                  <a:lnTo>
                    <a:pt x="47088" y="291448"/>
                  </a:lnTo>
                  <a:lnTo>
                    <a:pt x="48434" y="282046"/>
                  </a:lnTo>
                  <a:lnTo>
                    <a:pt x="49779" y="279360"/>
                  </a:lnTo>
                  <a:lnTo>
                    <a:pt x="52470" y="275331"/>
                  </a:lnTo>
                  <a:lnTo>
                    <a:pt x="52470" y="268615"/>
                  </a:lnTo>
                  <a:lnTo>
                    <a:pt x="59197" y="264586"/>
                  </a:lnTo>
                  <a:lnTo>
                    <a:pt x="64579" y="247126"/>
                  </a:lnTo>
                  <a:lnTo>
                    <a:pt x="67269" y="245783"/>
                  </a:lnTo>
                  <a:lnTo>
                    <a:pt x="68615" y="237725"/>
                  </a:lnTo>
                  <a:lnTo>
                    <a:pt x="64579" y="231009"/>
                  </a:lnTo>
                  <a:lnTo>
                    <a:pt x="65924" y="224294"/>
                  </a:lnTo>
                  <a:lnTo>
                    <a:pt x="63233" y="218921"/>
                  </a:lnTo>
                  <a:lnTo>
                    <a:pt x="61888" y="212206"/>
                  </a:lnTo>
                  <a:lnTo>
                    <a:pt x="59197" y="208177"/>
                  </a:lnTo>
                  <a:lnTo>
                    <a:pt x="59197" y="202805"/>
                  </a:lnTo>
                  <a:lnTo>
                    <a:pt x="57852" y="197432"/>
                  </a:lnTo>
                  <a:lnTo>
                    <a:pt x="60542" y="193403"/>
                  </a:lnTo>
                  <a:lnTo>
                    <a:pt x="56506" y="182658"/>
                  </a:lnTo>
                  <a:lnTo>
                    <a:pt x="49779" y="175943"/>
                  </a:lnTo>
                  <a:lnTo>
                    <a:pt x="41707" y="169228"/>
                  </a:lnTo>
                  <a:lnTo>
                    <a:pt x="34980" y="161169"/>
                  </a:lnTo>
                  <a:lnTo>
                    <a:pt x="34980" y="155797"/>
                  </a:lnTo>
                  <a:lnTo>
                    <a:pt x="30944" y="147738"/>
                  </a:lnTo>
                  <a:lnTo>
                    <a:pt x="36325" y="143709"/>
                  </a:lnTo>
                  <a:lnTo>
                    <a:pt x="37671" y="139680"/>
                  </a:lnTo>
                  <a:lnTo>
                    <a:pt x="34980" y="127592"/>
                  </a:lnTo>
                  <a:lnTo>
                    <a:pt x="36325" y="123563"/>
                  </a:lnTo>
                  <a:lnTo>
                    <a:pt x="41707" y="120877"/>
                  </a:lnTo>
                  <a:lnTo>
                    <a:pt x="40361" y="115504"/>
                  </a:lnTo>
                  <a:lnTo>
                    <a:pt x="34980" y="112818"/>
                  </a:lnTo>
                  <a:lnTo>
                    <a:pt x="34980" y="107446"/>
                  </a:lnTo>
                  <a:lnTo>
                    <a:pt x="30944" y="100731"/>
                  </a:lnTo>
                  <a:lnTo>
                    <a:pt x="26908" y="99388"/>
                  </a:lnTo>
                  <a:lnTo>
                    <a:pt x="21527" y="85957"/>
                  </a:lnTo>
                  <a:lnTo>
                    <a:pt x="14800" y="80585"/>
                  </a:lnTo>
                  <a:lnTo>
                    <a:pt x="12109" y="76555"/>
                  </a:lnTo>
                  <a:lnTo>
                    <a:pt x="9418" y="73869"/>
                  </a:lnTo>
                  <a:lnTo>
                    <a:pt x="5382" y="65811"/>
                  </a:lnTo>
                  <a:lnTo>
                    <a:pt x="1346" y="64468"/>
                  </a:lnTo>
                  <a:lnTo>
                    <a:pt x="0" y="60438"/>
                  </a:lnTo>
                  <a:lnTo>
                    <a:pt x="6727" y="57752"/>
                  </a:lnTo>
                  <a:lnTo>
                    <a:pt x="12109" y="53723"/>
                  </a:lnTo>
                  <a:lnTo>
                    <a:pt x="9418" y="49694"/>
                  </a:lnTo>
                  <a:lnTo>
                    <a:pt x="9418" y="41635"/>
                  </a:lnTo>
                  <a:lnTo>
                    <a:pt x="13454" y="38949"/>
                  </a:lnTo>
                  <a:lnTo>
                    <a:pt x="12109" y="29548"/>
                  </a:lnTo>
                  <a:lnTo>
                    <a:pt x="16145" y="24175"/>
                  </a:lnTo>
                  <a:lnTo>
                    <a:pt x="25562" y="28204"/>
                  </a:lnTo>
                  <a:lnTo>
                    <a:pt x="32289" y="22832"/>
                  </a:lnTo>
                  <a:lnTo>
                    <a:pt x="37671" y="22832"/>
                  </a:lnTo>
                  <a:lnTo>
                    <a:pt x="39016" y="20146"/>
                  </a:lnTo>
                  <a:lnTo>
                    <a:pt x="40361" y="13431"/>
                  </a:lnTo>
                  <a:lnTo>
                    <a:pt x="43052" y="10744"/>
                  </a:lnTo>
                  <a:lnTo>
                    <a:pt x="49779" y="12088"/>
                  </a:lnTo>
                  <a:lnTo>
                    <a:pt x="51125" y="9401"/>
                  </a:lnTo>
                  <a:lnTo>
                    <a:pt x="48434" y="5372"/>
                  </a:lnTo>
                  <a:lnTo>
                    <a:pt x="48434" y="2686"/>
                  </a:lnTo>
                  <a:lnTo>
                    <a:pt x="55161" y="0"/>
                  </a:lnTo>
                  <a:lnTo>
                    <a:pt x="61888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13328648-708A-65F4-3AB5-A11E110FE016}"/>
                </a:ext>
              </a:extLst>
            </p:cNvPr>
            <p:cNvSpPr/>
            <p:nvPr/>
          </p:nvSpPr>
          <p:spPr>
            <a:xfrm>
              <a:off x="9946371" y="4462505"/>
              <a:ext cx="4035" cy="5372"/>
            </a:xfrm>
            <a:custGeom>
              <a:avLst/>
              <a:gdLst>
                <a:gd name="connsiteX0" fmla="*/ 0 w 4035"/>
                <a:gd name="connsiteY0" fmla="*/ 0 h 5372"/>
                <a:gd name="connsiteX1" fmla="*/ 2691 w 4035"/>
                <a:gd name="connsiteY1" fmla="*/ 5372 h 5372"/>
                <a:gd name="connsiteX2" fmla="*/ 4036 w 4035"/>
                <a:gd name="connsiteY2" fmla="*/ 4029 h 5372"/>
                <a:gd name="connsiteX3" fmla="*/ 2691 w 4035"/>
                <a:gd name="connsiteY3" fmla="*/ 1343 h 5372"/>
                <a:gd name="connsiteX4" fmla="*/ 1346 w 4035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5372">
                  <a:moveTo>
                    <a:pt x="0" y="0"/>
                  </a:moveTo>
                  <a:lnTo>
                    <a:pt x="2691" y="5372"/>
                  </a:lnTo>
                  <a:lnTo>
                    <a:pt x="4036" y="4029"/>
                  </a:lnTo>
                  <a:lnTo>
                    <a:pt x="2691" y="1343"/>
                  </a:lnTo>
                  <a:lnTo>
                    <a:pt x="134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E68CB455-1C7A-1B7A-D01A-330B6E48D272}"/>
                </a:ext>
              </a:extLst>
            </p:cNvPr>
            <p:cNvSpPr/>
            <p:nvPr/>
          </p:nvSpPr>
          <p:spPr>
            <a:xfrm>
              <a:off x="9930227" y="4436987"/>
              <a:ext cx="1345" cy="6715"/>
            </a:xfrm>
            <a:custGeom>
              <a:avLst/>
              <a:gdLst>
                <a:gd name="connsiteX0" fmla="*/ 0 w 1345"/>
                <a:gd name="connsiteY0" fmla="*/ 0 h 6715"/>
                <a:gd name="connsiteX1" fmla="*/ 1346 w 1345"/>
                <a:gd name="connsiteY1" fmla="*/ 6715 h 6715"/>
                <a:gd name="connsiteX2" fmla="*/ 1346 w 1345"/>
                <a:gd name="connsiteY2" fmla="*/ 2686 h 6715"/>
                <a:gd name="connsiteX3" fmla="*/ 1346 w 1345"/>
                <a:gd name="connsiteY3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" h="6715">
                  <a:moveTo>
                    <a:pt x="0" y="0"/>
                  </a:moveTo>
                  <a:lnTo>
                    <a:pt x="1346" y="6715"/>
                  </a:lnTo>
                  <a:lnTo>
                    <a:pt x="1346" y="2686"/>
                  </a:lnTo>
                  <a:lnTo>
                    <a:pt x="134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FCB8BA59-AF53-1F4B-722B-FB17FD12C4F5}"/>
                </a:ext>
              </a:extLst>
            </p:cNvPr>
            <p:cNvSpPr/>
            <p:nvPr/>
          </p:nvSpPr>
          <p:spPr>
            <a:xfrm>
              <a:off x="9910046" y="4424899"/>
              <a:ext cx="4403" cy="10744"/>
            </a:xfrm>
            <a:custGeom>
              <a:avLst/>
              <a:gdLst>
                <a:gd name="connsiteX0" fmla="*/ 1346 w 4403"/>
                <a:gd name="connsiteY0" fmla="*/ 0 h 10744"/>
                <a:gd name="connsiteX1" fmla="*/ 0 w 4403"/>
                <a:gd name="connsiteY1" fmla="*/ 2686 h 10744"/>
                <a:gd name="connsiteX2" fmla="*/ 1346 w 4403"/>
                <a:gd name="connsiteY2" fmla="*/ 5372 h 10744"/>
                <a:gd name="connsiteX3" fmla="*/ 1346 w 4403"/>
                <a:gd name="connsiteY3" fmla="*/ 10745 h 10744"/>
                <a:gd name="connsiteX4" fmla="*/ 4037 w 4403"/>
                <a:gd name="connsiteY4" fmla="*/ 6715 h 10744"/>
                <a:gd name="connsiteX5" fmla="*/ 4037 w 4403"/>
                <a:gd name="connsiteY5" fmla="*/ 0 h 10744"/>
                <a:gd name="connsiteX6" fmla="*/ 1346 w 4403"/>
                <a:gd name="connsiteY6" fmla="*/ 0 h 10744"/>
                <a:gd name="connsiteX7" fmla="*/ 1346 w 4403"/>
                <a:gd name="connsiteY7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03" h="10744">
                  <a:moveTo>
                    <a:pt x="1346" y="0"/>
                  </a:moveTo>
                  <a:lnTo>
                    <a:pt x="0" y="2686"/>
                  </a:lnTo>
                  <a:lnTo>
                    <a:pt x="1346" y="5372"/>
                  </a:lnTo>
                  <a:lnTo>
                    <a:pt x="1346" y="10745"/>
                  </a:lnTo>
                  <a:lnTo>
                    <a:pt x="4037" y="6715"/>
                  </a:lnTo>
                  <a:lnTo>
                    <a:pt x="4037" y="0"/>
                  </a:lnTo>
                  <a:cubicBezTo>
                    <a:pt x="5382" y="0"/>
                    <a:pt x="2691" y="0"/>
                    <a:pt x="1346" y="0"/>
                  </a:cubicBezTo>
                  <a:lnTo>
                    <a:pt x="134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53F1F1F6-3F2E-02F3-209E-4E261247866B}"/>
                </a:ext>
              </a:extLst>
            </p:cNvPr>
            <p:cNvSpPr/>
            <p:nvPr/>
          </p:nvSpPr>
          <p:spPr>
            <a:xfrm>
              <a:off x="10006913" y="4313423"/>
              <a:ext cx="6726" cy="6715"/>
            </a:xfrm>
            <a:custGeom>
              <a:avLst/>
              <a:gdLst>
                <a:gd name="connsiteX0" fmla="*/ 0 w 6726"/>
                <a:gd name="connsiteY0" fmla="*/ 0 h 6715"/>
                <a:gd name="connsiteX1" fmla="*/ 0 w 6726"/>
                <a:gd name="connsiteY1" fmla="*/ 4029 h 6715"/>
                <a:gd name="connsiteX2" fmla="*/ 4036 w 6726"/>
                <a:gd name="connsiteY2" fmla="*/ 6715 h 6715"/>
                <a:gd name="connsiteX3" fmla="*/ 6727 w 6726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6715">
                  <a:moveTo>
                    <a:pt x="0" y="0"/>
                  </a:moveTo>
                  <a:lnTo>
                    <a:pt x="0" y="4029"/>
                  </a:lnTo>
                  <a:lnTo>
                    <a:pt x="4036" y="6715"/>
                  </a:lnTo>
                  <a:lnTo>
                    <a:pt x="6727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3865AB1A-A223-661D-4D39-8BF946441C9D}"/>
                </a:ext>
              </a:extLst>
            </p:cNvPr>
            <p:cNvSpPr/>
            <p:nvPr/>
          </p:nvSpPr>
          <p:spPr>
            <a:xfrm>
              <a:off x="9950407" y="4376548"/>
              <a:ext cx="5381" cy="2686"/>
            </a:xfrm>
            <a:custGeom>
              <a:avLst/>
              <a:gdLst>
                <a:gd name="connsiteX0" fmla="*/ 5382 w 5381"/>
                <a:gd name="connsiteY0" fmla="*/ 0 h 2686"/>
                <a:gd name="connsiteX1" fmla="*/ 0 w 5381"/>
                <a:gd name="connsiteY1" fmla="*/ 2686 h 2686"/>
                <a:gd name="connsiteX2" fmla="*/ 2691 w 5381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2686">
                  <a:moveTo>
                    <a:pt x="5382" y="0"/>
                  </a:moveTo>
                  <a:lnTo>
                    <a:pt x="0" y="2686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657711E2-6B7D-D3BD-4EED-227AB251C3EC}"/>
                </a:ext>
              </a:extLst>
            </p:cNvPr>
            <p:cNvSpPr/>
            <p:nvPr/>
          </p:nvSpPr>
          <p:spPr>
            <a:xfrm>
              <a:off x="9953098" y="4383264"/>
              <a:ext cx="5381" cy="8058"/>
            </a:xfrm>
            <a:custGeom>
              <a:avLst/>
              <a:gdLst>
                <a:gd name="connsiteX0" fmla="*/ 2691 w 5381"/>
                <a:gd name="connsiteY0" fmla="*/ 0 h 8058"/>
                <a:gd name="connsiteX1" fmla="*/ 0 w 5381"/>
                <a:gd name="connsiteY1" fmla="*/ 1343 h 8058"/>
                <a:gd name="connsiteX2" fmla="*/ 0 w 5381"/>
                <a:gd name="connsiteY2" fmla="*/ 5372 h 8058"/>
                <a:gd name="connsiteX3" fmla="*/ 4036 w 5381"/>
                <a:gd name="connsiteY3" fmla="*/ 8058 h 8058"/>
                <a:gd name="connsiteX4" fmla="*/ 5382 w 5381"/>
                <a:gd name="connsiteY4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8058">
                  <a:moveTo>
                    <a:pt x="2691" y="0"/>
                  </a:moveTo>
                  <a:lnTo>
                    <a:pt x="0" y="1343"/>
                  </a:lnTo>
                  <a:lnTo>
                    <a:pt x="0" y="5372"/>
                  </a:lnTo>
                  <a:lnTo>
                    <a:pt x="4036" y="8058"/>
                  </a:lnTo>
                  <a:lnTo>
                    <a:pt x="538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464" name="Graphic 5">
            <a:extLst>
              <a:ext uri="{FF2B5EF4-FFF2-40B4-BE49-F238E27FC236}">
                <a16:creationId xmlns:a16="http://schemas.microsoft.com/office/drawing/2014/main" id="{4D73C71E-E727-52F3-0808-518111B2D6CF}"/>
              </a:ext>
            </a:extLst>
          </p:cNvPr>
          <p:cNvGrpSpPr/>
          <p:nvPr/>
        </p:nvGrpSpPr>
        <p:grpSpPr>
          <a:xfrm>
            <a:off x="9727075" y="3856777"/>
            <a:ext cx="232749" cy="519770"/>
            <a:chOff x="9727075" y="3856777"/>
            <a:chExt cx="232749" cy="519770"/>
          </a:xfrm>
          <a:solidFill>
            <a:srgbClr val="E5E5E4"/>
          </a:solidFill>
        </p:grpSpPr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483A443D-91BB-B455-9E46-375674F6D4C3}"/>
                </a:ext>
              </a:extLst>
            </p:cNvPr>
            <p:cNvSpPr/>
            <p:nvPr/>
          </p:nvSpPr>
          <p:spPr>
            <a:xfrm>
              <a:off x="9727075" y="3856777"/>
              <a:ext cx="232749" cy="519770"/>
            </a:xfrm>
            <a:custGeom>
              <a:avLst/>
              <a:gdLst>
                <a:gd name="connsiteX0" fmla="*/ 104939 w 232749"/>
                <a:gd name="connsiteY0" fmla="*/ 2686 h 519770"/>
                <a:gd name="connsiteX1" fmla="*/ 108975 w 232749"/>
                <a:gd name="connsiteY1" fmla="*/ 0 h 519770"/>
                <a:gd name="connsiteX2" fmla="*/ 115702 w 232749"/>
                <a:gd name="connsiteY2" fmla="*/ 2686 h 519770"/>
                <a:gd name="connsiteX3" fmla="*/ 118393 w 232749"/>
                <a:gd name="connsiteY3" fmla="*/ 0 h 519770"/>
                <a:gd name="connsiteX4" fmla="*/ 125120 w 232749"/>
                <a:gd name="connsiteY4" fmla="*/ 1343 h 519770"/>
                <a:gd name="connsiteX5" fmla="*/ 127811 w 232749"/>
                <a:gd name="connsiteY5" fmla="*/ 8059 h 519770"/>
                <a:gd name="connsiteX6" fmla="*/ 133193 w 232749"/>
                <a:gd name="connsiteY6" fmla="*/ 12088 h 519770"/>
                <a:gd name="connsiteX7" fmla="*/ 134538 w 232749"/>
                <a:gd name="connsiteY7" fmla="*/ 20146 h 519770"/>
                <a:gd name="connsiteX8" fmla="*/ 139920 w 232749"/>
                <a:gd name="connsiteY8" fmla="*/ 18803 h 519770"/>
                <a:gd name="connsiteX9" fmla="*/ 143955 w 232749"/>
                <a:gd name="connsiteY9" fmla="*/ 24175 h 519770"/>
                <a:gd name="connsiteX10" fmla="*/ 143955 w 232749"/>
                <a:gd name="connsiteY10" fmla="*/ 32234 h 519770"/>
                <a:gd name="connsiteX11" fmla="*/ 147991 w 232749"/>
                <a:gd name="connsiteY11" fmla="*/ 41635 h 519770"/>
                <a:gd name="connsiteX12" fmla="*/ 149336 w 232749"/>
                <a:gd name="connsiteY12" fmla="*/ 49694 h 519770"/>
                <a:gd name="connsiteX13" fmla="*/ 147991 w 232749"/>
                <a:gd name="connsiteY13" fmla="*/ 60438 h 519770"/>
                <a:gd name="connsiteX14" fmla="*/ 147991 w 232749"/>
                <a:gd name="connsiteY14" fmla="*/ 65811 h 519770"/>
                <a:gd name="connsiteX15" fmla="*/ 146646 w 232749"/>
                <a:gd name="connsiteY15" fmla="*/ 68497 h 519770"/>
                <a:gd name="connsiteX16" fmla="*/ 141265 w 232749"/>
                <a:gd name="connsiteY16" fmla="*/ 71183 h 519770"/>
                <a:gd name="connsiteX17" fmla="*/ 141265 w 232749"/>
                <a:gd name="connsiteY17" fmla="*/ 75212 h 519770"/>
                <a:gd name="connsiteX18" fmla="*/ 138574 w 232749"/>
                <a:gd name="connsiteY18" fmla="*/ 76556 h 519770"/>
                <a:gd name="connsiteX19" fmla="*/ 137229 w 232749"/>
                <a:gd name="connsiteY19" fmla="*/ 80585 h 519770"/>
                <a:gd name="connsiteX20" fmla="*/ 139920 w 232749"/>
                <a:gd name="connsiteY20" fmla="*/ 84614 h 519770"/>
                <a:gd name="connsiteX21" fmla="*/ 137229 w 232749"/>
                <a:gd name="connsiteY21" fmla="*/ 87300 h 519770"/>
                <a:gd name="connsiteX22" fmla="*/ 134538 w 232749"/>
                <a:gd name="connsiteY22" fmla="*/ 87300 h 519770"/>
                <a:gd name="connsiteX23" fmla="*/ 130502 w 232749"/>
                <a:gd name="connsiteY23" fmla="*/ 89986 h 519770"/>
                <a:gd name="connsiteX24" fmla="*/ 127811 w 232749"/>
                <a:gd name="connsiteY24" fmla="*/ 95359 h 519770"/>
                <a:gd name="connsiteX25" fmla="*/ 130502 w 232749"/>
                <a:gd name="connsiteY25" fmla="*/ 98045 h 519770"/>
                <a:gd name="connsiteX26" fmla="*/ 127811 w 232749"/>
                <a:gd name="connsiteY26" fmla="*/ 102074 h 519770"/>
                <a:gd name="connsiteX27" fmla="*/ 127811 w 232749"/>
                <a:gd name="connsiteY27" fmla="*/ 106103 h 519770"/>
                <a:gd name="connsiteX28" fmla="*/ 133193 w 232749"/>
                <a:gd name="connsiteY28" fmla="*/ 108789 h 519770"/>
                <a:gd name="connsiteX29" fmla="*/ 134538 w 232749"/>
                <a:gd name="connsiteY29" fmla="*/ 111475 h 519770"/>
                <a:gd name="connsiteX30" fmla="*/ 138574 w 232749"/>
                <a:gd name="connsiteY30" fmla="*/ 115505 h 519770"/>
                <a:gd name="connsiteX31" fmla="*/ 137229 w 232749"/>
                <a:gd name="connsiteY31" fmla="*/ 120877 h 519770"/>
                <a:gd name="connsiteX32" fmla="*/ 139920 w 232749"/>
                <a:gd name="connsiteY32" fmla="*/ 127592 h 519770"/>
                <a:gd name="connsiteX33" fmla="*/ 146646 w 232749"/>
                <a:gd name="connsiteY33" fmla="*/ 122220 h 519770"/>
                <a:gd name="connsiteX34" fmla="*/ 157409 w 232749"/>
                <a:gd name="connsiteY34" fmla="*/ 120877 h 519770"/>
                <a:gd name="connsiteX35" fmla="*/ 158754 w 232749"/>
                <a:gd name="connsiteY35" fmla="*/ 124906 h 519770"/>
                <a:gd name="connsiteX36" fmla="*/ 157409 w 232749"/>
                <a:gd name="connsiteY36" fmla="*/ 127592 h 519770"/>
                <a:gd name="connsiteX37" fmla="*/ 160100 w 232749"/>
                <a:gd name="connsiteY37" fmla="*/ 130279 h 519770"/>
                <a:gd name="connsiteX38" fmla="*/ 166827 w 232749"/>
                <a:gd name="connsiteY38" fmla="*/ 128935 h 519770"/>
                <a:gd name="connsiteX39" fmla="*/ 168172 w 232749"/>
                <a:gd name="connsiteY39" fmla="*/ 132965 h 519770"/>
                <a:gd name="connsiteX40" fmla="*/ 166827 w 232749"/>
                <a:gd name="connsiteY40" fmla="*/ 136994 h 519770"/>
                <a:gd name="connsiteX41" fmla="*/ 169517 w 232749"/>
                <a:gd name="connsiteY41" fmla="*/ 141023 h 519770"/>
                <a:gd name="connsiteX42" fmla="*/ 176244 w 232749"/>
                <a:gd name="connsiteY42" fmla="*/ 143709 h 519770"/>
                <a:gd name="connsiteX43" fmla="*/ 174899 w 232749"/>
                <a:gd name="connsiteY43" fmla="*/ 145052 h 519770"/>
                <a:gd name="connsiteX44" fmla="*/ 177590 w 232749"/>
                <a:gd name="connsiteY44" fmla="*/ 149082 h 519770"/>
                <a:gd name="connsiteX45" fmla="*/ 178935 w 232749"/>
                <a:gd name="connsiteY45" fmla="*/ 146396 h 519770"/>
                <a:gd name="connsiteX46" fmla="*/ 185662 w 232749"/>
                <a:gd name="connsiteY46" fmla="*/ 146396 h 519770"/>
                <a:gd name="connsiteX47" fmla="*/ 191044 w 232749"/>
                <a:gd name="connsiteY47" fmla="*/ 149082 h 519770"/>
                <a:gd name="connsiteX48" fmla="*/ 191044 w 232749"/>
                <a:gd name="connsiteY48" fmla="*/ 153111 h 519770"/>
                <a:gd name="connsiteX49" fmla="*/ 188353 w 232749"/>
                <a:gd name="connsiteY49" fmla="*/ 157140 h 519770"/>
                <a:gd name="connsiteX50" fmla="*/ 188353 w 232749"/>
                <a:gd name="connsiteY50" fmla="*/ 161169 h 519770"/>
                <a:gd name="connsiteX51" fmla="*/ 182971 w 232749"/>
                <a:gd name="connsiteY51" fmla="*/ 169228 h 519770"/>
                <a:gd name="connsiteX52" fmla="*/ 177590 w 232749"/>
                <a:gd name="connsiteY52" fmla="*/ 174600 h 519770"/>
                <a:gd name="connsiteX53" fmla="*/ 178935 w 232749"/>
                <a:gd name="connsiteY53" fmla="*/ 178629 h 519770"/>
                <a:gd name="connsiteX54" fmla="*/ 182971 w 232749"/>
                <a:gd name="connsiteY54" fmla="*/ 175943 h 519770"/>
                <a:gd name="connsiteX55" fmla="*/ 191044 w 232749"/>
                <a:gd name="connsiteY55" fmla="*/ 177286 h 519770"/>
                <a:gd name="connsiteX56" fmla="*/ 192389 w 232749"/>
                <a:gd name="connsiteY56" fmla="*/ 178629 h 519770"/>
                <a:gd name="connsiteX57" fmla="*/ 196425 w 232749"/>
                <a:gd name="connsiteY57" fmla="*/ 174600 h 519770"/>
                <a:gd name="connsiteX58" fmla="*/ 199116 w 232749"/>
                <a:gd name="connsiteY58" fmla="*/ 179972 h 519770"/>
                <a:gd name="connsiteX59" fmla="*/ 197771 w 232749"/>
                <a:gd name="connsiteY59" fmla="*/ 186688 h 519770"/>
                <a:gd name="connsiteX60" fmla="*/ 200461 w 232749"/>
                <a:gd name="connsiteY60" fmla="*/ 192060 h 519770"/>
                <a:gd name="connsiteX61" fmla="*/ 205842 w 232749"/>
                <a:gd name="connsiteY61" fmla="*/ 194746 h 519770"/>
                <a:gd name="connsiteX62" fmla="*/ 209878 w 232749"/>
                <a:gd name="connsiteY62" fmla="*/ 190717 h 519770"/>
                <a:gd name="connsiteX63" fmla="*/ 215260 w 232749"/>
                <a:gd name="connsiteY63" fmla="*/ 190717 h 519770"/>
                <a:gd name="connsiteX64" fmla="*/ 227369 w 232749"/>
                <a:gd name="connsiteY64" fmla="*/ 186688 h 519770"/>
                <a:gd name="connsiteX65" fmla="*/ 232750 w 232749"/>
                <a:gd name="connsiteY65" fmla="*/ 188031 h 519770"/>
                <a:gd name="connsiteX66" fmla="*/ 231405 w 232749"/>
                <a:gd name="connsiteY66" fmla="*/ 193403 h 519770"/>
                <a:gd name="connsiteX67" fmla="*/ 224678 w 232749"/>
                <a:gd name="connsiteY67" fmla="*/ 198775 h 519770"/>
                <a:gd name="connsiteX68" fmla="*/ 216605 w 232749"/>
                <a:gd name="connsiteY68" fmla="*/ 200119 h 519770"/>
                <a:gd name="connsiteX69" fmla="*/ 216605 w 232749"/>
                <a:gd name="connsiteY69" fmla="*/ 205491 h 519770"/>
                <a:gd name="connsiteX70" fmla="*/ 213915 w 232749"/>
                <a:gd name="connsiteY70" fmla="*/ 209520 h 519770"/>
                <a:gd name="connsiteX71" fmla="*/ 216605 w 232749"/>
                <a:gd name="connsiteY71" fmla="*/ 212206 h 519770"/>
                <a:gd name="connsiteX72" fmla="*/ 211224 w 232749"/>
                <a:gd name="connsiteY72" fmla="*/ 217579 h 519770"/>
                <a:gd name="connsiteX73" fmla="*/ 208533 w 232749"/>
                <a:gd name="connsiteY73" fmla="*/ 217579 h 519770"/>
                <a:gd name="connsiteX74" fmla="*/ 204497 w 232749"/>
                <a:gd name="connsiteY74" fmla="*/ 224294 h 519770"/>
                <a:gd name="connsiteX75" fmla="*/ 197771 w 232749"/>
                <a:gd name="connsiteY75" fmla="*/ 224294 h 519770"/>
                <a:gd name="connsiteX76" fmla="*/ 191044 w 232749"/>
                <a:gd name="connsiteY76" fmla="*/ 226980 h 519770"/>
                <a:gd name="connsiteX77" fmla="*/ 191044 w 232749"/>
                <a:gd name="connsiteY77" fmla="*/ 229666 h 519770"/>
                <a:gd name="connsiteX78" fmla="*/ 193735 w 232749"/>
                <a:gd name="connsiteY78" fmla="*/ 233696 h 519770"/>
                <a:gd name="connsiteX79" fmla="*/ 192389 w 232749"/>
                <a:gd name="connsiteY79" fmla="*/ 236382 h 519770"/>
                <a:gd name="connsiteX80" fmla="*/ 185662 w 232749"/>
                <a:gd name="connsiteY80" fmla="*/ 235038 h 519770"/>
                <a:gd name="connsiteX81" fmla="*/ 182971 w 232749"/>
                <a:gd name="connsiteY81" fmla="*/ 237725 h 519770"/>
                <a:gd name="connsiteX82" fmla="*/ 181626 w 232749"/>
                <a:gd name="connsiteY82" fmla="*/ 244440 h 519770"/>
                <a:gd name="connsiteX83" fmla="*/ 180281 w 232749"/>
                <a:gd name="connsiteY83" fmla="*/ 247126 h 519770"/>
                <a:gd name="connsiteX84" fmla="*/ 174899 w 232749"/>
                <a:gd name="connsiteY84" fmla="*/ 247126 h 519770"/>
                <a:gd name="connsiteX85" fmla="*/ 168172 w 232749"/>
                <a:gd name="connsiteY85" fmla="*/ 252499 h 519770"/>
                <a:gd name="connsiteX86" fmla="*/ 158754 w 232749"/>
                <a:gd name="connsiteY86" fmla="*/ 248469 h 519770"/>
                <a:gd name="connsiteX87" fmla="*/ 154718 w 232749"/>
                <a:gd name="connsiteY87" fmla="*/ 253842 h 519770"/>
                <a:gd name="connsiteX88" fmla="*/ 156063 w 232749"/>
                <a:gd name="connsiteY88" fmla="*/ 263243 h 519770"/>
                <a:gd name="connsiteX89" fmla="*/ 152027 w 232749"/>
                <a:gd name="connsiteY89" fmla="*/ 265929 h 519770"/>
                <a:gd name="connsiteX90" fmla="*/ 152027 w 232749"/>
                <a:gd name="connsiteY90" fmla="*/ 273988 h 519770"/>
                <a:gd name="connsiteX91" fmla="*/ 154718 w 232749"/>
                <a:gd name="connsiteY91" fmla="*/ 278017 h 519770"/>
                <a:gd name="connsiteX92" fmla="*/ 149336 w 232749"/>
                <a:gd name="connsiteY92" fmla="*/ 282046 h 519770"/>
                <a:gd name="connsiteX93" fmla="*/ 142610 w 232749"/>
                <a:gd name="connsiteY93" fmla="*/ 284732 h 519770"/>
                <a:gd name="connsiteX94" fmla="*/ 143955 w 232749"/>
                <a:gd name="connsiteY94" fmla="*/ 288762 h 519770"/>
                <a:gd name="connsiteX95" fmla="*/ 147991 w 232749"/>
                <a:gd name="connsiteY95" fmla="*/ 290105 h 519770"/>
                <a:gd name="connsiteX96" fmla="*/ 152027 w 232749"/>
                <a:gd name="connsiteY96" fmla="*/ 298163 h 519770"/>
                <a:gd name="connsiteX97" fmla="*/ 154718 w 232749"/>
                <a:gd name="connsiteY97" fmla="*/ 300849 h 519770"/>
                <a:gd name="connsiteX98" fmla="*/ 157409 w 232749"/>
                <a:gd name="connsiteY98" fmla="*/ 304879 h 519770"/>
                <a:gd name="connsiteX99" fmla="*/ 164136 w 232749"/>
                <a:gd name="connsiteY99" fmla="*/ 310251 h 519770"/>
                <a:gd name="connsiteX100" fmla="*/ 169517 w 232749"/>
                <a:gd name="connsiteY100" fmla="*/ 323682 h 519770"/>
                <a:gd name="connsiteX101" fmla="*/ 173554 w 232749"/>
                <a:gd name="connsiteY101" fmla="*/ 325025 h 519770"/>
                <a:gd name="connsiteX102" fmla="*/ 177590 w 232749"/>
                <a:gd name="connsiteY102" fmla="*/ 331740 h 519770"/>
                <a:gd name="connsiteX103" fmla="*/ 177590 w 232749"/>
                <a:gd name="connsiteY103" fmla="*/ 337112 h 519770"/>
                <a:gd name="connsiteX104" fmla="*/ 182971 w 232749"/>
                <a:gd name="connsiteY104" fmla="*/ 339799 h 519770"/>
                <a:gd name="connsiteX105" fmla="*/ 184317 w 232749"/>
                <a:gd name="connsiteY105" fmla="*/ 345171 h 519770"/>
                <a:gd name="connsiteX106" fmla="*/ 178935 w 232749"/>
                <a:gd name="connsiteY106" fmla="*/ 347857 h 519770"/>
                <a:gd name="connsiteX107" fmla="*/ 177590 w 232749"/>
                <a:gd name="connsiteY107" fmla="*/ 351886 h 519770"/>
                <a:gd name="connsiteX108" fmla="*/ 180281 w 232749"/>
                <a:gd name="connsiteY108" fmla="*/ 363974 h 519770"/>
                <a:gd name="connsiteX109" fmla="*/ 178935 w 232749"/>
                <a:gd name="connsiteY109" fmla="*/ 368003 h 519770"/>
                <a:gd name="connsiteX110" fmla="*/ 173554 w 232749"/>
                <a:gd name="connsiteY110" fmla="*/ 372032 h 519770"/>
                <a:gd name="connsiteX111" fmla="*/ 177590 w 232749"/>
                <a:gd name="connsiteY111" fmla="*/ 380091 h 519770"/>
                <a:gd name="connsiteX112" fmla="*/ 177590 w 232749"/>
                <a:gd name="connsiteY112" fmla="*/ 385463 h 519770"/>
                <a:gd name="connsiteX113" fmla="*/ 184317 w 232749"/>
                <a:gd name="connsiteY113" fmla="*/ 393522 h 519770"/>
                <a:gd name="connsiteX114" fmla="*/ 192389 w 232749"/>
                <a:gd name="connsiteY114" fmla="*/ 400237 h 519770"/>
                <a:gd name="connsiteX115" fmla="*/ 199116 w 232749"/>
                <a:gd name="connsiteY115" fmla="*/ 406952 h 519770"/>
                <a:gd name="connsiteX116" fmla="*/ 203152 w 232749"/>
                <a:gd name="connsiteY116" fmla="*/ 417697 h 519770"/>
                <a:gd name="connsiteX117" fmla="*/ 200461 w 232749"/>
                <a:gd name="connsiteY117" fmla="*/ 421726 h 519770"/>
                <a:gd name="connsiteX118" fmla="*/ 201806 w 232749"/>
                <a:gd name="connsiteY118" fmla="*/ 427099 h 519770"/>
                <a:gd name="connsiteX119" fmla="*/ 201806 w 232749"/>
                <a:gd name="connsiteY119" fmla="*/ 432471 h 519770"/>
                <a:gd name="connsiteX120" fmla="*/ 204497 w 232749"/>
                <a:gd name="connsiteY120" fmla="*/ 436500 h 519770"/>
                <a:gd name="connsiteX121" fmla="*/ 205842 w 232749"/>
                <a:gd name="connsiteY121" fmla="*/ 443215 h 519770"/>
                <a:gd name="connsiteX122" fmla="*/ 208533 w 232749"/>
                <a:gd name="connsiteY122" fmla="*/ 448588 h 519770"/>
                <a:gd name="connsiteX123" fmla="*/ 207188 w 232749"/>
                <a:gd name="connsiteY123" fmla="*/ 455303 h 519770"/>
                <a:gd name="connsiteX124" fmla="*/ 211224 w 232749"/>
                <a:gd name="connsiteY124" fmla="*/ 462019 h 519770"/>
                <a:gd name="connsiteX125" fmla="*/ 209878 w 232749"/>
                <a:gd name="connsiteY125" fmla="*/ 470077 h 519770"/>
                <a:gd name="connsiteX126" fmla="*/ 207188 w 232749"/>
                <a:gd name="connsiteY126" fmla="*/ 471420 h 519770"/>
                <a:gd name="connsiteX127" fmla="*/ 201806 w 232749"/>
                <a:gd name="connsiteY127" fmla="*/ 488880 h 519770"/>
                <a:gd name="connsiteX128" fmla="*/ 195080 w 232749"/>
                <a:gd name="connsiteY128" fmla="*/ 492909 h 519770"/>
                <a:gd name="connsiteX129" fmla="*/ 195080 w 232749"/>
                <a:gd name="connsiteY129" fmla="*/ 499625 h 519770"/>
                <a:gd name="connsiteX130" fmla="*/ 192389 w 232749"/>
                <a:gd name="connsiteY130" fmla="*/ 503654 h 519770"/>
                <a:gd name="connsiteX131" fmla="*/ 191044 w 232749"/>
                <a:gd name="connsiteY131" fmla="*/ 506340 h 519770"/>
                <a:gd name="connsiteX132" fmla="*/ 191044 w 232749"/>
                <a:gd name="connsiteY132" fmla="*/ 506340 h 519770"/>
                <a:gd name="connsiteX133" fmla="*/ 188353 w 232749"/>
                <a:gd name="connsiteY133" fmla="*/ 511712 h 519770"/>
                <a:gd name="connsiteX134" fmla="*/ 188353 w 232749"/>
                <a:gd name="connsiteY134" fmla="*/ 519771 h 519770"/>
                <a:gd name="connsiteX135" fmla="*/ 185662 w 232749"/>
                <a:gd name="connsiteY135" fmla="*/ 510369 h 519770"/>
                <a:gd name="connsiteX136" fmla="*/ 185662 w 232749"/>
                <a:gd name="connsiteY136" fmla="*/ 503654 h 519770"/>
                <a:gd name="connsiteX137" fmla="*/ 184317 w 232749"/>
                <a:gd name="connsiteY137" fmla="*/ 500968 h 519770"/>
                <a:gd name="connsiteX138" fmla="*/ 182971 w 232749"/>
                <a:gd name="connsiteY138" fmla="*/ 498282 h 519770"/>
                <a:gd name="connsiteX139" fmla="*/ 185662 w 232749"/>
                <a:gd name="connsiteY139" fmla="*/ 498282 h 519770"/>
                <a:gd name="connsiteX140" fmla="*/ 187008 w 232749"/>
                <a:gd name="connsiteY140" fmla="*/ 496938 h 519770"/>
                <a:gd name="connsiteX141" fmla="*/ 191044 w 232749"/>
                <a:gd name="connsiteY141" fmla="*/ 491566 h 519770"/>
                <a:gd name="connsiteX142" fmla="*/ 191044 w 232749"/>
                <a:gd name="connsiteY142" fmla="*/ 487537 h 519770"/>
                <a:gd name="connsiteX143" fmla="*/ 188353 w 232749"/>
                <a:gd name="connsiteY143" fmla="*/ 486194 h 519770"/>
                <a:gd name="connsiteX144" fmla="*/ 189698 w 232749"/>
                <a:gd name="connsiteY144" fmla="*/ 479479 h 519770"/>
                <a:gd name="connsiteX145" fmla="*/ 191044 w 232749"/>
                <a:gd name="connsiteY145" fmla="*/ 478135 h 519770"/>
                <a:gd name="connsiteX146" fmla="*/ 192389 w 232749"/>
                <a:gd name="connsiteY146" fmla="*/ 475449 h 519770"/>
                <a:gd name="connsiteX147" fmla="*/ 191044 w 232749"/>
                <a:gd name="connsiteY147" fmla="*/ 468734 h 519770"/>
                <a:gd name="connsiteX148" fmla="*/ 193735 w 232749"/>
                <a:gd name="connsiteY148" fmla="*/ 466048 h 519770"/>
                <a:gd name="connsiteX149" fmla="*/ 189698 w 232749"/>
                <a:gd name="connsiteY149" fmla="*/ 462019 h 519770"/>
                <a:gd name="connsiteX150" fmla="*/ 188353 w 232749"/>
                <a:gd name="connsiteY150" fmla="*/ 457989 h 519770"/>
                <a:gd name="connsiteX151" fmla="*/ 187008 w 232749"/>
                <a:gd name="connsiteY151" fmla="*/ 451274 h 519770"/>
                <a:gd name="connsiteX152" fmla="*/ 189698 w 232749"/>
                <a:gd name="connsiteY152" fmla="*/ 448588 h 519770"/>
                <a:gd name="connsiteX153" fmla="*/ 188353 w 232749"/>
                <a:gd name="connsiteY153" fmla="*/ 443215 h 519770"/>
                <a:gd name="connsiteX154" fmla="*/ 185662 w 232749"/>
                <a:gd name="connsiteY154" fmla="*/ 441872 h 519770"/>
                <a:gd name="connsiteX155" fmla="*/ 182971 w 232749"/>
                <a:gd name="connsiteY155" fmla="*/ 425756 h 519770"/>
                <a:gd name="connsiteX156" fmla="*/ 180281 w 232749"/>
                <a:gd name="connsiteY156" fmla="*/ 423069 h 519770"/>
                <a:gd name="connsiteX157" fmla="*/ 178935 w 232749"/>
                <a:gd name="connsiteY157" fmla="*/ 417697 h 519770"/>
                <a:gd name="connsiteX158" fmla="*/ 174899 w 232749"/>
                <a:gd name="connsiteY158" fmla="*/ 410982 h 519770"/>
                <a:gd name="connsiteX159" fmla="*/ 173554 w 232749"/>
                <a:gd name="connsiteY159" fmla="*/ 419040 h 519770"/>
                <a:gd name="connsiteX160" fmla="*/ 172208 w 232749"/>
                <a:gd name="connsiteY160" fmla="*/ 420383 h 519770"/>
                <a:gd name="connsiteX161" fmla="*/ 172208 w 232749"/>
                <a:gd name="connsiteY161" fmla="*/ 416354 h 519770"/>
                <a:gd name="connsiteX162" fmla="*/ 170863 w 232749"/>
                <a:gd name="connsiteY162" fmla="*/ 410982 h 519770"/>
                <a:gd name="connsiteX163" fmla="*/ 170863 w 232749"/>
                <a:gd name="connsiteY163" fmla="*/ 400237 h 519770"/>
                <a:gd name="connsiteX164" fmla="*/ 166827 w 232749"/>
                <a:gd name="connsiteY164" fmla="*/ 394865 h 519770"/>
                <a:gd name="connsiteX165" fmla="*/ 166827 w 232749"/>
                <a:gd name="connsiteY165" fmla="*/ 389492 h 519770"/>
                <a:gd name="connsiteX166" fmla="*/ 168172 w 232749"/>
                <a:gd name="connsiteY166" fmla="*/ 388149 h 519770"/>
                <a:gd name="connsiteX167" fmla="*/ 161445 w 232749"/>
                <a:gd name="connsiteY167" fmla="*/ 384120 h 519770"/>
                <a:gd name="connsiteX168" fmla="*/ 161445 w 232749"/>
                <a:gd name="connsiteY168" fmla="*/ 376062 h 519770"/>
                <a:gd name="connsiteX169" fmla="*/ 160100 w 232749"/>
                <a:gd name="connsiteY169" fmla="*/ 374719 h 519770"/>
                <a:gd name="connsiteX170" fmla="*/ 157409 w 232749"/>
                <a:gd name="connsiteY170" fmla="*/ 355915 h 519770"/>
                <a:gd name="connsiteX171" fmla="*/ 154718 w 232749"/>
                <a:gd name="connsiteY171" fmla="*/ 353229 h 519770"/>
                <a:gd name="connsiteX172" fmla="*/ 153373 w 232749"/>
                <a:gd name="connsiteY172" fmla="*/ 349200 h 519770"/>
                <a:gd name="connsiteX173" fmla="*/ 156063 w 232749"/>
                <a:gd name="connsiteY173" fmla="*/ 347857 h 519770"/>
                <a:gd name="connsiteX174" fmla="*/ 156063 w 232749"/>
                <a:gd name="connsiteY174" fmla="*/ 345171 h 519770"/>
                <a:gd name="connsiteX175" fmla="*/ 152027 w 232749"/>
                <a:gd name="connsiteY175" fmla="*/ 338456 h 519770"/>
                <a:gd name="connsiteX176" fmla="*/ 153373 w 232749"/>
                <a:gd name="connsiteY176" fmla="*/ 335769 h 519770"/>
                <a:gd name="connsiteX177" fmla="*/ 154718 w 232749"/>
                <a:gd name="connsiteY177" fmla="*/ 333083 h 519770"/>
                <a:gd name="connsiteX178" fmla="*/ 152027 w 232749"/>
                <a:gd name="connsiteY178" fmla="*/ 337112 h 519770"/>
                <a:gd name="connsiteX179" fmla="*/ 149336 w 232749"/>
                <a:gd name="connsiteY179" fmla="*/ 338456 h 519770"/>
                <a:gd name="connsiteX180" fmla="*/ 143955 w 232749"/>
                <a:gd name="connsiteY180" fmla="*/ 338456 h 519770"/>
                <a:gd name="connsiteX181" fmla="*/ 142610 w 232749"/>
                <a:gd name="connsiteY181" fmla="*/ 331740 h 519770"/>
                <a:gd name="connsiteX182" fmla="*/ 141265 w 232749"/>
                <a:gd name="connsiteY182" fmla="*/ 329054 h 519770"/>
                <a:gd name="connsiteX183" fmla="*/ 135883 w 232749"/>
                <a:gd name="connsiteY183" fmla="*/ 318309 h 519770"/>
                <a:gd name="connsiteX184" fmla="*/ 134538 w 232749"/>
                <a:gd name="connsiteY184" fmla="*/ 315623 h 519770"/>
                <a:gd name="connsiteX185" fmla="*/ 131847 w 232749"/>
                <a:gd name="connsiteY185" fmla="*/ 315623 h 519770"/>
                <a:gd name="connsiteX186" fmla="*/ 131847 w 232749"/>
                <a:gd name="connsiteY186" fmla="*/ 312937 h 519770"/>
                <a:gd name="connsiteX187" fmla="*/ 127811 w 232749"/>
                <a:gd name="connsiteY187" fmla="*/ 310251 h 519770"/>
                <a:gd name="connsiteX188" fmla="*/ 130502 w 232749"/>
                <a:gd name="connsiteY188" fmla="*/ 314280 h 519770"/>
                <a:gd name="connsiteX189" fmla="*/ 129156 w 232749"/>
                <a:gd name="connsiteY189" fmla="*/ 315623 h 519770"/>
                <a:gd name="connsiteX190" fmla="*/ 129156 w 232749"/>
                <a:gd name="connsiteY190" fmla="*/ 318309 h 519770"/>
                <a:gd name="connsiteX191" fmla="*/ 131847 w 232749"/>
                <a:gd name="connsiteY191" fmla="*/ 320996 h 519770"/>
                <a:gd name="connsiteX192" fmla="*/ 131847 w 232749"/>
                <a:gd name="connsiteY192" fmla="*/ 326368 h 519770"/>
                <a:gd name="connsiteX193" fmla="*/ 129156 w 232749"/>
                <a:gd name="connsiteY193" fmla="*/ 329054 h 519770"/>
                <a:gd name="connsiteX194" fmla="*/ 130502 w 232749"/>
                <a:gd name="connsiteY194" fmla="*/ 331740 h 519770"/>
                <a:gd name="connsiteX195" fmla="*/ 123775 w 232749"/>
                <a:gd name="connsiteY195" fmla="*/ 337112 h 519770"/>
                <a:gd name="connsiteX196" fmla="*/ 118393 w 232749"/>
                <a:gd name="connsiteY196" fmla="*/ 335769 h 519770"/>
                <a:gd name="connsiteX197" fmla="*/ 115702 w 232749"/>
                <a:gd name="connsiteY197" fmla="*/ 333083 h 519770"/>
                <a:gd name="connsiteX198" fmla="*/ 114357 w 232749"/>
                <a:gd name="connsiteY198" fmla="*/ 333083 h 519770"/>
                <a:gd name="connsiteX199" fmla="*/ 115702 w 232749"/>
                <a:gd name="connsiteY199" fmla="*/ 337112 h 519770"/>
                <a:gd name="connsiteX200" fmla="*/ 115702 w 232749"/>
                <a:gd name="connsiteY200" fmla="*/ 338456 h 519770"/>
                <a:gd name="connsiteX201" fmla="*/ 119739 w 232749"/>
                <a:gd name="connsiteY201" fmla="*/ 339799 h 519770"/>
                <a:gd name="connsiteX202" fmla="*/ 114357 w 232749"/>
                <a:gd name="connsiteY202" fmla="*/ 342485 h 519770"/>
                <a:gd name="connsiteX203" fmla="*/ 110321 w 232749"/>
                <a:gd name="connsiteY203" fmla="*/ 342485 h 519770"/>
                <a:gd name="connsiteX204" fmla="*/ 107630 w 232749"/>
                <a:gd name="connsiteY204" fmla="*/ 341142 h 519770"/>
                <a:gd name="connsiteX205" fmla="*/ 106285 w 232749"/>
                <a:gd name="connsiteY205" fmla="*/ 345171 h 519770"/>
                <a:gd name="connsiteX206" fmla="*/ 95521 w 232749"/>
                <a:gd name="connsiteY206" fmla="*/ 353229 h 519770"/>
                <a:gd name="connsiteX207" fmla="*/ 91485 w 232749"/>
                <a:gd name="connsiteY207" fmla="*/ 351886 h 519770"/>
                <a:gd name="connsiteX208" fmla="*/ 90140 w 232749"/>
                <a:gd name="connsiteY208" fmla="*/ 353229 h 519770"/>
                <a:gd name="connsiteX209" fmla="*/ 87449 w 232749"/>
                <a:gd name="connsiteY209" fmla="*/ 353229 h 519770"/>
                <a:gd name="connsiteX210" fmla="*/ 87449 w 232749"/>
                <a:gd name="connsiteY210" fmla="*/ 351886 h 519770"/>
                <a:gd name="connsiteX211" fmla="*/ 86104 w 232749"/>
                <a:gd name="connsiteY211" fmla="*/ 354572 h 519770"/>
                <a:gd name="connsiteX212" fmla="*/ 84759 w 232749"/>
                <a:gd name="connsiteY212" fmla="*/ 354572 h 519770"/>
                <a:gd name="connsiteX213" fmla="*/ 80723 w 232749"/>
                <a:gd name="connsiteY213" fmla="*/ 351886 h 519770"/>
                <a:gd name="connsiteX214" fmla="*/ 73996 w 232749"/>
                <a:gd name="connsiteY214" fmla="*/ 354572 h 519770"/>
                <a:gd name="connsiteX215" fmla="*/ 73996 w 232749"/>
                <a:gd name="connsiteY215" fmla="*/ 358602 h 519770"/>
                <a:gd name="connsiteX216" fmla="*/ 69960 w 232749"/>
                <a:gd name="connsiteY216" fmla="*/ 358602 h 519770"/>
                <a:gd name="connsiteX217" fmla="*/ 69960 w 232749"/>
                <a:gd name="connsiteY217" fmla="*/ 351886 h 519770"/>
                <a:gd name="connsiteX218" fmla="*/ 76687 w 232749"/>
                <a:gd name="connsiteY218" fmla="*/ 345171 h 519770"/>
                <a:gd name="connsiteX219" fmla="*/ 78032 w 232749"/>
                <a:gd name="connsiteY219" fmla="*/ 337112 h 519770"/>
                <a:gd name="connsiteX220" fmla="*/ 73996 w 232749"/>
                <a:gd name="connsiteY220" fmla="*/ 345171 h 519770"/>
                <a:gd name="connsiteX221" fmla="*/ 68614 w 232749"/>
                <a:gd name="connsiteY221" fmla="*/ 349200 h 519770"/>
                <a:gd name="connsiteX222" fmla="*/ 64578 w 232749"/>
                <a:gd name="connsiteY222" fmla="*/ 355915 h 519770"/>
                <a:gd name="connsiteX223" fmla="*/ 64578 w 232749"/>
                <a:gd name="connsiteY223" fmla="*/ 353229 h 519770"/>
                <a:gd name="connsiteX224" fmla="*/ 65923 w 232749"/>
                <a:gd name="connsiteY224" fmla="*/ 351886 h 519770"/>
                <a:gd name="connsiteX225" fmla="*/ 63233 w 232749"/>
                <a:gd name="connsiteY225" fmla="*/ 345171 h 519770"/>
                <a:gd name="connsiteX226" fmla="*/ 67269 w 232749"/>
                <a:gd name="connsiteY226" fmla="*/ 319652 h 519770"/>
                <a:gd name="connsiteX227" fmla="*/ 73996 w 232749"/>
                <a:gd name="connsiteY227" fmla="*/ 315623 h 519770"/>
                <a:gd name="connsiteX228" fmla="*/ 71305 w 232749"/>
                <a:gd name="connsiteY228" fmla="*/ 314280 h 519770"/>
                <a:gd name="connsiteX229" fmla="*/ 67269 w 232749"/>
                <a:gd name="connsiteY229" fmla="*/ 302192 h 519770"/>
                <a:gd name="connsiteX230" fmla="*/ 65923 w 232749"/>
                <a:gd name="connsiteY230" fmla="*/ 292791 h 519770"/>
                <a:gd name="connsiteX231" fmla="*/ 63233 w 232749"/>
                <a:gd name="connsiteY231" fmla="*/ 291448 h 519770"/>
                <a:gd name="connsiteX232" fmla="*/ 61887 w 232749"/>
                <a:gd name="connsiteY232" fmla="*/ 288762 h 519770"/>
                <a:gd name="connsiteX233" fmla="*/ 63233 w 232749"/>
                <a:gd name="connsiteY233" fmla="*/ 287419 h 519770"/>
                <a:gd name="connsiteX234" fmla="*/ 60542 w 232749"/>
                <a:gd name="connsiteY234" fmla="*/ 284732 h 519770"/>
                <a:gd name="connsiteX235" fmla="*/ 57851 w 232749"/>
                <a:gd name="connsiteY235" fmla="*/ 276674 h 519770"/>
                <a:gd name="connsiteX236" fmla="*/ 55161 w 232749"/>
                <a:gd name="connsiteY236" fmla="*/ 272645 h 519770"/>
                <a:gd name="connsiteX237" fmla="*/ 53815 w 232749"/>
                <a:gd name="connsiteY237" fmla="*/ 268615 h 519770"/>
                <a:gd name="connsiteX238" fmla="*/ 53815 w 232749"/>
                <a:gd name="connsiteY238" fmla="*/ 264586 h 519770"/>
                <a:gd name="connsiteX239" fmla="*/ 47088 w 232749"/>
                <a:gd name="connsiteY239" fmla="*/ 260557 h 519770"/>
                <a:gd name="connsiteX240" fmla="*/ 48434 w 232749"/>
                <a:gd name="connsiteY240" fmla="*/ 264586 h 519770"/>
                <a:gd name="connsiteX241" fmla="*/ 49779 w 232749"/>
                <a:gd name="connsiteY241" fmla="*/ 273988 h 519770"/>
                <a:gd name="connsiteX242" fmla="*/ 40361 w 232749"/>
                <a:gd name="connsiteY242" fmla="*/ 271302 h 519770"/>
                <a:gd name="connsiteX243" fmla="*/ 36325 w 232749"/>
                <a:gd name="connsiteY243" fmla="*/ 265929 h 519770"/>
                <a:gd name="connsiteX244" fmla="*/ 34980 w 232749"/>
                <a:gd name="connsiteY244" fmla="*/ 263243 h 519770"/>
                <a:gd name="connsiteX245" fmla="*/ 30943 w 232749"/>
                <a:gd name="connsiteY245" fmla="*/ 257871 h 519770"/>
                <a:gd name="connsiteX246" fmla="*/ 29598 w 232749"/>
                <a:gd name="connsiteY246" fmla="*/ 255185 h 519770"/>
                <a:gd name="connsiteX247" fmla="*/ 34980 w 232749"/>
                <a:gd name="connsiteY247" fmla="*/ 256528 h 519770"/>
                <a:gd name="connsiteX248" fmla="*/ 36325 w 232749"/>
                <a:gd name="connsiteY248" fmla="*/ 260557 h 519770"/>
                <a:gd name="connsiteX249" fmla="*/ 40361 w 232749"/>
                <a:gd name="connsiteY249" fmla="*/ 261900 h 519770"/>
                <a:gd name="connsiteX250" fmla="*/ 41707 w 232749"/>
                <a:gd name="connsiteY250" fmla="*/ 260557 h 519770"/>
                <a:gd name="connsiteX251" fmla="*/ 40361 w 232749"/>
                <a:gd name="connsiteY251" fmla="*/ 259214 h 519770"/>
                <a:gd name="connsiteX252" fmla="*/ 36325 w 232749"/>
                <a:gd name="connsiteY252" fmla="*/ 255185 h 519770"/>
                <a:gd name="connsiteX253" fmla="*/ 40361 w 232749"/>
                <a:gd name="connsiteY253" fmla="*/ 253842 h 519770"/>
                <a:gd name="connsiteX254" fmla="*/ 44397 w 232749"/>
                <a:gd name="connsiteY254" fmla="*/ 256528 h 519770"/>
                <a:gd name="connsiteX255" fmla="*/ 47088 w 232749"/>
                <a:gd name="connsiteY255" fmla="*/ 255185 h 519770"/>
                <a:gd name="connsiteX256" fmla="*/ 47088 w 232749"/>
                <a:gd name="connsiteY256" fmla="*/ 251156 h 519770"/>
                <a:gd name="connsiteX257" fmla="*/ 41707 w 232749"/>
                <a:gd name="connsiteY257" fmla="*/ 243097 h 519770"/>
                <a:gd name="connsiteX258" fmla="*/ 33634 w 232749"/>
                <a:gd name="connsiteY258" fmla="*/ 241754 h 519770"/>
                <a:gd name="connsiteX259" fmla="*/ 30943 w 232749"/>
                <a:gd name="connsiteY259" fmla="*/ 239068 h 519770"/>
                <a:gd name="connsiteX260" fmla="*/ 26908 w 232749"/>
                <a:gd name="connsiteY260" fmla="*/ 237725 h 519770"/>
                <a:gd name="connsiteX261" fmla="*/ 25562 w 232749"/>
                <a:gd name="connsiteY261" fmla="*/ 235038 h 519770"/>
                <a:gd name="connsiteX262" fmla="*/ 25562 w 232749"/>
                <a:gd name="connsiteY262" fmla="*/ 237725 h 519770"/>
                <a:gd name="connsiteX263" fmla="*/ 20181 w 232749"/>
                <a:gd name="connsiteY263" fmla="*/ 237725 h 519770"/>
                <a:gd name="connsiteX264" fmla="*/ 20181 w 232749"/>
                <a:gd name="connsiteY264" fmla="*/ 236382 h 519770"/>
                <a:gd name="connsiteX265" fmla="*/ 24217 w 232749"/>
                <a:gd name="connsiteY265" fmla="*/ 232352 h 519770"/>
                <a:gd name="connsiteX266" fmla="*/ 18835 w 232749"/>
                <a:gd name="connsiteY266" fmla="*/ 232352 h 519770"/>
                <a:gd name="connsiteX267" fmla="*/ 14799 w 232749"/>
                <a:gd name="connsiteY267" fmla="*/ 228323 h 519770"/>
                <a:gd name="connsiteX268" fmla="*/ 14799 w 232749"/>
                <a:gd name="connsiteY268" fmla="*/ 231009 h 519770"/>
                <a:gd name="connsiteX269" fmla="*/ 17490 w 232749"/>
                <a:gd name="connsiteY269" fmla="*/ 235038 h 519770"/>
                <a:gd name="connsiteX270" fmla="*/ 5381 w 232749"/>
                <a:gd name="connsiteY270" fmla="*/ 225637 h 519770"/>
                <a:gd name="connsiteX271" fmla="*/ 4036 w 232749"/>
                <a:gd name="connsiteY271" fmla="*/ 218922 h 519770"/>
                <a:gd name="connsiteX272" fmla="*/ 1345 w 232749"/>
                <a:gd name="connsiteY272" fmla="*/ 213549 h 519770"/>
                <a:gd name="connsiteX273" fmla="*/ 1345 w 232749"/>
                <a:gd name="connsiteY273" fmla="*/ 213549 h 519770"/>
                <a:gd name="connsiteX274" fmla="*/ 0 w 232749"/>
                <a:gd name="connsiteY274" fmla="*/ 210863 h 519770"/>
                <a:gd name="connsiteX275" fmla="*/ 1345 w 232749"/>
                <a:gd name="connsiteY275" fmla="*/ 206834 h 519770"/>
                <a:gd name="connsiteX276" fmla="*/ 6727 w 232749"/>
                <a:gd name="connsiteY276" fmla="*/ 200119 h 519770"/>
                <a:gd name="connsiteX277" fmla="*/ 8072 w 232749"/>
                <a:gd name="connsiteY277" fmla="*/ 201462 h 519770"/>
                <a:gd name="connsiteX278" fmla="*/ 12108 w 232749"/>
                <a:gd name="connsiteY278" fmla="*/ 194746 h 519770"/>
                <a:gd name="connsiteX279" fmla="*/ 12108 w 232749"/>
                <a:gd name="connsiteY279" fmla="*/ 186688 h 519770"/>
                <a:gd name="connsiteX280" fmla="*/ 12108 w 232749"/>
                <a:gd name="connsiteY280" fmla="*/ 181315 h 519770"/>
                <a:gd name="connsiteX281" fmla="*/ 14799 w 232749"/>
                <a:gd name="connsiteY281" fmla="*/ 182659 h 519770"/>
                <a:gd name="connsiteX282" fmla="*/ 17490 w 232749"/>
                <a:gd name="connsiteY282" fmla="*/ 181315 h 519770"/>
                <a:gd name="connsiteX283" fmla="*/ 20181 w 232749"/>
                <a:gd name="connsiteY283" fmla="*/ 171914 h 519770"/>
                <a:gd name="connsiteX284" fmla="*/ 20181 w 232749"/>
                <a:gd name="connsiteY284" fmla="*/ 167885 h 519770"/>
                <a:gd name="connsiteX285" fmla="*/ 20181 w 232749"/>
                <a:gd name="connsiteY285" fmla="*/ 161169 h 519770"/>
                <a:gd name="connsiteX286" fmla="*/ 20181 w 232749"/>
                <a:gd name="connsiteY286" fmla="*/ 154454 h 519770"/>
                <a:gd name="connsiteX287" fmla="*/ 25562 w 232749"/>
                <a:gd name="connsiteY287" fmla="*/ 154454 h 519770"/>
                <a:gd name="connsiteX288" fmla="*/ 25562 w 232749"/>
                <a:gd name="connsiteY288" fmla="*/ 145052 h 519770"/>
                <a:gd name="connsiteX289" fmla="*/ 25562 w 232749"/>
                <a:gd name="connsiteY289" fmla="*/ 138337 h 519770"/>
                <a:gd name="connsiteX290" fmla="*/ 22872 w 232749"/>
                <a:gd name="connsiteY290" fmla="*/ 126249 h 519770"/>
                <a:gd name="connsiteX291" fmla="*/ 28253 w 232749"/>
                <a:gd name="connsiteY291" fmla="*/ 126249 h 519770"/>
                <a:gd name="connsiteX292" fmla="*/ 32289 w 232749"/>
                <a:gd name="connsiteY292" fmla="*/ 127592 h 519770"/>
                <a:gd name="connsiteX293" fmla="*/ 39016 w 232749"/>
                <a:gd name="connsiteY293" fmla="*/ 127592 h 519770"/>
                <a:gd name="connsiteX294" fmla="*/ 43052 w 232749"/>
                <a:gd name="connsiteY294" fmla="*/ 118191 h 519770"/>
                <a:gd name="connsiteX295" fmla="*/ 45743 w 232749"/>
                <a:gd name="connsiteY295" fmla="*/ 107446 h 519770"/>
                <a:gd name="connsiteX296" fmla="*/ 51124 w 232749"/>
                <a:gd name="connsiteY296" fmla="*/ 94015 h 519770"/>
                <a:gd name="connsiteX297" fmla="*/ 45743 w 232749"/>
                <a:gd name="connsiteY297" fmla="*/ 89986 h 519770"/>
                <a:gd name="connsiteX298" fmla="*/ 44397 w 232749"/>
                <a:gd name="connsiteY298" fmla="*/ 85957 h 519770"/>
                <a:gd name="connsiteX299" fmla="*/ 52470 w 232749"/>
                <a:gd name="connsiteY299" fmla="*/ 75212 h 519770"/>
                <a:gd name="connsiteX300" fmla="*/ 55161 w 232749"/>
                <a:gd name="connsiteY300" fmla="*/ 64468 h 519770"/>
                <a:gd name="connsiteX301" fmla="*/ 53815 w 232749"/>
                <a:gd name="connsiteY301" fmla="*/ 60438 h 519770"/>
                <a:gd name="connsiteX302" fmla="*/ 53815 w 232749"/>
                <a:gd name="connsiteY302" fmla="*/ 55066 h 519770"/>
                <a:gd name="connsiteX303" fmla="*/ 63233 w 232749"/>
                <a:gd name="connsiteY303" fmla="*/ 41635 h 519770"/>
                <a:gd name="connsiteX304" fmla="*/ 68614 w 232749"/>
                <a:gd name="connsiteY304" fmla="*/ 38949 h 519770"/>
                <a:gd name="connsiteX305" fmla="*/ 75341 w 232749"/>
                <a:gd name="connsiteY305" fmla="*/ 32234 h 519770"/>
                <a:gd name="connsiteX306" fmla="*/ 78032 w 232749"/>
                <a:gd name="connsiteY306" fmla="*/ 25519 h 519770"/>
                <a:gd name="connsiteX307" fmla="*/ 86104 w 232749"/>
                <a:gd name="connsiteY307" fmla="*/ 22832 h 519770"/>
                <a:gd name="connsiteX308" fmla="*/ 94176 w 232749"/>
                <a:gd name="connsiteY308" fmla="*/ 17460 h 519770"/>
                <a:gd name="connsiteX309" fmla="*/ 98212 w 232749"/>
                <a:gd name="connsiteY309" fmla="*/ 21489 h 519770"/>
                <a:gd name="connsiteX310" fmla="*/ 102248 w 232749"/>
                <a:gd name="connsiteY310" fmla="*/ 22832 h 519770"/>
                <a:gd name="connsiteX311" fmla="*/ 100903 w 232749"/>
                <a:gd name="connsiteY311" fmla="*/ 18803 h 519770"/>
                <a:gd name="connsiteX312" fmla="*/ 100903 w 232749"/>
                <a:gd name="connsiteY312" fmla="*/ 12088 h 519770"/>
                <a:gd name="connsiteX313" fmla="*/ 106285 w 232749"/>
                <a:gd name="connsiteY313" fmla="*/ 8059 h 519770"/>
                <a:gd name="connsiteX314" fmla="*/ 106285 w 232749"/>
                <a:gd name="connsiteY314" fmla="*/ 4029 h 5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</a:cxnLst>
              <a:rect l="l" t="t" r="r" b="b"/>
              <a:pathLst>
                <a:path w="232749" h="519770">
                  <a:moveTo>
                    <a:pt x="104939" y="2686"/>
                  </a:moveTo>
                  <a:lnTo>
                    <a:pt x="108975" y="0"/>
                  </a:lnTo>
                  <a:lnTo>
                    <a:pt x="115702" y="2686"/>
                  </a:lnTo>
                  <a:lnTo>
                    <a:pt x="118393" y="0"/>
                  </a:lnTo>
                  <a:lnTo>
                    <a:pt x="125120" y="1343"/>
                  </a:lnTo>
                  <a:lnTo>
                    <a:pt x="127811" y="8059"/>
                  </a:lnTo>
                  <a:lnTo>
                    <a:pt x="133193" y="12088"/>
                  </a:lnTo>
                  <a:lnTo>
                    <a:pt x="134538" y="20146"/>
                  </a:lnTo>
                  <a:lnTo>
                    <a:pt x="139920" y="18803"/>
                  </a:lnTo>
                  <a:lnTo>
                    <a:pt x="143955" y="24175"/>
                  </a:lnTo>
                  <a:lnTo>
                    <a:pt x="143955" y="32234"/>
                  </a:lnTo>
                  <a:lnTo>
                    <a:pt x="147991" y="41635"/>
                  </a:lnTo>
                  <a:lnTo>
                    <a:pt x="149336" y="49694"/>
                  </a:lnTo>
                  <a:lnTo>
                    <a:pt x="147991" y="60438"/>
                  </a:lnTo>
                  <a:lnTo>
                    <a:pt x="147991" y="65811"/>
                  </a:lnTo>
                  <a:lnTo>
                    <a:pt x="146646" y="68497"/>
                  </a:lnTo>
                  <a:lnTo>
                    <a:pt x="141265" y="71183"/>
                  </a:lnTo>
                  <a:lnTo>
                    <a:pt x="141265" y="75212"/>
                  </a:lnTo>
                  <a:lnTo>
                    <a:pt x="138574" y="76556"/>
                  </a:lnTo>
                  <a:lnTo>
                    <a:pt x="137229" y="80585"/>
                  </a:lnTo>
                  <a:lnTo>
                    <a:pt x="139920" y="84614"/>
                  </a:lnTo>
                  <a:lnTo>
                    <a:pt x="137229" y="87300"/>
                  </a:lnTo>
                  <a:lnTo>
                    <a:pt x="134538" y="87300"/>
                  </a:lnTo>
                  <a:lnTo>
                    <a:pt x="130502" y="89986"/>
                  </a:lnTo>
                  <a:lnTo>
                    <a:pt x="127811" y="95359"/>
                  </a:lnTo>
                  <a:lnTo>
                    <a:pt x="130502" y="98045"/>
                  </a:lnTo>
                  <a:lnTo>
                    <a:pt x="127811" y="102074"/>
                  </a:lnTo>
                  <a:lnTo>
                    <a:pt x="127811" y="106103"/>
                  </a:lnTo>
                  <a:lnTo>
                    <a:pt x="133193" y="108789"/>
                  </a:lnTo>
                  <a:lnTo>
                    <a:pt x="134538" y="111475"/>
                  </a:lnTo>
                  <a:lnTo>
                    <a:pt x="138574" y="115505"/>
                  </a:lnTo>
                  <a:lnTo>
                    <a:pt x="137229" y="120877"/>
                  </a:lnTo>
                  <a:lnTo>
                    <a:pt x="139920" y="127592"/>
                  </a:lnTo>
                  <a:lnTo>
                    <a:pt x="146646" y="122220"/>
                  </a:lnTo>
                  <a:lnTo>
                    <a:pt x="157409" y="120877"/>
                  </a:lnTo>
                  <a:lnTo>
                    <a:pt x="158754" y="124906"/>
                  </a:lnTo>
                  <a:lnTo>
                    <a:pt x="157409" y="127592"/>
                  </a:lnTo>
                  <a:lnTo>
                    <a:pt x="160100" y="130279"/>
                  </a:lnTo>
                  <a:lnTo>
                    <a:pt x="166827" y="128935"/>
                  </a:lnTo>
                  <a:lnTo>
                    <a:pt x="168172" y="132965"/>
                  </a:lnTo>
                  <a:lnTo>
                    <a:pt x="166827" y="136994"/>
                  </a:lnTo>
                  <a:lnTo>
                    <a:pt x="169517" y="141023"/>
                  </a:lnTo>
                  <a:lnTo>
                    <a:pt x="176244" y="143709"/>
                  </a:lnTo>
                  <a:lnTo>
                    <a:pt x="174899" y="145052"/>
                  </a:lnTo>
                  <a:lnTo>
                    <a:pt x="177590" y="149082"/>
                  </a:lnTo>
                  <a:lnTo>
                    <a:pt x="178935" y="146396"/>
                  </a:lnTo>
                  <a:lnTo>
                    <a:pt x="185662" y="146396"/>
                  </a:lnTo>
                  <a:lnTo>
                    <a:pt x="191044" y="149082"/>
                  </a:lnTo>
                  <a:lnTo>
                    <a:pt x="191044" y="153111"/>
                  </a:lnTo>
                  <a:lnTo>
                    <a:pt x="188353" y="157140"/>
                  </a:lnTo>
                  <a:lnTo>
                    <a:pt x="188353" y="161169"/>
                  </a:lnTo>
                  <a:lnTo>
                    <a:pt x="182971" y="169228"/>
                  </a:lnTo>
                  <a:lnTo>
                    <a:pt x="177590" y="174600"/>
                  </a:lnTo>
                  <a:lnTo>
                    <a:pt x="178935" y="178629"/>
                  </a:lnTo>
                  <a:lnTo>
                    <a:pt x="182971" y="175943"/>
                  </a:lnTo>
                  <a:lnTo>
                    <a:pt x="191044" y="177286"/>
                  </a:lnTo>
                  <a:lnTo>
                    <a:pt x="192389" y="178629"/>
                  </a:lnTo>
                  <a:lnTo>
                    <a:pt x="196425" y="174600"/>
                  </a:lnTo>
                  <a:lnTo>
                    <a:pt x="199116" y="179972"/>
                  </a:lnTo>
                  <a:lnTo>
                    <a:pt x="197771" y="186688"/>
                  </a:lnTo>
                  <a:lnTo>
                    <a:pt x="200461" y="192060"/>
                  </a:lnTo>
                  <a:lnTo>
                    <a:pt x="205842" y="194746"/>
                  </a:lnTo>
                  <a:lnTo>
                    <a:pt x="209878" y="190717"/>
                  </a:lnTo>
                  <a:lnTo>
                    <a:pt x="215260" y="190717"/>
                  </a:lnTo>
                  <a:lnTo>
                    <a:pt x="227369" y="186688"/>
                  </a:lnTo>
                  <a:lnTo>
                    <a:pt x="232750" y="188031"/>
                  </a:lnTo>
                  <a:lnTo>
                    <a:pt x="231405" y="193403"/>
                  </a:lnTo>
                  <a:lnTo>
                    <a:pt x="224678" y="198775"/>
                  </a:lnTo>
                  <a:lnTo>
                    <a:pt x="216605" y="200119"/>
                  </a:lnTo>
                  <a:lnTo>
                    <a:pt x="216605" y="205491"/>
                  </a:lnTo>
                  <a:lnTo>
                    <a:pt x="213915" y="209520"/>
                  </a:lnTo>
                  <a:lnTo>
                    <a:pt x="216605" y="212206"/>
                  </a:lnTo>
                  <a:lnTo>
                    <a:pt x="211224" y="217579"/>
                  </a:lnTo>
                  <a:lnTo>
                    <a:pt x="208533" y="217579"/>
                  </a:lnTo>
                  <a:lnTo>
                    <a:pt x="204497" y="224294"/>
                  </a:lnTo>
                  <a:lnTo>
                    <a:pt x="197771" y="224294"/>
                  </a:lnTo>
                  <a:lnTo>
                    <a:pt x="191044" y="226980"/>
                  </a:lnTo>
                  <a:lnTo>
                    <a:pt x="191044" y="229666"/>
                  </a:lnTo>
                  <a:lnTo>
                    <a:pt x="193735" y="233696"/>
                  </a:lnTo>
                  <a:lnTo>
                    <a:pt x="192389" y="236382"/>
                  </a:lnTo>
                  <a:lnTo>
                    <a:pt x="185662" y="235038"/>
                  </a:lnTo>
                  <a:lnTo>
                    <a:pt x="182971" y="237725"/>
                  </a:lnTo>
                  <a:lnTo>
                    <a:pt x="181626" y="244440"/>
                  </a:lnTo>
                  <a:lnTo>
                    <a:pt x="180281" y="247126"/>
                  </a:lnTo>
                  <a:lnTo>
                    <a:pt x="174899" y="247126"/>
                  </a:lnTo>
                  <a:lnTo>
                    <a:pt x="168172" y="252499"/>
                  </a:lnTo>
                  <a:lnTo>
                    <a:pt x="158754" y="248469"/>
                  </a:lnTo>
                  <a:lnTo>
                    <a:pt x="154718" y="253842"/>
                  </a:lnTo>
                  <a:lnTo>
                    <a:pt x="156063" y="263243"/>
                  </a:lnTo>
                  <a:lnTo>
                    <a:pt x="152027" y="265929"/>
                  </a:lnTo>
                  <a:lnTo>
                    <a:pt x="152027" y="273988"/>
                  </a:lnTo>
                  <a:lnTo>
                    <a:pt x="154718" y="278017"/>
                  </a:lnTo>
                  <a:lnTo>
                    <a:pt x="149336" y="282046"/>
                  </a:lnTo>
                  <a:lnTo>
                    <a:pt x="142610" y="284732"/>
                  </a:lnTo>
                  <a:lnTo>
                    <a:pt x="143955" y="288762"/>
                  </a:lnTo>
                  <a:lnTo>
                    <a:pt x="147991" y="290105"/>
                  </a:lnTo>
                  <a:lnTo>
                    <a:pt x="152027" y="298163"/>
                  </a:lnTo>
                  <a:lnTo>
                    <a:pt x="154718" y="300849"/>
                  </a:lnTo>
                  <a:lnTo>
                    <a:pt x="157409" y="304879"/>
                  </a:lnTo>
                  <a:lnTo>
                    <a:pt x="164136" y="310251"/>
                  </a:lnTo>
                  <a:lnTo>
                    <a:pt x="169517" y="323682"/>
                  </a:lnTo>
                  <a:lnTo>
                    <a:pt x="173554" y="325025"/>
                  </a:lnTo>
                  <a:lnTo>
                    <a:pt x="177590" y="331740"/>
                  </a:lnTo>
                  <a:lnTo>
                    <a:pt x="177590" y="337112"/>
                  </a:lnTo>
                  <a:lnTo>
                    <a:pt x="182971" y="339799"/>
                  </a:lnTo>
                  <a:lnTo>
                    <a:pt x="184317" y="345171"/>
                  </a:lnTo>
                  <a:lnTo>
                    <a:pt x="178935" y="347857"/>
                  </a:lnTo>
                  <a:lnTo>
                    <a:pt x="177590" y="351886"/>
                  </a:lnTo>
                  <a:lnTo>
                    <a:pt x="180281" y="363974"/>
                  </a:lnTo>
                  <a:lnTo>
                    <a:pt x="178935" y="368003"/>
                  </a:lnTo>
                  <a:lnTo>
                    <a:pt x="173554" y="372032"/>
                  </a:lnTo>
                  <a:lnTo>
                    <a:pt x="177590" y="380091"/>
                  </a:lnTo>
                  <a:lnTo>
                    <a:pt x="177590" y="385463"/>
                  </a:lnTo>
                  <a:lnTo>
                    <a:pt x="184317" y="393522"/>
                  </a:lnTo>
                  <a:lnTo>
                    <a:pt x="192389" y="400237"/>
                  </a:lnTo>
                  <a:lnTo>
                    <a:pt x="199116" y="406952"/>
                  </a:lnTo>
                  <a:lnTo>
                    <a:pt x="203152" y="417697"/>
                  </a:lnTo>
                  <a:lnTo>
                    <a:pt x="200461" y="421726"/>
                  </a:lnTo>
                  <a:lnTo>
                    <a:pt x="201806" y="427099"/>
                  </a:lnTo>
                  <a:lnTo>
                    <a:pt x="201806" y="432471"/>
                  </a:lnTo>
                  <a:lnTo>
                    <a:pt x="204497" y="436500"/>
                  </a:lnTo>
                  <a:lnTo>
                    <a:pt x="205842" y="443215"/>
                  </a:lnTo>
                  <a:lnTo>
                    <a:pt x="208533" y="448588"/>
                  </a:lnTo>
                  <a:lnTo>
                    <a:pt x="207188" y="455303"/>
                  </a:lnTo>
                  <a:lnTo>
                    <a:pt x="211224" y="462019"/>
                  </a:lnTo>
                  <a:lnTo>
                    <a:pt x="209878" y="470077"/>
                  </a:lnTo>
                  <a:lnTo>
                    <a:pt x="207188" y="471420"/>
                  </a:lnTo>
                  <a:lnTo>
                    <a:pt x="201806" y="488880"/>
                  </a:lnTo>
                  <a:lnTo>
                    <a:pt x="195080" y="492909"/>
                  </a:lnTo>
                  <a:lnTo>
                    <a:pt x="195080" y="499625"/>
                  </a:lnTo>
                  <a:lnTo>
                    <a:pt x="192389" y="503654"/>
                  </a:lnTo>
                  <a:lnTo>
                    <a:pt x="191044" y="506340"/>
                  </a:lnTo>
                  <a:lnTo>
                    <a:pt x="191044" y="506340"/>
                  </a:lnTo>
                  <a:lnTo>
                    <a:pt x="188353" y="511712"/>
                  </a:lnTo>
                  <a:lnTo>
                    <a:pt x="188353" y="519771"/>
                  </a:lnTo>
                  <a:lnTo>
                    <a:pt x="185662" y="510369"/>
                  </a:lnTo>
                  <a:lnTo>
                    <a:pt x="185662" y="503654"/>
                  </a:lnTo>
                  <a:lnTo>
                    <a:pt x="184317" y="500968"/>
                  </a:lnTo>
                  <a:lnTo>
                    <a:pt x="182971" y="498282"/>
                  </a:lnTo>
                  <a:lnTo>
                    <a:pt x="185662" y="498282"/>
                  </a:lnTo>
                  <a:lnTo>
                    <a:pt x="187008" y="496938"/>
                  </a:lnTo>
                  <a:lnTo>
                    <a:pt x="191044" y="491566"/>
                  </a:lnTo>
                  <a:lnTo>
                    <a:pt x="191044" y="487537"/>
                  </a:lnTo>
                  <a:lnTo>
                    <a:pt x="188353" y="486194"/>
                  </a:lnTo>
                  <a:lnTo>
                    <a:pt x="189698" y="479479"/>
                  </a:lnTo>
                  <a:lnTo>
                    <a:pt x="191044" y="478135"/>
                  </a:lnTo>
                  <a:lnTo>
                    <a:pt x="192389" y="475449"/>
                  </a:lnTo>
                  <a:lnTo>
                    <a:pt x="191044" y="468734"/>
                  </a:lnTo>
                  <a:lnTo>
                    <a:pt x="193735" y="466048"/>
                  </a:lnTo>
                  <a:lnTo>
                    <a:pt x="189698" y="462019"/>
                  </a:lnTo>
                  <a:lnTo>
                    <a:pt x="188353" y="457989"/>
                  </a:lnTo>
                  <a:lnTo>
                    <a:pt x="187008" y="451274"/>
                  </a:lnTo>
                  <a:lnTo>
                    <a:pt x="189698" y="448588"/>
                  </a:lnTo>
                  <a:lnTo>
                    <a:pt x="188353" y="443215"/>
                  </a:lnTo>
                  <a:lnTo>
                    <a:pt x="185662" y="441872"/>
                  </a:lnTo>
                  <a:lnTo>
                    <a:pt x="182971" y="425756"/>
                  </a:lnTo>
                  <a:lnTo>
                    <a:pt x="180281" y="423069"/>
                  </a:lnTo>
                  <a:lnTo>
                    <a:pt x="178935" y="417697"/>
                  </a:lnTo>
                  <a:lnTo>
                    <a:pt x="174899" y="410982"/>
                  </a:lnTo>
                  <a:lnTo>
                    <a:pt x="173554" y="419040"/>
                  </a:lnTo>
                  <a:lnTo>
                    <a:pt x="172208" y="420383"/>
                  </a:lnTo>
                  <a:lnTo>
                    <a:pt x="172208" y="416354"/>
                  </a:lnTo>
                  <a:lnTo>
                    <a:pt x="170863" y="410982"/>
                  </a:lnTo>
                  <a:lnTo>
                    <a:pt x="170863" y="400237"/>
                  </a:lnTo>
                  <a:lnTo>
                    <a:pt x="166827" y="394865"/>
                  </a:lnTo>
                  <a:lnTo>
                    <a:pt x="166827" y="389492"/>
                  </a:lnTo>
                  <a:lnTo>
                    <a:pt x="168172" y="388149"/>
                  </a:lnTo>
                  <a:lnTo>
                    <a:pt x="161445" y="384120"/>
                  </a:lnTo>
                  <a:lnTo>
                    <a:pt x="161445" y="376062"/>
                  </a:lnTo>
                  <a:lnTo>
                    <a:pt x="160100" y="374719"/>
                  </a:lnTo>
                  <a:lnTo>
                    <a:pt x="157409" y="355915"/>
                  </a:lnTo>
                  <a:lnTo>
                    <a:pt x="154718" y="353229"/>
                  </a:lnTo>
                  <a:lnTo>
                    <a:pt x="153373" y="349200"/>
                  </a:lnTo>
                  <a:lnTo>
                    <a:pt x="156063" y="347857"/>
                  </a:lnTo>
                  <a:lnTo>
                    <a:pt x="156063" y="345171"/>
                  </a:lnTo>
                  <a:lnTo>
                    <a:pt x="152027" y="338456"/>
                  </a:lnTo>
                  <a:lnTo>
                    <a:pt x="153373" y="335769"/>
                  </a:lnTo>
                  <a:lnTo>
                    <a:pt x="154718" y="333083"/>
                  </a:lnTo>
                  <a:lnTo>
                    <a:pt x="152027" y="337112"/>
                  </a:lnTo>
                  <a:lnTo>
                    <a:pt x="149336" y="338456"/>
                  </a:lnTo>
                  <a:lnTo>
                    <a:pt x="143955" y="338456"/>
                  </a:lnTo>
                  <a:lnTo>
                    <a:pt x="142610" y="331740"/>
                  </a:lnTo>
                  <a:lnTo>
                    <a:pt x="141265" y="329054"/>
                  </a:lnTo>
                  <a:lnTo>
                    <a:pt x="135883" y="318309"/>
                  </a:lnTo>
                  <a:lnTo>
                    <a:pt x="134538" y="315623"/>
                  </a:lnTo>
                  <a:lnTo>
                    <a:pt x="131847" y="315623"/>
                  </a:lnTo>
                  <a:lnTo>
                    <a:pt x="131847" y="312937"/>
                  </a:lnTo>
                  <a:lnTo>
                    <a:pt x="127811" y="310251"/>
                  </a:lnTo>
                  <a:lnTo>
                    <a:pt x="130502" y="314280"/>
                  </a:lnTo>
                  <a:lnTo>
                    <a:pt x="129156" y="315623"/>
                  </a:lnTo>
                  <a:lnTo>
                    <a:pt x="129156" y="318309"/>
                  </a:lnTo>
                  <a:lnTo>
                    <a:pt x="131847" y="320996"/>
                  </a:lnTo>
                  <a:lnTo>
                    <a:pt x="131847" y="326368"/>
                  </a:lnTo>
                  <a:lnTo>
                    <a:pt x="129156" y="329054"/>
                  </a:lnTo>
                  <a:lnTo>
                    <a:pt x="130502" y="331740"/>
                  </a:lnTo>
                  <a:lnTo>
                    <a:pt x="123775" y="337112"/>
                  </a:lnTo>
                  <a:lnTo>
                    <a:pt x="118393" y="335769"/>
                  </a:lnTo>
                  <a:lnTo>
                    <a:pt x="115702" y="333083"/>
                  </a:lnTo>
                  <a:lnTo>
                    <a:pt x="114357" y="333083"/>
                  </a:lnTo>
                  <a:lnTo>
                    <a:pt x="115702" y="337112"/>
                  </a:lnTo>
                  <a:lnTo>
                    <a:pt x="115702" y="338456"/>
                  </a:lnTo>
                  <a:lnTo>
                    <a:pt x="119739" y="339799"/>
                  </a:lnTo>
                  <a:lnTo>
                    <a:pt x="114357" y="342485"/>
                  </a:lnTo>
                  <a:lnTo>
                    <a:pt x="110321" y="342485"/>
                  </a:lnTo>
                  <a:lnTo>
                    <a:pt x="107630" y="341142"/>
                  </a:lnTo>
                  <a:lnTo>
                    <a:pt x="106285" y="345171"/>
                  </a:lnTo>
                  <a:lnTo>
                    <a:pt x="95521" y="353229"/>
                  </a:lnTo>
                  <a:lnTo>
                    <a:pt x="91485" y="351886"/>
                  </a:lnTo>
                  <a:lnTo>
                    <a:pt x="90140" y="353229"/>
                  </a:lnTo>
                  <a:lnTo>
                    <a:pt x="87449" y="353229"/>
                  </a:lnTo>
                  <a:lnTo>
                    <a:pt x="87449" y="351886"/>
                  </a:lnTo>
                  <a:lnTo>
                    <a:pt x="86104" y="354572"/>
                  </a:lnTo>
                  <a:lnTo>
                    <a:pt x="84759" y="354572"/>
                  </a:lnTo>
                  <a:lnTo>
                    <a:pt x="80723" y="351886"/>
                  </a:lnTo>
                  <a:lnTo>
                    <a:pt x="73996" y="354572"/>
                  </a:lnTo>
                  <a:lnTo>
                    <a:pt x="73996" y="358602"/>
                  </a:lnTo>
                  <a:lnTo>
                    <a:pt x="69960" y="358602"/>
                  </a:lnTo>
                  <a:lnTo>
                    <a:pt x="69960" y="351886"/>
                  </a:lnTo>
                  <a:lnTo>
                    <a:pt x="76687" y="345171"/>
                  </a:lnTo>
                  <a:lnTo>
                    <a:pt x="78032" y="337112"/>
                  </a:lnTo>
                  <a:lnTo>
                    <a:pt x="73996" y="345171"/>
                  </a:lnTo>
                  <a:lnTo>
                    <a:pt x="68614" y="349200"/>
                  </a:lnTo>
                  <a:lnTo>
                    <a:pt x="64578" y="355915"/>
                  </a:lnTo>
                  <a:lnTo>
                    <a:pt x="64578" y="353229"/>
                  </a:lnTo>
                  <a:lnTo>
                    <a:pt x="65923" y="351886"/>
                  </a:lnTo>
                  <a:lnTo>
                    <a:pt x="63233" y="345171"/>
                  </a:lnTo>
                  <a:lnTo>
                    <a:pt x="67269" y="319652"/>
                  </a:lnTo>
                  <a:lnTo>
                    <a:pt x="73996" y="315623"/>
                  </a:lnTo>
                  <a:lnTo>
                    <a:pt x="71305" y="314280"/>
                  </a:lnTo>
                  <a:lnTo>
                    <a:pt x="67269" y="302192"/>
                  </a:lnTo>
                  <a:lnTo>
                    <a:pt x="65923" y="292791"/>
                  </a:lnTo>
                  <a:lnTo>
                    <a:pt x="63233" y="291448"/>
                  </a:lnTo>
                  <a:lnTo>
                    <a:pt x="61887" y="288762"/>
                  </a:lnTo>
                  <a:lnTo>
                    <a:pt x="63233" y="287419"/>
                  </a:lnTo>
                  <a:lnTo>
                    <a:pt x="60542" y="284732"/>
                  </a:lnTo>
                  <a:lnTo>
                    <a:pt x="57851" y="276674"/>
                  </a:lnTo>
                  <a:lnTo>
                    <a:pt x="55161" y="272645"/>
                  </a:lnTo>
                  <a:lnTo>
                    <a:pt x="53815" y="268615"/>
                  </a:lnTo>
                  <a:lnTo>
                    <a:pt x="53815" y="264586"/>
                  </a:lnTo>
                  <a:lnTo>
                    <a:pt x="47088" y="260557"/>
                  </a:lnTo>
                  <a:lnTo>
                    <a:pt x="48434" y="264586"/>
                  </a:lnTo>
                  <a:lnTo>
                    <a:pt x="49779" y="273988"/>
                  </a:lnTo>
                  <a:lnTo>
                    <a:pt x="40361" y="271302"/>
                  </a:lnTo>
                  <a:lnTo>
                    <a:pt x="36325" y="265929"/>
                  </a:lnTo>
                  <a:lnTo>
                    <a:pt x="34980" y="263243"/>
                  </a:lnTo>
                  <a:lnTo>
                    <a:pt x="30943" y="257871"/>
                  </a:lnTo>
                  <a:lnTo>
                    <a:pt x="29598" y="255185"/>
                  </a:lnTo>
                  <a:lnTo>
                    <a:pt x="34980" y="256528"/>
                  </a:lnTo>
                  <a:lnTo>
                    <a:pt x="36325" y="260557"/>
                  </a:lnTo>
                  <a:lnTo>
                    <a:pt x="40361" y="261900"/>
                  </a:lnTo>
                  <a:lnTo>
                    <a:pt x="41707" y="260557"/>
                  </a:lnTo>
                  <a:lnTo>
                    <a:pt x="40361" y="259214"/>
                  </a:lnTo>
                  <a:lnTo>
                    <a:pt x="36325" y="255185"/>
                  </a:lnTo>
                  <a:lnTo>
                    <a:pt x="40361" y="253842"/>
                  </a:lnTo>
                  <a:lnTo>
                    <a:pt x="44397" y="256528"/>
                  </a:lnTo>
                  <a:lnTo>
                    <a:pt x="47088" y="255185"/>
                  </a:lnTo>
                  <a:lnTo>
                    <a:pt x="47088" y="251156"/>
                  </a:lnTo>
                  <a:lnTo>
                    <a:pt x="41707" y="243097"/>
                  </a:lnTo>
                  <a:lnTo>
                    <a:pt x="33634" y="241754"/>
                  </a:lnTo>
                  <a:lnTo>
                    <a:pt x="30943" y="239068"/>
                  </a:lnTo>
                  <a:lnTo>
                    <a:pt x="26908" y="237725"/>
                  </a:lnTo>
                  <a:lnTo>
                    <a:pt x="25562" y="235038"/>
                  </a:lnTo>
                  <a:lnTo>
                    <a:pt x="25562" y="237725"/>
                  </a:lnTo>
                  <a:lnTo>
                    <a:pt x="20181" y="237725"/>
                  </a:lnTo>
                  <a:lnTo>
                    <a:pt x="20181" y="236382"/>
                  </a:lnTo>
                  <a:lnTo>
                    <a:pt x="24217" y="232352"/>
                  </a:lnTo>
                  <a:lnTo>
                    <a:pt x="18835" y="232352"/>
                  </a:lnTo>
                  <a:lnTo>
                    <a:pt x="14799" y="228323"/>
                  </a:lnTo>
                  <a:lnTo>
                    <a:pt x="14799" y="231009"/>
                  </a:lnTo>
                  <a:lnTo>
                    <a:pt x="17490" y="235038"/>
                  </a:lnTo>
                  <a:lnTo>
                    <a:pt x="5381" y="225637"/>
                  </a:lnTo>
                  <a:lnTo>
                    <a:pt x="4036" y="218922"/>
                  </a:lnTo>
                  <a:lnTo>
                    <a:pt x="1345" y="213549"/>
                  </a:lnTo>
                  <a:lnTo>
                    <a:pt x="1345" y="213549"/>
                  </a:lnTo>
                  <a:lnTo>
                    <a:pt x="0" y="210863"/>
                  </a:lnTo>
                  <a:lnTo>
                    <a:pt x="1345" y="206834"/>
                  </a:lnTo>
                  <a:lnTo>
                    <a:pt x="6727" y="200119"/>
                  </a:lnTo>
                  <a:lnTo>
                    <a:pt x="8072" y="201462"/>
                  </a:lnTo>
                  <a:lnTo>
                    <a:pt x="12108" y="194746"/>
                  </a:lnTo>
                  <a:lnTo>
                    <a:pt x="12108" y="186688"/>
                  </a:lnTo>
                  <a:lnTo>
                    <a:pt x="12108" y="181315"/>
                  </a:lnTo>
                  <a:lnTo>
                    <a:pt x="14799" y="182659"/>
                  </a:lnTo>
                  <a:lnTo>
                    <a:pt x="17490" y="181315"/>
                  </a:lnTo>
                  <a:lnTo>
                    <a:pt x="20181" y="171914"/>
                  </a:lnTo>
                  <a:lnTo>
                    <a:pt x="20181" y="167885"/>
                  </a:lnTo>
                  <a:lnTo>
                    <a:pt x="20181" y="161169"/>
                  </a:lnTo>
                  <a:lnTo>
                    <a:pt x="20181" y="154454"/>
                  </a:lnTo>
                  <a:lnTo>
                    <a:pt x="25562" y="154454"/>
                  </a:lnTo>
                  <a:lnTo>
                    <a:pt x="25562" y="145052"/>
                  </a:lnTo>
                  <a:lnTo>
                    <a:pt x="25562" y="138337"/>
                  </a:lnTo>
                  <a:lnTo>
                    <a:pt x="22872" y="126249"/>
                  </a:lnTo>
                  <a:lnTo>
                    <a:pt x="28253" y="126249"/>
                  </a:lnTo>
                  <a:lnTo>
                    <a:pt x="32289" y="127592"/>
                  </a:lnTo>
                  <a:lnTo>
                    <a:pt x="39016" y="127592"/>
                  </a:lnTo>
                  <a:lnTo>
                    <a:pt x="43052" y="118191"/>
                  </a:lnTo>
                  <a:lnTo>
                    <a:pt x="45743" y="107446"/>
                  </a:lnTo>
                  <a:lnTo>
                    <a:pt x="51124" y="94015"/>
                  </a:lnTo>
                  <a:lnTo>
                    <a:pt x="45743" y="89986"/>
                  </a:lnTo>
                  <a:lnTo>
                    <a:pt x="44397" y="85957"/>
                  </a:lnTo>
                  <a:lnTo>
                    <a:pt x="52470" y="75212"/>
                  </a:lnTo>
                  <a:lnTo>
                    <a:pt x="55161" y="64468"/>
                  </a:lnTo>
                  <a:lnTo>
                    <a:pt x="53815" y="60438"/>
                  </a:lnTo>
                  <a:lnTo>
                    <a:pt x="53815" y="55066"/>
                  </a:lnTo>
                  <a:lnTo>
                    <a:pt x="63233" y="41635"/>
                  </a:lnTo>
                  <a:lnTo>
                    <a:pt x="68614" y="38949"/>
                  </a:lnTo>
                  <a:lnTo>
                    <a:pt x="75341" y="32234"/>
                  </a:lnTo>
                  <a:lnTo>
                    <a:pt x="78032" y="25519"/>
                  </a:lnTo>
                  <a:lnTo>
                    <a:pt x="86104" y="22832"/>
                  </a:lnTo>
                  <a:lnTo>
                    <a:pt x="94176" y="17460"/>
                  </a:lnTo>
                  <a:lnTo>
                    <a:pt x="98212" y="21489"/>
                  </a:lnTo>
                  <a:lnTo>
                    <a:pt x="102248" y="22832"/>
                  </a:lnTo>
                  <a:lnTo>
                    <a:pt x="100903" y="18803"/>
                  </a:lnTo>
                  <a:lnTo>
                    <a:pt x="100903" y="12088"/>
                  </a:lnTo>
                  <a:lnTo>
                    <a:pt x="106285" y="8059"/>
                  </a:lnTo>
                  <a:lnTo>
                    <a:pt x="10628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5F66B026-AFFB-CBF3-0EF8-5E06651D09CC}"/>
                </a:ext>
              </a:extLst>
            </p:cNvPr>
            <p:cNvSpPr/>
            <p:nvPr/>
          </p:nvSpPr>
          <p:spPr>
            <a:xfrm>
              <a:off x="9762055" y="4130765"/>
              <a:ext cx="8072" cy="9401"/>
            </a:xfrm>
            <a:custGeom>
              <a:avLst/>
              <a:gdLst>
                <a:gd name="connsiteX0" fmla="*/ 0 w 8072"/>
                <a:gd name="connsiteY0" fmla="*/ 2686 h 9401"/>
                <a:gd name="connsiteX1" fmla="*/ 1345 w 8072"/>
                <a:gd name="connsiteY1" fmla="*/ 5372 h 9401"/>
                <a:gd name="connsiteX2" fmla="*/ 6727 w 8072"/>
                <a:gd name="connsiteY2" fmla="*/ 9401 h 9401"/>
                <a:gd name="connsiteX3" fmla="*/ 8072 w 8072"/>
                <a:gd name="connsiteY3" fmla="*/ 4029 h 9401"/>
                <a:gd name="connsiteX4" fmla="*/ 4036 w 8072"/>
                <a:gd name="connsiteY4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9401">
                  <a:moveTo>
                    <a:pt x="0" y="2686"/>
                  </a:moveTo>
                  <a:lnTo>
                    <a:pt x="1345" y="5372"/>
                  </a:lnTo>
                  <a:lnTo>
                    <a:pt x="6727" y="9401"/>
                  </a:lnTo>
                  <a:lnTo>
                    <a:pt x="8072" y="402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467" name="Graphic 5">
            <a:extLst>
              <a:ext uri="{FF2B5EF4-FFF2-40B4-BE49-F238E27FC236}">
                <a16:creationId xmlns:a16="http://schemas.microsoft.com/office/drawing/2014/main" id="{C6048324-47C1-4A68-EE37-BE511C22C8B7}"/>
              </a:ext>
            </a:extLst>
          </p:cNvPr>
          <p:cNvGrpSpPr/>
          <p:nvPr/>
        </p:nvGrpSpPr>
        <p:grpSpPr>
          <a:xfrm>
            <a:off x="9425711" y="4379234"/>
            <a:ext cx="57851" cy="106102"/>
            <a:chOff x="9425711" y="4379234"/>
            <a:chExt cx="57851" cy="106102"/>
          </a:xfrm>
          <a:solidFill>
            <a:srgbClr val="E5E5E4"/>
          </a:solidFill>
        </p:grpSpPr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CB4B1DE5-8A1F-FEDC-591A-234FE8176242}"/>
                </a:ext>
              </a:extLst>
            </p:cNvPr>
            <p:cNvSpPr/>
            <p:nvPr/>
          </p:nvSpPr>
          <p:spPr>
            <a:xfrm>
              <a:off x="9425711" y="4419527"/>
              <a:ext cx="4035" cy="10744"/>
            </a:xfrm>
            <a:custGeom>
              <a:avLst/>
              <a:gdLst>
                <a:gd name="connsiteX0" fmla="*/ 0 w 4035"/>
                <a:gd name="connsiteY0" fmla="*/ 10745 h 10744"/>
                <a:gd name="connsiteX1" fmla="*/ 1345 w 4035"/>
                <a:gd name="connsiteY1" fmla="*/ 5372 h 10744"/>
                <a:gd name="connsiteX2" fmla="*/ 0 w 4035"/>
                <a:gd name="connsiteY2" fmla="*/ 1343 h 10744"/>
                <a:gd name="connsiteX3" fmla="*/ 4036 w 4035"/>
                <a:gd name="connsiteY3" fmla="*/ 0 h 10744"/>
                <a:gd name="connsiteX4" fmla="*/ 4036 w 4035"/>
                <a:gd name="connsiteY4" fmla="*/ 1343 h 10744"/>
                <a:gd name="connsiteX5" fmla="*/ 1345 w 4035"/>
                <a:gd name="connsiteY5" fmla="*/ 1343 h 10744"/>
                <a:gd name="connsiteX6" fmla="*/ 2691 w 4035"/>
                <a:gd name="connsiteY6" fmla="*/ 5372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5" h="10744">
                  <a:moveTo>
                    <a:pt x="0" y="10745"/>
                  </a:moveTo>
                  <a:lnTo>
                    <a:pt x="1345" y="5372"/>
                  </a:lnTo>
                  <a:lnTo>
                    <a:pt x="0" y="1343"/>
                  </a:lnTo>
                  <a:lnTo>
                    <a:pt x="4036" y="0"/>
                  </a:lnTo>
                  <a:lnTo>
                    <a:pt x="4036" y="1343"/>
                  </a:lnTo>
                  <a:lnTo>
                    <a:pt x="1345" y="1343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320DF8E6-2ACB-4F84-E0F7-CAE4634CF9DD}"/>
                </a:ext>
              </a:extLst>
            </p:cNvPr>
            <p:cNvSpPr/>
            <p:nvPr/>
          </p:nvSpPr>
          <p:spPr>
            <a:xfrm>
              <a:off x="9429747" y="4379234"/>
              <a:ext cx="9417" cy="8058"/>
            </a:xfrm>
            <a:custGeom>
              <a:avLst/>
              <a:gdLst>
                <a:gd name="connsiteX0" fmla="*/ 6727 w 9417"/>
                <a:gd name="connsiteY0" fmla="*/ 8058 h 8058"/>
                <a:gd name="connsiteX1" fmla="*/ 0 w 9417"/>
                <a:gd name="connsiteY1" fmla="*/ 4029 h 8058"/>
                <a:gd name="connsiteX2" fmla="*/ 0 w 9417"/>
                <a:gd name="connsiteY2" fmla="*/ 0 h 8058"/>
                <a:gd name="connsiteX3" fmla="*/ 8072 w 9417"/>
                <a:gd name="connsiteY3" fmla="*/ 0 h 8058"/>
                <a:gd name="connsiteX4" fmla="*/ 9418 w 9417"/>
                <a:gd name="connsiteY4" fmla="*/ 1343 h 8058"/>
                <a:gd name="connsiteX5" fmla="*/ 6727 w 9417"/>
                <a:gd name="connsiteY5" fmla="*/ 5372 h 8058"/>
                <a:gd name="connsiteX6" fmla="*/ 5381 w 9417"/>
                <a:gd name="connsiteY6" fmla="*/ 5372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8058">
                  <a:moveTo>
                    <a:pt x="6727" y="8058"/>
                  </a:moveTo>
                  <a:lnTo>
                    <a:pt x="0" y="4029"/>
                  </a:lnTo>
                  <a:lnTo>
                    <a:pt x="0" y="0"/>
                  </a:lnTo>
                  <a:lnTo>
                    <a:pt x="8072" y="0"/>
                  </a:lnTo>
                  <a:lnTo>
                    <a:pt x="9418" y="1343"/>
                  </a:lnTo>
                  <a:lnTo>
                    <a:pt x="6727" y="5372"/>
                  </a:lnTo>
                  <a:lnTo>
                    <a:pt x="538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A45E9393-8293-9DD7-E664-8A0502DBAE3D}"/>
                </a:ext>
              </a:extLst>
            </p:cNvPr>
            <p:cNvSpPr/>
            <p:nvPr/>
          </p:nvSpPr>
          <p:spPr>
            <a:xfrm>
              <a:off x="9439165" y="4380577"/>
              <a:ext cx="14799" cy="12087"/>
            </a:xfrm>
            <a:custGeom>
              <a:avLst/>
              <a:gdLst>
                <a:gd name="connsiteX0" fmla="*/ 2691 w 14799"/>
                <a:gd name="connsiteY0" fmla="*/ 0 h 12087"/>
                <a:gd name="connsiteX1" fmla="*/ 6727 w 14799"/>
                <a:gd name="connsiteY1" fmla="*/ 1343 h 12087"/>
                <a:gd name="connsiteX2" fmla="*/ 6727 w 14799"/>
                <a:gd name="connsiteY2" fmla="*/ 5372 h 12087"/>
                <a:gd name="connsiteX3" fmla="*/ 13454 w 14799"/>
                <a:gd name="connsiteY3" fmla="*/ 9402 h 12087"/>
                <a:gd name="connsiteX4" fmla="*/ 14799 w 14799"/>
                <a:gd name="connsiteY4" fmla="*/ 12088 h 12087"/>
                <a:gd name="connsiteX5" fmla="*/ 12108 w 14799"/>
                <a:gd name="connsiteY5" fmla="*/ 9402 h 12087"/>
                <a:gd name="connsiteX6" fmla="*/ 8072 w 14799"/>
                <a:gd name="connsiteY6" fmla="*/ 9402 h 12087"/>
                <a:gd name="connsiteX7" fmla="*/ 5381 w 14799"/>
                <a:gd name="connsiteY7" fmla="*/ 8059 h 12087"/>
                <a:gd name="connsiteX8" fmla="*/ 0 w 14799"/>
                <a:gd name="connsiteY8" fmla="*/ 5372 h 12087"/>
                <a:gd name="connsiteX9" fmla="*/ 0 w 14799"/>
                <a:gd name="connsiteY9" fmla="*/ 4029 h 12087"/>
                <a:gd name="connsiteX10" fmla="*/ 2691 w 14799"/>
                <a:gd name="connsiteY10" fmla="*/ 2686 h 12087"/>
                <a:gd name="connsiteX11" fmla="*/ 1345 w 14799"/>
                <a:gd name="connsiteY11" fmla="*/ 2686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99" h="12087">
                  <a:moveTo>
                    <a:pt x="2691" y="0"/>
                  </a:moveTo>
                  <a:lnTo>
                    <a:pt x="6727" y="1343"/>
                  </a:lnTo>
                  <a:lnTo>
                    <a:pt x="6727" y="5372"/>
                  </a:lnTo>
                  <a:lnTo>
                    <a:pt x="13454" y="9402"/>
                  </a:lnTo>
                  <a:lnTo>
                    <a:pt x="14799" y="12088"/>
                  </a:lnTo>
                  <a:lnTo>
                    <a:pt x="12108" y="9402"/>
                  </a:lnTo>
                  <a:lnTo>
                    <a:pt x="8072" y="9402"/>
                  </a:lnTo>
                  <a:lnTo>
                    <a:pt x="5381" y="8059"/>
                  </a:lnTo>
                  <a:lnTo>
                    <a:pt x="0" y="5372"/>
                  </a:lnTo>
                  <a:lnTo>
                    <a:pt x="0" y="4029"/>
                  </a:lnTo>
                  <a:lnTo>
                    <a:pt x="2691" y="2686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70EA3058-EDF6-62AD-A1B8-136BA196F3D2}"/>
                </a:ext>
              </a:extLst>
            </p:cNvPr>
            <p:cNvSpPr/>
            <p:nvPr/>
          </p:nvSpPr>
          <p:spPr>
            <a:xfrm>
              <a:off x="9425711" y="4388636"/>
              <a:ext cx="57851" cy="96701"/>
            </a:xfrm>
            <a:custGeom>
              <a:avLst/>
              <a:gdLst>
                <a:gd name="connsiteX0" fmla="*/ 12108 w 57851"/>
                <a:gd name="connsiteY0" fmla="*/ 0 h 96701"/>
                <a:gd name="connsiteX1" fmla="*/ 12108 w 57851"/>
                <a:gd name="connsiteY1" fmla="*/ 1343 h 96701"/>
                <a:gd name="connsiteX2" fmla="*/ 12108 w 57851"/>
                <a:gd name="connsiteY2" fmla="*/ 2686 h 96701"/>
                <a:gd name="connsiteX3" fmla="*/ 12108 w 57851"/>
                <a:gd name="connsiteY3" fmla="*/ 4029 h 96701"/>
                <a:gd name="connsiteX4" fmla="*/ 10763 w 57851"/>
                <a:gd name="connsiteY4" fmla="*/ 5372 h 96701"/>
                <a:gd name="connsiteX5" fmla="*/ 10763 w 57851"/>
                <a:gd name="connsiteY5" fmla="*/ 6715 h 96701"/>
                <a:gd name="connsiteX6" fmla="*/ 10763 w 57851"/>
                <a:gd name="connsiteY6" fmla="*/ 9401 h 96701"/>
                <a:gd name="connsiteX7" fmla="*/ 8072 w 57851"/>
                <a:gd name="connsiteY7" fmla="*/ 14774 h 96701"/>
                <a:gd name="connsiteX8" fmla="*/ 6727 w 57851"/>
                <a:gd name="connsiteY8" fmla="*/ 13431 h 96701"/>
                <a:gd name="connsiteX9" fmla="*/ 4036 w 57851"/>
                <a:gd name="connsiteY9" fmla="*/ 12088 h 96701"/>
                <a:gd name="connsiteX10" fmla="*/ 0 w 57851"/>
                <a:gd name="connsiteY10" fmla="*/ 10745 h 96701"/>
                <a:gd name="connsiteX11" fmla="*/ 0 w 57851"/>
                <a:gd name="connsiteY11" fmla="*/ 12088 h 96701"/>
                <a:gd name="connsiteX12" fmla="*/ 2691 w 57851"/>
                <a:gd name="connsiteY12" fmla="*/ 13431 h 96701"/>
                <a:gd name="connsiteX13" fmla="*/ 5381 w 57851"/>
                <a:gd name="connsiteY13" fmla="*/ 16117 h 96701"/>
                <a:gd name="connsiteX14" fmla="*/ 4036 w 57851"/>
                <a:gd name="connsiteY14" fmla="*/ 17460 h 96701"/>
                <a:gd name="connsiteX15" fmla="*/ 5381 w 57851"/>
                <a:gd name="connsiteY15" fmla="*/ 21489 h 96701"/>
                <a:gd name="connsiteX16" fmla="*/ 5381 w 57851"/>
                <a:gd name="connsiteY16" fmla="*/ 29548 h 96701"/>
                <a:gd name="connsiteX17" fmla="*/ 4036 w 57851"/>
                <a:gd name="connsiteY17" fmla="*/ 32234 h 96701"/>
                <a:gd name="connsiteX18" fmla="*/ 2691 w 57851"/>
                <a:gd name="connsiteY18" fmla="*/ 42978 h 96701"/>
                <a:gd name="connsiteX19" fmla="*/ 2691 w 57851"/>
                <a:gd name="connsiteY19" fmla="*/ 47008 h 96701"/>
                <a:gd name="connsiteX20" fmla="*/ 1345 w 57851"/>
                <a:gd name="connsiteY20" fmla="*/ 48351 h 96701"/>
                <a:gd name="connsiteX21" fmla="*/ 4036 w 57851"/>
                <a:gd name="connsiteY21" fmla="*/ 57752 h 96701"/>
                <a:gd name="connsiteX22" fmla="*/ 4036 w 57851"/>
                <a:gd name="connsiteY22" fmla="*/ 61782 h 96701"/>
                <a:gd name="connsiteX23" fmla="*/ 6727 w 57851"/>
                <a:gd name="connsiteY23" fmla="*/ 73869 h 96701"/>
                <a:gd name="connsiteX24" fmla="*/ 10763 w 57851"/>
                <a:gd name="connsiteY24" fmla="*/ 87300 h 96701"/>
                <a:gd name="connsiteX25" fmla="*/ 14799 w 57851"/>
                <a:gd name="connsiteY25" fmla="*/ 94015 h 96701"/>
                <a:gd name="connsiteX26" fmla="*/ 20181 w 57851"/>
                <a:gd name="connsiteY26" fmla="*/ 96702 h 96701"/>
                <a:gd name="connsiteX27" fmla="*/ 25562 w 57851"/>
                <a:gd name="connsiteY27" fmla="*/ 95359 h 96701"/>
                <a:gd name="connsiteX28" fmla="*/ 34980 w 57851"/>
                <a:gd name="connsiteY28" fmla="*/ 94015 h 96701"/>
                <a:gd name="connsiteX29" fmla="*/ 43052 w 57851"/>
                <a:gd name="connsiteY29" fmla="*/ 92672 h 96701"/>
                <a:gd name="connsiteX30" fmla="*/ 51124 w 57851"/>
                <a:gd name="connsiteY30" fmla="*/ 83271 h 96701"/>
                <a:gd name="connsiteX31" fmla="*/ 55161 w 57851"/>
                <a:gd name="connsiteY31" fmla="*/ 75212 h 96701"/>
                <a:gd name="connsiteX32" fmla="*/ 56506 w 57851"/>
                <a:gd name="connsiteY32" fmla="*/ 71183 h 96701"/>
                <a:gd name="connsiteX33" fmla="*/ 56506 w 57851"/>
                <a:gd name="connsiteY33" fmla="*/ 67154 h 96701"/>
                <a:gd name="connsiteX34" fmla="*/ 57851 w 57851"/>
                <a:gd name="connsiteY34" fmla="*/ 65811 h 96701"/>
                <a:gd name="connsiteX35" fmla="*/ 57851 w 57851"/>
                <a:gd name="connsiteY35" fmla="*/ 59095 h 96701"/>
                <a:gd name="connsiteX36" fmla="*/ 55161 w 57851"/>
                <a:gd name="connsiteY36" fmla="*/ 55066 h 96701"/>
                <a:gd name="connsiteX37" fmla="*/ 56506 w 57851"/>
                <a:gd name="connsiteY37" fmla="*/ 51037 h 96701"/>
                <a:gd name="connsiteX38" fmla="*/ 52470 w 57851"/>
                <a:gd name="connsiteY38" fmla="*/ 48351 h 96701"/>
                <a:gd name="connsiteX39" fmla="*/ 48434 w 57851"/>
                <a:gd name="connsiteY39" fmla="*/ 36263 h 96701"/>
                <a:gd name="connsiteX40" fmla="*/ 44397 w 57851"/>
                <a:gd name="connsiteY40" fmla="*/ 28205 h 96701"/>
                <a:gd name="connsiteX41" fmla="*/ 40361 w 57851"/>
                <a:gd name="connsiteY41" fmla="*/ 29548 h 96701"/>
                <a:gd name="connsiteX42" fmla="*/ 40361 w 57851"/>
                <a:gd name="connsiteY42" fmla="*/ 28205 h 96701"/>
                <a:gd name="connsiteX43" fmla="*/ 36325 w 57851"/>
                <a:gd name="connsiteY43" fmla="*/ 28205 h 96701"/>
                <a:gd name="connsiteX44" fmla="*/ 41707 w 57851"/>
                <a:gd name="connsiteY44" fmla="*/ 25518 h 96701"/>
                <a:gd name="connsiteX45" fmla="*/ 40361 w 57851"/>
                <a:gd name="connsiteY45" fmla="*/ 22832 h 96701"/>
                <a:gd name="connsiteX46" fmla="*/ 39016 w 57851"/>
                <a:gd name="connsiteY46" fmla="*/ 21489 h 96701"/>
                <a:gd name="connsiteX47" fmla="*/ 34980 w 57851"/>
                <a:gd name="connsiteY47" fmla="*/ 14774 h 96701"/>
                <a:gd name="connsiteX48" fmla="*/ 32289 w 57851"/>
                <a:gd name="connsiteY48" fmla="*/ 16117 h 96701"/>
                <a:gd name="connsiteX49" fmla="*/ 30943 w 57851"/>
                <a:gd name="connsiteY49" fmla="*/ 10745 h 96701"/>
                <a:gd name="connsiteX50" fmla="*/ 29598 w 57851"/>
                <a:gd name="connsiteY50" fmla="*/ 9401 h 96701"/>
                <a:gd name="connsiteX51" fmla="*/ 29598 w 57851"/>
                <a:gd name="connsiteY51" fmla="*/ 5372 h 96701"/>
                <a:gd name="connsiteX52" fmla="*/ 21526 w 57851"/>
                <a:gd name="connsiteY52" fmla="*/ 2686 h 96701"/>
                <a:gd name="connsiteX53" fmla="*/ 20181 w 57851"/>
                <a:gd name="connsiteY53" fmla="*/ 5372 h 96701"/>
                <a:gd name="connsiteX54" fmla="*/ 17490 w 57851"/>
                <a:gd name="connsiteY54" fmla="*/ 4029 h 96701"/>
                <a:gd name="connsiteX55" fmla="*/ 17490 w 57851"/>
                <a:gd name="connsiteY55" fmla="*/ 1343 h 9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7851" h="96701">
                  <a:moveTo>
                    <a:pt x="12108" y="0"/>
                  </a:moveTo>
                  <a:lnTo>
                    <a:pt x="12108" y="1343"/>
                  </a:lnTo>
                  <a:lnTo>
                    <a:pt x="12108" y="2686"/>
                  </a:lnTo>
                  <a:lnTo>
                    <a:pt x="12108" y="4029"/>
                  </a:lnTo>
                  <a:lnTo>
                    <a:pt x="10763" y="5372"/>
                  </a:lnTo>
                  <a:lnTo>
                    <a:pt x="10763" y="6715"/>
                  </a:lnTo>
                  <a:lnTo>
                    <a:pt x="10763" y="9401"/>
                  </a:lnTo>
                  <a:lnTo>
                    <a:pt x="8072" y="14774"/>
                  </a:lnTo>
                  <a:lnTo>
                    <a:pt x="6727" y="13431"/>
                  </a:lnTo>
                  <a:lnTo>
                    <a:pt x="4036" y="12088"/>
                  </a:lnTo>
                  <a:lnTo>
                    <a:pt x="0" y="10745"/>
                  </a:lnTo>
                  <a:lnTo>
                    <a:pt x="0" y="12088"/>
                  </a:lnTo>
                  <a:lnTo>
                    <a:pt x="2691" y="13431"/>
                  </a:lnTo>
                  <a:lnTo>
                    <a:pt x="5381" y="16117"/>
                  </a:lnTo>
                  <a:lnTo>
                    <a:pt x="4036" y="17460"/>
                  </a:lnTo>
                  <a:lnTo>
                    <a:pt x="5381" y="21489"/>
                  </a:lnTo>
                  <a:lnTo>
                    <a:pt x="5381" y="29548"/>
                  </a:lnTo>
                  <a:lnTo>
                    <a:pt x="4036" y="32234"/>
                  </a:lnTo>
                  <a:lnTo>
                    <a:pt x="2691" y="42978"/>
                  </a:lnTo>
                  <a:lnTo>
                    <a:pt x="2691" y="47008"/>
                  </a:lnTo>
                  <a:lnTo>
                    <a:pt x="1345" y="48351"/>
                  </a:lnTo>
                  <a:lnTo>
                    <a:pt x="4036" y="57752"/>
                  </a:lnTo>
                  <a:lnTo>
                    <a:pt x="4036" y="61782"/>
                  </a:lnTo>
                  <a:lnTo>
                    <a:pt x="6727" y="73869"/>
                  </a:lnTo>
                  <a:lnTo>
                    <a:pt x="10763" y="87300"/>
                  </a:lnTo>
                  <a:lnTo>
                    <a:pt x="14799" y="94015"/>
                  </a:lnTo>
                  <a:lnTo>
                    <a:pt x="20181" y="96702"/>
                  </a:lnTo>
                  <a:lnTo>
                    <a:pt x="25562" y="95359"/>
                  </a:lnTo>
                  <a:lnTo>
                    <a:pt x="34980" y="94015"/>
                  </a:lnTo>
                  <a:lnTo>
                    <a:pt x="43052" y="92672"/>
                  </a:lnTo>
                  <a:lnTo>
                    <a:pt x="51124" y="83271"/>
                  </a:lnTo>
                  <a:lnTo>
                    <a:pt x="55161" y="75212"/>
                  </a:lnTo>
                  <a:lnTo>
                    <a:pt x="56506" y="71183"/>
                  </a:lnTo>
                  <a:lnTo>
                    <a:pt x="56506" y="67154"/>
                  </a:lnTo>
                  <a:lnTo>
                    <a:pt x="57851" y="65811"/>
                  </a:lnTo>
                  <a:lnTo>
                    <a:pt x="57851" y="59095"/>
                  </a:lnTo>
                  <a:lnTo>
                    <a:pt x="55161" y="55066"/>
                  </a:lnTo>
                  <a:lnTo>
                    <a:pt x="56506" y="51037"/>
                  </a:lnTo>
                  <a:lnTo>
                    <a:pt x="52470" y="48351"/>
                  </a:lnTo>
                  <a:lnTo>
                    <a:pt x="48434" y="36263"/>
                  </a:lnTo>
                  <a:lnTo>
                    <a:pt x="44397" y="28205"/>
                  </a:lnTo>
                  <a:lnTo>
                    <a:pt x="40361" y="29548"/>
                  </a:lnTo>
                  <a:lnTo>
                    <a:pt x="40361" y="28205"/>
                  </a:lnTo>
                  <a:lnTo>
                    <a:pt x="36325" y="28205"/>
                  </a:lnTo>
                  <a:lnTo>
                    <a:pt x="41707" y="25518"/>
                  </a:lnTo>
                  <a:lnTo>
                    <a:pt x="40361" y="22832"/>
                  </a:lnTo>
                  <a:lnTo>
                    <a:pt x="39016" y="21489"/>
                  </a:lnTo>
                  <a:lnTo>
                    <a:pt x="34980" y="14774"/>
                  </a:lnTo>
                  <a:lnTo>
                    <a:pt x="32289" y="16117"/>
                  </a:lnTo>
                  <a:lnTo>
                    <a:pt x="30943" y="10745"/>
                  </a:lnTo>
                  <a:lnTo>
                    <a:pt x="29598" y="9401"/>
                  </a:lnTo>
                  <a:lnTo>
                    <a:pt x="29598" y="5372"/>
                  </a:lnTo>
                  <a:lnTo>
                    <a:pt x="21526" y="2686"/>
                  </a:lnTo>
                  <a:lnTo>
                    <a:pt x="20181" y="5372"/>
                  </a:lnTo>
                  <a:lnTo>
                    <a:pt x="17490" y="4029"/>
                  </a:lnTo>
                  <a:lnTo>
                    <a:pt x="1749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472" name="Graphic 5">
            <a:extLst>
              <a:ext uri="{FF2B5EF4-FFF2-40B4-BE49-F238E27FC236}">
                <a16:creationId xmlns:a16="http://schemas.microsoft.com/office/drawing/2014/main" id="{D51A8E40-D267-76B0-940C-03FECDAFB332}"/>
              </a:ext>
            </a:extLst>
          </p:cNvPr>
          <p:cNvGrpSpPr/>
          <p:nvPr/>
        </p:nvGrpSpPr>
        <p:grpSpPr>
          <a:xfrm>
            <a:off x="9102820" y="3714411"/>
            <a:ext cx="730539" cy="711830"/>
            <a:chOff x="9102820" y="3714411"/>
            <a:chExt cx="730539" cy="711830"/>
          </a:xfrm>
          <a:solidFill>
            <a:srgbClr val="EE7684"/>
          </a:solidFill>
        </p:grpSpPr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D6D44FC8-B481-69CB-AC65-F438B2FD7841}"/>
                </a:ext>
              </a:extLst>
            </p:cNvPr>
            <p:cNvSpPr/>
            <p:nvPr/>
          </p:nvSpPr>
          <p:spPr>
            <a:xfrm>
              <a:off x="9102820" y="3714411"/>
              <a:ext cx="730539" cy="711830"/>
            </a:xfrm>
            <a:custGeom>
              <a:avLst/>
              <a:gdLst>
                <a:gd name="connsiteX0" fmla="*/ 234095 w 730539"/>
                <a:gd name="connsiteY0" fmla="*/ 21489 h 711830"/>
                <a:gd name="connsiteX1" fmla="*/ 236786 w 730539"/>
                <a:gd name="connsiteY1" fmla="*/ 24175 h 711830"/>
                <a:gd name="connsiteX2" fmla="*/ 236786 w 730539"/>
                <a:gd name="connsiteY2" fmla="*/ 29548 h 711830"/>
                <a:gd name="connsiteX3" fmla="*/ 243513 w 730539"/>
                <a:gd name="connsiteY3" fmla="*/ 32234 h 711830"/>
                <a:gd name="connsiteX4" fmla="*/ 242168 w 730539"/>
                <a:gd name="connsiteY4" fmla="*/ 42978 h 711830"/>
                <a:gd name="connsiteX5" fmla="*/ 244858 w 730539"/>
                <a:gd name="connsiteY5" fmla="*/ 47008 h 711830"/>
                <a:gd name="connsiteX6" fmla="*/ 243513 w 730539"/>
                <a:gd name="connsiteY6" fmla="*/ 51037 h 711830"/>
                <a:gd name="connsiteX7" fmla="*/ 246204 w 730539"/>
                <a:gd name="connsiteY7" fmla="*/ 52380 h 711830"/>
                <a:gd name="connsiteX8" fmla="*/ 250240 w 730539"/>
                <a:gd name="connsiteY8" fmla="*/ 57752 h 711830"/>
                <a:gd name="connsiteX9" fmla="*/ 250240 w 730539"/>
                <a:gd name="connsiteY9" fmla="*/ 60438 h 711830"/>
                <a:gd name="connsiteX10" fmla="*/ 251585 w 730539"/>
                <a:gd name="connsiteY10" fmla="*/ 61781 h 711830"/>
                <a:gd name="connsiteX11" fmla="*/ 254276 w 730539"/>
                <a:gd name="connsiteY11" fmla="*/ 67154 h 711830"/>
                <a:gd name="connsiteX12" fmla="*/ 259658 w 730539"/>
                <a:gd name="connsiteY12" fmla="*/ 69840 h 711830"/>
                <a:gd name="connsiteX13" fmla="*/ 262348 w 730539"/>
                <a:gd name="connsiteY13" fmla="*/ 65811 h 711830"/>
                <a:gd name="connsiteX14" fmla="*/ 267730 w 730539"/>
                <a:gd name="connsiteY14" fmla="*/ 65811 h 711830"/>
                <a:gd name="connsiteX15" fmla="*/ 270421 w 730539"/>
                <a:gd name="connsiteY15" fmla="*/ 68497 h 711830"/>
                <a:gd name="connsiteX16" fmla="*/ 277148 w 730539"/>
                <a:gd name="connsiteY16" fmla="*/ 68497 h 711830"/>
                <a:gd name="connsiteX17" fmla="*/ 282529 w 730539"/>
                <a:gd name="connsiteY17" fmla="*/ 75212 h 711830"/>
                <a:gd name="connsiteX18" fmla="*/ 286565 w 730539"/>
                <a:gd name="connsiteY18" fmla="*/ 76555 h 711830"/>
                <a:gd name="connsiteX19" fmla="*/ 289256 w 730539"/>
                <a:gd name="connsiteY19" fmla="*/ 81928 h 711830"/>
                <a:gd name="connsiteX20" fmla="*/ 293292 w 730539"/>
                <a:gd name="connsiteY20" fmla="*/ 83271 h 711830"/>
                <a:gd name="connsiteX21" fmla="*/ 294637 w 730539"/>
                <a:gd name="connsiteY21" fmla="*/ 87300 h 711830"/>
                <a:gd name="connsiteX22" fmla="*/ 295983 w 730539"/>
                <a:gd name="connsiteY22" fmla="*/ 85957 h 711830"/>
                <a:gd name="connsiteX23" fmla="*/ 295983 w 730539"/>
                <a:gd name="connsiteY23" fmla="*/ 95358 h 711830"/>
                <a:gd name="connsiteX24" fmla="*/ 291946 w 730539"/>
                <a:gd name="connsiteY24" fmla="*/ 108789 h 711830"/>
                <a:gd name="connsiteX25" fmla="*/ 291946 w 730539"/>
                <a:gd name="connsiteY25" fmla="*/ 118191 h 711830"/>
                <a:gd name="connsiteX26" fmla="*/ 286565 w 730539"/>
                <a:gd name="connsiteY26" fmla="*/ 127592 h 711830"/>
                <a:gd name="connsiteX27" fmla="*/ 287911 w 730539"/>
                <a:gd name="connsiteY27" fmla="*/ 132965 h 711830"/>
                <a:gd name="connsiteX28" fmla="*/ 293292 w 730539"/>
                <a:gd name="connsiteY28" fmla="*/ 134308 h 711830"/>
                <a:gd name="connsiteX29" fmla="*/ 297328 w 730539"/>
                <a:gd name="connsiteY29" fmla="*/ 138337 h 711830"/>
                <a:gd name="connsiteX30" fmla="*/ 302710 w 730539"/>
                <a:gd name="connsiteY30" fmla="*/ 138337 h 711830"/>
                <a:gd name="connsiteX31" fmla="*/ 306746 w 730539"/>
                <a:gd name="connsiteY31" fmla="*/ 141023 h 711830"/>
                <a:gd name="connsiteX32" fmla="*/ 316164 w 730539"/>
                <a:gd name="connsiteY32" fmla="*/ 143709 h 711830"/>
                <a:gd name="connsiteX33" fmla="*/ 328272 w 730539"/>
                <a:gd name="connsiteY33" fmla="*/ 151768 h 711830"/>
                <a:gd name="connsiteX34" fmla="*/ 336344 w 730539"/>
                <a:gd name="connsiteY34" fmla="*/ 161169 h 711830"/>
                <a:gd name="connsiteX35" fmla="*/ 345762 w 730539"/>
                <a:gd name="connsiteY35" fmla="*/ 163855 h 711830"/>
                <a:gd name="connsiteX36" fmla="*/ 351143 w 730539"/>
                <a:gd name="connsiteY36" fmla="*/ 166541 h 711830"/>
                <a:gd name="connsiteX37" fmla="*/ 357870 w 730539"/>
                <a:gd name="connsiteY37" fmla="*/ 166541 h 711830"/>
                <a:gd name="connsiteX38" fmla="*/ 367288 w 730539"/>
                <a:gd name="connsiteY38" fmla="*/ 173257 h 711830"/>
                <a:gd name="connsiteX39" fmla="*/ 379396 w 730539"/>
                <a:gd name="connsiteY39" fmla="*/ 171914 h 711830"/>
                <a:gd name="connsiteX40" fmla="*/ 384778 w 730539"/>
                <a:gd name="connsiteY40" fmla="*/ 175943 h 711830"/>
                <a:gd name="connsiteX41" fmla="*/ 398232 w 730539"/>
                <a:gd name="connsiteY41" fmla="*/ 171914 h 711830"/>
                <a:gd name="connsiteX42" fmla="*/ 410340 w 730539"/>
                <a:gd name="connsiteY42" fmla="*/ 174600 h 711830"/>
                <a:gd name="connsiteX43" fmla="*/ 411685 w 730539"/>
                <a:gd name="connsiteY43" fmla="*/ 181315 h 711830"/>
                <a:gd name="connsiteX44" fmla="*/ 418412 w 730539"/>
                <a:gd name="connsiteY44" fmla="*/ 188031 h 711830"/>
                <a:gd name="connsiteX45" fmla="*/ 431866 w 730539"/>
                <a:gd name="connsiteY45" fmla="*/ 192060 h 711830"/>
                <a:gd name="connsiteX46" fmla="*/ 437247 w 730539"/>
                <a:gd name="connsiteY46" fmla="*/ 189374 h 711830"/>
                <a:gd name="connsiteX47" fmla="*/ 446665 w 730539"/>
                <a:gd name="connsiteY47" fmla="*/ 188031 h 711830"/>
                <a:gd name="connsiteX48" fmla="*/ 468191 w 730539"/>
                <a:gd name="connsiteY48" fmla="*/ 196089 h 711830"/>
                <a:gd name="connsiteX49" fmla="*/ 474918 w 730539"/>
                <a:gd name="connsiteY49" fmla="*/ 193403 h 711830"/>
                <a:gd name="connsiteX50" fmla="*/ 484336 w 730539"/>
                <a:gd name="connsiteY50" fmla="*/ 198775 h 711830"/>
                <a:gd name="connsiteX51" fmla="*/ 500480 w 730539"/>
                <a:gd name="connsiteY51" fmla="*/ 196089 h 711830"/>
                <a:gd name="connsiteX52" fmla="*/ 501825 w 730539"/>
                <a:gd name="connsiteY52" fmla="*/ 184002 h 711830"/>
                <a:gd name="connsiteX53" fmla="*/ 497789 w 730539"/>
                <a:gd name="connsiteY53" fmla="*/ 173257 h 711830"/>
                <a:gd name="connsiteX54" fmla="*/ 499135 w 730539"/>
                <a:gd name="connsiteY54" fmla="*/ 161169 h 711830"/>
                <a:gd name="connsiteX55" fmla="*/ 497789 w 730539"/>
                <a:gd name="connsiteY55" fmla="*/ 155797 h 711830"/>
                <a:gd name="connsiteX56" fmla="*/ 497789 w 730539"/>
                <a:gd name="connsiteY56" fmla="*/ 155797 h 711830"/>
                <a:gd name="connsiteX57" fmla="*/ 503171 w 730539"/>
                <a:gd name="connsiteY57" fmla="*/ 151768 h 711830"/>
                <a:gd name="connsiteX58" fmla="*/ 509898 w 730539"/>
                <a:gd name="connsiteY58" fmla="*/ 150425 h 711830"/>
                <a:gd name="connsiteX59" fmla="*/ 512589 w 730539"/>
                <a:gd name="connsiteY59" fmla="*/ 155797 h 711830"/>
                <a:gd name="connsiteX60" fmla="*/ 512589 w 730539"/>
                <a:gd name="connsiteY60" fmla="*/ 162512 h 711830"/>
                <a:gd name="connsiteX61" fmla="*/ 517970 w 730539"/>
                <a:gd name="connsiteY61" fmla="*/ 166541 h 711830"/>
                <a:gd name="connsiteX62" fmla="*/ 517970 w 730539"/>
                <a:gd name="connsiteY62" fmla="*/ 166541 h 711830"/>
                <a:gd name="connsiteX63" fmla="*/ 516625 w 730539"/>
                <a:gd name="connsiteY63" fmla="*/ 171914 h 711830"/>
                <a:gd name="connsiteX64" fmla="*/ 515279 w 730539"/>
                <a:gd name="connsiteY64" fmla="*/ 175943 h 711830"/>
                <a:gd name="connsiteX65" fmla="*/ 520661 w 730539"/>
                <a:gd name="connsiteY65" fmla="*/ 184002 h 711830"/>
                <a:gd name="connsiteX66" fmla="*/ 528733 w 730539"/>
                <a:gd name="connsiteY66" fmla="*/ 186688 h 711830"/>
                <a:gd name="connsiteX67" fmla="*/ 532769 w 730539"/>
                <a:gd name="connsiteY67" fmla="*/ 184002 h 711830"/>
                <a:gd name="connsiteX68" fmla="*/ 544878 w 730539"/>
                <a:gd name="connsiteY68" fmla="*/ 192060 h 711830"/>
                <a:gd name="connsiteX69" fmla="*/ 552950 w 730539"/>
                <a:gd name="connsiteY69" fmla="*/ 192060 h 711830"/>
                <a:gd name="connsiteX70" fmla="*/ 556986 w 730539"/>
                <a:gd name="connsiteY70" fmla="*/ 185345 h 711830"/>
                <a:gd name="connsiteX71" fmla="*/ 563713 w 730539"/>
                <a:gd name="connsiteY71" fmla="*/ 184002 h 711830"/>
                <a:gd name="connsiteX72" fmla="*/ 569094 w 730539"/>
                <a:gd name="connsiteY72" fmla="*/ 186688 h 711830"/>
                <a:gd name="connsiteX73" fmla="*/ 578512 w 730539"/>
                <a:gd name="connsiteY73" fmla="*/ 184002 h 711830"/>
                <a:gd name="connsiteX74" fmla="*/ 585239 w 730539"/>
                <a:gd name="connsiteY74" fmla="*/ 184002 h 711830"/>
                <a:gd name="connsiteX75" fmla="*/ 596002 w 730539"/>
                <a:gd name="connsiteY75" fmla="*/ 181315 h 711830"/>
                <a:gd name="connsiteX76" fmla="*/ 596002 w 730539"/>
                <a:gd name="connsiteY76" fmla="*/ 177286 h 711830"/>
                <a:gd name="connsiteX77" fmla="*/ 596002 w 730539"/>
                <a:gd name="connsiteY77" fmla="*/ 169228 h 711830"/>
                <a:gd name="connsiteX78" fmla="*/ 587929 w 730539"/>
                <a:gd name="connsiteY78" fmla="*/ 166541 h 711830"/>
                <a:gd name="connsiteX79" fmla="*/ 586584 w 730539"/>
                <a:gd name="connsiteY79" fmla="*/ 161169 h 711830"/>
                <a:gd name="connsiteX80" fmla="*/ 589275 w 730539"/>
                <a:gd name="connsiteY80" fmla="*/ 154454 h 711830"/>
                <a:gd name="connsiteX81" fmla="*/ 591966 w 730539"/>
                <a:gd name="connsiteY81" fmla="*/ 154454 h 711830"/>
                <a:gd name="connsiteX82" fmla="*/ 601383 w 730539"/>
                <a:gd name="connsiteY82" fmla="*/ 151768 h 711830"/>
                <a:gd name="connsiteX83" fmla="*/ 605420 w 730539"/>
                <a:gd name="connsiteY83" fmla="*/ 151768 h 711830"/>
                <a:gd name="connsiteX84" fmla="*/ 608110 w 730539"/>
                <a:gd name="connsiteY84" fmla="*/ 145052 h 711830"/>
                <a:gd name="connsiteX85" fmla="*/ 612146 w 730539"/>
                <a:gd name="connsiteY85" fmla="*/ 142366 h 711830"/>
                <a:gd name="connsiteX86" fmla="*/ 616182 w 730539"/>
                <a:gd name="connsiteY86" fmla="*/ 143709 h 711830"/>
                <a:gd name="connsiteX87" fmla="*/ 616182 w 730539"/>
                <a:gd name="connsiteY87" fmla="*/ 141023 h 711830"/>
                <a:gd name="connsiteX88" fmla="*/ 621564 w 730539"/>
                <a:gd name="connsiteY88" fmla="*/ 138337 h 711830"/>
                <a:gd name="connsiteX89" fmla="*/ 624255 w 730539"/>
                <a:gd name="connsiteY89" fmla="*/ 134308 h 711830"/>
                <a:gd name="connsiteX90" fmla="*/ 628291 w 730539"/>
                <a:gd name="connsiteY90" fmla="*/ 128935 h 711830"/>
                <a:gd name="connsiteX91" fmla="*/ 633672 w 730539"/>
                <a:gd name="connsiteY91" fmla="*/ 127592 h 711830"/>
                <a:gd name="connsiteX92" fmla="*/ 643090 w 730539"/>
                <a:gd name="connsiteY92" fmla="*/ 124906 h 711830"/>
                <a:gd name="connsiteX93" fmla="*/ 648471 w 730539"/>
                <a:gd name="connsiteY93" fmla="*/ 118191 h 711830"/>
                <a:gd name="connsiteX94" fmla="*/ 648471 w 730539"/>
                <a:gd name="connsiteY94" fmla="*/ 112818 h 711830"/>
                <a:gd name="connsiteX95" fmla="*/ 652508 w 730539"/>
                <a:gd name="connsiteY95" fmla="*/ 111475 h 711830"/>
                <a:gd name="connsiteX96" fmla="*/ 657889 w 730539"/>
                <a:gd name="connsiteY96" fmla="*/ 107446 h 711830"/>
                <a:gd name="connsiteX97" fmla="*/ 663271 w 730539"/>
                <a:gd name="connsiteY97" fmla="*/ 114162 h 711830"/>
                <a:gd name="connsiteX98" fmla="*/ 669997 w 730539"/>
                <a:gd name="connsiteY98" fmla="*/ 112818 h 711830"/>
                <a:gd name="connsiteX99" fmla="*/ 679415 w 730539"/>
                <a:gd name="connsiteY99" fmla="*/ 115504 h 711830"/>
                <a:gd name="connsiteX100" fmla="*/ 682106 w 730539"/>
                <a:gd name="connsiteY100" fmla="*/ 112818 h 711830"/>
                <a:gd name="connsiteX101" fmla="*/ 682106 w 730539"/>
                <a:gd name="connsiteY101" fmla="*/ 108789 h 711830"/>
                <a:gd name="connsiteX102" fmla="*/ 692869 w 730539"/>
                <a:gd name="connsiteY102" fmla="*/ 102074 h 711830"/>
                <a:gd name="connsiteX103" fmla="*/ 696905 w 730539"/>
                <a:gd name="connsiteY103" fmla="*/ 103417 h 711830"/>
                <a:gd name="connsiteX104" fmla="*/ 699595 w 730539"/>
                <a:gd name="connsiteY104" fmla="*/ 107446 h 711830"/>
                <a:gd name="connsiteX105" fmla="*/ 703632 w 730539"/>
                <a:gd name="connsiteY105" fmla="*/ 106103 h 711830"/>
                <a:gd name="connsiteX106" fmla="*/ 704977 w 730539"/>
                <a:gd name="connsiteY106" fmla="*/ 108789 h 711830"/>
                <a:gd name="connsiteX107" fmla="*/ 700941 w 730539"/>
                <a:gd name="connsiteY107" fmla="*/ 115504 h 711830"/>
                <a:gd name="connsiteX108" fmla="*/ 702286 w 730539"/>
                <a:gd name="connsiteY108" fmla="*/ 119534 h 711830"/>
                <a:gd name="connsiteX109" fmla="*/ 706322 w 730539"/>
                <a:gd name="connsiteY109" fmla="*/ 118191 h 711830"/>
                <a:gd name="connsiteX110" fmla="*/ 709013 w 730539"/>
                <a:gd name="connsiteY110" fmla="*/ 118191 h 711830"/>
                <a:gd name="connsiteX111" fmla="*/ 710359 w 730539"/>
                <a:gd name="connsiteY111" fmla="*/ 122220 h 711830"/>
                <a:gd name="connsiteX112" fmla="*/ 714395 w 730539"/>
                <a:gd name="connsiteY112" fmla="*/ 126249 h 711830"/>
                <a:gd name="connsiteX113" fmla="*/ 714395 w 730539"/>
                <a:gd name="connsiteY113" fmla="*/ 130278 h 711830"/>
                <a:gd name="connsiteX114" fmla="*/ 710359 w 730539"/>
                <a:gd name="connsiteY114" fmla="*/ 134308 h 711830"/>
                <a:gd name="connsiteX115" fmla="*/ 711704 w 730539"/>
                <a:gd name="connsiteY115" fmla="*/ 138337 h 711830"/>
                <a:gd name="connsiteX116" fmla="*/ 717086 w 730539"/>
                <a:gd name="connsiteY116" fmla="*/ 139680 h 711830"/>
                <a:gd name="connsiteX117" fmla="*/ 719776 w 730539"/>
                <a:gd name="connsiteY117" fmla="*/ 138337 h 711830"/>
                <a:gd name="connsiteX118" fmla="*/ 725158 w 730539"/>
                <a:gd name="connsiteY118" fmla="*/ 141023 h 711830"/>
                <a:gd name="connsiteX119" fmla="*/ 730540 w 730539"/>
                <a:gd name="connsiteY119" fmla="*/ 146395 h 711830"/>
                <a:gd name="connsiteX120" fmla="*/ 730540 w 730539"/>
                <a:gd name="connsiteY120" fmla="*/ 150425 h 711830"/>
                <a:gd name="connsiteX121" fmla="*/ 725158 w 730539"/>
                <a:gd name="connsiteY121" fmla="*/ 154454 h 711830"/>
                <a:gd name="connsiteX122" fmla="*/ 725158 w 730539"/>
                <a:gd name="connsiteY122" fmla="*/ 161169 h 711830"/>
                <a:gd name="connsiteX123" fmla="*/ 726503 w 730539"/>
                <a:gd name="connsiteY123" fmla="*/ 165199 h 711830"/>
                <a:gd name="connsiteX124" fmla="*/ 722467 w 730539"/>
                <a:gd name="connsiteY124" fmla="*/ 163855 h 711830"/>
                <a:gd name="connsiteX125" fmla="*/ 718431 w 730539"/>
                <a:gd name="connsiteY125" fmla="*/ 159826 h 711830"/>
                <a:gd name="connsiteX126" fmla="*/ 710359 w 730539"/>
                <a:gd name="connsiteY126" fmla="*/ 165199 h 711830"/>
                <a:gd name="connsiteX127" fmla="*/ 702286 w 730539"/>
                <a:gd name="connsiteY127" fmla="*/ 167885 h 711830"/>
                <a:gd name="connsiteX128" fmla="*/ 699595 w 730539"/>
                <a:gd name="connsiteY128" fmla="*/ 174600 h 711830"/>
                <a:gd name="connsiteX129" fmla="*/ 692869 w 730539"/>
                <a:gd name="connsiteY129" fmla="*/ 181315 h 711830"/>
                <a:gd name="connsiteX130" fmla="*/ 687488 w 730539"/>
                <a:gd name="connsiteY130" fmla="*/ 184002 h 711830"/>
                <a:gd name="connsiteX131" fmla="*/ 678070 w 730539"/>
                <a:gd name="connsiteY131" fmla="*/ 197432 h 711830"/>
                <a:gd name="connsiteX132" fmla="*/ 678070 w 730539"/>
                <a:gd name="connsiteY132" fmla="*/ 202805 h 711830"/>
                <a:gd name="connsiteX133" fmla="*/ 679415 w 730539"/>
                <a:gd name="connsiteY133" fmla="*/ 206834 h 711830"/>
                <a:gd name="connsiteX134" fmla="*/ 676724 w 730539"/>
                <a:gd name="connsiteY134" fmla="*/ 217578 h 711830"/>
                <a:gd name="connsiteX135" fmla="*/ 668652 w 730539"/>
                <a:gd name="connsiteY135" fmla="*/ 228323 h 711830"/>
                <a:gd name="connsiteX136" fmla="*/ 669997 w 730539"/>
                <a:gd name="connsiteY136" fmla="*/ 232352 h 711830"/>
                <a:gd name="connsiteX137" fmla="*/ 675379 w 730539"/>
                <a:gd name="connsiteY137" fmla="*/ 236381 h 711830"/>
                <a:gd name="connsiteX138" fmla="*/ 669997 w 730539"/>
                <a:gd name="connsiteY138" fmla="*/ 249812 h 711830"/>
                <a:gd name="connsiteX139" fmla="*/ 667307 w 730539"/>
                <a:gd name="connsiteY139" fmla="*/ 260557 h 711830"/>
                <a:gd name="connsiteX140" fmla="*/ 663271 w 730539"/>
                <a:gd name="connsiteY140" fmla="*/ 269958 h 711830"/>
                <a:gd name="connsiteX141" fmla="*/ 656544 w 730539"/>
                <a:gd name="connsiteY141" fmla="*/ 269958 h 711830"/>
                <a:gd name="connsiteX142" fmla="*/ 652508 w 730539"/>
                <a:gd name="connsiteY142" fmla="*/ 268615 h 711830"/>
                <a:gd name="connsiteX143" fmla="*/ 647126 w 730539"/>
                <a:gd name="connsiteY143" fmla="*/ 268615 h 711830"/>
                <a:gd name="connsiteX144" fmla="*/ 649817 w 730539"/>
                <a:gd name="connsiteY144" fmla="*/ 280703 h 711830"/>
                <a:gd name="connsiteX145" fmla="*/ 649817 w 730539"/>
                <a:gd name="connsiteY145" fmla="*/ 287418 h 711830"/>
                <a:gd name="connsiteX146" fmla="*/ 649817 w 730539"/>
                <a:gd name="connsiteY146" fmla="*/ 296820 h 711830"/>
                <a:gd name="connsiteX147" fmla="*/ 644435 w 730539"/>
                <a:gd name="connsiteY147" fmla="*/ 296820 h 711830"/>
                <a:gd name="connsiteX148" fmla="*/ 644435 w 730539"/>
                <a:gd name="connsiteY148" fmla="*/ 303535 h 711830"/>
                <a:gd name="connsiteX149" fmla="*/ 644435 w 730539"/>
                <a:gd name="connsiteY149" fmla="*/ 310251 h 711830"/>
                <a:gd name="connsiteX150" fmla="*/ 644435 w 730539"/>
                <a:gd name="connsiteY150" fmla="*/ 314280 h 711830"/>
                <a:gd name="connsiteX151" fmla="*/ 641744 w 730539"/>
                <a:gd name="connsiteY151" fmla="*/ 323681 h 711830"/>
                <a:gd name="connsiteX152" fmla="*/ 639054 w 730539"/>
                <a:gd name="connsiteY152" fmla="*/ 325025 h 711830"/>
                <a:gd name="connsiteX153" fmla="*/ 636363 w 730539"/>
                <a:gd name="connsiteY153" fmla="*/ 323681 h 711830"/>
                <a:gd name="connsiteX154" fmla="*/ 636363 w 730539"/>
                <a:gd name="connsiteY154" fmla="*/ 329054 h 711830"/>
                <a:gd name="connsiteX155" fmla="*/ 636363 w 730539"/>
                <a:gd name="connsiteY155" fmla="*/ 331740 h 711830"/>
                <a:gd name="connsiteX156" fmla="*/ 635018 w 730539"/>
                <a:gd name="connsiteY156" fmla="*/ 330397 h 711830"/>
                <a:gd name="connsiteX157" fmla="*/ 633672 w 730539"/>
                <a:gd name="connsiteY157" fmla="*/ 329054 h 711830"/>
                <a:gd name="connsiteX158" fmla="*/ 633672 w 730539"/>
                <a:gd name="connsiteY158" fmla="*/ 326368 h 711830"/>
                <a:gd name="connsiteX159" fmla="*/ 632327 w 730539"/>
                <a:gd name="connsiteY159" fmla="*/ 323681 h 711830"/>
                <a:gd name="connsiteX160" fmla="*/ 630982 w 730539"/>
                <a:gd name="connsiteY160" fmla="*/ 319652 h 711830"/>
                <a:gd name="connsiteX161" fmla="*/ 628291 w 730539"/>
                <a:gd name="connsiteY161" fmla="*/ 312937 h 711830"/>
                <a:gd name="connsiteX162" fmla="*/ 626946 w 730539"/>
                <a:gd name="connsiteY162" fmla="*/ 302192 h 711830"/>
                <a:gd name="connsiteX163" fmla="*/ 624255 w 730539"/>
                <a:gd name="connsiteY163" fmla="*/ 298163 h 711830"/>
                <a:gd name="connsiteX164" fmla="*/ 624255 w 730539"/>
                <a:gd name="connsiteY164" fmla="*/ 292791 h 711830"/>
                <a:gd name="connsiteX165" fmla="*/ 622909 w 730539"/>
                <a:gd name="connsiteY165" fmla="*/ 286075 h 711830"/>
                <a:gd name="connsiteX166" fmla="*/ 620219 w 730539"/>
                <a:gd name="connsiteY166" fmla="*/ 282046 h 711830"/>
                <a:gd name="connsiteX167" fmla="*/ 618873 w 730539"/>
                <a:gd name="connsiteY167" fmla="*/ 279360 h 711830"/>
                <a:gd name="connsiteX168" fmla="*/ 614837 w 730539"/>
                <a:gd name="connsiteY168" fmla="*/ 280703 h 711830"/>
                <a:gd name="connsiteX169" fmla="*/ 612146 w 730539"/>
                <a:gd name="connsiteY169" fmla="*/ 278017 h 711830"/>
                <a:gd name="connsiteX170" fmla="*/ 609455 w 730539"/>
                <a:gd name="connsiteY170" fmla="*/ 279360 h 711830"/>
                <a:gd name="connsiteX171" fmla="*/ 610801 w 730539"/>
                <a:gd name="connsiteY171" fmla="*/ 282046 h 711830"/>
                <a:gd name="connsiteX172" fmla="*/ 609455 w 730539"/>
                <a:gd name="connsiteY172" fmla="*/ 284732 h 711830"/>
                <a:gd name="connsiteX173" fmla="*/ 609455 w 730539"/>
                <a:gd name="connsiteY173" fmla="*/ 287418 h 711830"/>
                <a:gd name="connsiteX174" fmla="*/ 606765 w 730539"/>
                <a:gd name="connsiteY174" fmla="*/ 291448 h 711830"/>
                <a:gd name="connsiteX175" fmla="*/ 608110 w 730539"/>
                <a:gd name="connsiteY175" fmla="*/ 292791 h 711830"/>
                <a:gd name="connsiteX176" fmla="*/ 608110 w 730539"/>
                <a:gd name="connsiteY176" fmla="*/ 296820 h 711830"/>
                <a:gd name="connsiteX177" fmla="*/ 605420 w 730539"/>
                <a:gd name="connsiteY177" fmla="*/ 296820 h 711830"/>
                <a:gd name="connsiteX178" fmla="*/ 601383 w 730539"/>
                <a:gd name="connsiteY178" fmla="*/ 291448 h 711830"/>
                <a:gd name="connsiteX179" fmla="*/ 597347 w 730539"/>
                <a:gd name="connsiteY179" fmla="*/ 287418 h 711830"/>
                <a:gd name="connsiteX180" fmla="*/ 596002 w 730539"/>
                <a:gd name="connsiteY180" fmla="*/ 284732 h 711830"/>
                <a:gd name="connsiteX181" fmla="*/ 593311 w 730539"/>
                <a:gd name="connsiteY181" fmla="*/ 282046 h 711830"/>
                <a:gd name="connsiteX182" fmla="*/ 590620 w 730539"/>
                <a:gd name="connsiteY182" fmla="*/ 275331 h 711830"/>
                <a:gd name="connsiteX183" fmla="*/ 590620 w 730539"/>
                <a:gd name="connsiteY183" fmla="*/ 272645 h 711830"/>
                <a:gd name="connsiteX184" fmla="*/ 593311 w 730539"/>
                <a:gd name="connsiteY184" fmla="*/ 271302 h 711830"/>
                <a:gd name="connsiteX185" fmla="*/ 593311 w 730539"/>
                <a:gd name="connsiteY185" fmla="*/ 267272 h 711830"/>
                <a:gd name="connsiteX186" fmla="*/ 598693 w 730539"/>
                <a:gd name="connsiteY186" fmla="*/ 263243 h 711830"/>
                <a:gd name="connsiteX187" fmla="*/ 600038 w 730539"/>
                <a:gd name="connsiteY187" fmla="*/ 265929 h 711830"/>
                <a:gd name="connsiteX188" fmla="*/ 604074 w 730539"/>
                <a:gd name="connsiteY188" fmla="*/ 265929 h 711830"/>
                <a:gd name="connsiteX189" fmla="*/ 605420 w 730539"/>
                <a:gd name="connsiteY189" fmla="*/ 263243 h 711830"/>
                <a:gd name="connsiteX190" fmla="*/ 605420 w 730539"/>
                <a:gd name="connsiteY190" fmla="*/ 260557 h 711830"/>
                <a:gd name="connsiteX191" fmla="*/ 609455 w 730539"/>
                <a:gd name="connsiteY191" fmla="*/ 259214 h 711830"/>
                <a:gd name="connsiteX192" fmla="*/ 612146 w 730539"/>
                <a:gd name="connsiteY192" fmla="*/ 249812 h 711830"/>
                <a:gd name="connsiteX193" fmla="*/ 613492 w 730539"/>
                <a:gd name="connsiteY193" fmla="*/ 243097 h 711830"/>
                <a:gd name="connsiteX194" fmla="*/ 616182 w 730539"/>
                <a:gd name="connsiteY194" fmla="*/ 239068 h 711830"/>
                <a:gd name="connsiteX195" fmla="*/ 613492 w 730539"/>
                <a:gd name="connsiteY195" fmla="*/ 237725 h 711830"/>
                <a:gd name="connsiteX196" fmla="*/ 609455 w 730539"/>
                <a:gd name="connsiteY196" fmla="*/ 232352 h 711830"/>
                <a:gd name="connsiteX197" fmla="*/ 605420 w 730539"/>
                <a:gd name="connsiteY197" fmla="*/ 233695 h 711830"/>
                <a:gd name="connsiteX198" fmla="*/ 604074 w 730539"/>
                <a:gd name="connsiteY198" fmla="*/ 232352 h 711830"/>
                <a:gd name="connsiteX199" fmla="*/ 600038 w 730539"/>
                <a:gd name="connsiteY199" fmla="*/ 232352 h 711830"/>
                <a:gd name="connsiteX200" fmla="*/ 590620 w 730539"/>
                <a:gd name="connsiteY200" fmla="*/ 232352 h 711830"/>
                <a:gd name="connsiteX201" fmla="*/ 582548 w 730539"/>
                <a:gd name="connsiteY201" fmla="*/ 232352 h 711830"/>
                <a:gd name="connsiteX202" fmla="*/ 571785 w 730539"/>
                <a:gd name="connsiteY202" fmla="*/ 232352 h 711830"/>
                <a:gd name="connsiteX203" fmla="*/ 565058 w 730539"/>
                <a:gd name="connsiteY203" fmla="*/ 232352 h 711830"/>
                <a:gd name="connsiteX204" fmla="*/ 559677 w 730539"/>
                <a:gd name="connsiteY204" fmla="*/ 229666 h 711830"/>
                <a:gd name="connsiteX205" fmla="*/ 555640 w 730539"/>
                <a:gd name="connsiteY205" fmla="*/ 231009 h 711830"/>
                <a:gd name="connsiteX206" fmla="*/ 550259 w 730539"/>
                <a:gd name="connsiteY206" fmla="*/ 228323 h 711830"/>
                <a:gd name="connsiteX207" fmla="*/ 550259 w 730539"/>
                <a:gd name="connsiteY207" fmla="*/ 224294 h 711830"/>
                <a:gd name="connsiteX208" fmla="*/ 548914 w 730539"/>
                <a:gd name="connsiteY208" fmla="*/ 218922 h 711830"/>
                <a:gd name="connsiteX209" fmla="*/ 547568 w 730539"/>
                <a:gd name="connsiteY209" fmla="*/ 216235 h 711830"/>
                <a:gd name="connsiteX210" fmla="*/ 546223 w 730539"/>
                <a:gd name="connsiteY210" fmla="*/ 209520 h 711830"/>
                <a:gd name="connsiteX211" fmla="*/ 543532 w 730539"/>
                <a:gd name="connsiteY211" fmla="*/ 204148 h 711830"/>
                <a:gd name="connsiteX212" fmla="*/ 540841 w 730539"/>
                <a:gd name="connsiteY212" fmla="*/ 204148 h 711830"/>
                <a:gd name="connsiteX213" fmla="*/ 539496 w 730539"/>
                <a:gd name="connsiteY213" fmla="*/ 205491 h 711830"/>
                <a:gd name="connsiteX214" fmla="*/ 535460 w 730539"/>
                <a:gd name="connsiteY214" fmla="*/ 204148 h 711830"/>
                <a:gd name="connsiteX215" fmla="*/ 532769 w 730539"/>
                <a:gd name="connsiteY215" fmla="*/ 201462 h 711830"/>
                <a:gd name="connsiteX216" fmla="*/ 528733 w 730539"/>
                <a:gd name="connsiteY216" fmla="*/ 198775 h 711830"/>
                <a:gd name="connsiteX217" fmla="*/ 526042 w 730539"/>
                <a:gd name="connsiteY217" fmla="*/ 198775 h 711830"/>
                <a:gd name="connsiteX218" fmla="*/ 526042 w 730539"/>
                <a:gd name="connsiteY218" fmla="*/ 201462 h 711830"/>
                <a:gd name="connsiteX219" fmla="*/ 528733 w 730539"/>
                <a:gd name="connsiteY219" fmla="*/ 204148 h 711830"/>
                <a:gd name="connsiteX220" fmla="*/ 526042 w 730539"/>
                <a:gd name="connsiteY220" fmla="*/ 205491 h 711830"/>
                <a:gd name="connsiteX221" fmla="*/ 520661 w 730539"/>
                <a:gd name="connsiteY221" fmla="*/ 204148 h 711830"/>
                <a:gd name="connsiteX222" fmla="*/ 517970 w 730539"/>
                <a:gd name="connsiteY222" fmla="*/ 198775 h 711830"/>
                <a:gd name="connsiteX223" fmla="*/ 517970 w 730539"/>
                <a:gd name="connsiteY223" fmla="*/ 196089 h 711830"/>
                <a:gd name="connsiteX224" fmla="*/ 513934 w 730539"/>
                <a:gd name="connsiteY224" fmla="*/ 192060 h 711830"/>
                <a:gd name="connsiteX225" fmla="*/ 511243 w 730539"/>
                <a:gd name="connsiteY225" fmla="*/ 189374 h 711830"/>
                <a:gd name="connsiteX226" fmla="*/ 509898 w 730539"/>
                <a:gd name="connsiteY226" fmla="*/ 193403 h 711830"/>
                <a:gd name="connsiteX227" fmla="*/ 508552 w 730539"/>
                <a:gd name="connsiteY227" fmla="*/ 193403 h 711830"/>
                <a:gd name="connsiteX228" fmla="*/ 508552 w 730539"/>
                <a:gd name="connsiteY228" fmla="*/ 197432 h 711830"/>
                <a:gd name="connsiteX229" fmla="*/ 511243 w 730539"/>
                <a:gd name="connsiteY229" fmla="*/ 198775 h 711830"/>
                <a:gd name="connsiteX230" fmla="*/ 508552 w 730539"/>
                <a:gd name="connsiteY230" fmla="*/ 205491 h 711830"/>
                <a:gd name="connsiteX231" fmla="*/ 503171 w 730539"/>
                <a:gd name="connsiteY231" fmla="*/ 212206 h 711830"/>
                <a:gd name="connsiteX232" fmla="*/ 503171 w 730539"/>
                <a:gd name="connsiteY232" fmla="*/ 217578 h 711830"/>
                <a:gd name="connsiteX233" fmla="*/ 515279 w 730539"/>
                <a:gd name="connsiteY233" fmla="*/ 222951 h 711830"/>
                <a:gd name="connsiteX234" fmla="*/ 519315 w 730539"/>
                <a:gd name="connsiteY234" fmla="*/ 220265 h 711830"/>
                <a:gd name="connsiteX235" fmla="*/ 526042 w 730539"/>
                <a:gd name="connsiteY235" fmla="*/ 220265 h 711830"/>
                <a:gd name="connsiteX236" fmla="*/ 524697 w 730539"/>
                <a:gd name="connsiteY236" fmla="*/ 224294 h 711830"/>
                <a:gd name="connsiteX237" fmla="*/ 526042 w 730539"/>
                <a:gd name="connsiteY237" fmla="*/ 231009 h 711830"/>
                <a:gd name="connsiteX238" fmla="*/ 523351 w 730539"/>
                <a:gd name="connsiteY238" fmla="*/ 233695 h 711830"/>
                <a:gd name="connsiteX239" fmla="*/ 520661 w 730539"/>
                <a:gd name="connsiteY239" fmla="*/ 232352 h 711830"/>
                <a:gd name="connsiteX240" fmla="*/ 516625 w 730539"/>
                <a:gd name="connsiteY240" fmla="*/ 235038 h 711830"/>
                <a:gd name="connsiteX241" fmla="*/ 513934 w 730539"/>
                <a:gd name="connsiteY241" fmla="*/ 241754 h 711830"/>
                <a:gd name="connsiteX242" fmla="*/ 509898 w 730539"/>
                <a:gd name="connsiteY242" fmla="*/ 243097 h 711830"/>
                <a:gd name="connsiteX243" fmla="*/ 509898 w 730539"/>
                <a:gd name="connsiteY243" fmla="*/ 252499 h 711830"/>
                <a:gd name="connsiteX244" fmla="*/ 515279 w 730539"/>
                <a:gd name="connsiteY244" fmla="*/ 259214 h 711830"/>
                <a:gd name="connsiteX245" fmla="*/ 522006 w 730539"/>
                <a:gd name="connsiteY245" fmla="*/ 261900 h 711830"/>
                <a:gd name="connsiteX246" fmla="*/ 528733 w 730539"/>
                <a:gd name="connsiteY246" fmla="*/ 269958 h 711830"/>
                <a:gd name="connsiteX247" fmla="*/ 528733 w 730539"/>
                <a:gd name="connsiteY247" fmla="*/ 279360 h 711830"/>
                <a:gd name="connsiteX248" fmla="*/ 530078 w 730539"/>
                <a:gd name="connsiteY248" fmla="*/ 286075 h 711830"/>
                <a:gd name="connsiteX249" fmla="*/ 530078 w 730539"/>
                <a:gd name="connsiteY249" fmla="*/ 290105 h 711830"/>
                <a:gd name="connsiteX250" fmla="*/ 531424 w 730539"/>
                <a:gd name="connsiteY250" fmla="*/ 298163 h 711830"/>
                <a:gd name="connsiteX251" fmla="*/ 538151 w 730539"/>
                <a:gd name="connsiteY251" fmla="*/ 308908 h 711830"/>
                <a:gd name="connsiteX252" fmla="*/ 538151 w 730539"/>
                <a:gd name="connsiteY252" fmla="*/ 315623 h 711830"/>
                <a:gd name="connsiteX253" fmla="*/ 539496 w 730539"/>
                <a:gd name="connsiteY253" fmla="*/ 319652 h 711830"/>
                <a:gd name="connsiteX254" fmla="*/ 540841 w 730539"/>
                <a:gd name="connsiteY254" fmla="*/ 327711 h 711830"/>
                <a:gd name="connsiteX255" fmla="*/ 539496 w 730539"/>
                <a:gd name="connsiteY255" fmla="*/ 329054 h 711830"/>
                <a:gd name="connsiteX256" fmla="*/ 542187 w 730539"/>
                <a:gd name="connsiteY256" fmla="*/ 334426 h 711830"/>
                <a:gd name="connsiteX257" fmla="*/ 539496 w 730539"/>
                <a:gd name="connsiteY257" fmla="*/ 339799 h 711830"/>
                <a:gd name="connsiteX258" fmla="*/ 535460 w 730539"/>
                <a:gd name="connsiteY258" fmla="*/ 334426 h 711830"/>
                <a:gd name="connsiteX259" fmla="*/ 535460 w 730539"/>
                <a:gd name="connsiteY259" fmla="*/ 337112 h 711830"/>
                <a:gd name="connsiteX260" fmla="*/ 532769 w 730539"/>
                <a:gd name="connsiteY260" fmla="*/ 335769 h 711830"/>
                <a:gd name="connsiteX261" fmla="*/ 531424 w 730539"/>
                <a:gd name="connsiteY261" fmla="*/ 330397 h 711830"/>
                <a:gd name="connsiteX262" fmla="*/ 530078 w 730539"/>
                <a:gd name="connsiteY262" fmla="*/ 327711 h 711830"/>
                <a:gd name="connsiteX263" fmla="*/ 530078 w 730539"/>
                <a:gd name="connsiteY263" fmla="*/ 329054 h 711830"/>
                <a:gd name="connsiteX264" fmla="*/ 528733 w 730539"/>
                <a:gd name="connsiteY264" fmla="*/ 333083 h 711830"/>
                <a:gd name="connsiteX265" fmla="*/ 528733 w 730539"/>
                <a:gd name="connsiteY265" fmla="*/ 331740 h 711830"/>
                <a:gd name="connsiteX266" fmla="*/ 527387 w 730539"/>
                <a:gd name="connsiteY266" fmla="*/ 333083 h 711830"/>
                <a:gd name="connsiteX267" fmla="*/ 523351 w 730539"/>
                <a:gd name="connsiteY267" fmla="*/ 333083 h 711830"/>
                <a:gd name="connsiteX268" fmla="*/ 523351 w 730539"/>
                <a:gd name="connsiteY268" fmla="*/ 334426 h 711830"/>
                <a:gd name="connsiteX269" fmla="*/ 517970 w 730539"/>
                <a:gd name="connsiteY269" fmla="*/ 333083 h 711830"/>
                <a:gd name="connsiteX270" fmla="*/ 516625 w 730539"/>
                <a:gd name="connsiteY270" fmla="*/ 326368 h 711830"/>
                <a:gd name="connsiteX271" fmla="*/ 517970 w 730539"/>
                <a:gd name="connsiteY271" fmla="*/ 322338 h 711830"/>
                <a:gd name="connsiteX272" fmla="*/ 513934 w 730539"/>
                <a:gd name="connsiteY272" fmla="*/ 318309 h 711830"/>
                <a:gd name="connsiteX273" fmla="*/ 509898 w 730539"/>
                <a:gd name="connsiteY273" fmla="*/ 318309 h 711830"/>
                <a:gd name="connsiteX274" fmla="*/ 509898 w 730539"/>
                <a:gd name="connsiteY274" fmla="*/ 319652 h 711830"/>
                <a:gd name="connsiteX275" fmla="*/ 512589 w 730539"/>
                <a:gd name="connsiteY275" fmla="*/ 320995 h 711830"/>
                <a:gd name="connsiteX276" fmla="*/ 515279 w 730539"/>
                <a:gd name="connsiteY276" fmla="*/ 323681 h 711830"/>
                <a:gd name="connsiteX277" fmla="*/ 513934 w 730539"/>
                <a:gd name="connsiteY277" fmla="*/ 325025 h 711830"/>
                <a:gd name="connsiteX278" fmla="*/ 512589 w 730539"/>
                <a:gd name="connsiteY278" fmla="*/ 327711 h 711830"/>
                <a:gd name="connsiteX279" fmla="*/ 511243 w 730539"/>
                <a:gd name="connsiteY279" fmla="*/ 331740 h 711830"/>
                <a:gd name="connsiteX280" fmla="*/ 508552 w 730539"/>
                <a:gd name="connsiteY280" fmla="*/ 337112 h 711830"/>
                <a:gd name="connsiteX281" fmla="*/ 491062 w 730539"/>
                <a:gd name="connsiteY281" fmla="*/ 342485 h 711830"/>
                <a:gd name="connsiteX282" fmla="*/ 488372 w 730539"/>
                <a:gd name="connsiteY282" fmla="*/ 345171 h 711830"/>
                <a:gd name="connsiteX283" fmla="*/ 488372 w 730539"/>
                <a:gd name="connsiteY283" fmla="*/ 349200 h 711830"/>
                <a:gd name="connsiteX284" fmla="*/ 485681 w 730539"/>
                <a:gd name="connsiteY284" fmla="*/ 353229 h 711830"/>
                <a:gd name="connsiteX285" fmla="*/ 485681 w 730539"/>
                <a:gd name="connsiteY285" fmla="*/ 357258 h 711830"/>
                <a:gd name="connsiteX286" fmla="*/ 488372 w 730539"/>
                <a:gd name="connsiteY286" fmla="*/ 362631 h 711830"/>
                <a:gd name="connsiteX287" fmla="*/ 488372 w 730539"/>
                <a:gd name="connsiteY287" fmla="*/ 363974 h 711830"/>
                <a:gd name="connsiteX288" fmla="*/ 489717 w 730539"/>
                <a:gd name="connsiteY288" fmla="*/ 363974 h 711830"/>
                <a:gd name="connsiteX289" fmla="*/ 484336 w 730539"/>
                <a:gd name="connsiteY289" fmla="*/ 369346 h 711830"/>
                <a:gd name="connsiteX290" fmla="*/ 482990 w 730539"/>
                <a:gd name="connsiteY290" fmla="*/ 374718 h 711830"/>
                <a:gd name="connsiteX291" fmla="*/ 480299 w 730539"/>
                <a:gd name="connsiteY291" fmla="*/ 374718 h 711830"/>
                <a:gd name="connsiteX292" fmla="*/ 481645 w 730539"/>
                <a:gd name="connsiteY292" fmla="*/ 377405 h 711830"/>
                <a:gd name="connsiteX293" fmla="*/ 472227 w 730539"/>
                <a:gd name="connsiteY293" fmla="*/ 384120 h 711830"/>
                <a:gd name="connsiteX294" fmla="*/ 470882 w 730539"/>
                <a:gd name="connsiteY294" fmla="*/ 388149 h 711830"/>
                <a:gd name="connsiteX295" fmla="*/ 457428 w 730539"/>
                <a:gd name="connsiteY295" fmla="*/ 394865 h 711830"/>
                <a:gd name="connsiteX296" fmla="*/ 456083 w 730539"/>
                <a:gd name="connsiteY296" fmla="*/ 393522 h 711830"/>
                <a:gd name="connsiteX297" fmla="*/ 456083 w 730539"/>
                <a:gd name="connsiteY297" fmla="*/ 390835 h 711830"/>
                <a:gd name="connsiteX298" fmla="*/ 454737 w 730539"/>
                <a:gd name="connsiteY298" fmla="*/ 389492 h 711830"/>
                <a:gd name="connsiteX299" fmla="*/ 452047 w 730539"/>
                <a:gd name="connsiteY299" fmla="*/ 389492 h 711830"/>
                <a:gd name="connsiteX300" fmla="*/ 448010 w 730539"/>
                <a:gd name="connsiteY300" fmla="*/ 393522 h 711830"/>
                <a:gd name="connsiteX301" fmla="*/ 445320 w 730539"/>
                <a:gd name="connsiteY301" fmla="*/ 393522 h 711830"/>
                <a:gd name="connsiteX302" fmla="*/ 443974 w 730539"/>
                <a:gd name="connsiteY302" fmla="*/ 400237 h 711830"/>
                <a:gd name="connsiteX303" fmla="*/ 448010 w 730539"/>
                <a:gd name="connsiteY303" fmla="*/ 398894 h 711830"/>
                <a:gd name="connsiteX304" fmla="*/ 449356 w 730539"/>
                <a:gd name="connsiteY304" fmla="*/ 396208 h 711830"/>
                <a:gd name="connsiteX305" fmla="*/ 452047 w 730539"/>
                <a:gd name="connsiteY305" fmla="*/ 397551 h 711830"/>
                <a:gd name="connsiteX306" fmla="*/ 434556 w 730539"/>
                <a:gd name="connsiteY306" fmla="*/ 413668 h 711830"/>
                <a:gd name="connsiteX307" fmla="*/ 430521 w 730539"/>
                <a:gd name="connsiteY307" fmla="*/ 425755 h 711830"/>
                <a:gd name="connsiteX308" fmla="*/ 406304 w 730539"/>
                <a:gd name="connsiteY308" fmla="*/ 444558 h 711830"/>
                <a:gd name="connsiteX309" fmla="*/ 403613 w 730539"/>
                <a:gd name="connsiteY309" fmla="*/ 451274 h 711830"/>
                <a:gd name="connsiteX310" fmla="*/ 398232 w 730539"/>
                <a:gd name="connsiteY310" fmla="*/ 456646 h 711830"/>
                <a:gd name="connsiteX311" fmla="*/ 388814 w 730539"/>
                <a:gd name="connsiteY311" fmla="*/ 459332 h 711830"/>
                <a:gd name="connsiteX312" fmla="*/ 380741 w 730539"/>
                <a:gd name="connsiteY312" fmla="*/ 466048 h 711830"/>
                <a:gd name="connsiteX313" fmla="*/ 380741 w 730539"/>
                <a:gd name="connsiteY313" fmla="*/ 471420 h 711830"/>
                <a:gd name="connsiteX314" fmla="*/ 380741 w 730539"/>
                <a:gd name="connsiteY314" fmla="*/ 478135 h 711830"/>
                <a:gd name="connsiteX315" fmla="*/ 376705 w 730539"/>
                <a:gd name="connsiteY315" fmla="*/ 483508 h 711830"/>
                <a:gd name="connsiteX316" fmla="*/ 369979 w 730539"/>
                <a:gd name="connsiteY316" fmla="*/ 487537 h 711830"/>
                <a:gd name="connsiteX317" fmla="*/ 359215 w 730539"/>
                <a:gd name="connsiteY317" fmla="*/ 486194 h 711830"/>
                <a:gd name="connsiteX318" fmla="*/ 353834 w 730539"/>
                <a:gd name="connsiteY318" fmla="*/ 490223 h 711830"/>
                <a:gd name="connsiteX319" fmla="*/ 353834 w 730539"/>
                <a:gd name="connsiteY319" fmla="*/ 495595 h 711830"/>
                <a:gd name="connsiteX320" fmla="*/ 347107 w 730539"/>
                <a:gd name="connsiteY320" fmla="*/ 504997 h 711830"/>
                <a:gd name="connsiteX321" fmla="*/ 343071 w 730539"/>
                <a:gd name="connsiteY321" fmla="*/ 504997 h 711830"/>
                <a:gd name="connsiteX322" fmla="*/ 340380 w 730539"/>
                <a:gd name="connsiteY322" fmla="*/ 500968 h 711830"/>
                <a:gd name="connsiteX323" fmla="*/ 337690 w 730539"/>
                <a:gd name="connsiteY323" fmla="*/ 500968 h 711830"/>
                <a:gd name="connsiteX324" fmla="*/ 329617 w 730539"/>
                <a:gd name="connsiteY324" fmla="*/ 509026 h 711830"/>
                <a:gd name="connsiteX325" fmla="*/ 326926 w 730539"/>
                <a:gd name="connsiteY325" fmla="*/ 514399 h 711830"/>
                <a:gd name="connsiteX326" fmla="*/ 326926 w 730539"/>
                <a:gd name="connsiteY326" fmla="*/ 522457 h 711830"/>
                <a:gd name="connsiteX327" fmla="*/ 330963 w 730539"/>
                <a:gd name="connsiteY327" fmla="*/ 535888 h 711830"/>
                <a:gd name="connsiteX328" fmla="*/ 326926 w 730539"/>
                <a:gd name="connsiteY328" fmla="*/ 539917 h 711830"/>
                <a:gd name="connsiteX329" fmla="*/ 328272 w 730539"/>
                <a:gd name="connsiteY329" fmla="*/ 547975 h 711830"/>
                <a:gd name="connsiteX330" fmla="*/ 328272 w 730539"/>
                <a:gd name="connsiteY330" fmla="*/ 568122 h 711830"/>
                <a:gd name="connsiteX331" fmla="*/ 334999 w 730539"/>
                <a:gd name="connsiteY331" fmla="*/ 569465 h 711830"/>
                <a:gd name="connsiteX332" fmla="*/ 334999 w 730539"/>
                <a:gd name="connsiteY332" fmla="*/ 582895 h 711830"/>
                <a:gd name="connsiteX333" fmla="*/ 329617 w 730539"/>
                <a:gd name="connsiteY333" fmla="*/ 599012 h 711830"/>
                <a:gd name="connsiteX334" fmla="*/ 322890 w 730539"/>
                <a:gd name="connsiteY334" fmla="*/ 611100 h 711830"/>
                <a:gd name="connsiteX335" fmla="*/ 322890 w 730539"/>
                <a:gd name="connsiteY335" fmla="*/ 621845 h 711830"/>
                <a:gd name="connsiteX336" fmla="*/ 325581 w 730539"/>
                <a:gd name="connsiteY336" fmla="*/ 625874 h 711830"/>
                <a:gd name="connsiteX337" fmla="*/ 326926 w 730539"/>
                <a:gd name="connsiteY337" fmla="*/ 647363 h 711830"/>
                <a:gd name="connsiteX338" fmla="*/ 326926 w 730539"/>
                <a:gd name="connsiteY338" fmla="*/ 652735 h 711830"/>
                <a:gd name="connsiteX339" fmla="*/ 322890 w 730539"/>
                <a:gd name="connsiteY339" fmla="*/ 655422 h 711830"/>
                <a:gd name="connsiteX340" fmla="*/ 320199 w 730539"/>
                <a:gd name="connsiteY340" fmla="*/ 652735 h 711830"/>
                <a:gd name="connsiteX341" fmla="*/ 313473 w 730539"/>
                <a:gd name="connsiteY341" fmla="*/ 654078 h 711830"/>
                <a:gd name="connsiteX342" fmla="*/ 309437 w 730539"/>
                <a:gd name="connsiteY342" fmla="*/ 659451 h 711830"/>
                <a:gd name="connsiteX343" fmla="*/ 310782 w 730539"/>
                <a:gd name="connsiteY343" fmla="*/ 662137 h 711830"/>
                <a:gd name="connsiteX344" fmla="*/ 304055 w 730539"/>
                <a:gd name="connsiteY344" fmla="*/ 670195 h 711830"/>
                <a:gd name="connsiteX345" fmla="*/ 302710 w 730539"/>
                <a:gd name="connsiteY345" fmla="*/ 674225 h 711830"/>
                <a:gd name="connsiteX346" fmla="*/ 302710 w 730539"/>
                <a:gd name="connsiteY346" fmla="*/ 676911 h 711830"/>
                <a:gd name="connsiteX347" fmla="*/ 312127 w 730539"/>
                <a:gd name="connsiteY347" fmla="*/ 680940 h 711830"/>
                <a:gd name="connsiteX348" fmla="*/ 312127 w 730539"/>
                <a:gd name="connsiteY348" fmla="*/ 682283 h 711830"/>
                <a:gd name="connsiteX349" fmla="*/ 312127 w 730539"/>
                <a:gd name="connsiteY349" fmla="*/ 684969 h 711830"/>
                <a:gd name="connsiteX350" fmla="*/ 310782 w 730539"/>
                <a:gd name="connsiteY350" fmla="*/ 682283 h 711830"/>
                <a:gd name="connsiteX351" fmla="*/ 308091 w 730539"/>
                <a:gd name="connsiteY351" fmla="*/ 680940 h 711830"/>
                <a:gd name="connsiteX352" fmla="*/ 295983 w 730539"/>
                <a:gd name="connsiteY352" fmla="*/ 684969 h 711830"/>
                <a:gd name="connsiteX353" fmla="*/ 294637 w 730539"/>
                <a:gd name="connsiteY353" fmla="*/ 684969 h 711830"/>
                <a:gd name="connsiteX354" fmla="*/ 285220 w 730539"/>
                <a:gd name="connsiteY354" fmla="*/ 688999 h 711830"/>
                <a:gd name="connsiteX355" fmla="*/ 282529 w 730539"/>
                <a:gd name="connsiteY355" fmla="*/ 693028 h 711830"/>
                <a:gd name="connsiteX356" fmla="*/ 282529 w 730539"/>
                <a:gd name="connsiteY356" fmla="*/ 695714 h 711830"/>
                <a:gd name="connsiteX357" fmla="*/ 281184 w 730539"/>
                <a:gd name="connsiteY357" fmla="*/ 697057 h 711830"/>
                <a:gd name="connsiteX358" fmla="*/ 282529 w 730539"/>
                <a:gd name="connsiteY358" fmla="*/ 698400 h 711830"/>
                <a:gd name="connsiteX359" fmla="*/ 279838 w 730539"/>
                <a:gd name="connsiteY359" fmla="*/ 706458 h 711830"/>
                <a:gd name="connsiteX360" fmla="*/ 269075 w 730539"/>
                <a:gd name="connsiteY360" fmla="*/ 711831 h 711830"/>
                <a:gd name="connsiteX361" fmla="*/ 261003 w 730539"/>
                <a:gd name="connsiteY361" fmla="*/ 711831 h 711830"/>
                <a:gd name="connsiteX362" fmla="*/ 252931 w 730539"/>
                <a:gd name="connsiteY362" fmla="*/ 706458 h 711830"/>
                <a:gd name="connsiteX363" fmla="*/ 246204 w 730539"/>
                <a:gd name="connsiteY363" fmla="*/ 697057 h 711830"/>
                <a:gd name="connsiteX364" fmla="*/ 236786 w 730539"/>
                <a:gd name="connsiteY364" fmla="*/ 676911 h 711830"/>
                <a:gd name="connsiteX365" fmla="*/ 235441 w 730539"/>
                <a:gd name="connsiteY365" fmla="*/ 666166 h 711830"/>
                <a:gd name="connsiteX366" fmla="*/ 232750 w 730539"/>
                <a:gd name="connsiteY366" fmla="*/ 656765 h 711830"/>
                <a:gd name="connsiteX367" fmla="*/ 227369 w 730539"/>
                <a:gd name="connsiteY367" fmla="*/ 646020 h 711830"/>
                <a:gd name="connsiteX368" fmla="*/ 227369 w 730539"/>
                <a:gd name="connsiteY368" fmla="*/ 641991 h 711830"/>
                <a:gd name="connsiteX369" fmla="*/ 224678 w 730539"/>
                <a:gd name="connsiteY369" fmla="*/ 640648 h 711830"/>
                <a:gd name="connsiteX370" fmla="*/ 221987 w 730539"/>
                <a:gd name="connsiteY370" fmla="*/ 633932 h 711830"/>
                <a:gd name="connsiteX371" fmla="*/ 220642 w 730539"/>
                <a:gd name="connsiteY371" fmla="*/ 624531 h 711830"/>
                <a:gd name="connsiteX372" fmla="*/ 212569 w 730539"/>
                <a:gd name="connsiteY372" fmla="*/ 616472 h 711830"/>
                <a:gd name="connsiteX373" fmla="*/ 208533 w 730539"/>
                <a:gd name="connsiteY373" fmla="*/ 608414 h 711830"/>
                <a:gd name="connsiteX374" fmla="*/ 205842 w 730539"/>
                <a:gd name="connsiteY374" fmla="*/ 608414 h 711830"/>
                <a:gd name="connsiteX375" fmla="*/ 199116 w 730539"/>
                <a:gd name="connsiteY375" fmla="*/ 601699 h 711830"/>
                <a:gd name="connsiteX376" fmla="*/ 195080 w 730539"/>
                <a:gd name="connsiteY376" fmla="*/ 594983 h 711830"/>
                <a:gd name="connsiteX377" fmla="*/ 193734 w 730539"/>
                <a:gd name="connsiteY377" fmla="*/ 592297 h 711830"/>
                <a:gd name="connsiteX378" fmla="*/ 192389 w 730539"/>
                <a:gd name="connsiteY378" fmla="*/ 581552 h 711830"/>
                <a:gd name="connsiteX379" fmla="*/ 189698 w 730539"/>
                <a:gd name="connsiteY379" fmla="*/ 577523 h 711830"/>
                <a:gd name="connsiteX380" fmla="*/ 185662 w 730539"/>
                <a:gd name="connsiteY380" fmla="*/ 565435 h 711830"/>
                <a:gd name="connsiteX381" fmla="*/ 184316 w 730539"/>
                <a:gd name="connsiteY381" fmla="*/ 557377 h 711830"/>
                <a:gd name="connsiteX382" fmla="*/ 181626 w 730539"/>
                <a:gd name="connsiteY382" fmla="*/ 552005 h 711830"/>
                <a:gd name="connsiteX383" fmla="*/ 178935 w 730539"/>
                <a:gd name="connsiteY383" fmla="*/ 547975 h 711830"/>
                <a:gd name="connsiteX384" fmla="*/ 177589 w 730539"/>
                <a:gd name="connsiteY384" fmla="*/ 538574 h 711830"/>
                <a:gd name="connsiteX385" fmla="*/ 176244 w 730539"/>
                <a:gd name="connsiteY385" fmla="*/ 537231 h 711830"/>
                <a:gd name="connsiteX386" fmla="*/ 169518 w 730539"/>
                <a:gd name="connsiteY386" fmla="*/ 530515 h 711830"/>
                <a:gd name="connsiteX387" fmla="*/ 169518 w 730539"/>
                <a:gd name="connsiteY387" fmla="*/ 527829 h 711830"/>
                <a:gd name="connsiteX388" fmla="*/ 168172 w 730539"/>
                <a:gd name="connsiteY388" fmla="*/ 526486 h 711830"/>
                <a:gd name="connsiteX389" fmla="*/ 161445 w 730539"/>
                <a:gd name="connsiteY389" fmla="*/ 515741 h 711830"/>
                <a:gd name="connsiteX390" fmla="*/ 161445 w 730539"/>
                <a:gd name="connsiteY390" fmla="*/ 511712 h 711830"/>
                <a:gd name="connsiteX391" fmla="*/ 158754 w 730539"/>
                <a:gd name="connsiteY391" fmla="*/ 510369 h 711830"/>
                <a:gd name="connsiteX392" fmla="*/ 156064 w 730539"/>
                <a:gd name="connsiteY392" fmla="*/ 502311 h 711830"/>
                <a:gd name="connsiteX393" fmla="*/ 152027 w 730539"/>
                <a:gd name="connsiteY393" fmla="*/ 499625 h 711830"/>
                <a:gd name="connsiteX394" fmla="*/ 147991 w 730539"/>
                <a:gd name="connsiteY394" fmla="*/ 488880 h 711830"/>
                <a:gd name="connsiteX395" fmla="*/ 147991 w 730539"/>
                <a:gd name="connsiteY395" fmla="*/ 474106 h 711830"/>
                <a:gd name="connsiteX396" fmla="*/ 135883 w 730539"/>
                <a:gd name="connsiteY396" fmla="*/ 452617 h 711830"/>
                <a:gd name="connsiteX397" fmla="*/ 135883 w 730539"/>
                <a:gd name="connsiteY397" fmla="*/ 445902 h 711830"/>
                <a:gd name="connsiteX398" fmla="*/ 131847 w 730539"/>
                <a:gd name="connsiteY398" fmla="*/ 437843 h 711830"/>
                <a:gd name="connsiteX399" fmla="*/ 137228 w 730539"/>
                <a:gd name="connsiteY399" fmla="*/ 437843 h 711830"/>
                <a:gd name="connsiteX400" fmla="*/ 129156 w 730539"/>
                <a:gd name="connsiteY400" fmla="*/ 428441 h 711830"/>
                <a:gd name="connsiteX401" fmla="*/ 130501 w 730539"/>
                <a:gd name="connsiteY401" fmla="*/ 423069 h 711830"/>
                <a:gd name="connsiteX402" fmla="*/ 133192 w 730539"/>
                <a:gd name="connsiteY402" fmla="*/ 421726 h 711830"/>
                <a:gd name="connsiteX403" fmla="*/ 130501 w 730539"/>
                <a:gd name="connsiteY403" fmla="*/ 417697 h 711830"/>
                <a:gd name="connsiteX404" fmla="*/ 130501 w 730539"/>
                <a:gd name="connsiteY404" fmla="*/ 413668 h 711830"/>
                <a:gd name="connsiteX405" fmla="*/ 122429 w 730539"/>
                <a:gd name="connsiteY405" fmla="*/ 398894 h 711830"/>
                <a:gd name="connsiteX406" fmla="*/ 121084 w 730539"/>
                <a:gd name="connsiteY406" fmla="*/ 390835 h 711830"/>
                <a:gd name="connsiteX407" fmla="*/ 126465 w 730539"/>
                <a:gd name="connsiteY407" fmla="*/ 388149 h 711830"/>
                <a:gd name="connsiteX408" fmla="*/ 121084 w 730539"/>
                <a:gd name="connsiteY408" fmla="*/ 385463 h 711830"/>
                <a:gd name="connsiteX409" fmla="*/ 121084 w 730539"/>
                <a:gd name="connsiteY409" fmla="*/ 381434 h 711830"/>
                <a:gd name="connsiteX410" fmla="*/ 123774 w 730539"/>
                <a:gd name="connsiteY410" fmla="*/ 376062 h 711830"/>
                <a:gd name="connsiteX411" fmla="*/ 123774 w 730539"/>
                <a:gd name="connsiteY411" fmla="*/ 368003 h 711830"/>
                <a:gd name="connsiteX412" fmla="*/ 121084 w 730539"/>
                <a:gd name="connsiteY412" fmla="*/ 359945 h 711830"/>
                <a:gd name="connsiteX413" fmla="*/ 118393 w 730539"/>
                <a:gd name="connsiteY413" fmla="*/ 358602 h 711830"/>
                <a:gd name="connsiteX414" fmla="*/ 115702 w 730539"/>
                <a:gd name="connsiteY414" fmla="*/ 346514 h 711830"/>
                <a:gd name="connsiteX415" fmla="*/ 121084 w 730539"/>
                <a:gd name="connsiteY415" fmla="*/ 342485 h 711830"/>
                <a:gd name="connsiteX416" fmla="*/ 123774 w 730539"/>
                <a:gd name="connsiteY416" fmla="*/ 339799 h 711830"/>
                <a:gd name="connsiteX417" fmla="*/ 127811 w 730539"/>
                <a:gd name="connsiteY417" fmla="*/ 339799 h 711830"/>
                <a:gd name="connsiteX418" fmla="*/ 123774 w 730539"/>
                <a:gd name="connsiteY418" fmla="*/ 338455 h 711830"/>
                <a:gd name="connsiteX419" fmla="*/ 117048 w 730539"/>
                <a:gd name="connsiteY419" fmla="*/ 339799 h 711830"/>
                <a:gd name="connsiteX420" fmla="*/ 114357 w 730539"/>
                <a:gd name="connsiteY420" fmla="*/ 339799 h 711830"/>
                <a:gd name="connsiteX421" fmla="*/ 114357 w 730539"/>
                <a:gd name="connsiteY421" fmla="*/ 334426 h 711830"/>
                <a:gd name="connsiteX422" fmla="*/ 111666 w 730539"/>
                <a:gd name="connsiteY422" fmla="*/ 330397 h 711830"/>
                <a:gd name="connsiteX423" fmla="*/ 113012 w 730539"/>
                <a:gd name="connsiteY423" fmla="*/ 325025 h 711830"/>
                <a:gd name="connsiteX424" fmla="*/ 114357 w 730539"/>
                <a:gd name="connsiteY424" fmla="*/ 323681 h 711830"/>
                <a:gd name="connsiteX425" fmla="*/ 118393 w 730539"/>
                <a:gd name="connsiteY425" fmla="*/ 325025 h 711830"/>
                <a:gd name="connsiteX426" fmla="*/ 122429 w 730539"/>
                <a:gd name="connsiteY426" fmla="*/ 320995 h 711830"/>
                <a:gd name="connsiteX427" fmla="*/ 123774 w 730539"/>
                <a:gd name="connsiteY427" fmla="*/ 316966 h 711830"/>
                <a:gd name="connsiteX428" fmla="*/ 119738 w 730539"/>
                <a:gd name="connsiteY428" fmla="*/ 319652 h 711830"/>
                <a:gd name="connsiteX429" fmla="*/ 117048 w 730539"/>
                <a:gd name="connsiteY429" fmla="*/ 318309 h 711830"/>
                <a:gd name="connsiteX430" fmla="*/ 110321 w 730539"/>
                <a:gd name="connsiteY430" fmla="*/ 319652 h 711830"/>
                <a:gd name="connsiteX431" fmla="*/ 107630 w 730539"/>
                <a:gd name="connsiteY431" fmla="*/ 315623 h 711830"/>
                <a:gd name="connsiteX432" fmla="*/ 107630 w 730539"/>
                <a:gd name="connsiteY432" fmla="*/ 318309 h 711830"/>
                <a:gd name="connsiteX433" fmla="*/ 107630 w 730539"/>
                <a:gd name="connsiteY433" fmla="*/ 323681 h 711830"/>
                <a:gd name="connsiteX434" fmla="*/ 103594 w 730539"/>
                <a:gd name="connsiteY434" fmla="*/ 334426 h 711830"/>
                <a:gd name="connsiteX435" fmla="*/ 107630 w 730539"/>
                <a:gd name="connsiteY435" fmla="*/ 338455 h 711830"/>
                <a:gd name="connsiteX436" fmla="*/ 106285 w 730539"/>
                <a:gd name="connsiteY436" fmla="*/ 347857 h 711830"/>
                <a:gd name="connsiteX437" fmla="*/ 102249 w 730539"/>
                <a:gd name="connsiteY437" fmla="*/ 351886 h 711830"/>
                <a:gd name="connsiteX438" fmla="*/ 102249 w 730539"/>
                <a:gd name="connsiteY438" fmla="*/ 354572 h 711830"/>
                <a:gd name="connsiteX439" fmla="*/ 92831 w 730539"/>
                <a:gd name="connsiteY439" fmla="*/ 359945 h 711830"/>
                <a:gd name="connsiteX440" fmla="*/ 79377 w 730539"/>
                <a:gd name="connsiteY440" fmla="*/ 368003 h 711830"/>
                <a:gd name="connsiteX441" fmla="*/ 73996 w 730539"/>
                <a:gd name="connsiteY441" fmla="*/ 369346 h 711830"/>
                <a:gd name="connsiteX442" fmla="*/ 64578 w 730539"/>
                <a:gd name="connsiteY442" fmla="*/ 368003 h 711830"/>
                <a:gd name="connsiteX443" fmla="*/ 44397 w 730539"/>
                <a:gd name="connsiteY443" fmla="*/ 351886 h 711830"/>
                <a:gd name="connsiteX444" fmla="*/ 36325 w 730539"/>
                <a:gd name="connsiteY444" fmla="*/ 341141 h 711830"/>
                <a:gd name="connsiteX445" fmla="*/ 36325 w 730539"/>
                <a:gd name="connsiteY445" fmla="*/ 338455 h 711830"/>
                <a:gd name="connsiteX446" fmla="*/ 33634 w 730539"/>
                <a:gd name="connsiteY446" fmla="*/ 339799 h 711830"/>
                <a:gd name="connsiteX447" fmla="*/ 29598 w 730539"/>
                <a:gd name="connsiteY447" fmla="*/ 337112 h 711830"/>
                <a:gd name="connsiteX448" fmla="*/ 18835 w 730539"/>
                <a:gd name="connsiteY448" fmla="*/ 326368 h 711830"/>
                <a:gd name="connsiteX449" fmla="*/ 17490 w 730539"/>
                <a:gd name="connsiteY449" fmla="*/ 322338 h 711830"/>
                <a:gd name="connsiteX450" fmla="*/ 18835 w 730539"/>
                <a:gd name="connsiteY450" fmla="*/ 319652 h 711830"/>
                <a:gd name="connsiteX451" fmla="*/ 21526 w 730539"/>
                <a:gd name="connsiteY451" fmla="*/ 319652 h 711830"/>
                <a:gd name="connsiteX452" fmla="*/ 22871 w 730539"/>
                <a:gd name="connsiteY452" fmla="*/ 320995 h 711830"/>
                <a:gd name="connsiteX453" fmla="*/ 25562 w 730539"/>
                <a:gd name="connsiteY453" fmla="*/ 319652 h 711830"/>
                <a:gd name="connsiteX454" fmla="*/ 25562 w 730539"/>
                <a:gd name="connsiteY454" fmla="*/ 325025 h 711830"/>
                <a:gd name="connsiteX455" fmla="*/ 29598 w 730539"/>
                <a:gd name="connsiteY455" fmla="*/ 326368 h 711830"/>
                <a:gd name="connsiteX456" fmla="*/ 32289 w 730539"/>
                <a:gd name="connsiteY456" fmla="*/ 323681 h 711830"/>
                <a:gd name="connsiteX457" fmla="*/ 34980 w 730539"/>
                <a:gd name="connsiteY457" fmla="*/ 323681 h 711830"/>
                <a:gd name="connsiteX458" fmla="*/ 37670 w 730539"/>
                <a:gd name="connsiteY458" fmla="*/ 325025 h 711830"/>
                <a:gd name="connsiteX459" fmla="*/ 37670 w 730539"/>
                <a:gd name="connsiteY459" fmla="*/ 323681 h 711830"/>
                <a:gd name="connsiteX460" fmla="*/ 48434 w 730539"/>
                <a:gd name="connsiteY460" fmla="*/ 314280 h 711830"/>
                <a:gd name="connsiteX461" fmla="*/ 52470 w 730539"/>
                <a:gd name="connsiteY461" fmla="*/ 314280 h 711830"/>
                <a:gd name="connsiteX462" fmla="*/ 56506 w 730539"/>
                <a:gd name="connsiteY462" fmla="*/ 307565 h 711830"/>
                <a:gd name="connsiteX463" fmla="*/ 59196 w 730539"/>
                <a:gd name="connsiteY463" fmla="*/ 307565 h 711830"/>
                <a:gd name="connsiteX464" fmla="*/ 60542 w 730539"/>
                <a:gd name="connsiteY464" fmla="*/ 302192 h 711830"/>
                <a:gd name="connsiteX465" fmla="*/ 55161 w 730539"/>
                <a:gd name="connsiteY465" fmla="*/ 302192 h 711830"/>
                <a:gd name="connsiteX466" fmla="*/ 53815 w 730539"/>
                <a:gd name="connsiteY466" fmla="*/ 300849 h 711830"/>
                <a:gd name="connsiteX467" fmla="*/ 53815 w 730539"/>
                <a:gd name="connsiteY467" fmla="*/ 303535 h 711830"/>
                <a:gd name="connsiteX468" fmla="*/ 53815 w 730539"/>
                <a:gd name="connsiteY468" fmla="*/ 304878 h 711830"/>
                <a:gd name="connsiteX469" fmla="*/ 43052 w 730539"/>
                <a:gd name="connsiteY469" fmla="*/ 310251 h 711830"/>
                <a:gd name="connsiteX470" fmla="*/ 37670 w 730539"/>
                <a:gd name="connsiteY470" fmla="*/ 310251 h 711830"/>
                <a:gd name="connsiteX471" fmla="*/ 32289 w 730539"/>
                <a:gd name="connsiteY471" fmla="*/ 311594 h 711830"/>
                <a:gd name="connsiteX472" fmla="*/ 14799 w 730539"/>
                <a:gd name="connsiteY472" fmla="*/ 304878 h 711830"/>
                <a:gd name="connsiteX473" fmla="*/ 6727 w 730539"/>
                <a:gd name="connsiteY473" fmla="*/ 296820 h 711830"/>
                <a:gd name="connsiteX474" fmla="*/ 4036 w 730539"/>
                <a:gd name="connsiteY474" fmla="*/ 295477 h 711830"/>
                <a:gd name="connsiteX475" fmla="*/ 4036 w 730539"/>
                <a:gd name="connsiteY475" fmla="*/ 290105 h 711830"/>
                <a:gd name="connsiteX476" fmla="*/ 9417 w 730539"/>
                <a:gd name="connsiteY476" fmla="*/ 283389 h 711830"/>
                <a:gd name="connsiteX477" fmla="*/ 14799 w 730539"/>
                <a:gd name="connsiteY477" fmla="*/ 280703 h 711830"/>
                <a:gd name="connsiteX478" fmla="*/ 8072 w 730539"/>
                <a:gd name="connsiteY478" fmla="*/ 282046 h 711830"/>
                <a:gd name="connsiteX479" fmla="*/ 0 w 730539"/>
                <a:gd name="connsiteY479" fmla="*/ 286075 h 711830"/>
                <a:gd name="connsiteX480" fmla="*/ 1345 w 730539"/>
                <a:gd name="connsiteY480" fmla="*/ 279360 h 711830"/>
                <a:gd name="connsiteX481" fmla="*/ 6727 w 730539"/>
                <a:gd name="connsiteY481" fmla="*/ 275331 h 711830"/>
                <a:gd name="connsiteX482" fmla="*/ 9417 w 730539"/>
                <a:gd name="connsiteY482" fmla="*/ 275331 h 711830"/>
                <a:gd name="connsiteX483" fmla="*/ 12108 w 730539"/>
                <a:gd name="connsiteY483" fmla="*/ 268615 h 711830"/>
                <a:gd name="connsiteX484" fmla="*/ 16144 w 730539"/>
                <a:gd name="connsiteY484" fmla="*/ 269958 h 711830"/>
                <a:gd name="connsiteX485" fmla="*/ 20181 w 730539"/>
                <a:gd name="connsiteY485" fmla="*/ 267272 h 711830"/>
                <a:gd name="connsiteX486" fmla="*/ 37670 w 730539"/>
                <a:gd name="connsiteY486" fmla="*/ 268615 h 711830"/>
                <a:gd name="connsiteX487" fmla="*/ 48434 w 730539"/>
                <a:gd name="connsiteY487" fmla="*/ 264586 h 711830"/>
                <a:gd name="connsiteX488" fmla="*/ 51124 w 730539"/>
                <a:gd name="connsiteY488" fmla="*/ 261900 h 711830"/>
                <a:gd name="connsiteX489" fmla="*/ 56506 w 730539"/>
                <a:gd name="connsiteY489" fmla="*/ 260557 h 711830"/>
                <a:gd name="connsiteX490" fmla="*/ 53815 w 730539"/>
                <a:gd name="connsiteY490" fmla="*/ 263243 h 711830"/>
                <a:gd name="connsiteX491" fmla="*/ 56506 w 730539"/>
                <a:gd name="connsiteY491" fmla="*/ 267272 h 711830"/>
                <a:gd name="connsiteX492" fmla="*/ 63232 w 730539"/>
                <a:gd name="connsiteY492" fmla="*/ 263243 h 711830"/>
                <a:gd name="connsiteX493" fmla="*/ 67269 w 730539"/>
                <a:gd name="connsiteY493" fmla="*/ 261900 h 711830"/>
                <a:gd name="connsiteX494" fmla="*/ 65923 w 730539"/>
                <a:gd name="connsiteY494" fmla="*/ 259214 h 711830"/>
                <a:gd name="connsiteX495" fmla="*/ 65923 w 730539"/>
                <a:gd name="connsiteY495" fmla="*/ 255185 h 711830"/>
                <a:gd name="connsiteX496" fmla="*/ 60542 w 730539"/>
                <a:gd name="connsiteY496" fmla="*/ 239068 h 711830"/>
                <a:gd name="connsiteX497" fmla="*/ 55161 w 730539"/>
                <a:gd name="connsiteY497" fmla="*/ 232352 h 711830"/>
                <a:gd name="connsiteX498" fmla="*/ 56506 w 730539"/>
                <a:gd name="connsiteY498" fmla="*/ 228323 h 711830"/>
                <a:gd name="connsiteX499" fmla="*/ 52470 w 730539"/>
                <a:gd name="connsiteY499" fmla="*/ 225637 h 711830"/>
                <a:gd name="connsiteX500" fmla="*/ 48434 w 730539"/>
                <a:gd name="connsiteY500" fmla="*/ 225637 h 711830"/>
                <a:gd name="connsiteX501" fmla="*/ 39016 w 730539"/>
                <a:gd name="connsiteY501" fmla="*/ 220265 h 711830"/>
                <a:gd name="connsiteX502" fmla="*/ 39016 w 730539"/>
                <a:gd name="connsiteY502" fmla="*/ 210863 h 711830"/>
                <a:gd name="connsiteX503" fmla="*/ 39016 w 730539"/>
                <a:gd name="connsiteY503" fmla="*/ 205491 h 711830"/>
                <a:gd name="connsiteX504" fmla="*/ 34980 w 730539"/>
                <a:gd name="connsiteY504" fmla="*/ 197432 h 711830"/>
                <a:gd name="connsiteX505" fmla="*/ 29598 w 730539"/>
                <a:gd name="connsiteY505" fmla="*/ 196089 h 711830"/>
                <a:gd name="connsiteX506" fmla="*/ 26908 w 730539"/>
                <a:gd name="connsiteY506" fmla="*/ 198775 h 711830"/>
                <a:gd name="connsiteX507" fmla="*/ 21526 w 730539"/>
                <a:gd name="connsiteY507" fmla="*/ 196089 h 711830"/>
                <a:gd name="connsiteX508" fmla="*/ 17490 w 730539"/>
                <a:gd name="connsiteY508" fmla="*/ 196089 h 711830"/>
                <a:gd name="connsiteX509" fmla="*/ 17490 w 730539"/>
                <a:gd name="connsiteY509" fmla="*/ 189374 h 711830"/>
                <a:gd name="connsiteX510" fmla="*/ 21526 w 730539"/>
                <a:gd name="connsiteY510" fmla="*/ 178629 h 711830"/>
                <a:gd name="connsiteX511" fmla="*/ 25562 w 730539"/>
                <a:gd name="connsiteY511" fmla="*/ 178629 h 711830"/>
                <a:gd name="connsiteX512" fmla="*/ 32289 w 730539"/>
                <a:gd name="connsiteY512" fmla="*/ 167885 h 711830"/>
                <a:gd name="connsiteX513" fmla="*/ 32289 w 730539"/>
                <a:gd name="connsiteY513" fmla="*/ 163855 h 711830"/>
                <a:gd name="connsiteX514" fmla="*/ 37670 w 730539"/>
                <a:gd name="connsiteY514" fmla="*/ 161169 h 711830"/>
                <a:gd name="connsiteX515" fmla="*/ 41707 w 730539"/>
                <a:gd name="connsiteY515" fmla="*/ 158483 h 711830"/>
                <a:gd name="connsiteX516" fmla="*/ 47088 w 730539"/>
                <a:gd name="connsiteY516" fmla="*/ 161169 h 711830"/>
                <a:gd name="connsiteX517" fmla="*/ 48434 w 730539"/>
                <a:gd name="connsiteY517" fmla="*/ 166541 h 711830"/>
                <a:gd name="connsiteX518" fmla="*/ 51124 w 730539"/>
                <a:gd name="connsiteY518" fmla="*/ 166541 h 711830"/>
                <a:gd name="connsiteX519" fmla="*/ 61887 w 730539"/>
                <a:gd name="connsiteY519" fmla="*/ 162512 h 711830"/>
                <a:gd name="connsiteX520" fmla="*/ 75341 w 730539"/>
                <a:gd name="connsiteY520" fmla="*/ 161169 h 711830"/>
                <a:gd name="connsiteX521" fmla="*/ 83413 w 730539"/>
                <a:gd name="connsiteY521" fmla="*/ 151768 h 711830"/>
                <a:gd name="connsiteX522" fmla="*/ 88795 w 730539"/>
                <a:gd name="connsiteY522" fmla="*/ 136994 h 711830"/>
                <a:gd name="connsiteX523" fmla="*/ 100903 w 730539"/>
                <a:gd name="connsiteY523" fmla="*/ 128935 h 711830"/>
                <a:gd name="connsiteX524" fmla="*/ 103594 w 730539"/>
                <a:gd name="connsiteY524" fmla="*/ 122220 h 711830"/>
                <a:gd name="connsiteX525" fmla="*/ 104939 w 730539"/>
                <a:gd name="connsiteY525" fmla="*/ 114162 h 711830"/>
                <a:gd name="connsiteX526" fmla="*/ 110321 w 730539"/>
                <a:gd name="connsiteY526" fmla="*/ 106103 h 711830"/>
                <a:gd name="connsiteX527" fmla="*/ 118393 w 730539"/>
                <a:gd name="connsiteY527" fmla="*/ 102074 h 711830"/>
                <a:gd name="connsiteX528" fmla="*/ 121084 w 730539"/>
                <a:gd name="connsiteY528" fmla="*/ 95358 h 711830"/>
                <a:gd name="connsiteX529" fmla="*/ 121084 w 730539"/>
                <a:gd name="connsiteY529" fmla="*/ 91329 h 711830"/>
                <a:gd name="connsiteX530" fmla="*/ 118393 w 730539"/>
                <a:gd name="connsiteY530" fmla="*/ 88643 h 711830"/>
                <a:gd name="connsiteX531" fmla="*/ 125120 w 730539"/>
                <a:gd name="connsiteY531" fmla="*/ 80585 h 711830"/>
                <a:gd name="connsiteX532" fmla="*/ 129156 w 730539"/>
                <a:gd name="connsiteY532" fmla="*/ 76555 h 711830"/>
                <a:gd name="connsiteX533" fmla="*/ 130501 w 730539"/>
                <a:gd name="connsiteY533" fmla="*/ 71183 h 711830"/>
                <a:gd name="connsiteX534" fmla="*/ 131847 w 730539"/>
                <a:gd name="connsiteY534" fmla="*/ 57752 h 711830"/>
                <a:gd name="connsiteX535" fmla="*/ 129156 w 730539"/>
                <a:gd name="connsiteY535" fmla="*/ 48351 h 711830"/>
                <a:gd name="connsiteX536" fmla="*/ 127811 w 730539"/>
                <a:gd name="connsiteY536" fmla="*/ 45665 h 711830"/>
                <a:gd name="connsiteX537" fmla="*/ 135883 w 730539"/>
                <a:gd name="connsiteY537" fmla="*/ 37606 h 711830"/>
                <a:gd name="connsiteX538" fmla="*/ 139919 w 730539"/>
                <a:gd name="connsiteY538" fmla="*/ 36263 h 711830"/>
                <a:gd name="connsiteX539" fmla="*/ 145301 w 730539"/>
                <a:gd name="connsiteY539" fmla="*/ 33577 h 711830"/>
                <a:gd name="connsiteX540" fmla="*/ 147991 w 730539"/>
                <a:gd name="connsiteY540" fmla="*/ 33577 h 711830"/>
                <a:gd name="connsiteX541" fmla="*/ 154718 w 730539"/>
                <a:gd name="connsiteY541" fmla="*/ 26862 h 711830"/>
                <a:gd name="connsiteX542" fmla="*/ 162791 w 730539"/>
                <a:gd name="connsiteY542" fmla="*/ 13431 h 711830"/>
                <a:gd name="connsiteX543" fmla="*/ 170863 w 730539"/>
                <a:gd name="connsiteY543" fmla="*/ 6715 h 711830"/>
                <a:gd name="connsiteX544" fmla="*/ 177589 w 730539"/>
                <a:gd name="connsiteY544" fmla="*/ 6715 h 711830"/>
                <a:gd name="connsiteX545" fmla="*/ 180280 w 730539"/>
                <a:gd name="connsiteY545" fmla="*/ 0 h 711830"/>
                <a:gd name="connsiteX546" fmla="*/ 185662 w 730539"/>
                <a:gd name="connsiteY546" fmla="*/ 0 h 711830"/>
                <a:gd name="connsiteX547" fmla="*/ 200461 w 730539"/>
                <a:gd name="connsiteY547" fmla="*/ 9401 h 711830"/>
                <a:gd name="connsiteX548" fmla="*/ 207188 w 730539"/>
                <a:gd name="connsiteY548" fmla="*/ 5372 h 711830"/>
                <a:gd name="connsiteX549" fmla="*/ 215260 w 730539"/>
                <a:gd name="connsiteY549" fmla="*/ 8058 h 711830"/>
                <a:gd name="connsiteX550" fmla="*/ 217951 w 730539"/>
                <a:gd name="connsiteY550" fmla="*/ 14774 h 711830"/>
                <a:gd name="connsiteX551" fmla="*/ 224678 w 730539"/>
                <a:gd name="connsiteY551" fmla="*/ 14774 h 711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</a:cxnLst>
              <a:rect l="l" t="t" r="r" b="b"/>
              <a:pathLst>
                <a:path w="730539" h="711830">
                  <a:moveTo>
                    <a:pt x="234095" y="21489"/>
                  </a:moveTo>
                  <a:lnTo>
                    <a:pt x="236786" y="24175"/>
                  </a:lnTo>
                  <a:lnTo>
                    <a:pt x="236786" y="29548"/>
                  </a:lnTo>
                  <a:lnTo>
                    <a:pt x="243513" y="32234"/>
                  </a:lnTo>
                  <a:lnTo>
                    <a:pt x="242168" y="42978"/>
                  </a:lnTo>
                  <a:lnTo>
                    <a:pt x="244858" y="47008"/>
                  </a:lnTo>
                  <a:lnTo>
                    <a:pt x="243513" y="51037"/>
                  </a:lnTo>
                  <a:lnTo>
                    <a:pt x="246204" y="52380"/>
                  </a:lnTo>
                  <a:lnTo>
                    <a:pt x="250240" y="57752"/>
                  </a:lnTo>
                  <a:lnTo>
                    <a:pt x="250240" y="60438"/>
                  </a:lnTo>
                  <a:lnTo>
                    <a:pt x="251585" y="61781"/>
                  </a:lnTo>
                  <a:lnTo>
                    <a:pt x="254276" y="67154"/>
                  </a:lnTo>
                  <a:lnTo>
                    <a:pt x="259658" y="69840"/>
                  </a:lnTo>
                  <a:lnTo>
                    <a:pt x="262348" y="65811"/>
                  </a:lnTo>
                  <a:lnTo>
                    <a:pt x="267730" y="65811"/>
                  </a:lnTo>
                  <a:lnTo>
                    <a:pt x="270421" y="68497"/>
                  </a:lnTo>
                  <a:lnTo>
                    <a:pt x="277148" y="68497"/>
                  </a:lnTo>
                  <a:lnTo>
                    <a:pt x="282529" y="75212"/>
                  </a:lnTo>
                  <a:lnTo>
                    <a:pt x="286565" y="76555"/>
                  </a:lnTo>
                  <a:lnTo>
                    <a:pt x="289256" y="81928"/>
                  </a:lnTo>
                  <a:lnTo>
                    <a:pt x="293292" y="83271"/>
                  </a:lnTo>
                  <a:lnTo>
                    <a:pt x="294637" y="87300"/>
                  </a:lnTo>
                  <a:lnTo>
                    <a:pt x="295983" y="85957"/>
                  </a:lnTo>
                  <a:lnTo>
                    <a:pt x="295983" y="95358"/>
                  </a:lnTo>
                  <a:lnTo>
                    <a:pt x="291946" y="108789"/>
                  </a:lnTo>
                  <a:lnTo>
                    <a:pt x="291946" y="118191"/>
                  </a:lnTo>
                  <a:lnTo>
                    <a:pt x="286565" y="127592"/>
                  </a:lnTo>
                  <a:lnTo>
                    <a:pt x="287911" y="132965"/>
                  </a:lnTo>
                  <a:lnTo>
                    <a:pt x="293292" y="134308"/>
                  </a:lnTo>
                  <a:lnTo>
                    <a:pt x="297328" y="138337"/>
                  </a:lnTo>
                  <a:lnTo>
                    <a:pt x="302710" y="138337"/>
                  </a:lnTo>
                  <a:lnTo>
                    <a:pt x="306746" y="141023"/>
                  </a:lnTo>
                  <a:lnTo>
                    <a:pt x="316164" y="143709"/>
                  </a:lnTo>
                  <a:lnTo>
                    <a:pt x="328272" y="151768"/>
                  </a:lnTo>
                  <a:lnTo>
                    <a:pt x="336344" y="161169"/>
                  </a:lnTo>
                  <a:lnTo>
                    <a:pt x="345762" y="163855"/>
                  </a:lnTo>
                  <a:lnTo>
                    <a:pt x="351143" y="166541"/>
                  </a:lnTo>
                  <a:lnTo>
                    <a:pt x="357870" y="166541"/>
                  </a:lnTo>
                  <a:lnTo>
                    <a:pt x="367288" y="173257"/>
                  </a:lnTo>
                  <a:lnTo>
                    <a:pt x="379396" y="171914"/>
                  </a:lnTo>
                  <a:lnTo>
                    <a:pt x="384778" y="175943"/>
                  </a:lnTo>
                  <a:lnTo>
                    <a:pt x="398232" y="171914"/>
                  </a:lnTo>
                  <a:lnTo>
                    <a:pt x="410340" y="174600"/>
                  </a:lnTo>
                  <a:lnTo>
                    <a:pt x="411685" y="181315"/>
                  </a:lnTo>
                  <a:lnTo>
                    <a:pt x="418412" y="188031"/>
                  </a:lnTo>
                  <a:lnTo>
                    <a:pt x="431866" y="192060"/>
                  </a:lnTo>
                  <a:lnTo>
                    <a:pt x="437247" y="189374"/>
                  </a:lnTo>
                  <a:lnTo>
                    <a:pt x="446665" y="188031"/>
                  </a:lnTo>
                  <a:lnTo>
                    <a:pt x="468191" y="196089"/>
                  </a:lnTo>
                  <a:lnTo>
                    <a:pt x="474918" y="193403"/>
                  </a:lnTo>
                  <a:lnTo>
                    <a:pt x="484336" y="198775"/>
                  </a:lnTo>
                  <a:lnTo>
                    <a:pt x="500480" y="196089"/>
                  </a:lnTo>
                  <a:lnTo>
                    <a:pt x="501825" y="184002"/>
                  </a:lnTo>
                  <a:lnTo>
                    <a:pt x="497789" y="173257"/>
                  </a:lnTo>
                  <a:lnTo>
                    <a:pt x="499135" y="161169"/>
                  </a:lnTo>
                  <a:lnTo>
                    <a:pt x="497789" y="155797"/>
                  </a:lnTo>
                  <a:lnTo>
                    <a:pt x="497789" y="155797"/>
                  </a:lnTo>
                  <a:lnTo>
                    <a:pt x="503171" y="151768"/>
                  </a:lnTo>
                  <a:lnTo>
                    <a:pt x="509898" y="150425"/>
                  </a:lnTo>
                  <a:lnTo>
                    <a:pt x="512589" y="155797"/>
                  </a:lnTo>
                  <a:lnTo>
                    <a:pt x="512589" y="162512"/>
                  </a:lnTo>
                  <a:lnTo>
                    <a:pt x="517970" y="166541"/>
                  </a:lnTo>
                  <a:lnTo>
                    <a:pt x="517970" y="166541"/>
                  </a:lnTo>
                  <a:lnTo>
                    <a:pt x="516625" y="171914"/>
                  </a:lnTo>
                  <a:lnTo>
                    <a:pt x="515279" y="175943"/>
                  </a:lnTo>
                  <a:lnTo>
                    <a:pt x="520661" y="184002"/>
                  </a:lnTo>
                  <a:lnTo>
                    <a:pt x="528733" y="186688"/>
                  </a:lnTo>
                  <a:lnTo>
                    <a:pt x="532769" y="184002"/>
                  </a:lnTo>
                  <a:lnTo>
                    <a:pt x="544878" y="192060"/>
                  </a:lnTo>
                  <a:lnTo>
                    <a:pt x="552950" y="192060"/>
                  </a:lnTo>
                  <a:lnTo>
                    <a:pt x="556986" y="185345"/>
                  </a:lnTo>
                  <a:lnTo>
                    <a:pt x="563713" y="184002"/>
                  </a:lnTo>
                  <a:lnTo>
                    <a:pt x="569094" y="186688"/>
                  </a:lnTo>
                  <a:lnTo>
                    <a:pt x="578512" y="184002"/>
                  </a:lnTo>
                  <a:lnTo>
                    <a:pt x="585239" y="184002"/>
                  </a:lnTo>
                  <a:lnTo>
                    <a:pt x="596002" y="181315"/>
                  </a:lnTo>
                  <a:lnTo>
                    <a:pt x="596002" y="177286"/>
                  </a:lnTo>
                  <a:lnTo>
                    <a:pt x="596002" y="169228"/>
                  </a:lnTo>
                  <a:lnTo>
                    <a:pt x="587929" y="166541"/>
                  </a:lnTo>
                  <a:lnTo>
                    <a:pt x="586584" y="161169"/>
                  </a:lnTo>
                  <a:lnTo>
                    <a:pt x="589275" y="154454"/>
                  </a:lnTo>
                  <a:lnTo>
                    <a:pt x="591966" y="154454"/>
                  </a:lnTo>
                  <a:lnTo>
                    <a:pt x="601383" y="151768"/>
                  </a:lnTo>
                  <a:lnTo>
                    <a:pt x="605420" y="151768"/>
                  </a:lnTo>
                  <a:lnTo>
                    <a:pt x="608110" y="145052"/>
                  </a:lnTo>
                  <a:lnTo>
                    <a:pt x="612146" y="142366"/>
                  </a:lnTo>
                  <a:lnTo>
                    <a:pt x="616182" y="143709"/>
                  </a:lnTo>
                  <a:lnTo>
                    <a:pt x="616182" y="141023"/>
                  </a:lnTo>
                  <a:lnTo>
                    <a:pt x="621564" y="138337"/>
                  </a:lnTo>
                  <a:lnTo>
                    <a:pt x="624255" y="134308"/>
                  </a:lnTo>
                  <a:lnTo>
                    <a:pt x="628291" y="128935"/>
                  </a:lnTo>
                  <a:lnTo>
                    <a:pt x="633672" y="127592"/>
                  </a:lnTo>
                  <a:lnTo>
                    <a:pt x="643090" y="124906"/>
                  </a:lnTo>
                  <a:lnTo>
                    <a:pt x="648471" y="118191"/>
                  </a:lnTo>
                  <a:lnTo>
                    <a:pt x="648471" y="112818"/>
                  </a:lnTo>
                  <a:lnTo>
                    <a:pt x="652508" y="111475"/>
                  </a:lnTo>
                  <a:lnTo>
                    <a:pt x="657889" y="107446"/>
                  </a:lnTo>
                  <a:lnTo>
                    <a:pt x="663271" y="114162"/>
                  </a:lnTo>
                  <a:lnTo>
                    <a:pt x="669997" y="112818"/>
                  </a:lnTo>
                  <a:lnTo>
                    <a:pt x="679415" y="115504"/>
                  </a:lnTo>
                  <a:lnTo>
                    <a:pt x="682106" y="112818"/>
                  </a:lnTo>
                  <a:lnTo>
                    <a:pt x="682106" y="108789"/>
                  </a:lnTo>
                  <a:lnTo>
                    <a:pt x="692869" y="102074"/>
                  </a:lnTo>
                  <a:lnTo>
                    <a:pt x="696905" y="103417"/>
                  </a:lnTo>
                  <a:lnTo>
                    <a:pt x="699595" y="107446"/>
                  </a:lnTo>
                  <a:lnTo>
                    <a:pt x="703632" y="106103"/>
                  </a:lnTo>
                  <a:lnTo>
                    <a:pt x="704977" y="108789"/>
                  </a:lnTo>
                  <a:lnTo>
                    <a:pt x="700941" y="115504"/>
                  </a:lnTo>
                  <a:lnTo>
                    <a:pt x="702286" y="119534"/>
                  </a:lnTo>
                  <a:lnTo>
                    <a:pt x="706322" y="118191"/>
                  </a:lnTo>
                  <a:lnTo>
                    <a:pt x="709013" y="118191"/>
                  </a:lnTo>
                  <a:lnTo>
                    <a:pt x="710359" y="122220"/>
                  </a:lnTo>
                  <a:lnTo>
                    <a:pt x="714395" y="126249"/>
                  </a:lnTo>
                  <a:lnTo>
                    <a:pt x="714395" y="130278"/>
                  </a:lnTo>
                  <a:lnTo>
                    <a:pt x="710359" y="134308"/>
                  </a:lnTo>
                  <a:lnTo>
                    <a:pt x="711704" y="138337"/>
                  </a:lnTo>
                  <a:lnTo>
                    <a:pt x="717086" y="139680"/>
                  </a:lnTo>
                  <a:lnTo>
                    <a:pt x="719776" y="138337"/>
                  </a:lnTo>
                  <a:lnTo>
                    <a:pt x="725158" y="141023"/>
                  </a:lnTo>
                  <a:lnTo>
                    <a:pt x="730540" y="146395"/>
                  </a:lnTo>
                  <a:lnTo>
                    <a:pt x="730540" y="150425"/>
                  </a:lnTo>
                  <a:lnTo>
                    <a:pt x="725158" y="154454"/>
                  </a:lnTo>
                  <a:lnTo>
                    <a:pt x="725158" y="161169"/>
                  </a:lnTo>
                  <a:lnTo>
                    <a:pt x="726503" y="165199"/>
                  </a:lnTo>
                  <a:lnTo>
                    <a:pt x="722467" y="163855"/>
                  </a:lnTo>
                  <a:lnTo>
                    <a:pt x="718431" y="159826"/>
                  </a:lnTo>
                  <a:lnTo>
                    <a:pt x="710359" y="165199"/>
                  </a:lnTo>
                  <a:lnTo>
                    <a:pt x="702286" y="167885"/>
                  </a:lnTo>
                  <a:lnTo>
                    <a:pt x="699595" y="174600"/>
                  </a:lnTo>
                  <a:lnTo>
                    <a:pt x="692869" y="181315"/>
                  </a:lnTo>
                  <a:lnTo>
                    <a:pt x="687488" y="184002"/>
                  </a:lnTo>
                  <a:lnTo>
                    <a:pt x="678070" y="197432"/>
                  </a:lnTo>
                  <a:lnTo>
                    <a:pt x="678070" y="202805"/>
                  </a:lnTo>
                  <a:lnTo>
                    <a:pt x="679415" y="206834"/>
                  </a:lnTo>
                  <a:lnTo>
                    <a:pt x="676724" y="217578"/>
                  </a:lnTo>
                  <a:lnTo>
                    <a:pt x="668652" y="228323"/>
                  </a:lnTo>
                  <a:lnTo>
                    <a:pt x="669997" y="232352"/>
                  </a:lnTo>
                  <a:lnTo>
                    <a:pt x="675379" y="236381"/>
                  </a:lnTo>
                  <a:lnTo>
                    <a:pt x="669997" y="249812"/>
                  </a:lnTo>
                  <a:lnTo>
                    <a:pt x="667307" y="260557"/>
                  </a:lnTo>
                  <a:lnTo>
                    <a:pt x="663271" y="269958"/>
                  </a:lnTo>
                  <a:lnTo>
                    <a:pt x="656544" y="269958"/>
                  </a:lnTo>
                  <a:lnTo>
                    <a:pt x="652508" y="268615"/>
                  </a:lnTo>
                  <a:lnTo>
                    <a:pt x="647126" y="268615"/>
                  </a:lnTo>
                  <a:lnTo>
                    <a:pt x="649817" y="280703"/>
                  </a:lnTo>
                  <a:lnTo>
                    <a:pt x="649817" y="287418"/>
                  </a:lnTo>
                  <a:lnTo>
                    <a:pt x="649817" y="296820"/>
                  </a:lnTo>
                  <a:lnTo>
                    <a:pt x="644435" y="296820"/>
                  </a:lnTo>
                  <a:lnTo>
                    <a:pt x="644435" y="303535"/>
                  </a:lnTo>
                  <a:lnTo>
                    <a:pt x="644435" y="310251"/>
                  </a:lnTo>
                  <a:lnTo>
                    <a:pt x="644435" y="314280"/>
                  </a:lnTo>
                  <a:lnTo>
                    <a:pt x="641744" y="323681"/>
                  </a:lnTo>
                  <a:lnTo>
                    <a:pt x="639054" y="325025"/>
                  </a:lnTo>
                  <a:lnTo>
                    <a:pt x="636363" y="323681"/>
                  </a:lnTo>
                  <a:lnTo>
                    <a:pt x="636363" y="329054"/>
                  </a:lnTo>
                  <a:lnTo>
                    <a:pt x="636363" y="331740"/>
                  </a:lnTo>
                  <a:lnTo>
                    <a:pt x="635018" y="330397"/>
                  </a:lnTo>
                  <a:lnTo>
                    <a:pt x="633672" y="329054"/>
                  </a:lnTo>
                  <a:lnTo>
                    <a:pt x="633672" y="326368"/>
                  </a:lnTo>
                  <a:lnTo>
                    <a:pt x="632327" y="323681"/>
                  </a:lnTo>
                  <a:lnTo>
                    <a:pt x="630982" y="319652"/>
                  </a:lnTo>
                  <a:lnTo>
                    <a:pt x="628291" y="312937"/>
                  </a:lnTo>
                  <a:lnTo>
                    <a:pt x="626946" y="302192"/>
                  </a:lnTo>
                  <a:lnTo>
                    <a:pt x="624255" y="298163"/>
                  </a:lnTo>
                  <a:lnTo>
                    <a:pt x="624255" y="292791"/>
                  </a:lnTo>
                  <a:lnTo>
                    <a:pt x="622909" y="286075"/>
                  </a:lnTo>
                  <a:lnTo>
                    <a:pt x="620219" y="282046"/>
                  </a:lnTo>
                  <a:lnTo>
                    <a:pt x="618873" y="279360"/>
                  </a:lnTo>
                  <a:lnTo>
                    <a:pt x="614837" y="280703"/>
                  </a:lnTo>
                  <a:lnTo>
                    <a:pt x="612146" y="278017"/>
                  </a:lnTo>
                  <a:lnTo>
                    <a:pt x="609455" y="279360"/>
                  </a:lnTo>
                  <a:lnTo>
                    <a:pt x="610801" y="282046"/>
                  </a:lnTo>
                  <a:lnTo>
                    <a:pt x="609455" y="284732"/>
                  </a:lnTo>
                  <a:lnTo>
                    <a:pt x="609455" y="287418"/>
                  </a:lnTo>
                  <a:lnTo>
                    <a:pt x="606765" y="291448"/>
                  </a:lnTo>
                  <a:lnTo>
                    <a:pt x="608110" y="292791"/>
                  </a:lnTo>
                  <a:lnTo>
                    <a:pt x="608110" y="296820"/>
                  </a:lnTo>
                  <a:lnTo>
                    <a:pt x="605420" y="296820"/>
                  </a:lnTo>
                  <a:lnTo>
                    <a:pt x="601383" y="291448"/>
                  </a:lnTo>
                  <a:lnTo>
                    <a:pt x="597347" y="287418"/>
                  </a:lnTo>
                  <a:lnTo>
                    <a:pt x="596002" y="284732"/>
                  </a:lnTo>
                  <a:lnTo>
                    <a:pt x="593311" y="282046"/>
                  </a:lnTo>
                  <a:lnTo>
                    <a:pt x="590620" y="275331"/>
                  </a:lnTo>
                  <a:lnTo>
                    <a:pt x="590620" y="272645"/>
                  </a:lnTo>
                  <a:lnTo>
                    <a:pt x="593311" y="271302"/>
                  </a:lnTo>
                  <a:lnTo>
                    <a:pt x="593311" y="267272"/>
                  </a:lnTo>
                  <a:lnTo>
                    <a:pt x="598693" y="263243"/>
                  </a:lnTo>
                  <a:lnTo>
                    <a:pt x="600038" y="265929"/>
                  </a:lnTo>
                  <a:lnTo>
                    <a:pt x="604074" y="265929"/>
                  </a:lnTo>
                  <a:lnTo>
                    <a:pt x="605420" y="263243"/>
                  </a:lnTo>
                  <a:lnTo>
                    <a:pt x="605420" y="260557"/>
                  </a:lnTo>
                  <a:lnTo>
                    <a:pt x="609455" y="259214"/>
                  </a:lnTo>
                  <a:lnTo>
                    <a:pt x="612146" y="249812"/>
                  </a:lnTo>
                  <a:lnTo>
                    <a:pt x="613492" y="243097"/>
                  </a:lnTo>
                  <a:lnTo>
                    <a:pt x="616182" y="239068"/>
                  </a:lnTo>
                  <a:lnTo>
                    <a:pt x="613492" y="237725"/>
                  </a:lnTo>
                  <a:lnTo>
                    <a:pt x="609455" y="232352"/>
                  </a:lnTo>
                  <a:lnTo>
                    <a:pt x="605420" y="233695"/>
                  </a:lnTo>
                  <a:lnTo>
                    <a:pt x="604074" y="232352"/>
                  </a:lnTo>
                  <a:lnTo>
                    <a:pt x="600038" y="232352"/>
                  </a:lnTo>
                  <a:lnTo>
                    <a:pt x="590620" y="232352"/>
                  </a:lnTo>
                  <a:lnTo>
                    <a:pt x="582548" y="232352"/>
                  </a:lnTo>
                  <a:lnTo>
                    <a:pt x="571785" y="232352"/>
                  </a:lnTo>
                  <a:lnTo>
                    <a:pt x="565058" y="232352"/>
                  </a:lnTo>
                  <a:lnTo>
                    <a:pt x="559677" y="229666"/>
                  </a:lnTo>
                  <a:lnTo>
                    <a:pt x="555640" y="231009"/>
                  </a:lnTo>
                  <a:lnTo>
                    <a:pt x="550259" y="228323"/>
                  </a:lnTo>
                  <a:lnTo>
                    <a:pt x="550259" y="224294"/>
                  </a:lnTo>
                  <a:lnTo>
                    <a:pt x="548914" y="218922"/>
                  </a:lnTo>
                  <a:lnTo>
                    <a:pt x="547568" y="216235"/>
                  </a:lnTo>
                  <a:lnTo>
                    <a:pt x="546223" y="209520"/>
                  </a:lnTo>
                  <a:lnTo>
                    <a:pt x="543532" y="204148"/>
                  </a:lnTo>
                  <a:lnTo>
                    <a:pt x="540841" y="204148"/>
                  </a:lnTo>
                  <a:lnTo>
                    <a:pt x="539496" y="205491"/>
                  </a:lnTo>
                  <a:lnTo>
                    <a:pt x="535460" y="204148"/>
                  </a:lnTo>
                  <a:lnTo>
                    <a:pt x="532769" y="201462"/>
                  </a:lnTo>
                  <a:lnTo>
                    <a:pt x="528733" y="198775"/>
                  </a:lnTo>
                  <a:lnTo>
                    <a:pt x="526042" y="198775"/>
                  </a:lnTo>
                  <a:lnTo>
                    <a:pt x="526042" y="201462"/>
                  </a:lnTo>
                  <a:lnTo>
                    <a:pt x="528733" y="204148"/>
                  </a:lnTo>
                  <a:lnTo>
                    <a:pt x="526042" y="205491"/>
                  </a:lnTo>
                  <a:lnTo>
                    <a:pt x="520661" y="204148"/>
                  </a:lnTo>
                  <a:lnTo>
                    <a:pt x="517970" y="198775"/>
                  </a:lnTo>
                  <a:lnTo>
                    <a:pt x="517970" y="196089"/>
                  </a:lnTo>
                  <a:lnTo>
                    <a:pt x="513934" y="192060"/>
                  </a:lnTo>
                  <a:lnTo>
                    <a:pt x="511243" y="189374"/>
                  </a:lnTo>
                  <a:lnTo>
                    <a:pt x="509898" y="193403"/>
                  </a:lnTo>
                  <a:lnTo>
                    <a:pt x="508552" y="193403"/>
                  </a:lnTo>
                  <a:lnTo>
                    <a:pt x="508552" y="197432"/>
                  </a:lnTo>
                  <a:lnTo>
                    <a:pt x="511243" y="198775"/>
                  </a:lnTo>
                  <a:lnTo>
                    <a:pt x="508552" y="205491"/>
                  </a:lnTo>
                  <a:lnTo>
                    <a:pt x="503171" y="212206"/>
                  </a:lnTo>
                  <a:lnTo>
                    <a:pt x="503171" y="217578"/>
                  </a:lnTo>
                  <a:lnTo>
                    <a:pt x="515279" y="222951"/>
                  </a:lnTo>
                  <a:lnTo>
                    <a:pt x="519315" y="220265"/>
                  </a:lnTo>
                  <a:lnTo>
                    <a:pt x="526042" y="220265"/>
                  </a:lnTo>
                  <a:lnTo>
                    <a:pt x="524697" y="224294"/>
                  </a:lnTo>
                  <a:lnTo>
                    <a:pt x="526042" y="231009"/>
                  </a:lnTo>
                  <a:lnTo>
                    <a:pt x="523351" y="233695"/>
                  </a:lnTo>
                  <a:lnTo>
                    <a:pt x="520661" y="232352"/>
                  </a:lnTo>
                  <a:lnTo>
                    <a:pt x="516625" y="235038"/>
                  </a:lnTo>
                  <a:lnTo>
                    <a:pt x="513934" y="241754"/>
                  </a:lnTo>
                  <a:lnTo>
                    <a:pt x="509898" y="243097"/>
                  </a:lnTo>
                  <a:lnTo>
                    <a:pt x="509898" y="252499"/>
                  </a:lnTo>
                  <a:lnTo>
                    <a:pt x="515279" y="259214"/>
                  </a:lnTo>
                  <a:lnTo>
                    <a:pt x="522006" y="261900"/>
                  </a:lnTo>
                  <a:lnTo>
                    <a:pt x="528733" y="269958"/>
                  </a:lnTo>
                  <a:lnTo>
                    <a:pt x="528733" y="279360"/>
                  </a:lnTo>
                  <a:lnTo>
                    <a:pt x="530078" y="286075"/>
                  </a:lnTo>
                  <a:lnTo>
                    <a:pt x="530078" y="290105"/>
                  </a:lnTo>
                  <a:lnTo>
                    <a:pt x="531424" y="298163"/>
                  </a:lnTo>
                  <a:lnTo>
                    <a:pt x="538151" y="308908"/>
                  </a:lnTo>
                  <a:lnTo>
                    <a:pt x="538151" y="315623"/>
                  </a:lnTo>
                  <a:lnTo>
                    <a:pt x="539496" y="319652"/>
                  </a:lnTo>
                  <a:lnTo>
                    <a:pt x="540841" y="327711"/>
                  </a:lnTo>
                  <a:lnTo>
                    <a:pt x="539496" y="329054"/>
                  </a:lnTo>
                  <a:lnTo>
                    <a:pt x="542187" y="334426"/>
                  </a:lnTo>
                  <a:lnTo>
                    <a:pt x="539496" y="339799"/>
                  </a:lnTo>
                  <a:lnTo>
                    <a:pt x="535460" y="334426"/>
                  </a:lnTo>
                  <a:lnTo>
                    <a:pt x="535460" y="337112"/>
                  </a:lnTo>
                  <a:lnTo>
                    <a:pt x="532769" y="335769"/>
                  </a:lnTo>
                  <a:lnTo>
                    <a:pt x="531424" y="330397"/>
                  </a:lnTo>
                  <a:lnTo>
                    <a:pt x="530078" y="327711"/>
                  </a:lnTo>
                  <a:lnTo>
                    <a:pt x="530078" y="329054"/>
                  </a:lnTo>
                  <a:lnTo>
                    <a:pt x="528733" y="333083"/>
                  </a:lnTo>
                  <a:lnTo>
                    <a:pt x="528733" y="331740"/>
                  </a:lnTo>
                  <a:lnTo>
                    <a:pt x="527387" y="333083"/>
                  </a:lnTo>
                  <a:lnTo>
                    <a:pt x="523351" y="333083"/>
                  </a:lnTo>
                  <a:lnTo>
                    <a:pt x="523351" y="334426"/>
                  </a:lnTo>
                  <a:lnTo>
                    <a:pt x="517970" y="333083"/>
                  </a:lnTo>
                  <a:lnTo>
                    <a:pt x="516625" y="326368"/>
                  </a:lnTo>
                  <a:lnTo>
                    <a:pt x="517970" y="322338"/>
                  </a:lnTo>
                  <a:lnTo>
                    <a:pt x="513934" y="318309"/>
                  </a:lnTo>
                  <a:lnTo>
                    <a:pt x="509898" y="318309"/>
                  </a:lnTo>
                  <a:lnTo>
                    <a:pt x="509898" y="319652"/>
                  </a:lnTo>
                  <a:lnTo>
                    <a:pt x="512589" y="320995"/>
                  </a:lnTo>
                  <a:lnTo>
                    <a:pt x="515279" y="323681"/>
                  </a:lnTo>
                  <a:lnTo>
                    <a:pt x="513934" y="325025"/>
                  </a:lnTo>
                  <a:lnTo>
                    <a:pt x="512589" y="327711"/>
                  </a:lnTo>
                  <a:lnTo>
                    <a:pt x="511243" y="331740"/>
                  </a:lnTo>
                  <a:lnTo>
                    <a:pt x="508552" y="337112"/>
                  </a:lnTo>
                  <a:lnTo>
                    <a:pt x="491062" y="342485"/>
                  </a:lnTo>
                  <a:lnTo>
                    <a:pt x="488372" y="345171"/>
                  </a:lnTo>
                  <a:lnTo>
                    <a:pt x="488372" y="349200"/>
                  </a:lnTo>
                  <a:lnTo>
                    <a:pt x="485681" y="353229"/>
                  </a:lnTo>
                  <a:lnTo>
                    <a:pt x="485681" y="357258"/>
                  </a:lnTo>
                  <a:lnTo>
                    <a:pt x="488372" y="362631"/>
                  </a:lnTo>
                  <a:lnTo>
                    <a:pt x="488372" y="363974"/>
                  </a:lnTo>
                  <a:lnTo>
                    <a:pt x="489717" y="363974"/>
                  </a:lnTo>
                  <a:lnTo>
                    <a:pt x="484336" y="369346"/>
                  </a:lnTo>
                  <a:lnTo>
                    <a:pt x="482990" y="374718"/>
                  </a:lnTo>
                  <a:lnTo>
                    <a:pt x="480299" y="374718"/>
                  </a:lnTo>
                  <a:lnTo>
                    <a:pt x="481645" y="377405"/>
                  </a:lnTo>
                  <a:lnTo>
                    <a:pt x="472227" y="384120"/>
                  </a:lnTo>
                  <a:lnTo>
                    <a:pt x="470882" y="388149"/>
                  </a:lnTo>
                  <a:lnTo>
                    <a:pt x="457428" y="394865"/>
                  </a:lnTo>
                  <a:lnTo>
                    <a:pt x="456083" y="393522"/>
                  </a:lnTo>
                  <a:lnTo>
                    <a:pt x="456083" y="390835"/>
                  </a:lnTo>
                  <a:lnTo>
                    <a:pt x="454737" y="389492"/>
                  </a:lnTo>
                  <a:lnTo>
                    <a:pt x="452047" y="389492"/>
                  </a:lnTo>
                  <a:lnTo>
                    <a:pt x="448010" y="393522"/>
                  </a:lnTo>
                  <a:lnTo>
                    <a:pt x="445320" y="393522"/>
                  </a:lnTo>
                  <a:lnTo>
                    <a:pt x="443974" y="400237"/>
                  </a:lnTo>
                  <a:lnTo>
                    <a:pt x="448010" y="398894"/>
                  </a:lnTo>
                  <a:lnTo>
                    <a:pt x="449356" y="396208"/>
                  </a:lnTo>
                  <a:lnTo>
                    <a:pt x="452047" y="397551"/>
                  </a:lnTo>
                  <a:lnTo>
                    <a:pt x="434556" y="413668"/>
                  </a:lnTo>
                  <a:lnTo>
                    <a:pt x="430521" y="425755"/>
                  </a:lnTo>
                  <a:lnTo>
                    <a:pt x="406304" y="444558"/>
                  </a:lnTo>
                  <a:lnTo>
                    <a:pt x="403613" y="451274"/>
                  </a:lnTo>
                  <a:lnTo>
                    <a:pt x="398232" y="456646"/>
                  </a:lnTo>
                  <a:lnTo>
                    <a:pt x="388814" y="459332"/>
                  </a:lnTo>
                  <a:lnTo>
                    <a:pt x="380741" y="466048"/>
                  </a:lnTo>
                  <a:lnTo>
                    <a:pt x="380741" y="471420"/>
                  </a:lnTo>
                  <a:lnTo>
                    <a:pt x="380741" y="478135"/>
                  </a:lnTo>
                  <a:lnTo>
                    <a:pt x="376705" y="483508"/>
                  </a:lnTo>
                  <a:lnTo>
                    <a:pt x="369979" y="487537"/>
                  </a:lnTo>
                  <a:lnTo>
                    <a:pt x="359215" y="486194"/>
                  </a:lnTo>
                  <a:lnTo>
                    <a:pt x="353834" y="490223"/>
                  </a:lnTo>
                  <a:lnTo>
                    <a:pt x="353834" y="495595"/>
                  </a:lnTo>
                  <a:lnTo>
                    <a:pt x="347107" y="504997"/>
                  </a:lnTo>
                  <a:lnTo>
                    <a:pt x="343071" y="504997"/>
                  </a:lnTo>
                  <a:lnTo>
                    <a:pt x="340380" y="500968"/>
                  </a:lnTo>
                  <a:lnTo>
                    <a:pt x="337690" y="500968"/>
                  </a:lnTo>
                  <a:lnTo>
                    <a:pt x="329617" y="509026"/>
                  </a:lnTo>
                  <a:lnTo>
                    <a:pt x="326926" y="514399"/>
                  </a:lnTo>
                  <a:lnTo>
                    <a:pt x="326926" y="522457"/>
                  </a:lnTo>
                  <a:lnTo>
                    <a:pt x="330963" y="535888"/>
                  </a:lnTo>
                  <a:lnTo>
                    <a:pt x="326926" y="539917"/>
                  </a:lnTo>
                  <a:lnTo>
                    <a:pt x="328272" y="547975"/>
                  </a:lnTo>
                  <a:lnTo>
                    <a:pt x="328272" y="568122"/>
                  </a:lnTo>
                  <a:lnTo>
                    <a:pt x="334999" y="569465"/>
                  </a:lnTo>
                  <a:lnTo>
                    <a:pt x="334999" y="582895"/>
                  </a:lnTo>
                  <a:lnTo>
                    <a:pt x="329617" y="599012"/>
                  </a:lnTo>
                  <a:lnTo>
                    <a:pt x="322890" y="611100"/>
                  </a:lnTo>
                  <a:lnTo>
                    <a:pt x="322890" y="621845"/>
                  </a:lnTo>
                  <a:lnTo>
                    <a:pt x="325581" y="625874"/>
                  </a:lnTo>
                  <a:lnTo>
                    <a:pt x="326926" y="647363"/>
                  </a:lnTo>
                  <a:lnTo>
                    <a:pt x="326926" y="652735"/>
                  </a:lnTo>
                  <a:lnTo>
                    <a:pt x="322890" y="655422"/>
                  </a:lnTo>
                  <a:lnTo>
                    <a:pt x="320199" y="652735"/>
                  </a:lnTo>
                  <a:lnTo>
                    <a:pt x="313473" y="654078"/>
                  </a:lnTo>
                  <a:lnTo>
                    <a:pt x="309437" y="659451"/>
                  </a:lnTo>
                  <a:lnTo>
                    <a:pt x="310782" y="662137"/>
                  </a:lnTo>
                  <a:lnTo>
                    <a:pt x="304055" y="670195"/>
                  </a:lnTo>
                  <a:lnTo>
                    <a:pt x="302710" y="674225"/>
                  </a:lnTo>
                  <a:lnTo>
                    <a:pt x="302710" y="676911"/>
                  </a:lnTo>
                  <a:lnTo>
                    <a:pt x="312127" y="680940"/>
                  </a:lnTo>
                  <a:lnTo>
                    <a:pt x="312127" y="682283"/>
                  </a:lnTo>
                  <a:lnTo>
                    <a:pt x="312127" y="684969"/>
                  </a:lnTo>
                  <a:lnTo>
                    <a:pt x="310782" y="682283"/>
                  </a:lnTo>
                  <a:lnTo>
                    <a:pt x="308091" y="680940"/>
                  </a:lnTo>
                  <a:lnTo>
                    <a:pt x="295983" y="684969"/>
                  </a:lnTo>
                  <a:lnTo>
                    <a:pt x="294637" y="684969"/>
                  </a:lnTo>
                  <a:lnTo>
                    <a:pt x="285220" y="688999"/>
                  </a:lnTo>
                  <a:lnTo>
                    <a:pt x="282529" y="693028"/>
                  </a:lnTo>
                  <a:lnTo>
                    <a:pt x="282529" y="695714"/>
                  </a:lnTo>
                  <a:lnTo>
                    <a:pt x="281184" y="697057"/>
                  </a:lnTo>
                  <a:lnTo>
                    <a:pt x="282529" y="698400"/>
                  </a:lnTo>
                  <a:lnTo>
                    <a:pt x="279838" y="706458"/>
                  </a:lnTo>
                  <a:lnTo>
                    <a:pt x="269075" y="711831"/>
                  </a:lnTo>
                  <a:lnTo>
                    <a:pt x="261003" y="711831"/>
                  </a:lnTo>
                  <a:lnTo>
                    <a:pt x="252931" y="706458"/>
                  </a:lnTo>
                  <a:lnTo>
                    <a:pt x="246204" y="697057"/>
                  </a:lnTo>
                  <a:lnTo>
                    <a:pt x="236786" y="676911"/>
                  </a:lnTo>
                  <a:lnTo>
                    <a:pt x="235441" y="666166"/>
                  </a:lnTo>
                  <a:lnTo>
                    <a:pt x="232750" y="656765"/>
                  </a:lnTo>
                  <a:lnTo>
                    <a:pt x="227369" y="646020"/>
                  </a:lnTo>
                  <a:lnTo>
                    <a:pt x="227369" y="641991"/>
                  </a:lnTo>
                  <a:lnTo>
                    <a:pt x="224678" y="640648"/>
                  </a:lnTo>
                  <a:lnTo>
                    <a:pt x="221987" y="633932"/>
                  </a:lnTo>
                  <a:lnTo>
                    <a:pt x="220642" y="624531"/>
                  </a:lnTo>
                  <a:lnTo>
                    <a:pt x="212569" y="616472"/>
                  </a:lnTo>
                  <a:lnTo>
                    <a:pt x="208533" y="608414"/>
                  </a:lnTo>
                  <a:lnTo>
                    <a:pt x="205842" y="608414"/>
                  </a:lnTo>
                  <a:lnTo>
                    <a:pt x="199116" y="601699"/>
                  </a:lnTo>
                  <a:lnTo>
                    <a:pt x="195080" y="594983"/>
                  </a:lnTo>
                  <a:lnTo>
                    <a:pt x="193734" y="592297"/>
                  </a:lnTo>
                  <a:lnTo>
                    <a:pt x="192389" y="581552"/>
                  </a:lnTo>
                  <a:lnTo>
                    <a:pt x="189698" y="577523"/>
                  </a:lnTo>
                  <a:lnTo>
                    <a:pt x="185662" y="565435"/>
                  </a:lnTo>
                  <a:lnTo>
                    <a:pt x="184316" y="557377"/>
                  </a:lnTo>
                  <a:lnTo>
                    <a:pt x="181626" y="552005"/>
                  </a:lnTo>
                  <a:lnTo>
                    <a:pt x="178935" y="547975"/>
                  </a:lnTo>
                  <a:lnTo>
                    <a:pt x="177589" y="538574"/>
                  </a:lnTo>
                  <a:lnTo>
                    <a:pt x="176244" y="537231"/>
                  </a:lnTo>
                  <a:lnTo>
                    <a:pt x="169518" y="530515"/>
                  </a:lnTo>
                  <a:lnTo>
                    <a:pt x="169518" y="527829"/>
                  </a:lnTo>
                  <a:lnTo>
                    <a:pt x="168172" y="526486"/>
                  </a:lnTo>
                  <a:lnTo>
                    <a:pt x="161445" y="515741"/>
                  </a:lnTo>
                  <a:lnTo>
                    <a:pt x="161445" y="511712"/>
                  </a:lnTo>
                  <a:lnTo>
                    <a:pt x="158754" y="510369"/>
                  </a:lnTo>
                  <a:lnTo>
                    <a:pt x="156064" y="502311"/>
                  </a:lnTo>
                  <a:lnTo>
                    <a:pt x="152027" y="499625"/>
                  </a:lnTo>
                  <a:lnTo>
                    <a:pt x="147991" y="488880"/>
                  </a:lnTo>
                  <a:lnTo>
                    <a:pt x="147991" y="474106"/>
                  </a:lnTo>
                  <a:lnTo>
                    <a:pt x="135883" y="452617"/>
                  </a:lnTo>
                  <a:lnTo>
                    <a:pt x="135883" y="445902"/>
                  </a:lnTo>
                  <a:lnTo>
                    <a:pt x="131847" y="437843"/>
                  </a:lnTo>
                  <a:lnTo>
                    <a:pt x="137228" y="437843"/>
                  </a:lnTo>
                  <a:lnTo>
                    <a:pt x="129156" y="428441"/>
                  </a:lnTo>
                  <a:lnTo>
                    <a:pt x="130501" y="423069"/>
                  </a:lnTo>
                  <a:lnTo>
                    <a:pt x="133192" y="421726"/>
                  </a:lnTo>
                  <a:lnTo>
                    <a:pt x="130501" y="417697"/>
                  </a:lnTo>
                  <a:lnTo>
                    <a:pt x="130501" y="413668"/>
                  </a:lnTo>
                  <a:lnTo>
                    <a:pt x="122429" y="398894"/>
                  </a:lnTo>
                  <a:lnTo>
                    <a:pt x="121084" y="390835"/>
                  </a:lnTo>
                  <a:lnTo>
                    <a:pt x="126465" y="388149"/>
                  </a:lnTo>
                  <a:lnTo>
                    <a:pt x="121084" y="385463"/>
                  </a:lnTo>
                  <a:lnTo>
                    <a:pt x="121084" y="381434"/>
                  </a:lnTo>
                  <a:lnTo>
                    <a:pt x="123774" y="376062"/>
                  </a:lnTo>
                  <a:lnTo>
                    <a:pt x="123774" y="368003"/>
                  </a:lnTo>
                  <a:lnTo>
                    <a:pt x="121084" y="359945"/>
                  </a:lnTo>
                  <a:lnTo>
                    <a:pt x="118393" y="358602"/>
                  </a:lnTo>
                  <a:lnTo>
                    <a:pt x="115702" y="346514"/>
                  </a:lnTo>
                  <a:lnTo>
                    <a:pt x="121084" y="342485"/>
                  </a:lnTo>
                  <a:lnTo>
                    <a:pt x="123774" y="339799"/>
                  </a:lnTo>
                  <a:lnTo>
                    <a:pt x="127811" y="339799"/>
                  </a:lnTo>
                  <a:lnTo>
                    <a:pt x="123774" y="338455"/>
                  </a:lnTo>
                  <a:lnTo>
                    <a:pt x="117048" y="339799"/>
                  </a:lnTo>
                  <a:lnTo>
                    <a:pt x="114357" y="339799"/>
                  </a:lnTo>
                  <a:lnTo>
                    <a:pt x="114357" y="334426"/>
                  </a:lnTo>
                  <a:lnTo>
                    <a:pt x="111666" y="330397"/>
                  </a:lnTo>
                  <a:lnTo>
                    <a:pt x="113012" y="325025"/>
                  </a:lnTo>
                  <a:lnTo>
                    <a:pt x="114357" y="323681"/>
                  </a:lnTo>
                  <a:lnTo>
                    <a:pt x="118393" y="325025"/>
                  </a:lnTo>
                  <a:lnTo>
                    <a:pt x="122429" y="320995"/>
                  </a:lnTo>
                  <a:lnTo>
                    <a:pt x="123774" y="316966"/>
                  </a:lnTo>
                  <a:lnTo>
                    <a:pt x="119738" y="319652"/>
                  </a:lnTo>
                  <a:lnTo>
                    <a:pt x="117048" y="318309"/>
                  </a:lnTo>
                  <a:lnTo>
                    <a:pt x="110321" y="319652"/>
                  </a:lnTo>
                  <a:lnTo>
                    <a:pt x="107630" y="315623"/>
                  </a:lnTo>
                  <a:lnTo>
                    <a:pt x="107630" y="318309"/>
                  </a:lnTo>
                  <a:lnTo>
                    <a:pt x="107630" y="323681"/>
                  </a:lnTo>
                  <a:lnTo>
                    <a:pt x="103594" y="334426"/>
                  </a:lnTo>
                  <a:lnTo>
                    <a:pt x="107630" y="338455"/>
                  </a:lnTo>
                  <a:lnTo>
                    <a:pt x="106285" y="347857"/>
                  </a:lnTo>
                  <a:lnTo>
                    <a:pt x="102249" y="351886"/>
                  </a:lnTo>
                  <a:lnTo>
                    <a:pt x="102249" y="354572"/>
                  </a:lnTo>
                  <a:lnTo>
                    <a:pt x="92831" y="359945"/>
                  </a:lnTo>
                  <a:lnTo>
                    <a:pt x="79377" y="368003"/>
                  </a:lnTo>
                  <a:lnTo>
                    <a:pt x="73996" y="369346"/>
                  </a:lnTo>
                  <a:lnTo>
                    <a:pt x="64578" y="368003"/>
                  </a:lnTo>
                  <a:lnTo>
                    <a:pt x="44397" y="351886"/>
                  </a:lnTo>
                  <a:lnTo>
                    <a:pt x="36325" y="341141"/>
                  </a:lnTo>
                  <a:lnTo>
                    <a:pt x="36325" y="338455"/>
                  </a:lnTo>
                  <a:lnTo>
                    <a:pt x="33634" y="339799"/>
                  </a:lnTo>
                  <a:lnTo>
                    <a:pt x="29598" y="337112"/>
                  </a:lnTo>
                  <a:lnTo>
                    <a:pt x="18835" y="326368"/>
                  </a:lnTo>
                  <a:lnTo>
                    <a:pt x="17490" y="322338"/>
                  </a:lnTo>
                  <a:lnTo>
                    <a:pt x="18835" y="319652"/>
                  </a:lnTo>
                  <a:lnTo>
                    <a:pt x="21526" y="319652"/>
                  </a:lnTo>
                  <a:lnTo>
                    <a:pt x="22871" y="320995"/>
                  </a:lnTo>
                  <a:lnTo>
                    <a:pt x="25562" y="319652"/>
                  </a:lnTo>
                  <a:lnTo>
                    <a:pt x="25562" y="325025"/>
                  </a:lnTo>
                  <a:lnTo>
                    <a:pt x="29598" y="326368"/>
                  </a:lnTo>
                  <a:lnTo>
                    <a:pt x="32289" y="323681"/>
                  </a:lnTo>
                  <a:lnTo>
                    <a:pt x="34980" y="323681"/>
                  </a:lnTo>
                  <a:lnTo>
                    <a:pt x="37670" y="325025"/>
                  </a:lnTo>
                  <a:lnTo>
                    <a:pt x="37670" y="323681"/>
                  </a:lnTo>
                  <a:lnTo>
                    <a:pt x="48434" y="314280"/>
                  </a:lnTo>
                  <a:lnTo>
                    <a:pt x="52470" y="314280"/>
                  </a:lnTo>
                  <a:lnTo>
                    <a:pt x="56506" y="307565"/>
                  </a:lnTo>
                  <a:lnTo>
                    <a:pt x="59196" y="307565"/>
                  </a:lnTo>
                  <a:lnTo>
                    <a:pt x="60542" y="302192"/>
                  </a:lnTo>
                  <a:lnTo>
                    <a:pt x="55161" y="302192"/>
                  </a:lnTo>
                  <a:lnTo>
                    <a:pt x="53815" y="300849"/>
                  </a:lnTo>
                  <a:lnTo>
                    <a:pt x="53815" y="303535"/>
                  </a:lnTo>
                  <a:lnTo>
                    <a:pt x="53815" y="304878"/>
                  </a:lnTo>
                  <a:lnTo>
                    <a:pt x="43052" y="310251"/>
                  </a:lnTo>
                  <a:lnTo>
                    <a:pt x="37670" y="310251"/>
                  </a:lnTo>
                  <a:lnTo>
                    <a:pt x="32289" y="311594"/>
                  </a:lnTo>
                  <a:lnTo>
                    <a:pt x="14799" y="304878"/>
                  </a:lnTo>
                  <a:lnTo>
                    <a:pt x="6727" y="296820"/>
                  </a:lnTo>
                  <a:lnTo>
                    <a:pt x="4036" y="295477"/>
                  </a:lnTo>
                  <a:lnTo>
                    <a:pt x="4036" y="290105"/>
                  </a:lnTo>
                  <a:lnTo>
                    <a:pt x="9417" y="283389"/>
                  </a:lnTo>
                  <a:lnTo>
                    <a:pt x="14799" y="280703"/>
                  </a:lnTo>
                  <a:lnTo>
                    <a:pt x="8072" y="282046"/>
                  </a:lnTo>
                  <a:lnTo>
                    <a:pt x="0" y="286075"/>
                  </a:lnTo>
                  <a:lnTo>
                    <a:pt x="1345" y="279360"/>
                  </a:lnTo>
                  <a:lnTo>
                    <a:pt x="6727" y="275331"/>
                  </a:lnTo>
                  <a:lnTo>
                    <a:pt x="9417" y="275331"/>
                  </a:lnTo>
                  <a:lnTo>
                    <a:pt x="12108" y="268615"/>
                  </a:lnTo>
                  <a:lnTo>
                    <a:pt x="16144" y="269958"/>
                  </a:lnTo>
                  <a:lnTo>
                    <a:pt x="20181" y="267272"/>
                  </a:lnTo>
                  <a:lnTo>
                    <a:pt x="37670" y="268615"/>
                  </a:lnTo>
                  <a:lnTo>
                    <a:pt x="48434" y="264586"/>
                  </a:lnTo>
                  <a:lnTo>
                    <a:pt x="51124" y="261900"/>
                  </a:lnTo>
                  <a:lnTo>
                    <a:pt x="56506" y="260557"/>
                  </a:lnTo>
                  <a:lnTo>
                    <a:pt x="53815" y="263243"/>
                  </a:lnTo>
                  <a:lnTo>
                    <a:pt x="56506" y="267272"/>
                  </a:lnTo>
                  <a:lnTo>
                    <a:pt x="63232" y="263243"/>
                  </a:lnTo>
                  <a:lnTo>
                    <a:pt x="67269" y="261900"/>
                  </a:lnTo>
                  <a:lnTo>
                    <a:pt x="65923" y="259214"/>
                  </a:lnTo>
                  <a:lnTo>
                    <a:pt x="65923" y="255185"/>
                  </a:lnTo>
                  <a:lnTo>
                    <a:pt x="60542" y="239068"/>
                  </a:lnTo>
                  <a:lnTo>
                    <a:pt x="55161" y="232352"/>
                  </a:lnTo>
                  <a:lnTo>
                    <a:pt x="56506" y="228323"/>
                  </a:lnTo>
                  <a:lnTo>
                    <a:pt x="52470" y="225637"/>
                  </a:lnTo>
                  <a:lnTo>
                    <a:pt x="48434" y="225637"/>
                  </a:lnTo>
                  <a:lnTo>
                    <a:pt x="39016" y="220265"/>
                  </a:lnTo>
                  <a:lnTo>
                    <a:pt x="39016" y="210863"/>
                  </a:lnTo>
                  <a:lnTo>
                    <a:pt x="39016" y="205491"/>
                  </a:lnTo>
                  <a:lnTo>
                    <a:pt x="34980" y="197432"/>
                  </a:lnTo>
                  <a:lnTo>
                    <a:pt x="29598" y="196089"/>
                  </a:lnTo>
                  <a:lnTo>
                    <a:pt x="26908" y="198775"/>
                  </a:lnTo>
                  <a:lnTo>
                    <a:pt x="21526" y="196089"/>
                  </a:lnTo>
                  <a:lnTo>
                    <a:pt x="17490" y="196089"/>
                  </a:lnTo>
                  <a:lnTo>
                    <a:pt x="17490" y="189374"/>
                  </a:lnTo>
                  <a:lnTo>
                    <a:pt x="21526" y="178629"/>
                  </a:lnTo>
                  <a:lnTo>
                    <a:pt x="25562" y="178629"/>
                  </a:lnTo>
                  <a:lnTo>
                    <a:pt x="32289" y="167885"/>
                  </a:lnTo>
                  <a:lnTo>
                    <a:pt x="32289" y="163855"/>
                  </a:lnTo>
                  <a:lnTo>
                    <a:pt x="37670" y="161169"/>
                  </a:lnTo>
                  <a:lnTo>
                    <a:pt x="41707" y="158483"/>
                  </a:lnTo>
                  <a:lnTo>
                    <a:pt x="47088" y="161169"/>
                  </a:lnTo>
                  <a:lnTo>
                    <a:pt x="48434" y="166541"/>
                  </a:lnTo>
                  <a:lnTo>
                    <a:pt x="51124" y="166541"/>
                  </a:lnTo>
                  <a:lnTo>
                    <a:pt x="61887" y="162512"/>
                  </a:lnTo>
                  <a:lnTo>
                    <a:pt x="75341" y="161169"/>
                  </a:lnTo>
                  <a:lnTo>
                    <a:pt x="83413" y="151768"/>
                  </a:lnTo>
                  <a:lnTo>
                    <a:pt x="88795" y="136994"/>
                  </a:lnTo>
                  <a:lnTo>
                    <a:pt x="100903" y="128935"/>
                  </a:lnTo>
                  <a:lnTo>
                    <a:pt x="103594" y="122220"/>
                  </a:lnTo>
                  <a:lnTo>
                    <a:pt x="104939" y="114162"/>
                  </a:lnTo>
                  <a:lnTo>
                    <a:pt x="110321" y="106103"/>
                  </a:lnTo>
                  <a:lnTo>
                    <a:pt x="118393" y="102074"/>
                  </a:lnTo>
                  <a:lnTo>
                    <a:pt x="121084" y="95358"/>
                  </a:lnTo>
                  <a:lnTo>
                    <a:pt x="121084" y="91329"/>
                  </a:lnTo>
                  <a:lnTo>
                    <a:pt x="118393" y="88643"/>
                  </a:lnTo>
                  <a:lnTo>
                    <a:pt x="125120" y="80585"/>
                  </a:lnTo>
                  <a:lnTo>
                    <a:pt x="129156" y="76555"/>
                  </a:lnTo>
                  <a:lnTo>
                    <a:pt x="130501" y="71183"/>
                  </a:lnTo>
                  <a:lnTo>
                    <a:pt x="131847" y="57752"/>
                  </a:lnTo>
                  <a:lnTo>
                    <a:pt x="129156" y="48351"/>
                  </a:lnTo>
                  <a:lnTo>
                    <a:pt x="127811" y="45665"/>
                  </a:lnTo>
                  <a:lnTo>
                    <a:pt x="135883" y="37606"/>
                  </a:lnTo>
                  <a:lnTo>
                    <a:pt x="139919" y="36263"/>
                  </a:lnTo>
                  <a:lnTo>
                    <a:pt x="145301" y="33577"/>
                  </a:lnTo>
                  <a:lnTo>
                    <a:pt x="147991" y="33577"/>
                  </a:lnTo>
                  <a:lnTo>
                    <a:pt x="154718" y="26862"/>
                  </a:lnTo>
                  <a:lnTo>
                    <a:pt x="162791" y="13431"/>
                  </a:lnTo>
                  <a:lnTo>
                    <a:pt x="170863" y="6715"/>
                  </a:lnTo>
                  <a:lnTo>
                    <a:pt x="177589" y="6715"/>
                  </a:lnTo>
                  <a:lnTo>
                    <a:pt x="180280" y="0"/>
                  </a:lnTo>
                  <a:lnTo>
                    <a:pt x="185662" y="0"/>
                  </a:lnTo>
                  <a:lnTo>
                    <a:pt x="200461" y="9401"/>
                  </a:lnTo>
                  <a:lnTo>
                    <a:pt x="207188" y="5372"/>
                  </a:lnTo>
                  <a:lnTo>
                    <a:pt x="215260" y="8058"/>
                  </a:lnTo>
                  <a:lnTo>
                    <a:pt x="217951" y="14774"/>
                  </a:lnTo>
                  <a:lnTo>
                    <a:pt x="224678" y="14774"/>
                  </a:lnTo>
                  <a:close/>
                </a:path>
              </a:pathLst>
            </a:custGeom>
            <a:solidFill>
              <a:srgbClr val="EE7684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25DFC5E9-23EF-6BC8-5BB4-43406BBE10FD}"/>
                </a:ext>
              </a:extLst>
            </p:cNvPr>
            <p:cNvSpPr/>
            <p:nvPr/>
          </p:nvSpPr>
          <p:spPr>
            <a:xfrm>
              <a:off x="9632899" y="4051523"/>
              <a:ext cx="1345" cy="4029"/>
            </a:xfrm>
            <a:custGeom>
              <a:avLst/>
              <a:gdLst>
                <a:gd name="connsiteX0" fmla="*/ 0 w 1345"/>
                <a:gd name="connsiteY0" fmla="*/ 0 h 4029"/>
                <a:gd name="connsiteX1" fmla="*/ 0 w 1345"/>
                <a:gd name="connsiteY1" fmla="*/ 4029 h 4029"/>
                <a:gd name="connsiteX2" fmla="*/ 1345 w 1345"/>
                <a:gd name="connsiteY2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" h="4029">
                  <a:moveTo>
                    <a:pt x="0" y="0"/>
                  </a:moveTo>
                  <a:lnTo>
                    <a:pt x="0" y="4029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EE7684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32C1333A-7E99-8CF3-5880-33AA06C47443}"/>
                </a:ext>
              </a:extLst>
            </p:cNvPr>
            <p:cNvSpPr/>
            <p:nvPr/>
          </p:nvSpPr>
          <p:spPr>
            <a:xfrm>
              <a:off x="9626172" y="4048837"/>
              <a:ext cx="4035" cy="6715"/>
            </a:xfrm>
            <a:custGeom>
              <a:avLst/>
              <a:gdLst>
                <a:gd name="connsiteX0" fmla="*/ 4036 w 4035"/>
                <a:gd name="connsiteY0" fmla="*/ 0 h 6715"/>
                <a:gd name="connsiteX1" fmla="*/ 0 w 4035"/>
                <a:gd name="connsiteY1" fmla="*/ 2686 h 6715"/>
                <a:gd name="connsiteX2" fmla="*/ 1345 w 4035"/>
                <a:gd name="connsiteY2" fmla="*/ 5372 h 6715"/>
                <a:gd name="connsiteX3" fmla="*/ 4036 w 4035"/>
                <a:gd name="connsiteY3" fmla="*/ 6715 h 6715"/>
                <a:gd name="connsiteX4" fmla="*/ 4036 w 4035"/>
                <a:gd name="connsiteY4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6715">
                  <a:moveTo>
                    <a:pt x="4036" y="0"/>
                  </a:moveTo>
                  <a:lnTo>
                    <a:pt x="0" y="2686"/>
                  </a:lnTo>
                  <a:lnTo>
                    <a:pt x="1345" y="5372"/>
                  </a:lnTo>
                  <a:lnTo>
                    <a:pt x="4036" y="6715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E7684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8016D379-F18E-C96C-9E36-E45A827CB5F2}"/>
                </a:ext>
              </a:extLst>
            </p:cNvPr>
            <p:cNvSpPr/>
            <p:nvPr/>
          </p:nvSpPr>
          <p:spPr>
            <a:xfrm>
              <a:off x="9622136" y="4050180"/>
              <a:ext cx="4035" cy="6715"/>
            </a:xfrm>
            <a:custGeom>
              <a:avLst/>
              <a:gdLst>
                <a:gd name="connsiteX0" fmla="*/ 0 w 4035"/>
                <a:gd name="connsiteY0" fmla="*/ 0 h 6715"/>
                <a:gd name="connsiteX1" fmla="*/ 1345 w 4035"/>
                <a:gd name="connsiteY1" fmla="*/ 5372 h 6715"/>
                <a:gd name="connsiteX2" fmla="*/ 4036 w 4035"/>
                <a:gd name="connsiteY2" fmla="*/ 6715 h 6715"/>
                <a:gd name="connsiteX3" fmla="*/ 2691 w 4035"/>
                <a:gd name="connsiteY3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6715">
                  <a:moveTo>
                    <a:pt x="0" y="0"/>
                  </a:moveTo>
                  <a:lnTo>
                    <a:pt x="1345" y="5372"/>
                  </a:lnTo>
                  <a:lnTo>
                    <a:pt x="4036" y="6715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E7684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5803EBEA-165F-FBBF-C277-1352C94D0400}"/>
                </a:ext>
              </a:extLst>
            </p:cNvPr>
            <p:cNvSpPr/>
            <p:nvPr/>
          </p:nvSpPr>
          <p:spPr>
            <a:xfrm>
              <a:off x="9615409" y="4044808"/>
              <a:ext cx="4035" cy="9401"/>
            </a:xfrm>
            <a:custGeom>
              <a:avLst/>
              <a:gdLst>
                <a:gd name="connsiteX0" fmla="*/ 0 w 4035"/>
                <a:gd name="connsiteY0" fmla="*/ 6715 h 9401"/>
                <a:gd name="connsiteX1" fmla="*/ 0 w 4035"/>
                <a:gd name="connsiteY1" fmla="*/ 9402 h 9401"/>
                <a:gd name="connsiteX2" fmla="*/ 2691 w 4035"/>
                <a:gd name="connsiteY2" fmla="*/ 9402 h 9401"/>
                <a:gd name="connsiteX3" fmla="*/ 4036 w 4035"/>
                <a:gd name="connsiteY3" fmla="*/ 2686 h 9401"/>
                <a:gd name="connsiteX4" fmla="*/ 2691 w 4035"/>
                <a:gd name="connsiteY4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9401">
                  <a:moveTo>
                    <a:pt x="0" y="6715"/>
                  </a:moveTo>
                  <a:lnTo>
                    <a:pt x="0" y="9402"/>
                  </a:lnTo>
                  <a:lnTo>
                    <a:pt x="2691" y="9402"/>
                  </a:lnTo>
                  <a:lnTo>
                    <a:pt x="4036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E7684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478" name="Graphic 5">
            <a:extLst>
              <a:ext uri="{FF2B5EF4-FFF2-40B4-BE49-F238E27FC236}">
                <a16:creationId xmlns:a16="http://schemas.microsoft.com/office/drawing/2014/main" id="{7B7E4C61-79B4-005A-1C2B-9036329630AE}"/>
              </a:ext>
            </a:extLst>
          </p:cNvPr>
          <p:cNvGrpSpPr/>
          <p:nvPr/>
        </p:nvGrpSpPr>
        <p:grpSpPr>
          <a:xfrm>
            <a:off x="9605991" y="3903785"/>
            <a:ext cx="133192" cy="173257"/>
            <a:chOff x="9605991" y="3903785"/>
            <a:chExt cx="133192" cy="173257"/>
          </a:xfrm>
          <a:solidFill>
            <a:srgbClr val="E5E5E4"/>
          </a:solidFill>
        </p:grpSpPr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657BBD5D-4EB0-F5A1-B178-C4FF9124FC0C}"/>
                </a:ext>
              </a:extLst>
            </p:cNvPr>
            <p:cNvSpPr/>
            <p:nvPr/>
          </p:nvSpPr>
          <p:spPr>
            <a:xfrm>
              <a:off x="9605991" y="3903785"/>
              <a:ext cx="133192" cy="173257"/>
            </a:xfrm>
            <a:custGeom>
              <a:avLst/>
              <a:gdLst>
                <a:gd name="connsiteX0" fmla="*/ 133192 w 133192"/>
                <a:gd name="connsiteY0" fmla="*/ 142366 h 173257"/>
                <a:gd name="connsiteX1" fmla="*/ 133192 w 133192"/>
                <a:gd name="connsiteY1" fmla="*/ 147738 h 173257"/>
                <a:gd name="connsiteX2" fmla="*/ 129156 w 133192"/>
                <a:gd name="connsiteY2" fmla="*/ 154454 h 173257"/>
                <a:gd name="connsiteX3" fmla="*/ 127811 w 133192"/>
                <a:gd name="connsiteY3" fmla="*/ 153111 h 173257"/>
                <a:gd name="connsiteX4" fmla="*/ 122429 w 133192"/>
                <a:gd name="connsiteY4" fmla="*/ 159826 h 173257"/>
                <a:gd name="connsiteX5" fmla="*/ 121084 w 133192"/>
                <a:gd name="connsiteY5" fmla="*/ 163856 h 173257"/>
                <a:gd name="connsiteX6" fmla="*/ 122429 w 133192"/>
                <a:gd name="connsiteY6" fmla="*/ 166542 h 173257"/>
                <a:gd name="connsiteX7" fmla="*/ 121084 w 133192"/>
                <a:gd name="connsiteY7" fmla="*/ 166542 h 173257"/>
                <a:gd name="connsiteX8" fmla="*/ 122429 w 133192"/>
                <a:gd name="connsiteY8" fmla="*/ 173257 h 173257"/>
                <a:gd name="connsiteX9" fmla="*/ 122429 w 133192"/>
                <a:gd name="connsiteY9" fmla="*/ 173257 h 173257"/>
                <a:gd name="connsiteX10" fmla="*/ 118393 w 133192"/>
                <a:gd name="connsiteY10" fmla="*/ 163856 h 173257"/>
                <a:gd name="connsiteX11" fmla="*/ 114357 w 133192"/>
                <a:gd name="connsiteY11" fmla="*/ 157140 h 173257"/>
                <a:gd name="connsiteX12" fmla="*/ 111666 w 133192"/>
                <a:gd name="connsiteY12" fmla="*/ 154454 h 173257"/>
                <a:gd name="connsiteX13" fmla="*/ 113012 w 133192"/>
                <a:gd name="connsiteY13" fmla="*/ 151768 h 173257"/>
                <a:gd name="connsiteX14" fmla="*/ 113012 w 133192"/>
                <a:gd name="connsiteY14" fmla="*/ 147738 h 173257"/>
                <a:gd name="connsiteX15" fmla="*/ 113012 w 133192"/>
                <a:gd name="connsiteY15" fmla="*/ 150425 h 173257"/>
                <a:gd name="connsiteX16" fmla="*/ 108976 w 133192"/>
                <a:gd name="connsiteY16" fmla="*/ 153111 h 173257"/>
                <a:gd name="connsiteX17" fmla="*/ 107630 w 133192"/>
                <a:gd name="connsiteY17" fmla="*/ 151768 h 173257"/>
                <a:gd name="connsiteX18" fmla="*/ 108976 w 133192"/>
                <a:gd name="connsiteY18" fmla="*/ 143709 h 173257"/>
                <a:gd name="connsiteX19" fmla="*/ 107630 w 133192"/>
                <a:gd name="connsiteY19" fmla="*/ 142366 h 173257"/>
                <a:gd name="connsiteX20" fmla="*/ 108976 w 133192"/>
                <a:gd name="connsiteY20" fmla="*/ 136994 h 173257"/>
                <a:gd name="connsiteX21" fmla="*/ 108976 w 133192"/>
                <a:gd name="connsiteY21" fmla="*/ 132965 h 173257"/>
                <a:gd name="connsiteX22" fmla="*/ 106285 w 133192"/>
                <a:gd name="connsiteY22" fmla="*/ 130279 h 173257"/>
                <a:gd name="connsiteX23" fmla="*/ 98212 w 133192"/>
                <a:gd name="connsiteY23" fmla="*/ 112819 h 173257"/>
                <a:gd name="connsiteX24" fmla="*/ 95522 w 133192"/>
                <a:gd name="connsiteY24" fmla="*/ 112819 h 173257"/>
                <a:gd name="connsiteX25" fmla="*/ 95522 w 133192"/>
                <a:gd name="connsiteY25" fmla="*/ 114162 h 173257"/>
                <a:gd name="connsiteX26" fmla="*/ 94176 w 133192"/>
                <a:gd name="connsiteY26" fmla="*/ 114162 h 173257"/>
                <a:gd name="connsiteX27" fmla="*/ 88795 w 133192"/>
                <a:gd name="connsiteY27" fmla="*/ 116848 h 173257"/>
                <a:gd name="connsiteX28" fmla="*/ 79377 w 133192"/>
                <a:gd name="connsiteY28" fmla="*/ 111475 h 173257"/>
                <a:gd name="connsiteX29" fmla="*/ 79377 w 133192"/>
                <a:gd name="connsiteY29" fmla="*/ 110132 h 173257"/>
                <a:gd name="connsiteX30" fmla="*/ 75341 w 133192"/>
                <a:gd name="connsiteY30" fmla="*/ 110132 h 173257"/>
                <a:gd name="connsiteX31" fmla="*/ 71305 w 133192"/>
                <a:gd name="connsiteY31" fmla="*/ 106103 h 173257"/>
                <a:gd name="connsiteX32" fmla="*/ 68614 w 133192"/>
                <a:gd name="connsiteY32" fmla="*/ 98045 h 173257"/>
                <a:gd name="connsiteX33" fmla="*/ 69960 w 133192"/>
                <a:gd name="connsiteY33" fmla="*/ 107446 h 173257"/>
                <a:gd name="connsiteX34" fmla="*/ 73996 w 133192"/>
                <a:gd name="connsiteY34" fmla="*/ 112819 h 173257"/>
                <a:gd name="connsiteX35" fmla="*/ 72650 w 133192"/>
                <a:gd name="connsiteY35" fmla="*/ 115505 h 173257"/>
                <a:gd name="connsiteX36" fmla="*/ 67269 w 133192"/>
                <a:gd name="connsiteY36" fmla="*/ 118191 h 173257"/>
                <a:gd name="connsiteX37" fmla="*/ 71305 w 133192"/>
                <a:gd name="connsiteY37" fmla="*/ 119534 h 173257"/>
                <a:gd name="connsiteX38" fmla="*/ 73996 w 133192"/>
                <a:gd name="connsiteY38" fmla="*/ 124906 h 173257"/>
                <a:gd name="connsiteX39" fmla="*/ 73996 w 133192"/>
                <a:gd name="connsiteY39" fmla="*/ 131622 h 173257"/>
                <a:gd name="connsiteX40" fmla="*/ 68614 w 133192"/>
                <a:gd name="connsiteY40" fmla="*/ 134308 h 173257"/>
                <a:gd name="connsiteX41" fmla="*/ 64578 w 133192"/>
                <a:gd name="connsiteY41" fmla="*/ 141023 h 173257"/>
                <a:gd name="connsiteX42" fmla="*/ 60542 w 133192"/>
                <a:gd name="connsiteY42" fmla="*/ 138337 h 173257"/>
                <a:gd name="connsiteX43" fmla="*/ 63233 w 133192"/>
                <a:gd name="connsiteY43" fmla="*/ 134308 h 173257"/>
                <a:gd name="connsiteX44" fmla="*/ 64578 w 133192"/>
                <a:gd name="connsiteY44" fmla="*/ 132965 h 173257"/>
                <a:gd name="connsiteX45" fmla="*/ 65923 w 133192"/>
                <a:gd name="connsiteY45" fmla="*/ 130279 h 173257"/>
                <a:gd name="connsiteX46" fmla="*/ 63233 w 133192"/>
                <a:gd name="connsiteY46" fmla="*/ 132965 h 173257"/>
                <a:gd name="connsiteX47" fmla="*/ 59196 w 133192"/>
                <a:gd name="connsiteY47" fmla="*/ 138337 h 173257"/>
                <a:gd name="connsiteX48" fmla="*/ 56506 w 133192"/>
                <a:gd name="connsiteY48" fmla="*/ 132965 h 173257"/>
                <a:gd name="connsiteX49" fmla="*/ 59196 w 133192"/>
                <a:gd name="connsiteY49" fmla="*/ 124906 h 173257"/>
                <a:gd name="connsiteX50" fmla="*/ 59196 w 133192"/>
                <a:gd name="connsiteY50" fmla="*/ 122220 h 173257"/>
                <a:gd name="connsiteX51" fmla="*/ 56506 w 133192"/>
                <a:gd name="connsiteY51" fmla="*/ 120877 h 173257"/>
                <a:gd name="connsiteX52" fmla="*/ 57851 w 133192"/>
                <a:gd name="connsiteY52" fmla="*/ 123563 h 173257"/>
                <a:gd name="connsiteX53" fmla="*/ 55161 w 133192"/>
                <a:gd name="connsiteY53" fmla="*/ 126249 h 173257"/>
                <a:gd name="connsiteX54" fmla="*/ 55161 w 133192"/>
                <a:gd name="connsiteY54" fmla="*/ 131622 h 173257"/>
                <a:gd name="connsiteX55" fmla="*/ 53815 w 133192"/>
                <a:gd name="connsiteY55" fmla="*/ 131622 h 173257"/>
                <a:gd name="connsiteX56" fmla="*/ 56506 w 133192"/>
                <a:gd name="connsiteY56" fmla="*/ 136994 h 173257"/>
                <a:gd name="connsiteX57" fmla="*/ 56506 w 133192"/>
                <a:gd name="connsiteY57" fmla="*/ 142366 h 173257"/>
                <a:gd name="connsiteX58" fmla="*/ 53815 w 133192"/>
                <a:gd name="connsiteY58" fmla="*/ 143709 h 173257"/>
                <a:gd name="connsiteX59" fmla="*/ 53815 w 133192"/>
                <a:gd name="connsiteY59" fmla="*/ 143709 h 173257"/>
                <a:gd name="connsiteX60" fmla="*/ 49779 w 133192"/>
                <a:gd name="connsiteY60" fmla="*/ 141023 h 173257"/>
                <a:gd name="connsiteX61" fmla="*/ 47088 w 133192"/>
                <a:gd name="connsiteY61" fmla="*/ 141023 h 173257"/>
                <a:gd name="connsiteX62" fmla="*/ 47088 w 133192"/>
                <a:gd name="connsiteY62" fmla="*/ 145052 h 173257"/>
                <a:gd name="connsiteX63" fmla="*/ 43052 w 133192"/>
                <a:gd name="connsiteY63" fmla="*/ 145052 h 173257"/>
                <a:gd name="connsiteX64" fmla="*/ 41707 w 133192"/>
                <a:gd name="connsiteY64" fmla="*/ 143709 h 173257"/>
                <a:gd name="connsiteX65" fmla="*/ 40361 w 133192"/>
                <a:gd name="connsiteY65" fmla="*/ 138337 h 173257"/>
                <a:gd name="connsiteX66" fmla="*/ 37670 w 133192"/>
                <a:gd name="connsiteY66" fmla="*/ 138337 h 173257"/>
                <a:gd name="connsiteX67" fmla="*/ 36325 w 133192"/>
                <a:gd name="connsiteY67" fmla="*/ 130279 h 173257"/>
                <a:gd name="connsiteX68" fmla="*/ 34980 w 133192"/>
                <a:gd name="connsiteY68" fmla="*/ 126249 h 173257"/>
                <a:gd name="connsiteX69" fmla="*/ 34980 w 133192"/>
                <a:gd name="connsiteY69" fmla="*/ 119534 h 173257"/>
                <a:gd name="connsiteX70" fmla="*/ 28253 w 133192"/>
                <a:gd name="connsiteY70" fmla="*/ 108789 h 173257"/>
                <a:gd name="connsiteX71" fmla="*/ 26908 w 133192"/>
                <a:gd name="connsiteY71" fmla="*/ 100731 h 173257"/>
                <a:gd name="connsiteX72" fmla="*/ 26908 w 133192"/>
                <a:gd name="connsiteY72" fmla="*/ 96702 h 173257"/>
                <a:gd name="connsiteX73" fmla="*/ 25562 w 133192"/>
                <a:gd name="connsiteY73" fmla="*/ 89986 h 173257"/>
                <a:gd name="connsiteX74" fmla="*/ 25562 w 133192"/>
                <a:gd name="connsiteY74" fmla="*/ 80585 h 173257"/>
                <a:gd name="connsiteX75" fmla="*/ 18835 w 133192"/>
                <a:gd name="connsiteY75" fmla="*/ 72526 h 173257"/>
                <a:gd name="connsiteX76" fmla="*/ 12108 w 133192"/>
                <a:gd name="connsiteY76" fmla="*/ 69840 h 173257"/>
                <a:gd name="connsiteX77" fmla="*/ 6727 w 133192"/>
                <a:gd name="connsiteY77" fmla="*/ 63125 h 173257"/>
                <a:gd name="connsiteX78" fmla="*/ 6727 w 133192"/>
                <a:gd name="connsiteY78" fmla="*/ 53723 h 173257"/>
                <a:gd name="connsiteX79" fmla="*/ 10763 w 133192"/>
                <a:gd name="connsiteY79" fmla="*/ 52380 h 173257"/>
                <a:gd name="connsiteX80" fmla="*/ 13454 w 133192"/>
                <a:gd name="connsiteY80" fmla="*/ 45665 h 173257"/>
                <a:gd name="connsiteX81" fmla="*/ 17490 w 133192"/>
                <a:gd name="connsiteY81" fmla="*/ 42979 h 173257"/>
                <a:gd name="connsiteX82" fmla="*/ 20181 w 133192"/>
                <a:gd name="connsiteY82" fmla="*/ 44322 h 173257"/>
                <a:gd name="connsiteX83" fmla="*/ 22872 w 133192"/>
                <a:gd name="connsiteY83" fmla="*/ 41635 h 173257"/>
                <a:gd name="connsiteX84" fmla="*/ 21526 w 133192"/>
                <a:gd name="connsiteY84" fmla="*/ 34920 h 173257"/>
                <a:gd name="connsiteX85" fmla="*/ 22872 w 133192"/>
                <a:gd name="connsiteY85" fmla="*/ 30891 h 173257"/>
                <a:gd name="connsiteX86" fmla="*/ 16145 w 133192"/>
                <a:gd name="connsiteY86" fmla="*/ 30891 h 173257"/>
                <a:gd name="connsiteX87" fmla="*/ 12108 w 133192"/>
                <a:gd name="connsiteY87" fmla="*/ 33577 h 173257"/>
                <a:gd name="connsiteX88" fmla="*/ 0 w 133192"/>
                <a:gd name="connsiteY88" fmla="*/ 28205 h 173257"/>
                <a:gd name="connsiteX89" fmla="*/ 0 w 133192"/>
                <a:gd name="connsiteY89" fmla="*/ 22832 h 173257"/>
                <a:gd name="connsiteX90" fmla="*/ 5381 w 133192"/>
                <a:gd name="connsiteY90" fmla="*/ 16117 h 173257"/>
                <a:gd name="connsiteX91" fmla="*/ 8072 w 133192"/>
                <a:gd name="connsiteY91" fmla="*/ 9402 h 173257"/>
                <a:gd name="connsiteX92" fmla="*/ 5381 w 133192"/>
                <a:gd name="connsiteY92" fmla="*/ 8059 h 173257"/>
                <a:gd name="connsiteX93" fmla="*/ 5381 w 133192"/>
                <a:gd name="connsiteY93" fmla="*/ 4029 h 173257"/>
                <a:gd name="connsiteX94" fmla="*/ 6727 w 133192"/>
                <a:gd name="connsiteY94" fmla="*/ 4029 h 173257"/>
                <a:gd name="connsiteX95" fmla="*/ 8072 w 133192"/>
                <a:gd name="connsiteY95" fmla="*/ 0 h 173257"/>
                <a:gd name="connsiteX96" fmla="*/ 10763 w 133192"/>
                <a:gd name="connsiteY96" fmla="*/ 2686 h 173257"/>
                <a:gd name="connsiteX97" fmla="*/ 14799 w 133192"/>
                <a:gd name="connsiteY97" fmla="*/ 6715 h 173257"/>
                <a:gd name="connsiteX98" fmla="*/ 14799 w 133192"/>
                <a:gd name="connsiteY98" fmla="*/ 9402 h 173257"/>
                <a:gd name="connsiteX99" fmla="*/ 17490 w 133192"/>
                <a:gd name="connsiteY99" fmla="*/ 14774 h 173257"/>
                <a:gd name="connsiteX100" fmla="*/ 22872 w 133192"/>
                <a:gd name="connsiteY100" fmla="*/ 16117 h 173257"/>
                <a:gd name="connsiteX101" fmla="*/ 25562 w 133192"/>
                <a:gd name="connsiteY101" fmla="*/ 14774 h 173257"/>
                <a:gd name="connsiteX102" fmla="*/ 22872 w 133192"/>
                <a:gd name="connsiteY102" fmla="*/ 12088 h 173257"/>
                <a:gd name="connsiteX103" fmla="*/ 22872 w 133192"/>
                <a:gd name="connsiteY103" fmla="*/ 9402 h 173257"/>
                <a:gd name="connsiteX104" fmla="*/ 25562 w 133192"/>
                <a:gd name="connsiteY104" fmla="*/ 9402 h 173257"/>
                <a:gd name="connsiteX105" fmla="*/ 29598 w 133192"/>
                <a:gd name="connsiteY105" fmla="*/ 12088 h 173257"/>
                <a:gd name="connsiteX106" fmla="*/ 32289 w 133192"/>
                <a:gd name="connsiteY106" fmla="*/ 14774 h 173257"/>
                <a:gd name="connsiteX107" fmla="*/ 36325 w 133192"/>
                <a:gd name="connsiteY107" fmla="*/ 16117 h 173257"/>
                <a:gd name="connsiteX108" fmla="*/ 37670 w 133192"/>
                <a:gd name="connsiteY108" fmla="*/ 14774 h 173257"/>
                <a:gd name="connsiteX109" fmla="*/ 40361 w 133192"/>
                <a:gd name="connsiteY109" fmla="*/ 14774 h 173257"/>
                <a:gd name="connsiteX110" fmla="*/ 43052 w 133192"/>
                <a:gd name="connsiteY110" fmla="*/ 20146 h 173257"/>
                <a:gd name="connsiteX111" fmla="*/ 44397 w 133192"/>
                <a:gd name="connsiteY111" fmla="*/ 26862 h 173257"/>
                <a:gd name="connsiteX112" fmla="*/ 45743 w 133192"/>
                <a:gd name="connsiteY112" fmla="*/ 29548 h 173257"/>
                <a:gd name="connsiteX113" fmla="*/ 47088 w 133192"/>
                <a:gd name="connsiteY113" fmla="*/ 34920 h 173257"/>
                <a:gd name="connsiteX114" fmla="*/ 47088 w 133192"/>
                <a:gd name="connsiteY114" fmla="*/ 38949 h 173257"/>
                <a:gd name="connsiteX115" fmla="*/ 52470 w 133192"/>
                <a:gd name="connsiteY115" fmla="*/ 41635 h 173257"/>
                <a:gd name="connsiteX116" fmla="*/ 56506 w 133192"/>
                <a:gd name="connsiteY116" fmla="*/ 40292 h 173257"/>
                <a:gd name="connsiteX117" fmla="*/ 61887 w 133192"/>
                <a:gd name="connsiteY117" fmla="*/ 42979 h 173257"/>
                <a:gd name="connsiteX118" fmla="*/ 68614 w 133192"/>
                <a:gd name="connsiteY118" fmla="*/ 42979 h 173257"/>
                <a:gd name="connsiteX119" fmla="*/ 79377 w 133192"/>
                <a:gd name="connsiteY119" fmla="*/ 42979 h 173257"/>
                <a:gd name="connsiteX120" fmla="*/ 87449 w 133192"/>
                <a:gd name="connsiteY120" fmla="*/ 42979 h 173257"/>
                <a:gd name="connsiteX121" fmla="*/ 96867 w 133192"/>
                <a:gd name="connsiteY121" fmla="*/ 42979 h 173257"/>
                <a:gd name="connsiteX122" fmla="*/ 100903 w 133192"/>
                <a:gd name="connsiteY122" fmla="*/ 42979 h 173257"/>
                <a:gd name="connsiteX123" fmla="*/ 102249 w 133192"/>
                <a:gd name="connsiteY123" fmla="*/ 44322 h 173257"/>
                <a:gd name="connsiteX124" fmla="*/ 106285 w 133192"/>
                <a:gd name="connsiteY124" fmla="*/ 42979 h 173257"/>
                <a:gd name="connsiteX125" fmla="*/ 110321 w 133192"/>
                <a:gd name="connsiteY125" fmla="*/ 48351 h 173257"/>
                <a:gd name="connsiteX126" fmla="*/ 113012 w 133192"/>
                <a:gd name="connsiteY126" fmla="*/ 49694 h 173257"/>
                <a:gd name="connsiteX127" fmla="*/ 110321 w 133192"/>
                <a:gd name="connsiteY127" fmla="*/ 53723 h 173257"/>
                <a:gd name="connsiteX128" fmla="*/ 108976 w 133192"/>
                <a:gd name="connsiteY128" fmla="*/ 60438 h 173257"/>
                <a:gd name="connsiteX129" fmla="*/ 106285 w 133192"/>
                <a:gd name="connsiteY129" fmla="*/ 69840 h 173257"/>
                <a:gd name="connsiteX130" fmla="*/ 102249 w 133192"/>
                <a:gd name="connsiteY130" fmla="*/ 71183 h 173257"/>
                <a:gd name="connsiteX131" fmla="*/ 102249 w 133192"/>
                <a:gd name="connsiteY131" fmla="*/ 73869 h 173257"/>
                <a:gd name="connsiteX132" fmla="*/ 100903 w 133192"/>
                <a:gd name="connsiteY132" fmla="*/ 76556 h 173257"/>
                <a:gd name="connsiteX133" fmla="*/ 96867 w 133192"/>
                <a:gd name="connsiteY133" fmla="*/ 76556 h 173257"/>
                <a:gd name="connsiteX134" fmla="*/ 95522 w 133192"/>
                <a:gd name="connsiteY134" fmla="*/ 73869 h 173257"/>
                <a:gd name="connsiteX135" fmla="*/ 90140 w 133192"/>
                <a:gd name="connsiteY135" fmla="*/ 77899 h 173257"/>
                <a:gd name="connsiteX136" fmla="*/ 90140 w 133192"/>
                <a:gd name="connsiteY136" fmla="*/ 81928 h 173257"/>
                <a:gd name="connsiteX137" fmla="*/ 87449 w 133192"/>
                <a:gd name="connsiteY137" fmla="*/ 83271 h 173257"/>
                <a:gd name="connsiteX138" fmla="*/ 87449 w 133192"/>
                <a:gd name="connsiteY138" fmla="*/ 85957 h 173257"/>
                <a:gd name="connsiteX139" fmla="*/ 90140 w 133192"/>
                <a:gd name="connsiteY139" fmla="*/ 92672 h 173257"/>
                <a:gd name="connsiteX140" fmla="*/ 92831 w 133192"/>
                <a:gd name="connsiteY140" fmla="*/ 95359 h 173257"/>
                <a:gd name="connsiteX141" fmla="*/ 94176 w 133192"/>
                <a:gd name="connsiteY141" fmla="*/ 98045 h 173257"/>
                <a:gd name="connsiteX142" fmla="*/ 98212 w 133192"/>
                <a:gd name="connsiteY142" fmla="*/ 102074 h 173257"/>
                <a:gd name="connsiteX143" fmla="*/ 102249 w 133192"/>
                <a:gd name="connsiteY143" fmla="*/ 107446 h 173257"/>
                <a:gd name="connsiteX144" fmla="*/ 104939 w 133192"/>
                <a:gd name="connsiteY144" fmla="*/ 107446 h 173257"/>
                <a:gd name="connsiteX145" fmla="*/ 104939 w 133192"/>
                <a:gd name="connsiteY145" fmla="*/ 103417 h 173257"/>
                <a:gd name="connsiteX146" fmla="*/ 103594 w 133192"/>
                <a:gd name="connsiteY146" fmla="*/ 102074 h 173257"/>
                <a:gd name="connsiteX147" fmla="*/ 106285 w 133192"/>
                <a:gd name="connsiteY147" fmla="*/ 98045 h 173257"/>
                <a:gd name="connsiteX148" fmla="*/ 106285 w 133192"/>
                <a:gd name="connsiteY148" fmla="*/ 95359 h 173257"/>
                <a:gd name="connsiteX149" fmla="*/ 107630 w 133192"/>
                <a:gd name="connsiteY149" fmla="*/ 92672 h 173257"/>
                <a:gd name="connsiteX150" fmla="*/ 106285 w 133192"/>
                <a:gd name="connsiteY150" fmla="*/ 89986 h 173257"/>
                <a:gd name="connsiteX151" fmla="*/ 108976 w 133192"/>
                <a:gd name="connsiteY151" fmla="*/ 88643 h 173257"/>
                <a:gd name="connsiteX152" fmla="*/ 111666 w 133192"/>
                <a:gd name="connsiteY152" fmla="*/ 91329 h 173257"/>
                <a:gd name="connsiteX153" fmla="*/ 115702 w 133192"/>
                <a:gd name="connsiteY153" fmla="*/ 89986 h 173257"/>
                <a:gd name="connsiteX154" fmla="*/ 117048 w 133192"/>
                <a:gd name="connsiteY154" fmla="*/ 92672 h 173257"/>
                <a:gd name="connsiteX155" fmla="*/ 119738 w 133192"/>
                <a:gd name="connsiteY155" fmla="*/ 96702 h 173257"/>
                <a:gd name="connsiteX156" fmla="*/ 121084 w 133192"/>
                <a:gd name="connsiteY156" fmla="*/ 103417 h 173257"/>
                <a:gd name="connsiteX157" fmla="*/ 121084 w 133192"/>
                <a:gd name="connsiteY157" fmla="*/ 108789 h 173257"/>
                <a:gd name="connsiteX158" fmla="*/ 123775 w 133192"/>
                <a:gd name="connsiteY158" fmla="*/ 112819 h 173257"/>
                <a:gd name="connsiteX159" fmla="*/ 125120 w 133192"/>
                <a:gd name="connsiteY159" fmla="*/ 123563 h 173257"/>
                <a:gd name="connsiteX160" fmla="*/ 127811 w 133192"/>
                <a:gd name="connsiteY160" fmla="*/ 130279 h 173257"/>
                <a:gd name="connsiteX161" fmla="*/ 129156 w 133192"/>
                <a:gd name="connsiteY161" fmla="*/ 134308 h 173257"/>
                <a:gd name="connsiteX162" fmla="*/ 130502 w 133192"/>
                <a:gd name="connsiteY162" fmla="*/ 136994 h 173257"/>
                <a:gd name="connsiteX163" fmla="*/ 130502 w 133192"/>
                <a:gd name="connsiteY163" fmla="*/ 139680 h 173257"/>
                <a:gd name="connsiteX164" fmla="*/ 131847 w 133192"/>
                <a:gd name="connsiteY164" fmla="*/ 141023 h 1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</a:cxnLst>
              <a:rect l="l" t="t" r="r" b="b"/>
              <a:pathLst>
                <a:path w="133192" h="173257">
                  <a:moveTo>
                    <a:pt x="133192" y="142366"/>
                  </a:moveTo>
                  <a:lnTo>
                    <a:pt x="133192" y="147738"/>
                  </a:lnTo>
                  <a:lnTo>
                    <a:pt x="129156" y="154454"/>
                  </a:lnTo>
                  <a:lnTo>
                    <a:pt x="127811" y="153111"/>
                  </a:lnTo>
                  <a:lnTo>
                    <a:pt x="122429" y="159826"/>
                  </a:lnTo>
                  <a:lnTo>
                    <a:pt x="121084" y="163856"/>
                  </a:lnTo>
                  <a:lnTo>
                    <a:pt x="122429" y="166542"/>
                  </a:lnTo>
                  <a:lnTo>
                    <a:pt x="121084" y="166542"/>
                  </a:lnTo>
                  <a:lnTo>
                    <a:pt x="122429" y="173257"/>
                  </a:lnTo>
                  <a:lnTo>
                    <a:pt x="122429" y="173257"/>
                  </a:lnTo>
                  <a:lnTo>
                    <a:pt x="118393" y="163856"/>
                  </a:lnTo>
                  <a:lnTo>
                    <a:pt x="114357" y="157140"/>
                  </a:lnTo>
                  <a:lnTo>
                    <a:pt x="111666" y="154454"/>
                  </a:lnTo>
                  <a:lnTo>
                    <a:pt x="113012" y="151768"/>
                  </a:lnTo>
                  <a:lnTo>
                    <a:pt x="113012" y="147738"/>
                  </a:lnTo>
                  <a:lnTo>
                    <a:pt x="113012" y="150425"/>
                  </a:lnTo>
                  <a:lnTo>
                    <a:pt x="108976" y="153111"/>
                  </a:lnTo>
                  <a:lnTo>
                    <a:pt x="107630" y="151768"/>
                  </a:lnTo>
                  <a:lnTo>
                    <a:pt x="108976" y="143709"/>
                  </a:lnTo>
                  <a:lnTo>
                    <a:pt x="107630" y="142366"/>
                  </a:lnTo>
                  <a:lnTo>
                    <a:pt x="108976" y="136994"/>
                  </a:lnTo>
                  <a:lnTo>
                    <a:pt x="108976" y="132965"/>
                  </a:lnTo>
                  <a:lnTo>
                    <a:pt x="106285" y="130279"/>
                  </a:lnTo>
                  <a:lnTo>
                    <a:pt x="98212" y="112819"/>
                  </a:lnTo>
                  <a:lnTo>
                    <a:pt x="95522" y="112819"/>
                  </a:lnTo>
                  <a:lnTo>
                    <a:pt x="95522" y="114162"/>
                  </a:lnTo>
                  <a:lnTo>
                    <a:pt x="94176" y="114162"/>
                  </a:lnTo>
                  <a:lnTo>
                    <a:pt x="88795" y="116848"/>
                  </a:lnTo>
                  <a:lnTo>
                    <a:pt x="79377" y="111475"/>
                  </a:lnTo>
                  <a:lnTo>
                    <a:pt x="79377" y="110132"/>
                  </a:lnTo>
                  <a:lnTo>
                    <a:pt x="75341" y="110132"/>
                  </a:lnTo>
                  <a:lnTo>
                    <a:pt x="71305" y="106103"/>
                  </a:lnTo>
                  <a:lnTo>
                    <a:pt x="68614" y="98045"/>
                  </a:lnTo>
                  <a:lnTo>
                    <a:pt x="69960" y="107446"/>
                  </a:lnTo>
                  <a:lnTo>
                    <a:pt x="73996" y="112819"/>
                  </a:lnTo>
                  <a:lnTo>
                    <a:pt x="72650" y="115505"/>
                  </a:lnTo>
                  <a:lnTo>
                    <a:pt x="67269" y="118191"/>
                  </a:lnTo>
                  <a:lnTo>
                    <a:pt x="71305" y="119534"/>
                  </a:lnTo>
                  <a:lnTo>
                    <a:pt x="73996" y="124906"/>
                  </a:lnTo>
                  <a:lnTo>
                    <a:pt x="73996" y="131622"/>
                  </a:lnTo>
                  <a:lnTo>
                    <a:pt x="68614" y="134308"/>
                  </a:lnTo>
                  <a:lnTo>
                    <a:pt x="64578" y="141023"/>
                  </a:lnTo>
                  <a:lnTo>
                    <a:pt x="60542" y="138337"/>
                  </a:lnTo>
                  <a:lnTo>
                    <a:pt x="63233" y="134308"/>
                  </a:lnTo>
                  <a:lnTo>
                    <a:pt x="64578" y="132965"/>
                  </a:lnTo>
                  <a:lnTo>
                    <a:pt x="65923" y="130279"/>
                  </a:lnTo>
                  <a:lnTo>
                    <a:pt x="63233" y="132965"/>
                  </a:lnTo>
                  <a:lnTo>
                    <a:pt x="59196" y="138337"/>
                  </a:lnTo>
                  <a:lnTo>
                    <a:pt x="56506" y="132965"/>
                  </a:lnTo>
                  <a:lnTo>
                    <a:pt x="59196" y="124906"/>
                  </a:lnTo>
                  <a:lnTo>
                    <a:pt x="59196" y="122220"/>
                  </a:lnTo>
                  <a:lnTo>
                    <a:pt x="56506" y="120877"/>
                  </a:lnTo>
                  <a:lnTo>
                    <a:pt x="57851" y="123563"/>
                  </a:lnTo>
                  <a:lnTo>
                    <a:pt x="55161" y="126249"/>
                  </a:lnTo>
                  <a:lnTo>
                    <a:pt x="55161" y="131622"/>
                  </a:lnTo>
                  <a:lnTo>
                    <a:pt x="53815" y="131622"/>
                  </a:lnTo>
                  <a:lnTo>
                    <a:pt x="56506" y="136994"/>
                  </a:lnTo>
                  <a:lnTo>
                    <a:pt x="56506" y="142366"/>
                  </a:lnTo>
                  <a:lnTo>
                    <a:pt x="53815" y="143709"/>
                  </a:lnTo>
                  <a:lnTo>
                    <a:pt x="53815" y="143709"/>
                  </a:lnTo>
                  <a:lnTo>
                    <a:pt x="49779" y="141023"/>
                  </a:lnTo>
                  <a:lnTo>
                    <a:pt x="47088" y="141023"/>
                  </a:lnTo>
                  <a:lnTo>
                    <a:pt x="47088" y="145052"/>
                  </a:lnTo>
                  <a:lnTo>
                    <a:pt x="43052" y="145052"/>
                  </a:lnTo>
                  <a:lnTo>
                    <a:pt x="41707" y="143709"/>
                  </a:lnTo>
                  <a:lnTo>
                    <a:pt x="40361" y="138337"/>
                  </a:lnTo>
                  <a:lnTo>
                    <a:pt x="37670" y="138337"/>
                  </a:lnTo>
                  <a:lnTo>
                    <a:pt x="36325" y="130279"/>
                  </a:lnTo>
                  <a:lnTo>
                    <a:pt x="34980" y="126249"/>
                  </a:lnTo>
                  <a:lnTo>
                    <a:pt x="34980" y="119534"/>
                  </a:lnTo>
                  <a:lnTo>
                    <a:pt x="28253" y="108789"/>
                  </a:lnTo>
                  <a:lnTo>
                    <a:pt x="26908" y="100731"/>
                  </a:lnTo>
                  <a:lnTo>
                    <a:pt x="26908" y="96702"/>
                  </a:lnTo>
                  <a:lnTo>
                    <a:pt x="25562" y="89986"/>
                  </a:lnTo>
                  <a:lnTo>
                    <a:pt x="25562" y="80585"/>
                  </a:lnTo>
                  <a:lnTo>
                    <a:pt x="18835" y="72526"/>
                  </a:lnTo>
                  <a:lnTo>
                    <a:pt x="12108" y="69840"/>
                  </a:lnTo>
                  <a:lnTo>
                    <a:pt x="6727" y="63125"/>
                  </a:lnTo>
                  <a:lnTo>
                    <a:pt x="6727" y="53723"/>
                  </a:lnTo>
                  <a:lnTo>
                    <a:pt x="10763" y="52380"/>
                  </a:lnTo>
                  <a:lnTo>
                    <a:pt x="13454" y="45665"/>
                  </a:lnTo>
                  <a:lnTo>
                    <a:pt x="17490" y="42979"/>
                  </a:lnTo>
                  <a:lnTo>
                    <a:pt x="20181" y="44322"/>
                  </a:lnTo>
                  <a:lnTo>
                    <a:pt x="22872" y="41635"/>
                  </a:lnTo>
                  <a:lnTo>
                    <a:pt x="21526" y="34920"/>
                  </a:lnTo>
                  <a:lnTo>
                    <a:pt x="22872" y="30891"/>
                  </a:lnTo>
                  <a:lnTo>
                    <a:pt x="16145" y="30891"/>
                  </a:lnTo>
                  <a:lnTo>
                    <a:pt x="12108" y="33577"/>
                  </a:lnTo>
                  <a:lnTo>
                    <a:pt x="0" y="28205"/>
                  </a:lnTo>
                  <a:lnTo>
                    <a:pt x="0" y="22832"/>
                  </a:lnTo>
                  <a:lnTo>
                    <a:pt x="5381" y="16117"/>
                  </a:lnTo>
                  <a:lnTo>
                    <a:pt x="8072" y="9402"/>
                  </a:lnTo>
                  <a:lnTo>
                    <a:pt x="5381" y="8059"/>
                  </a:lnTo>
                  <a:lnTo>
                    <a:pt x="5381" y="4029"/>
                  </a:lnTo>
                  <a:lnTo>
                    <a:pt x="6727" y="4029"/>
                  </a:lnTo>
                  <a:lnTo>
                    <a:pt x="8072" y="0"/>
                  </a:lnTo>
                  <a:lnTo>
                    <a:pt x="10763" y="2686"/>
                  </a:lnTo>
                  <a:lnTo>
                    <a:pt x="14799" y="6715"/>
                  </a:lnTo>
                  <a:lnTo>
                    <a:pt x="14799" y="9402"/>
                  </a:lnTo>
                  <a:lnTo>
                    <a:pt x="17490" y="14774"/>
                  </a:lnTo>
                  <a:lnTo>
                    <a:pt x="22872" y="16117"/>
                  </a:lnTo>
                  <a:lnTo>
                    <a:pt x="25562" y="14774"/>
                  </a:lnTo>
                  <a:lnTo>
                    <a:pt x="22872" y="12088"/>
                  </a:lnTo>
                  <a:lnTo>
                    <a:pt x="22872" y="9402"/>
                  </a:lnTo>
                  <a:lnTo>
                    <a:pt x="25562" y="9402"/>
                  </a:lnTo>
                  <a:lnTo>
                    <a:pt x="29598" y="12088"/>
                  </a:lnTo>
                  <a:lnTo>
                    <a:pt x="32289" y="14774"/>
                  </a:lnTo>
                  <a:lnTo>
                    <a:pt x="36325" y="16117"/>
                  </a:lnTo>
                  <a:lnTo>
                    <a:pt x="37670" y="14774"/>
                  </a:lnTo>
                  <a:lnTo>
                    <a:pt x="40361" y="14774"/>
                  </a:lnTo>
                  <a:lnTo>
                    <a:pt x="43052" y="20146"/>
                  </a:lnTo>
                  <a:lnTo>
                    <a:pt x="44397" y="26862"/>
                  </a:lnTo>
                  <a:lnTo>
                    <a:pt x="45743" y="29548"/>
                  </a:lnTo>
                  <a:lnTo>
                    <a:pt x="47088" y="34920"/>
                  </a:lnTo>
                  <a:lnTo>
                    <a:pt x="47088" y="38949"/>
                  </a:lnTo>
                  <a:lnTo>
                    <a:pt x="52470" y="41635"/>
                  </a:lnTo>
                  <a:lnTo>
                    <a:pt x="56506" y="40292"/>
                  </a:lnTo>
                  <a:lnTo>
                    <a:pt x="61887" y="42979"/>
                  </a:lnTo>
                  <a:lnTo>
                    <a:pt x="68614" y="42979"/>
                  </a:lnTo>
                  <a:lnTo>
                    <a:pt x="79377" y="42979"/>
                  </a:lnTo>
                  <a:lnTo>
                    <a:pt x="87449" y="42979"/>
                  </a:lnTo>
                  <a:lnTo>
                    <a:pt x="96867" y="42979"/>
                  </a:lnTo>
                  <a:lnTo>
                    <a:pt x="100903" y="42979"/>
                  </a:lnTo>
                  <a:lnTo>
                    <a:pt x="102249" y="44322"/>
                  </a:lnTo>
                  <a:lnTo>
                    <a:pt x="106285" y="42979"/>
                  </a:lnTo>
                  <a:lnTo>
                    <a:pt x="110321" y="48351"/>
                  </a:lnTo>
                  <a:lnTo>
                    <a:pt x="113012" y="49694"/>
                  </a:lnTo>
                  <a:lnTo>
                    <a:pt x="110321" y="53723"/>
                  </a:lnTo>
                  <a:lnTo>
                    <a:pt x="108976" y="60438"/>
                  </a:lnTo>
                  <a:lnTo>
                    <a:pt x="106285" y="69840"/>
                  </a:lnTo>
                  <a:lnTo>
                    <a:pt x="102249" y="71183"/>
                  </a:lnTo>
                  <a:lnTo>
                    <a:pt x="102249" y="73869"/>
                  </a:lnTo>
                  <a:lnTo>
                    <a:pt x="100903" y="76556"/>
                  </a:lnTo>
                  <a:lnTo>
                    <a:pt x="96867" y="76556"/>
                  </a:lnTo>
                  <a:lnTo>
                    <a:pt x="95522" y="73869"/>
                  </a:lnTo>
                  <a:lnTo>
                    <a:pt x="90140" y="77899"/>
                  </a:lnTo>
                  <a:lnTo>
                    <a:pt x="90140" y="81928"/>
                  </a:lnTo>
                  <a:lnTo>
                    <a:pt x="87449" y="83271"/>
                  </a:lnTo>
                  <a:lnTo>
                    <a:pt x="87449" y="85957"/>
                  </a:lnTo>
                  <a:lnTo>
                    <a:pt x="90140" y="92672"/>
                  </a:lnTo>
                  <a:lnTo>
                    <a:pt x="92831" y="95359"/>
                  </a:lnTo>
                  <a:lnTo>
                    <a:pt x="94176" y="98045"/>
                  </a:lnTo>
                  <a:lnTo>
                    <a:pt x="98212" y="102074"/>
                  </a:lnTo>
                  <a:lnTo>
                    <a:pt x="102249" y="107446"/>
                  </a:lnTo>
                  <a:lnTo>
                    <a:pt x="104939" y="107446"/>
                  </a:lnTo>
                  <a:lnTo>
                    <a:pt x="104939" y="103417"/>
                  </a:lnTo>
                  <a:lnTo>
                    <a:pt x="103594" y="102074"/>
                  </a:lnTo>
                  <a:lnTo>
                    <a:pt x="106285" y="98045"/>
                  </a:lnTo>
                  <a:lnTo>
                    <a:pt x="106285" y="95359"/>
                  </a:lnTo>
                  <a:lnTo>
                    <a:pt x="107630" y="92672"/>
                  </a:lnTo>
                  <a:lnTo>
                    <a:pt x="106285" y="89986"/>
                  </a:lnTo>
                  <a:lnTo>
                    <a:pt x="108976" y="88643"/>
                  </a:lnTo>
                  <a:lnTo>
                    <a:pt x="111666" y="91329"/>
                  </a:lnTo>
                  <a:lnTo>
                    <a:pt x="115702" y="89986"/>
                  </a:lnTo>
                  <a:lnTo>
                    <a:pt x="117048" y="92672"/>
                  </a:lnTo>
                  <a:lnTo>
                    <a:pt x="119738" y="96702"/>
                  </a:lnTo>
                  <a:lnTo>
                    <a:pt x="121084" y="103417"/>
                  </a:lnTo>
                  <a:lnTo>
                    <a:pt x="121084" y="108789"/>
                  </a:lnTo>
                  <a:lnTo>
                    <a:pt x="123775" y="112819"/>
                  </a:lnTo>
                  <a:lnTo>
                    <a:pt x="125120" y="123563"/>
                  </a:lnTo>
                  <a:lnTo>
                    <a:pt x="127811" y="130279"/>
                  </a:lnTo>
                  <a:lnTo>
                    <a:pt x="129156" y="134308"/>
                  </a:lnTo>
                  <a:lnTo>
                    <a:pt x="130502" y="136994"/>
                  </a:lnTo>
                  <a:lnTo>
                    <a:pt x="130502" y="139680"/>
                  </a:lnTo>
                  <a:lnTo>
                    <a:pt x="131847" y="14102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ECA7743F-AAF9-51A8-9DC5-5FCB2C0F5594}"/>
                </a:ext>
              </a:extLst>
            </p:cNvPr>
            <p:cNvSpPr/>
            <p:nvPr/>
          </p:nvSpPr>
          <p:spPr>
            <a:xfrm>
              <a:off x="9700167" y="4023319"/>
              <a:ext cx="2690" cy="6715"/>
            </a:xfrm>
            <a:custGeom>
              <a:avLst/>
              <a:gdLst>
                <a:gd name="connsiteX0" fmla="*/ 2691 w 2690"/>
                <a:gd name="connsiteY0" fmla="*/ 1343 h 6715"/>
                <a:gd name="connsiteX1" fmla="*/ 1345 w 2690"/>
                <a:gd name="connsiteY1" fmla="*/ 0 h 6715"/>
                <a:gd name="connsiteX2" fmla="*/ 0 w 2690"/>
                <a:gd name="connsiteY2" fmla="*/ 1343 h 6715"/>
                <a:gd name="connsiteX3" fmla="*/ 0 w 2690"/>
                <a:gd name="connsiteY3" fmla="*/ 6715 h 6715"/>
                <a:gd name="connsiteX4" fmla="*/ 2691 w 2690"/>
                <a:gd name="connsiteY4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6715">
                  <a:moveTo>
                    <a:pt x="2691" y="1343"/>
                  </a:moveTo>
                  <a:lnTo>
                    <a:pt x="1345" y="0"/>
                  </a:lnTo>
                  <a:lnTo>
                    <a:pt x="0" y="1343"/>
                  </a:lnTo>
                  <a:lnTo>
                    <a:pt x="0" y="6715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B72B495E-4A86-6668-04CA-21BF80763A9F}"/>
                </a:ext>
              </a:extLst>
            </p:cNvPr>
            <p:cNvSpPr/>
            <p:nvPr/>
          </p:nvSpPr>
          <p:spPr>
            <a:xfrm>
              <a:off x="9689405" y="4019290"/>
              <a:ext cx="9417" cy="16116"/>
            </a:xfrm>
            <a:custGeom>
              <a:avLst/>
              <a:gdLst>
                <a:gd name="connsiteX0" fmla="*/ 0 w 9417"/>
                <a:gd name="connsiteY0" fmla="*/ 4029 h 16116"/>
                <a:gd name="connsiteX1" fmla="*/ 2691 w 9417"/>
                <a:gd name="connsiteY1" fmla="*/ 9401 h 16116"/>
                <a:gd name="connsiteX2" fmla="*/ 2691 w 9417"/>
                <a:gd name="connsiteY2" fmla="*/ 13431 h 16116"/>
                <a:gd name="connsiteX3" fmla="*/ 5381 w 9417"/>
                <a:gd name="connsiteY3" fmla="*/ 16117 h 16116"/>
                <a:gd name="connsiteX4" fmla="*/ 9417 w 9417"/>
                <a:gd name="connsiteY4" fmla="*/ 9401 h 16116"/>
                <a:gd name="connsiteX5" fmla="*/ 8072 w 9417"/>
                <a:gd name="connsiteY5" fmla="*/ 5372 h 16116"/>
                <a:gd name="connsiteX6" fmla="*/ 1345 w 9417"/>
                <a:gd name="connsiteY6" fmla="*/ 0 h 16116"/>
                <a:gd name="connsiteX7" fmla="*/ 0 w 9417"/>
                <a:gd name="connsiteY7" fmla="*/ 4029 h 16116"/>
                <a:gd name="connsiteX8" fmla="*/ 0 w 9417"/>
                <a:gd name="connsiteY8" fmla="*/ 4029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17" h="16116">
                  <a:moveTo>
                    <a:pt x="0" y="4029"/>
                  </a:moveTo>
                  <a:lnTo>
                    <a:pt x="2691" y="9401"/>
                  </a:lnTo>
                  <a:lnTo>
                    <a:pt x="2691" y="13431"/>
                  </a:lnTo>
                  <a:lnTo>
                    <a:pt x="5381" y="16117"/>
                  </a:lnTo>
                  <a:lnTo>
                    <a:pt x="9417" y="9401"/>
                  </a:lnTo>
                  <a:lnTo>
                    <a:pt x="8072" y="5372"/>
                  </a:lnTo>
                  <a:lnTo>
                    <a:pt x="1345" y="0"/>
                  </a:lnTo>
                  <a:cubicBezTo>
                    <a:pt x="0" y="2686"/>
                    <a:pt x="0" y="4029"/>
                    <a:pt x="0" y="4029"/>
                  </a:cubicBez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9EDD2CC4-0250-95FE-5013-AC849DE6E8D8}"/>
                </a:ext>
              </a:extLst>
            </p:cNvPr>
            <p:cNvSpPr/>
            <p:nvPr/>
          </p:nvSpPr>
          <p:spPr>
            <a:xfrm>
              <a:off x="9679987" y="4020633"/>
              <a:ext cx="8072" cy="12087"/>
            </a:xfrm>
            <a:custGeom>
              <a:avLst/>
              <a:gdLst>
                <a:gd name="connsiteX0" fmla="*/ 4036 w 8072"/>
                <a:gd name="connsiteY0" fmla="*/ 0 h 12087"/>
                <a:gd name="connsiteX1" fmla="*/ 0 w 8072"/>
                <a:gd name="connsiteY1" fmla="*/ 1343 h 12087"/>
                <a:gd name="connsiteX2" fmla="*/ 0 w 8072"/>
                <a:gd name="connsiteY2" fmla="*/ 4029 h 12087"/>
                <a:gd name="connsiteX3" fmla="*/ 4036 w 8072"/>
                <a:gd name="connsiteY3" fmla="*/ 12088 h 12087"/>
                <a:gd name="connsiteX4" fmla="*/ 8072 w 8072"/>
                <a:gd name="connsiteY4" fmla="*/ 12088 h 12087"/>
                <a:gd name="connsiteX5" fmla="*/ 8072 w 8072"/>
                <a:gd name="connsiteY5" fmla="*/ 4029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12087">
                  <a:moveTo>
                    <a:pt x="4036" y="0"/>
                  </a:moveTo>
                  <a:lnTo>
                    <a:pt x="0" y="1343"/>
                  </a:lnTo>
                  <a:lnTo>
                    <a:pt x="0" y="4029"/>
                  </a:lnTo>
                  <a:lnTo>
                    <a:pt x="4036" y="12088"/>
                  </a:lnTo>
                  <a:lnTo>
                    <a:pt x="8072" y="12088"/>
                  </a:lnTo>
                  <a:lnTo>
                    <a:pt x="8072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483" name="Freeform 482">
            <a:extLst>
              <a:ext uri="{FF2B5EF4-FFF2-40B4-BE49-F238E27FC236}">
                <a16:creationId xmlns:a16="http://schemas.microsoft.com/office/drawing/2014/main" id="{315B1281-195F-B036-EECB-6798AEF0DA7C}"/>
              </a:ext>
            </a:extLst>
          </p:cNvPr>
          <p:cNvSpPr/>
          <p:nvPr/>
        </p:nvSpPr>
        <p:spPr>
          <a:xfrm>
            <a:off x="9618099" y="3858120"/>
            <a:ext cx="80722" cy="48350"/>
          </a:xfrm>
          <a:custGeom>
            <a:avLst/>
            <a:gdLst>
              <a:gd name="connsiteX0" fmla="*/ 2691 w 80722"/>
              <a:gd name="connsiteY0" fmla="*/ 22832 h 48350"/>
              <a:gd name="connsiteX1" fmla="*/ 8072 w 80722"/>
              <a:gd name="connsiteY1" fmla="*/ 20146 h 48350"/>
              <a:gd name="connsiteX2" fmla="*/ 13454 w 80722"/>
              <a:gd name="connsiteY2" fmla="*/ 8059 h 48350"/>
              <a:gd name="connsiteX3" fmla="*/ 26908 w 80722"/>
              <a:gd name="connsiteY3" fmla="*/ 1343 h 48350"/>
              <a:gd name="connsiteX4" fmla="*/ 34980 w 80722"/>
              <a:gd name="connsiteY4" fmla="*/ 0 h 48350"/>
              <a:gd name="connsiteX5" fmla="*/ 37671 w 80722"/>
              <a:gd name="connsiteY5" fmla="*/ 4029 h 48350"/>
              <a:gd name="connsiteX6" fmla="*/ 49779 w 80722"/>
              <a:gd name="connsiteY6" fmla="*/ 5372 h 48350"/>
              <a:gd name="connsiteX7" fmla="*/ 55161 w 80722"/>
              <a:gd name="connsiteY7" fmla="*/ 8059 h 48350"/>
              <a:gd name="connsiteX8" fmla="*/ 61887 w 80722"/>
              <a:gd name="connsiteY8" fmla="*/ 5372 h 48350"/>
              <a:gd name="connsiteX9" fmla="*/ 67269 w 80722"/>
              <a:gd name="connsiteY9" fmla="*/ 5372 h 48350"/>
              <a:gd name="connsiteX10" fmla="*/ 72650 w 80722"/>
              <a:gd name="connsiteY10" fmla="*/ 10745 h 48350"/>
              <a:gd name="connsiteX11" fmla="*/ 73996 w 80722"/>
              <a:gd name="connsiteY11" fmla="*/ 10745 h 48350"/>
              <a:gd name="connsiteX12" fmla="*/ 71305 w 80722"/>
              <a:gd name="connsiteY12" fmla="*/ 17460 h 48350"/>
              <a:gd name="connsiteX13" fmla="*/ 72650 w 80722"/>
              <a:gd name="connsiteY13" fmla="*/ 22832 h 48350"/>
              <a:gd name="connsiteX14" fmla="*/ 80723 w 80722"/>
              <a:gd name="connsiteY14" fmla="*/ 25518 h 48350"/>
              <a:gd name="connsiteX15" fmla="*/ 80723 w 80722"/>
              <a:gd name="connsiteY15" fmla="*/ 33577 h 48350"/>
              <a:gd name="connsiteX16" fmla="*/ 80723 w 80722"/>
              <a:gd name="connsiteY16" fmla="*/ 37606 h 48350"/>
              <a:gd name="connsiteX17" fmla="*/ 69960 w 80722"/>
              <a:gd name="connsiteY17" fmla="*/ 40292 h 48350"/>
              <a:gd name="connsiteX18" fmla="*/ 63233 w 80722"/>
              <a:gd name="connsiteY18" fmla="*/ 40292 h 48350"/>
              <a:gd name="connsiteX19" fmla="*/ 53815 w 80722"/>
              <a:gd name="connsiteY19" fmla="*/ 42978 h 48350"/>
              <a:gd name="connsiteX20" fmla="*/ 48434 w 80722"/>
              <a:gd name="connsiteY20" fmla="*/ 40292 h 48350"/>
              <a:gd name="connsiteX21" fmla="*/ 41707 w 80722"/>
              <a:gd name="connsiteY21" fmla="*/ 41635 h 48350"/>
              <a:gd name="connsiteX22" fmla="*/ 37671 w 80722"/>
              <a:gd name="connsiteY22" fmla="*/ 48351 h 48350"/>
              <a:gd name="connsiteX23" fmla="*/ 29598 w 80722"/>
              <a:gd name="connsiteY23" fmla="*/ 48351 h 48350"/>
              <a:gd name="connsiteX24" fmla="*/ 17490 w 80722"/>
              <a:gd name="connsiteY24" fmla="*/ 40292 h 48350"/>
              <a:gd name="connsiteX25" fmla="*/ 13454 w 80722"/>
              <a:gd name="connsiteY25" fmla="*/ 42978 h 48350"/>
              <a:gd name="connsiteX26" fmla="*/ 5381 w 80722"/>
              <a:gd name="connsiteY26" fmla="*/ 40292 h 48350"/>
              <a:gd name="connsiteX27" fmla="*/ 0 w 80722"/>
              <a:gd name="connsiteY27" fmla="*/ 32234 h 48350"/>
              <a:gd name="connsiteX28" fmla="*/ 1345 w 80722"/>
              <a:gd name="connsiteY28" fmla="*/ 28205 h 4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0722" h="48350">
                <a:moveTo>
                  <a:pt x="2691" y="22832"/>
                </a:moveTo>
                <a:lnTo>
                  <a:pt x="8072" y="20146"/>
                </a:lnTo>
                <a:lnTo>
                  <a:pt x="13454" y="8059"/>
                </a:lnTo>
                <a:lnTo>
                  <a:pt x="26908" y="1343"/>
                </a:lnTo>
                <a:lnTo>
                  <a:pt x="34980" y="0"/>
                </a:lnTo>
                <a:lnTo>
                  <a:pt x="37671" y="4029"/>
                </a:lnTo>
                <a:lnTo>
                  <a:pt x="49779" y="5372"/>
                </a:lnTo>
                <a:lnTo>
                  <a:pt x="55161" y="8059"/>
                </a:lnTo>
                <a:lnTo>
                  <a:pt x="61887" y="5372"/>
                </a:lnTo>
                <a:lnTo>
                  <a:pt x="67269" y="5372"/>
                </a:lnTo>
                <a:lnTo>
                  <a:pt x="72650" y="10745"/>
                </a:lnTo>
                <a:lnTo>
                  <a:pt x="73996" y="10745"/>
                </a:lnTo>
                <a:lnTo>
                  <a:pt x="71305" y="17460"/>
                </a:lnTo>
                <a:lnTo>
                  <a:pt x="72650" y="22832"/>
                </a:lnTo>
                <a:lnTo>
                  <a:pt x="80723" y="25518"/>
                </a:lnTo>
                <a:lnTo>
                  <a:pt x="80723" y="33577"/>
                </a:lnTo>
                <a:lnTo>
                  <a:pt x="80723" y="37606"/>
                </a:lnTo>
                <a:lnTo>
                  <a:pt x="69960" y="40292"/>
                </a:lnTo>
                <a:lnTo>
                  <a:pt x="63233" y="40292"/>
                </a:lnTo>
                <a:lnTo>
                  <a:pt x="53815" y="42978"/>
                </a:lnTo>
                <a:lnTo>
                  <a:pt x="48434" y="40292"/>
                </a:lnTo>
                <a:lnTo>
                  <a:pt x="41707" y="41635"/>
                </a:lnTo>
                <a:lnTo>
                  <a:pt x="37671" y="48351"/>
                </a:lnTo>
                <a:lnTo>
                  <a:pt x="29598" y="48351"/>
                </a:lnTo>
                <a:lnTo>
                  <a:pt x="17490" y="40292"/>
                </a:lnTo>
                <a:lnTo>
                  <a:pt x="13454" y="42978"/>
                </a:lnTo>
                <a:lnTo>
                  <a:pt x="5381" y="40292"/>
                </a:lnTo>
                <a:lnTo>
                  <a:pt x="0" y="32234"/>
                </a:lnTo>
                <a:lnTo>
                  <a:pt x="1345" y="2820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84" name="Freeform 483">
            <a:extLst>
              <a:ext uri="{FF2B5EF4-FFF2-40B4-BE49-F238E27FC236}">
                <a16:creationId xmlns:a16="http://schemas.microsoft.com/office/drawing/2014/main" id="{013D12B1-9AA0-AC82-9AFD-80E8342CF133}"/>
              </a:ext>
            </a:extLst>
          </p:cNvPr>
          <p:cNvSpPr/>
          <p:nvPr/>
        </p:nvSpPr>
        <p:spPr>
          <a:xfrm>
            <a:off x="9389385" y="3799025"/>
            <a:ext cx="215260" cy="114161"/>
          </a:xfrm>
          <a:custGeom>
            <a:avLst/>
            <a:gdLst>
              <a:gd name="connsiteX0" fmla="*/ 9418 w 215260"/>
              <a:gd name="connsiteY0" fmla="*/ 1343 h 114161"/>
              <a:gd name="connsiteX1" fmla="*/ 9418 w 215260"/>
              <a:gd name="connsiteY1" fmla="*/ 0 h 114161"/>
              <a:gd name="connsiteX2" fmla="*/ 17490 w 215260"/>
              <a:gd name="connsiteY2" fmla="*/ 4029 h 114161"/>
              <a:gd name="connsiteX3" fmla="*/ 20181 w 215260"/>
              <a:gd name="connsiteY3" fmla="*/ 6715 h 114161"/>
              <a:gd name="connsiteX4" fmla="*/ 24217 w 215260"/>
              <a:gd name="connsiteY4" fmla="*/ 6715 h 114161"/>
              <a:gd name="connsiteX5" fmla="*/ 28253 w 215260"/>
              <a:gd name="connsiteY5" fmla="*/ 8058 h 114161"/>
              <a:gd name="connsiteX6" fmla="*/ 30944 w 215260"/>
              <a:gd name="connsiteY6" fmla="*/ 4029 h 114161"/>
              <a:gd name="connsiteX7" fmla="*/ 37671 w 215260"/>
              <a:gd name="connsiteY7" fmla="*/ 2686 h 114161"/>
              <a:gd name="connsiteX8" fmla="*/ 47088 w 215260"/>
              <a:gd name="connsiteY8" fmla="*/ 6715 h 114161"/>
              <a:gd name="connsiteX9" fmla="*/ 49779 w 215260"/>
              <a:gd name="connsiteY9" fmla="*/ 9401 h 114161"/>
              <a:gd name="connsiteX10" fmla="*/ 55161 w 215260"/>
              <a:gd name="connsiteY10" fmla="*/ 9401 h 114161"/>
              <a:gd name="connsiteX11" fmla="*/ 59196 w 215260"/>
              <a:gd name="connsiteY11" fmla="*/ 12088 h 114161"/>
              <a:gd name="connsiteX12" fmla="*/ 67269 w 215260"/>
              <a:gd name="connsiteY12" fmla="*/ 20146 h 114161"/>
              <a:gd name="connsiteX13" fmla="*/ 72650 w 215260"/>
              <a:gd name="connsiteY13" fmla="*/ 20146 h 114161"/>
              <a:gd name="connsiteX14" fmla="*/ 79377 w 215260"/>
              <a:gd name="connsiteY14" fmla="*/ 24175 h 114161"/>
              <a:gd name="connsiteX15" fmla="*/ 80723 w 215260"/>
              <a:gd name="connsiteY15" fmla="*/ 26862 h 114161"/>
              <a:gd name="connsiteX16" fmla="*/ 86104 w 215260"/>
              <a:gd name="connsiteY16" fmla="*/ 32234 h 114161"/>
              <a:gd name="connsiteX17" fmla="*/ 87449 w 215260"/>
              <a:gd name="connsiteY17" fmla="*/ 37606 h 114161"/>
              <a:gd name="connsiteX18" fmla="*/ 90140 w 215260"/>
              <a:gd name="connsiteY18" fmla="*/ 36263 h 114161"/>
              <a:gd name="connsiteX19" fmla="*/ 91486 w 215260"/>
              <a:gd name="connsiteY19" fmla="*/ 29548 h 114161"/>
              <a:gd name="connsiteX20" fmla="*/ 94176 w 215260"/>
              <a:gd name="connsiteY20" fmla="*/ 26862 h 114161"/>
              <a:gd name="connsiteX21" fmla="*/ 95522 w 215260"/>
              <a:gd name="connsiteY21" fmla="*/ 28204 h 114161"/>
              <a:gd name="connsiteX22" fmla="*/ 100903 w 215260"/>
              <a:gd name="connsiteY22" fmla="*/ 28204 h 114161"/>
              <a:gd name="connsiteX23" fmla="*/ 106285 w 215260"/>
              <a:gd name="connsiteY23" fmla="*/ 32234 h 114161"/>
              <a:gd name="connsiteX24" fmla="*/ 107630 w 215260"/>
              <a:gd name="connsiteY24" fmla="*/ 38949 h 114161"/>
              <a:gd name="connsiteX25" fmla="*/ 114357 w 215260"/>
              <a:gd name="connsiteY25" fmla="*/ 44321 h 114161"/>
              <a:gd name="connsiteX26" fmla="*/ 122429 w 215260"/>
              <a:gd name="connsiteY26" fmla="*/ 41635 h 114161"/>
              <a:gd name="connsiteX27" fmla="*/ 129156 w 215260"/>
              <a:gd name="connsiteY27" fmla="*/ 42978 h 114161"/>
              <a:gd name="connsiteX28" fmla="*/ 127811 w 215260"/>
              <a:gd name="connsiteY28" fmla="*/ 53723 h 114161"/>
              <a:gd name="connsiteX29" fmla="*/ 130502 w 215260"/>
              <a:gd name="connsiteY29" fmla="*/ 60438 h 114161"/>
              <a:gd name="connsiteX30" fmla="*/ 134538 w 215260"/>
              <a:gd name="connsiteY30" fmla="*/ 59095 h 114161"/>
              <a:gd name="connsiteX31" fmla="*/ 141265 w 215260"/>
              <a:gd name="connsiteY31" fmla="*/ 63125 h 114161"/>
              <a:gd name="connsiteX32" fmla="*/ 145301 w 215260"/>
              <a:gd name="connsiteY32" fmla="*/ 60438 h 114161"/>
              <a:gd name="connsiteX33" fmla="*/ 150682 w 215260"/>
              <a:gd name="connsiteY33" fmla="*/ 57752 h 114161"/>
              <a:gd name="connsiteX34" fmla="*/ 154718 w 215260"/>
              <a:gd name="connsiteY34" fmla="*/ 52380 h 114161"/>
              <a:gd name="connsiteX35" fmla="*/ 165482 w 215260"/>
              <a:gd name="connsiteY35" fmla="*/ 53723 h 114161"/>
              <a:gd name="connsiteX36" fmla="*/ 170863 w 215260"/>
              <a:gd name="connsiteY36" fmla="*/ 57752 h 114161"/>
              <a:gd name="connsiteX37" fmla="*/ 172208 w 215260"/>
              <a:gd name="connsiteY37" fmla="*/ 63125 h 114161"/>
              <a:gd name="connsiteX38" fmla="*/ 180280 w 215260"/>
              <a:gd name="connsiteY38" fmla="*/ 65811 h 114161"/>
              <a:gd name="connsiteX39" fmla="*/ 185662 w 215260"/>
              <a:gd name="connsiteY39" fmla="*/ 73869 h 114161"/>
              <a:gd name="connsiteX40" fmla="*/ 189698 w 215260"/>
              <a:gd name="connsiteY40" fmla="*/ 73869 h 114161"/>
              <a:gd name="connsiteX41" fmla="*/ 196425 w 215260"/>
              <a:gd name="connsiteY41" fmla="*/ 71183 h 114161"/>
              <a:gd name="connsiteX42" fmla="*/ 199116 w 215260"/>
              <a:gd name="connsiteY42" fmla="*/ 72526 h 114161"/>
              <a:gd name="connsiteX43" fmla="*/ 207188 w 215260"/>
              <a:gd name="connsiteY43" fmla="*/ 71183 h 114161"/>
              <a:gd name="connsiteX44" fmla="*/ 211224 w 215260"/>
              <a:gd name="connsiteY44" fmla="*/ 71183 h 114161"/>
              <a:gd name="connsiteX45" fmla="*/ 212570 w 215260"/>
              <a:gd name="connsiteY45" fmla="*/ 76555 h 114161"/>
              <a:gd name="connsiteX46" fmla="*/ 211224 w 215260"/>
              <a:gd name="connsiteY46" fmla="*/ 88643 h 114161"/>
              <a:gd name="connsiteX47" fmla="*/ 215260 w 215260"/>
              <a:gd name="connsiteY47" fmla="*/ 99388 h 114161"/>
              <a:gd name="connsiteX48" fmla="*/ 213915 w 215260"/>
              <a:gd name="connsiteY48" fmla="*/ 111475 h 114161"/>
              <a:gd name="connsiteX49" fmla="*/ 197771 w 215260"/>
              <a:gd name="connsiteY49" fmla="*/ 114162 h 114161"/>
              <a:gd name="connsiteX50" fmla="*/ 188353 w 215260"/>
              <a:gd name="connsiteY50" fmla="*/ 108789 h 114161"/>
              <a:gd name="connsiteX51" fmla="*/ 181626 w 215260"/>
              <a:gd name="connsiteY51" fmla="*/ 111475 h 114161"/>
              <a:gd name="connsiteX52" fmla="*/ 160100 w 215260"/>
              <a:gd name="connsiteY52" fmla="*/ 103417 h 114161"/>
              <a:gd name="connsiteX53" fmla="*/ 150682 w 215260"/>
              <a:gd name="connsiteY53" fmla="*/ 104760 h 114161"/>
              <a:gd name="connsiteX54" fmla="*/ 145301 w 215260"/>
              <a:gd name="connsiteY54" fmla="*/ 107446 h 114161"/>
              <a:gd name="connsiteX55" fmla="*/ 131847 w 215260"/>
              <a:gd name="connsiteY55" fmla="*/ 103417 h 114161"/>
              <a:gd name="connsiteX56" fmla="*/ 125120 w 215260"/>
              <a:gd name="connsiteY56" fmla="*/ 96702 h 114161"/>
              <a:gd name="connsiteX57" fmla="*/ 123775 w 215260"/>
              <a:gd name="connsiteY57" fmla="*/ 89986 h 114161"/>
              <a:gd name="connsiteX58" fmla="*/ 111667 w 215260"/>
              <a:gd name="connsiteY58" fmla="*/ 87300 h 114161"/>
              <a:gd name="connsiteX59" fmla="*/ 98213 w 215260"/>
              <a:gd name="connsiteY59" fmla="*/ 91329 h 114161"/>
              <a:gd name="connsiteX60" fmla="*/ 92831 w 215260"/>
              <a:gd name="connsiteY60" fmla="*/ 87300 h 114161"/>
              <a:gd name="connsiteX61" fmla="*/ 80723 w 215260"/>
              <a:gd name="connsiteY61" fmla="*/ 88643 h 114161"/>
              <a:gd name="connsiteX62" fmla="*/ 71305 w 215260"/>
              <a:gd name="connsiteY62" fmla="*/ 81928 h 114161"/>
              <a:gd name="connsiteX63" fmla="*/ 64578 w 215260"/>
              <a:gd name="connsiteY63" fmla="*/ 81928 h 114161"/>
              <a:gd name="connsiteX64" fmla="*/ 59196 w 215260"/>
              <a:gd name="connsiteY64" fmla="*/ 79241 h 114161"/>
              <a:gd name="connsiteX65" fmla="*/ 49779 w 215260"/>
              <a:gd name="connsiteY65" fmla="*/ 76555 h 114161"/>
              <a:gd name="connsiteX66" fmla="*/ 41707 w 215260"/>
              <a:gd name="connsiteY66" fmla="*/ 67154 h 114161"/>
              <a:gd name="connsiteX67" fmla="*/ 29598 w 215260"/>
              <a:gd name="connsiteY67" fmla="*/ 59095 h 114161"/>
              <a:gd name="connsiteX68" fmla="*/ 20181 w 215260"/>
              <a:gd name="connsiteY68" fmla="*/ 56409 h 114161"/>
              <a:gd name="connsiteX69" fmla="*/ 16145 w 215260"/>
              <a:gd name="connsiteY69" fmla="*/ 53723 h 114161"/>
              <a:gd name="connsiteX70" fmla="*/ 10763 w 215260"/>
              <a:gd name="connsiteY70" fmla="*/ 53723 h 114161"/>
              <a:gd name="connsiteX71" fmla="*/ 6727 w 215260"/>
              <a:gd name="connsiteY71" fmla="*/ 49694 h 114161"/>
              <a:gd name="connsiteX72" fmla="*/ 1345 w 215260"/>
              <a:gd name="connsiteY72" fmla="*/ 48351 h 114161"/>
              <a:gd name="connsiteX73" fmla="*/ 0 w 215260"/>
              <a:gd name="connsiteY73" fmla="*/ 42978 h 114161"/>
              <a:gd name="connsiteX74" fmla="*/ 5381 w 215260"/>
              <a:gd name="connsiteY74" fmla="*/ 33577 h 114161"/>
              <a:gd name="connsiteX75" fmla="*/ 5381 w 215260"/>
              <a:gd name="connsiteY75" fmla="*/ 24175 h 114161"/>
              <a:gd name="connsiteX76" fmla="*/ 9418 w 215260"/>
              <a:gd name="connsiteY76" fmla="*/ 10744 h 114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215260" h="114161">
                <a:moveTo>
                  <a:pt x="9418" y="1343"/>
                </a:moveTo>
                <a:lnTo>
                  <a:pt x="9418" y="0"/>
                </a:lnTo>
                <a:lnTo>
                  <a:pt x="17490" y="4029"/>
                </a:lnTo>
                <a:lnTo>
                  <a:pt x="20181" y="6715"/>
                </a:lnTo>
                <a:lnTo>
                  <a:pt x="24217" y="6715"/>
                </a:lnTo>
                <a:lnTo>
                  <a:pt x="28253" y="8058"/>
                </a:lnTo>
                <a:lnTo>
                  <a:pt x="30944" y="4029"/>
                </a:lnTo>
                <a:lnTo>
                  <a:pt x="37671" y="2686"/>
                </a:lnTo>
                <a:lnTo>
                  <a:pt x="47088" y="6715"/>
                </a:lnTo>
                <a:lnTo>
                  <a:pt x="49779" y="9401"/>
                </a:lnTo>
                <a:lnTo>
                  <a:pt x="55161" y="9401"/>
                </a:lnTo>
                <a:lnTo>
                  <a:pt x="59196" y="12088"/>
                </a:lnTo>
                <a:lnTo>
                  <a:pt x="67269" y="20146"/>
                </a:lnTo>
                <a:lnTo>
                  <a:pt x="72650" y="20146"/>
                </a:lnTo>
                <a:lnTo>
                  <a:pt x="79377" y="24175"/>
                </a:lnTo>
                <a:lnTo>
                  <a:pt x="80723" y="26862"/>
                </a:lnTo>
                <a:lnTo>
                  <a:pt x="86104" y="32234"/>
                </a:lnTo>
                <a:lnTo>
                  <a:pt x="87449" y="37606"/>
                </a:lnTo>
                <a:lnTo>
                  <a:pt x="90140" y="36263"/>
                </a:lnTo>
                <a:lnTo>
                  <a:pt x="91486" y="29548"/>
                </a:lnTo>
                <a:lnTo>
                  <a:pt x="94176" y="26862"/>
                </a:lnTo>
                <a:lnTo>
                  <a:pt x="95522" y="28204"/>
                </a:lnTo>
                <a:lnTo>
                  <a:pt x="100903" y="28204"/>
                </a:lnTo>
                <a:lnTo>
                  <a:pt x="106285" y="32234"/>
                </a:lnTo>
                <a:lnTo>
                  <a:pt x="107630" y="38949"/>
                </a:lnTo>
                <a:lnTo>
                  <a:pt x="114357" y="44321"/>
                </a:lnTo>
                <a:lnTo>
                  <a:pt x="122429" y="41635"/>
                </a:lnTo>
                <a:lnTo>
                  <a:pt x="129156" y="42978"/>
                </a:lnTo>
                <a:lnTo>
                  <a:pt x="127811" y="53723"/>
                </a:lnTo>
                <a:lnTo>
                  <a:pt x="130502" y="60438"/>
                </a:lnTo>
                <a:lnTo>
                  <a:pt x="134538" y="59095"/>
                </a:lnTo>
                <a:lnTo>
                  <a:pt x="141265" y="63125"/>
                </a:lnTo>
                <a:lnTo>
                  <a:pt x="145301" y="60438"/>
                </a:lnTo>
                <a:lnTo>
                  <a:pt x="150682" y="57752"/>
                </a:lnTo>
                <a:lnTo>
                  <a:pt x="154718" y="52380"/>
                </a:lnTo>
                <a:lnTo>
                  <a:pt x="165482" y="53723"/>
                </a:lnTo>
                <a:lnTo>
                  <a:pt x="170863" y="57752"/>
                </a:lnTo>
                <a:lnTo>
                  <a:pt x="172208" y="63125"/>
                </a:lnTo>
                <a:lnTo>
                  <a:pt x="180280" y="65811"/>
                </a:lnTo>
                <a:lnTo>
                  <a:pt x="185662" y="73869"/>
                </a:lnTo>
                <a:lnTo>
                  <a:pt x="189698" y="73869"/>
                </a:lnTo>
                <a:lnTo>
                  <a:pt x="196425" y="71183"/>
                </a:lnTo>
                <a:lnTo>
                  <a:pt x="199116" y="72526"/>
                </a:lnTo>
                <a:lnTo>
                  <a:pt x="207188" y="71183"/>
                </a:lnTo>
                <a:lnTo>
                  <a:pt x="211224" y="71183"/>
                </a:lnTo>
                <a:lnTo>
                  <a:pt x="212570" y="76555"/>
                </a:lnTo>
                <a:lnTo>
                  <a:pt x="211224" y="88643"/>
                </a:lnTo>
                <a:lnTo>
                  <a:pt x="215260" y="99388"/>
                </a:lnTo>
                <a:lnTo>
                  <a:pt x="213915" y="111475"/>
                </a:lnTo>
                <a:lnTo>
                  <a:pt x="197771" y="114162"/>
                </a:lnTo>
                <a:lnTo>
                  <a:pt x="188353" y="108789"/>
                </a:lnTo>
                <a:lnTo>
                  <a:pt x="181626" y="111475"/>
                </a:lnTo>
                <a:lnTo>
                  <a:pt x="160100" y="103417"/>
                </a:lnTo>
                <a:lnTo>
                  <a:pt x="150682" y="104760"/>
                </a:lnTo>
                <a:lnTo>
                  <a:pt x="145301" y="107446"/>
                </a:lnTo>
                <a:lnTo>
                  <a:pt x="131847" y="103417"/>
                </a:lnTo>
                <a:lnTo>
                  <a:pt x="125120" y="96702"/>
                </a:lnTo>
                <a:lnTo>
                  <a:pt x="123775" y="89986"/>
                </a:lnTo>
                <a:lnTo>
                  <a:pt x="111667" y="87300"/>
                </a:lnTo>
                <a:lnTo>
                  <a:pt x="98213" y="91329"/>
                </a:lnTo>
                <a:lnTo>
                  <a:pt x="92831" y="87300"/>
                </a:lnTo>
                <a:lnTo>
                  <a:pt x="80723" y="88643"/>
                </a:lnTo>
                <a:lnTo>
                  <a:pt x="71305" y="81928"/>
                </a:lnTo>
                <a:lnTo>
                  <a:pt x="64578" y="81928"/>
                </a:lnTo>
                <a:lnTo>
                  <a:pt x="59196" y="79241"/>
                </a:lnTo>
                <a:lnTo>
                  <a:pt x="49779" y="76555"/>
                </a:lnTo>
                <a:lnTo>
                  <a:pt x="41707" y="67154"/>
                </a:lnTo>
                <a:lnTo>
                  <a:pt x="29598" y="59095"/>
                </a:lnTo>
                <a:lnTo>
                  <a:pt x="20181" y="56409"/>
                </a:lnTo>
                <a:lnTo>
                  <a:pt x="16145" y="53723"/>
                </a:lnTo>
                <a:lnTo>
                  <a:pt x="10763" y="53723"/>
                </a:lnTo>
                <a:lnTo>
                  <a:pt x="6727" y="49694"/>
                </a:lnTo>
                <a:lnTo>
                  <a:pt x="1345" y="48351"/>
                </a:lnTo>
                <a:lnTo>
                  <a:pt x="0" y="42978"/>
                </a:lnTo>
                <a:lnTo>
                  <a:pt x="5381" y="33577"/>
                </a:lnTo>
                <a:lnTo>
                  <a:pt x="5381" y="24175"/>
                </a:lnTo>
                <a:lnTo>
                  <a:pt x="9418" y="1074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85" name="Freeform 484">
            <a:extLst>
              <a:ext uri="{FF2B5EF4-FFF2-40B4-BE49-F238E27FC236}">
                <a16:creationId xmlns:a16="http://schemas.microsoft.com/office/drawing/2014/main" id="{984F3F91-57B4-634A-566B-9E6D39FD19AD}"/>
              </a:ext>
            </a:extLst>
          </p:cNvPr>
          <p:cNvSpPr/>
          <p:nvPr/>
        </p:nvSpPr>
        <p:spPr>
          <a:xfrm>
            <a:off x="8894287" y="3606965"/>
            <a:ext cx="361906" cy="396207"/>
          </a:xfrm>
          <a:custGeom>
            <a:avLst/>
            <a:gdLst>
              <a:gd name="connsiteX0" fmla="*/ 204497 w 361906"/>
              <a:gd name="connsiteY0" fmla="*/ 396208 h 396207"/>
              <a:gd name="connsiteX1" fmla="*/ 205842 w 361906"/>
              <a:gd name="connsiteY1" fmla="*/ 393522 h 396207"/>
              <a:gd name="connsiteX2" fmla="*/ 196425 w 361906"/>
              <a:gd name="connsiteY2" fmla="*/ 388149 h 396207"/>
              <a:gd name="connsiteX3" fmla="*/ 188353 w 361906"/>
              <a:gd name="connsiteY3" fmla="*/ 389492 h 396207"/>
              <a:gd name="connsiteX4" fmla="*/ 184316 w 361906"/>
              <a:gd name="connsiteY4" fmla="*/ 389492 h 396207"/>
              <a:gd name="connsiteX5" fmla="*/ 181626 w 361906"/>
              <a:gd name="connsiteY5" fmla="*/ 384120 h 396207"/>
              <a:gd name="connsiteX6" fmla="*/ 180280 w 361906"/>
              <a:gd name="connsiteY6" fmla="*/ 384120 h 396207"/>
              <a:gd name="connsiteX7" fmla="*/ 178935 w 361906"/>
              <a:gd name="connsiteY7" fmla="*/ 382777 h 396207"/>
              <a:gd name="connsiteX8" fmla="*/ 180280 w 361906"/>
              <a:gd name="connsiteY8" fmla="*/ 381434 h 396207"/>
              <a:gd name="connsiteX9" fmla="*/ 180280 w 361906"/>
              <a:gd name="connsiteY9" fmla="*/ 378748 h 396207"/>
              <a:gd name="connsiteX10" fmla="*/ 180280 w 361906"/>
              <a:gd name="connsiteY10" fmla="*/ 377405 h 396207"/>
              <a:gd name="connsiteX11" fmla="*/ 178935 w 361906"/>
              <a:gd name="connsiteY11" fmla="*/ 368003 h 396207"/>
              <a:gd name="connsiteX12" fmla="*/ 172208 w 361906"/>
              <a:gd name="connsiteY12" fmla="*/ 361288 h 396207"/>
              <a:gd name="connsiteX13" fmla="*/ 172208 w 361906"/>
              <a:gd name="connsiteY13" fmla="*/ 355915 h 396207"/>
              <a:gd name="connsiteX14" fmla="*/ 165481 w 361906"/>
              <a:gd name="connsiteY14" fmla="*/ 359945 h 396207"/>
              <a:gd name="connsiteX15" fmla="*/ 160100 w 361906"/>
              <a:gd name="connsiteY15" fmla="*/ 359945 h 396207"/>
              <a:gd name="connsiteX16" fmla="*/ 160100 w 361906"/>
              <a:gd name="connsiteY16" fmla="*/ 357258 h 396207"/>
              <a:gd name="connsiteX17" fmla="*/ 161445 w 361906"/>
              <a:gd name="connsiteY17" fmla="*/ 357258 h 396207"/>
              <a:gd name="connsiteX18" fmla="*/ 161445 w 361906"/>
              <a:gd name="connsiteY18" fmla="*/ 355915 h 396207"/>
              <a:gd name="connsiteX19" fmla="*/ 161445 w 361906"/>
              <a:gd name="connsiteY19" fmla="*/ 351886 h 396207"/>
              <a:gd name="connsiteX20" fmla="*/ 160100 w 361906"/>
              <a:gd name="connsiteY20" fmla="*/ 346514 h 396207"/>
              <a:gd name="connsiteX21" fmla="*/ 154718 w 361906"/>
              <a:gd name="connsiteY21" fmla="*/ 342485 h 396207"/>
              <a:gd name="connsiteX22" fmla="*/ 146646 w 361906"/>
              <a:gd name="connsiteY22" fmla="*/ 342485 h 396207"/>
              <a:gd name="connsiteX23" fmla="*/ 139919 w 361906"/>
              <a:gd name="connsiteY23" fmla="*/ 343828 h 396207"/>
              <a:gd name="connsiteX24" fmla="*/ 133192 w 361906"/>
              <a:gd name="connsiteY24" fmla="*/ 343828 h 396207"/>
              <a:gd name="connsiteX25" fmla="*/ 130501 w 361906"/>
              <a:gd name="connsiteY25" fmla="*/ 342485 h 396207"/>
              <a:gd name="connsiteX26" fmla="*/ 130501 w 361906"/>
              <a:gd name="connsiteY26" fmla="*/ 343828 h 396207"/>
              <a:gd name="connsiteX27" fmla="*/ 126465 w 361906"/>
              <a:gd name="connsiteY27" fmla="*/ 343828 h 396207"/>
              <a:gd name="connsiteX28" fmla="*/ 122429 w 361906"/>
              <a:gd name="connsiteY28" fmla="*/ 346514 h 396207"/>
              <a:gd name="connsiteX29" fmla="*/ 118393 w 361906"/>
              <a:gd name="connsiteY29" fmla="*/ 345171 h 396207"/>
              <a:gd name="connsiteX30" fmla="*/ 111666 w 361906"/>
              <a:gd name="connsiteY30" fmla="*/ 345171 h 396207"/>
              <a:gd name="connsiteX31" fmla="*/ 104939 w 361906"/>
              <a:gd name="connsiteY31" fmla="*/ 350543 h 396207"/>
              <a:gd name="connsiteX32" fmla="*/ 100903 w 361906"/>
              <a:gd name="connsiteY32" fmla="*/ 350543 h 396207"/>
              <a:gd name="connsiteX33" fmla="*/ 96867 w 361906"/>
              <a:gd name="connsiteY33" fmla="*/ 347857 h 396207"/>
              <a:gd name="connsiteX34" fmla="*/ 92831 w 361906"/>
              <a:gd name="connsiteY34" fmla="*/ 347857 h 396207"/>
              <a:gd name="connsiteX35" fmla="*/ 91485 w 361906"/>
              <a:gd name="connsiteY35" fmla="*/ 345171 h 396207"/>
              <a:gd name="connsiteX36" fmla="*/ 88795 w 361906"/>
              <a:gd name="connsiteY36" fmla="*/ 345171 h 396207"/>
              <a:gd name="connsiteX37" fmla="*/ 88795 w 361906"/>
              <a:gd name="connsiteY37" fmla="*/ 346514 h 396207"/>
              <a:gd name="connsiteX38" fmla="*/ 84759 w 361906"/>
              <a:gd name="connsiteY38" fmla="*/ 346514 h 396207"/>
              <a:gd name="connsiteX39" fmla="*/ 79377 w 361906"/>
              <a:gd name="connsiteY39" fmla="*/ 343828 h 396207"/>
              <a:gd name="connsiteX40" fmla="*/ 78032 w 361906"/>
              <a:gd name="connsiteY40" fmla="*/ 346514 h 396207"/>
              <a:gd name="connsiteX41" fmla="*/ 76686 w 361906"/>
              <a:gd name="connsiteY41" fmla="*/ 349200 h 396207"/>
              <a:gd name="connsiteX42" fmla="*/ 73996 w 361906"/>
              <a:gd name="connsiteY42" fmla="*/ 349200 h 396207"/>
              <a:gd name="connsiteX43" fmla="*/ 71305 w 361906"/>
              <a:gd name="connsiteY43" fmla="*/ 349200 h 396207"/>
              <a:gd name="connsiteX44" fmla="*/ 65923 w 361906"/>
              <a:gd name="connsiteY44" fmla="*/ 350543 h 396207"/>
              <a:gd name="connsiteX45" fmla="*/ 64578 w 361906"/>
              <a:gd name="connsiteY45" fmla="*/ 349200 h 396207"/>
              <a:gd name="connsiteX46" fmla="*/ 57851 w 361906"/>
              <a:gd name="connsiteY46" fmla="*/ 349200 h 396207"/>
              <a:gd name="connsiteX47" fmla="*/ 55161 w 361906"/>
              <a:gd name="connsiteY47" fmla="*/ 351886 h 396207"/>
              <a:gd name="connsiteX48" fmla="*/ 52470 w 361906"/>
              <a:gd name="connsiteY48" fmla="*/ 353229 h 396207"/>
              <a:gd name="connsiteX49" fmla="*/ 52470 w 361906"/>
              <a:gd name="connsiteY49" fmla="*/ 350543 h 396207"/>
              <a:gd name="connsiteX50" fmla="*/ 45743 w 361906"/>
              <a:gd name="connsiteY50" fmla="*/ 350543 h 396207"/>
              <a:gd name="connsiteX51" fmla="*/ 39016 w 361906"/>
              <a:gd name="connsiteY51" fmla="*/ 354572 h 396207"/>
              <a:gd name="connsiteX52" fmla="*/ 36325 w 361906"/>
              <a:gd name="connsiteY52" fmla="*/ 354572 h 396207"/>
              <a:gd name="connsiteX53" fmla="*/ 36325 w 361906"/>
              <a:gd name="connsiteY53" fmla="*/ 350543 h 396207"/>
              <a:gd name="connsiteX54" fmla="*/ 33634 w 361906"/>
              <a:gd name="connsiteY54" fmla="*/ 350543 h 396207"/>
              <a:gd name="connsiteX55" fmla="*/ 33634 w 361906"/>
              <a:gd name="connsiteY55" fmla="*/ 346514 h 396207"/>
              <a:gd name="connsiteX56" fmla="*/ 34980 w 361906"/>
              <a:gd name="connsiteY56" fmla="*/ 337112 h 396207"/>
              <a:gd name="connsiteX57" fmla="*/ 32289 w 361906"/>
              <a:gd name="connsiteY57" fmla="*/ 330397 h 396207"/>
              <a:gd name="connsiteX58" fmla="*/ 36325 w 361906"/>
              <a:gd name="connsiteY58" fmla="*/ 325025 h 396207"/>
              <a:gd name="connsiteX59" fmla="*/ 34980 w 361906"/>
              <a:gd name="connsiteY59" fmla="*/ 320995 h 396207"/>
              <a:gd name="connsiteX60" fmla="*/ 37670 w 361906"/>
              <a:gd name="connsiteY60" fmla="*/ 315623 h 396207"/>
              <a:gd name="connsiteX61" fmla="*/ 45743 w 361906"/>
              <a:gd name="connsiteY61" fmla="*/ 312937 h 396207"/>
              <a:gd name="connsiteX62" fmla="*/ 47088 w 361906"/>
              <a:gd name="connsiteY62" fmla="*/ 310251 h 396207"/>
              <a:gd name="connsiteX63" fmla="*/ 60542 w 361906"/>
              <a:gd name="connsiteY63" fmla="*/ 306222 h 396207"/>
              <a:gd name="connsiteX64" fmla="*/ 67269 w 361906"/>
              <a:gd name="connsiteY64" fmla="*/ 308908 h 396207"/>
              <a:gd name="connsiteX65" fmla="*/ 71305 w 361906"/>
              <a:gd name="connsiteY65" fmla="*/ 304878 h 396207"/>
              <a:gd name="connsiteX66" fmla="*/ 69959 w 361906"/>
              <a:gd name="connsiteY66" fmla="*/ 295477 h 396207"/>
              <a:gd name="connsiteX67" fmla="*/ 63232 w 361906"/>
              <a:gd name="connsiteY67" fmla="*/ 290105 h 396207"/>
              <a:gd name="connsiteX68" fmla="*/ 56506 w 361906"/>
              <a:gd name="connsiteY68" fmla="*/ 291448 h 396207"/>
              <a:gd name="connsiteX69" fmla="*/ 55161 w 361906"/>
              <a:gd name="connsiteY69" fmla="*/ 286075 h 396207"/>
              <a:gd name="connsiteX70" fmla="*/ 55161 w 361906"/>
              <a:gd name="connsiteY70" fmla="*/ 279360 h 396207"/>
              <a:gd name="connsiteX71" fmla="*/ 53815 w 361906"/>
              <a:gd name="connsiteY71" fmla="*/ 272645 h 396207"/>
              <a:gd name="connsiteX72" fmla="*/ 53815 w 361906"/>
              <a:gd name="connsiteY72" fmla="*/ 264586 h 396207"/>
              <a:gd name="connsiteX73" fmla="*/ 45743 w 361906"/>
              <a:gd name="connsiteY73" fmla="*/ 263243 h 396207"/>
              <a:gd name="connsiteX74" fmla="*/ 45743 w 361906"/>
              <a:gd name="connsiteY74" fmla="*/ 260557 h 396207"/>
              <a:gd name="connsiteX75" fmla="*/ 40361 w 361906"/>
              <a:gd name="connsiteY75" fmla="*/ 259214 h 396207"/>
              <a:gd name="connsiteX76" fmla="*/ 32289 w 361906"/>
              <a:gd name="connsiteY76" fmla="*/ 257871 h 396207"/>
              <a:gd name="connsiteX77" fmla="*/ 29598 w 361906"/>
              <a:gd name="connsiteY77" fmla="*/ 255185 h 396207"/>
              <a:gd name="connsiteX78" fmla="*/ 22871 w 361906"/>
              <a:gd name="connsiteY78" fmla="*/ 252499 h 396207"/>
              <a:gd name="connsiteX79" fmla="*/ 16144 w 361906"/>
              <a:gd name="connsiteY79" fmla="*/ 245783 h 396207"/>
              <a:gd name="connsiteX80" fmla="*/ 13454 w 361906"/>
              <a:gd name="connsiteY80" fmla="*/ 239068 h 396207"/>
              <a:gd name="connsiteX81" fmla="*/ 0 w 361906"/>
              <a:gd name="connsiteY81" fmla="*/ 221608 h 396207"/>
              <a:gd name="connsiteX82" fmla="*/ 0 w 361906"/>
              <a:gd name="connsiteY82" fmla="*/ 221608 h 396207"/>
              <a:gd name="connsiteX83" fmla="*/ 34980 w 361906"/>
              <a:gd name="connsiteY83" fmla="*/ 231009 h 396207"/>
              <a:gd name="connsiteX84" fmla="*/ 65923 w 361906"/>
              <a:gd name="connsiteY84" fmla="*/ 229666 h 396207"/>
              <a:gd name="connsiteX85" fmla="*/ 73996 w 361906"/>
              <a:gd name="connsiteY85" fmla="*/ 228323 h 396207"/>
              <a:gd name="connsiteX86" fmla="*/ 82068 w 361906"/>
              <a:gd name="connsiteY86" fmla="*/ 228323 h 396207"/>
              <a:gd name="connsiteX87" fmla="*/ 86104 w 361906"/>
              <a:gd name="connsiteY87" fmla="*/ 225637 h 396207"/>
              <a:gd name="connsiteX88" fmla="*/ 94176 w 361906"/>
              <a:gd name="connsiteY88" fmla="*/ 222951 h 396207"/>
              <a:gd name="connsiteX89" fmla="*/ 108976 w 361906"/>
              <a:gd name="connsiteY89" fmla="*/ 222951 h 396207"/>
              <a:gd name="connsiteX90" fmla="*/ 117048 w 361906"/>
              <a:gd name="connsiteY90" fmla="*/ 221608 h 396207"/>
              <a:gd name="connsiteX91" fmla="*/ 126465 w 361906"/>
              <a:gd name="connsiteY91" fmla="*/ 221608 h 396207"/>
              <a:gd name="connsiteX92" fmla="*/ 135883 w 361906"/>
              <a:gd name="connsiteY92" fmla="*/ 217578 h 396207"/>
              <a:gd name="connsiteX93" fmla="*/ 137228 w 361906"/>
              <a:gd name="connsiteY93" fmla="*/ 212206 h 396207"/>
              <a:gd name="connsiteX94" fmla="*/ 134538 w 361906"/>
              <a:gd name="connsiteY94" fmla="*/ 206834 h 396207"/>
              <a:gd name="connsiteX95" fmla="*/ 135883 w 361906"/>
              <a:gd name="connsiteY95" fmla="*/ 202805 h 396207"/>
              <a:gd name="connsiteX96" fmla="*/ 133192 w 361906"/>
              <a:gd name="connsiteY96" fmla="*/ 193403 h 396207"/>
              <a:gd name="connsiteX97" fmla="*/ 133192 w 361906"/>
              <a:gd name="connsiteY97" fmla="*/ 186688 h 396207"/>
              <a:gd name="connsiteX98" fmla="*/ 137228 w 361906"/>
              <a:gd name="connsiteY98" fmla="*/ 182658 h 396207"/>
              <a:gd name="connsiteX99" fmla="*/ 141265 w 361906"/>
              <a:gd name="connsiteY99" fmla="*/ 179972 h 396207"/>
              <a:gd name="connsiteX100" fmla="*/ 142610 w 361906"/>
              <a:gd name="connsiteY100" fmla="*/ 175943 h 396207"/>
              <a:gd name="connsiteX101" fmla="*/ 143955 w 361906"/>
              <a:gd name="connsiteY101" fmla="*/ 171914 h 396207"/>
              <a:gd name="connsiteX102" fmla="*/ 150682 w 361906"/>
              <a:gd name="connsiteY102" fmla="*/ 171914 h 396207"/>
              <a:gd name="connsiteX103" fmla="*/ 153373 w 361906"/>
              <a:gd name="connsiteY103" fmla="*/ 173257 h 396207"/>
              <a:gd name="connsiteX104" fmla="*/ 164136 w 361906"/>
              <a:gd name="connsiteY104" fmla="*/ 169228 h 396207"/>
              <a:gd name="connsiteX105" fmla="*/ 166827 w 361906"/>
              <a:gd name="connsiteY105" fmla="*/ 165199 h 396207"/>
              <a:gd name="connsiteX106" fmla="*/ 161445 w 361906"/>
              <a:gd name="connsiteY106" fmla="*/ 163855 h 396207"/>
              <a:gd name="connsiteX107" fmla="*/ 172208 w 361906"/>
              <a:gd name="connsiteY107" fmla="*/ 155797 h 396207"/>
              <a:gd name="connsiteX108" fmla="*/ 173554 w 361906"/>
              <a:gd name="connsiteY108" fmla="*/ 153111 h 396207"/>
              <a:gd name="connsiteX109" fmla="*/ 180280 w 361906"/>
              <a:gd name="connsiteY109" fmla="*/ 153111 h 396207"/>
              <a:gd name="connsiteX110" fmla="*/ 182971 w 361906"/>
              <a:gd name="connsiteY110" fmla="*/ 154454 h 396207"/>
              <a:gd name="connsiteX111" fmla="*/ 189698 w 361906"/>
              <a:gd name="connsiteY111" fmla="*/ 154454 h 396207"/>
              <a:gd name="connsiteX112" fmla="*/ 189698 w 361906"/>
              <a:gd name="connsiteY112" fmla="*/ 151768 h 396207"/>
              <a:gd name="connsiteX113" fmla="*/ 192389 w 361906"/>
              <a:gd name="connsiteY113" fmla="*/ 151768 h 396207"/>
              <a:gd name="connsiteX114" fmla="*/ 197770 w 361906"/>
              <a:gd name="connsiteY114" fmla="*/ 157140 h 396207"/>
              <a:gd name="connsiteX115" fmla="*/ 203152 w 361906"/>
              <a:gd name="connsiteY115" fmla="*/ 149081 h 396207"/>
              <a:gd name="connsiteX116" fmla="*/ 200461 w 361906"/>
              <a:gd name="connsiteY116" fmla="*/ 138337 h 396207"/>
              <a:gd name="connsiteX117" fmla="*/ 203152 w 361906"/>
              <a:gd name="connsiteY117" fmla="*/ 135651 h 396207"/>
              <a:gd name="connsiteX118" fmla="*/ 203152 w 361906"/>
              <a:gd name="connsiteY118" fmla="*/ 131622 h 396207"/>
              <a:gd name="connsiteX119" fmla="*/ 204497 w 361906"/>
              <a:gd name="connsiteY119" fmla="*/ 126249 h 396207"/>
              <a:gd name="connsiteX120" fmla="*/ 205842 w 361906"/>
              <a:gd name="connsiteY120" fmla="*/ 116848 h 396207"/>
              <a:gd name="connsiteX121" fmla="*/ 207188 w 361906"/>
              <a:gd name="connsiteY121" fmla="*/ 112818 h 396207"/>
              <a:gd name="connsiteX122" fmla="*/ 213915 w 361906"/>
              <a:gd name="connsiteY122" fmla="*/ 112818 h 396207"/>
              <a:gd name="connsiteX123" fmla="*/ 219296 w 361906"/>
              <a:gd name="connsiteY123" fmla="*/ 108789 h 396207"/>
              <a:gd name="connsiteX124" fmla="*/ 220642 w 361906"/>
              <a:gd name="connsiteY124" fmla="*/ 104760 h 396207"/>
              <a:gd name="connsiteX125" fmla="*/ 217951 w 361906"/>
              <a:gd name="connsiteY125" fmla="*/ 98045 h 396207"/>
              <a:gd name="connsiteX126" fmla="*/ 212569 w 361906"/>
              <a:gd name="connsiteY126" fmla="*/ 95358 h 396207"/>
              <a:gd name="connsiteX127" fmla="*/ 209879 w 361906"/>
              <a:gd name="connsiteY127" fmla="*/ 88643 h 396207"/>
              <a:gd name="connsiteX128" fmla="*/ 215260 w 361906"/>
              <a:gd name="connsiteY128" fmla="*/ 84614 h 396207"/>
              <a:gd name="connsiteX129" fmla="*/ 224678 w 361906"/>
              <a:gd name="connsiteY129" fmla="*/ 87300 h 396207"/>
              <a:gd name="connsiteX130" fmla="*/ 235441 w 361906"/>
              <a:gd name="connsiteY130" fmla="*/ 87300 h 396207"/>
              <a:gd name="connsiteX131" fmla="*/ 242168 w 361906"/>
              <a:gd name="connsiteY131" fmla="*/ 77899 h 396207"/>
              <a:gd name="connsiteX132" fmla="*/ 242168 w 361906"/>
              <a:gd name="connsiteY132" fmla="*/ 71183 h 396207"/>
              <a:gd name="connsiteX133" fmla="*/ 235441 w 361906"/>
              <a:gd name="connsiteY133" fmla="*/ 64468 h 396207"/>
              <a:gd name="connsiteX134" fmla="*/ 247549 w 361906"/>
              <a:gd name="connsiteY134" fmla="*/ 48351 h 396207"/>
              <a:gd name="connsiteX135" fmla="*/ 247549 w 361906"/>
              <a:gd name="connsiteY135" fmla="*/ 37606 h 396207"/>
              <a:gd name="connsiteX136" fmla="*/ 235441 w 361906"/>
              <a:gd name="connsiteY136" fmla="*/ 20146 h 396207"/>
              <a:gd name="connsiteX137" fmla="*/ 240822 w 361906"/>
              <a:gd name="connsiteY137" fmla="*/ 16117 h 396207"/>
              <a:gd name="connsiteX138" fmla="*/ 244858 w 361906"/>
              <a:gd name="connsiteY138" fmla="*/ 9401 h 396207"/>
              <a:gd name="connsiteX139" fmla="*/ 251585 w 361906"/>
              <a:gd name="connsiteY139" fmla="*/ 9401 h 396207"/>
              <a:gd name="connsiteX140" fmla="*/ 258312 w 361906"/>
              <a:gd name="connsiteY140" fmla="*/ 4029 h 396207"/>
              <a:gd name="connsiteX141" fmla="*/ 266384 w 361906"/>
              <a:gd name="connsiteY141" fmla="*/ 0 h 396207"/>
              <a:gd name="connsiteX142" fmla="*/ 273111 w 361906"/>
              <a:gd name="connsiteY142" fmla="*/ 2686 h 396207"/>
              <a:gd name="connsiteX143" fmla="*/ 279838 w 361906"/>
              <a:gd name="connsiteY143" fmla="*/ 1343 h 396207"/>
              <a:gd name="connsiteX144" fmla="*/ 282529 w 361906"/>
              <a:gd name="connsiteY144" fmla="*/ 5372 h 396207"/>
              <a:gd name="connsiteX145" fmla="*/ 269075 w 361906"/>
              <a:gd name="connsiteY145" fmla="*/ 14774 h 396207"/>
              <a:gd name="connsiteX146" fmla="*/ 270421 w 361906"/>
              <a:gd name="connsiteY146" fmla="*/ 24175 h 396207"/>
              <a:gd name="connsiteX147" fmla="*/ 274457 w 361906"/>
              <a:gd name="connsiteY147" fmla="*/ 28204 h 396207"/>
              <a:gd name="connsiteX148" fmla="*/ 278493 w 361906"/>
              <a:gd name="connsiteY148" fmla="*/ 26862 h 396207"/>
              <a:gd name="connsiteX149" fmla="*/ 282529 w 361906"/>
              <a:gd name="connsiteY149" fmla="*/ 24175 h 396207"/>
              <a:gd name="connsiteX150" fmla="*/ 287911 w 361906"/>
              <a:gd name="connsiteY150" fmla="*/ 30891 h 396207"/>
              <a:gd name="connsiteX151" fmla="*/ 295983 w 361906"/>
              <a:gd name="connsiteY151" fmla="*/ 37606 h 396207"/>
              <a:gd name="connsiteX152" fmla="*/ 302710 w 361906"/>
              <a:gd name="connsiteY152" fmla="*/ 41635 h 396207"/>
              <a:gd name="connsiteX153" fmla="*/ 304055 w 361906"/>
              <a:gd name="connsiteY153" fmla="*/ 47008 h 396207"/>
              <a:gd name="connsiteX154" fmla="*/ 312127 w 361906"/>
              <a:gd name="connsiteY154" fmla="*/ 48351 h 396207"/>
              <a:gd name="connsiteX155" fmla="*/ 312127 w 361906"/>
              <a:gd name="connsiteY155" fmla="*/ 55066 h 396207"/>
              <a:gd name="connsiteX156" fmla="*/ 304055 w 361906"/>
              <a:gd name="connsiteY156" fmla="*/ 59095 h 396207"/>
              <a:gd name="connsiteX157" fmla="*/ 304055 w 361906"/>
              <a:gd name="connsiteY157" fmla="*/ 64468 h 396207"/>
              <a:gd name="connsiteX158" fmla="*/ 300019 w 361906"/>
              <a:gd name="connsiteY158" fmla="*/ 67154 h 396207"/>
              <a:gd name="connsiteX159" fmla="*/ 300019 w 361906"/>
              <a:gd name="connsiteY159" fmla="*/ 75212 h 396207"/>
              <a:gd name="connsiteX160" fmla="*/ 304055 w 361906"/>
              <a:gd name="connsiteY160" fmla="*/ 81928 h 396207"/>
              <a:gd name="connsiteX161" fmla="*/ 308091 w 361906"/>
              <a:gd name="connsiteY161" fmla="*/ 99388 h 396207"/>
              <a:gd name="connsiteX162" fmla="*/ 309437 w 361906"/>
              <a:gd name="connsiteY162" fmla="*/ 107446 h 396207"/>
              <a:gd name="connsiteX163" fmla="*/ 318854 w 361906"/>
              <a:gd name="connsiteY163" fmla="*/ 115504 h 396207"/>
              <a:gd name="connsiteX164" fmla="*/ 328272 w 361906"/>
              <a:gd name="connsiteY164" fmla="*/ 118191 h 396207"/>
              <a:gd name="connsiteX165" fmla="*/ 337690 w 361906"/>
              <a:gd name="connsiteY165" fmla="*/ 122220 h 396207"/>
              <a:gd name="connsiteX166" fmla="*/ 341726 w 361906"/>
              <a:gd name="connsiteY166" fmla="*/ 128935 h 396207"/>
              <a:gd name="connsiteX167" fmla="*/ 348452 w 361906"/>
              <a:gd name="connsiteY167" fmla="*/ 130278 h 396207"/>
              <a:gd name="connsiteX168" fmla="*/ 355179 w 361906"/>
              <a:gd name="connsiteY168" fmla="*/ 127592 h 396207"/>
              <a:gd name="connsiteX169" fmla="*/ 361906 w 361906"/>
              <a:gd name="connsiteY169" fmla="*/ 130278 h 396207"/>
              <a:gd name="connsiteX170" fmla="*/ 361906 w 361906"/>
              <a:gd name="connsiteY170" fmla="*/ 135651 h 396207"/>
              <a:gd name="connsiteX171" fmla="*/ 356525 w 361906"/>
              <a:gd name="connsiteY171" fmla="*/ 141023 h 396207"/>
              <a:gd name="connsiteX172" fmla="*/ 353834 w 361906"/>
              <a:gd name="connsiteY172" fmla="*/ 141023 h 396207"/>
              <a:gd name="connsiteX173" fmla="*/ 348452 w 361906"/>
              <a:gd name="connsiteY173" fmla="*/ 143709 h 396207"/>
              <a:gd name="connsiteX174" fmla="*/ 344417 w 361906"/>
              <a:gd name="connsiteY174" fmla="*/ 145052 h 396207"/>
              <a:gd name="connsiteX175" fmla="*/ 336344 w 361906"/>
              <a:gd name="connsiteY175" fmla="*/ 153111 h 396207"/>
              <a:gd name="connsiteX176" fmla="*/ 337690 w 361906"/>
              <a:gd name="connsiteY176" fmla="*/ 155797 h 396207"/>
              <a:gd name="connsiteX177" fmla="*/ 340380 w 361906"/>
              <a:gd name="connsiteY177" fmla="*/ 165199 h 396207"/>
              <a:gd name="connsiteX178" fmla="*/ 339035 w 361906"/>
              <a:gd name="connsiteY178" fmla="*/ 178629 h 396207"/>
              <a:gd name="connsiteX179" fmla="*/ 337690 w 361906"/>
              <a:gd name="connsiteY179" fmla="*/ 184002 h 396207"/>
              <a:gd name="connsiteX180" fmla="*/ 333653 w 361906"/>
              <a:gd name="connsiteY180" fmla="*/ 188031 h 396207"/>
              <a:gd name="connsiteX181" fmla="*/ 326926 w 361906"/>
              <a:gd name="connsiteY181" fmla="*/ 196089 h 396207"/>
              <a:gd name="connsiteX182" fmla="*/ 329617 w 361906"/>
              <a:gd name="connsiteY182" fmla="*/ 198775 h 396207"/>
              <a:gd name="connsiteX183" fmla="*/ 329617 w 361906"/>
              <a:gd name="connsiteY183" fmla="*/ 202805 h 396207"/>
              <a:gd name="connsiteX184" fmla="*/ 326926 w 361906"/>
              <a:gd name="connsiteY184" fmla="*/ 209520 h 396207"/>
              <a:gd name="connsiteX185" fmla="*/ 318854 w 361906"/>
              <a:gd name="connsiteY185" fmla="*/ 213549 h 396207"/>
              <a:gd name="connsiteX186" fmla="*/ 313473 w 361906"/>
              <a:gd name="connsiteY186" fmla="*/ 221608 h 396207"/>
              <a:gd name="connsiteX187" fmla="*/ 312127 w 361906"/>
              <a:gd name="connsiteY187" fmla="*/ 229666 h 396207"/>
              <a:gd name="connsiteX188" fmla="*/ 309437 w 361906"/>
              <a:gd name="connsiteY188" fmla="*/ 236381 h 396207"/>
              <a:gd name="connsiteX189" fmla="*/ 297328 w 361906"/>
              <a:gd name="connsiteY189" fmla="*/ 244440 h 396207"/>
              <a:gd name="connsiteX190" fmla="*/ 291946 w 361906"/>
              <a:gd name="connsiteY190" fmla="*/ 259214 h 396207"/>
              <a:gd name="connsiteX191" fmla="*/ 283875 w 361906"/>
              <a:gd name="connsiteY191" fmla="*/ 268615 h 396207"/>
              <a:gd name="connsiteX192" fmla="*/ 270421 w 361906"/>
              <a:gd name="connsiteY192" fmla="*/ 269958 h 396207"/>
              <a:gd name="connsiteX193" fmla="*/ 259658 w 361906"/>
              <a:gd name="connsiteY193" fmla="*/ 273988 h 396207"/>
              <a:gd name="connsiteX194" fmla="*/ 256967 w 361906"/>
              <a:gd name="connsiteY194" fmla="*/ 273988 h 396207"/>
              <a:gd name="connsiteX195" fmla="*/ 255622 w 361906"/>
              <a:gd name="connsiteY195" fmla="*/ 268615 h 396207"/>
              <a:gd name="connsiteX196" fmla="*/ 250240 w 361906"/>
              <a:gd name="connsiteY196" fmla="*/ 265929 h 396207"/>
              <a:gd name="connsiteX197" fmla="*/ 246204 w 361906"/>
              <a:gd name="connsiteY197" fmla="*/ 268615 h 396207"/>
              <a:gd name="connsiteX198" fmla="*/ 240822 w 361906"/>
              <a:gd name="connsiteY198" fmla="*/ 271302 h 396207"/>
              <a:gd name="connsiteX199" fmla="*/ 240822 w 361906"/>
              <a:gd name="connsiteY199" fmla="*/ 275331 h 396207"/>
              <a:gd name="connsiteX200" fmla="*/ 234095 w 361906"/>
              <a:gd name="connsiteY200" fmla="*/ 286075 h 396207"/>
              <a:gd name="connsiteX201" fmla="*/ 230059 w 361906"/>
              <a:gd name="connsiteY201" fmla="*/ 286075 h 396207"/>
              <a:gd name="connsiteX202" fmla="*/ 226023 w 361906"/>
              <a:gd name="connsiteY202" fmla="*/ 296820 h 396207"/>
              <a:gd name="connsiteX203" fmla="*/ 226023 w 361906"/>
              <a:gd name="connsiteY203" fmla="*/ 303535 h 396207"/>
              <a:gd name="connsiteX204" fmla="*/ 230059 w 361906"/>
              <a:gd name="connsiteY204" fmla="*/ 303535 h 396207"/>
              <a:gd name="connsiteX205" fmla="*/ 235441 w 361906"/>
              <a:gd name="connsiteY205" fmla="*/ 306222 h 396207"/>
              <a:gd name="connsiteX206" fmla="*/ 238131 w 361906"/>
              <a:gd name="connsiteY206" fmla="*/ 303535 h 396207"/>
              <a:gd name="connsiteX207" fmla="*/ 243513 w 361906"/>
              <a:gd name="connsiteY207" fmla="*/ 304878 h 396207"/>
              <a:gd name="connsiteX208" fmla="*/ 247549 w 361906"/>
              <a:gd name="connsiteY208" fmla="*/ 312937 h 396207"/>
              <a:gd name="connsiteX209" fmla="*/ 247549 w 361906"/>
              <a:gd name="connsiteY209" fmla="*/ 318309 h 396207"/>
              <a:gd name="connsiteX210" fmla="*/ 247549 w 361906"/>
              <a:gd name="connsiteY210" fmla="*/ 327711 h 396207"/>
              <a:gd name="connsiteX211" fmla="*/ 256967 w 361906"/>
              <a:gd name="connsiteY211" fmla="*/ 333083 h 396207"/>
              <a:gd name="connsiteX212" fmla="*/ 261003 w 361906"/>
              <a:gd name="connsiteY212" fmla="*/ 333083 h 396207"/>
              <a:gd name="connsiteX213" fmla="*/ 265039 w 361906"/>
              <a:gd name="connsiteY213" fmla="*/ 335769 h 396207"/>
              <a:gd name="connsiteX214" fmla="*/ 263694 w 361906"/>
              <a:gd name="connsiteY214" fmla="*/ 339799 h 396207"/>
              <a:gd name="connsiteX215" fmla="*/ 269075 w 361906"/>
              <a:gd name="connsiteY215" fmla="*/ 346514 h 396207"/>
              <a:gd name="connsiteX216" fmla="*/ 274457 w 361906"/>
              <a:gd name="connsiteY216" fmla="*/ 362631 h 396207"/>
              <a:gd name="connsiteX217" fmla="*/ 274457 w 361906"/>
              <a:gd name="connsiteY217" fmla="*/ 366660 h 396207"/>
              <a:gd name="connsiteX218" fmla="*/ 275802 w 361906"/>
              <a:gd name="connsiteY218" fmla="*/ 369346 h 396207"/>
              <a:gd name="connsiteX219" fmla="*/ 271766 w 361906"/>
              <a:gd name="connsiteY219" fmla="*/ 370689 h 396207"/>
              <a:gd name="connsiteX220" fmla="*/ 265039 w 361906"/>
              <a:gd name="connsiteY220" fmla="*/ 374718 h 396207"/>
              <a:gd name="connsiteX221" fmla="*/ 262348 w 361906"/>
              <a:gd name="connsiteY221" fmla="*/ 370689 h 396207"/>
              <a:gd name="connsiteX222" fmla="*/ 265039 w 361906"/>
              <a:gd name="connsiteY222" fmla="*/ 368003 h 396207"/>
              <a:gd name="connsiteX223" fmla="*/ 259658 w 361906"/>
              <a:gd name="connsiteY223" fmla="*/ 369346 h 396207"/>
              <a:gd name="connsiteX224" fmla="*/ 256967 w 361906"/>
              <a:gd name="connsiteY224" fmla="*/ 372032 h 396207"/>
              <a:gd name="connsiteX225" fmla="*/ 246204 w 361906"/>
              <a:gd name="connsiteY225" fmla="*/ 376062 h 396207"/>
              <a:gd name="connsiteX226" fmla="*/ 228714 w 361906"/>
              <a:gd name="connsiteY226" fmla="*/ 374718 h 396207"/>
              <a:gd name="connsiteX227" fmla="*/ 224678 w 361906"/>
              <a:gd name="connsiteY227" fmla="*/ 377405 h 396207"/>
              <a:gd name="connsiteX228" fmla="*/ 220642 w 361906"/>
              <a:gd name="connsiteY228" fmla="*/ 376062 h 396207"/>
              <a:gd name="connsiteX229" fmla="*/ 217951 w 361906"/>
              <a:gd name="connsiteY229" fmla="*/ 382777 h 396207"/>
              <a:gd name="connsiteX230" fmla="*/ 215260 w 361906"/>
              <a:gd name="connsiteY230" fmla="*/ 382777 h 396207"/>
              <a:gd name="connsiteX231" fmla="*/ 209879 w 361906"/>
              <a:gd name="connsiteY231" fmla="*/ 386806 h 396207"/>
              <a:gd name="connsiteX232" fmla="*/ 208533 w 361906"/>
              <a:gd name="connsiteY232" fmla="*/ 393522 h 396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61906" h="396207">
                <a:moveTo>
                  <a:pt x="204497" y="396208"/>
                </a:moveTo>
                <a:lnTo>
                  <a:pt x="205842" y="393522"/>
                </a:lnTo>
                <a:lnTo>
                  <a:pt x="196425" y="388149"/>
                </a:lnTo>
                <a:lnTo>
                  <a:pt x="188353" y="389492"/>
                </a:lnTo>
                <a:lnTo>
                  <a:pt x="184316" y="389492"/>
                </a:lnTo>
                <a:lnTo>
                  <a:pt x="181626" y="384120"/>
                </a:lnTo>
                <a:lnTo>
                  <a:pt x="180280" y="384120"/>
                </a:lnTo>
                <a:lnTo>
                  <a:pt x="178935" y="382777"/>
                </a:lnTo>
                <a:lnTo>
                  <a:pt x="180280" y="381434"/>
                </a:lnTo>
                <a:lnTo>
                  <a:pt x="180280" y="378748"/>
                </a:lnTo>
                <a:lnTo>
                  <a:pt x="180280" y="377405"/>
                </a:lnTo>
                <a:lnTo>
                  <a:pt x="178935" y="368003"/>
                </a:lnTo>
                <a:lnTo>
                  <a:pt x="172208" y="361288"/>
                </a:lnTo>
                <a:lnTo>
                  <a:pt x="172208" y="355915"/>
                </a:lnTo>
                <a:lnTo>
                  <a:pt x="165481" y="359945"/>
                </a:lnTo>
                <a:lnTo>
                  <a:pt x="160100" y="359945"/>
                </a:lnTo>
                <a:lnTo>
                  <a:pt x="160100" y="357258"/>
                </a:lnTo>
                <a:lnTo>
                  <a:pt x="161445" y="357258"/>
                </a:lnTo>
                <a:lnTo>
                  <a:pt x="161445" y="355915"/>
                </a:lnTo>
                <a:lnTo>
                  <a:pt x="161445" y="351886"/>
                </a:lnTo>
                <a:lnTo>
                  <a:pt x="160100" y="346514"/>
                </a:lnTo>
                <a:lnTo>
                  <a:pt x="154718" y="342485"/>
                </a:lnTo>
                <a:lnTo>
                  <a:pt x="146646" y="342485"/>
                </a:lnTo>
                <a:lnTo>
                  <a:pt x="139919" y="343828"/>
                </a:lnTo>
                <a:lnTo>
                  <a:pt x="133192" y="343828"/>
                </a:lnTo>
                <a:lnTo>
                  <a:pt x="130501" y="342485"/>
                </a:lnTo>
                <a:lnTo>
                  <a:pt x="130501" y="343828"/>
                </a:lnTo>
                <a:lnTo>
                  <a:pt x="126465" y="343828"/>
                </a:lnTo>
                <a:lnTo>
                  <a:pt x="122429" y="346514"/>
                </a:lnTo>
                <a:lnTo>
                  <a:pt x="118393" y="345171"/>
                </a:lnTo>
                <a:lnTo>
                  <a:pt x="111666" y="345171"/>
                </a:lnTo>
                <a:lnTo>
                  <a:pt x="104939" y="350543"/>
                </a:lnTo>
                <a:lnTo>
                  <a:pt x="100903" y="350543"/>
                </a:lnTo>
                <a:lnTo>
                  <a:pt x="96867" y="347857"/>
                </a:lnTo>
                <a:lnTo>
                  <a:pt x="92831" y="347857"/>
                </a:lnTo>
                <a:lnTo>
                  <a:pt x="91485" y="345171"/>
                </a:lnTo>
                <a:lnTo>
                  <a:pt x="88795" y="345171"/>
                </a:lnTo>
                <a:lnTo>
                  <a:pt x="88795" y="346514"/>
                </a:lnTo>
                <a:lnTo>
                  <a:pt x="84759" y="346514"/>
                </a:lnTo>
                <a:lnTo>
                  <a:pt x="79377" y="343828"/>
                </a:lnTo>
                <a:lnTo>
                  <a:pt x="78032" y="346514"/>
                </a:lnTo>
                <a:lnTo>
                  <a:pt x="76686" y="349200"/>
                </a:lnTo>
                <a:lnTo>
                  <a:pt x="73996" y="349200"/>
                </a:lnTo>
                <a:lnTo>
                  <a:pt x="71305" y="349200"/>
                </a:lnTo>
                <a:lnTo>
                  <a:pt x="65923" y="350543"/>
                </a:lnTo>
                <a:lnTo>
                  <a:pt x="64578" y="349200"/>
                </a:lnTo>
                <a:lnTo>
                  <a:pt x="57851" y="349200"/>
                </a:lnTo>
                <a:lnTo>
                  <a:pt x="55161" y="351886"/>
                </a:lnTo>
                <a:lnTo>
                  <a:pt x="52470" y="353229"/>
                </a:lnTo>
                <a:lnTo>
                  <a:pt x="52470" y="350543"/>
                </a:lnTo>
                <a:lnTo>
                  <a:pt x="45743" y="350543"/>
                </a:lnTo>
                <a:lnTo>
                  <a:pt x="39016" y="354572"/>
                </a:lnTo>
                <a:lnTo>
                  <a:pt x="36325" y="354572"/>
                </a:lnTo>
                <a:lnTo>
                  <a:pt x="36325" y="350543"/>
                </a:lnTo>
                <a:lnTo>
                  <a:pt x="33634" y="350543"/>
                </a:lnTo>
                <a:lnTo>
                  <a:pt x="33634" y="346514"/>
                </a:lnTo>
                <a:lnTo>
                  <a:pt x="34980" y="337112"/>
                </a:lnTo>
                <a:lnTo>
                  <a:pt x="32289" y="330397"/>
                </a:lnTo>
                <a:lnTo>
                  <a:pt x="36325" y="325025"/>
                </a:lnTo>
                <a:lnTo>
                  <a:pt x="34980" y="320995"/>
                </a:lnTo>
                <a:lnTo>
                  <a:pt x="37670" y="315623"/>
                </a:lnTo>
                <a:lnTo>
                  <a:pt x="45743" y="312937"/>
                </a:lnTo>
                <a:lnTo>
                  <a:pt x="47088" y="310251"/>
                </a:lnTo>
                <a:lnTo>
                  <a:pt x="60542" y="306222"/>
                </a:lnTo>
                <a:lnTo>
                  <a:pt x="67269" y="308908"/>
                </a:lnTo>
                <a:lnTo>
                  <a:pt x="71305" y="304878"/>
                </a:lnTo>
                <a:lnTo>
                  <a:pt x="69959" y="295477"/>
                </a:lnTo>
                <a:lnTo>
                  <a:pt x="63232" y="290105"/>
                </a:lnTo>
                <a:lnTo>
                  <a:pt x="56506" y="291448"/>
                </a:lnTo>
                <a:lnTo>
                  <a:pt x="55161" y="286075"/>
                </a:lnTo>
                <a:lnTo>
                  <a:pt x="55161" y="279360"/>
                </a:lnTo>
                <a:lnTo>
                  <a:pt x="53815" y="272645"/>
                </a:lnTo>
                <a:lnTo>
                  <a:pt x="53815" y="264586"/>
                </a:lnTo>
                <a:lnTo>
                  <a:pt x="45743" y="263243"/>
                </a:lnTo>
                <a:lnTo>
                  <a:pt x="45743" y="260557"/>
                </a:lnTo>
                <a:lnTo>
                  <a:pt x="40361" y="259214"/>
                </a:lnTo>
                <a:lnTo>
                  <a:pt x="32289" y="257871"/>
                </a:lnTo>
                <a:lnTo>
                  <a:pt x="29598" y="255185"/>
                </a:lnTo>
                <a:lnTo>
                  <a:pt x="22871" y="252499"/>
                </a:lnTo>
                <a:lnTo>
                  <a:pt x="16144" y="245783"/>
                </a:lnTo>
                <a:lnTo>
                  <a:pt x="13454" y="239068"/>
                </a:lnTo>
                <a:lnTo>
                  <a:pt x="0" y="221608"/>
                </a:lnTo>
                <a:lnTo>
                  <a:pt x="0" y="221608"/>
                </a:lnTo>
                <a:lnTo>
                  <a:pt x="34980" y="231009"/>
                </a:lnTo>
                <a:lnTo>
                  <a:pt x="65923" y="229666"/>
                </a:lnTo>
                <a:lnTo>
                  <a:pt x="73996" y="228323"/>
                </a:lnTo>
                <a:lnTo>
                  <a:pt x="82068" y="228323"/>
                </a:lnTo>
                <a:lnTo>
                  <a:pt x="86104" y="225637"/>
                </a:lnTo>
                <a:lnTo>
                  <a:pt x="94176" y="222951"/>
                </a:lnTo>
                <a:lnTo>
                  <a:pt x="108976" y="222951"/>
                </a:lnTo>
                <a:lnTo>
                  <a:pt x="117048" y="221608"/>
                </a:lnTo>
                <a:lnTo>
                  <a:pt x="126465" y="221608"/>
                </a:lnTo>
                <a:lnTo>
                  <a:pt x="135883" y="217578"/>
                </a:lnTo>
                <a:lnTo>
                  <a:pt x="137228" y="212206"/>
                </a:lnTo>
                <a:lnTo>
                  <a:pt x="134538" y="206834"/>
                </a:lnTo>
                <a:lnTo>
                  <a:pt x="135883" y="202805"/>
                </a:lnTo>
                <a:lnTo>
                  <a:pt x="133192" y="193403"/>
                </a:lnTo>
                <a:lnTo>
                  <a:pt x="133192" y="186688"/>
                </a:lnTo>
                <a:lnTo>
                  <a:pt x="137228" y="182658"/>
                </a:lnTo>
                <a:lnTo>
                  <a:pt x="141265" y="179972"/>
                </a:lnTo>
                <a:lnTo>
                  <a:pt x="142610" y="175943"/>
                </a:lnTo>
                <a:lnTo>
                  <a:pt x="143955" y="171914"/>
                </a:lnTo>
                <a:lnTo>
                  <a:pt x="150682" y="171914"/>
                </a:lnTo>
                <a:lnTo>
                  <a:pt x="153373" y="173257"/>
                </a:lnTo>
                <a:lnTo>
                  <a:pt x="164136" y="169228"/>
                </a:lnTo>
                <a:lnTo>
                  <a:pt x="166827" y="165199"/>
                </a:lnTo>
                <a:lnTo>
                  <a:pt x="161445" y="163855"/>
                </a:lnTo>
                <a:lnTo>
                  <a:pt x="172208" y="155797"/>
                </a:lnTo>
                <a:lnTo>
                  <a:pt x="173554" y="153111"/>
                </a:lnTo>
                <a:lnTo>
                  <a:pt x="180280" y="153111"/>
                </a:lnTo>
                <a:lnTo>
                  <a:pt x="182971" y="154454"/>
                </a:lnTo>
                <a:lnTo>
                  <a:pt x="189698" y="154454"/>
                </a:lnTo>
                <a:lnTo>
                  <a:pt x="189698" y="151768"/>
                </a:lnTo>
                <a:lnTo>
                  <a:pt x="192389" y="151768"/>
                </a:lnTo>
                <a:lnTo>
                  <a:pt x="197770" y="157140"/>
                </a:lnTo>
                <a:lnTo>
                  <a:pt x="203152" y="149081"/>
                </a:lnTo>
                <a:lnTo>
                  <a:pt x="200461" y="138337"/>
                </a:lnTo>
                <a:lnTo>
                  <a:pt x="203152" y="135651"/>
                </a:lnTo>
                <a:lnTo>
                  <a:pt x="203152" y="131622"/>
                </a:lnTo>
                <a:lnTo>
                  <a:pt x="204497" y="126249"/>
                </a:lnTo>
                <a:lnTo>
                  <a:pt x="205842" y="116848"/>
                </a:lnTo>
                <a:lnTo>
                  <a:pt x="207188" y="112818"/>
                </a:lnTo>
                <a:lnTo>
                  <a:pt x="213915" y="112818"/>
                </a:lnTo>
                <a:lnTo>
                  <a:pt x="219296" y="108789"/>
                </a:lnTo>
                <a:lnTo>
                  <a:pt x="220642" y="104760"/>
                </a:lnTo>
                <a:lnTo>
                  <a:pt x="217951" y="98045"/>
                </a:lnTo>
                <a:lnTo>
                  <a:pt x="212569" y="95358"/>
                </a:lnTo>
                <a:lnTo>
                  <a:pt x="209879" y="88643"/>
                </a:lnTo>
                <a:lnTo>
                  <a:pt x="215260" y="84614"/>
                </a:lnTo>
                <a:lnTo>
                  <a:pt x="224678" y="87300"/>
                </a:lnTo>
                <a:lnTo>
                  <a:pt x="235441" y="87300"/>
                </a:lnTo>
                <a:lnTo>
                  <a:pt x="242168" y="77899"/>
                </a:lnTo>
                <a:lnTo>
                  <a:pt x="242168" y="71183"/>
                </a:lnTo>
                <a:lnTo>
                  <a:pt x="235441" y="64468"/>
                </a:lnTo>
                <a:lnTo>
                  <a:pt x="247549" y="48351"/>
                </a:lnTo>
                <a:lnTo>
                  <a:pt x="247549" y="37606"/>
                </a:lnTo>
                <a:lnTo>
                  <a:pt x="235441" y="20146"/>
                </a:lnTo>
                <a:lnTo>
                  <a:pt x="240822" y="16117"/>
                </a:lnTo>
                <a:lnTo>
                  <a:pt x="244858" y="9401"/>
                </a:lnTo>
                <a:lnTo>
                  <a:pt x="251585" y="9401"/>
                </a:lnTo>
                <a:lnTo>
                  <a:pt x="258312" y="4029"/>
                </a:lnTo>
                <a:lnTo>
                  <a:pt x="266384" y="0"/>
                </a:lnTo>
                <a:lnTo>
                  <a:pt x="273111" y="2686"/>
                </a:lnTo>
                <a:lnTo>
                  <a:pt x="279838" y="1343"/>
                </a:lnTo>
                <a:lnTo>
                  <a:pt x="282529" y="5372"/>
                </a:lnTo>
                <a:lnTo>
                  <a:pt x="269075" y="14774"/>
                </a:lnTo>
                <a:lnTo>
                  <a:pt x="270421" y="24175"/>
                </a:lnTo>
                <a:lnTo>
                  <a:pt x="274457" y="28204"/>
                </a:lnTo>
                <a:lnTo>
                  <a:pt x="278493" y="26862"/>
                </a:lnTo>
                <a:lnTo>
                  <a:pt x="282529" y="24175"/>
                </a:lnTo>
                <a:lnTo>
                  <a:pt x="287911" y="30891"/>
                </a:lnTo>
                <a:lnTo>
                  <a:pt x="295983" y="37606"/>
                </a:lnTo>
                <a:lnTo>
                  <a:pt x="302710" y="41635"/>
                </a:lnTo>
                <a:lnTo>
                  <a:pt x="304055" y="47008"/>
                </a:lnTo>
                <a:lnTo>
                  <a:pt x="312127" y="48351"/>
                </a:lnTo>
                <a:lnTo>
                  <a:pt x="312127" y="55066"/>
                </a:lnTo>
                <a:lnTo>
                  <a:pt x="304055" y="59095"/>
                </a:lnTo>
                <a:lnTo>
                  <a:pt x="304055" y="64468"/>
                </a:lnTo>
                <a:lnTo>
                  <a:pt x="300019" y="67154"/>
                </a:lnTo>
                <a:lnTo>
                  <a:pt x="300019" y="75212"/>
                </a:lnTo>
                <a:lnTo>
                  <a:pt x="304055" y="81928"/>
                </a:lnTo>
                <a:lnTo>
                  <a:pt x="308091" y="99388"/>
                </a:lnTo>
                <a:lnTo>
                  <a:pt x="309437" y="107446"/>
                </a:lnTo>
                <a:lnTo>
                  <a:pt x="318854" y="115504"/>
                </a:lnTo>
                <a:lnTo>
                  <a:pt x="328272" y="118191"/>
                </a:lnTo>
                <a:lnTo>
                  <a:pt x="337690" y="122220"/>
                </a:lnTo>
                <a:lnTo>
                  <a:pt x="341726" y="128935"/>
                </a:lnTo>
                <a:lnTo>
                  <a:pt x="348452" y="130278"/>
                </a:lnTo>
                <a:lnTo>
                  <a:pt x="355179" y="127592"/>
                </a:lnTo>
                <a:lnTo>
                  <a:pt x="361906" y="130278"/>
                </a:lnTo>
                <a:lnTo>
                  <a:pt x="361906" y="135651"/>
                </a:lnTo>
                <a:lnTo>
                  <a:pt x="356525" y="141023"/>
                </a:lnTo>
                <a:lnTo>
                  <a:pt x="353834" y="141023"/>
                </a:lnTo>
                <a:lnTo>
                  <a:pt x="348452" y="143709"/>
                </a:lnTo>
                <a:lnTo>
                  <a:pt x="344417" y="145052"/>
                </a:lnTo>
                <a:lnTo>
                  <a:pt x="336344" y="153111"/>
                </a:lnTo>
                <a:lnTo>
                  <a:pt x="337690" y="155797"/>
                </a:lnTo>
                <a:lnTo>
                  <a:pt x="340380" y="165199"/>
                </a:lnTo>
                <a:lnTo>
                  <a:pt x="339035" y="178629"/>
                </a:lnTo>
                <a:lnTo>
                  <a:pt x="337690" y="184002"/>
                </a:lnTo>
                <a:lnTo>
                  <a:pt x="333653" y="188031"/>
                </a:lnTo>
                <a:lnTo>
                  <a:pt x="326926" y="196089"/>
                </a:lnTo>
                <a:lnTo>
                  <a:pt x="329617" y="198775"/>
                </a:lnTo>
                <a:lnTo>
                  <a:pt x="329617" y="202805"/>
                </a:lnTo>
                <a:lnTo>
                  <a:pt x="326926" y="209520"/>
                </a:lnTo>
                <a:lnTo>
                  <a:pt x="318854" y="213549"/>
                </a:lnTo>
                <a:lnTo>
                  <a:pt x="313473" y="221608"/>
                </a:lnTo>
                <a:lnTo>
                  <a:pt x="312127" y="229666"/>
                </a:lnTo>
                <a:lnTo>
                  <a:pt x="309437" y="236381"/>
                </a:lnTo>
                <a:lnTo>
                  <a:pt x="297328" y="244440"/>
                </a:lnTo>
                <a:lnTo>
                  <a:pt x="291946" y="259214"/>
                </a:lnTo>
                <a:lnTo>
                  <a:pt x="283875" y="268615"/>
                </a:lnTo>
                <a:lnTo>
                  <a:pt x="270421" y="269958"/>
                </a:lnTo>
                <a:lnTo>
                  <a:pt x="259658" y="273988"/>
                </a:lnTo>
                <a:lnTo>
                  <a:pt x="256967" y="273988"/>
                </a:lnTo>
                <a:lnTo>
                  <a:pt x="255622" y="268615"/>
                </a:lnTo>
                <a:lnTo>
                  <a:pt x="250240" y="265929"/>
                </a:lnTo>
                <a:lnTo>
                  <a:pt x="246204" y="268615"/>
                </a:lnTo>
                <a:lnTo>
                  <a:pt x="240822" y="271302"/>
                </a:lnTo>
                <a:lnTo>
                  <a:pt x="240822" y="275331"/>
                </a:lnTo>
                <a:lnTo>
                  <a:pt x="234095" y="286075"/>
                </a:lnTo>
                <a:lnTo>
                  <a:pt x="230059" y="286075"/>
                </a:lnTo>
                <a:lnTo>
                  <a:pt x="226023" y="296820"/>
                </a:lnTo>
                <a:lnTo>
                  <a:pt x="226023" y="303535"/>
                </a:lnTo>
                <a:lnTo>
                  <a:pt x="230059" y="303535"/>
                </a:lnTo>
                <a:lnTo>
                  <a:pt x="235441" y="306222"/>
                </a:lnTo>
                <a:lnTo>
                  <a:pt x="238131" y="303535"/>
                </a:lnTo>
                <a:lnTo>
                  <a:pt x="243513" y="304878"/>
                </a:lnTo>
                <a:lnTo>
                  <a:pt x="247549" y="312937"/>
                </a:lnTo>
                <a:lnTo>
                  <a:pt x="247549" y="318309"/>
                </a:lnTo>
                <a:lnTo>
                  <a:pt x="247549" y="327711"/>
                </a:lnTo>
                <a:lnTo>
                  <a:pt x="256967" y="333083"/>
                </a:lnTo>
                <a:lnTo>
                  <a:pt x="261003" y="333083"/>
                </a:lnTo>
                <a:lnTo>
                  <a:pt x="265039" y="335769"/>
                </a:lnTo>
                <a:lnTo>
                  <a:pt x="263694" y="339799"/>
                </a:lnTo>
                <a:lnTo>
                  <a:pt x="269075" y="346514"/>
                </a:lnTo>
                <a:lnTo>
                  <a:pt x="274457" y="362631"/>
                </a:lnTo>
                <a:lnTo>
                  <a:pt x="274457" y="366660"/>
                </a:lnTo>
                <a:lnTo>
                  <a:pt x="275802" y="369346"/>
                </a:lnTo>
                <a:lnTo>
                  <a:pt x="271766" y="370689"/>
                </a:lnTo>
                <a:lnTo>
                  <a:pt x="265039" y="374718"/>
                </a:lnTo>
                <a:lnTo>
                  <a:pt x="262348" y="370689"/>
                </a:lnTo>
                <a:lnTo>
                  <a:pt x="265039" y="368003"/>
                </a:lnTo>
                <a:lnTo>
                  <a:pt x="259658" y="369346"/>
                </a:lnTo>
                <a:lnTo>
                  <a:pt x="256967" y="372032"/>
                </a:lnTo>
                <a:lnTo>
                  <a:pt x="246204" y="376062"/>
                </a:lnTo>
                <a:lnTo>
                  <a:pt x="228714" y="374718"/>
                </a:lnTo>
                <a:lnTo>
                  <a:pt x="224678" y="377405"/>
                </a:lnTo>
                <a:lnTo>
                  <a:pt x="220642" y="376062"/>
                </a:lnTo>
                <a:lnTo>
                  <a:pt x="217951" y="382777"/>
                </a:lnTo>
                <a:lnTo>
                  <a:pt x="215260" y="382777"/>
                </a:lnTo>
                <a:lnTo>
                  <a:pt x="209879" y="386806"/>
                </a:lnTo>
                <a:lnTo>
                  <a:pt x="208533" y="39352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86" name="Freeform 485">
            <a:extLst>
              <a:ext uri="{FF2B5EF4-FFF2-40B4-BE49-F238E27FC236}">
                <a16:creationId xmlns:a16="http://schemas.microsoft.com/office/drawing/2014/main" id="{C97FF60E-D8D8-C1B1-739E-C1A5BDBB6276}"/>
              </a:ext>
            </a:extLst>
          </p:cNvPr>
          <p:cNvSpPr/>
          <p:nvPr/>
        </p:nvSpPr>
        <p:spPr>
          <a:xfrm>
            <a:off x="9163362" y="3586819"/>
            <a:ext cx="191043" cy="155796"/>
          </a:xfrm>
          <a:custGeom>
            <a:avLst/>
            <a:gdLst>
              <a:gd name="connsiteX0" fmla="*/ 92831 w 191043"/>
              <a:gd name="connsiteY0" fmla="*/ 150425 h 155796"/>
              <a:gd name="connsiteX1" fmla="*/ 86104 w 191043"/>
              <a:gd name="connsiteY1" fmla="*/ 147738 h 155796"/>
              <a:gd name="connsiteX2" fmla="*/ 79377 w 191043"/>
              <a:gd name="connsiteY2" fmla="*/ 150425 h 155796"/>
              <a:gd name="connsiteX3" fmla="*/ 72650 w 191043"/>
              <a:gd name="connsiteY3" fmla="*/ 149081 h 155796"/>
              <a:gd name="connsiteX4" fmla="*/ 68614 w 191043"/>
              <a:gd name="connsiteY4" fmla="*/ 142366 h 155796"/>
              <a:gd name="connsiteX5" fmla="*/ 59196 w 191043"/>
              <a:gd name="connsiteY5" fmla="*/ 138337 h 155796"/>
              <a:gd name="connsiteX6" fmla="*/ 49779 w 191043"/>
              <a:gd name="connsiteY6" fmla="*/ 135651 h 155796"/>
              <a:gd name="connsiteX7" fmla="*/ 40361 w 191043"/>
              <a:gd name="connsiteY7" fmla="*/ 127592 h 155796"/>
              <a:gd name="connsiteX8" fmla="*/ 39016 w 191043"/>
              <a:gd name="connsiteY8" fmla="*/ 119534 h 155796"/>
              <a:gd name="connsiteX9" fmla="*/ 34980 w 191043"/>
              <a:gd name="connsiteY9" fmla="*/ 102074 h 155796"/>
              <a:gd name="connsiteX10" fmla="*/ 30943 w 191043"/>
              <a:gd name="connsiteY10" fmla="*/ 95358 h 155796"/>
              <a:gd name="connsiteX11" fmla="*/ 30943 w 191043"/>
              <a:gd name="connsiteY11" fmla="*/ 87300 h 155796"/>
              <a:gd name="connsiteX12" fmla="*/ 34980 w 191043"/>
              <a:gd name="connsiteY12" fmla="*/ 84614 h 155796"/>
              <a:gd name="connsiteX13" fmla="*/ 34980 w 191043"/>
              <a:gd name="connsiteY13" fmla="*/ 79241 h 155796"/>
              <a:gd name="connsiteX14" fmla="*/ 43052 w 191043"/>
              <a:gd name="connsiteY14" fmla="*/ 75212 h 155796"/>
              <a:gd name="connsiteX15" fmla="*/ 43052 w 191043"/>
              <a:gd name="connsiteY15" fmla="*/ 68497 h 155796"/>
              <a:gd name="connsiteX16" fmla="*/ 34980 w 191043"/>
              <a:gd name="connsiteY16" fmla="*/ 67154 h 155796"/>
              <a:gd name="connsiteX17" fmla="*/ 33634 w 191043"/>
              <a:gd name="connsiteY17" fmla="*/ 61781 h 155796"/>
              <a:gd name="connsiteX18" fmla="*/ 26908 w 191043"/>
              <a:gd name="connsiteY18" fmla="*/ 57752 h 155796"/>
              <a:gd name="connsiteX19" fmla="*/ 18835 w 191043"/>
              <a:gd name="connsiteY19" fmla="*/ 51037 h 155796"/>
              <a:gd name="connsiteX20" fmla="*/ 13454 w 191043"/>
              <a:gd name="connsiteY20" fmla="*/ 44322 h 155796"/>
              <a:gd name="connsiteX21" fmla="*/ 9417 w 191043"/>
              <a:gd name="connsiteY21" fmla="*/ 47008 h 155796"/>
              <a:gd name="connsiteX22" fmla="*/ 5381 w 191043"/>
              <a:gd name="connsiteY22" fmla="*/ 48351 h 155796"/>
              <a:gd name="connsiteX23" fmla="*/ 1345 w 191043"/>
              <a:gd name="connsiteY23" fmla="*/ 44322 h 155796"/>
              <a:gd name="connsiteX24" fmla="*/ 0 w 191043"/>
              <a:gd name="connsiteY24" fmla="*/ 34920 h 155796"/>
              <a:gd name="connsiteX25" fmla="*/ 13454 w 191043"/>
              <a:gd name="connsiteY25" fmla="*/ 25518 h 155796"/>
              <a:gd name="connsiteX26" fmla="*/ 10763 w 191043"/>
              <a:gd name="connsiteY26" fmla="*/ 21489 h 155796"/>
              <a:gd name="connsiteX27" fmla="*/ 29598 w 191043"/>
              <a:gd name="connsiteY27" fmla="*/ 17460 h 155796"/>
              <a:gd name="connsiteX28" fmla="*/ 41707 w 191043"/>
              <a:gd name="connsiteY28" fmla="*/ 12088 h 155796"/>
              <a:gd name="connsiteX29" fmla="*/ 45743 w 191043"/>
              <a:gd name="connsiteY29" fmla="*/ 4029 h 155796"/>
              <a:gd name="connsiteX30" fmla="*/ 45743 w 191043"/>
              <a:gd name="connsiteY30" fmla="*/ 4029 h 155796"/>
              <a:gd name="connsiteX31" fmla="*/ 48434 w 191043"/>
              <a:gd name="connsiteY31" fmla="*/ 2686 h 155796"/>
              <a:gd name="connsiteX32" fmla="*/ 52470 w 191043"/>
              <a:gd name="connsiteY32" fmla="*/ 1343 h 155796"/>
              <a:gd name="connsiteX33" fmla="*/ 56506 w 191043"/>
              <a:gd name="connsiteY33" fmla="*/ 5372 h 155796"/>
              <a:gd name="connsiteX34" fmla="*/ 59196 w 191043"/>
              <a:gd name="connsiteY34" fmla="*/ 4029 h 155796"/>
              <a:gd name="connsiteX35" fmla="*/ 64578 w 191043"/>
              <a:gd name="connsiteY35" fmla="*/ 4029 h 155796"/>
              <a:gd name="connsiteX36" fmla="*/ 67269 w 191043"/>
              <a:gd name="connsiteY36" fmla="*/ 1343 h 155796"/>
              <a:gd name="connsiteX37" fmla="*/ 69959 w 191043"/>
              <a:gd name="connsiteY37" fmla="*/ 0 h 155796"/>
              <a:gd name="connsiteX38" fmla="*/ 72650 w 191043"/>
              <a:gd name="connsiteY38" fmla="*/ 0 h 155796"/>
              <a:gd name="connsiteX39" fmla="*/ 76686 w 191043"/>
              <a:gd name="connsiteY39" fmla="*/ 4029 h 155796"/>
              <a:gd name="connsiteX40" fmla="*/ 79377 w 191043"/>
              <a:gd name="connsiteY40" fmla="*/ 12088 h 155796"/>
              <a:gd name="connsiteX41" fmla="*/ 91485 w 191043"/>
              <a:gd name="connsiteY41" fmla="*/ 28204 h 155796"/>
              <a:gd name="connsiteX42" fmla="*/ 98212 w 191043"/>
              <a:gd name="connsiteY42" fmla="*/ 33577 h 155796"/>
              <a:gd name="connsiteX43" fmla="*/ 98212 w 191043"/>
              <a:gd name="connsiteY43" fmla="*/ 40292 h 155796"/>
              <a:gd name="connsiteX44" fmla="*/ 102249 w 191043"/>
              <a:gd name="connsiteY44" fmla="*/ 42978 h 155796"/>
              <a:gd name="connsiteX45" fmla="*/ 104939 w 191043"/>
              <a:gd name="connsiteY45" fmla="*/ 47008 h 155796"/>
              <a:gd name="connsiteX46" fmla="*/ 115702 w 191043"/>
              <a:gd name="connsiteY46" fmla="*/ 48351 h 155796"/>
              <a:gd name="connsiteX47" fmla="*/ 126465 w 191043"/>
              <a:gd name="connsiteY47" fmla="*/ 48351 h 155796"/>
              <a:gd name="connsiteX48" fmla="*/ 130501 w 191043"/>
              <a:gd name="connsiteY48" fmla="*/ 49694 h 155796"/>
              <a:gd name="connsiteX49" fmla="*/ 131847 w 191043"/>
              <a:gd name="connsiteY49" fmla="*/ 55066 h 155796"/>
              <a:gd name="connsiteX50" fmla="*/ 142610 w 191043"/>
              <a:gd name="connsiteY50" fmla="*/ 59095 h 155796"/>
              <a:gd name="connsiteX51" fmla="*/ 150682 w 191043"/>
              <a:gd name="connsiteY51" fmla="*/ 63125 h 155796"/>
              <a:gd name="connsiteX52" fmla="*/ 154718 w 191043"/>
              <a:gd name="connsiteY52" fmla="*/ 75212 h 155796"/>
              <a:gd name="connsiteX53" fmla="*/ 161445 w 191043"/>
              <a:gd name="connsiteY53" fmla="*/ 83271 h 155796"/>
              <a:gd name="connsiteX54" fmla="*/ 170863 w 191043"/>
              <a:gd name="connsiteY54" fmla="*/ 87300 h 155796"/>
              <a:gd name="connsiteX55" fmla="*/ 174899 w 191043"/>
              <a:gd name="connsiteY55" fmla="*/ 94015 h 155796"/>
              <a:gd name="connsiteX56" fmla="*/ 173554 w 191043"/>
              <a:gd name="connsiteY56" fmla="*/ 106103 h 155796"/>
              <a:gd name="connsiteX57" fmla="*/ 178935 w 191043"/>
              <a:gd name="connsiteY57" fmla="*/ 118191 h 155796"/>
              <a:gd name="connsiteX58" fmla="*/ 185662 w 191043"/>
              <a:gd name="connsiteY58" fmla="*/ 119534 h 155796"/>
              <a:gd name="connsiteX59" fmla="*/ 188353 w 191043"/>
              <a:gd name="connsiteY59" fmla="*/ 131622 h 155796"/>
              <a:gd name="connsiteX60" fmla="*/ 191043 w 191043"/>
              <a:gd name="connsiteY60" fmla="*/ 141023 h 155796"/>
              <a:gd name="connsiteX61" fmla="*/ 187007 w 191043"/>
              <a:gd name="connsiteY61" fmla="*/ 146395 h 155796"/>
              <a:gd name="connsiteX62" fmla="*/ 185662 w 191043"/>
              <a:gd name="connsiteY62" fmla="*/ 142366 h 155796"/>
              <a:gd name="connsiteX63" fmla="*/ 181626 w 191043"/>
              <a:gd name="connsiteY63" fmla="*/ 141023 h 155796"/>
              <a:gd name="connsiteX64" fmla="*/ 173554 w 191043"/>
              <a:gd name="connsiteY64" fmla="*/ 149081 h 155796"/>
              <a:gd name="connsiteX65" fmla="*/ 164136 w 191043"/>
              <a:gd name="connsiteY65" fmla="*/ 142366 h 155796"/>
              <a:gd name="connsiteX66" fmla="*/ 157409 w 191043"/>
              <a:gd name="connsiteY66" fmla="*/ 142366 h 155796"/>
              <a:gd name="connsiteX67" fmla="*/ 154718 w 191043"/>
              <a:gd name="connsiteY67" fmla="*/ 135651 h 155796"/>
              <a:gd name="connsiteX68" fmla="*/ 146646 w 191043"/>
              <a:gd name="connsiteY68" fmla="*/ 132965 h 155796"/>
              <a:gd name="connsiteX69" fmla="*/ 139919 w 191043"/>
              <a:gd name="connsiteY69" fmla="*/ 136994 h 155796"/>
              <a:gd name="connsiteX70" fmla="*/ 125120 w 191043"/>
              <a:gd name="connsiteY70" fmla="*/ 127592 h 155796"/>
              <a:gd name="connsiteX71" fmla="*/ 119738 w 191043"/>
              <a:gd name="connsiteY71" fmla="*/ 127592 h 155796"/>
              <a:gd name="connsiteX72" fmla="*/ 117048 w 191043"/>
              <a:gd name="connsiteY72" fmla="*/ 134308 h 155796"/>
              <a:gd name="connsiteX73" fmla="*/ 110321 w 191043"/>
              <a:gd name="connsiteY73" fmla="*/ 134308 h 155796"/>
              <a:gd name="connsiteX74" fmla="*/ 102249 w 191043"/>
              <a:gd name="connsiteY74" fmla="*/ 141023 h 155796"/>
              <a:gd name="connsiteX75" fmla="*/ 94176 w 191043"/>
              <a:gd name="connsiteY75" fmla="*/ 154454 h 155796"/>
              <a:gd name="connsiteX76" fmla="*/ 92831 w 191043"/>
              <a:gd name="connsiteY76" fmla="*/ 155797 h 15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191043" h="155796">
                <a:moveTo>
                  <a:pt x="92831" y="150425"/>
                </a:moveTo>
                <a:lnTo>
                  <a:pt x="86104" y="147738"/>
                </a:lnTo>
                <a:lnTo>
                  <a:pt x="79377" y="150425"/>
                </a:lnTo>
                <a:lnTo>
                  <a:pt x="72650" y="149081"/>
                </a:lnTo>
                <a:lnTo>
                  <a:pt x="68614" y="142366"/>
                </a:lnTo>
                <a:lnTo>
                  <a:pt x="59196" y="138337"/>
                </a:lnTo>
                <a:lnTo>
                  <a:pt x="49779" y="135651"/>
                </a:lnTo>
                <a:lnTo>
                  <a:pt x="40361" y="127592"/>
                </a:lnTo>
                <a:lnTo>
                  <a:pt x="39016" y="119534"/>
                </a:lnTo>
                <a:lnTo>
                  <a:pt x="34980" y="102074"/>
                </a:lnTo>
                <a:lnTo>
                  <a:pt x="30943" y="95358"/>
                </a:lnTo>
                <a:lnTo>
                  <a:pt x="30943" y="87300"/>
                </a:lnTo>
                <a:lnTo>
                  <a:pt x="34980" y="84614"/>
                </a:lnTo>
                <a:lnTo>
                  <a:pt x="34980" y="79241"/>
                </a:lnTo>
                <a:lnTo>
                  <a:pt x="43052" y="75212"/>
                </a:lnTo>
                <a:lnTo>
                  <a:pt x="43052" y="68497"/>
                </a:lnTo>
                <a:lnTo>
                  <a:pt x="34980" y="67154"/>
                </a:lnTo>
                <a:lnTo>
                  <a:pt x="33634" y="61781"/>
                </a:lnTo>
                <a:lnTo>
                  <a:pt x="26908" y="57752"/>
                </a:lnTo>
                <a:lnTo>
                  <a:pt x="18835" y="51037"/>
                </a:lnTo>
                <a:lnTo>
                  <a:pt x="13454" y="44322"/>
                </a:lnTo>
                <a:lnTo>
                  <a:pt x="9417" y="47008"/>
                </a:lnTo>
                <a:lnTo>
                  <a:pt x="5381" y="48351"/>
                </a:lnTo>
                <a:lnTo>
                  <a:pt x="1345" y="44322"/>
                </a:lnTo>
                <a:lnTo>
                  <a:pt x="0" y="34920"/>
                </a:lnTo>
                <a:lnTo>
                  <a:pt x="13454" y="25518"/>
                </a:lnTo>
                <a:lnTo>
                  <a:pt x="10763" y="21489"/>
                </a:lnTo>
                <a:lnTo>
                  <a:pt x="29598" y="17460"/>
                </a:lnTo>
                <a:lnTo>
                  <a:pt x="41707" y="12088"/>
                </a:lnTo>
                <a:lnTo>
                  <a:pt x="45743" y="4029"/>
                </a:lnTo>
                <a:lnTo>
                  <a:pt x="45743" y="4029"/>
                </a:lnTo>
                <a:lnTo>
                  <a:pt x="48434" y="2686"/>
                </a:lnTo>
                <a:lnTo>
                  <a:pt x="52470" y="1343"/>
                </a:lnTo>
                <a:lnTo>
                  <a:pt x="56506" y="5372"/>
                </a:lnTo>
                <a:lnTo>
                  <a:pt x="59196" y="4029"/>
                </a:lnTo>
                <a:lnTo>
                  <a:pt x="64578" y="4029"/>
                </a:lnTo>
                <a:lnTo>
                  <a:pt x="67269" y="1343"/>
                </a:lnTo>
                <a:lnTo>
                  <a:pt x="69959" y="0"/>
                </a:lnTo>
                <a:lnTo>
                  <a:pt x="72650" y="0"/>
                </a:lnTo>
                <a:lnTo>
                  <a:pt x="76686" y="4029"/>
                </a:lnTo>
                <a:lnTo>
                  <a:pt x="79377" y="12088"/>
                </a:lnTo>
                <a:lnTo>
                  <a:pt x="91485" y="28204"/>
                </a:lnTo>
                <a:lnTo>
                  <a:pt x="98212" y="33577"/>
                </a:lnTo>
                <a:lnTo>
                  <a:pt x="98212" y="40292"/>
                </a:lnTo>
                <a:lnTo>
                  <a:pt x="102249" y="42978"/>
                </a:lnTo>
                <a:lnTo>
                  <a:pt x="104939" y="47008"/>
                </a:lnTo>
                <a:lnTo>
                  <a:pt x="115702" y="48351"/>
                </a:lnTo>
                <a:lnTo>
                  <a:pt x="126465" y="48351"/>
                </a:lnTo>
                <a:lnTo>
                  <a:pt x="130501" y="49694"/>
                </a:lnTo>
                <a:lnTo>
                  <a:pt x="131847" y="55066"/>
                </a:lnTo>
                <a:lnTo>
                  <a:pt x="142610" y="59095"/>
                </a:lnTo>
                <a:lnTo>
                  <a:pt x="150682" y="63125"/>
                </a:lnTo>
                <a:lnTo>
                  <a:pt x="154718" y="75212"/>
                </a:lnTo>
                <a:lnTo>
                  <a:pt x="161445" y="83271"/>
                </a:lnTo>
                <a:lnTo>
                  <a:pt x="170863" y="87300"/>
                </a:lnTo>
                <a:lnTo>
                  <a:pt x="174899" y="94015"/>
                </a:lnTo>
                <a:lnTo>
                  <a:pt x="173554" y="106103"/>
                </a:lnTo>
                <a:lnTo>
                  <a:pt x="178935" y="118191"/>
                </a:lnTo>
                <a:lnTo>
                  <a:pt x="185662" y="119534"/>
                </a:lnTo>
                <a:lnTo>
                  <a:pt x="188353" y="131622"/>
                </a:lnTo>
                <a:lnTo>
                  <a:pt x="191043" y="141023"/>
                </a:lnTo>
                <a:lnTo>
                  <a:pt x="187007" y="146395"/>
                </a:lnTo>
                <a:lnTo>
                  <a:pt x="185662" y="142366"/>
                </a:lnTo>
                <a:lnTo>
                  <a:pt x="181626" y="141023"/>
                </a:lnTo>
                <a:lnTo>
                  <a:pt x="173554" y="149081"/>
                </a:lnTo>
                <a:lnTo>
                  <a:pt x="164136" y="142366"/>
                </a:lnTo>
                <a:lnTo>
                  <a:pt x="157409" y="142366"/>
                </a:lnTo>
                <a:lnTo>
                  <a:pt x="154718" y="135651"/>
                </a:lnTo>
                <a:lnTo>
                  <a:pt x="146646" y="132965"/>
                </a:lnTo>
                <a:lnTo>
                  <a:pt x="139919" y="136994"/>
                </a:lnTo>
                <a:lnTo>
                  <a:pt x="125120" y="127592"/>
                </a:lnTo>
                <a:lnTo>
                  <a:pt x="119738" y="127592"/>
                </a:lnTo>
                <a:lnTo>
                  <a:pt x="117048" y="134308"/>
                </a:lnTo>
                <a:lnTo>
                  <a:pt x="110321" y="134308"/>
                </a:lnTo>
                <a:lnTo>
                  <a:pt x="102249" y="141023"/>
                </a:lnTo>
                <a:lnTo>
                  <a:pt x="94176" y="154454"/>
                </a:lnTo>
                <a:lnTo>
                  <a:pt x="92831" y="155797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87" name="Freeform 486">
            <a:extLst>
              <a:ext uri="{FF2B5EF4-FFF2-40B4-BE49-F238E27FC236}">
                <a16:creationId xmlns:a16="http://schemas.microsoft.com/office/drawing/2014/main" id="{2A80A8BD-E45E-E1EB-3D9C-B4B1D34C976F}"/>
              </a:ext>
            </a:extLst>
          </p:cNvPr>
          <p:cNvSpPr/>
          <p:nvPr/>
        </p:nvSpPr>
        <p:spPr>
          <a:xfrm>
            <a:off x="8868725" y="3551899"/>
            <a:ext cx="344416" cy="286075"/>
          </a:xfrm>
          <a:custGeom>
            <a:avLst/>
            <a:gdLst>
              <a:gd name="connsiteX0" fmla="*/ 298673 w 344416"/>
              <a:gd name="connsiteY0" fmla="*/ 34920 h 286075"/>
              <a:gd name="connsiteX1" fmla="*/ 310782 w 344416"/>
              <a:gd name="connsiteY1" fmla="*/ 28205 h 286075"/>
              <a:gd name="connsiteX2" fmla="*/ 318854 w 344416"/>
              <a:gd name="connsiteY2" fmla="*/ 26862 h 286075"/>
              <a:gd name="connsiteX3" fmla="*/ 320199 w 344416"/>
              <a:gd name="connsiteY3" fmla="*/ 32234 h 286075"/>
              <a:gd name="connsiteX4" fmla="*/ 329617 w 344416"/>
              <a:gd name="connsiteY4" fmla="*/ 30891 h 286075"/>
              <a:gd name="connsiteX5" fmla="*/ 332308 w 344416"/>
              <a:gd name="connsiteY5" fmla="*/ 26862 h 286075"/>
              <a:gd name="connsiteX6" fmla="*/ 343071 w 344416"/>
              <a:gd name="connsiteY6" fmla="*/ 26862 h 286075"/>
              <a:gd name="connsiteX7" fmla="*/ 344416 w 344416"/>
              <a:gd name="connsiteY7" fmla="*/ 30891 h 286075"/>
              <a:gd name="connsiteX8" fmla="*/ 337689 w 344416"/>
              <a:gd name="connsiteY8" fmla="*/ 37606 h 286075"/>
              <a:gd name="connsiteX9" fmla="*/ 340380 w 344416"/>
              <a:gd name="connsiteY9" fmla="*/ 38949 h 286075"/>
              <a:gd name="connsiteX10" fmla="*/ 336344 w 344416"/>
              <a:gd name="connsiteY10" fmla="*/ 47008 h 286075"/>
              <a:gd name="connsiteX11" fmla="*/ 324235 w 344416"/>
              <a:gd name="connsiteY11" fmla="*/ 52380 h 286075"/>
              <a:gd name="connsiteX12" fmla="*/ 298673 w 344416"/>
              <a:gd name="connsiteY12" fmla="*/ 57752 h 286075"/>
              <a:gd name="connsiteX13" fmla="*/ 291946 w 344416"/>
              <a:gd name="connsiteY13" fmla="*/ 55066 h 286075"/>
              <a:gd name="connsiteX14" fmla="*/ 283874 w 344416"/>
              <a:gd name="connsiteY14" fmla="*/ 59096 h 286075"/>
              <a:gd name="connsiteX15" fmla="*/ 277147 w 344416"/>
              <a:gd name="connsiteY15" fmla="*/ 64468 h 286075"/>
              <a:gd name="connsiteX16" fmla="*/ 270420 w 344416"/>
              <a:gd name="connsiteY16" fmla="*/ 64468 h 286075"/>
              <a:gd name="connsiteX17" fmla="*/ 266384 w 344416"/>
              <a:gd name="connsiteY17" fmla="*/ 71183 h 286075"/>
              <a:gd name="connsiteX18" fmla="*/ 261003 w 344416"/>
              <a:gd name="connsiteY18" fmla="*/ 75212 h 286075"/>
              <a:gd name="connsiteX19" fmla="*/ 273111 w 344416"/>
              <a:gd name="connsiteY19" fmla="*/ 92672 h 286075"/>
              <a:gd name="connsiteX20" fmla="*/ 273111 w 344416"/>
              <a:gd name="connsiteY20" fmla="*/ 103417 h 286075"/>
              <a:gd name="connsiteX21" fmla="*/ 261003 w 344416"/>
              <a:gd name="connsiteY21" fmla="*/ 119534 h 286075"/>
              <a:gd name="connsiteX22" fmla="*/ 267730 w 344416"/>
              <a:gd name="connsiteY22" fmla="*/ 126249 h 286075"/>
              <a:gd name="connsiteX23" fmla="*/ 267730 w 344416"/>
              <a:gd name="connsiteY23" fmla="*/ 132965 h 286075"/>
              <a:gd name="connsiteX24" fmla="*/ 261003 w 344416"/>
              <a:gd name="connsiteY24" fmla="*/ 142366 h 286075"/>
              <a:gd name="connsiteX25" fmla="*/ 250240 w 344416"/>
              <a:gd name="connsiteY25" fmla="*/ 142366 h 286075"/>
              <a:gd name="connsiteX26" fmla="*/ 240822 w 344416"/>
              <a:gd name="connsiteY26" fmla="*/ 139680 h 286075"/>
              <a:gd name="connsiteX27" fmla="*/ 235441 w 344416"/>
              <a:gd name="connsiteY27" fmla="*/ 143709 h 286075"/>
              <a:gd name="connsiteX28" fmla="*/ 238131 w 344416"/>
              <a:gd name="connsiteY28" fmla="*/ 150425 h 286075"/>
              <a:gd name="connsiteX29" fmla="*/ 243513 w 344416"/>
              <a:gd name="connsiteY29" fmla="*/ 153111 h 286075"/>
              <a:gd name="connsiteX30" fmla="*/ 246204 w 344416"/>
              <a:gd name="connsiteY30" fmla="*/ 159826 h 286075"/>
              <a:gd name="connsiteX31" fmla="*/ 244858 w 344416"/>
              <a:gd name="connsiteY31" fmla="*/ 163855 h 286075"/>
              <a:gd name="connsiteX32" fmla="*/ 239477 w 344416"/>
              <a:gd name="connsiteY32" fmla="*/ 167885 h 286075"/>
              <a:gd name="connsiteX33" fmla="*/ 232750 w 344416"/>
              <a:gd name="connsiteY33" fmla="*/ 167885 h 286075"/>
              <a:gd name="connsiteX34" fmla="*/ 231405 w 344416"/>
              <a:gd name="connsiteY34" fmla="*/ 171914 h 286075"/>
              <a:gd name="connsiteX35" fmla="*/ 230059 w 344416"/>
              <a:gd name="connsiteY35" fmla="*/ 181315 h 286075"/>
              <a:gd name="connsiteX36" fmla="*/ 228714 w 344416"/>
              <a:gd name="connsiteY36" fmla="*/ 186688 h 286075"/>
              <a:gd name="connsiteX37" fmla="*/ 228714 w 344416"/>
              <a:gd name="connsiteY37" fmla="*/ 190717 h 286075"/>
              <a:gd name="connsiteX38" fmla="*/ 226023 w 344416"/>
              <a:gd name="connsiteY38" fmla="*/ 193403 h 286075"/>
              <a:gd name="connsiteX39" fmla="*/ 228714 w 344416"/>
              <a:gd name="connsiteY39" fmla="*/ 204148 h 286075"/>
              <a:gd name="connsiteX40" fmla="*/ 223332 w 344416"/>
              <a:gd name="connsiteY40" fmla="*/ 212206 h 286075"/>
              <a:gd name="connsiteX41" fmla="*/ 217951 w 344416"/>
              <a:gd name="connsiteY41" fmla="*/ 206834 h 286075"/>
              <a:gd name="connsiteX42" fmla="*/ 215260 w 344416"/>
              <a:gd name="connsiteY42" fmla="*/ 206834 h 286075"/>
              <a:gd name="connsiteX43" fmla="*/ 215260 w 344416"/>
              <a:gd name="connsiteY43" fmla="*/ 209520 h 286075"/>
              <a:gd name="connsiteX44" fmla="*/ 208533 w 344416"/>
              <a:gd name="connsiteY44" fmla="*/ 209520 h 286075"/>
              <a:gd name="connsiteX45" fmla="*/ 205842 w 344416"/>
              <a:gd name="connsiteY45" fmla="*/ 208177 h 286075"/>
              <a:gd name="connsiteX46" fmla="*/ 199116 w 344416"/>
              <a:gd name="connsiteY46" fmla="*/ 208177 h 286075"/>
              <a:gd name="connsiteX47" fmla="*/ 197770 w 344416"/>
              <a:gd name="connsiteY47" fmla="*/ 210863 h 286075"/>
              <a:gd name="connsiteX48" fmla="*/ 187007 w 344416"/>
              <a:gd name="connsiteY48" fmla="*/ 218922 h 286075"/>
              <a:gd name="connsiteX49" fmla="*/ 192389 w 344416"/>
              <a:gd name="connsiteY49" fmla="*/ 220265 h 286075"/>
              <a:gd name="connsiteX50" fmla="*/ 189698 w 344416"/>
              <a:gd name="connsiteY50" fmla="*/ 224294 h 286075"/>
              <a:gd name="connsiteX51" fmla="*/ 178935 w 344416"/>
              <a:gd name="connsiteY51" fmla="*/ 228323 h 286075"/>
              <a:gd name="connsiteX52" fmla="*/ 176244 w 344416"/>
              <a:gd name="connsiteY52" fmla="*/ 226980 h 286075"/>
              <a:gd name="connsiteX53" fmla="*/ 169517 w 344416"/>
              <a:gd name="connsiteY53" fmla="*/ 226980 h 286075"/>
              <a:gd name="connsiteX54" fmla="*/ 168172 w 344416"/>
              <a:gd name="connsiteY54" fmla="*/ 231009 h 286075"/>
              <a:gd name="connsiteX55" fmla="*/ 166827 w 344416"/>
              <a:gd name="connsiteY55" fmla="*/ 235038 h 286075"/>
              <a:gd name="connsiteX56" fmla="*/ 162790 w 344416"/>
              <a:gd name="connsiteY56" fmla="*/ 237725 h 286075"/>
              <a:gd name="connsiteX57" fmla="*/ 158754 w 344416"/>
              <a:gd name="connsiteY57" fmla="*/ 241754 h 286075"/>
              <a:gd name="connsiteX58" fmla="*/ 158754 w 344416"/>
              <a:gd name="connsiteY58" fmla="*/ 248469 h 286075"/>
              <a:gd name="connsiteX59" fmla="*/ 161445 w 344416"/>
              <a:gd name="connsiteY59" fmla="*/ 257871 h 286075"/>
              <a:gd name="connsiteX60" fmla="*/ 160100 w 344416"/>
              <a:gd name="connsiteY60" fmla="*/ 261900 h 286075"/>
              <a:gd name="connsiteX61" fmla="*/ 162790 w 344416"/>
              <a:gd name="connsiteY61" fmla="*/ 267272 h 286075"/>
              <a:gd name="connsiteX62" fmla="*/ 161445 w 344416"/>
              <a:gd name="connsiteY62" fmla="*/ 272645 h 286075"/>
              <a:gd name="connsiteX63" fmla="*/ 152027 w 344416"/>
              <a:gd name="connsiteY63" fmla="*/ 276674 h 286075"/>
              <a:gd name="connsiteX64" fmla="*/ 142610 w 344416"/>
              <a:gd name="connsiteY64" fmla="*/ 276674 h 286075"/>
              <a:gd name="connsiteX65" fmla="*/ 134538 w 344416"/>
              <a:gd name="connsiteY65" fmla="*/ 278017 h 286075"/>
              <a:gd name="connsiteX66" fmla="*/ 119738 w 344416"/>
              <a:gd name="connsiteY66" fmla="*/ 278017 h 286075"/>
              <a:gd name="connsiteX67" fmla="*/ 111666 w 344416"/>
              <a:gd name="connsiteY67" fmla="*/ 280703 h 286075"/>
              <a:gd name="connsiteX68" fmla="*/ 107630 w 344416"/>
              <a:gd name="connsiteY68" fmla="*/ 283389 h 286075"/>
              <a:gd name="connsiteX69" fmla="*/ 99558 w 344416"/>
              <a:gd name="connsiteY69" fmla="*/ 283389 h 286075"/>
              <a:gd name="connsiteX70" fmla="*/ 91485 w 344416"/>
              <a:gd name="connsiteY70" fmla="*/ 284732 h 286075"/>
              <a:gd name="connsiteX71" fmla="*/ 60542 w 344416"/>
              <a:gd name="connsiteY71" fmla="*/ 286075 h 286075"/>
              <a:gd name="connsiteX72" fmla="*/ 25562 w 344416"/>
              <a:gd name="connsiteY72" fmla="*/ 276674 h 286075"/>
              <a:gd name="connsiteX73" fmla="*/ 44397 w 344416"/>
              <a:gd name="connsiteY73" fmla="*/ 249812 h 286075"/>
              <a:gd name="connsiteX74" fmla="*/ 47088 w 344416"/>
              <a:gd name="connsiteY74" fmla="*/ 247126 h 286075"/>
              <a:gd name="connsiteX75" fmla="*/ 44397 w 344416"/>
              <a:gd name="connsiteY75" fmla="*/ 236382 h 286075"/>
              <a:gd name="connsiteX76" fmla="*/ 44397 w 344416"/>
              <a:gd name="connsiteY76" fmla="*/ 229666 h 286075"/>
              <a:gd name="connsiteX77" fmla="*/ 40361 w 344416"/>
              <a:gd name="connsiteY77" fmla="*/ 220265 h 286075"/>
              <a:gd name="connsiteX78" fmla="*/ 17490 w 344416"/>
              <a:gd name="connsiteY78" fmla="*/ 220265 h 286075"/>
              <a:gd name="connsiteX79" fmla="*/ 17490 w 344416"/>
              <a:gd name="connsiteY79" fmla="*/ 210863 h 286075"/>
              <a:gd name="connsiteX80" fmla="*/ 14799 w 344416"/>
              <a:gd name="connsiteY80" fmla="*/ 205491 h 286075"/>
              <a:gd name="connsiteX81" fmla="*/ 16144 w 344416"/>
              <a:gd name="connsiteY81" fmla="*/ 201462 h 286075"/>
              <a:gd name="connsiteX82" fmla="*/ 13454 w 344416"/>
              <a:gd name="connsiteY82" fmla="*/ 189374 h 286075"/>
              <a:gd name="connsiteX83" fmla="*/ 5381 w 344416"/>
              <a:gd name="connsiteY83" fmla="*/ 175943 h 286075"/>
              <a:gd name="connsiteX84" fmla="*/ 6727 w 344416"/>
              <a:gd name="connsiteY84" fmla="*/ 169228 h 286075"/>
              <a:gd name="connsiteX85" fmla="*/ 14799 w 344416"/>
              <a:gd name="connsiteY85" fmla="*/ 159826 h 286075"/>
              <a:gd name="connsiteX86" fmla="*/ 13454 w 344416"/>
              <a:gd name="connsiteY86" fmla="*/ 159826 h 286075"/>
              <a:gd name="connsiteX87" fmla="*/ 4036 w 344416"/>
              <a:gd name="connsiteY87" fmla="*/ 157140 h 286075"/>
              <a:gd name="connsiteX88" fmla="*/ 4036 w 344416"/>
              <a:gd name="connsiteY88" fmla="*/ 153111 h 286075"/>
              <a:gd name="connsiteX89" fmla="*/ 2691 w 344416"/>
              <a:gd name="connsiteY89" fmla="*/ 143709 h 286075"/>
              <a:gd name="connsiteX90" fmla="*/ 1345 w 344416"/>
              <a:gd name="connsiteY90" fmla="*/ 142366 h 286075"/>
              <a:gd name="connsiteX91" fmla="*/ 6727 w 344416"/>
              <a:gd name="connsiteY91" fmla="*/ 135651 h 286075"/>
              <a:gd name="connsiteX92" fmla="*/ 1345 w 344416"/>
              <a:gd name="connsiteY92" fmla="*/ 131622 h 286075"/>
              <a:gd name="connsiteX93" fmla="*/ 0 w 344416"/>
              <a:gd name="connsiteY93" fmla="*/ 128935 h 286075"/>
              <a:gd name="connsiteX94" fmla="*/ 5381 w 344416"/>
              <a:gd name="connsiteY94" fmla="*/ 126249 h 286075"/>
              <a:gd name="connsiteX95" fmla="*/ 12108 w 344416"/>
              <a:gd name="connsiteY95" fmla="*/ 122220 h 286075"/>
              <a:gd name="connsiteX96" fmla="*/ 12108 w 344416"/>
              <a:gd name="connsiteY96" fmla="*/ 119534 h 286075"/>
              <a:gd name="connsiteX97" fmla="*/ 13454 w 344416"/>
              <a:gd name="connsiteY97" fmla="*/ 118191 h 286075"/>
              <a:gd name="connsiteX98" fmla="*/ 9417 w 344416"/>
              <a:gd name="connsiteY98" fmla="*/ 112819 h 286075"/>
              <a:gd name="connsiteX99" fmla="*/ 10763 w 344416"/>
              <a:gd name="connsiteY99" fmla="*/ 108789 h 286075"/>
              <a:gd name="connsiteX100" fmla="*/ 10763 w 344416"/>
              <a:gd name="connsiteY100" fmla="*/ 106103 h 286075"/>
              <a:gd name="connsiteX101" fmla="*/ 10763 w 344416"/>
              <a:gd name="connsiteY101" fmla="*/ 98045 h 286075"/>
              <a:gd name="connsiteX102" fmla="*/ 10763 w 344416"/>
              <a:gd name="connsiteY102" fmla="*/ 98045 h 286075"/>
              <a:gd name="connsiteX103" fmla="*/ 13454 w 344416"/>
              <a:gd name="connsiteY103" fmla="*/ 96702 h 286075"/>
              <a:gd name="connsiteX104" fmla="*/ 18835 w 344416"/>
              <a:gd name="connsiteY104" fmla="*/ 98045 h 286075"/>
              <a:gd name="connsiteX105" fmla="*/ 22871 w 344416"/>
              <a:gd name="connsiteY105" fmla="*/ 102074 h 286075"/>
              <a:gd name="connsiteX106" fmla="*/ 28253 w 344416"/>
              <a:gd name="connsiteY106" fmla="*/ 102074 h 286075"/>
              <a:gd name="connsiteX107" fmla="*/ 30943 w 344416"/>
              <a:gd name="connsiteY107" fmla="*/ 98045 h 286075"/>
              <a:gd name="connsiteX108" fmla="*/ 34979 w 344416"/>
              <a:gd name="connsiteY108" fmla="*/ 98045 h 286075"/>
              <a:gd name="connsiteX109" fmla="*/ 41706 w 344416"/>
              <a:gd name="connsiteY109" fmla="*/ 103417 h 286075"/>
              <a:gd name="connsiteX110" fmla="*/ 43052 w 344416"/>
              <a:gd name="connsiteY110" fmla="*/ 106103 h 286075"/>
              <a:gd name="connsiteX111" fmla="*/ 44397 w 344416"/>
              <a:gd name="connsiteY111" fmla="*/ 108789 h 286075"/>
              <a:gd name="connsiteX112" fmla="*/ 47088 w 344416"/>
              <a:gd name="connsiteY112" fmla="*/ 106103 h 286075"/>
              <a:gd name="connsiteX113" fmla="*/ 55160 w 344416"/>
              <a:gd name="connsiteY113" fmla="*/ 104760 h 286075"/>
              <a:gd name="connsiteX114" fmla="*/ 59196 w 344416"/>
              <a:gd name="connsiteY114" fmla="*/ 100731 h 286075"/>
              <a:gd name="connsiteX115" fmla="*/ 59196 w 344416"/>
              <a:gd name="connsiteY115" fmla="*/ 96702 h 286075"/>
              <a:gd name="connsiteX116" fmla="*/ 63232 w 344416"/>
              <a:gd name="connsiteY116" fmla="*/ 94015 h 286075"/>
              <a:gd name="connsiteX117" fmla="*/ 61887 w 344416"/>
              <a:gd name="connsiteY117" fmla="*/ 89986 h 286075"/>
              <a:gd name="connsiteX118" fmla="*/ 69959 w 344416"/>
              <a:gd name="connsiteY118" fmla="*/ 85957 h 286075"/>
              <a:gd name="connsiteX119" fmla="*/ 79377 w 344416"/>
              <a:gd name="connsiteY119" fmla="*/ 84614 h 286075"/>
              <a:gd name="connsiteX120" fmla="*/ 80723 w 344416"/>
              <a:gd name="connsiteY120" fmla="*/ 81928 h 286075"/>
              <a:gd name="connsiteX121" fmla="*/ 84759 w 344416"/>
              <a:gd name="connsiteY121" fmla="*/ 77899 h 286075"/>
              <a:gd name="connsiteX122" fmla="*/ 88795 w 344416"/>
              <a:gd name="connsiteY122" fmla="*/ 77899 h 286075"/>
              <a:gd name="connsiteX123" fmla="*/ 90140 w 344416"/>
              <a:gd name="connsiteY123" fmla="*/ 69840 h 286075"/>
              <a:gd name="connsiteX124" fmla="*/ 91485 w 344416"/>
              <a:gd name="connsiteY124" fmla="*/ 64468 h 286075"/>
              <a:gd name="connsiteX125" fmla="*/ 96867 w 344416"/>
              <a:gd name="connsiteY125" fmla="*/ 57752 h 286075"/>
              <a:gd name="connsiteX126" fmla="*/ 96867 w 344416"/>
              <a:gd name="connsiteY126" fmla="*/ 52380 h 286075"/>
              <a:gd name="connsiteX127" fmla="*/ 94176 w 344416"/>
              <a:gd name="connsiteY127" fmla="*/ 49694 h 286075"/>
              <a:gd name="connsiteX128" fmla="*/ 94176 w 344416"/>
              <a:gd name="connsiteY128" fmla="*/ 47008 h 286075"/>
              <a:gd name="connsiteX129" fmla="*/ 96867 w 344416"/>
              <a:gd name="connsiteY129" fmla="*/ 45665 h 286075"/>
              <a:gd name="connsiteX130" fmla="*/ 99558 w 344416"/>
              <a:gd name="connsiteY130" fmla="*/ 44322 h 286075"/>
              <a:gd name="connsiteX131" fmla="*/ 106285 w 344416"/>
              <a:gd name="connsiteY131" fmla="*/ 41635 h 286075"/>
              <a:gd name="connsiteX132" fmla="*/ 108975 w 344416"/>
              <a:gd name="connsiteY132" fmla="*/ 41635 h 286075"/>
              <a:gd name="connsiteX133" fmla="*/ 117048 w 344416"/>
              <a:gd name="connsiteY133" fmla="*/ 36263 h 286075"/>
              <a:gd name="connsiteX134" fmla="*/ 122429 w 344416"/>
              <a:gd name="connsiteY134" fmla="*/ 34920 h 286075"/>
              <a:gd name="connsiteX135" fmla="*/ 127811 w 344416"/>
              <a:gd name="connsiteY135" fmla="*/ 37606 h 286075"/>
              <a:gd name="connsiteX136" fmla="*/ 133192 w 344416"/>
              <a:gd name="connsiteY136" fmla="*/ 36263 h 286075"/>
              <a:gd name="connsiteX137" fmla="*/ 135883 w 344416"/>
              <a:gd name="connsiteY137" fmla="*/ 38949 h 286075"/>
              <a:gd name="connsiteX138" fmla="*/ 143955 w 344416"/>
              <a:gd name="connsiteY138" fmla="*/ 36263 h 286075"/>
              <a:gd name="connsiteX139" fmla="*/ 149336 w 344416"/>
              <a:gd name="connsiteY139" fmla="*/ 38949 h 286075"/>
              <a:gd name="connsiteX140" fmla="*/ 153373 w 344416"/>
              <a:gd name="connsiteY140" fmla="*/ 42978 h 286075"/>
              <a:gd name="connsiteX141" fmla="*/ 156063 w 344416"/>
              <a:gd name="connsiteY141" fmla="*/ 42978 h 286075"/>
              <a:gd name="connsiteX142" fmla="*/ 160100 w 344416"/>
              <a:gd name="connsiteY142" fmla="*/ 38949 h 286075"/>
              <a:gd name="connsiteX143" fmla="*/ 165481 w 344416"/>
              <a:gd name="connsiteY143" fmla="*/ 40292 h 286075"/>
              <a:gd name="connsiteX144" fmla="*/ 170863 w 344416"/>
              <a:gd name="connsiteY144" fmla="*/ 47008 h 286075"/>
              <a:gd name="connsiteX145" fmla="*/ 174899 w 344416"/>
              <a:gd name="connsiteY145" fmla="*/ 48351 h 286075"/>
              <a:gd name="connsiteX146" fmla="*/ 182971 w 344416"/>
              <a:gd name="connsiteY146" fmla="*/ 47008 h 286075"/>
              <a:gd name="connsiteX147" fmla="*/ 189698 w 344416"/>
              <a:gd name="connsiteY147" fmla="*/ 44322 h 286075"/>
              <a:gd name="connsiteX148" fmla="*/ 192389 w 344416"/>
              <a:gd name="connsiteY148" fmla="*/ 40292 h 286075"/>
              <a:gd name="connsiteX149" fmla="*/ 195080 w 344416"/>
              <a:gd name="connsiteY149" fmla="*/ 38949 h 286075"/>
              <a:gd name="connsiteX150" fmla="*/ 197770 w 344416"/>
              <a:gd name="connsiteY150" fmla="*/ 36263 h 286075"/>
              <a:gd name="connsiteX151" fmla="*/ 200461 w 344416"/>
              <a:gd name="connsiteY151" fmla="*/ 38949 h 286075"/>
              <a:gd name="connsiteX152" fmla="*/ 203152 w 344416"/>
              <a:gd name="connsiteY152" fmla="*/ 41635 h 286075"/>
              <a:gd name="connsiteX153" fmla="*/ 212569 w 344416"/>
              <a:gd name="connsiteY153" fmla="*/ 42978 h 286075"/>
              <a:gd name="connsiteX154" fmla="*/ 212569 w 344416"/>
              <a:gd name="connsiteY154" fmla="*/ 38949 h 286075"/>
              <a:gd name="connsiteX155" fmla="*/ 209878 w 344416"/>
              <a:gd name="connsiteY155" fmla="*/ 36263 h 286075"/>
              <a:gd name="connsiteX156" fmla="*/ 209878 w 344416"/>
              <a:gd name="connsiteY156" fmla="*/ 32234 h 286075"/>
              <a:gd name="connsiteX157" fmla="*/ 215260 w 344416"/>
              <a:gd name="connsiteY157" fmla="*/ 30891 h 286075"/>
              <a:gd name="connsiteX158" fmla="*/ 217951 w 344416"/>
              <a:gd name="connsiteY158" fmla="*/ 28205 h 286075"/>
              <a:gd name="connsiteX159" fmla="*/ 220642 w 344416"/>
              <a:gd name="connsiteY159" fmla="*/ 28205 h 286075"/>
              <a:gd name="connsiteX160" fmla="*/ 220642 w 344416"/>
              <a:gd name="connsiteY160" fmla="*/ 30891 h 286075"/>
              <a:gd name="connsiteX161" fmla="*/ 226023 w 344416"/>
              <a:gd name="connsiteY161" fmla="*/ 30891 h 286075"/>
              <a:gd name="connsiteX162" fmla="*/ 230059 w 344416"/>
              <a:gd name="connsiteY162" fmla="*/ 25519 h 286075"/>
              <a:gd name="connsiteX163" fmla="*/ 228714 w 344416"/>
              <a:gd name="connsiteY163" fmla="*/ 17460 h 286075"/>
              <a:gd name="connsiteX164" fmla="*/ 231405 w 344416"/>
              <a:gd name="connsiteY164" fmla="*/ 14774 h 286075"/>
              <a:gd name="connsiteX165" fmla="*/ 234095 w 344416"/>
              <a:gd name="connsiteY165" fmla="*/ 12088 h 286075"/>
              <a:gd name="connsiteX166" fmla="*/ 235441 w 344416"/>
              <a:gd name="connsiteY166" fmla="*/ 4029 h 286075"/>
              <a:gd name="connsiteX167" fmla="*/ 238131 w 344416"/>
              <a:gd name="connsiteY167" fmla="*/ 0 h 286075"/>
              <a:gd name="connsiteX168" fmla="*/ 243513 w 344416"/>
              <a:gd name="connsiteY168" fmla="*/ 0 h 286075"/>
              <a:gd name="connsiteX169" fmla="*/ 248895 w 344416"/>
              <a:gd name="connsiteY169" fmla="*/ 2686 h 286075"/>
              <a:gd name="connsiteX170" fmla="*/ 252931 w 344416"/>
              <a:gd name="connsiteY170" fmla="*/ 5372 h 286075"/>
              <a:gd name="connsiteX171" fmla="*/ 252931 w 344416"/>
              <a:gd name="connsiteY171" fmla="*/ 9401 h 286075"/>
              <a:gd name="connsiteX172" fmla="*/ 251585 w 344416"/>
              <a:gd name="connsiteY172" fmla="*/ 14774 h 286075"/>
              <a:gd name="connsiteX173" fmla="*/ 252931 w 344416"/>
              <a:gd name="connsiteY173" fmla="*/ 20146 h 286075"/>
              <a:gd name="connsiteX174" fmla="*/ 258312 w 344416"/>
              <a:gd name="connsiteY174" fmla="*/ 20146 h 286075"/>
              <a:gd name="connsiteX175" fmla="*/ 259658 w 344416"/>
              <a:gd name="connsiteY175" fmla="*/ 24175 h 286075"/>
              <a:gd name="connsiteX176" fmla="*/ 259658 w 344416"/>
              <a:gd name="connsiteY176" fmla="*/ 30891 h 286075"/>
              <a:gd name="connsiteX177" fmla="*/ 259658 w 344416"/>
              <a:gd name="connsiteY177" fmla="*/ 36263 h 286075"/>
              <a:gd name="connsiteX178" fmla="*/ 261003 w 344416"/>
              <a:gd name="connsiteY178" fmla="*/ 47008 h 286075"/>
              <a:gd name="connsiteX179" fmla="*/ 265039 w 344416"/>
              <a:gd name="connsiteY179" fmla="*/ 52380 h 286075"/>
              <a:gd name="connsiteX180" fmla="*/ 265039 w 344416"/>
              <a:gd name="connsiteY180" fmla="*/ 55066 h 286075"/>
              <a:gd name="connsiteX181" fmla="*/ 269075 w 344416"/>
              <a:gd name="connsiteY181" fmla="*/ 57752 h 286075"/>
              <a:gd name="connsiteX182" fmla="*/ 275802 w 344416"/>
              <a:gd name="connsiteY182" fmla="*/ 57752 h 286075"/>
              <a:gd name="connsiteX183" fmla="*/ 279838 w 344416"/>
              <a:gd name="connsiteY183" fmla="*/ 53723 h 286075"/>
              <a:gd name="connsiteX184" fmla="*/ 281184 w 344416"/>
              <a:gd name="connsiteY184" fmla="*/ 51037 h 286075"/>
              <a:gd name="connsiteX185" fmla="*/ 290601 w 344416"/>
              <a:gd name="connsiteY185" fmla="*/ 47008 h 286075"/>
              <a:gd name="connsiteX186" fmla="*/ 294637 w 344416"/>
              <a:gd name="connsiteY186" fmla="*/ 42978 h 286075"/>
              <a:gd name="connsiteX187" fmla="*/ 295983 w 344416"/>
              <a:gd name="connsiteY187" fmla="*/ 38949 h 28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344416" h="286075">
                <a:moveTo>
                  <a:pt x="298673" y="34920"/>
                </a:moveTo>
                <a:lnTo>
                  <a:pt x="310782" y="28205"/>
                </a:lnTo>
                <a:lnTo>
                  <a:pt x="318854" y="26862"/>
                </a:lnTo>
                <a:lnTo>
                  <a:pt x="320199" y="32234"/>
                </a:lnTo>
                <a:lnTo>
                  <a:pt x="329617" y="30891"/>
                </a:lnTo>
                <a:lnTo>
                  <a:pt x="332308" y="26862"/>
                </a:lnTo>
                <a:lnTo>
                  <a:pt x="343071" y="26862"/>
                </a:lnTo>
                <a:lnTo>
                  <a:pt x="344416" y="30891"/>
                </a:lnTo>
                <a:lnTo>
                  <a:pt x="337689" y="37606"/>
                </a:lnTo>
                <a:lnTo>
                  <a:pt x="340380" y="38949"/>
                </a:lnTo>
                <a:lnTo>
                  <a:pt x="336344" y="47008"/>
                </a:lnTo>
                <a:lnTo>
                  <a:pt x="324235" y="52380"/>
                </a:lnTo>
                <a:lnTo>
                  <a:pt x="298673" y="57752"/>
                </a:lnTo>
                <a:lnTo>
                  <a:pt x="291946" y="55066"/>
                </a:lnTo>
                <a:lnTo>
                  <a:pt x="283874" y="59096"/>
                </a:lnTo>
                <a:lnTo>
                  <a:pt x="277147" y="64468"/>
                </a:lnTo>
                <a:lnTo>
                  <a:pt x="270420" y="64468"/>
                </a:lnTo>
                <a:lnTo>
                  <a:pt x="266384" y="71183"/>
                </a:lnTo>
                <a:lnTo>
                  <a:pt x="261003" y="75212"/>
                </a:lnTo>
                <a:lnTo>
                  <a:pt x="273111" y="92672"/>
                </a:lnTo>
                <a:lnTo>
                  <a:pt x="273111" y="103417"/>
                </a:lnTo>
                <a:lnTo>
                  <a:pt x="261003" y="119534"/>
                </a:lnTo>
                <a:lnTo>
                  <a:pt x="267730" y="126249"/>
                </a:lnTo>
                <a:lnTo>
                  <a:pt x="267730" y="132965"/>
                </a:lnTo>
                <a:lnTo>
                  <a:pt x="261003" y="142366"/>
                </a:lnTo>
                <a:lnTo>
                  <a:pt x="250240" y="142366"/>
                </a:lnTo>
                <a:lnTo>
                  <a:pt x="240822" y="139680"/>
                </a:lnTo>
                <a:lnTo>
                  <a:pt x="235441" y="143709"/>
                </a:lnTo>
                <a:lnTo>
                  <a:pt x="238131" y="150425"/>
                </a:lnTo>
                <a:lnTo>
                  <a:pt x="243513" y="153111"/>
                </a:lnTo>
                <a:lnTo>
                  <a:pt x="246204" y="159826"/>
                </a:lnTo>
                <a:lnTo>
                  <a:pt x="244858" y="163855"/>
                </a:lnTo>
                <a:lnTo>
                  <a:pt x="239477" y="167885"/>
                </a:lnTo>
                <a:lnTo>
                  <a:pt x="232750" y="167885"/>
                </a:lnTo>
                <a:lnTo>
                  <a:pt x="231405" y="171914"/>
                </a:lnTo>
                <a:lnTo>
                  <a:pt x="230059" y="181315"/>
                </a:lnTo>
                <a:lnTo>
                  <a:pt x="228714" y="186688"/>
                </a:lnTo>
                <a:lnTo>
                  <a:pt x="228714" y="190717"/>
                </a:lnTo>
                <a:lnTo>
                  <a:pt x="226023" y="193403"/>
                </a:lnTo>
                <a:lnTo>
                  <a:pt x="228714" y="204148"/>
                </a:lnTo>
                <a:lnTo>
                  <a:pt x="223332" y="212206"/>
                </a:lnTo>
                <a:lnTo>
                  <a:pt x="217951" y="206834"/>
                </a:lnTo>
                <a:lnTo>
                  <a:pt x="215260" y="206834"/>
                </a:lnTo>
                <a:lnTo>
                  <a:pt x="215260" y="209520"/>
                </a:lnTo>
                <a:lnTo>
                  <a:pt x="208533" y="209520"/>
                </a:lnTo>
                <a:lnTo>
                  <a:pt x="205842" y="208177"/>
                </a:lnTo>
                <a:lnTo>
                  <a:pt x="199116" y="208177"/>
                </a:lnTo>
                <a:lnTo>
                  <a:pt x="197770" y="210863"/>
                </a:lnTo>
                <a:lnTo>
                  <a:pt x="187007" y="218922"/>
                </a:lnTo>
                <a:lnTo>
                  <a:pt x="192389" y="220265"/>
                </a:lnTo>
                <a:lnTo>
                  <a:pt x="189698" y="224294"/>
                </a:lnTo>
                <a:lnTo>
                  <a:pt x="178935" y="228323"/>
                </a:lnTo>
                <a:lnTo>
                  <a:pt x="176244" y="226980"/>
                </a:lnTo>
                <a:lnTo>
                  <a:pt x="169517" y="226980"/>
                </a:lnTo>
                <a:lnTo>
                  <a:pt x="168172" y="231009"/>
                </a:lnTo>
                <a:lnTo>
                  <a:pt x="166827" y="235038"/>
                </a:lnTo>
                <a:lnTo>
                  <a:pt x="162790" y="237725"/>
                </a:lnTo>
                <a:lnTo>
                  <a:pt x="158754" y="241754"/>
                </a:lnTo>
                <a:lnTo>
                  <a:pt x="158754" y="248469"/>
                </a:lnTo>
                <a:lnTo>
                  <a:pt x="161445" y="257871"/>
                </a:lnTo>
                <a:lnTo>
                  <a:pt x="160100" y="261900"/>
                </a:lnTo>
                <a:lnTo>
                  <a:pt x="162790" y="267272"/>
                </a:lnTo>
                <a:lnTo>
                  <a:pt x="161445" y="272645"/>
                </a:lnTo>
                <a:lnTo>
                  <a:pt x="152027" y="276674"/>
                </a:lnTo>
                <a:lnTo>
                  <a:pt x="142610" y="276674"/>
                </a:lnTo>
                <a:lnTo>
                  <a:pt x="134538" y="278017"/>
                </a:lnTo>
                <a:lnTo>
                  <a:pt x="119738" y="278017"/>
                </a:lnTo>
                <a:lnTo>
                  <a:pt x="111666" y="280703"/>
                </a:lnTo>
                <a:lnTo>
                  <a:pt x="107630" y="283389"/>
                </a:lnTo>
                <a:lnTo>
                  <a:pt x="99558" y="283389"/>
                </a:lnTo>
                <a:lnTo>
                  <a:pt x="91485" y="284732"/>
                </a:lnTo>
                <a:lnTo>
                  <a:pt x="60542" y="286075"/>
                </a:lnTo>
                <a:lnTo>
                  <a:pt x="25562" y="276674"/>
                </a:lnTo>
                <a:lnTo>
                  <a:pt x="44397" y="249812"/>
                </a:lnTo>
                <a:lnTo>
                  <a:pt x="47088" y="247126"/>
                </a:lnTo>
                <a:lnTo>
                  <a:pt x="44397" y="236382"/>
                </a:lnTo>
                <a:lnTo>
                  <a:pt x="44397" y="229666"/>
                </a:lnTo>
                <a:lnTo>
                  <a:pt x="40361" y="220265"/>
                </a:lnTo>
                <a:lnTo>
                  <a:pt x="17490" y="220265"/>
                </a:lnTo>
                <a:lnTo>
                  <a:pt x="17490" y="210863"/>
                </a:lnTo>
                <a:lnTo>
                  <a:pt x="14799" y="205491"/>
                </a:lnTo>
                <a:lnTo>
                  <a:pt x="16144" y="201462"/>
                </a:lnTo>
                <a:lnTo>
                  <a:pt x="13454" y="189374"/>
                </a:lnTo>
                <a:lnTo>
                  <a:pt x="5381" y="175943"/>
                </a:lnTo>
                <a:lnTo>
                  <a:pt x="6727" y="169228"/>
                </a:lnTo>
                <a:lnTo>
                  <a:pt x="14799" y="159826"/>
                </a:lnTo>
                <a:lnTo>
                  <a:pt x="13454" y="159826"/>
                </a:lnTo>
                <a:lnTo>
                  <a:pt x="4036" y="157140"/>
                </a:lnTo>
                <a:lnTo>
                  <a:pt x="4036" y="153111"/>
                </a:lnTo>
                <a:lnTo>
                  <a:pt x="2691" y="143709"/>
                </a:lnTo>
                <a:lnTo>
                  <a:pt x="1345" y="142366"/>
                </a:lnTo>
                <a:lnTo>
                  <a:pt x="6727" y="135651"/>
                </a:lnTo>
                <a:lnTo>
                  <a:pt x="1345" y="131622"/>
                </a:lnTo>
                <a:lnTo>
                  <a:pt x="0" y="128935"/>
                </a:lnTo>
                <a:lnTo>
                  <a:pt x="5381" y="126249"/>
                </a:lnTo>
                <a:lnTo>
                  <a:pt x="12108" y="122220"/>
                </a:lnTo>
                <a:lnTo>
                  <a:pt x="12108" y="119534"/>
                </a:lnTo>
                <a:lnTo>
                  <a:pt x="13454" y="118191"/>
                </a:lnTo>
                <a:lnTo>
                  <a:pt x="9417" y="112819"/>
                </a:lnTo>
                <a:lnTo>
                  <a:pt x="10763" y="108789"/>
                </a:lnTo>
                <a:lnTo>
                  <a:pt x="10763" y="106103"/>
                </a:lnTo>
                <a:lnTo>
                  <a:pt x="10763" y="98045"/>
                </a:lnTo>
                <a:lnTo>
                  <a:pt x="10763" y="98045"/>
                </a:lnTo>
                <a:lnTo>
                  <a:pt x="13454" y="96702"/>
                </a:lnTo>
                <a:lnTo>
                  <a:pt x="18835" y="98045"/>
                </a:lnTo>
                <a:lnTo>
                  <a:pt x="22871" y="102074"/>
                </a:lnTo>
                <a:lnTo>
                  <a:pt x="28253" y="102074"/>
                </a:lnTo>
                <a:lnTo>
                  <a:pt x="30943" y="98045"/>
                </a:lnTo>
                <a:lnTo>
                  <a:pt x="34979" y="98045"/>
                </a:lnTo>
                <a:lnTo>
                  <a:pt x="41706" y="103417"/>
                </a:lnTo>
                <a:lnTo>
                  <a:pt x="43052" y="106103"/>
                </a:lnTo>
                <a:lnTo>
                  <a:pt x="44397" y="108789"/>
                </a:lnTo>
                <a:lnTo>
                  <a:pt x="47088" y="106103"/>
                </a:lnTo>
                <a:lnTo>
                  <a:pt x="55160" y="104760"/>
                </a:lnTo>
                <a:lnTo>
                  <a:pt x="59196" y="100731"/>
                </a:lnTo>
                <a:lnTo>
                  <a:pt x="59196" y="96702"/>
                </a:lnTo>
                <a:lnTo>
                  <a:pt x="63232" y="94015"/>
                </a:lnTo>
                <a:lnTo>
                  <a:pt x="61887" y="89986"/>
                </a:lnTo>
                <a:lnTo>
                  <a:pt x="69959" y="85957"/>
                </a:lnTo>
                <a:lnTo>
                  <a:pt x="79377" y="84614"/>
                </a:lnTo>
                <a:lnTo>
                  <a:pt x="80723" y="81928"/>
                </a:lnTo>
                <a:lnTo>
                  <a:pt x="84759" y="77899"/>
                </a:lnTo>
                <a:lnTo>
                  <a:pt x="88795" y="77899"/>
                </a:lnTo>
                <a:lnTo>
                  <a:pt x="90140" y="69840"/>
                </a:lnTo>
                <a:lnTo>
                  <a:pt x="91485" y="64468"/>
                </a:lnTo>
                <a:lnTo>
                  <a:pt x="96867" y="57752"/>
                </a:lnTo>
                <a:lnTo>
                  <a:pt x="96867" y="52380"/>
                </a:lnTo>
                <a:lnTo>
                  <a:pt x="94176" y="49694"/>
                </a:lnTo>
                <a:lnTo>
                  <a:pt x="94176" y="47008"/>
                </a:lnTo>
                <a:lnTo>
                  <a:pt x="96867" y="45665"/>
                </a:lnTo>
                <a:lnTo>
                  <a:pt x="99558" y="44322"/>
                </a:lnTo>
                <a:lnTo>
                  <a:pt x="106285" y="41635"/>
                </a:lnTo>
                <a:lnTo>
                  <a:pt x="108975" y="41635"/>
                </a:lnTo>
                <a:lnTo>
                  <a:pt x="117048" y="36263"/>
                </a:lnTo>
                <a:lnTo>
                  <a:pt x="122429" y="34920"/>
                </a:lnTo>
                <a:lnTo>
                  <a:pt x="127811" y="37606"/>
                </a:lnTo>
                <a:lnTo>
                  <a:pt x="133192" y="36263"/>
                </a:lnTo>
                <a:lnTo>
                  <a:pt x="135883" y="38949"/>
                </a:lnTo>
                <a:lnTo>
                  <a:pt x="143955" y="36263"/>
                </a:lnTo>
                <a:lnTo>
                  <a:pt x="149336" y="38949"/>
                </a:lnTo>
                <a:lnTo>
                  <a:pt x="153373" y="42978"/>
                </a:lnTo>
                <a:lnTo>
                  <a:pt x="156063" y="42978"/>
                </a:lnTo>
                <a:lnTo>
                  <a:pt x="160100" y="38949"/>
                </a:lnTo>
                <a:lnTo>
                  <a:pt x="165481" y="40292"/>
                </a:lnTo>
                <a:lnTo>
                  <a:pt x="170863" y="47008"/>
                </a:lnTo>
                <a:lnTo>
                  <a:pt x="174899" y="48351"/>
                </a:lnTo>
                <a:lnTo>
                  <a:pt x="182971" y="47008"/>
                </a:lnTo>
                <a:lnTo>
                  <a:pt x="189698" y="44322"/>
                </a:lnTo>
                <a:lnTo>
                  <a:pt x="192389" y="40292"/>
                </a:lnTo>
                <a:lnTo>
                  <a:pt x="195080" y="38949"/>
                </a:lnTo>
                <a:lnTo>
                  <a:pt x="197770" y="36263"/>
                </a:lnTo>
                <a:lnTo>
                  <a:pt x="200461" y="38949"/>
                </a:lnTo>
                <a:lnTo>
                  <a:pt x="203152" y="41635"/>
                </a:lnTo>
                <a:lnTo>
                  <a:pt x="212569" y="42978"/>
                </a:lnTo>
                <a:lnTo>
                  <a:pt x="212569" y="38949"/>
                </a:lnTo>
                <a:lnTo>
                  <a:pt x="209878" y="36263"/>
                </a:lnTo>
                <a:lnTo>
                  <a:pt x="209878" y="32234"/>
                </a:lnTo>
                <a:lnTo>
                  <a:pt x="215260" y="30891"/>
                </a:lnTo>
                <a:lnTo>
                  <a:pt x="217951" y="28205"/>
                </a:lnTo>
                <a:lnTo>
                  <a:pt x="220642" y="28205"/>
                </a:lnTo>
                <a:lnTo>
                  <a:pt x="220642" y="30891"/>
                </a:lnTo>
                <a:lnTo>
                  <a:pt x="226023" y="30891"/>
                </a:lnTo>
                <a:lnTo>
                  <a:pt x="230059" y="25519"/>
                </a:lnTo>
                <a:lnTo>
                  <a:pt x="228714" y="17460"/>
                </a:lnTo>
                <a:lnTo>
                  <a:pt x="231405" y="14774"/>
                </a:lnTo>
                <a:lnTo>
                  <a:pt x="234095" y="12088"/>
                </a:lnTo>
                <a:lnTo>
                  <a:pt x="235441" y="4029"/>
                </a:lnTo>
                <a:lnTo>
                  <a:pt x="238131" y="0"/>
                </a:lnTo>
                <a:lnTo>
                  <a:pt x="243513" y="0"/>
                </a:lnTo>
                <a:lnTo>
                  <a:pt x="248895" y="2686"/>
                </a:lnTo>
                <a:lnTo>
                  <a:pt x="252931" y="5372"/>
                </a:lnTo>
                <a:lnTo>
                  <a:pt x="252931" y="9401"/>
                </a:lnTo>
                <a:lnTo>
                  <a:pt x="251585" y="14774"/>
                </a:lnTo>
                <a:lnTo>
                  <a:pt x="252931" y="20146"/>
                </a:lnTo>
                <a:lnTo>
                  <a:pt x="258312" y="20146"/>
                </a:lnTo>
                <a:lnTo>
                  <a:pt x="259658" y="24175"/>
                </a:lnTo>
                <a:lnTo>
                  <a:pt x="259658" y="30891"/>
                </a:lnTo>
                <a:lnTo>
                  <a:pt x="259658" y="36263"/>
                </a:lnTo>
                <a:lnTo>
                  <a:pt x="261003" y="47008"/>
                </a:lnTo>
                <a:lnTo>
                  <a:pt x="265039" y="52380"/>
                </a:lnTo>
                <a:lnTo>
                  <a:pt x="265039" y="55066"/>
                </a:lnTo>
                <a:lnTo>
                  <a:pt x="269075" y="57752"/>
                </a:lnTo>
                <a:lnTo>
                  <a:pt x="275802" y="57752"/>
                </a:lnTo>
                <a:lnTo>
                  <a:pt x="279838" y="53723"/>
                </a:lnTo>
                <a:lnTo>
                  <a:pt x="281184" y="51037"/>
                </a:lnTo>
                <a:lnTo>
                  <a:pt x="290601" y="47008"/>
                </a:lnTo>
                <a:lnTo>
                  <a:pt x="294637" y="42978"/>
                </a:lnTo>
                <a:lnTo>
                  <a:pt x="295983" y="3894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488" name="Graphic 5">
            <a:extLst>
              <a:ext uri="{FF2B5EF4-FFF2-40B4-BE49-F238E27FC236}">
                <a16:creationId xmlns:a16="http://schemas.microsoft.com/office/drawing/2014/main" id="{FFCFBD8B-9BDB-02D9-56C2-E7B092785B68}"/>
              </a:ext>
            </a:extLst>
          </p:cNvPr>
          <p:cNvGrpSpPr/>
          <p:nvPr/>
        </p:nvGrpSpPr>
        <p:grpSpPr>
          <a:xfrm>
            <a:off x="7520657" y="2935427"/>
            <a:ext cx="164136" cy="127592"/>
            <a:chOff x="7520657" y="2935427"/>
            <a:chExt cx="164136" cy="127592"/>
          </a:xfrm>
          <a:solidFill>
            <a:srgbClr val="E5E5E4"/>
          </a:solidFill>
        </p:grpSpPr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4B604070-39F2-C0F6-819F-0FD8F6807335}"/>
                </a:ext>
              </a:extLst>
            </p:cNvPr>
            <p:cNvSpPr/>
            <p:nvPr/>
          </p:nvSpPr>
          <p:spPr>
            <a:xfrm>
              <a:off x="7637705" y="3048245"/>
              <a:ext cx="13453" cy="14773"/>
            </a:xfrm>
            <a:custGeom>
              <a:avLst/>
              <a:gdLst>
                <a:gd name="connsiteX0" fmla="*/ 0 w 13453"/>
                <a:gd name="connsiteY0" fmla="*/ 12088 h 14773"/>
                <a:gd name="connsiteX1" fmla="*/ 2691 w 13453"/>
                <a:gd name="connsiteY1" fmla="*/ 13431 h 14773"/>
                <a:gd name="connsiteX2" fmla="*/ 6727 w 13453"/>
                <a:gd name="connsiteY2" fmla="*/ 14774 h 14773"/>
                <a:gd name="connsiteX3" fmla="*/ 10763 w 13453"/>
                <a:gd name="connsiteY3" fmla="*/ 10745 h 14773"/>
                <a:gd name="connsiteX4" fmla="*/ 13454 w 13453"/>
                <a:gd name="connsiteY4" fmla="*/ 12088 h 14773"/>
                <a:gd name="connsiteX5" fmla="*/ 13454 w 13453"/>
                <a:gd name="connsiteY5" fmla="*/ 9401 h 14773"/>
                <a:gd name="connsiteX6" fmla="*/ 12108 w 13453"/>
                <a:gd name="connsiteY6" fmla="*/ 5372 h 14773"/>
                <a:gd name="connsiteX7" fmla="*/ 13454 w 13453"/>
                <a:gd name="connsiteY7" fmla="*/ 1343 h 14773"/>
                <a:gd name="connsiteX8" fmla="*/ 9417 w 13453"/>
                <a:gd name="connsiteY8" fmla="*/ 0 h 14773"/>
                <a:gd name="connsiteX9" fmla="*/ 8072 w 13453"/>
                <a:gd name="connsiteY9" fmla="*/ 1343 h 14773"/>
                <a:gd name="connsiteX10" fmla="*/ 5381 w 13453"/>
                <a:gd name="connsiteY10" fmla="*/ 0 h 14773"/>
                <a:gd name="connsiteX11" fmla="*/ 1345 w 13453"/>
                <a:gd name="connsiteY11" fmla="*/ 1343 h 14773"/>
                <a:gd name="connsiteX12" fmla="*/ 2691 w 13453"/>
                <a:gd name="connsiteY12" fmla="*/ 4029 h 14773"/>
                <a:gd name="connsiteX13" fmla="*/ 5381 w 13453"/>
                <a:gd name="connsiteY13" fmla="*/ 5372 h 14773"/>
                <a:gd name="connsiteX14" fmla="*/ 5381 w 13453"/>
                <a:gd name="connsiteY14" fmla="*/ 6715 h 14773"/>
                <a:gd name="connsiteX15" fmla="*/ 1345 w 13453"/>
                <a:gd name="connsiteY15" fmla="*/ 8059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453" h="14773">
                  <a:moveTo>
                    <a:pt x="0" y="12088"/>
                  </a:moveTo>
                  <a:lnTo>
                    <a:pt x="2691" y="13431"/>
                  </a:lnTo>
                  <a:lnTo>
                    <a:pt x="6727" y="14774"/>
                  </a:lnTo>
                  <a:lnTo>
                    <a:pt x="10763" y="10745"/>
                  </a:lnTo>
                  <a:lnTo>
                    <a:pt x="13454" y="12088"/>
                  </a:lnTo>
                  <a:lnTo>
                    <a:pt x="13454" y="9401"/>
                  </a:lnTo>
                  <a:lnTo>
                    <a:pt x="12108" y="5372"/>
                  </a:lnTo>
                  <a:lnTo>
                    <a:pt x="13454" y="1343"/>
                  </a:lnTo>
                  <a:lnTo>
                    <a:pt x="9417" y="0"/>
                  </a:lnTo>
                  <a:lnTo>
                    <a:pt x="8072" y="1343"/>
                  </a:lnTo>
                  <a:lnTo>
                    <a:pt x="5381" y="0"/>
                  </a:lnTo>
                  <a:lnTo>
                    <a:pt x="1345" y="1343"/>
                  </a:lnTo>
                  <a:lnTo>
                    <a:pt x="2691" y="4029"/>
                  </a:lnTo>
                  <a:lnTo>
                    <a:pt x="5381" y="5372"/>
                  </a:lnTo>
                  <a:lnTo>
                    <a:pt x="5381" y="6715"/>
                  </a:lnTo>
                  <a:lnTo>
                    <a:pt x="1345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CB8A617A-0019-BBDA-3132-AFFBC2DE4A4C}"/>
                </a:ext>
              </a:extLst>
            </p:cNvPr>
            <p:cNvSpPr/>
            <p:nvPr/>
          </p:nvSpPr>
          <p:spPr>
            <a:xfrm>
              <a:off x="7674030" y="3024070"/>
              <a:ext cx="10763" cy="14773"/>
            </a:xfrm>
            <a:custGeom>
              <a:avLst/>
              <a:gdLst>
                <a:gd name="connsiteX0" fmla="*/ 1345 w 10763"/>
                <a:gd name="connsiteY0" fmla="*/ 0 h 14773"/>
                <a:gd name="connsiteX1" fmla="*/ 0 w 10763"/>
                <a:gd name="connsiteY1" fmla="*/ 6715 h 14773"/>
                <a:gd name="connsiteX2" fmla="*/ 1345 w 10763"/>
                <a:gd name="connsiteY2" fmla="*/ 12088 h 14773"/>
                <a:gd name="connsiteX3" fmla="*/ 9418 w 10763"/>
                <a:gd name="connsiteY3" fmla="*/ 14774 h 14773"/>
                <a:gd name="connsiteX4" fmla="*/ 10763 w 10763"/>
                <a:gd name="connsiteY4" fmla="*/ 9402 h 14773"/>
                <a:gd name="connsiteX5" fmla="*/ 6727 w 10763"/>
                <a:gd name="connsiteY5" fmla="*/ 2686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3" h="14773">
                  <a:moveTo>
                    <a:pt x="1345" y="0"/>
                  </a:moveTo>
                  <a:lnTo>
                    <a:pt x="0" y="6715"/>
                  </a:lnTo>
                  <a:lnTo>
                    <a:pt x="1345" y="12088"/>
                  </a:lnTo>
                  <a:lnTo>
                    <a:pt x="9418" y="14774"/>
                  </a:lnTo>
                  <a:lnTo>
                    <a:pt x="10763" y="9402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CAAB737E-E83B-E6DC-912E-A6BB74407AA0}"/>
                </a:ext>
              </a:extLst>
            </p:cNvPr>
            <p:cNvSpPr/>
            <p:nvPr/>
          </p:nvSpPr>
          <p:spPr>
            <a:xfrm>
              <a:off x="7622906" y="3011982"/>
              <a:ext cx="4035" cy="6715"/>
            </a:xfrm>
            <a:custGeom>
              <a:avLst/>
              <a:gdLst>
                <a:gd name="connsiteX0" fmla="*/ 1345 w 4035"/>
                <a:gd name="connsiteY0" fmla="*/ 0 h 6715"/>
                <a:gd name="connsiteX1" fmla="*/ 0 w 4035"/>
                <a:gd name="connsiteY1" fmla="*/ 5372 h 6715"/>
                <a:gd name="connsiteX2" fmla="*/ 4036 w 4035"/>
                <a:gd name="connsiteY2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6715">
                  <a:moveTo>
                    <a:pt x="1345" y="0"/>
                  </a:moveTo>
                  <a:lnTo>
                    <a:pt x="0" y="5372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BF4A12D9-452F-8879-4564-EFF5B3145958}"/>
                </a:ext>
              </a:extLst>
            </p:cNvPr>
            <p:cNvSpPr/>
            <p:nvPr/>
          </p:nvSpPr>
          <p:spPr>
            <a:xfrm>
              <a:off x="7593308" y="2999894"/>
              <a:ext cx="29598" cy="37605"/>
            </a:xfrm>
            <a:custGeom>
              <a:avLst/>
              <a:gdLst>
                <a:gd name="connsiteX0" fmla="*/ 18835 w 29598"/>
                <a:gd name="connsiteY0" fmla="*/ 37606 h 37605"/>
                <a:gd name="connsiteX1" fmla="*/ 14799 w 29598"/>
                <a:gd name="connsiteY1" fmla="*/ 37606 h 37605"/>
                <a:gd name="connsiteX2" fmla="*/ 13454 w 29598"/>
                <a:gd name="connsiteY2" fmla="*/ 34920 h 37605"/>
                <a:gd name="connsiteX3" fmla="*/ 14799 w 29598"/>
                <a:gd name="connsiteY3" fmla="*/ 32234 h 37605"/>
                <a:gd name="connsiteX4" fmla="*/ 13454 w 29598"/>
                <a:gd name="connsiteY4" fmla="*/ 30891 h 37605"/>
                <a:gd name="connsiteX5" fmla="*/ 8072 w 29598"/>
                <a:gd name="connsiteY5" fmla="*/ 29548 h 37605"/>
                <a:gd name="connsiteX6" fmla="*/ 4036 w 29598"/>
                <a:gd name="connsiteY6" fmla="*/ 29548 h 37605"/>
                <a:gd name="connsiteX7" fmla="*/ 1345 w 29598"/>
                <a:gd name="connsiteY7" fmla="*/ 25518 h 37605"/>
                <a:gd name="connsiteX8" fmla="*/ 1345 w 29598"/>
                <a:gd name="connsiteY8" fmla="*/ 20146 h 37605"/>
                <a:gd name="connsiteX9" fmla="*/ 0 w 29598"/>
                <a:gd name="connsiteY9" fmla="*/ 16117 h 37605"/>
                <a:gd name="connsiteX10" fmla="*/ 0 w 29598"/>
                <a:gd name="connsiteY10" fmla="*/ 13431 h 37605"/>
                <a:gd name="connsiteX11" fmla="*/ 2691 w 29598"/>
                <a:gd name="connsiteY11" fmla="*/ 12088 h 37605"/>
                <a:gd name="connsiteX12" fmla="*/ 4036 w 29598"/>
                <a:gd name="connsiteY12" fmla="*/ 8058 h 37605"/>
                <a:gd name="connsiteX13" fmla="*/ 6727 w 29598"/>
                <a:gd name="connsiteY13" fmla="*/ 6715 h 37605"/>
                <a:gd name="connsiteX14" fmla="*/ 9418 w 29598"/>
                <a:gd name="connsiteY14" fmla="*/ 9401 h 37605"/>
                <a:gd name="connsiteX15" fmla="*/ 9418 w 29598"/>
                <a:gd name="connsiteY15" fmla="*/ 12088 h 37605"/>
                <a:gd name="connsiteX16" fmla="*/ 14799 w 29598"/>
                <a:gd name="connsiteY16" fmla="*/ 14774 h 37605"/>
                <a:gd name="connsiteX17" fmla="*/ 14799 w 29598"/>
                <a:gd name="connsiteY17" fmla="*/ 13431 h 37605"/>
                <a:gd name="connsiteX18" fmla="*/ 17490 w 29598"/>
                <a:gd name="connsiteY18" fmla="*/ 14774 h 37605"/>
                <a:gd name="connsiteX19" fmla="*/ 18835 w 29598"/>
                <a:gd name="connsiteY19" fmla="*/ 12088 h 37605"/>
                <a:gd name="connsiteX20" fmla="*/ 14799 w 29598"/>
                <a:gd name="connsiteY20" fmla="*/ 9401 h 37605"/>
                <a:gd name="connsiteX21" fmla="*/ 12108 w 29598"/>
                <a:gd name="connsiteY21" fmla="*/ 6715 h 37605"/>
                <a:gd name="connsiteX22" fmla="*/ 14799 w 29598"/>
                <a:gd name="connsiteY22" fmla="*/ 2686 h 37605"/>
                <a:gd name="connsiteX23" fmla="*/ 21526 w 29598"/>
                <a:gd name="connsiteY23" fmla="*/ 0 h 37605"/>
                <a:gd name="connsiteX24" fmla="*/ 28253 w 29598"/>
                <a:gd name="connsiteY24" fmla="*/ 0 h 37605"/>
                <a:gd name="connsiteX25" fmla="*/ 29598 w 29598"/>
                <a:gd name="connsiteY25" fmla="*/ 4029 h 37605"/>
                <a:gd name="connsiteX26" fmla="*/ 29598 w 29598"/>
                <a:gd name="connsiteY26" fmla="*/ 10744 h 37605"/>
                <a:gd name="connsiteX27" fmla="*/ 28253 w 29598"/>
                <a:gd name="connsiteY27" fmla="*/ 16117 h 37605"/>
                <a:gd name="connsiteX28" fmla="*/ 22872 w 29598"/>
                <a:gd name="connsiteY28" fmla="*/ 18803 h 37605"/>
                <a:gd name="connsiteX29" fmla="*/ 22872 w 29598"/>
                <a:gd name="connsiteY29" fmla="*/ 20146 h 37605"/>
                <a:gd name="connsiteX30" fmla="*/ 28253 w 29598"/>
                <a:gd name="connsiteY30" fmla="*/ 24175 h 37605"/>
                <a:gd name="connsiteX31" fmla="*/ 28253 w 29598"/>
                <a:gd name="connsiteY31" fmla="*/ 26862 h 37605"/>
                <a:gd name="connsiteX32" fmla="*/ 25562 w 29598"/>
                <a:gd name="connsiteY32" fmla="*/ 29548 h 37605"/>
                <a:gd name="connsiteX33" fmla="*/ 20181 w 29598"/>
                <a:gd name="connsiteY33" fmla="*/ 32234 h 37605"/>
                <a:gd name="connsiteX34" fmla="*/ 20181 w 29598"/>
                <a:gd name="connsiteY34" fmla="*/ 34920 h 37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598" h="37605">
                  <a:moveTo>
                    <a:pt x="18835" y="37606"/>
                  </a:moveTo>
                  <a:lnTo>
                    <a:pt x="14799" y="37606"/>
                  </a:lnTo>
                  <a:lnTo>
                    <a:pt x="13454" y="34920"/>
                  </a:lnTo>
                  <a:lnTo>
                    <a:pt x="14799" y="32234"/>
                  </a:lnTo>
                  <a:lnTo>
                    <a:pt x="13454" y="30891"/>
                  </a:lnTo>
                  <a:lnTo>
                    <a:pt x="8072" y="29548"/>
                  </a:lnTo>
                  <a:lnTo>
                    <a:pt x="4036" y="29548"/>
                  </a:lnTo>
                  <a:lnTo>
                    <a:pt x="1345" y="25518"/>
                  </a:lnTo>
                  <a:lnTo>
                    <a:pt x="1345" y="20146"/>
                  </a:lnTo>
                  <a:lnTo>
                    <a:pt x="0" y="16117"/>
                  </a:lnTo>
                  <a:lnTo>
                    <a:pt x="0" y="13431"/>
                  </a:lnTo>
                  <a:lnTo>
                    <a:pt x="2691" y="12088"/>
                  </a:lnTo>
                  <a:lnTo>
                    <a:pt x="4036" y="8058"/>
                  </a:lnTo>
                  <a:lnTo>
                    <a:pt x="6727" y="6715"/>
                  </a:lnTo>
                  <a:lnTo>
                    <a:pt x="9418" y="9401"/>
                  </a:lnTo>
                  <a:lnTo>
                    <a:pt x="9418" y="12088"/>
                  </a:lnTo>
                  <a:lnTo>
                    <a:pt x="14799" y="14774"/>
                  </a:lnTo>
                  <a:lnTo>
                    <a:pt x="14799" y="13431"/>
                  </a:lnTo>
                  <a:lnTo>
                    <a:pt x="17490" y="14774"/>
                  </a:lnTo>
                  <a:lnTo>
                    <a:pt x="18835" y="12088"/>
                  </a:lnTo>
                  <a:lnTo>
                    <a:pt x="14799" y="9401"/>
                  </a:lnTo>
                  <a:lnTo>
                    <a:pt x="12108" y="6715"/>
                  </a:lnTo>
                  <a:lnTo>
                    <a:pt x="14799" y="2686"/>
                  </a:lnTo>
                  <a:lnTo>
                    <a:pt x="21526" y="0"/>
                  </a:lnTo>
                  <a:lnTo>
                    <a:pt x="28253" y="0"/>
                  </a:lnTo>
                  <a:lnTo>
                    <a:pt x="29598" y="4029"/>
                  </a:lnTo>
                  <a:lnTo>
                    <a:pt x="29598" y="10744"/>
                  </a:lnTo>
                  <a:lnTo>
                    <a:pt x="28253" y="16117"/>
                  </a:lnTo>
                  <a:lnTo>
                    <a:pt x="22872" y="18803"/>
                  </a:lnTo>
                  <a:lnTo>
                    <a:pt x="22872" y="20146"/>
                  </a:lnTo>
                  <a:lnTo>
                    <a:pt x="28253" y="24175"/>
                  </a:lnTo>
                  <a:lnTo>
                    <a:pt x="28253" y="26862"/>
                  </a:lnTo>
                  <a:lnTo>
                    <a:pt x="25562" y="29548"/>
                  </a:lnTo>
                  <a:lnTo>
                    <a:pt x="20181" y="32234"/>
                  </a:lnTo>
                  <a:lnTo>
                    <a:pt x="20181" y="3492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FD1D7D96-BE63-94A9-67A5-16676C9ECA36}"/>
                </a:ext>
              </a:extLst>
            </p:cNvPr>
            <p:cNvSpPr/>
            <p:nvPr/>
          </p:nvSpPr>
          <p:spPr>
            <a:xfrm>
              <a:off x="7614834" y="3034814"/>
              <a:ext cx="6726" cy="6715"/>
            </a:xfrm>
            <a:custGeom>
              <a:avLst/>
              <a:gdLst>
                <a:gd name="connsiteX0" fmla="*/ 0 w 6726"/>
                <a:gd name="connsiteY0" fmla="*/ 4029 h 6715"/>
                <a:gd name="connsiteX1" fmla="*/ 1345 w 6726"/>
                <a:gd name="connsiteY1" fmla="*/ 6715 h 6715"/>
                <a:gd name="connsiteX2" fmla="*/ 2691 w 6726"/>
                <a:gd name="connsiteY2" fmla="*/ 2686 h 6715"/>
                <a:gd name="connsiteX3" fmla="*/ 6727 w 6726"/>
                <a:gd name="connsiteY3" fmla="*/ 2686 h 6715"/>
                <a:gd name="connsiteX4" fmla="*/ 6727 w 6726"/>
                <a:gd name="connsiteY4" fmla="*/ 0 h 6715"/>
                <a:gd name="connsiteX5" fmla="*/ 2691 w 6726"/>
                <a:gd name="connsiteY5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6715">
                  <a:moveTo>
                    <a:pt x="0" y="4029"/>
                  </a:moveTo>
                  <a:lnTo>
                    <a:pt x="1345" y="6715"/>
                  </a:lnTo>
                  <a:lnTo>
                    <a:pt x="2691" y="2686"/>
                  </a:lnTo>
                  <a:lnTo>
                    <a:pt x="6727" y="2686"/>
                  </a:lnTo>
                  <a:lnTo>
                    <a:pt x="6727" y="0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FE20A1B6-75CE-A9CC-96D3-79FFF87828A1}"/>
                </a:ext>
              </a:extLst>
            </p:cNvPr>
            <p:cNvSpPr/>
            <p:nvPr/>
          </p:nvSpPr>
          <p:spPr>
            <a:xfrm>
              <a:off x="7589272" y="3038844"/>
              <a:ext cx="24216" cy="13430"/>
            </a:xfrm>
            <a:custGeom>
              <a:avLst/>
              <a:gdLst>
                <a:gd name="connsiteX0" fmla="*/ 6727 w 24216"/>
                <a:gd name="connsiteY0" fmla="*/ 0 h 13430"/>
                <a:gd name="connsiteX1" fmla="*/ 10763 w 24216"/>
                <a:gd name="connsiteY1" fmla="*/ 6715 h 13430"/>
                <a:gd name="connsiteX2" fmla="*/ 14799 w 24216"/>
                <a:gd name="connsiteY2" fmla="*/ 5372 h 13430"/>
                <a:gd name="connsiteX3" fmla="*/ 17490 w 24216"/>
                <a:gd name="connsiteY3" fmla="*/ 5372 h 13430"/>
                <a:gd name="connsiteX4" fmla="*/ 18835 w 24216"/>
                <a:gd name="connsiteY4" fmla="*/ 1343 h 13430"/>
                <a:gd name="connsiteX5" fmla="*/ 22871 w 24216"/>
                <a:gd name="connsiteY5" fmla="*/ 1343 h 13430"/>
                <a:gd name="connsiteX6" fmla="*/ 24217 w 24216"/>
                <a:gd name="connsiteY6" fmla="*/ 1343 h 13430"/>
                <a:gd name="connsiteX7" fmla="*/ 24217 w 24216"/>
                <a:gd name="connsiteY7" fmla="*/ 5372 h 13430"/>
                <a:gd name="connsiteX8" fmla="*/ 22871 w 24216"/>
                <a:gd name="connsiteY8" fmla="*/ 9401 h 13430"/>
                <a:gd name="connsiteX9" fmla="*/ 22871 w 24216"/>
                <a:gd name="connsiteY9" fmla="*/ 13431 h 13430"/>
                <a:gd name="connsiteX10" fmla="*/ 21526 w 24216"/>
                <a:gd name="connsiteY10" fmla="*/ 12088 h 13430"/>
                <a:gd name="connsiteX11" fmla="*/ 20181 w 24216"/>
                <a:gd name="connsiteY11" fmla="*/ 8059 h 13430"/>
                <a:gd name="connsiteX12" fmla="*/ 17490 w 24216"/>
                <a:gd name="connsiteY12" fmla="*/ 12088 h 13430"/>
                <a:gd name="connsiteX13" fmla="*/ 9417 w 24216"/>
                <a:gd name="connsiteY13" fmla="*/ 12088 h 13430"/>
                <a:gd name="connsiteX14" fmla="*/ 2691 w 24216"/>
                <a:gd name="connsiteY14" fmla="*/ 9401 h 13430"/>
                <a:gd name="connsiteX15" fmla="*/ 0 w 24216"/>
                <a:gd name="connsiteY15" fmla="*/ 6715 h 13430"/>
                <a:gd name="connsiteX16" fmla="*/ 4036 w 24216"/>
                <a:gd name="connsiteY16" fmla="*/ 5372 h 13430"/>
                <a:gd name="connsiteX17" fmla="*/ 1345 w 24216"/>
                <a:gd name="connsiteY17" fmla="*/ 4029 h 13430"/>
                <a:gd name="connsiteX18" fmla="*/ 4036 w 24216"/>
                <a:gd name="connsiteY18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216" h="13430">
                  <a:moveTo>
                    <a:pt x="6727" y="0"/>
                  </a:moveTo>
                  <a:lnTo>
                    <a:pt x="10763" y="6715"/>
                  </a:lnTo>
                  <a:lnTo>
                    <a:pt x="14799" y="5372"/>
                  </a:lnTo>
                  <a:lnTo>
                    <a:pt x="17490" y="5372"/>
                  </a:lnTo>
                  <a:lnTo>
                    <a:pt x="18835" y="1343"/>
                  </a:lnTo>
                  <a:lnTo>
                    <a:pt x="22871" y="1343"/>
                  </a:lnTo>
                  <a:lnTo>
                    <a:pt x="24217" y="1343"/>
                  </a:lnTo>
                  <a:lnTo>
                    <a:pt x="24217" y="5372"/>
                  </a:lnTo>
                  <a:lnTo>
                    <a:pt x="22871" y="9401"/>
                  </a:lnTo>
                  <a:lnTo>
                    <a:pt x="22871" y="13431"/>
                  </a:lnTo>
                  <a:lnTo>
                    <a:pt x="21526" y="12088"/>
                  </a:lnTo>
                  <a:lnTo>
                    <a:pt x="20181" y="8059"/>
                  </a:lnTo>
                  <a:lnTo>
                    <a:pt x="17490" y="12088"/>
                  </a:lnTo>
                  <a:lnTo>
                    <a:pt x="9417" y="12088"/>
                  </a:lnTo>
                  <a:lnTo>
                    <a:pt x="2691" y="9401"/>
                  </a:lnTo>
                  <a:lnTo>
                    <a:pt x="0" y="6715"/>
                  </a:lnTo>
                  <a:lnTo>
                    <a:pt x="4036" y="5372"/>
                  </a:lnTo>
                  <a:lnTo>
                    <a:pt x="1345" y="402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09702D5D-F25E-FC8A-AF76-F4F084DB0691}"/>
                </a:ext>
              </a:extLst>
            </p:cNvPr>
            <p:cNvSpPr/>
            <p:nvPr/>
          </p:nvSpPr>
          <p:spPr>
            <a:xfrm>
              <a:off x="7577163" y="3001237"/>
              <a:ext cx="4035" cy="12087"/>
            </a:xfrm>
            <a:custGeom>
              <a:avLst/>
              <a:gdLst>
                <a:gd name="connsiteX0" fmla="*/ 0 w 4035"/>
                <a:gd name="connsiteY0" fmla="*/ 12088 h 12087"/>
                <a:gd name="connsiteX1" fmla="*/ 2691 w 4035"/>
                <a:gd name="connsiteY1" fmla="*/ 8059 h 12087"/>
                <a:gd name="connsiteX2" fmla="*/ 2691 w 4035"/>
                <a:gd name="connsiteY2" fmla="*/ 0 h 12087"/>
                <a:gd name="connsiteX3" fmla="*/ 4036 w 4035"/>
                <a:gd name="connsiteY3" fmla="*/ 6715 h 12087"/>
                <a:gd name="connsiteX4" fmla="*/ 4036 w 4035"/>
                <a:gd name="connsiteY4" fmla="*/ 10745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12087">
                  <a:moveTo>
                    <a:pt x="0" y="12088"/>
                  </a:moveTo>
                  <a:lnTo>
                    <a:pt x="2691" y="8059"/>
                  </a:lnTo>
                  <a:lnTo>
                    <a:pt x="2691" y="0"/>
                  </a:lnTo>
                  <a:lnTo>
                    <a:pt x="4036" y="6715"/>
                  </a:lnTo>
                  <a:lnTo>
                    <a:pt x="4036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A0FBF725-5C7E-F791-996F-5D1738E52F9D}"/>
                </a:ext>
              </a:extLst>
            </p:cNvPr>
            <p:cNvSpPr/>
            <p:nvPr/>
          </p:nvSpPr>
          <p:spPr>
            <a:xfrm>
              <a:off x="7574472" y="3040187"/>
              <a:ext cx="5381" cy="4029"/>
            </a:xfrm>
            <a:custGeom>
              <a:avLst/>
              <a:gdLst>
                <a:gd name="connsiteX0" fmla="*/ 0 w 5381"/>
                <a:gd name="connsiteY0" fmla="*/ 0 h 4029"/>
                <a:gd name="connsiteX1" fmla="*/ 4036 w 5381"/>
                <a:gd name="connsiteY1" fmla="*/ 4029 h 4029"/>
                <a:gd name="connsiteX2" fmla="*/ 5381 w 5381"/>
                <a:gd name="connsiteY2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0" y="0"/>
                  </a:moveTo>
                  <a:lnTo>
                    <a:pt x="4036" y="4029"/>
                  </a:lnTo>
                  <a:lnTo>
                    <a:pt x="538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5AC314B7-1FAF-DB8D-CF36-70379BB5A6C1}"/>
                </a:ext>
              </a:extLst>
            </p:cNvPr>
            <p:cNvSpPr/>
            <p:nvPr/>
          </p:nvSpPr>
          <p:spPr>
            <a:xfrm>
              <a:off x="7583890" y="3032128"/>
              <a:ext cx="6726" cy="13430"/>
            </a:xfrm>
            <a:custGeom>
              <a:avLst/>
              <a:gdLst>
                <a:gd name="connsiteX0" fmla="*/ 2691 w 6726"/>
                <a:gd name="connsiteY0" fmla="*/ 0 h 13430"/>
                <a:gd name="connsiteX1" fmla="*/ 1345 w 6726"/>
                <a:gd name="connsiteY1" fmla="*/ 6715 h 13430"/>
                <a:gd name="connsiteX2" fmla="*/ 0 w 6726"/>
                <a:gd name="connsiteY2" fmla="*/ 10745 h 13430"/>
                <a:gd name="connsiteX3" fmla="*/ 1345 w 6726"/>
                <a:gd name="connsiteY3" fmla="*/ 13431 h 13430"/>
                <a:gd name="connsiteX4" fmla="*/ 4036 w 6726"/>
                <a:gd name="connsiteY4" fmla="*/ 9401 h 13430"/>
                <a:gd name="connsiteX5" fmla="*/ 6727 w 6726"/>
                <a:gd name="connsiteY5" fmla="*/ 4029 h 13430"/>
                <a:gd name="connsiteX6" fmla="*/ 2691 w 6726"/>
                <a:gd name="connsiteY6" fmla="*/ 0 h 13430"/>
                <a:gd name="connsiteX7" fmla="*/ 2691 w 6726"/>
                <a:gd name="connsiteY7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13430">
                  <a:moveTo>
                    <a:pt x="2691" y="0"/>
                  </a:moveTo>
                  <a:lnTo>
                    <a:pt x="1345" y="6715"/>
                  </a:lnTo>
                  <a:lnTo>
                    <a:pt x="0" y="10745"/>
                  </a:lnTo>
                  <a:lnTo>
                    <a:pt x="1345" y="13431"/>
                  </a:lnTo>
                  <a:lnTo>
                    <a:pt x="4036" y="9401"/>
                  </a:lnTo>
                  <a:lnTo>
                    <a:pt x="6727" y="4029"/>
                  </a:lnTo>
                  <a:cubicBezTo>
                    <a:pt x="5381" y="4029"/>
                    <a:pt x="1345" y="0"/>
                    <a:pt x="2691" y="0"/>
                  </a:cubicBez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B755A119-33AF-24DE-D489-C6C8B4556566}"/>
                </a:ext>
              </a:extLst>
            </p:cNvPr>
            <p:cNvSpPr/>
            <p:nvPr/>
          </p:nvSpPr>
          <p:spPr>
            <a:xfrm>
              <a:off x="7561019" y="3017354"/>
              <a:ext cx="22871" cy="21489"/>
            </a:xfrm>
            <a:custGeom>
              <a:avLst/>
              <a:gdLst>
                <a:gd name="connsiteX0" fmla="*/ 1345 w 22871"/>
                <a:gd name="connsiteY0" fmla="*/ 1343 h 21489"/>
                <a:gd name="connsiteX1" fmla="*/ 9418 w 22871"/>
                <a:gd name="connsiteY1" fmla="*/ 0 h 21489"/>
                <a:gd name="connsiteX2" fmla="*/ 14799 w 22871"/>
                <a:gd name="connsiteY2" fmla="*/ 2686 h 21489"/>
                <a:gd name="connsiteX3" fmla="*/ 18835 w 22871"/>
                <a:gd name="connsiteY3" fmla="*/ 2686 h 21489"/>
                <a:gd name="connsiteX4" fmla="*/ 21526 w 22871"/>
                <a:gd name="connsiteY4" fmla="*/ 9402 h 21489"/>
                <a:gd name="connsiteX5" fmla="*/ 22872 w 22871"/>
                <a:gd name="connsiteY5" fmla="*/ 13431 h 21489"/>
                <a:gd name="connsiteX6" fmla="*/ 20181 w 22871"/>
                <a:gd name="connsiteY6" fmla="*/ 20146 h 21489"/>
                <a:gd name="connsiteX7" fmla="*/ 14799 w 22871"/>
                <a:gd name="connsiteY7" fmla="*/ 21489 h 21489"/>
                <a:gd name="connsiteX8" fmla="*/ 12108 w 22871"/>
                <a:gd name="connsiteY8" fmla="*/ 18803 h 21489"/>
                <a:gd name="connsiteX9" fmla="*/ 8072 w 22871"/>
                <a:gd name="connsiteY9" fmla="*/ 18803 h 21489"/>
                <a:gd name="connsiteX10" fmla="*/ 2691 w 22871"/>
                <a:gd name="connsiteY10" fmla="*/ 13431 h 21489"/>
                <a:gd name="connsiteX11" fmla="*/ 0 w 22871"/>
                <a:gd name="connsiteY11" fmla="*/ 8059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71" h="21489">
                  <a:moveTo>
                    <a:pt x="1345" y="1343"/>
                  </a:moveTo>
                  <a:lnTo>
                    <a:pt x="9418" y="0"/>
                  </a:lnTo>
                  <a:lnTo>
                    <a:pt x="14799" y="2686"/>
                  </a:lnTo>
                  <a:lnTo>
                    <a:pt x="18835" y="2686"/>
                  </a:lnTo>
                  <a:lnTo>
                    <a:pt x="21526" y="9402"/>
                  </a:lnTo>
                  <a:lnTo>
                    <a:pt x="22872" y="13431"/>
                  </a:lnTo>
                  <a:lnTo>
                    <a:pt x="20181" y="20146"/>
                  </a:lnTo>
                  <a:lnTo>
                    <a:pt x="14799" y="21489"/>
                  </a:lnTo>
                  <a:lnTo>
                    <a:pt x="12108" y="18803"/>
                  </a:lnTo>
                  <a:lnTo>
                    <a:pt x="8072" y="18803"/>
                  </a:lnTo>
                  <a:lnTo>
                    <a:pt x="2691" y="13431"/>
                  </a:lnTo>
                  <a:lnTo>
                    <a:pt x="0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08E2B608-EB82-6A17-5D7B-6862091AD14C}"/>
                </a:ext>
              </a:extLst>
            </p:cNvPr>
            <p:cNvSpPr/>
            <p:nvPr/>
          </p:nvSpPr>
          <p:spPr>
            <a:xfrm>
              <a:off x="7582545" y="2950200"/>
              <a:ext cx="9417" cy="4029"/>
            </a:xfrm>
            <a:custGeom>
              <a:avLst/>
              <a:gdLst>
                <a:gd name="connsiteX0" fmla="*/ 0 w 9417"/>
                <a:gd name="connsiteY0" fmla="*/ 4029 h 4029"/>
                <a:gd name="connsiteX1" fmla="*/ 2691 w 9417"/>
                <a:gd name="connsiteY1" fmla="*/ 0 h 4029"/>
                <a:gd name="connsiteX2" fmla="*/ 9417 w 9417"/>
                <a:gd name="connsiteY2" fmla="*/ 0 h 4029"/>
                <a:gd name="connsiteX3" fmla="*/ 4036 w 9417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17" h="4029">
                  <a:moveTo>
                    <a:pt x="0" y="4029"/>
                  </a:moveTo>
                  <a:lnTo>
                    <a:pt x="2691" y="0"/>
                  </a:lnTo>
                  <a:lnTo>
                    <a:pt x="9417" y="0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0E5060EB-20D3-B723-486E-C0D95908F7CF}"/>
                </a:ext>
              </a:extLst>
            </p:cNvPr>
            <p:cNvSpPr/>
            <p:nvPr/>
          </p:nvSpPr>
          <p:spPr>
            <a:xfrm>
              <a:off x="7536802" y="2969004"/>
              <a:ext cx="8071" cy="9401"/>
            </a:xfrm>
            <a:custGeom>
              <a:avLst/>
              <a:gdLst>
                <a:gd name="connsiteX0" fmla="*/ 0 w 8071"/>
                <a:gd name="connsiteY0" fmla="*/ 9401 h 9401"/>
                <a:gd name="connsiteX1" fmla="*/ 0 w 8071"/>
                <a:gd name="connsiteY1" fmla="*/ 4029 h 9401"/>
                <a:gd name="connsiteX2" fmla="*/ 4036 w 8071"/>
                <a:gd name="connsiteY2" fmla="*/ 0 h 9401"/>
                <a:gd name="connsiteX3" fmla="*/ 8072 w 8071"/>
                <a:gd name="connsiteY3" fmla="*/ 0 h 9401"/>
                <a:gd name="connsiteX4" fmla="*/ 6727 w 8071"/>
                <a:gd name="connsiteY4" fmla="*/ 4029 h 9401"/>
                <a:gd name="connsiteX5" fmla="*/ 2691 w 8071"/>
                <a:gd name="connsiteY5" fmla="*/ 8058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1" h="9401">
                  <a:moveTo>
                    <a:pt x="0" y="9401"/>
                  </a:moveTo>
                  <a:lnTo>
                    <a:pt x="0" y="4029"/>
                  </a:lnTo>
                  <a:lnTo>
                    <a:pt x="4036" y="0"/>
                  </a:lnTo>
                  <a:lnTo>
                    <a:pt x="8072" y="0"/>
                  </a:lnTo>
                  <a:lnTo>
                    <a:pt x="6727" y="4029"/>
                  </a:lnTo>
                  <a:lnTo>
                    <a:pt x="2691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86F80643-10D5-402E-F1F6-D51E60780625}"/>
                </a:ext>
              </a:extLst>
            </p:cNvPr>
            <p:cNvSpPr/>
            <p:nvPr/>
          </p:nvSpPr>
          <p:spPr>
            <a:xfrm>
              <a:off x="7524693" y="2935427"/>
              <a:ext cx="53815" cy="45664"/>
            </a:xfrm>
            <a:custGeom>
              <a:avLst/>
              <a:gdLst>
                <a:gd name="connsiteX0" fmla="*/ 10763 w 53815"/>
                <a:gd name="connsiteY0" fmla="*/ 45665 h 45664"/>
                <a:gd name="connsiteX1" fmla="*/ 9418 w 53815"/>
                <a:gd name="connsiteY1" fmla="*/ 38949 h 45664"/>
                <a:gd name="connsiteX2" fmla="*/ 10763 w 53815"/>
                <a:gd name="connsiteY2" fmla="*/ 34920 h 45664"/>
                <a:gd name="connsiteX3" fmla="*/ 18836 w 53815"/>
                <a:gd name="connsiteY3" fmla="*/ 29548 h 45664"/>
                <a:gd name="connsiteX4" fmla="*/ 20181 w 53815"/>
                <a:gd name="connsiteY4" fmla="*/ 30891 h 45664"/>
                <a:gd name="connsiteX5" fmla="*/ 24217 w 53815"/>
                <a:gd name="connsiteY5" fmla="*/ 29548 h 45664"/>
                <a:gd name="connsiteX6" fmla="*/ 29598 w 53815"/>
                <a:gd name="connsiteY6" fmla="*/ 30891 h 45664"/>
                <a:gd name="connsiteX7" fmla="*/ 33634 w 53815"/>
                <a:gd name="connsiteY7" fmla="*/ 29548 h 45664"/>
                <a:gd name="connsiteX8" fmla="*/ 39016 w 53815"/>
                <a:gd name="connsiteY8" fmla="*/ 29548 h 45664"/>
                <a:gd name="connsiteX9" fmla="*/ 43052 w 53815"/>
                <a:gd name="connsiteY9" fmla="*/ 32234 h 45664"/>
                <a:gd name="connsiteX10" fmla="*/ 45743 w 53815"/>
                <a:gd name="connsiteY10" fmla="*/ 30891 h 45664"/>
                <a:gd name="connsiteX11" fmla="*/ 51125 w 53815"/>
                <a:gd name="connsiteY11" fmla="*/ 21489 h 45664"/>
                <a:gd name="connsiteX12" fmla="*/ 49779 w 53815"/>
                <a:gd name="connsiteY12" fmla="*/ 16117 h 45664"/>
                <a:gd name="connsiteX13" fmla="*/ 51125 w 53815"/>
                <a:gd name="connsiteY13" fmla="*/ 13431 h 45664"/>
                <a:gd name="connsiteX14" fmla="*/ 49779 w 53815"/>
                <a:gd name="connsiteY14" fmla="*/ 8058 h 45664"/>
                <a:gd name="connsiteX15" fmla="*/ 53815 w 53815"/>
                <a:gd name="connsiteY15" fmla="*/ 1343 h 45664"/>
                <a:gd name="connsiteX16" fmla="*/ 52470 w 53815"/>
                <a:gd name="connsiteY16" fmla="*/ 0 h 45664"/>
                <a:gd name="connsiteX17" fmla="*/ 45743 w 53815"/>
                <a:gd name="connsiteY17" fmla="*/ 6715 h 45664"/>
                <a:gd name="connsiteX18" fmla="*/ 39016 w 53815"/>
                <a:gd name="connsiteY18" fmla="*/ 10745 h 45664"/>
                <a:gd name="connsiteX19" fmla="*/ 34980 w 53815"/>
                <a:gd name="connsiteY19" fmla="*/ 10745 h 45664"/>
                <a:gd name="connsiteX20" fmla="*/ 30944 w 53815"/>
                <a:gd name="connsiteY20" fmla="*/ 14774 h 45664"/>
                <a:gd name="connsiteX21" fmla="*/ 29598 w 53815"/>
                <a:gd name="connsiteY21" fmla="*/ 21489 h 45664"/>
                <a:gd name="connsiteX22" fmla="*/ 24217 w 53815"/>
                <a:gd name="connsiteY22" fmla="*/ 25518 h 45664"/>
                <a:gd name="connsiteX23" fmla="*/ 18836 w 53815"/>
                <a:gd name="connsiteY23" fmla="*/ 25518 h 45664"/>
                <a:gd name="connsiteX24" fmla="*/ 12109 w 53815"/>
                <a:gd name="connsiteY24" fmla="*/ 30891 h 45664"/>
                <a:gd name="connsiteX25" fmla="*/ 9418 w 53815"/>
                <a:gd name="connsiteY25" fmla="*/ 28204 h 45664"/>
                <a:gd name="connsiteX26" fmla="*/ 5382 w 53815"/>
                <a:gd name="connsiteY26" fmla="*/ 29548 h 45664"/>
                <a:gd name="connsiteX27" fmla="*/ 4036 w 53815"/>
                <a:gd name="connsiteY27" fmla="*/ 34920 h 45664"/>
                <a:gd name="connsiteX28" fmla="*/ 0 w 53815"/>
                <a:gd name="connsiteY28" fmla="*/ 38949 h 45664"/>
                <a:gd name="connsiteX29" fmla="*/ 2691 w 53815"/>
                <a:gd name="connsiteY29" fmla="*/ 40292 h 45664"/>
                <a:gd name="connsiteX30" fmla="*/ 5382 w 53815"/>
                <a:gd name="connsiteY30" fmla="*/ 38949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815" h="45664">
                  <a:moveTo>
                    <a:pt x="10763" y="45665"/>
                  </a:moveTo>
                  <a:lnTo>
                    <a:pt x="9418" y="38949"/>
                  </a:lnTo>
                  <a:lnTo>
                    <a:pt x="10763" y="34920"/>
                  </a:lnTo>
                  <a:lnTo>
                    <a:pt x="18836" y="29548"/>
                  </a:lnTo>
                  <a:lnTo>
                    <a:pt x="20181" y="30891"/>
                  </a:lnTo>
                  <a:lnTo>
                    <a:pt x="24217" y="29548"/>
                  </a:lnTo>
                  <a:lnTo>
                    <a:pt x="29598" y="30891"/>
                  </a:lnTo>
                  <a:lnTo>
                    <a:pt x="33634" y="29548"/>
                  </a:lnTo>
                  <a:lnTo>
                    <a:pt x="39016" y="29548"/>
                  </a:lnTo>
                  <a:lnTo>
                    <a:pt x="43052" y="32234"/>
                  </a:lnTo>
                  <a:lnTo>
                    <a:pt x="45743" y="30891"/>
                  </a:lnTo>
                  <a:lnTo>
                    <a:pt x="51125" y="21489"/>
                  </a:lnTo>
                  <a:lnTo>
                    <a:pt x="49779" y="16117"/>
                  </a:lnTo>
                  <a:lnTo>
                    <a:pt x="51125" y="13431"/>
                  </a:lnTo>
                  <a:lnTo>
                    <a:pt x="49779" y="8058"/>
                  </a:lnTo>
                  <a:lnTo>
                    <a:pt x="53815" y="1343"/>
                  </a:lnTo>
                  <a:lnTo>
                    <a:pt x="52470" y="0"/>
                  </a:lnTo>
                  <a:lnTo>
                    <a:pt x="45743" y="6715"/>
                  </a:lnTo>
                  <a:lnTo>
                    <a:pt x="39016" y="10745"/>
                  </a:lnTo>
                  <a:lnTo>
                    <a:pt x="34980" y="10745"/>
                  </a:lnTo>
                  <a:lnTo>
                    <a:pt x="30944" y="14774"/>
                  </a:lnTo>
                  <a:lnTo>
                    <a:pt x="29598" y="21489"/>
                  </a:lnTo>
                  <a:lnTo>
                    <a:pt x="24217" y="25518"/>
                  </a:lnTo>
                  <a:lnTo>
                    <a:pt x="18836" y="25518"/>
                  </a:lnTo>
                  <a:lnTo>
                    <a:pt x="12109" y="30891"/>
                  </a:lnTo>
                  <a:lnTo>
                    <a:pt x="9418" y="28204"/>
                  </a:lnTo>
                  <a:lnTo>
                    <a:pt x="5382" y="29548"/>
                  </a:lnTo>
                  <a:lnTo>
                    <a:pt x="4036" y="34920"/>
                  </a:lnTo>
                  <a:lnTo>
                    <a:pt x="0" y="38949"/>
                  </a:lnTo>
                  <a:lnTo>
                    <a:pt x="2691" y="40292"/>
                  </a:lnTo>
                  <a:lnTo>
                    <a:pt x="5382" y="3894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BC593B68-2B3D-939C-64B2-B2F0E436FF4E}"/>
                </a:ext>
              </a:extLst>
            </p:cNvPr>
            <p:cNvSpPr/>
            <p:nvPr/>
          </p:nvSpPr>
          <p:spPr>
            <a:xfrm>
              <a:off x="7520657" y="2967660"/>
              <a:ext cx="68614" cy="75212"/>
            </a:xfrm>
            <a:custGeom>
              <a:avLst/>
              <a:gdLst>
                <a:gd name="connsiteX0" fmla="*/ 36325 w 68614"/>
                <a:gd name="connsiteY0" fmla="*/ 75212 h 75212"/>
                <a:gd name="connsiteX1" fmla="*/ 36325 w 68614"/>
                <a:gd name="connsiteY1" fmla="*/ 73869 h 75212"/>
                <a:gd name="connsiteX2" fmla="*/ 37670 w 68614"/>
                <a:gd name="connsiteY2" fmla="*/ 71183 h 75212"/>
                <a:gd name="connsiteX3" fmla="*/ 34980 w 68614"/>
                <a:gd name="connsiteY3" fmla="*/ 67154 h 75212"/>
                <a:gd name="connsiteX4" fmla="*/ 32289 w 68614"/>
                <a:gd name="connsiteY4" fmla="*/ 67154 h 75212"/>
                <a:gd name="connsiteX5" fmla="*/ 32289 w 68614"/>
                <a:gd name="connsiteY5" fmla="*/ 64468 h 75212"/>
                <a:gd name="connsiteX6" fmla="*/ 36325 w 68614"/>
                <a:gd name="connsiteY6" fmla="*/ 61782 h 75212"/>
                <a:gd name="connsiteX7" fmla="*/ 36325 w 68614"/>
                <a:gd name="connsiteY7" fmla="*/ 57752 h 75212"/>
                <a:gd name="connsiteX8" fmla="*/ 33634 w 68614"/>
                <a:gd name="connsiteY8" fmla="*/ 56409 h 75212"/>
                <a:gd name="connsiteX9" fmla="*/ 33634 w 68614"/>
                <a:gd name="connsiteY9" fmla="*/ 52380 h 75212"/>
                <a:gd name="connsiteX10" fmla="*/ 44397 w 68614"/>
                <a:gd name="connsiteY10" fmla="*/ 48351 h 75212"/>
                <a:gd name="connsiteX11" fmla="*/ 41707 w 68614"/>
                <a:gd name="connsiteY11" fmla="*/ 45665 h 75212"/>
                <a:gd name="connsiteX12" fmla="*/ 45743 w 68614"/>
                <a:gd name="connsiteY12" fmla="*/ 41635 h 75212"/>
                <a:gd name="connsiteX13" fmla="*/ 47088 w 68614"/>
                <a:gd name="connsiteY13" fmla="*/ 42978 h 75212"/>
                <a:gd name="connsiteX14" fmla="*/ 52470 w 68614"/>
                <a:gd name="connsiteY14" fmla="*/ 41635 h 75212"/>
                <a:gd name="connsiteX15" fmla="*/ 52470 w 68614"/>
                <a:gd name="connsiteY15" fmla="*/ 34920 h 75212"/>
                <a:gd name="connsiteX16" fmla="*/ 49779 w 68614"/>
                <a:gd name="connsiteY16" fmla="*/ 29548 h 75212"/>
                <a:gd name="connsiteX17" fmla="*/ 53815 w 68614"/>
                <a:gd name="connsiteY17" fmla="*/ 26862 h 75212"/>
                <a:gd name="connsiteX18" fmla="*/ 57851 w 68614"/>
                <a:gd name="connsiteY18" fmla="*/ 25519 h 75212"/>
                <a:gd name="connsiteX19" fmla="*/ 60542 w 68614"/>
                <a:gd name="connsiteY19" fmla="*/ 29548 h 75212"/>
                <a:gd name="connsiteX20" fmla="*/ 63233 w 68614"/>
                <a:gd name="connsiteY20" fmla="*/ 28205 h 75212"/>
                <a:gd name="connsiteX21" fmla="*/ 64578 w 68614"/>
                <a:gd name="connsiteY21" fmla="*/ 29548 h 75212"/>
                <a:gd name="connsiteX22" fmla="*/ 67269 w 68614"/>
                <a:gd name="connsiteY22" fmla="*/ 26862 h 75212"/>
                <a:gd name="connsiteX23" fmla="*/ 68614 w 68614"/>
                <a:gd name="connsiteY23" fmla="*/ 21489 h 75212"/>
                <a:gd name="connsiteX24" fmla="*/ 63233 w 68614"/>
                <a:gd name="connsiteY24" fmla="*/ 17460 h 75212"/>
                <a:gd name="connsiteX25" fmla="*/ 60542 w 68614"/>
                <a:gd name="connsiteY25" fmla="*/ 18803 h 75212"/>
                <a:gd name="connsiteX26" fmla="*/ 55161 w 68614"/>
                <a:gd name="connsiteY26" fmla="*/ 18803 h 75212"/>
                <a:gd name="connsiteX27" fmla="*/ 52470 w 68614"/>
                <a:gd name="connsiteY27" fmla="*/ 16117 h 75212"/>
                <a:gd name="connsiteX28" fmla="*/ 49779 w 68614"/>
                <a:gd name="connsiteY28" fmla="*/ 12088 h 75212"/>
                <a:gd name="connsiteX29" fmla="*/ 47088 w 68614"/>
                <a:gd name="connsiteY29" fmla="*/ 10745 h 75212"/>
                <a:gd name="connsiteX30" fmla="*/ 48434 w 68614"/>
                <a:gd name="connsiteY30" fmla="*/ 8059 h 75212"/>
                <a:gd name="connsiteX31" fmla="*/ 48434 w 68614"/>
                <a:gd name="connsiteY31" fmla="*/ 2686 h 75212"/>
                <a:gd name="connsiteX32" fmla="*/ 44397 w 68614"/>
                <a:gd name="connsiteY32" fmla="*/ 0 h 75212"/>
                <a:gd name="connsiteX33" fmla="*/ 36325 w 68614"/>
                <a:gd name="connsiteY33" fmla="*/ 0 h 75212"/>
                <a:gd name="connsiteX34" fmla="*/ 32289 w 68614"/>
                <a:gd name="connsiteY34" fmla="*/ 1343 h 75212"/>
                <a:gd name="connsiteX35" fmla="*/ 28253 w 68614"/>
                <a:gd name="connsiteY35" fmla="*/ 1343 h 75212"/>
                <a:gd name="connsiteX36" fmla="*/ 26908 w 68614"/>
                <a:gd name="connsiteY36" fmla="*/ 2686 h 75212"/>
                <a:gd name="connsiteX37" fmla="*/ 30943 w 68614"/>
                <a:gd name="connsiteY37" fmla="*/ 9401 h 75212"/>
                <a:gd name="connsiteX38" fmla="*/ 29598 w 68614"/>
                <a:gd name="connsiteY38" fmla="*/ 10745 h 75212"/>
                <a:gd name="connsiteX39" fmla="*/ 33634 w 68614"/>
                <a:gd name="connsiteY39" fmla="*/ 16117 h 75212"/>
                <a:gd name="connsiteX40" fmla="*/ 33634 w 68614"/>
                <a:gd name="connsiteY40" fmla="*/ 17460 h 75212"/>
                <a:gd name="connsiteX41" fmla="*/ 29598 w 68614"/>
                <a:gd name="connsiteY41" fmla="*/ 16117 h 75212"/>
                <a:gd name="connsiteX42" fmla="*/ 25562 w 68614"/>
                <a:gd name="connsiteY42" fmla="*/ 17460 h 75212"/>
                <a:gd name="connsiteX43" fmla="*/ 24217 w 68614"/>
                <a:gd name="connsiteY43" fmla="*/ 14774 h 75212"/>
                <a:gd name="connsiteX44" fmla="*/ 26908 w 68614"/>
                <a:gd name="connsiteY44" fmla="*/ 12088 h 75212"/>
                <a:gd name="connsiteX45" fmla="*/ 24217 w 68614"/>
                <a:gd name="connsiteY45" fmla="*/ 6715 h 75212"/>
                <a:gd name="connsiteX46" fmla="*/ 22872 w 68614"/>
                <a:gd name="connsiteY46" fmla="*/ 6715 h 75212"/>
                <a:gd name="connsiteX47" fmla="*/ 18835 w 68614"/>
                <a:gd name="connsiteY47" fmla="*/ 12088 h 75212"/>
                <a:gd name="connsiteX48" fmla="*/ 21526 w 68614"/>
                <a:gd name="connsiteY48" fmla="*/ 16117 h 75212"/>
                <a:gd name="connsiteX49" fmla="*/ 16145 w 68614"/>
                <a:gd name="connsiteY49" fmla="*/ 18803 h 75212"/>
                <a:gd name="connsiteX50" fmla="*/ 13454 w 68614"/>
                <a:gd name="connsiteY50" fmla="*/ 16117 h 75212"/>
                <a:gd name="connsiteX51" fmla="*/ 9418 w 68614"/>
                <a:gd name="connsiteY51" fmla="*/ 16117 h 75212"/>
                <a:gd name="connsiteX52" fmla="*/ 6727 w 68614"/>
                <a:gd name="connsiteY52" fmla="*/ 14774 h 75212"/>
                <a:gd name="connsiteX53" fmla="*/ 2691 w 68614"/>
                <a:gd name="connsiteY53" fmla="*/ 18803 h 75212"/>
                <a:gd name="connsiteX54" fmla="*/ 8072 w 68614"/>
                <a:gd name="connsiteY54" fmla="*/ 22832 h 75212"/>
                <a:gd name="connsiteX55" fmla="*/ 8072 w 68614"/>
                <a:gd name="connsiteY55" fmla="*/ 26862 h 75212"/>
                <a:gd name="connsiteX56" fmla="*/ 5381 w 68614"/>
                <a:gd name="connsiteY56" fmla="*/ 24175 h 75212"/>
                <a:gd name="connsiteX57" fmla="*/ 2691 w 68614"/>
                <a:gd name="connsiteY57" fmla="*/ 25519 h 75212"/>
                <a:gd name="connsiteX58" fmla="*/ 4036 w 68614"/>
                <a:gd name="connsiteY58" fmla="*/ 32234 h 75212"/>
                <a:gd name="connsiteX59" fmla="*/ 6727 w 68614"/>
                <a:gd name="connsiteY59" fmla="*/ 33577 h 75212"/>
                <a:gd name="connsiteX60" fmla="*/ 6727 w 68614"/>
                <a:gd name="connsiteY60" fmla="*/ 38949 h 75212"/>
                <a:gd name="connsiteX61" fmla="*/ 9418 w 68614"/>
                <a:gd name="connsiteY61" fmla="*/ 42978 h 75212"/>
                <a:gd name="connsiteX62" fmla="*/ 2691 w 68614"/>
                <a:gd name="connsiteY62" fmla="*/ 45665 h 75212"/>
                <a:gd name="connsiteX63" fmla="*/ 0 w 68614"/>
                <a:gd name="connsiteY63" fmla="*/ 53723 h 75212"/>
                <a:gd name="connsiteX64" fmla="*/ 2691 w 68614"/>
                <a:gd name="connsiteY64" fmla="*/ 56409 h 75212"/>
                <a:gd name="connsiteX65" fmla="*/ 6727 w 68614"/>
                <a:gd name="connsiteY65" fmla="*/ 53723 h 75212"/>
                <a:gd name="connsiteX66" fmla="*/ 13454 w 68614"/>
                <a:gd name="connsiteY66" fmla="*/ 59096 h 75212"/>
                <a:gd name="connsiteX67" fmla="*/ 14799 w 68614"/>
                <a:gd name="connsiteY67" fmla="*/ 65811 h 75212"/>
                <a:gd name="connsiteX68" fmla="*/ 12108 w 68614"/>
                <a:gd name="connsiteY68" fmla="*/ 67154 h 75212"/>
                <a:gd name="connsiteX69" fmla="*/ 13454 w 68614"/>
                <a:gd name="connsiteY69" fmla="*/ 72526 h 75212"/>
                <a:gd name="connsiteX70" fmla="*/ 20181 w 68614"/>
                <a:gd name="connsiteY70" fmla="*/ 71183 h 75212"/>
                <a:gd name="connsiteX71" fmla="*/ 29598 w 68614"/>
                <a:gd name="connsiteY71" fmla="*/ 73869 h 75212"/>
                <a:gd name="connsiteX72" fmla="*/ 32289 w 68614"/>
                <a:gd name="connsiteY72" fmla="*/ 75212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8614" h="75212">
                  <a:moveTo>
                    <a:pt x="36325" y="75212"/>
                  </a:moveTo>
                  <a:lnTo>
                    <a:pt x="36325" y="73869"/>
                  </a:lnTo>
                  <a:lnTo>
                    <a:pt x="37670" y="71183"/>
                  </a:lnTo>
                  <a:lnTo>
                    <a:pt x="34980" y="67154"/>
                  </a:lnTo>
                  <a:lnTo>
                    <a:pt x="32289" y="67154"/>
                  </a:lnTo>
                  <a:lnTo>
                    <a:pt x="32289" y="64468"/>
                  </a:lnTo>
                  <a:lnTo>
                    <a:pt x="36325" y="61782"/>
                  </a:lnTo>
                  <a:lnTo>
                    <a:pt x="36325" y="57752"/>
                  </a:lnTo>
                  <a:lnTo>
                    <a:pt x="33634" y="56409"/>
                  </a:lnTo>
                  <a:lnTo>
                    <a:pt x="33634" y="52380"/>
                  </a:lnTo>
                  <a:lnTo>
                    <a:pt x="44397" y="48351"/>
                  </a:lnTo>
                  <a:lnTo>
                    <a:pt x="41707" y="45665"/>
                  </a:lnTo>
                  <a:lnTo>
                    <a:pt x="45743" y="41635"/>
                  </a:lnTo>
                  <a:lnTo>
                    <a:pt x="47088" y="42978"/>
                  </a:lnTo>
                  <a:lnTo>
                    <a:pt x="52470" y="41635"/>
                  </a:lnTo>
                  <a:lnTo>
                    <a:pt x="52470" y="34920"/>
                  </a:lnTo>
                  <a:lnTo>
                    <a:pt x="49779" y="29548"/>
                  </a:lnTo>
                  <a:lnTo>
                    <a:pt x="53815" y="26862"/>
                  </a:lnTo>
                  <a:lnTo>
                    <a:pt x="57851" y="25519"/>
                  </a:lnTo>
                  <a:lnTo>
                    <a:pt x="60542" y="29548"/>
                  </a:lnTo>
                  <a:lnTo>
                    <a:pt x="63233" y="28205"/>
                  </a:lnTo>
                  <a:lnTo>
                    <a:pt x="64578" y="29548"/>
                  </a:lnTo>
                  <a:lnTo>
                    <a:pt x="67269" y="26862"/>
                  </a:lnTo>
                  <a:lnTo>
                    <a:pt x="68614" y="21489"/>
                  </a:lnTo>
                  <a:lnTo>
                    <a:pt x="63233" y="17460"/>
                  </a:lnTo>
                  <a:lnTo>
                    <a:pt x="60542" y="18803"/>
                  </a:lnTo>
                  <a:lnTo>
                    <a:pt x="55161" y="18803"/>
                  </a:lnTo>
                  <a:lnTo>
                    <a:pt x="52470" y="16117"/>
                  </a:lnTo>
                  <a:lnTo>
                    <a:pt x="49779" y="12088"/>
                  </a:lnTo>
                  <a:lnTo>
                    <a:pt x="47088" y="10745"/>
                  </a:lnTo>
                  <a:lnTo>
                    <a:pt x="48434" y="8059"/>
                  </a:lnTo>
                  <a:lnTo>
                    <a:pt x="48434" y="2686"/>
                  </a:lnTo>
                  <a:lnTo>
                    <a:pt x="44397" y="0"/>
                  </a:lnTo>
                  <a:lnTo>
                    <a:pt x="36325" y="0"/>
                  </a:lnTo>
                  <a:lnTo>
                    <a:pt x="32289" y="1343"/>
                  </a:lnTo>
                  <a:lnTo>
                    <a:pt x="28253" y="1343"/>
                  </a:lnTo>
                  <a:lnTo>
                    <a:pt x="26908" y="2686"/>
                  </a:lnTo>
                  <a:lnTo>
                    <a:pt x="30943" y="9401"/>
                  </a:lnTo>
                  <a:lnTo>
                    <a:pt x="29598" y="10745"/>
                  </a:lnTo>
                  <a:lnTo>
                    <a:pt x="33634" y="16117"/>
                  </a:lnTo>
                  <a:lnTo>
                    <a:pt x="33634" y="17460"/>
                  </a:lnTo>
                  <a:lnTo>
                    <a:pt x="29598" y="16117"/>
                  </a:lnTo>
                  <a:lnTo>
                    <a:pt x="25562" y="17460"/>
                  </a:lnTo>
                  <a:lnTo>
                    <a:pt x="24217" y="14774"/>
                  </a:lnTo>
                  <a:lnTo>
                    <a:pt x="26908" y="12088"/>
                  </a:lnTo>
                  <a:lnTo>
                    <a:pt x="24217" y="6715"/>
                  </a:lnTo>
                  <a:lnTo>
                    <a:pt x="22872" y="6715"/>
                  </a:lnTo>
                  <a:lnTo>
                    <a:pt x="18835" y="12088"/>
                  </a:lnTo>
                  <a:lnTo>
                    <a:pt x="21526" y="16117"/>
                  </a:lnTo>
                  <a:lnTo>
                    <a:pt x="16145" y="18803"/>
                  </a:lnTo>
                  <a:lnTo>
                    <a:pt x="13454" y="16117"/>
                  </a:lnTo>
                  <a:lnTo>
                    <a:pt x="9418" y="16117"/>
                  </a:lnTo>
                  <a:lnTo>
                    <a:pt x="6727" y="14774"/>
                  </a:lnTo>
                  <a:lnTo>
                    <a:pt x="2691" y="18803"/>
                  </a:lnTo>
                  <a:lnTo>
                    <a:pt x="8072" y="22832"/>
                  </a:lnTo>
                  <a:lnTo>
                    <a:pt x="8072" y="26862"/>
                  </a:lnTo>
                  <a:lnTo>
                    <a:pt x="5381" y="24175"/>
                  </a:lnTo>
                  <a:lnTo>
                    <a:pt x="2691" y="25519"/>
                  </a:lnTo>
                  <a:lnTo>
                    <a:pt x="4036" y="32234"/>
                  </a:lnTo>
                  <a:lnTo>
                    <a:pt x="6727" y="33577"/>
                  </a:lnTo>
                  <a:lnTo>
                    <a:pt x="6727" y="38949"/>
                  </a:lnTo>
                  <a:lnTo>
                    <a:pt x="9418" y="42978"/>
                  </a:lnTo>
                  <a:lnTo>
                    <a:pt x="2691" y="45665"/>
                  </a:lnTo>
                  <a:lnTo>
                    <a:pt x="0" y="53723"/>
                  </a:lnTo>
                  <a:lnTo>
                    <a:pt x="2691" y="56409"/>
                  </a:lnTo>
                  <a:lnTo>
                    <a:pt x="6727" y="53723"/>
                  </a:lnTo>
                  <a:lnTo>
                    <a:pt x="13454" y="59096"/>
                  </a:lnTo>
                  <a:lnTo>
                    <a:pt x="14799" y="65811"/>
                  </a:lnTo>
                  <a:lnTo>
                    <a:pt x="12108" y="67154"/>
                  </a:lnTo>
                  <a:lnTo>
                    <a:pt x="13454" y="72526"/>
                  </a:lnTo>
                  <a:lnTo>
                    <a:pt x="20181" y="71183"/>
                  </a:lnTo>
                  <a:lnTo>
                    <a:pt x="29598" y="73869"/>
                  </a:lnTo>
                  <a:lnTo>
                    <a:pt x="32289" y="7521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503" name="Graphic 5">
            <a:extLst>
              <a:ext uri="{FF2B5EF4-FFF2-40B4-BE49-F238E27FC236}">
                <a16:creationId xmlns:a16="http://schemas.microsoft.com/office/drawing/2014/main" id="{A2B02A22-2216-1991-4B9A-F23747169D23}"/>
              </a:ext>
            </a:extLst>
          </p:cNvPr>
          <p:cNvGrpSpPr/>
          <p:nvPr/>
        </p:nvGrpSpPr>
        <p:grpSpPr>
          <a:xfrm>
            <a:off x="7438589" y="2322983"/>
            <a:ext cx="528733" cy="607070"/>
            <a:chOff x="7438589" y="2322983"/>
            <a:chExt cx="528733" cy="607070"/>
          </a:xfrm>
          <a:solidFill>
            <a:srgbClr val="E5E5E4"/>
          </a:solidFill>
        </p:grpSpPr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D3DEE4B2-9A14-14BC-2287-7074B79EAD7D}"/>
                </a:ext>
              </a:extLst>
            </p:cNvPr>
            <p:cNvSpPr/>
            <p:nvPr/>
          </p:nvSpPr>
          <p:spPr>
            <a:xfrm>
              <a:off x="7443971" y="2322983"/>
              <a:ext cx="523351" cy="607070"/>
            </a:xfrm>
            <a:custGeom>
              <a:avLst/>
              <a:gdLst>
                <a:gd name="connsiteX0" fmla="*/ 484336 w 523351"/>
                <a:gd name="connsiteY0" fmla="*/ 108789 h 607070"/>
                <a:gd name="connsiteX1" fmla="*/ 488372 w 523351"/>
                <a:gd name="connsiteY1" fmla="*/ 108789 h 607070"/>
                <a:gd name="connsiteX2" fmla="*/ 488372 w 523351"/>
                <a:gd name="connsiteY2" fmla="*/ 99388 h 607070"/>
                <a:gd name="connsiteX3" fmla="*/ 495099 w 523351"/>
                <a:gd name="connsiteY3" fmla="*/ 92672 h 607070"/>
                <a:gd name="connsiteX4" fmla="*/ 501826 w 523351"/>
                <a:gd name="connsiteY4" fmla="*/ 91329 h 607070"/>
                <a:gd name="connsiteX5" fmla="*/ 505862 w 523351"/>
                <a:gd name="connsiteY5" fmla="*/ 85957 h 607070"/>
                <a:gd name="connsiteX6" fmla="*/ 504516 w 523351"/>
                <a:gd name="connsiteY6" fmla="*/ 79242 h 607070"/>
                <a:gd name="connsiteX7" fmla="*/ 508553 w 523351"/>
                <a:gd name="connsiteY7" fmla="*/ 77899 h 607070"/>
                <a:gd name="connsiteX8" fmla="*/ 513934 w 523351"/>
                <a:gd name="connsiteY8" fmla="*/ 80585 h 607070"/>
                <a:gd name="connsiteX9" fmla="*/ 517970 w 523351"/>
                <a:gd name="connsiteY9" fmla="*/ 76555 h 607070"/>
                <a:gd name="connsiteX10" fmla="*/ 516625 w 523351"/>
                <a:gd name="connsiteY10" fmla="*/ 71183 h 607070"/>
                <a:gd name="connsiteX11" fmla="*/ 515280 w 523351"/>
                <a:gd name="connsiteY11" fmla="*/ 71183 h 607070"/>
                <a:gd name="connsiteX12" fmla="*/ 512589 w 523351"/>
                <a:gd name="connsiteY12" fmla="*/ 68497 h 607070"/>
                <a:gd name="connsiteX13" fmla="*/ 509898 w 523351"/>
                <a:gd name="connsiteY13" fmla="*/ 68497 h 607070"/>
                <a:gd name="connsiteX14" fmla="*/ 508553 w 523351"/>
                <a:gd name="connsiteY14" fmla="*/ 69840 h 607070"/>
                <a:gd name="connsiteX15" fmla="*/ 508553 w 523351"/>
                <a:gd name="connsiteY15" fmla="*/ 72526 h 607070"/>
                <a:gd name="connsiteX16" fmla="*/ 505862 w 523351"/>
                <a:gd name="connsiteY16" fmla="*/ 69840 h 607070"/>
                <a:gd name="connsiteX17" fmla="*/ 504516 w 523351"/>
                <a:gd name="connsiteY17" fmla="*/ 67154 h 607070"/>
                <a:gd name="connsiteX18" fmla="*/ 501826 w 523351"/>
                <a:gd name="connsiteY18" fmla="*/ 67154 h 607070"/>
                <a:gd name="connsiteX19" fmla="*/ 501826 w 523351"/>
                <a:gd name="connsiteY19" fmla="*/ 69840 h 607070"/>
                <a:gd name="connsiteX20" fmla="*/ 501826 w 523351"/>
                <a:gd name="connsiteY20" fmla="*/ 75212 h 607070"/>
                <a:gd name="connsiteX21" fmla="*/ 500480 w 523351"/>
                <a:gd name="connsiteY21" fmla="*/ 73869 h 607070"/>
                <a:gd name="connsiteX22" fmla="*/ 497789 w 523351"/>
                <a:gd name="connsiteY22" fmla="*/ 71183 h 607070"/>
                <a:gd name="connsiteX23" fmla="*/ 493753 w 523351"/>
                <a:gd name="connsiteY23" fmla="*/ 72526 h 607070"/>
                <a:gd name="connsiteX24" fmla="*/ 492408 w 523351"/>
                <a:gd name="connsiteY24" fmla="*/ 76555 h 607070"/>
                <a:gd name="connsiteX25" fmla="*/ 491062 w 523351"/>
                <a:gd name="connsiteY25" fmla="*/ 72526 h 607070"/>
                <a:gd name="connsiteX26" fmla="*/ 489717 w 523351"/>
                <a:gd name="connsiteY26" fmla="*/ 65811 h 607070"/>
                <a:gd name="connsiteX27" fmla="*/ 488372 w 523351"/>
                <a:gd name="connsiteY27" fmla="*/ 65811 h 607070"/>
                <a:gd name="connsiteX28" fmla="*/ 485681 w 523351"/>
                <a:gd name="connsiteY28" fmla="*/ 60438 h 607070"/>
                <a:gd name="connsiteX29" fmla="*/ 484336 w 523351"/>
                <a:gd name="connsiteY29" fmla="*/ 59095 h 607070"/>
                <a:gd name="connsiteX30" fmla="*/ 480300 w 523351"/>
                <a:gd name="connsiteY30" fmla="*/ 59095 h 607070"/>
                <a:gd name="connsiteX31" fmla="*/ 476264 w 523351"/>
                <a:gd name="connsiteY31" fmla="*/ 57752 h 607070"/>
                <a:gd name="connsiteX32" fmla="*/ 469537 w 523351"/>
                <a:gd name="connsiteY32" fmla="*/ 57752 h 607070"/>
                <a:gd name="connsiteX33" fmla="*/ 466846 w 523351"/>
                <a:gd name="connsiteY33" fmla="*/ 53723 h 607070"/>
                <a:gd name="connsiteX34" fmla="*/ 468191 w 523351"/>
                <a:gd name="connsiteY34" fmla="*/ 52380 h 607070"/>
                <a:gd name="connsiteX35" fmla="*/ 474918 w 523351"/>
                <a:gd name="connsiteY35" fmla="*/ 55066 h 607070"/>
                <a:gd name="connsiteX36" fmla="*/ 481645 w 523351"/>
                <a:gd name="connsiteY36" fmla="*/ 53723 h 607070"/>
                <a:gd name="connsiteX37" fmla="*/ 487027 w 523351"/>
                <a:gd name="connsiteY37" fmla="*/ 55066 h 607070"/>
                <a:gd name="connsiteX38" fmla="*/ 497789 w 523351"/>
                <a:gd name="connsiteY38" fmla="*/ 56409 h 607070"/>
                <a:gd name="connsiteX39" fmla="*/ 504516 w 523351"/>
                <a:gd name="connsiteY39" fmla="*/ 53723 h 607070"/>
                <a:gd name="connsiteX40" fmla="*/ 508553 w 523351"/>
                <a:gd name="connsiteY40" fmla="*/ 44322 h 607070"/>
                <a:gd name="connsiteX41" fmla="*/ 519315 w 523351"/>
                <a:gd name="connsiteY41" fmla="*/ 41635 h 607070"/>
                <a:gd name="connsiteX42" fmla="*/ 523352 w 523351"/>
                <a:gd name="connsiteY42" fmla="*/ 38949 h 607070"/>
                <a:gd name="connsiteX43" fmla="*/ 523352 w 523351"/>
                <a:gd name="connsiteY43" fmla="*/ 37606 h 607070"/>
                <a:gd name="connsiteX44" fmla="*/ 520661 w 523351"/>
                <a:gd name="connsiteY44" fmla="*/ 36263 h 607070"/>
                <a:gd name="connsiteX45" fmla="*/ 519315 w 523351"/>
                <a:gd name="connsiteY45" fmla="*/ 33577 h 607070"/>
                <a:gd name="connsiteX46" fmla="*/ 515280 w 523351"/>
                <a:gd name="connsiteY46" fmla="*/ 32234 h 607070"/>
                <a:gd name="connsiteX47" fmla="*/ 511243 w 523351"/>
                <a:gd name="connsiteY47" fmla="*/ 33577 h 607070"/>
                <a:gd name="connsiteX48" fmla="*/ 504516 w 523351"/>
                <a:gd name="connsiteY48" fmla="*/ 28205 h 607070"/>
                <a:gd name="connsiteX49" fmla="*/ 500480 w 523351"/>
                <a:gd name="connsiteY49" fmla="*/ 28205 h 607070"/>
                <a:gd name="connsiteX50" fmla="*/ 496444 w 523351"/>
                <a:gd name="connsiteY50" fmla="*/ 32234 h 607070"/>
                <a:gd name="connsiteX51" fmla="*/ 493753 w 523351"/>
                <a:gd name="connsiteY51" fmla="*/ 32234 h 607070"/>
                <a:gd name="connsiteX52" fmla="*/ 493753 w 523351"/>
                <a:gd name="connsiteY52" fmla="*/ 30891 h 607070"/>
                <a:gd name="connsiteX53" fmla="*/ 497789 w 523351"/>
                <a:gd name="connsiteY53" fmla="*/ 28205 h 607070"/>
                <a:gd name="connsiteX54" fmla="*/ 497789 w 523351"/>
                <a:gd name="connsiteY54" fmla="*/ 24175 h 607070"/>
                <a:gd name="connsiteX55" fmla="*/ 493753 w 523351"/>
                <a:gd name="connsiteY55" fmla="*/ 22832 h 607070"/>
                <a:gd name="connsiteX56" fmla="*/ 492408 w 523351"/>
                <a:gd name="connsiteY56" fmla="*/ 21489 h 607070"/>
                <a:gd name="connsiteX57" fmla="*/ 488372 w 523351"/>
                <a:gd name="connsiteY57" fmla="*/ 21489 h 607070"/>
                <a:gd name="connsiteX58" fmla="*/ 485681 w 523351"/>
                <a:gd name="connsiteY58" fmla="*/ 26862 h 607070"/>
                <a:gd name="connsiteX59" fmla="*/ 482991 w 523351"/>
                <a:gd name="connsiteY59" fmla="*/ 26862 h 607070"/>
                <a:gd name="connsiteX60" fmla="*/ 484336 w 523351"/>
                <a:gd name="connsiteY60" fmla="*/ 22832 h 607070"/>
                <a:gd name="connsiteX61" fmla="*/ 481645 w 523351"/>
                <a:gd name="connsiteY61" fmla="*/ 24175 h 607070"/>
                <a:gd name="connsiteX62" fmla="*/ 480300 w 523351"/>
                <a:gd name="connsiteY62" fmla="*/ 26862 h 607070"/>
                <a:gd name="connsiteX63" fmla="*/ 477609 w 523351"/>
                <a:gd name="connsiteY63" fmla="*/ 26862 h 607070"/>
                <a:gd name="connsiteX64" fmla="*/ 476264 w 523351"/>
                <a:gd name="connsiteY64" fmla="*/ 24175 h 607070"/>
                <a:gd name="connsiteX65" fmla="*/ 480300 w 523351"/>
                <a:gd name="connsiteY65" fmla="*/ 21489 h 607070"/>
                <a:gd name="connsiteX66" fmla="*/ 480300 w 523351"/>
                <a:gd name="connsiteY66" fmla="*/ 18803 h 607070"/>
                <a:gd name="connsiteX67" fmla="*/ 474918 w 523351"/>
                <a:gd name="connsiteY67" fmla="*/ 16117 h 607070"/>
                <a:gd name="connsiteX68" fmla="*/ 469537 w 523351"/>
                <a:gd name="connsiteY68" fmla="*/ 16117 h 607070"/>
                <a:gd name="connsiteX69" fmla="*/ 466846 w 523351"/>
                <a:gd name="connsiteY69" fmla="*/ 17460 h 607070"/>
                <a:gd name="connsiteX70" fmla="*/ 466846 w 523351"/>
                <a:gd name="connsiteY70" fmla="*/ 24175 h 607070"/>
                <a:gd name="connsiteX71" fmla="*/ 462810 w 523351"/>
                <a:gd name="connsiteY71" fmla="*/ 25518 h 607070"/>
                <a:gd name="connsiteX72" fmla="*/ 462810 w 523351"/>
                <a:gd name="connsiteY72" fmla="*/ 28205 h 607070"/>
                <a:gd name="connsiteX73" fmla="*/ 465500 w 523351"/>
                <a:gd name="connsiteY73" fmla="*/ 36263 h 607070"/>
                <a:gd name="connsiteX74" fmla="*/ 465500 w 523351"/>
                <a:gd name="connsiteY74" fmla="*/ 38949 h 607070"/>
                <a:gd name="connsiteX75" fmla="*/ 462810 w 523351"/>
                <a:gd name="connsiteY75" fmla="*/ 41635 h 607070"/>
                <a:gd name="connsiteX76" fmla="*/ 460119 w 523351"/>
                <a:gd name="connsiteY76" fmla="*/ 36263 h 607070"/>
                <a:gd name="connsiteX77" fmla="*/ 457428 w 523351"/>
                <a:gd name="connsiteY77" fmla="*/ 36263 h 607070"/>
                <a:gd name="connsiteX78" fmla="*/ 456083 w 523351"/>
                <a:gd name="connsiteY78" fmla="*/ 37606 h 607070"/>
                <a:gd name="connsiteX79" fmla="*/ 452047 w 523351"/>
                <a:gd name="connsiteY79" fmla="*/ 37606 h 607070"/>
                <a:gd name="connsiteX80" fmla="*/ 445320 w 523351"/>
                <a:gd name="connsiteY80" fmla="*/ 40292 h 607070"/>
                <a:gd name="connsiteX81" fmla="*/ 450701 w 523351"/>
                <a:gd name="connsiteY81" fmla="*/ 33577 h 607070"/>
                <a:gd name="connsiteX82" fmla="*/ 454738 w 523351"/>
                <a:gd name="connsiteY82" fmla="*/ 32234 h 607070"/>
                <a:gd name="connsiteX83" fmla="*/ 457428 w 523351"/>
                <a:gd name="connsiteY83" fmla="*/ 28205 h 607070"/>
                <a:gd name="connsiteX84" fmla="*/ 456083 w 523351"/>
                <a:gd name="connsiteY84" fmla="*/ 25518 h 607070"/>
                <a:gd name="connsiteX85" fmla="*/ 454738 w 523351"/>
                <a:gd name="connsiteY85" fmla="*/ 25518 h 607070"/>
                <a:gd name="connsiteX86" fmla="*/ 449356 w 523351"/>
                <a:gd name="connsiteY86" fmla="*/ 29548 h 607070"/>
                <a:gd name="connsiteX87" fmla="*/ 446665 w 523351"/>
                <a:gd name="connsiteY87" fmla="*/ 28205 h 607070"/>
                <a:gd name="connsiteX88" fmla="*/ 446665 w 523351"/>
                <a:gd name="connsiteY88" fmla="*/ 25518 h 607070"/>
                <a:gd name="connsiteX89" fmla="*/ 450701 w 523351"/>
                <a:gd name="connsiteY89" fmla="*/ 22832 h 607070"/>
                <a:gd name="connsiteX90" fmla="*/ 450701 w 523351"/>
                <a:gd name="connsiteY90" fmla="*/ 21489 h 607070"/>
                <a:gd name="connsiteX91" fmla="*/ 446665 w 523351"/>
                <a:gd name="connsiteY91" fmla="*/ 20146 h 607070"/>
                <a:gd name="connsiteX92" fmla="*/ 445320 w 523351"/>
                <a:gd name="connsiteY92" fmla="*/ 18803 h 607070"/>
                <a:gd name="connsiteX93" fmla="*/ 449356 w 523351"/>
                <a:gd name="connsiteY93" fmla="*/ 17460 h 607070"/>
                <a:gd name="connsiteX94" fmla="*/ 450701 w 523351"/>
                <a:gd name="connsiteY94" fmla="*/ 18803 h 607070"/>
                <a:gd name="connsiteX95" fmla="*/ 456083 w 523351"/>
                <a:gd name="connsiteY95" fmla="*/ 18803 h 607070"/>
                <a:gd name="connsiteX96" fmla="*/ 458774 w 523351"/>
                <a:gd name="connsiteY96" fmla="*/ 10745 h 607070"/>
                <a:gd name="connsiteX97" fmla="*/ 458774 w 523351"/>
                <a:gd name="connsiteY97" fmla="*/ 6715 h 607070"/>
                <a:gd name="connsiteX98" fmla="*/ 453392 w 523351"/>
                <a:gd name="connsiteY98" fmla="*/ 8059 h 607070"/>
                <a:gd name="connsiteX99" fmla="*/ 450701 w 523351"/>
                <a:gd name="connsiteY99" fmla="*/ 6715 h 607070"/>
                <a:gd name="connsiteX100" fmla="*/ 452047 w 523351"/>
                <a:gd name="connsiteY100" fmla="*/ 2686 h 607070"/>
                <a:gd name="connsiteX101" fmla="*/ 450701 w 523351"/>
                <a:gd name="connsiteY101" fmla="*/ 0 h 607070"/>
                <a:gd name="connsiteX102" fmla="*/ 446665 w 523351"/>
                <a:gd name="connsiteY102" fmla="*/ 2686 h 607070"/>
                <a:gd name="connsiteX103" fmla="*/ 443974 w 523351"/>
                <a:gd name="connsiteY103" fmla="*/ 2686 h 607070"/>
                <a:gd name="connsiteX104" fmla="*/ 441284 w 523351"/>
                <a:gd name="connsiteY104" fmla="*/ 0 h 607070"/>
                <a:gd name="connsiteX105" fmla="*/ 437247 w 523351"/>
                <a:gd name="connsiteY105" fmla="*/ 2686 h 607070"/>
                <a:gd name="connsiteX106" fmla="*/ 437247 w 523351"/>
                <a:gd name="connsiteY106" fmla="*/ 5372 h 607070"/>
                <a:gd name="connsiteX107" fmla="*/ 441284 w 523351"/>
                <a:gd name="connsiteY107" fmla="*/ 9402 h 607070"/>
                <a:gd name="connsiteX108" fmla="*/ 438593 w 523351"/>
                <a:gd name="connsiteY108" fmla="*/ 12088 h 607070"/>
                <a:gd name="connsiteX109" fmla="*/ 435902 w 523351"/>
                <a:gd name="connsiteY109" fmla="*/ 12088 h 607070"/>
                <a:gd name="connsiteX110" fmla="*/ 433211 w 523351"/>
                <a:gd name="connsiteY110" fmla="*/ 6715 h 607070"/>
                <a:gd name="connsiteX111" fmla="*/ 430521 w 523351"/>
                <a:gd name="connsiteY111" fmla="*/ 9402 h 607070"/>
                <a:gd name="connsiteX112" fmla="*/ 429175 w 523351"/>
                <a:gd name="connsiteY112" fmla="*/ 13431 h 607070"/>
                <a:gd name="connsiteX113" fmla="*/ 430521 w 523351"/>
                <a:gd name="connsiteY113" fmla="*/ 16117 h 607070"/>
                <a:gd name="connsiteX114" fmla="*/ 434557 w 523351"/>
                <a:gd name="connsiteY114" fmla="*/ 16117 h 607070"/>
                <a:gd name="connsiteX115" fmla="*/ 435902 w 523351"/>
                <a:gd name="connsiteY115" fmla="*/ 17460 h 607070"/>
                <a:gd name="connsiteX116" fmla="*/ 435902 w 523351"/>
                <a:gd name="connsiteY116" fmla="*/ 20146 h 607070"/>
                <a:gd name="connsiteX117" fmla="*/ 431866 w 523351"/>
                <a:gd name="connsiteY117" fmla="*/ 21489 h 607070"/>
                <a:gd name="connsiteX118" fmla="*/ 431866 w 523351"/>
                <a:gd name="connsiteY118" fmla="*/ 25518 h 607070"/>
                <a:gd name="connsiteX119" fmla="*/ 429175 w 523351"/>
                <a:gd name="connsiteY119" fmla="*/ 26862 h 607070"/>
                <a:gd name="connsiteX120" fmla="*/ 429175 w 523351"/>
                <a:gd name="connsiteY120" fmla="*/ 29548 h 607070"/>
                <a:gd name="connsiteX121" fmla="*/ 430521 w 523351"/>
                <a:gd name="connsiteY121" fmla="*/ 30891 h 607070"/>
                <a:gd name="connsiteX122" fmla="*/ 427830 w 523351"/>
                <a:gd name="connsiteY122" fmla="*/ 33577 h 607070"/>
                <a:gd name="connsiteX123" fmla="*/ 429175 w 523351"/>
                <a:gd name="connsiteY123" fmla="*/ 38949 h 607070"/>
                <a:gd name="connsiteX124" fmla="*/ 427830 w 523351"/>
                <a:gd name="connsiteY124" fmla="*/ 40292 h 607070"/>
                <a:gd name="connsiteX125" fmla="*/ 423794 w 523351"/>
                <a:gd name="connsiteY125" fmla="*/ 37606 h 607070"/>
                <a:gd name="connsiteX126" fmla="*/ 421103 w 523351"/>
                <a:gd name="connsiteY126" fmla="*/ 40292 h 607070"/>
                <a:gd name="connsiteX127" fmla="*/ 421103 w 523351"/>
                <a:gd name="connsiteY127" fmla="*/ 41635 h 607070"/>
                <a:gd name="connsiteX128" fmla="*/ 417067 w 523351"/>
                <a:gd name="connsiteY128" fmla="*/ 44322 h 607070"/>
                <a:gd name="connsiteX129" fmla="*/ 417067 w 523351"/>
                <a:gd name="connsiteY129" fmla="*/ 38949 h 607070"/>
                <a:gd name="connsiteX130" fmla="*/ 421103 w 523351"/>
                <a:gd name="connsiteY130" fmla="*/ 30891 h 607070"/>
                <a:gd name="connsiteX131" fmla="*/ 417067 w 523351"/>
                <a:gd name="connsiteY131" fmla="*/ 29548 h 607070"/>
                <a:gd name="connsiteX132" fmla="*/ 417067 w 523351"/>
                <a:gd name="connsiteY132" fmla="*/ 26862 h 607070"/>
                <a:gd name="connsiteX133" fmla="*/ 419758 w 523351"/>
                <a:gd name="connsiteY133" fmla="*/ 24175 h 607070"/>
                <a:gd name="connsiteX134" fmla="*/ 419758 w 523351"/>
                <a:gd name="connsiteY134" fmla="*/ 16117 h 607070"/>
                <a:gd name="connsiteX135" fmla="*/ 418412 w 523351"/>
                <a:gd name="connsiteY135" fmla="*/ 13431 h 607070"/>
                <a:gd name="connsiteX136" fmla="*/ 417067 w 523351"/>
                <a:gd name="connsiteY136" fmla="*/ 13431 h 607070"/>
                <a:gd name="connsiteX137" fmla="*/ 410340 w 523351"/>
                <a:gd name="connsiteY137" fmla="*/ 24175 h 607070"/>
                <a:gd name="connsiteX138" fmla="*/ 408995 w 523351"/>
                <a:gd name="connsiteY138" fmla="*/ 29548 h 607070"/>
                <a:gd name="connsiteX139" fmla="*/ 403613 w 523351"/>
                <a:gd name="connsiteY139" fmla="*/ 38949 h 607070"/>
                <a:gd name="connsiteX140" fmla="*/ 400922 w 523351"/>
                <a:gd name="connsiteY140" fmla="*/ 45665 h 607070"/>
                <a:gd name="connsiteX141" fmla="*/ 403613 w 523351"/>
                <a:gd name="connsiteY141" fmla="*/ 48351 h 607070"/>
                <a:gd name="connsiteX142" fmla="*/ 402268 w 523351"/>
                <a:gd name="connsiteY142" fmla="*/ 53723 h 607070"/>
                <a:gd name="connsiteX143" fmla="*/ 395541 w 523351"/>
                <a:gd name="connsiteY143" fmla="*/ 60438 h 607070"/>
                <a:gd name="connsiteX144" fmla="*/ 392850 w 523351"/>
                <a:gd name="connsiteY144" fmla="*/ 61782 h 607070"/>
                <a:gd name="connsiteX145" fmla="*/ 392850 w 523351"/>
                <a:gd name="connsiteY145" fmla="*/ 57752 h 607070"/>
                <a:gd name="connsiteX146" fmla="*/ 390159 w 523351"/>
                <a:gd name="connsiteY146" fmla="*/ 55066 h 607070"/>
                <a:gd name="connsiteX147" fmla="*/ 394196 w 523351"/>
                <a:gd name="connsiteY147" fmla="*/ 47008 h 607070"/>
                <a:gd name="connsiteX148" fmla="*/ 394196 w 523351"/>
                <a:gd name="connsiteY148" fmla="*/ 42979 h 607070"/>
                <a:gd name="connsiteX149" fmla="*/ 395541 w 523351"/>
                <a:gd name="connsiteY149" fmla="*/ 40292 h 607070"/>
                <a:gd name="connsiteX150" fmla="*/ 394196 w 523351"/>
                <a:gd name="connsiteY150" fmla="*/ 34920 h 607070"/>
                <a:gd name="connsiteX151" fmla="*/ 400922 w 523351"/>
                <a:gd name="connsiteY151" fmla="*/ 26862 h 607070"/>
                <a:gd name="connsiteX152" fmla="*/ 402268 w 523351"/>
                <a:gd name="connsiteY152" fmla="*/ 21489 h 607070"/>
                <a:gd name="connsiteX153" fmla="*/ 403613 w 523351"/>
                <a:gd name="connsiteY153" fmla="*/ 21489 h 607070"/>
                <a:gd name="connsiteX154" fmla="*/ 403613 w 523351"/>
                <a:gd name="connsiteY154" fmla="*/ 18803 h 607070"/>
                <a:gd name="connsiteX155" fmla="*/ 399577 w 523351"/>
                <a:gd name="connsiteY155" fmla="*/ 17460 h 607070"/>
                <a:gd name="connsiteX156" fmla="*/ 395541 w 523351"/>
                <a:gd name="connsiteY156" fmla="*/ 13431 h 607070"/>
                <a:gd name="connsiteX157" fmla="*/ 392850 w 523351"/>
                <a:gd name="connsiteY157" fmla="*/ 14774 h 607070"/>
                <a:gd name="connsiteX158" fmla="*/ 394196 w 523351"/>
                <a:gd name="connsiteY158" fmla="*/ 18803 h 607070"/>
                <a:gd name="connsiteX159" fmla="*/ 391505 w 523351"/>
                <a:gd name="connsiteY159" fmla="*/ 22832 h 607070"/>
                <a:gd name="connsiteX160" fmla="*/ 390159 w 523351"/>
                <a:gd name="connsiteY160" fmla="*/ 17460 h 607070"/>
                <a:gd name="connsiteX161" fmla="*/ 387469 w 523351"/>
                <a:gd name="connsiteY161" fmla="*/ 14774 h 607070"/>
                <a:gd name="connsiteX162" fmla="*/ 383432 w 523351"/>
                <a:gd name="connsiteY162" fmla="*/ 13431 h 607070"/>
                <a:gd name="connsiteX163" fmla="*/ 379396 w 523351"/>
                <a:gd name="connsiteY163" fmla="*/ 14774 h 607070"/>
                <a:gd name="connsiteX164" fmla="*/ 380742 w 523351"/>
                <a:gd name="connsiteY164" fmla="*/ 21489 h 607070"/>
                <a:gd name="connsiteX165" fmla="*/ 379396 w 523351"/>
                <a:gd name="connsiteY165" fmla="*/ 24175 h 607070"/>
                <a:gd name="connsiteX166" fmla="*/ 376705 w 523351"/>
                <a:gd name="connsiteY166" fmla="*/ 21489 h 607070"/>
                <a:gd name="connsiteX167" fmla="*/ 374015 w 523351"/>
                <a:gd name="connsiteY167" fmla="*/ 20146 h 607070"/>
                <a:gd name="connsiteX168" fmla="*/ 371324 w 523351"/>
                <a:gd name="connsiteY168" fmla="*/ 22832 h 607070"/>
                <a:gd name="connsiteX169" fmla="*/ 372670 w 523351"/>
                <a:gd name="connsiteY169" fmla="*/ 24175 h 607070"/>
                <a:gd name="connsiteX170" fmla="*/ 378051 w 523351"/>
                <a:gd name="connsiteY170" fmla="*/ 28205 h 607070"/>
                <a:gd name="connsiteX171" fmla="*/ 379396 w 523351"/>
                <a:gd name="connsiteY171" fmla="*/ 32234 h 607070"/>
                <a:gd name="connsiteX172" fmla="*/ 378051 w 523351"/>
                <a:gd name="connsiteY172" fmla="*/ 33577 h 607070"/>
                <a:gd name="connsiteX173" fmla="*/ 375360 w 523351"/>
                <a:gd name="connsiteY173" fmla="*/ 30891 h 607070"/>
                <a:gd name="connsiteX174" fmla="*/ 372670 w 523351"/>
                <a:gd name="connsiteY174" fmla="*/ 34920 h 607070"/>
                <a:gd name="connsiteX175" fmla="*/ 372670 w 523351"/>
                <a:gd name="connsiteY175" fmla="*/ 37606 h 607070"/>
                <a:gd name="connsiteX176" fmla="*/ 374015 w 523351"/>
                <a:gd name="connsiteY176" fmla="*/ 38949 h 607070"/>
                <a:gd name="connsiteX177" fmla="*/ 372670 w 523351"/>
                <a:gd name="connsiteY177" fmla="*/ 40292 h 607070"/>
                <a:gd name="connsiteX178" fmla="*/ 367288 w 523351"/>
                <a:gd name="connsiteY178" fmla="*/ 37606 h 607070"/>
                <a:gd name="connsiteX179" fmla="*/ 365943 w 523351"/>
                <a:gd name="connsiteY179" fmla="*/ 37606 h 607070"/>
                <a:gd name="connsiteX180" fmla="*/ 363252 w 523351"/>
                <a:gd name="connsiteY180" fmla="*/ 42979 h 607070"/>
                <a:gd name="connsiteX181" fmla="*/ 359216 w 523351"/>
                <a:gd name="connsiteY181" fmla="*/ 44322 h 607070"/>
                <a:gd name="connsiteX182" fmla="*/ 359216 w 523351"/>
                <a:gd name="connsiteY182" fmla="*/ 47008 h 607070"/>
                <a:gd name="connsiteX183" fmla="*/ 360561 w 523351"/>
                <a:gd name="connsiteY183" fmla="*/ 48351 h 607070"/>
                <a:gd name="connsiteX184" fmla="*/ 356525 w 523351"/>
                <a:gd name="connsiteY184" fmla="*/ 51037 h 607070"/>
                <a:gd name="connsiteX185" fmla="*/ 355180 w 523351"/>
                <a:gd name="connsiteY185" fmla="*/ 55066 h 607070"/>
                <a:gd name="connsiteX186" fmla="*/ 359216 w 523351"/>
                <a:gd name="connsiteY186" fmla="*/ 59095 h 607070"/>
                <a:gd name="connsiteX187" fmla="*/ 356525 w 523351"/>
                <a:gd name="connsiteY187" fmla="*/ 61782 h 607070"/>
                <a:gd name="connsiteX188" fmla="*/ 360561 w 523351"/>
                <a:gd name="connsiteY188" fmla="*/ 64468 h 607070"/>
                <a:gd name="connsiteX189" fmla="*/ 361907 w 523351"/>
                <a:gd name="connsiteY189" fmla="*/ 65811 h 607070"/>
                <a:gd name="connsiteX190" fmla="*/ 359216 w 523351"/>
                <a:gd name="connsiteY190" fmla="*/ 68497 h 607070"/>
                <a:gd name="connsiteX191" fmla="*/ 353834 w 523351"/>
                <a:gd name="connsiteY191" fmla="*/ 67154 h 607070"/>
                <a:gd name="connsiteX192" fmla="*/ 352489 w 523351"/>
                <a:gd name="connsiteY192" fmla="*/ 60438 h 607070"/>
                <a:gd name="connsiteX193" fmla="*/ 348453 w 523351"/>
                <a:gd name="connsiteY193" fmla="*/ 60438 h 607070"/>
                <a:gd name="connsiteX194" fmla="*/ 351143 w 523351"/>
                <a:gd name="connsiteY194" fmla="*/ 56409 h 607070"/>
                <a:gd name="connsiteX195" fmla="*/ 347107 w 523351"/>
                <a:gd name="connsiteY195" fmla="*/ 55066 h 607070"/>
                <a:gd name="connsiteX196" fmla="*/ 343071 w 523351"/>
                <a:gd name="connsiteY196" fmla="*/ 55066 h 607070"/>
                <a:gd name="connsiteX197" fmla="*/ 337690 w 523351"/>
                <a:gd name="connsiteY197" fmla="*/ 55066 h 607070"/>
                <a:gd name="connsiteX198" fmla="*/ 329617 w 523351"/>
                <a:gd name="connsiteY198" fmla="*/ 48351 h 607070"/>
                <a:gd name="connsiteX199" fmla="*/ 326927 w 523351"/>
                <a:gd name="connsiteY199" fmla="*/ 48351 h 607070"/>
                <a:gd name="connsiteX200" fmla="*/ 324236 w 523351"/>
                <a:gd name="connsiteY200" fmla="*/ 51037 h 607070"/>
                <a:gd name="connsiteX201" fmla="*/ 322890 w 523351"/>
                <a:gd name="connsiteY201" fmla="*/ 48351 h 607070"/>
                <a:gd name="connsiteX202" fmla="*/ 318854 w 523351"/>
                <a:gd name="connsiteY202" fmla="*/ 52380 h 607070"/>
                <a:gd name="connsiteX203" fmla="*/ 313473 w 523351"/>
                <a:gd name="connsiteY203" fmla="*/ 52380 h 607070"/>
                <a:gd name="connsiteX204" fmla="*/ 313473 w 523351"/>
                <a:gd name="connsiteY204" fmla="*/ 55066 h 607070"/>
                <a:gd name="connsiteX205" fmla="*/ 318854 w 523351"/>
                <a:gd name="connsiteY205" fmla="*/ 61782 h 607070"/>
                <a:gd name="connsiteX206" fmla="*/ 324236 w 523351"/>
                <a:gd name="connsiteY206" fmla="*/ 61782 h 607070"/>
                <a:gd name="connsiteX207" fmla="*/ 325581 w 523351"/>
                <a:gd name="connsiteY207" fmla="*/ 64468 h 607070"/>
                <a:gd name="connsiteX208" fmla="*/ 332308 w 523351"/>
                <a:gd name="connsiteY208" fmla="*/ 64468 h 607070"/>
                <a:gd name="connsiteX209" fmla="*/ 329617 w 523351"/>
                <a:gd name="connsiteY209" fmla="*/ 69840 h 607070"/>
                <a:gd name="connsiteX210" fmla="*/ 329617 w 523351"/>
                <a:gd name="connsiteY210" fmla="*/ 73869 h 607070"/>
                <a:gd name="connsiteX211" fmla="*/ 333654 w 523351"/>
                <a:gd name="connsiteY211" fmla="*/ 79242 h 607070"/>
                <a:gd name="connsiteX212" fmla="*/ 332308 w 523351"/>
                <a:gd name="connsiteY212" fmla="*/ 83271 h 607070"/>
                <a:gd name="connsiteX213" fmla="*/ 329617 w 523351"/>
                <a:gd name="connsiteY213" fmla="*/ 80585 h 607070"/>
                <a:gd name="connsiteX214" fmla="*/ 325581 w 523351"/>
                <a:gd name="connsiteY214" fmla="*/ 73869 h 607070"/>
                <a:gd name="connsiteX215" fmla="*/ 321545 w 523351"/>
                <a:gd name="connsiteY215" fmla="*/ 72526 h 607070"/>
                <a:gd name="connsiteX216" fmla="*/ 318854 w 523351"/>
                <a:gd name="connsiteY216" fmla="*/ 69840 h 607070"/>
                <a:gd name="connsiteX217" fmla="*/ 317509 w 523351"/>
                <a:gd name="connsiteY217" fmla="*/ 73869 h 607070"/>
                <a:gd name="connsiteX218" fmla="*/ 313473 w 523351"/>
                <a:gd name="connsiteY218" fmla="*/ 76555 h 607070"/>
                <a:gd name="connsiteX219" fmla="*/ 312128 w 523351"/>
                <a:gd name="connsiteY219" fmla="*/ 71183 h 607070"/>
                <a:gd name="connsiteX220" fmla="*/ 309437 w 523351"/>
                <a:gd name="connsiteY220" fmla="*/ 73869 h 607070"/>
                <a:gd name="connsiteX221" fmla="*/ 309437 w 523351"/>
                <a:gd name="connsiteY221" fmla="*/ 76555 h 607070"/>
                <a:gd name="connsiteX222" fmla="*/ 304055 w 523351"/>
                <a:gd name="connsiteY222" fmla="*/ 80585 h 607070"/>
                <a:gd name="connsiteX223" fmla="*/ 304055 w 523351"/>
                <a:gd name="connsiteY223" fmla="*/ 84614 h 607070"/>
                <a:gd name="connsiteX224" fmla="*/ 309437 w 523351"/>
                <a:gd name="connsiteY224" fmla="*/ 87300 h 607070"/>
                <a:gd name="connsiteX225" fmla="*/ 312128 w 523351"/>
                <a:gd name="connsiteY225" fmla="*/ 91329 h 607070"/>
                <a:gd name="connsiteX226" fmla="*/ 308092 w 523351"/>
                <a:gd name="connsiteY226" fmla="*/ 91329 h 607070"/>
                <a:gd name="connsiteX227" fmla="*/ 305401 w 523351"/>
                <a:gd name="connsiteY227" fmla="*/ 88643 h 607070"/>
                <a:gd name="connsiteX228" fmla="*/ 302710 w 523351"/>
                <a:gd name="connsiteY228" fmla="*/ 94015 h 607070"/>
                <a:gd name="connsiteX229" fmla="*/ 301365 w 523351"/>
                <a:gd name="connsiteY229" fmla="*/ 98045 h 607070"/>
                <a:gd name="connsiteX230" fmla="*/ 295983 w 523351"/>
                <a:gd name="connsiteY230" fmla="*/ 102074 h 607070"/>
                <a:gd name="connsiteX231" fmla="*/ 295983 w 523351"/>
                <a:gd name="connsiteY231" fmla="*/ 99388 h 607070"/>
                <a:gd name="connsiteX232" fmla="*/ 298674 w 523351"/>
                <a:gd name="connsiteY232" fmla="*/ 96702 h 607070"/>
                <a:gd name="connsiteX233" fmla="*/ 297328 w 523351"/>
                <a:gd name="connsiteY233" fmla="*/ 94015 h 607070"/>
                <a:gd name="connsiteX234" fmla="*/ 301365 w 523351"/>
                <a:gd name="connsiteY234" fmla="*/ 85957 h 607070"/>
                <a:gd name="connsiteX235" fmla="*/ 298674 w 523351"/>
                <a:gd name="connsiteY235" fmla="*/ 71183 h 607070"/>
                <a:gd name="connsiteX236" fmla="*/ 294638 w 523351"/>
                <a:gd name="connsiteY236" fmla="*/ 73869 h 607070"/>
                <a:gd name="connsiteX237" fmla="*/ 289256 w 523351"/>
                <a:gd name="connsiteY237" fmla="*/ 83271 h 607070"/>
                <a:gd name="connsiteX238" fmla="*/ 289256 w 523351"/>
                <a:gd name="connsiteY238" fmla="*/ 89986 h 607070"/>
                <a:gd name="connsiteX239" fmla="*/ 289256 w 523351"/>
                <a:gd name="connsiteY239" fmla="*/ 92672 h 607070"/>
                <a:gd name="connsiteX240" fmla="*/ 285220 w 523351"/>
                <a:gd name="connsiteY240" fmla="*/ 98045 h 607070"/>
                <a:gd name="connsiteX241" fmla="*/ 285220 w 523351"/>
                <a:gd name="connsiteY241" fmla="*/ 92672 h 607070"/>
                <a:gd name="connsiteX242" fmla="*/ 287911 w 523351"/>
                <a:gd name="connsiteY242" fmla="*/ 87300 h 607070"/>
                <a:gd name="connsiteX243" fmla="*/ 285220 w 523351"/>
                <a:gd name="connsiteY243" fmla="*/ 80585 h 607070"/>
                <a:gd name="connsiteX244" fmla="*/ 283875 w 523351"/>
                <a:gd name="connsiteY244" fmla="*/ 79242 h 607070"/>
                <a:gd name="connsiteX245" fmla="*/ 278493 w 523351"/>
                <a:gd name="connsiteY245" fmla="*/ 83271 h 607070"/>
                <a:gd name="connsiteX246" fmla="*/ 274457 w 523351"/>
                <a:gd name="connsiteY246" fmla="*/ 88643 h 607070"/>
                <a:gd name="connsiteX247" fmla="*/ 277148 w 523351"/>
                <a:gd name="connsiteY247" fmla="*/ 94015 h 607070"/>
                <a:gd name="connsiteX248" fmla="*/ 277148 w 523351"/>
                <a:gd name="connsiteY248" fmla="*/ 98045 h 607070"/>
                <a:gd name="connsiteX249" fmla="*/ 283875 w 523351"/>
                <a:gd name="connsiteY249" fmla="*/ 103417 h 607070"/>
                <a:gd name="connsiteX250" fmla="*/ 285220 w 523351"/>
                <a:gd name="connsiteY250" fmla="*/ 107446 h 607070"/>
                <a:gd name="connsiteX251" fmla="*/ 282529 w 523351"/>
                <a:gd name="connsiteY251" fmla="*/ 112818 h 607070"/>
                <a:gd name="connsiteX252" fmla="*/ 281184 w 523351"/>
                <a:gd name="connsiteY252" fmla="*/ 106103 h 607070"/>
                <a:gd name="connsiteX253" fmla="*/ 275802 w 523351"/>
                <a:gd name="connsiteY253" fmla="*/ 103417 h 607070"/>
                <a:gd name="connsiteX254" fmla="*/ 271766 w 523351"/>
                <a:gd name="connsiteY254" fmla="*/ 94015 h 607070"/>
                <a:gd name="connsiteX255" fmla="*/ 270421 w 523351"/>
                <a:gd name="connsiteY255" fmla="*/ 94015 h 607070"/>
                <a:gd name="connsiteX256" fmla="*/ 263694 w 523351"/>
                <a:gd name="connsiteY256" fmla="*/ 95359 h 607070"/>
                <a:gd name="connsiteX257" fmla="*/ 263694 w 523351"/>
                <a:gd name="connsiteY257" fmla="*/ 99388 h 607070"/>
                <a:gd name="connsiteX258" fmla="*/ 269075 w 523351"/>
                <a:gd name="connsiteY258" fmla="*/ 103417 h 607070"/>
                <a:gd name="connsiteX259" fmla="*/ 273112 w 523351"/>
                <a:gd name="connsiteY259" fmla="*/ 104760 h 607070"/>
                <a:gd name="connsiteX260" fmla="*/ 274457 w 523351"/>
                <a:gd name="connsiteY260" fmla="*/ 106103 h 607070"/>
                <a:gd name="connsiteX261" fmla="*/ 270421 w 523351"/>
                <a:gd name="connsiteY261" fmla="*/ 106103 h 607070"/>
                <a:gd name="connsiteX262" fmla="*/ 265039 w 523351"/>
                <a:gd name="connsiteY262" fmla="*/ 107446 h 607070"/>
                <a:gd name="connsiteX263" fmla="*/ 269075 w 523351"/>
                <a:gd name="connsiteY263" fmla="*/ 111475 h 607070"/>
                <a:gd name="connsiteX264" fmla="*/ 263694 w 523351"/>
                <a:gd name="connsiteY264" fmla="*/ 108789 h 607070"/>
                <a:gd name="connsiteX265" fmla="*/ 263694 w 523351"/>
                <a:gd name="connsiteY265" fmla="*/ 102074 h 607070"/>
                <a:gd name="connsiteX266" fmla="*/ 261003 w 523351"/>
                <a:gd name="connsiteY266" fmla="*/ 102074 h 607070"/>
                <a:gd name="connsiteX267" fmla="*/ 259658 w 523351"/>
                <a:gd name="connsiteY267" fmla="*/ 98045 h 607070"/>
                <a:gd name="connsiteX268" fmla="*/ 256967 w 523351"/>
                <a:gd name="connsiteY268" fmla="*/ 99388 h 607070"/>
                <a:gd name="connsiteX269" fmla="*/ 255622 w 523351"/>
                <a:gd name="connsiteY269" fmla="*/ 106103 h 607070"/>
                <a:gd name="connsiteX270" fmla="*/ 258312 w 523351"/>
                <a:gd name="connsiteY270" fmla="*/ 108789 h 607070"/>
                <a:gd name="connsiteX271" fmla="*/ 256967 w 523351"/>
                <a:gd name="connsiteY271" fmla="*/ 114162 h 607070"/>
                <a:gd name="connsiteX272" fmla="*/ 252931 w 523351"/>
                <a:gd name="connsiteY272" fmla="*/ 112818 h 607070"/>
                <a:gd name="connsiteX273" fmla="*/ 250240 w 523351"/>
                <a:gd name="connsiteY273" fmla="*/ 114162 h 607070"/>
                <a:gd name="connsiteX274" fmla="*/ 244859 w 523351"/>
                <a:gd name="connsiteY274" fmla="*/ 119534 h 607070"/>
                <a:gd name="connsiteX275" fmla="*/ 246204 w 523351"/>
                <a:gd name="connsiteY275" fmla="*/ 120877 h 607070"/>
                <a:gd name="connsiteX276" fmla="*/ 248895 w 523351"/>
                <a:gd name="connsiteY276" fmla="*/ 119534 h 607070"/>
                <a:gd name="connsiteX277" fmla="*/ 252931 w 523351"/>
                <a:gd name="connsiteY277" fmla="*/ 123563 h 607070"/>
                <a:gd name="connsiteX278" fmla="*/ 247550 w 523351"/>
                <a:gd name="connsiteY278" fmla="*/ 123563 h 607070"/>
                <a:gd name="connsiteX279" fmla="*/ 244859 w 523351"/>
                <a:gd name="connsiteY279" fmla="*/ 126249 h 607070"/>
                <a:gd name="connsiteX280" fmla="*/ 247550 w 523351"/>
                <a:gd name="connsiteY280" fmla="*/ 127592 h 607070"/>
                <a:gd name="connsiteX281" fmla="*/ 246204 w 523351"/>
                <a:gd name="connsiteY281" fmla="*/ 130279 h 607070"/>
                <a:gd name="connsiteX282" fmla="*/ 242168 w 523351"/>
                <a:gd name="connsiteY282" fmla="*/ 130279 h 607070"/>
                <a:gd name="connsiteX283" fmla="*/ 242168 w 523351"/>
                <a:gd name="connsiteY283" fmla="*/ 132965 h 607070"/>
                <a:gd name="connsiteX284" fmla="*/ 243513 w 523351"/>
                <a:gd name="connsiteY284" fmla="*/ 134308 h 607070"/>
                <a:gd name="connsiteX285" fmla="*/ 240823 w 523351"/>
                <a:gd name="connsiteY285" fmla="*/ 135651 h 607070"/>
                <a:gd name="connsiteX286" fmla="*/ 238132 w 523351"/>
                <a:gd name="connsiteY286" fmla="*/ 132965 h 607070"/>
                <a:gd name="connsiteX287" fmla="*/ 234096 w 523351"/>
                <a:gd name="connsiteY287" fmla="*/ 132965 h 607070"/>
                <a:gd name="connsiteX288" fmla="*/ 231405 w 523351"/>
                <a:gd name="connsiteY288" fmla="*/ 138337 h 607070"/>
                <a:gd name="connsiteX289" fmla="*/ 232750 w 523351"/>
                <a:gd name="connsiteY289" fmla="*/ 139680 h 607070"/>
                <a:gd name="connsiteX290" fmla="*/ 231405 w 523351"/>
                <a:gd name="connsiteY290" fmla="*/ 142366 h 607070"/>
                <a:gd name="connsiteX291" fmla="*/ 226024 w 523351"/>
                <a:gd name="connsiteY291" fmla="*/ 142366 h 607070"/>
                <a:gd name="connsiteX292" fmla="*/ 223333 w 523351"/>
                <a:gd name="connsiteY292" fmla="*/ 146395 h 607070"/>
                <a:gd name="connsiteX293" fmla="*/ 227369 w 523351"/>
                <a:gd name="connsiteY293" fmla="*/ 147738 h 607070"/>
                <a:gd name="connsiteX294" fmla="*/ 239477 w 523351"/>
                <a:gd name="connsiteY294" fmla="*/ 145052 h 607070"/>
                <a:gd name="connsiteX295" fmla="*/ 242168 w 523351"/>
                <a:gd name="connsiteY295" fmla="*/ 146395 h 607070"/>
                <a:gd name="connsiteX296" fmla="*/ 246204 w 523351"/>
                <a:gd name="connsiteY296" fmla="*/ 145052 h 607070"/>
                <a:gd name="connsiteX297" fmla="*/ 248895 w 523351"/>
                <a:gd name="connsiteY297" fmla="*/ 143709 h 607070"/>
                <a:gd name="connsiteX298" fmla="*/ 248895 w 523351"/>
                <a:gd name="connsiteY298" fmla="*/ 147738 h 607070"/>
                <a:gd name="connsiteX299" fmla="*/ 246204 w 523351"/>
                <a:gd name="connsiteY299" fmla="*/ 151768 h 607070"/>
                <a:gd name="connsiteX300" fmla="*/ 244859 w 523351"/>
                <a:gd name="connsiteY300" fmla="*/ 158483 h 607070"/>
                <a:gd name="connsiteX301" fmla="*/ 243513 w 523351"/>
                <a:gd name="connsiteY301" fmla="*/ 159826 h 607070"/>
                <a:gd name="connsiteX302" fmla="*/ 242168 w 523351"/>
                <a:gd name="connsiteY302" fmla="*/ 157140 h 607070"/>
                <a:gd name="connsiteX303" fmla="*/ 240823 w 523351"/>
                <a:gd name="connsiteY303" fmla="*/ 154454 h 607070"/>
                <a:gd name="connsiteX304" fmla="*/ 236786 w 523351"/>
                <a:gd name="connsiteY304" fmla="*/ 154454 h 607070"/>
                <a:gd name="connsiteX305" fmla="*/ 235441 w 523351"/>
                <a:gd name="connsiteY305" fmla="*/ 153111 h 607070"/>
                <a:gd name="connsiteX306" fmla="*/ 230059 w 523351"/>
                <a:gd name="connsiteY306" fmla="*/ 153111 h 607070"/>
                <a:gd name="connsiteX307" fmla="*/ 231405 w 523351"/>
                <a:gd name="connsiteY307" fmla="*/ 154454 h 607070"/>
                <a:gd name="connsiteX308" fmla="*/ 230059 w 523351"/>
                <a:gd name="connsiteY308" fmla="*/ 157140 h 607070"/>
                <a:gd name="connsiteX309" fmla="*/ 226024 w 523351"/>
                <a:gd name="connsiteY309" fmla="*/ 155797 h 607070"/>
                <a:gd name="connsiteX310" fmla="*/ 223333 w 523351"/>
                <a:gd name="connsiteY310" fmla="*/ 155797 h 607070"/>
                <a:gd name="connsiteX311" fmla="*/ 227369 w 523351"/>
                <a:gd name="connsiteY311" fmla="*/ 158483 h 607070"/>
                <a:gd name="connsiteX312" fmla="*/ 228714 w 523351"/>
                <a:gd name="connsiteY312" fmla="*/ 162512 h 607070"/>
                <a:gd name="connsiteX313" fmla="*/ 226024 w 523351"/>
                <a:gd name="connsiteY313" fmla="*/ 162512 h 607070"/>
                <a:gd name="connsiteX314" fmla="*/ 224678 w 523351"/>
                <a:gd name="connsiteY314" fmla="*/ 165199 h 607070"/>
                <a:gd name="connsiteX315" fmla="*/ 226024 w 523351"/>
                <a:gd name="connsiteY315" fmla="*/ 169228 h 607070"/>
                <a:gd name="connsiteX316" fmla="*/ 224678 w 523351"/>
                <a:gd name="connsiteY316" fmla="*/ 171914 h 607070"/>
                <a:gd name="connsiteX317" fmla="*/ 221987 w 523351"/>
                <a:gd name="connsiteY317" fmla="*/ 167885 h 607070"/>
                <a:gd name="connsiteX318" fmla="*/ 223333 w 523351"/>
                <a:gd name="connsiteY318" fmla="*/ 163855 h 607070"/>
                <a:gd name="connsiteX319" fmla="*/ 219297 w 523351"/>
                <a:gd name="connsiteY319" fmla="*/ 158483 h 607070"/>
                <a:gd name="connsiteX320" fmla="*/ 215260 w 523351"/>
                <a:gd name="connsiteY320" fmla="*/ 162512 h 607070"/>
                <a:gd name="connsiteX321" fmla="*/ 211224 w 523351"/>
                <a:gd name="connsiteY321" fmla="*/ 163855 h 607070"/>
                <a:gd name="connsiteX322" fmla="*/ 209879 w 523351"/>
                <a:gd name="connsiteY322" fmla="*/ 161169 h 607070"/>
                <a:gd name="connsiteX323" fmla="*/ 211224 w 523351"/>
                <a:gd name="connsiteY323" fmla="*/ 158483 h 607070"/>
                <a:gd name="connsiteX324" fmla="*/ 208533 w 523351"/>
                <a:gd name="connsiteY324" fmla="*/ 158483 h 607070"/>
                <a:gd name="connsiteX325" fmla="*/ 204497 w 523351"/>
                <a:gd name="connsiteY325" fmla="*/ 162512 h 607070"/>
                <a:gd name="connsiteX326" fmla="*/ 208533 w 523351"/>
                <a:gd name="connsiteY326" fmla="*/ 166542 h 607070"/>
                <a:gd name="connsiteX327" fmla="*/ 213915 w 523351"/>
                <a:gd name="connsiteY327" fmla="*/ 166542 h 607070"/>
                <a:gd name="connsiteX328" fmla="*/ 217951 w 523351"/>
                <a:gd name="connsiteY328" fmla="*/ 169228 h 607070"/>
                <a:gd name="connsiteX329" fmla="*/ 215260 w 523351"/>
                <a:gd name="connsiteY329" fmla="*/ 173257 h 607070"/>
                <a:gd name="connsiteX330" fmla="*/ 205843 w 523351"/>
                <a:gd name="connsiteY330" fmla="*/ 174600 h 607070"/>
                <a:gd name="connsiteX331" fmla="*/ 204497 w 523351"/>
                <a:gd name="connsiteY331" fmla="*/ 171914 h 607070"/>
                <a:gd name="connsiteX332" fmla="*/ 200461 w 523351"/>
                <a:gd name="connsiteY332" fmla="*/ 173257 h 607070"/>
                <a:gd name="connsiteX333" fmla="*/ 197771 w 523351"/>
                <a:gd name="connsiteY333" fmla="*/ 177286 h 607070"/>
                <a:gd name="connsiteX334" fmla="*/ 201806 w 523351"/>
                <a:gd name="connsiteY334" fmla="*/ 179972 h 607070"/>
                <a:gd name="connsiteX335" fmla="*/ 197771 w 523351"/>
                <a:gd name="connsiteY335" fmla="*/ 184002 h 607070"/>
                <a:gd name="connsiteX336" fmla="*/ 201806 w 523351"/>
                <a:gd name="connsiteY336" fmla="*/ 184002 h 607070"/>
                <a:gd name="connsiteX337" fmla="*/ 207188 w 523351"/>
                <a:gd name="connsiteY337" fmla="*/ 178629 h 607070"/>
                <a:gd name="connsiteX338" fmla="*/ 211224 w 523351"/>
                <a:gd name="connsiteY338" fmla="*/ 178629 h 607070"/>
                <a:gd name="connsiteX339" fmla="*/ 212570 w 523351"/>
                <a:gd name="connsiteY339" fmla="*/ 181315 h 607070"/>
                <a:gd name="connsiteX340" fmla="*/ 205843 w 523351"/>
                <a:gd name="connsiteY340" fmla="*/ 182659 h 607070"/>
                <a:gd name="connsiteX341" fmla="*/ 205843 w 523351"/>
                <a:gd name="connsiteY341" fmla="*/ 188031 h 607070"/>
                <a:gd name="connsiteX342" fmla="*/ 208533 w 523351"/>
                <a:gd name="connsiteY342" fmla="*/ 192060 h 607070"/>
                <a:gd name="connsiteX343" fmla="*/ 213915 w 523351"/>
                <a:gd name="connsiteY343" fmla="*/ 194746 h 607070"/>
                <a:gd name="connsiteX344" fmla="*/ 212570 w 523351"/>
                <a:gd name="connsiteY344" fmla="*/ 198775 h 607070"/>
                <a:gd name="connsiteX345" fmla="*/ 209879 w 523351"/>
                <a:gd name="connsiteY345" fmla="*/ 196089 h 607070"/>
                <a:gd name="connsiteX346" fmla="*/ 205843 w 523351"/>
                <a:gd name="connsiteY346" fmla="*/ 196089 h 607070"/>
                <a:gd name="connsiteX347" fmla="*/ 203152 w 523351"/>
                <a:gd name="connsiteY347" fmla="*/ 190717 h 607070"/>
                <a:gd name="connsiteX348" fmla="*/ 200461 w 523351"/>
                <a:gd name="connsiteY348" fmla="*/ 192060 h 607070"/>
                <a:gd name="connsiteX349" fmla="*/ 196425 w 523351"/>
                <a:gd name="connsiteY349" fmla="*/ 194746 h 607070"/>
                <a:gd name="connsiteX350" fmla="*/ 200461 w 523351"/>
                <a:gd name="connsiteY350" fmla="*/ 197432 h 607070"/>
                <a:gd name="connsiteX351" fmla="*/ 196425 w 523351"/>
                <a:gd name="connsiteY351" fmla="*/ 197432 h 607070"/>
                <a:gd name="connsiteX352" fmla="*/ 191044 w 523351"/>
                <a:gd name="connsiteY352" fmla="*/ 201462 h 607070"/>
                <a:gd name="connsiteX353" fmla="*/ 191044 w 523351"/>
                <a:gd name="connsiteY353" fmla="*/ 204148 h 607070"/>
                <a:gd name="connsiteX354" fmla="*/ 196425 w 523351"/>
                <a:gd name="connsiteY354" fmla="*/ 206834 h 607070"/>
                <a:gd name="connsiteX355" fmla="*/ 200461 w 523351"/>
                <a:gd name="connsiteY355" fmla="*/ 204148 h 607070"/>
                <a:gd name="connsiteX356" fmla="*/ 203152 w 523351"/>
                <a:gd name="connsiteY356" fmla="*/ 206834 h 607070"/>
                <a:gd name="connsiteX357" fmla="*/ 207188 w 523351"/>
                <a:gd name="connsiteY357" fmla="*/ 205491 h 607070"/>
                <a:gd name="connsiteX358" fmla="*/ 208533 w 523351"/>
                <a:gd name="connsiteY358" fmla="*/ 209520 h 607070"/>
                <a:gd name="connsiteX359" fmla="*/ 211224 w 523351"/>
                <a:gd name="connsiteY359" fmla="*/ 210863 h 607070"/>
                <a:gd name="connsiteX360" fmla="*/ 211224 w 523351"/>
                <a:gd name="connsiteY360" fmla="*/ 213549 h 607070"/>
                <a:gd name="connsiteX361" fmla="*/ 204497 w 523351"/>
                <a:gd name="connsiteY361" fmla="*/ 209520 h 607070"/>
                <a:gd name="connsiteX362" fmla="*/ 200461 w 523351"/>
                <a:gd name="connsiteY362" fmla="*/ 209520 h 607070"/>
                <a:gd name="connsiteX363" fmla="*/ 197771 w 523351"/>
                <a:gd name="connsiteY363" fmla="*/ 210863 h 607070"/>
                <a:gd name="connsiteX364" fmla="*/ 189698 w 523351"/>
                <a:gd name="connsiteY364" fmla="*/ 212206 h 607070"/>
                <a:gd name="connsiteX365" fmla="*/ 189698 w 523351"/>
                <a:gd name="connsiteY365" fmla="*/ 216235 h 607070"/>
                <a:gd name="connsiteX366" fmla="*/ 185662 w 523351"/>
                <a:gd name="connsiteY366" fmla="*/ 218922 h 607070"/>
                <a:gd name="connsiteX367" fmla="*/ 184317 w 523351"/>
                <a:gd name="connsiteY367" fmla="*/ 217579 h 607070"/>
                <a:gd name="connsiteX368" fmla="*/ 177590 w 523351"/>
                <a:gd name="connsiteY368" fmla="*/ 220265 h 607070"/>
                <a:gd name="connsiteX369" fmla="*/ 174899 w 523351"/>
                <a:gd name="connsiteY369" fmla="*/ 220265 h 607070"/>
                <a:gd name="connsiteX370" fmla="*/ 173554 w 523351"/>
                <a:gd name="connsiteY370" fmla="*/ 222951 h 607070"/>
                <a:gd name="connsiteX371" fmla="*/ 177590 w 523351"/>
                <a:gd name="connsiteY371" fmla="*/ 224294 h 607070"/>
                <a:gd name="connsiteX372" fmla="*/ 180281 w 523351"/>
                <a:gd name="connsiteY372" fmla="*/ 228323 h 607070"/>
                <a:gd name="connsiteX373" fmla="*/ 177590 w 523351"/>
                <a:gd name="connsiteY373" fmla="*/ 229666 h 607070"/>
                <a:gd name="connsiteX374" fmla="*/ 174899 w 523351"/>
                <a:gd name="connsiteY374" fmla="*/ 228323 h 607070"/>
                <a:gd name="connsiteX375" fmla="*/ 173554 w 523351"/>
                <a:gd name="connsiteY375" fmla="*/ 229666 h 607070"/>
                <a:gd name="connsiteX376" fmla="*/ 177590 w 523351"/>
                <a:gd name="connsiteY376" fmla="*/ 232352 h 607070"/>
                <a:gd name="connsiteX377" fmla="*/ 176244 w 523351"/>
                <a:gd name="connsiteY377" fmla="*/ 235038 h 607070"/>
                <a:gd name="connsiteX378" fmla="*/ 170863 w 523351"/>
                <a:gd name="connsiteY378" fmla="*/ 233695 h 607070"/>
                <a:gd name="connsiteX379" fmla="*/ 170863 w 523351"/>
                <a:gd name="connsiteY379" fmla="*/ 232352 h 607070"/>
                <a:gd name="connsiteX380" fmla="*/ 169518 w 523351"/>
                <a:gd name="connsiteY380" fmla="*/ 233695 h 607070"/>
                <a:gd name="connsiteX381" fmla="*/ 172208 w 523351"/>
                <a:gd name="connsiteY381" fmla="*/ 236382 h 607070"/>
                <a:gd name="connsiteX382" fmla="*/ 169518 w 523351"/>
                <a:gd name="connsiteY382" fmla="*/ 239068 h 607070"/>
                <a:gd name="connsiteX383" fmla="*/ 170863 w 523351"/>
                <a:gd name="connsiteY383" fmla="*/ 241754 h 607070"/>
                <a:gd name="connsiteX384" fmla="*/ 173554 w 523351"/>
                <a:gd name="connsiteY384" fmla="*/ 241754 h 607070"/>
                <a:gd name="connsiteX385" fmla="*/ 170863 w 523351"/>
                <a:gd name="connsiteY385" fmla="*/ 243097 h 607070"/>
                <a:gd name="connsiteX386" fmla="*/ 166827 w 523351"/>
                <a:gd name="connsiteY386" fmla="*/ 244440 h 607070"/>
                <a:gd name="connsiteX387" fmla="*/ 165482 w 523351"/>
                <a:gd name="connsiteY387" fmla="*/ 241754 h 607070"/>
                <a:gd name="connsiteX388" fmla="*/ 165482 w 523351"/>
                <a:gd name="connsiteY388" fmla="*/ 244440 h 607070"/>
                <a:gd name="connsiteX389" fmla="*/ 164136 w 523351"/>
                <a:gd name="connsiteY389" fmla="*/ 247126 h 607070"/>
                <a:gd name="connsiteX390" fmla="*/ 166827 w 523351"/>
                <a:gd name="connsiteY390" fmla="*/ 248469 h 607070"/>
                <a:gd name="connsiteX391" fmla="*/ 173554 w 523351"/>
                <a:gd name="connsiteY391" fmla="*/ 251155 h 607070"/>
                <a:gd name="connsiteX392" fmla="*/ 174899 w 523351"/>
                <a:gd name="connsiteY392" fmla="*/ 253842 h 607070"/>
                <a:gd name="connsiteX393" fmla="*/ 177590 w 523351"/>
                <a:gd name="connsiteY393" fmla="*/ 255185 h 607070"/>
                <a:gd name="connsiteX394" fmla="*/ 181626 w 523351"/>
                <a:gd name="connsiteY394" fmla="*/ 253842 h 607070"/>
                <a:gd name="connsiteX395" fmla="*/ 177590 w 523351"/>
                <a:gd name="connsiteY395" fmla="*/ 256528 h 607070"/>
                <a:gd name="connsiteX396" fmla="*/ 177590 w 523351"/>
                <a:gd name="connsiteY396" fmla="*/ 259214 h 607070"/>
                <a:gd name="connsiteX397" fmla="*/ 173554 w 523351"/>
                <a:gd name="connsiteY397" fmla="*/ 259214 h 607070"/>
                <a:gd name="connsiteX398" fmla="*/ 172208 w 523351"/>
                <a:gd name="connsiteY398" fmla="*/ 256528 h 607070"/>
                <a:gd name="connsiteX399" fmla="*/ 165482 w 523351"/>
                <a:gd name="connsiteY399" fmla="*/ 256528 h 607070"/>
                <a:gd name="connsiteX400" fmla="*/ 160100 w 523351"/>
                <a:gd name="connsiteY400" fmla="*/ 261900 h 607070"/>
                <a:gd name="connsiteX401" fmla="*/ 161445 w 523351"/>
                <a:gd name="connsiteY401" fmla="*/ 263243 h 607070"/>
                <a:gd name="connsiteX402" fmla="*/ 166827 w 523351"/>
                <a:gd name="connsiteY402" fmla="*/ 263243 h 607070"/>
                <a:gd name="connsiteX403" fmla="*/ 166827 w 523351"/>
                <a:gd name="connsiteY403" fmla="*/ 267272 h 607070"/>
                <a:gd name="connsiteX404" fmla="*/ 169518 w 523351"/>
                <a:gd name="connsiteY404" fmla="*/ 268615 h 607070"/>
                <a:gd name="connsiteX405" fmla="*/ 169518 w 523351"/>
                <a:gd name="connsiteY405" fmla="*/ 272645 h 607070"/>
                <a:gd name="connsiteX406" fmla="*/ 166827 w 523351"/>
                <a:gd name="connsiteY406" fmla="*/ 269959 h 607070"/>
                <a:gd name="connsiteX407" fmla="*/ 164136 w 523351"/>
                <a:gd name="connsiteY407" fmla="*/ 269959 h 607070"/>
                <a:gd name="connsiteX408" fmla="*/ 161445 w 523351"/>
                <a:gd name="connsiteY408" fmla="*/ 272645 h 607070"/>
                <a:gd name="connsiteX409" fmla="*/ 161445 w 523351"/>
                <a:gd name="connsiteY409" fmla="*/ 276674 h 607070"/>
                <a:gd name="connsiteX410" fmla="*/ 160100 w 523351"/>
                <a:gd name="connsiteY410" fmla="*/ 276674 h 607070"/>
                <a:gd name="connsiteX411" fmla="*/ 162791 w 523351"/>
                <a:gd name="connsiteY411" fmla="*/ 279360 h 607070"/>
                <a:gd name="connsiteX412" fmla="*/ 164136 w 523351"/>
                <a:gd name="connsiteY412" fmla="*/ 283389 h 607070"/>
                <a:gd name="connsiteX413" fmla="*/ 161445 w 523351"/>
                <a:gd name="connsiteY413" fmla="*/ 283389 h 607070"/>
                <a:gd name="connsiteX414" fmla="*/ 158755 w 523351"/>
                <a:gd name="connsiteY414" fmla="*/ 280703 h 607070"/>
                <a:gd name="connsiteX415" fmla="*/ 157409 w 523351"/>
                <a:gd name="connsiteY415" fmla="*/ 282046 h 607070"/>
                <a:gd name="connsiteX416" fmla="*/ 157409 w 523351"/>
                <a:gd name="connsiteY416" fmla="*/ 286075 h 607070"/>
                <a:gd name="connsiteX417" fmla="*/ 161445 w 523351"/>
                <a:gd name="connsiteY417" fmla="*/ 287418 h 607070"/>
                <a:gd name="connsiteX418" fmla="*/ 162791 w 523351"/>
                <a:gd name="connsiteY418" fmla="*/ 288762 h 607070"/>
                <a:gd name="connsiteX419" fmla="*/ 161445 w 523351"/>
                <a:gd name="connsiteY419" fmla="*/ 291448 h 607070"/>
                <a:gd name="connsiteX420" fmla="*/ 156064 w 523351"/>
                <a:gd name="connsiteY420" fmla="*/ 288762 h 607070"/>
                <a:gd name="connsiteX421" fmla="*/ 153373 w 523351"/>
                <a:gd name="connsiteY421" fmla="*/ 290105 h 607070"/>
                <a:gd name="connsiteX422" fmla="*/ 153373 w 523351"/>
                <a:gd name="connsiteY422" fmla="*/ 294134 h 607070"/>
                <a:gd name="connsiteX423" fmla="*/ 154718 w 523351"/>
                <a:gd name="connsiteY423" fmla="*/ 294134 h 607070"/>
                <a:gd name="connsiteX424" fmla="*/ 154718 w 523351"/>
                <a:gd name="connsiteY424" fmla="*/ 298163 h 607070"/>
                <a:gd name="connsiteX425" fmla="*/ 157409 w 523351"/>
                <a:gd name="connsiteY425" fmla="*/ 303535 h 607070"/>
                <a:gd name="connsiteX426" fmla="*/ 160100 w 523351"/>
                <a:gd name="connsiteY426" fmla="*/ 302192 h 607070"/>
                <a:gd name="connsiteX427" fmla="*/ 161445 w 523351"/>
                <a:gd name="connsiteY427" fmla="*/ 298163 h 607070"/>
                <a:gd name="connsiteX428" fmla="*/ 164136 w 523351"/>
                <a:gd name="connsiteY428" fmla="*/ 298163 h 607070"/>
                <a:gd name="connsiteX429" fmla="*/ 162791 w 523351"/>
                <a:gd name="connsiteY429" fmla="*/ 304879 h 607070"/>
                <a:gd name="connsiteX430" fmla="*/ 158755 w 523351"/>
                <a:gd name="connsiteY430" fmla="*/ 304879 h 607070"/>
                <a:gd name="connsiteX431" fmla="*/ 154718 w 523351"/>
                <a:gd name="connsiteY431" fmla="*/ 310251 h 607070"/>
                <a:gd name="connsiteX432" fmla="*/ 150682 w 523351"/>
                <a:gd name="connsiteY432" fmla="*/ 310251 h 607070"/>
                <a:gd name="connsiteX433" fmla="*/ 147991 w 523351"/>
                <a:gd name="connsiteY433" fmla="*/ 311594 h 607070"/>
                <a:gd name="connsiteX434" fmla="*/ 147991 w 523351"/>
                <a:gd name="connsiteY434" fmla="*/ 314280 h 607070"/>
                <a:gd name="connsiteX435" fmla="*/ 143955 w 523351"/>
                <a:gd name="connsiteY435" fmla="*/ 315623 h 607070"/>
                <a:gd name="connsiteX436" fmla="*/ 139920 w 523351"/>
                <a:gd name="connsiteY436" fmla="*/ 318309 h 607070"/>
                <a:gd name="connsiteX437" fmla="*/ 143955 w 523351"/>
                <a:gd name="connsiteY437" fmla="*/ 319652 h 607070"/>
                <a:gd name="connsiteX438" fmla="*/ 142610 w 523351"/>
                <a:gd name="connsiteY438" fmla="*/ 322338 h 607070"/>
                <a:gd name="connsiteX439" fmla="*/ 135883 w 523351"/>
                <a:gd name="connsiteY439" fmla="*/ 322338 h 607070"/>
                <a:gd name="connsiteX440" fmla="*/ 133193 w 523351"/>
                <a:gd name="connsiteY440" fmla="*/ 326368 h 607070"/>
                <a:gd name="connsiteX441" fmla="*/ 133193 w 523351"/>
                <a:gd name="connsiteY441" fmla="*/ 329054 h 607070"/>
                <a:gd name="connsiteX442" fmla="*/ 138574 w 523351"/>
                <a:gd name="connsiteY442" fmla="*/ 330397 h 607070"/>
                <a:gd name="connsiteX443" fmla="*/ 134538 w 523351"/>
                <a:gd name="connsiteY443" fmla="*/ 333083 h 607070"/>
                <a:gd name="connsiteX444" fmla="*/ 133193 w 523351"/>
                <a:gd name="connsiteY444" fmla="*/ 337112 h 607070"/>
                <a:gd name="connsiteX445" fmla="*/ 129156 w 523351"/>
                <a:gd name="connsiteY445" fmla="*/ 337112 h 607070"/>
                <a:gd name="connsiteX446" fmla="*/ 127811 w 523351"/>
                <a:gd name="connsiteY446" fmla="*/ 333083 h 607070"/>
                <a:gd name="connsiteX447" fmla="*/ 125120 w 523351"/>
                <a:gd name="connsiteY447" fmla="*/ 331740 h 607070"/>
                <a:gd name="connsiteX448" fmla="*/ 123775 w 523351"/>
                <a:gd name="connsiteY448" fmla="*/ 334426 h 607070"/>
                <a:gd name="connsiteX449" fmla="*/ 121084 w 523351"/>
                <a:gd name="connsiteY449" fmla="*/ 334426 h 607070"/>
                <a:gd name="connsiteX450" fmla="*/ 122429 w 523351"/>
                <a:gd name="connsiteY450" fmla="*/ 337112 h 607070"/>
                <a:gd name="connsiteX451" fmla="*/ 119739 w 523351"/>
                <a:gd name="connsiteY451" fmla="*/ 338455 h 607070"/>
                <a:gd name="connsiteX452" fmla="*/ 118393 w 523351"/>
                <a:gd name="connsiteY452" fmla="*/ 342485 h 607070"/>
                <a:gd name="connsiteX453" fmla="*/ 119739 w 523351"/>
                <a:gd name="connsiteY453" fmla="*/ 343828 h 607070"/>
                <a:gd name="connsiteX454" fmla="*/ 114357 w 523351"/>
                <a:gd name="connsiteY454" fmla="*/ 343828 h 607070"/>
                <a:gd name="connsiteX455" fmla="*/ 111667 w 523351"/>
                <a:gd name="connsiteY455" fmla="*/ 346514 h 607070"/>
                <a:gd name="connsiteX456" fmla="*/ 111667 w 523351"/>
                <a:gd name="connsiteY456" fmla="*/ 350543 h 607070"/>
                <a:gd name="connsiteX457" fmla="*/ 107630 w 523351"/>
                <a:gd name="connsiteY457" fmla="*/ 354572 h 607070"/>
                <a:gd name="connsiteX458" fmla="*/ 107630 w 523351"/>
                <a:gd name="connsiteY458" fmla="*/ 355915 h 607070"/>
                <a:gd name="connsiteX459" fmla="*/ 107630 w 523351"/>
                <a:gd name="connsiteY459" fmla="*/ 361288 h 607070"/>
                <a:gd name="connsiteX460" fmla="*/ 103594 w 523351"/>
                <a:gd name="connsiteY460" fmla="*/ 363974 h 607070"/>
                <a:gd name="connsiteX461" fmla="*/ 99558 w 523351"/>
                <a:gd name="connsiteY461" fmla="*/ 368003 h 607070"/>
                <a:gd name="connsiteX462" fmla="*/ 100903 w 523351"/>
                <a:gd name="connsiteY462" fmla="*/ 370689 h 607070"/>
                <a:gd name="connsiteX463" fmla="*/ 106285 w 523351"/>
                <a:gd name="connsiteY463" fmla="*/ 366660 h 607070"/>
                <a:gd name="connsiteX464" fmla="*/ 108976 w 523351"/>
                <a:gd name="connsiteY464" fmla="*/ 366660 h 607070"/>
                <a:gd name="connsiteX465" fmla="*/ 108976 w 523351"/>
                <a:gd name="connsiteY465" fmla="*/ 369346 h 607070"/>
                <a:gd name="connsiteX466" fmla="*/ 104940 w 523351"/>
                <a:gd name="connsiteY466" fmla="*/ 370689 h 607070"/>
                <a:gd name="connsiteX467" fmla="*/ 104940 w 523351"/>
                <a:gd name="connsiteY467" fmla="*/ 376062 h 607070"/>
                <a:gd name="connsiteX468" fmla="*/ 107630 w 523351"/>
                <a:gd name="connsiteY468" fmla="*/ 380091 h 607070"/>
                <a:gd name="connsiteX469" fmla="*/ 113012 w 523351"/>
                <a:gd name="connsiteY469" fmla="*/ 377405 h 607070"/>
                <a:gd name="connsiteX470" fmla="*/ 118393 w 523351"/>
                <a:gd name="connsiteY470" fmla="*/ 376062 h 607070"/>
                <a:gd name="connsiteX471" fmla="*/ 126466 w 523351"/>
                <a:gd name="connsiteY471" fmla="*/ 369346 h 607070"/>
                <a:gd name="connsiteX472" fmla="*/ 126466 w 523351"/>
                <a:gd name="connsiteY472" fmla="*/ 365317 h 607070"/>
                <a:gd name="connsiteX473" fmla="*/ 122429 w 523351"/>
                <a:gd name="connsiteY473" fmla="*/ 366660 h 607070"/>
                <a:gd name="connsiteX474" fmla="*/ 126466 w 523351"/>
                <a:gd name="connsiteY474" fmla="*/ 361288 h 607070"/>
                <a:gd name="connsiteX475" fmla="*/ 127811 w 523351"/>
                <a:gd name="connsiteY475" fmla="*/ 355915 h 607070"/>
                <a:gd name="connsiteX476" fmla="*/ 129156 w 523351"/>
                <a:gd name="connsiteY476" fmla="*/ 355915 h 607070"/>
                <a:gd name="connsiteX477" fmla="*/ 131847 w 523351"/>
                <a:gd name="connsiteY477" fmla="*/ 353229 h 607070"/>
                <a:gd name="connsiteX478" fmla="*/ 135883 w 523351"/>
                <a:gd name="connsiteY478" fmla="*/ 354572 h 607070"/>
                <a:gd name="connsiteX479" fmla="*/ 138574 w 523351"/>
                <a:gd name="connsiteY479" fmla="*/ 354572 h 607070"/>
                <a:gd name="connsiteX480" fmla="*/ 131847 w 523351"/>
                <a:gd name="connsiteY480" fmla="*/ 358602 h 607070"/>
                <a:gd name="connsiteX481" fmla="*/ 130502 w 523351"/>
                <a:gd name="connsiteY481" fmla="*/ 362631 h 607070"/>
                <a:gd name="connsiteX482" fmla="*/ 138574 w 523351"/>
                <a:gd name="connsiteY482" fmla="*/ 363974 h 607070"/>
                <a:gd name="connsiteX483" fmla="*/ 135883 w 523351"/>
                <a:gd name="connsiteY483" fmla="*/ 368003 h 607070"/>
                <a:gd name="connsiteX484" fmla="*/ 131847 w 523351"/>
                <a:gd name="connsiteY484" fmla="*/ 368003 h 607070"/>
                <a:gd name="connsiteX485" fmla="*/ 125120 w 523351"/>
                <a:gd name="connsiteY485" fmla="*/ 376062 h 607070"/>
                <a:gd name="connsiteX486" fmla="*/ 129156 w 523351"/>
                <a:gd name="connsiteY486" fmla="*/ 377405 h 607070"/>
                <a:gd name="connsiteX487" fmla="*/ 126466 w 523351"/>
                <a:gd name="connsiteY487" fmla="*/ 381434 h 607070"/>
                <a:gd name="connsiteX488" fmla="*/ 126466 w 523351"/>
                <a:gd name="connsiteY488" fmla="*/ 385463 h 607070"/>
                <a:gd name="connsiteX489" fmla="*/ 122429 w 523351"/>
                <a:gd name="connsiteY489" fmla="*/ 385463 h 607070"/>
                <a:gd name="connsiteX490" fmla="*/ 118393 w 523351"/>
                <a:gd name="connsiteY490" fmla="*/ 381434 h 607070"/>
                <a:gd name="connsiteX491" fmla="*/ 113012 w 523351"/>
                <a:gd name="connsiteY491" fmla="*/ 382777 h 607070"/>
                <a:gd name="connsiteX492" fmla="*/ 110321 w 523351"/>
                <a:gd name="connsiteY492" fmla="*/ 384120 h 607070"/>
                <a:gd name="connsiteX493" fmla="*/ 110321 w 523351"/>
                <a:gd name="connsiteY493" fmla="*/ 389492 h 607070"/>
                <a:gd name="connsiteX494" fmla="*/ 106285 w 523351"/>
                <a:gd name="connsiteY494" fmla="*/ 390835 h 607070"/>
                <a:gd name="connsiteX495" fmla="*/ 102249 w 523351"/>
                <a:gd name="connsiteY495" fmla="*/ 393522 h 607070"/>
                <a:gd name="connsiteX496" fmla="*/ 104940 w 523351"/>
                <a:gd name="connsiteY496" fmla="*/ 390835 h 607070"/>
                <a:gd name="connsiteX497" fmla="*/ 107630 w 523351"/>
                <a:gd name="connsiteY497" fmla="*/ 388149 h 607070"/>
                <a:gd name="connsiteX498" fmla="*/ 103594 w 523351"/>
                <a:gd name="connsiteY498" fmla="*/ 384120 h 607070"/>
                <a:gd name="connsiteX499" fmla="*/ 103594 w 523351"/>
                <a:gd name="connsiteY499" fmla="*/ 380091 h 607070"/>
                <a:gd name="connsiteX500" fmla="*/ 100903 w 523351"/>
                <a:gd name="connsiteY500" fmla="*/ 374718 h 607070"/>
                <a:gd name="connsiteX501" fmla="*/ 96867 w 523351"/>
                <a:gd name="connsiteY501" fmla="*/ 374718 h 607070"/>
                <a:gd name="connsiteX502" fmla="*/ 95522 w 523351"/>
                <a:gd name="connsiteY502" fmla="*/ 378748 h 607070"/>
                <a:gd name="connsiteX503" fmla="*/ 90140 w 523351"/>
                <a:gd name="connsiteY503" fmla="*/ 378748 h 607070"/>
                <a:gd name="connsiteX504" fmla="*/ 90140 w 523351"/>
                <a:gd name="connsiteY504" fmla="*/ 381434 h 607070"/>
                <a:gd name="connsiteX505" fmla="*/ 96867 w 523351"/>
                <a:gd name="connsiteY505" fmla="*/ 381434 h 607070"/>
                <a:gd name="connsiteX506" fmla="*/ 90140 w 523351"/>
                <a:gd name="connsiteY506" fmla="*/ 386806 h 607070"/>
                <a:gd name="connsiteX507" fmla="*/ 86104 w 523351"/>
                <a:gd name="connsiteY507" fmla="*/ 385463 h 607070"/>
                <a:gd name="connsiteX508" fmla="*/ 82068 w 523351"/>
                <a:gd name="connsiteY508" fmla="*/ 385463 h 607070"/>
                <a:gd name="connsiteX509" fmla="*/ 76687 w 523351"/>
                <a:gd name="connsiteY509" fmla="*/ 390835 h 607070"/>
                <a:gd name="connsiteX510" fmla="*/ 79378 w 523351"/>
                <a:gd name="connsiteY510" fmla="*/ 390835 h 607070"/>
                <a:gd name="connsiteX511" fmla="*/ 82068 w 523351"/>
                <a:gd name="connsiteY511" fmla="*/ 389492 h 607070"/>
                <a:gd name="connsiteX512" fmla="*/ 83414 w 523351"/>
                <a:gd name="connsiteY512" fmla="*/ 390835 h 607070"/>
                <a:gd name="connsiteX513" fmla="*/ 78032 w 523351"/>
                <a:gd name="connsiteY513" fmla="*/ 394865 h 607070"/>
                <a:gd name="connsiteX514" fmla="*/ 75341 w 523351"/>
                <a:gd name="connsiteY514" fmla="*/ 397551 h 607070"/>
                <a:gd name="connsiteX515" fmla="*/ 73996 w 523351"/>
                <a:gd name="connsiteY515" fmla="*/ 394865 h 607070"/>
                <a:gd name="connsiteX516" fmla="*/ 69960 w 523351"/>
                <a:gd name="connsiteY516" fmla="*/ 394865 h 607070"/>
                <a:gd name="connsiteX517" fmla="*/ 69960 w 523351"/>
                <a:gd name="connsiteY517" fmla="*/ 397551 h 607070"/>
                <a:gd name="connsiteX518" fmla="*/ 75341 w 523351"/>
                <a:gd name="connsiteY518" fmla="*/ 400237 h 607070"/>
                <a:gd name="connsiteX519" fmla="*/ 82068 w 523351"/>
                <a:gd name="connsiteY519" fmla="*/ 400237 h 607070"/>
                <a:gd name="connsiteX520" fmla="*/ 80723 w 523351"/>
                <a:gd name="connsiteY520" fmla="*/ 404266 h 607070"/>
                <a:gd name="connsiteX521" fmla="*/ 83414 w 523351"/>
                <a:gd name="connsiteY521" fmla="*/ 405609 h 607070"/>
                <a:gd name="connsiteX522" fmla="*/ 83414 w 523351"/>
                <a:gd name="connsiteY522" fmla="*/ 408295 h 607070"/>
                <a:gd name="connsiteX523" fmla="*/ 76687 w 523351"/>
                <a:gd name="connsiteY523" fmla="*/ 406952 h 607070"/>
                <a:gd name="connsiteX524" fmla="*/ 76687 w 523351"/>
                <a:gd name="connsiteY524" fmla="*/ 402923 h 607070"/>
                <a:gd name="connsiteX525" fmla="*/ 71305 w 523351"/>
                <a:gd name="connsiteY525" fmla="*/ 402923 h 607070"/>
                <a:gd name="connsiteX526" fmla="*/ 67269 w 523351"/>
                <a:gd name="connsiteY526" fmla="*/ 398894 h 607070"/>
                <a:gd name="connsiteX527" fmla="*/ 65924 w 523351"/>
                <a:gd name="connsiteY527" fmla="*/ 396208 h 607070"/>
                <a:gd name="connsiteX528" fmla="*/ 64578 w 523351"/>
                <a:gd name="connsiteY528" fmla="*/ 396208 h 607070"/>
                <a:gd name="connsiteX529" fmla="*/ 63233 w 523351"/>
                <a:gd name="connsiteY529" fmla="*/ 400237 h 607070"/>
                <a:gd name="connsiteX530" fmla="*/ 68614 w 523351"/>
                <a:gd name="connsiteY530" fmla="*/ 405609 h 607070"/>
                <a:gd name="connsiteX531" fmla="*/ 72651 w 523351"/>
                <a:gd name="connsiteY531" fmla="*/ 409638 h 607070"/>
                <a:gd name="connsiteX532" fmla="*/ 76687 w 523351"/>
                <a:gd name="connsiteY532" fmla="*/ 410982 h 607070"/>
                <a:gd name="connsiteX533" fmla="*/ 79378 w 523351"/>
                <a:gd name="connsiteY533" fmla="*/ 412325 h 607070"/>
                <a:gd name="connsiteX534" fmla="*/ 75341 w 523351"/>
                <a:gd name="connsiteY534" fmla="*/ 412325 h 607070"/>
                <a:gd name="connsiteX535" fmla="*/ 67269 w 523351"/>
                <a:gd name="connsiteY535" fmla="*/ 409638 h 607070"/>
                <a:gd name="connsiteX536" fmla="*/ 61887 w 523351"/>
                <a:gd name="connsiteY536" fmla="*/ 402923 h 607070"/>
                <a:gd name="connsiteX537" fmla="*/ 57851 w 523351"/>
                <a:gd name="connsiteY537" fmla="*/ 404266 h 607070"/>
                <a:gd name="connsiteX538" fmla="*/ 53815 w 523351"/>
                <a:gd name="connsiteY538" fmla="*/ 401580 h 607070"/>
                <a:gd name="connsiteX539" fmla="*/ 48434 w 523351"/>
                <a:gd name="connsiteY539" fmla="*/ 401580 h 607070"/>
                <a:gd name="connsiteX540" fmla="*/ 45743 w 523351"/>
                <a:gd name="connsiteY540" fmla="*/ 398894 h 607070"/>
                <a:gd name="connsiteX541" fmla="*/ 44398 w 523351"/>
                <a:gd name="connsiteY541" fmla="*/ 401580 h 607070"/>
                <a:gd name="connsiteX542" fmla="*/ 44398 w 523351"/>
                <a:gd name="connsiteY542" fmla="*/ 405609 h 607070"/>
                <a:gd name="connsiteX543" fmla="*/ 43052 w 523351"/>
                <a:gd name="connsiteY543" fmla="*/ 408295 h 607070"/>
                <a:gd name="connsiteX544" fmla="*/ 45743 w 523351"/>
                <a:gd name="connsiteY544" fmla="*/ 412325 h 607070"/>
                <a:gd name="connsiteX545" fmla="*/ 55161 w 523351"/>
                <a:gd name="connsiteY545" fmla="*/ 409638 h 607070"/>
                <a:gd name="connsiteX546" fmla="*/ 56506 w 523351"/>
                <a:gd name="connsiteY546" fmla="*/ 410982 h 607070"/>
                <a:gd name="connsiteX547" fmla="*/ 52470 w 523351"/>
                <a:gd name="connsiteY547" fmla="*/ 413668 h 607070"/>
                <a:gd name="connsiteX548" fmla="*/ 53815 w 523351"/>
                <a:gd name="connsiteY548" fmla="*/ 415011 h 607070"/>
                <a:gd name="connsiteX549" fmla="*/ 60542 w 523351"/>
                <a:gd name="connsiteY549" fmla="*/ 412325 h 607070"/>
                <a:gd name="connsiteX550" fmla="*/ 63233 w 523351"/>
                <a:gd name="connsiteY550" fmla="*/ 412325 h 607070"/>
                <a:gd name="connsiteX551" fmla="*/ 61887 w 523351"/>
                <a:gd name="connsiteY551" fmla="*/ 415011 h 607070"/>
                <a:gd name="connsiteX552" fmla="*/ 55161 w 523351"/>
                <a:gd name="connsiteY552" fmla="*/ 417697 h 607070"/>
                <a:gd name="connsiteX553" fmla="*/ 51125 w 523351"/>
                <a:gd name="connsiteY553" fmla="*/ 421726 h 607070"/>
                <a:gd name="connsiteX554" fmla="*/ 47088 w 523351"/>
                <a:gd name="connsiteY554" fmla="*/ 420383 h 607070"/>
                <a:gd name="connsiteX555" fmla="*/ 43052 w 523351"/>
                <a:gd name="connsiteY555" fmla="*/ 415011 h 607070"/>
                <a:gd name="connsiteX556" fmla="*/ 40361 w 523351"/>
                <a:gd name="connsiteY556" fmla="*/ 415011 h 607070"/>
                <a:gd name="connsiteX557" fmla="*/ 37671 w 523351"/>
                <a:gd name="connsiteY557" fmla="*/ 417697 h 607070"/>
                <a:gd name="connsiteX558" fmla="*/ 33634 w 523351"/>
                <a:gd name="connsiteY558" fmla="*/ 413668 h 607070"/>
                <a:gd name="connsiteX559" fmla="*/ 30944 w 523351"/>
                <a:gd name="connsiteY559" fmla="*/ 416354 h 607070"/>
                <a:gd name="connsiteX560" fmla="*/ 28253 w 523351"/>
                <a:gd name="connsiteY560" fmla="*/ 415011 h 607070"/>
                <a:gd name="connsiteX561" fmla="*/ 24217 w 523351"/>
                <a:gd name="connsiteY561" fmla="*/ 417697 h 607070"/>
                <a:gd name="connsiteX562" fmla="*/ 25562 w 523351"/>
                <a:gd name="connsiteY562" fmla="*/ 419040 h 607070"/>
                <a:gd name="connsiteX563" fmla="*/ 33634 w 523351"/>
                <a:gd name="connsiteY563" fmla="*/ 420383 h 607070"/>
                <a:gd name="connsiteX564" fmla="*/ 39016 w 523351"/>
                <a:gd name="connsiteY564" fmla="*/ 423069 h 607070"/>
                <a:gd name="connsiteX565" fmla="*/ 45743 w 523351"/>
                <a:gd name="connsiteY565" fmla="*/ 427099 h 607070"/>
                <a:gd name="connsiteX566" fmla="*/ 43052 w 523351"/>
                <a:gd name="connsiteY566" fmla="*/ 431128 h 607070"/>
                <a:gd name="connsiteX567" fmla="*/ 45743 w 523351"/>
                <a:gd name="connsiteY567" fmla="*/ 433814 h 607070"/>
                <a:gd name="connsiteX568" fmla="*/ 41707 w 523351"/>
                <a:gd name="connsiteY568" fmla="*/ 436500 h 607070"/>
                <a:gd name="connsiteX569" fmla="*/ 40361 w 523351"/>
                <a:gd name="connsiteY569" fmla="*/ 433814 h 607070"/>
                <a:gd name="connsiteX570" fmla="*/ 40361 w 523351"/>
                <a:gd name="connsiteY570" fmla="*/ 427099 h 607070"/>
                <a:gd name="connsiteX571" fmla="*/ 36325 w 523351"/>
                <a:gd name="connsiteY571" fmla="*/ 425755 h 607070"/>
                <a:gd name="connsiteX572" fmla="*/ 30944 w 523351"/>
                <a:gd name="connsiteY572" fmla="*/ 427099 h 607070"/>
                <a:gd name="connsiteX573" fmla="*/ 32289 w 523351"/>
                <a:gd name="connsiteY573" fmla="*/ 429785 h 607070"/>
                <a:gd name="connsiteX574" fmla="*/ 32289 w 523351"/>
                <a:gd name="connsiteY574" fmla="*/ 432471 h 607070"/>
                <a:gd name="connsiteX575" fmla="*/ 26908 w 523351"/>
                <a:gd name="connsiteY575" fmla="*/ 429785 h 607070"/>
                <a:gd name="connsiteX576" fmla="*/ 21526 w 523351"/>
                <a:gd name="connsiteY576" fmla="*/ 433814 h 607070"/>
                <a:gd name="connsiteX577" fmla="*/ 26908 w 523351"/>
                <a:gd name="connsiteY577" fmla="*/ 437843 h 607070"/>
                <a:gd name="connsiteX578" fmla="*/ 22872 w 523351"/>
                <a:gd name="connsiteY578" fmla="*/ 437843 h 607070"/>
                <a:gd name="connsiteX579" fmla="*/ 20181 w 523351"/>
                <a:gd name="connsiteY579" fmla="*/ 439186 h 607070"/>
                <a:gd name="connsiteX580" fmla="*/ 18836 w 523351"/>
                <a:gd name="connsiteY580" fmla="*/ 433814 h 607070"/>
                <a:gd name="connsiteX581" fmla="*/ 10763 w 523351"/>
                <a:gd name="connsiteY581" fmla="*/ 433814 h 607070"/>
                <a:gd name="connsiteX582" fmla="*/ 13454 w 523351"/>
                <a:gd name="connsiteY582" fmla="*/ 439186 h 607070"/>
                <a:gd name="connsiteX583" fmla="*/ 9418 w 523351"/>
                <a:gd name="connsiteY583" fmla="*/ 440529 h 607070"/>
                <a:gd name="connsiteX584" fmla="*/ 9418 w 523351"/>
                <a:gd name="connsiteY584" fmla="*/ 436500 h 607070"/>
                <a:gd name="connsiteX585" fmla="*/ 4036 w 523351"/>
                <a:gd name="connsiteY585" fmla="*/ 432471 h 607070"/>
                <a:gd name="connsiteX586" fmla="*/ 2691 w 523351"/>
                <a:gd name="connsiteY586" fmla="*/ 433814 h 607070"/>
                <a:gd name="connsiteX587" fmla="*/ 2691 w 523351"/>
                <a:gd name="connsiteY587" fmla="*/ 436500 h 607070"/>
                <a:gd name="connsiteX588" fmla="*/ 8072 w 523351"/>
                <a:gd name="connsiteY588" fmla="*/ 440529 h 607070"/>
                <a:gd name="connsiteX589" fmla="*/ 5382 w 523351"/>
                <a:gd name="connsiteY589" fmla="*/ 443215 h 607070"/>
                <a:gd name="connsiteX590" fmla="*/ 8072 w 523351"/>
                <a:gd name="connsiteY590" fmla="*/ 445902 h 607070"/>
                <a:gd name="connsiteX591" fmla="*/ 13454 w 523351"/>
                <a:gd name="connsiteY591" fmla="*/ 444559 h 607070"/>
                <a:gd name="connsiteX592" fmla="*/ 21526 w 523351"/>
                <a:gd name="connsiteY592" fmla="*/ 445902 h 607070"/>
                <a:gd name="connsiteX593" fmla="*/ 25562 w 523351"/>
                <a:gd name="connsiteY593" fmla="*/ 448588 h 607070"/>
                <a:gd name="connsiteX594" fmla="*/ 33634 w 523351"/>
                <a:gd name="connsiteY594" fmla="*/ 448588 h 607070"/>
                <a:gd name="connsiteX595" fmla="*/ 36325 w 523351"/>
                <a:gd name="connsiteY595" fmla="*/ 447245 h 607070"/>
                <a:gd name="connsiteX596" fmla="*/ 39016 w 523351"/>
                <a:gd name="connsiteY596" fmla="*/ 447245 h 607070"/>
                <a:gd name="connsiteX597" fmla="*/ 34980 w 523351"/>
                <a:gd name="connsiteY597" fmla="*/ 451274 h 607070"/>
                <a:gd name="connsiteX598" fmla="*/ 28253 w 523351"/>
                <a:gd name="connsiteY598" fmla="*/ 451274 h 607070"/>
                <a:gd name="connsiteX599" fmla="*/ 25562 w 523351"/>
                <a:gd name="connsiteY599" fmla="*/ 452617 h 607070"/>
                <a:gd name="connsiteX600" fmla="*/ 17490 w 523351"/>
                <a:gd name="connsiteY600" fmla="*/ 448588 h 607070"/>
                <a:gd name="connsiteX601" fmla="*/ 12109 w 523351"/>
                <a:gd name="connsiteY601" fmla="*/ 449931 h 607070"/>
                <a:gd name="connsiteX602" fmla="*/ 9418 w 523351"/>
                <a:gd name="connsiteY602" fmla="*/ 448588 h 607070"/>
                <a:gd name="connsiteX603" fmla="*/ 5382 w 523351"/>
                <a:gd name="connsiteY603" fmla="*/ 451274 h 607070"/>
                <a:gd name="connsiteX604" fmla="*/ 0 w 523351"/>
                <a:gd name="connsiteY604" fmla="*/ 452617 h 607070"/>
                <a:gd name="connsiteX605" fmla="*/ 0 w 523351"/>
                <a:gd name="connsiteY605" fmla="*/ 455303 h 607070"/>
                <a:gd name="connsiteX606" fmla="*/ 8072 w 523351"/>
                <a:gd name="connsiteY606" fmla="*/ 457989 h 607070"/>
                <a:gd name="connsiteX607" fmla="*/ 5382 w 523351"/>
                <a:gd name="connsiteY607" fmla="*/ 462018 h 607070"/>
                <a:gd name="connsiteX608" fmla="*/ 9418 w 523351"/>
                <a:gd name="connsiteY608" fmla="*/ 463362 h 607070"/>
                <a:gd name="connsiteX609" fmla="*/ 12109 w 523351"/>
                <a:gd name="connsiteY609" fmla="*/ 460675 h 607070"/>
                <a:gd name="connsiteX610" fmla="*/ 18836 w 523351"/>
                <a:gd name="connsiteY610" fmla="*/ 460675 h 607070"/>
                <a:gd name="connsiteX611" fmla="*/ 13454 w 523351"/>
                <a:gd name="connsiteY611" fmla="*/ 464705 h 607070"/>
                <a:gd name="connsiteX612" fmla="*/ 6727 w 523351"/>
                <a:gd name="connsiteY612" fmla="*/ 464705 h 607070"/>
                <a:gd name="connsiteX613" fmla="*/ 4036 w 523351"/>
                <a:gd name="connsiteY613" fmla="*/ 466048 h 607070"/>
                <a:gd name="connsiteX614" fmla="*/ 2691 w 523351"/>
                <a:gd name="connsiteY614" fmla="*/ 464705 h 607070"/>
                <a:gd name="connsiteX615" fmla="*/ 2691 w 523351"/>
                <a:gd name="connsiteY615" fmla="*/ 466048 h 607070"/>
                <a:gd name="connsiteX616" fmla="*/ 5382 w 523351"/>
                <a:gd name="connsiteY616" fmla="*/ 467391 h 607070"/>
                <a:gd name="connsiteX617" fmla="*/ 9418 w 523351"/>
                <a:gd name="connsiteY617" fmla="*/ 467391 h 607070"/>
                <a:gd name="connsiteX618" fmla="*/ 4036 w 523351"/>
                <a:gd name="connsiteY618" fmla="*/ 470077 h 607070"/>
                <a:gd name="connsiteX619" fmla="*/ 2691 w 523351"/>
                <a:gd name="connsiteY619" fmla="*/ 471420 h 607070"/>
                <a:gd name="connsiteX620" fmla="*/ 2691 w 523351"/>
                <a:gd name="connsiteY620" fmla="*/ 474106 h 607070"/>
                <a:gd name="connsiteX621" fmla="*/ 5382 w 523351"/>
                <a:gd name="connsiteY621" fmla="*/ 475449 h 607070"/>
                <a:gd name="connsiteX622" fmla="*/ 6727 w 523351"/>
                <a:gd name="connsiteY622" fmla="*/ 478135 h 607070"/>
                <a:gd name="connsiteX623" fmla="*/ 13454 w 523351"/>
                <a:gd name="connsiteY623" fmla="*/ 478135 h 607070"/>
                <a:gd name="connsiteX624" fmla="*/ 16145 w 523351"/>
                <a:gd name="connsiteY624" fmla="*/ 475449 h 607070"/>
                <a:gd name="connsiteX625" fmla="*/ 24217 w 523351"/>
                <a:gd name="connsiteY625" fmla="*/ 474106 h 607070"/>
                <a:gd name="connsiteX626" fmla="*/ 29598 w 523351"/>
                <a:gd name="connsiteY626" fmla="*/ 475449 h 607070"/>
                <a:gd name="connsiteX627" fmla="*/ 30944 w 523351"/>
                <a:gd name="connsiteY627" fmla="*/ 476792 h 607070"/>
                <a:gd name="connsiteX628" fmla="*/ 34980 w 523351"/>
                <a:gd name="connsiteY628" fmla="*/ 475449 h 607070"/>
                <a:gd name="connsiteX629" fmla="*/ 34980 w 523351"/>
                <a:gd name="connsiteY629" fmla="*/ 471420 h 607070"/>
                <a:gd name="connsiteX630" fmla="*/ 37671 w 523351"/>
                <a:gd name="connsiteY630" fmla="*/ 470077 h 607070"/>
                <a:gd name="connsiteX631" fmla="*/ 39016 w 523351"/>
                <a:gd name="connsiteY631" fmla="*/ 472763 h 607070"/>
                <a:gd name="connsiteX632" fmla="*/ 43052 w 523351"/>
                <a:gd name="connsiteY632" fmla="*/ 472763 h 607070"/>
                <a:gd name="connsiteX633" fmla="*/ 48434 w 523351"/>
                <a:gd name="connsiteY633" fmla="*/ 468734 h 607070"/>
                <a:gd name="connsiteX634" fmla="*/ 51125 w 523351"/>
                <a:gd name="connsiteY634" fmla="*/ 470077 h 607070"/>
                <a:gd name="connsiteX635" fmla="*/ 49779 w 523351"/>
                <a:gd name="connsiteY635" fmla="*/ 472763 h 607070"/>
                <a:gd name="connsiteX636" fmla="*/ 47088 w 523351"/>
                <a:gd name="connsiteY636" fmla="*/ 474106 h 607070"/>
                <a:gd name="connsiteX637" fmla="*/ 52470 w 523351"/>
                <a:gd name="connsiteY637" fmla="*/ 475449 h 607070"/>
                <a:gd name="connsiteX638" fmla="*/ 55161 w 523351"/>
                <a:gd name="connsiteY638" fmla="*/ 472763 h 607070"/>
                <a:gd name="connsiteX639" fmla="*/ 53815 w 523351"/>
                <a:gd name="connsiteY639" fmla="*/ 470077 h 607070"/>
                <a:gd name="connsiteX640" fmla="*/ 57851 w 523351"/>
                <a:gd name="connsiteY640" fmla="*/ 464705 h 607070"/>
                <a:gd name="connsiteX641" fmla="*/ 56506 w 523351"/>
                <a:gd name="connsiteY641" fmla="*/ 468734 h 607070"/>
                <a:gd name="connsiteX642" fmla="*/ 60542 w 523351"/>
                <a:gd name="connsiteY642" fmla="*/ 474106 h 607070"/>
                <a:gd name="connsiteX643" fmla="*/ 57851 w 523351"/>
                <a:gd name="connsiteY643" fmla="*/ 478135 h 607070"/>
                <a:gd name="connsiteX644" fmla="*/ 51125 w 523351"/>
                <a:gd name="connsiteY644" fmla="*/ 479479 h 607070"/>
                <a:gd name="connsiteX645" fmla="*/ 47088 w 523351"/>
                <a:gd name="connsiteY645" fmla="*/ 482165 h 607070"/>
                <a:gd name="connsiteX646" fmla="*/ 49779 w 523351"/>
                <a:gd name="connsiteY646" fmla="*/ 483508 h 607070"/>
                <a:gd name="connsiteX647" fmla="*/ 47088 w 523351"/>
                <a:gd name="connsiteY647" fmla="*/ 487537 h 607070"/>
                <a:gd name="connsiteX648" fmla="*/ 41707 w 523351"/>
                <a:gd name="connsiteY648" fmla="*/ 487537 h 607070"/>
                <a:gd name="connsiteX649" fmla="*/ 41707 w 523351"/>
                <a:gd name="connsiteY649" fmla="*/ 484851 h 607070"/>
                <a:gd name="connsiteX650" fmla="*/ 44398 w 523351"/>
                <a:gd name="connsiteY650" fmla="*/ 482165 h 607070"/>
                <a:gd name="connsiteX651" fmla="*/ 43052 w 523351"/>
                <a:gd name="connsiteY651" fmla="*/ 478135 h 607070"/>
                <a:gd name="connsiteX652" fmla="*/ 39016 w 523351"/>
                <a:gd name="connsiteY652" fmla="*/ 476792 h 607070"/>
                <a:gd name="connsiteX653" fmla="*/ 33634 w 523351"/>
                <a:gd name="connsiteY653" fmla="*/ 482165 h 607070"/>
                <a:gd name="connsiteX654" fmla="*/ 32289 w 523351"/>
                <a:gd name="connsiteY654" fmla="*/ 484851 h 607070"/>
                <a:gd name="connsiteX655" fmla="*/ 28253 w 523351"/>
                <a:gd name="connsiteY655" fmla="*/ 480822 h 607070"/>
                <a:gd name="connsiteX656" fmla="*/ 24217 w 523351"/>
                <a:gd name="connsiteY656" fmla="*/ 479479 h 607070"/>
                <a:gd name="connsiteX657" fmla="*/ 18836 w 523351"/>
                <a:gd name="connsiteY657" fmla="*/ 480822 h 607070"/>
                <a:gd name="connsiteX658" fmla="*/ 16145 w 523351"/>
                <a:gd name="connsiteY658" fmla="*/ 479479 h 607070"/>
                <a:gd name="connsiteX659" fmla="*/ 9418 w 523351"/>
                <a:gd name="connsiteY659" fmla="*/ 482165 h 607070"/>
                <a:gd name="connsiteX660" fmla="*/ 5382 w 523351"/>
                <a:gd name="connsiteY660" fmla="*/ 482165 h 607070"/>
                <a:gd name="connsiteX661" fmla="*/ 2691 w 523351"/>
                <a:gd name="connsiteY661" fmla="*/ 480822 h 607070"/>
                <a:gd name="connsiteX662" fmla="*/ 1345 w 523351"/>
                <a:gd name="connsiteY662" fmla="*/ 480822 h 607070"/>
                <a:gd name="connsiteX663" fmla="*/ 2691 w 523351"/>
                <a:gd name="connsiteY663" fmla="*/ 486194 h 607070"/>
                <a:gd name="connsiteX664" fmla="*/ 1345 w 523351"/>
                <a:gd name="connsiteY664" fmla="*/ 487537 h 607070"/>
                <a:gd name="connsiteX665" fmla="*/ 4036 w 523351"/>
                <a:gd name="connsiteY665" fmla="*/ 490223 h 607070"/>
                <a:gd name="connsiteX666" fmla="*/ 8072 w 523351"/>
                <a:gd name="connsiteY666" fmla="*/ 488880 h 607070"/>
                <a:gd name="connsiteX667" fmla="*/ 9418 w 523351"/>
                <a:gd name="connsiteY667" fmla="*/ 487537 h 607070"/>
                <a:gd name="connsiteX668" fmla="*/ 13454 w 523351"/>
                <a:gd name="connsiteY668" fmla="*/ 487537 h 607070"/>
                <a:gd name="connsiteX669" fmla="*/ 9418 w 523351"/>
                <a:gd name="connsiteY669" fmla="*/ 490223 h 607070"/>
                <a:gd name="connsiteX670" fmla="*/ 9418 w 523351"/>
                <a:gd name="connsiteY670" fmla="*/ 494252 h 607070"/>
                <a:gd name="connsiteX671" fmla="*/ 8072 w 523351"/>
                <a:gd name="connsiteY671" fmla="*/ 496938 h 607070"/>
                <a:gd name="connsiteX672" fmla="*/ 4036 w 523351"/>
                <a:gd name="connsiteY672" fmla="*/ 494252 h 607070"/>
                <a:gd name="connsiteX673" fmla="*/ 5382 w 523351"/>
                <a:gd name="connsiteY673" fmla="*/ 499625 h 607070"/>
                <a:gd name="connsiteX674" fmla="*/ 9418 w 523351"/>
                <a:gd name="connsiteY674" fmla="*/ 502311 h 607070"/>
                <a:gd name="connsiteX675" fmla="*/ 16145 w 523351"/>
                <a:gd name="connsiteY675" fmla="*/ 494252 h 607070"/>
                <a:gd name="connsiteX676" fmla="*/ 21526 w 523351"/>
                <a:gd name="connsiteY676" fmla="*/ 496938 h 607070"/>
                <a:gd name="connsiteX677" fmla="*/ 18836 w 523351"/>
                <a:gd name="connsiteY677" fmla="*/ 499625 h 607070"/>
                <a:gd name="connsiteX678" fmla="*/ 18836 w 523351"/>
                <a:gd name="connsiteY678" fmla="*/ 503654 h 607070"/>
                <a:gd name="connsiteX679" fmla="*/ 13454 w 523351"/>
                <a:gd name="connsiteY679" fmla="*/ 506340 h 607070"/>
                <a:gd name="connsiteX680" fmla="*/ 14799 w 523351"/>
                <a:gd name="connsiteY680" fmla="*/ 507683 h 607070"/>
                <a:gd name="connsiteX681" fmla="*/ 17490 w 523351"/>
                <a:gd name="connsiteY681" fmla="*/ 509026 h 607070"/>
                <a:gd name="connsiteX682" fmla="*/ 16145 w 523351"/>
                <a:gd name="connsiteY682" fmla="*/ 511712 h 607070"/>
                <a:gd name="connsiteX683" fmla="*/ 18836 w 523351"/>
                <a:gd name="connsiteY683" fmla="*/ 515742 h 607070"/>
                <a:gd name="connsiteX684" fmla="*/ 17490 w 523351"/>
                <a:gd name="connsiteY684" fmla="*/ 521114 h 607070"/>
                <a:gd name="connsiteX685" fmla="*/ 18836 w 523351"/>
                <a:gd name="connsiteY685" fmla="*/ 521114 h 607070"/>
                <a:gd name="connsiteX686" fmla="*/ 22872 w 523351"/>
                <a:gd name="connsiteY686" fmla="*/ 515742 h 607070"/>
                <a:gd name="connsiteX687" fmla="*/ 26908 w 523351"/>
                <a:gd name="connsiteY687" fmla="*/ 513055 h 607070"/>
                <a:gd name="connsiteX688" fmla="*/ 26908 w 523351"/>
                <a:gd name="connsiteY688" fmla="*/ 507683 h 607070"/>
                <a:gd name="connsiteX689" fmla="*/ 36325 w 523351"/>
                <a:gd name="connsiteY689" fmla="*/ 503654 h 607070"/>
                <a:gd name="connsiteX690" fmla="*/ 41707 w 523351"/>
                <a:gd name="connsiteY690" fmla="*/ 504997 h 607070"/>
                <a:gd name="connsiteX691" fmla="*/ 44398 w 523351"/>
                <a:gd name="connsiteY691" fmla="*/ 503654 h 607070"/>
                <a:gd name="connsiteX692" fmla="*/ 43052 w 523351"/>
                <a:gd name="connsiteY692" fmla="*/ 504997 h 607070"/>
                <a:gd name="connsiteX693" fmla="*/ 37671 w 523351"/>
                <a:gd name="connsiteY693" fmla="*/ 509026 h 607070"/>
                <a:gd name="connsiteX694" fmla="*/ 37671 w 523351"/>
                <a:gd name="connsiteY694" fmla="*/ 514399 h 607070"/>
                <a:gd name="connsiteX695" fmla="*/ 39016 w 523351"/>
                <a:gd name="connsiteY695" fmla="*/ 518428 h 607070"/>
                <a:gd name="connsiteX696" fmla="*/ 34980 w 523351"/>
                <a:gd name="connsiteY696" fmla="*/ 515742 h 607070"/>
                <a:gd name="connsiteX697" fmla="*/ 34980 w 523351"/>
                <a:gd name="connsiteY697" fmla="*/ 510369 h 607070"/>
                <a:gd name="connsiteX698" fmla="*/ 32289 w 523351"/>
                <a:gd name="connsiteY698" fmla="*/ 510369 h 607070"/>
                <a:gd name="connsiteX699" fmla="*/ 28253 w 523351"/>
                <a:gd name="connsiteY699" fmla="*/ 515742 h 607070"/>
                <a:gd name="connsiteX700" fmla="*/ 25562 w 523351"/>
                <a:gd name="connsiteY700" fmla="*/ 517085 h 607070"/>
                <a:gd name="connsiteX701" fmla="*/ 30944 w 523351"/>
                <a:gd name="connsiteY701" fmla="*/ 518428 h 607070"/>
                <a:gd name="connsiteX702" fmla="*/ 26908 w 523351"/>
                <a:gd name="connsiteY702" fmla="*/ 523800 h 607070"/>
                <a:gd name="connsiteX703" fmla="*/ 22872 w 523351"/>
                <a:gd name="connsiteY703" fmla="*/ 523800 h 607070"/>
                <a:gd name="connsiteX704" fmla="*/ 21526 w 523351"/>
                <a:gd name="connsiteY704" fmla="*/ 527829 h 607070"/>
                <a:gd name="connsiteX705" fmla="*/ 24217 w 523351"/>
                <a:gd name="connsiteY705" fmla="*/ 529172 h 607070"/>
                <a:gd name="connsiteX706" fmla="*/ 30944 w 523351"/>
                <a:gd name="connsiteY706" fmla="*/ 529172 h 607070"/>
                <a:gd name="connsiteX707" fmla="*/ 32289 w 523351"/>
                <a:gd name="connsiteY707" fmla="*/ 531859 h 607070"/>
                <a:gd name="connsiteX708" fmla="*/ 28253 w 523351"/>
                <a:gd name="connsiteY708" fmla="*/ 531859 h 607070"/>
                <a:gd name="connsiteX709" fmla="*/ 25562 w 523351"/>
                <a:gd name="connsiteY709" fmla="*/ 534545 h 607070"/>
                <a:gd name="connsiteX710" fmla="*/ 25562 w 523351"/>
                <a:gd name="connsiteY710" fmla="*/ 538574 h 607070"/>
                <a:gd name="connsiteX711" fmla="*/ 20181 w 523351"/>
                <a:gd name="connsiteY711" fmla="*/ 534545 h 607070"/>
                <a:gd name="connsiteX712" fmla="*/ 17490 w 523351"/>
                <a:gd name="connsiteY712" fmla="*/ 535888 h 607070"/>
                <a:gd name="connsiteX713" fmla="*/ 16145 w 523351"/>
                <a:gd name="connsiteY713" fmla="*/ 539917 h 607070"/>
                <a:gd name="connsiteX714" fmla="*/ 14799 w 523351"/>
                <a:gd name="connsiteY714" fmla="*/ 535888 h 607070"/>
                <a:gd name="connsiteX715" fmla="*/ 12109 w 523351"/>
                <a:gd name="connsiteY715" fmla="*/ 537231 h 607070"/>
                <a:gd name="connsiteX716" fmla="*/ 8072 w 523351"/>
                <a:gd name="connsiteY716" fmla="*/ 543946 h 607070"/>
                <a:gd name="connsiteX717" fmla="*/ 9418 w 523351"/>
                <a:gd name="connsiteY717" fmla="*/ 547975 h 607070"/>
                <a:gd name="connsiteX718" fmla="*/ 16145 w 523351"/>
                <a:gd name="connsiteY718" fmla="*/ 556034 h 607070"/>
                <a:gd name="connsiteX719" fmla="*/ 17490 w 523351"/>
                <a:gd name="connsiteY719" fmla="*/ 552005 h 607070"/>
                <a:gd name="connsiteX720" fmla="*/ 18836 w 523351"/>
                <a:gd name="connsiteY720" fmla="*/ 553348 h 607070"/>
                <a:gd name="connsiteX721" fmla="*/ 22872 w 523351"/>
                <a:gd name="connsiteY721" fmla="*/ 550662 h 607070"/>
                <a:gd name="connsiteX722" fmla="*/ 21526 w 523351"/>
                <a:gd name="connsiteY722" fmla="*/ 549319 h 607070"/>
                <a:gd name="connsiteX723" fmla="*/ 24217 w 523351"/>
                <a:gd name="connsiteY723" fmla="*/ 543946 h 607070"/>
                <a:gd name="connsiteX724" fmla="*/ 29598 w 523351"/>
                <a:gd name="connsiteY724" fmla="*/ 547975 h 607070"/>
                <a:gd name="connsiteX725" fmla="*/ 26908 w 523351"/>
                <a:gd name="connsiteY725" fmla="*/ 549319 h 607070"/>
                <a:gd name="connsiteX726" fmla="*/ 29598 w 523351"/>
                <a:gd name="connsiteY726" fmla="*/ 553348 h 607070"/>
                <a:gd name="connsiteX727" fmla="*/ 29598 w 523351"/>
                <a:gd name="connsiteY727" fmla="*/ 557377 h 607070"/>
                <a:gd name="connsiteX728" fmla="*/ 25562 w 523351"/>
                <a:gd name="connsiteY728" fmla="*/ 560063 h 607070"/>
                <a:gd name="connsiteX729" fmla="*/ 28253 w 523351"/>
                <a:gd name="connsiteY729" fmla="*/ 566779 h 607070"/>
                <a:gd name="connsiteX730" fmla="*/ 30944 w 523351"/>
                <a:gd name="connsiteY730" fmla="*/ 564092 h 607070"/>
                <a:gd name="connsiteX731" fmla="*/ 37671 w 523351"/>
                <a:gd name="connsiteY731" fmla="*/ 562749 h 607070"/>
                <a:gd name="connsiteX732" fmla="*/ 40361 w 523351"/>
                <a:gd name="connsiteY732" fmla="*/ 566779 h 607070"/>
                <a:gd name="connsiteX733" fmla="*/ 34980 w 523351"/>
                <a:gd name="connsiteY733" fmla="*/ 566779 h 607070"/>
                <a:gd name="connsiteX734" fmla="*/ 32289 w 523351"/>
                <a:gd name="connsiteY734" fmla="*/ 568122 h 607070"/>
                <a:gd name="connsiteX735" fmla="*/ 34980 w 523351"/>
                <a:gd name="connsiteY735" fmla="*/ 572151 h 607070"/>
                <a:gd name="connsiteX736" fmla="*/ 33634 w 523351"/>
                <a:gd name="connsiteY736" fmla="*/ 574837 h 607070"/>
                <a:gd name="connsiteX737" fmla="*/ 24217 w 523351"/>
                <a:gd name="connsiteY737" fmla="*/ 568122 h 607070"/>
                <a:gd name="connsiteX738" fmla="*/ 21526 w 523351"/>
                <a:gd name="connsiteY738" fmla="*/ 569465 h 607070"/>
                <a:gd name="connsiteX739" fmla="*/ 18836 w 523351"/>
                <a:gd name="connsiteY739" fmla="*/ 566779 h 607070"/>
                <a:gd name="connsiteX740" fmla="*/ 14799 w 523351"/>
                <a:gd name="connsiteY740" fmla="*/ 566779 h 607070"/>
                <a:gd name="connsiteX741" fmla="*/ 14799 w 523351"/>
                <a:gd name="connsiteY741" fmla="*/ 570808 h 607070"/>
                <a:gd name="connsiteX742" fmla="*/ 12109 w 523351"/>
                <a:gd name="connsiteY742" fmla="*/ 573494 h 607070"/>
                <a:gd name="connsiteX743" fmla="*/ 18836 w 523351"/>
                <a:gd name="connsiteY743" fmla="*/ 584238 h 607070"/>
                <a:gd name="connsiteX744" fmla="*/ 24217 w 523351"/>
                <a:gd name="connsiteY744" fmla="*/ 585582 h 607070"/>
                <a:gd name="connsiteX745" fmla="*/ 30944 w 523351"/>
                <a:gd name="connsiteY745" fmla="*/ 592297 h 607070"/>
                <a:gd name="connsiteX746" fmla="*/ 40361 w 523351"/>
                <a:gd name="connsiteY746" fmla="*/ 594983 h 607070"/>
                <a:gd name="connsiteX747" fmla="*/ 41707 w 523351"/>
                <a:gd name="connsiteY747" fmla="*/ 599012 h 607070"/>
                <a:gd name="connsiteX748" fmla="*/ 39016 w 523351"/>
                <a:gd name="connsiteY748" fmla="*/ 600355 h 607070"/>
                <a:gd name="connsiteX749" fmla="*/ 43052 w 523351"/>
                <a:gd name="connsiteY749" fmla="*/ 603042 h 607070"/>
                <a:gd name="connsiteX750" fmla="*/ 47088 w 523351"/>
                <a:gd name="connsiteY750" fmla="*/ 601699 h 607070"/>
                <a:gd name="connsiteX751" fmla="*/ 45743 w 523351"/>
                <a:gd name="connsiteY751" fmla="*/ 596326 h 607070"/>
                <a:gd name="connsiteX752" fmla="*/ 48434 w 523351"/>
                <a:gd name="connsiteY752" fmla="*/ 596326 h 607070"/>
                <a:gd name="connsiteX753" fmla="*/ 51125 w 523351"/>
                <a:gd name="connsiteY753" fmla="*/ 599012 h 607070"/>
                <a:gd name="connsiteX754" fmla="*/ 51125 w 523351"/>
                <a:gd name="connsiteY754" fmla="*/ 600355 h 607070"/>
                <a:gd name="connsiteX755" fmla="*/ 56506 w 523351"/>
                <a:gd name="connsiteY755" fmla="*/ 607071 h 607070"/>
                <a:gd name="connsiteX756" fmla="*/ 57851 w 523351"/>
                <a:gd name="connsiteY756" fmla="*/ 604385 h 607070"/>
                <a:gd name="connsiteX757" fmla="*/ 60542 w 523351"/>
                <a:gd name="connsiteY757" fmla="*/ 605728 h 607070"/>
                <a:gd name="connsiteX758" fmla="*/ 64578 w 523351"/>
                <a:gd name="connsiteY758" fmla="*/ 603042 h 607070"/>
                <a:gd name="connsiteX759" fmla="*/ 69960 w 523351"/>
                <a:gd name="connsiteY759" fmla="*/ 597669 h 607070"/>
                <a:gd name="connsiteX760" fmla="*/ 72651 w 523351"/>
                <a:gd name="connsiteY760" fmla="*/ 597669 h 607070"/>
                <a:gd name="connsiteX761" fmla="*/ 75341 w 523351"/>
                <a:gd name="connsiteY761" fmla="*/ 594983 h 607070"/>
                <a:gd name="connsiteX762" fmla="*/ 76687 w 523351"/>
                <a:gd name="connsiteY762" fmla="*/ 594983 h 607070"/>
                <a:gd name="connsiteX763" fmla="*/ 76687 w 523351"/>
                <a:gd name="connsiteY763" fmla="*/ 599012 h 607070"/>
                <a:gd name="connsiteX764" fmla="*/ 80723 w 523351"/>
                <a:gd name="connsiteY764" fmla="*/ 599012 h 607070"/>
                <a:gd name="connsiteX765" fmla="*/ 88795 w 523351"/>
                <a:gd name="connsiteY765" fmla="*/ 590954 h 607070"/>
                <a:gd name="connsiteX766" fmla="*/ 88795 w 523351"/>
                <a:gd name="connsiteY766" fmla="*/ 586925 h 607070"/>
                <a:gd name="connsiteX767" fmla="*/ 84759 w 523351"/>
                <a:gd name="connsiteY767" fmla="*/ 582895 h 607070"/>
                <a:gd name="connsiteX768" fmla="*/ 91486 w 523351"/>
                <a:gd name="connsiteY768" fmla="*/ 586925 h 607070"/>
                <a:gd name="connsiteX769" fmla="*/ 96867 w 523351"/>
                <a:gd name="connsiteY769" fmla="*/ 581552 h 607070"/>
                <a:gd name="connsiteX770" fmla="*/ 95522 w 523351"/>
                <a:gd name="connsiteY770" fmla="*/ 578866 h 607070"/>
                <a:gd name="connsiteX771" fmla="*/ 99558 w 523351"/>
                <a:gd name="connsiteY771" fmla="*/ 577523 h 607070"/>
                <a:gd name="connsiteX772" fmla="*/ 98213 w 523351"/>
                <a:gd name="connsiteY772" fmla="*/ 573494 h 607070"/>
                <a:gd name="connsiteX773" fmla="*/ 102249 w 523351"/>
                <a:gd name="connsiteY773" fmla="*/ 570808 h 607070"/>
                <a:gd name="connsiteX774" fmla="*/ 107630 w 523351"/>
                <a:gd name="connsiteY774" fmla="*/ 570808 h 607070"/>
                <a:gd name="connsiteX775" fmla="*/ 107630 w 523351"/>
                <a:gd name="connsiteY775" fmla="*/ 566779 h 607070"/>
                <a:gd name="connsiteX776" fmla="*/ 103594 w 523351"/>
                <a:gd name="connsiteY776" fmla="*/ 561406 h 607070"/>
                <a:gd name="connsiteX777" fmla="*/ 104940 w 523351"/>
                <a:gd name="connsiteY777" fmla="*/ 558720 h 607070"/>
                <a:gd name="connsiteX778" fmla="*/ 102249 w 523351"/>
                <a:gd name="connsiteY778" fmla="*/ 553348 h 607070"/>
                <a:gd name="connsiteX779" fmla="*/ 96867 w 523351"/>
                <a:gd name="connsiteY779" fmla="*/ 550662 h 607070"/>
                <a:gd name="connsiteX780" fmla="*/ 96867 w 523351"/>
                <a:gd name="connsiteY780" fmla="*/ 546632 h 607070"/>
                <a:gd name="connsiteX781" fmla="*/ 99558 w 523351"/>
                <a:gd name="connsiteY781" fmla="*/ 547975 h 607070"/>
                <a:gd name="connsiteX782" fmla="*/ 104940 w 523351"/>
                <a:gd name="connsiteY782" fmla="*/ 553348 h 607070"/>
                <a:gd name="connsiteX783" fmla="*/ 107630 w 523351"/>
                <a:gd name="connsiteY783" fmla="*/ 560063 h 607070"/>
                <a:gd name="connsiteX784" fmla="*/ 108976 w 523351"/>
                <a:gd name="connsiteY784" fmla="*/ 562749 h 607070"/>
                <a:gd name="connsiteX785" fmla="*/ 111667 w 523351"/>
                <a:gd name="connsiteY785" fmla="*/ 562749 h 607070"/>
                <a:gd name="connsiteX786" fmla="*/ 111667 w 523351"/>
                <a:gd name="connsiteY786" fmla="*/ 565435 h 607070"/>
                <a:gd name="connsiteX787" fmla="*/ 113012 w 523351"/>
                <a:gd name="connsiteY787" fmla="*/ 568122 h 607070"/>
                <a:gd name="connsiteX788" fmla="*/ 118393 w 523351"/>
                <a:gd name="connsiteY788" fmla="*/ 566779 h 607070"/>
                <a:gd name="connsiteX789" fmla="*/ 117048 w 523351"/>
                <a:gd name="connsiteY789" fmla="*/ 564092 h 607070"/>
                <a:gd name="connsiteX790" fmla="*/ 114357 w 523351"/>
                <a:gd name="connsiteY790" fmla="*/ 561406 h 607070"/>
                <a:gd name="connsiteX791" fmla="*/ 117048 w 523351"/>
                <a:gd name="connsiteY791" fmla="*/ 558720 h 607070"/>
                <a:gd name="connsiteX792" fmla="*/ 121084 w 523351"/>
                <a:gd name="connsiteY792" fmla="*/ 562749 h 607070"/>
                <a:gd name="connsiteX793" fmla="*/ 121084 w 523351"/>
                <a:gd name="connsiteY793" fmla="*/ 564092 h 607070"/>
                <a:gd name="connsiteX794" fmla="*/ 127811 w 523351"/>
                <a:gd name="connsiteY794" fmla="*/ 558720 h 607070"/>
                <a:gd name="connsiteX795" fmla="*/ 129156 w 523351"/>
                <a:gd name="connsiteY795" fmla="*/ 552005 h 607070"/>
                <a:gd name="connsiteX796" fmla="*/ 127811 w 523351"/>
                <a:gd name="connsiteY796" fmla="*/ 547975 h 607070"/>
                <a:gd name="connsiteX797" fmla="*/ 123775 w 523351"/>
                <a:gd name="connsiteY797" fmla="*/ 546632 h 607070"/>
                <a:gd name="connsiteX798" fmla="*/ 122429 w 523351"/>
                <a:gd name="connsiteY798" fmla="*/ 542603 h 607070"/>
                <a:gd name="connsiteX799" fmla="*/ 125120 w 523351"/>
                <a:gd name="connsiteY799" fmla="*/ 541260 h 607070"/>
                <a:gd name="connsiteX800" fmla="*/ 125120 w 523351"/>
                <a:gd name="connsiteY800" fmla="*/ 539917 h 607070"/>
                <a:gd name="connsiteX801" fmla="*/ 127811 w 523351"/>
                <a:gd name="connsiteY801" fmla="*/ 538574 h 607070"/>
                <a:gd name="connsiteX802" fmla="*/ 129156 w 523351"/>
                <a:gd name="connsiteY802" fmla="*/ 537231 h 607070"/>
                <a:gd name="connsiteX803" fmla="*/ 126466 w 523351"/>
                <a:gd name="connsiteY803" fmla="*/ 533202 h 607070"/>
                <a:gd name="connsiteX804" fmla="*/ 127811 w 523351"/>
                <a:gd name="connsiteY804" fmla="*/ 529172 h 607070"/>
                <a:gd name="connsiteX805" fmla="*/ 130502 w 523351"/>
                <a:gd name="connsiteY805" fmla="*/ 526486 h 607070"/>
                <a:gd name="connsiteX806" fmla="*/ 134538 w 523351"/>
                <a:gd name="connsiteY806" fmla="*/ 529172 h 607070"/>
                <a:gd name="connsiteX807" fmla="*/ 131847 w 523351"/>
                <a:gd name="connsiteY807" fmla="*/ 534545 h 607070"/>
                <a:gd name="connsiteX808" fmla="*/ 133193 w 523351"/>
                <a:gd name="connsiteY808" fmla="*/ 539917 h 607070"/>
                <a:gd name="connsiteX809" fmla="*/ 131847 w 523351"/>
                <a:gd name="connsiteY809" fmla="*/ 545289 h 607070"/>
                <a:gd name="connsiteX810" fmla="*/ 134538 w 523351"/>
                <a:gd name="connsiteY810" fmla="*/ 549319 h 607070"/>
                <a:gd name="connsiteX811" fmla="*/ 135883 w 523351"/>
                <a:gd name="connsiteY811" fmla="*/ 553348 h 607070"/>
                <a:gd name="connsiteX812" fmla="*/ 141265 w 523351"/>
                <a:gd name="connsiteY812" fmla="*/ 558720 h 607070"/>
                <a:gd name="connsiteX813" fmla="*/ 146646 w 523351"/>
                <a:gd name="connsiteY813" fmla="*/ 557377 h 607070"/>
                <a:gd name="connsiteX814" fmla="*/ 149337 w 523351"/>
                <a:gd name="connsiteY814" fmla="*/ 560063 h 607070"/>
                <a:gd name="connsiteX815" fmla="*/ 147991 w 523351"/>
                <a:gd name="connsiteY815" fmla="*/ 561406 h 607070"/>
                <a:gd name="connsiteX816" fmla="*/ 150682 w 523351"/>
                <a:gd name="connsiteY816" fmla="*/ 564092 h 607070"/>
                <a:gd name="connsiteX817" fmla="*/ 154718 w 523351"/>
                <a:gd name="connsiteY817" fmla="*/ 569465 h 607070"/>
                <a:gd name="connsiteX818" fmla="*/ 157409 w 523351"/>
                <a:gd name="connsiteY818" fmla="*/ 564092 h 607070"/>
                <a:gd name="connsiteX819" fmla="*/ 156064 w 523351"/>
                <a:gd name="connsiteY819" fmla="*/ 547975 h 607070"/>
                <a:gd name="connsiteX820" fmla="*/ 152028 w 523351"/>
                <a:gd name="connsiteY820" fmla="*/ 541260 h 607070"/>
                <a:gd name="connsiteX821" fmla="*/ 153373 w 523351"/>
                <a:gd name="connsiteY821" fmla="*/ 537231 h 607070"/>
                <a:gd name="connsiteX822" fmla="*/ 157409 w 523351"/>
                <a:gd name="connsiteY822" fmla="*/ 534545 h 607070"/>
                <a:gd name="connsiteX823" fmla="*/ 154718 w 523351"/>
                <a:gd name="connsiteY823" fmla="*/ 529172 h 607070"/>
                <a:gd name="connsiteX824" fmla="*/ 157409 w 523351"/>
                <a:gd name="connsiteY824" fmla="*/ 526486 h 607070"/>
                <a:gd name="connsiteX825" fmla="*/ 164136 w 523351"/>
                <a:gd name="connsiteY825" fmla="*/ 526486 h 607070"/>
                <a:gd name="connsiteX826" fmla="*/ 166827 w 523351"/>
                <a:gd name="connsiteY826" fmla="*/ 522457 h 607070"/>
                <a:gd name="connsiteX827" fmla="*/ 166827 w 523351"/>
                <a:gd name="connsiteY827" fmla="*/ 517085 h 607070"/>
                <a:gd name="connsiteX828" fmla="*/ 170863 w 523351"/>
                <a:gd name="connsiteY828" fmla="*/ 509026 h 607070"/>
                <a:gd name="connsiteX829" fmla="*/ 166827 w 523351"/>
                <a:gd name="connsiteY829" fmla="*/ 503654 h 607070"/>
                <a:gd name="connsiteX830" fmla="*/ 164136 w 523351"/>
                <a:gd name="connsiteY830" fmla="*/ 491566 h 607070"/>
                <a:gd name="connsiteX831" fmla="*/ 160100 w 523351"/>
                <a:gd name="connsiteY831" fmla="*/ 482165 h 607070"/>
                <a:gd name="connsiteX832" fmla="*/ 160100 w 523351"/>
                <a:gd name="connsiteY832" fmla="*/ 478135 h 607070"/>
                <a:gd name="connsiteX833" fmla="*/ 172208 w 523351"/>
                <a:gd name="connsiteY833" fmla="*/ 474106 h 607070"/>
                <a:gd name="connsiteX834" fmla="*/ 172208 w 523351"/>
                <a:gd name="connsiteY834" fmla="*/ 464705 h 607070"/>
                <a:gd name="connsiteX835" fmla="*/ 174899 w 523351"/>
                <a:gd name="connsiteY835" fmla="*/ 459332 h 607070"/>
                <a:gd name="connsiteX836" fmla="*/ 165482 w 523351"/>
                <a:gd name="connsiteY836" fmla="*/ 449931 h 607070"/>
                <a:gd name="connsiteX837" fmla="*/ 158755 w 523351"/>
                <a:gd name="connsiteY837" fmla="*/ 445902 h 607070"/>
                <a:gd name="connsiteX838" fmla="*/ 157409 w 523351"/>
                <a:gd name="connsiteY838" fmla="*/ 436500 h 607070"/>
                <a:gd name="connsiteX839" fmla="*/ 160100 w 523351"/>
                <a:gd name="connsiteY839" fmla="*/ 427099 h 607070"/>
                <a:gd name="connsiteX840" fmla="*/ 158755 w 523351"/>
                <a:gd name="connsiteY840" fmla="*/ 416354 h 607070"/>
                <a:gd name="connsiteX841" fmla="*/ 156064 w 523351"/>
                <a:gd name="connsiteY841" fmla="*/ 409638 h 607070"/>
                <a:gd name="connsiteX842" fmla="*/ 157409 w 523351"/>
                <a:gd name="connsiteY842" fmla="*/ 401580 h 607070"/>
                <a:gd name="connsiteX843" fmla="*/ 156064 w 523351"/>
                <a:gd name="connsiteY843" fmla="*/ 386806 h 607070"/>
                <a:gd name="connsiteX844" fmla="*/ 153373 w 523351"/>
                <a:gd name="connsiteY844" fmla="*/ 374718 h 607070"/>
                <a:gd name="connsiteX845" fmla="*/ 156064 w 523351"/>
                <a:gd name="connsiteY845" fmla="*/ 362631 h 607070"/>
                <a:gd name="connsiteX846" fmla="*/ 161445 w 523351"/>
                <a:gd name="connsiteY846" fmla="*/ 351886 h 607070"/>
                <a:gd name="connsiteX847" fmla="*/ 166827 w 523351"/>
                <a:gd name="connsiteY847" fmla="*/ 349200 h 607070"/>
                <a:gd name="connsiteX848" fmla="*/ 173554 w 523351"/>
                <a:gd name="connsiteY848" fmla="*/ 350543 h 607070"/>
                <a:gd name="connsiteX849" fmla="*/ 182971 w 523351"/>
                <a:gd name="connsiteY849" fmla="*/ 350543 h 607070"/>
                <a:gd name="connsiteX850" fmla="*/ 187008 w 523351"/>
                <a:gd name="connsiteY850" fmla="*/ 345171 h 607070"/>
                <a:gd name="connsiteX851" fmla="*/ 187008 w 523351"/>
                <a:gd name="connsiteY851" fmla="*/ 334426 h 607070"/>
                <a:gd name="connsiteX852" fmla="*/ 184317 w 523351"/>
                <a:gd name="connsiteY852" fmla="*/ 331740 h 607070"/>
                <a:gd name="connsiteX853" fmla="*/ 184317 w 523351"/>
                <a:gd name="connsiteY853" fmla="*/ 325025 h 607070"/>
                <a:gd name="connsiteX854" fmla="*/ 193735 w 523351"/>
                <a:gd name="connsiteY854" fmla="*/ 303535 h 607070"/>
                <a:gd name="connsiteX855" fmla="*/ 193735 w 523351"/>
                <a:gd name="connsiteY855" fmla="*/ 291448 h 607070"/>
                <a:gd name="connsiteX856" fmla="*/ 196425 w 523351"/>
                <a:gd name="connsiteY856" fmla="*/ 279360 h 607070"/>
                <a:gd name="connsiteX857" fmla="*/ 199116 w 523351"/>
                <a:gd name="connsiteY857" fmla="*/ 272645 h 607070"/>
                <a:gd name="connsiteX858" fmla="*/ 199116 w 523351"/>
                <a:gd name="connsiteY858" fmla="*/ 264586 h 607070"/>
                <a:gd name="connsiteX859" fmla="*/ 195080 w 523351"/>
                <a:gd name="connsiteY859" fmla="*/ 261900 h 607070"/>
                <a:gd name="connsiteX860" fmla="*/ 195080 w 523351"/>
                <a:gd name="connsiteY860" fmla="*/ 256528 h 607070"/>
                <a:gd name="connsiteX861" fmla="*/ 203152 w 523351"/>
                <a:gd name="connsiteY861" fmla="*/ 251155 h 607070"/>
                <a:gd name="connsiteX862" fmla="*/ 212570 w 523351"/>
                <a:gd name="connsiteY862" fmla="*/ 249812 h 607070"/>
                <a:gd name="connsiteX863" fmla="*/ 216606 w 523351"/>
                <a:gd name="connsiteY863" fmla="*/ 245783 h 607070"/>
                <a:gd name="connsiteX864" fmla="*/ 216606 w 523351"/>
                <a:gd name="connsiteY864" fmla="*/ 240411 h 607070"/>
                <a:gd name="connsiteX865" fmla="*/ 223333 w 523351"/>
                <a:gd name="connsiteY865" fmla="*/ 228323 h 607070"/>
                <a:gd name="connsiteX866" fmla="*/ 231405 w 523351"/>
                <a:gd name="connsiteY866" fmla="*/ 217579 h 607070"/>
                <a:gd name="connsiteX867" fmla="*/ 232750 w 523351"/>
                <a:gd name="connsiteY867" fmla="*/ 212206 h 607070"/>
                <a:gd name="connsiteX868" fmla="*/ 230059 w 523351"/>
                <a:gd name="connsiteY868" fmla="*/ 204148 h 607070"/>
                <a:gd name="connsiteX869" fmla="*/ 227369 w 523351"/>
                <a:gd name="connsiteY869" fmla="*/ 201462 h 607070"/>
                <a:gd name="connsiteX870" fmla="*/ 227369 w 523351"/>
                <a:gd name="connsiteY870" fmla="*/ 189374 h 607070"/>
                <a:gd name="connsiteX871" fmla="*/ 231405 w 523351"/>
                <a:gd name="connsiteY871" fmla="*/ 188031 h 607070"/>
                <a:gd name="connsiteX872" fmla="*/ 234096 w 523351"/>
                <a:gd name="connsiteY872" fmla="*/ 182659 h 607070"/>
                <a:gd name="connsiteX873" fmla="*/ 235441 w 523351"/>
                <a:gd name="connsiteY873" fmla="*/ 177286 h 607070"/>
                <a:gd name="connsiteX874" fmla="*/ 239477 w 523351"/>
                <a:gd name="connsiteY874" fmla="*/ 174600 h 607070"/>
                <a:gd name="connsiteX875" fmla="*/ 243513 w 523351"/>
                <a:gd name="connsiteY875" fmla="*/ 166542 h 607070"/>
                <a:gd name="connsiteX876" fmla="*/ 248895 w 523351"/>
                <a:gd name="connsiteY876" fmla="*/ 162512 h 607070"/>
                <a:gd name="connsiteX877" fmla="*/ 254277 w 523351"/>
                <a:gd name="connsiteY877" fmla="*/ 165199 h 607070"/>
                <a:gd name="connsiteX878" fmla="*/ 256967 w 523351"/>
                <a:gd name="connsiteY878" fmla="*/ 167885 h 607070"/>
                <a:gd name="connsiteX879" fmla="*/ 259658 w 523351"/>
                <a:gd name="connsiteY879" fmla="*/ 166542 h 607070"/>
                <a:gd name="connsiteX880" fmla="*/ 263694 w 523351"/>
                <a:gd name="connsiteY880" fmla="*/ 163855 h 607070"/>
                <a:gd name="connsiteX881" fmla="*/ 261003 w 523351"/>
                <a:gd name="connsiteY881" fmla="*/ 158483 h 607070"/>
                <a:gd name="connsiteX882" fmla="*/ 263694 w 523351"/>
                <a:gd name="connsiteY882" fmla="*/ 155797 h 607070"/>
                <a:gd name="connsiteX883" fmla="*/ 263694 w 523351"/>
                <a:gd name="connsiteY883" fmla="*/ 153111 h 607070"/>
                <a:gd name="connsiteX884" fmla="*/ 265039 w 523351"/>
                <a:gd name="connsiteY884" fmla="*/ 149082 h 607070"/>
                <a:gd name="connsiteX885" fmla="*/ 261003 w 523351"/>
                <a:gd name="connsiteY885" fmla="*/ 143709 h 607070"/>
                <a:gd name="connsiteX886" fmla="*/ 263694 w 523351"/>
                <a:gd name="connsiteY886" fmla="*/ 141023 h 607070"/>
                <a:gd name="connsiteX887" fmla="*/ 271766 w 523351"/>
                <a:gd name="connsiteY887" fmla="*/ 141023 h 607070"/>
                <a:gd name="connsiteX888" fmla="*/ 277148 w 523351"/>
                <a:gd name="connsiteY888" fmla="*/ 138337 h 607070"/>
                <a:gd name="connsiteX889" fmla="*/ 285220 w 523351"/>
                <a:gd name="connsiteY889" fmla="*/ 141023 h 607070"/>
                <a:gd name="connsiteX890" fmla="*/ 290601 w 523351"/>
                <a:gd name="connsiteY890" fmla="*/ 145052 h 607070"/>
                <a:gd name="connsiteX891" fmla="*/ 295983 w 523351"/>
                <a:gd name="connsiteY891" fmla="*/ 145052 h 607070"/>
                <a:gd name="connsiteX892" fmla="*/ 300019 w 523351"/>
                <a:gd name="connsiteY892" fmla="*/ 147738 h 607070"/>
                <a:gd name="connsiteX893" fmla="*/ 302710 w 523351"/>
                <a:gd name="connsiteY893" fmla="*/ 146395 h 607070"/>
                <a:gd name="connsiteX894" fmla="*/ 305401 w 523351"/>
                <a:gd name="connsiteY894" fmla="*/ 147738 h 607070"/>
                <a:gd name="connsiteX895" fmla="*/ 305401 w 523351"/>
                <a:gd name="connsiteY895" fmla="*/ 142366 h 607070"/>
                <a:gd name="connsiteX896" fmla="*/ 302710 w 523351"/>
                <a:gd name="connsiteY896" fmla="*/ 138337 h 607070"/>
                <a:gd name="connsiteX897" fmla="*/ 302710 w 523351"/>
                <a:gd name="connsiteY897" fmla="*/ 130279 h 607070"/>
                <a:gd name="connsiteX898" fmla="*/ 306746 w 523351"/>
                <a:gd name="connsiteY898" fmla="*/ 127592 h 607070"/>
                <a:gd name="connsiteX899" fmla="*/ 305401 w 523351"/>
                <a:gd name="connsiteY899" fmla="*/ 122220 h 607070"/>
                <a:gd name="connsiteX900" fmla="*/ 301365 w 523351"/>
                <a:gd name="connsiteY900" fmla="*/ 119534 h 607070"/>
                <a:gd name="connsiteX901" fmla="*/ 301365 w 523351"/>
                <a:gd name="connsiteY901" fmla="*/ 114162 h 607070"/>
                <a:gd name="connsiteX902" fmla="*/ 306746 w 523351"/>
                <a:gd name="connsiteY902" fmla="*/ 116848 h 607070"/>
                <a:gd name="connsiteX903" fmla="*/ 313473 w 523351"/>
                <a:gd name="connsiteY903" fmla="*/ 115505 h 607070"/>
                <a:gd name="connsiteX904" fmla="*/ 314818 w 523351"/>
                <a:gd name="connsiteY904" fmla="*/ 114162 h 607070"/>
                <a:gd name="connsiteX905" fmla="*/ 314818 w 523351"/>
                <a:gd name="connsiteY905" fmla="*/ 114162 h 607070"/>
                <a:gd name="connsiteX906" fmla="*/ 316164 w 523351"/>
                <a:gd name="connsiteY906" fmla="*/ 112818 h 607070"/>
                <a:gd name="connsiteX907" fmla="*/ 318854 w 523351"/>
                <a:gd name="connsiteY907" fmla="*/ 114162 h 607070"/>
                <a:gd name="connsiteX908" fmla="*/ 320200 w 523351"/>
                <a:gd name="connsiteY908" fmla="*/ 112818 h 607070"/>
                <a:gd name="connsiteX909" fmla="*/ 318854 w 523351"/>
                <a:gd name="connsiteY909" fmla="*/ 108789 h 607070"/>
                <a:gd name="connsiteX910" fmla="*/ 318854 w 523351"/>
                <a:gd name="connsiteY910" fmla="*/ 104760 h 607070"/>
                <a:gd name="connsiteX911" fmla="*/ 322890 w 523351"/>
                <a:gd name="connsiteY911" fmla="*/ 102074 h 607070"/>
                <a:gd name="connsiteX912" fmla="*/ 328272 w 523351"/>
                <a:gd name="connsiteY912" fmla="*/ 102074 h 607070"/>
                <a:gd name="connsiteX913" fmla="*/ 332308 w 523351"/>
                <a:gd name="connsiteY913" fmla="*/ 107446 h 607070"/>
                <a:gd name="connsiteX914" fmla="*/ 343071 w 523351"/>
                <a:gd name="connsiteY914" fmla="*/ 116848 h 607070"/>
                <a:gd name="connsiteX915" fmla="*/ 344417 w 523351"/>
                <a:gd name="connsiteY915" fmla="*/ 122220 h 607070"/>
                <a:gd name="connsiteX916" fmla="*/ 348453 w 523351"/>
                <a:gd name="connsiteY916" fmla="*/ 127592 h 607070"/>
                <a:gd name="connsiteX917" fmla="*/ 356525 w 523351"/>
                <a:gd name="connsiteY917" fmla="*/ 131622 h 607070"/>
                <a:gd name="connsiteX918" fmla="*/ 368634 w 523351"/>
                <a:gd name="connsiteY918" fmla="*/ 131622 h 607070"/>
                <a:gd name="connsiteX919" fmla="*/ 375360 w 523351"/>
                <a:gd name="connsiteY919" fmla="*/ 124906 h 607070"/>
                <a:gd name="connsiteX920" fmla="*/ 378051 w 523351"/>
                <a:gd name="connsiteY920" fmla="*/ 120877 h 607070"/>
                <a:gd name="connsiteX921" fmla="*/ 383432 w 523351"/>
                <a:gd name="connsiteY921" fmla="*/ 122220 h 607070"/>
                <a:gd name="connsiteX922" fmla="*/ 392850 w 523351"/>
                <a:gd name="connsiteY922" fmla="*/ 127592 h 607070"/>
                <a:gd name="connsiteX923" fmla="*/ 398232 w 523351"/>
                <a:gd name="connsiteY923" fmla="*/ 128935 h 607070"/>
                <a:gd name="connsiteX924" fmla="*/ 400922 w 523351"/>
                <a:gd name="connsiteY924" fmla="*/ 123563 h 607070"/>
                <a:gd name="connsiteX925" fmla="*/ 404958 w 523351"/>
                <a:gd name="connsiteY925" fmla="*/ 120877 h 607070"/>
                <a:gd name="connsiteX926" fmla="*/ 408995 w 523351"/>
                <a:gd name="connsiteY926" fmla="*/ 116848 h 607070"/>
                <a:gd name="connsiteX927" fmla="*/ 413031 w 523351"/>
                <a:gd name="connsiteY927" fmla="*/ 118191 h 607070"/>
                <a:gd name="connsiteX928" fmla="*/ 417067 w 523351"/>
                <a:gd name="connsiteY928" fmla="*/ 114162 h 607070"/>
                <a:gd name="connsiteX929" fmla="*/ 419758 w 523351"/>
                <a:gd name="connsiteY929" fmla="*/ 111475 h 607070"/>
                <a:gd name="connsiteX930" fmla="*/ 417067 w 523351"/>
                <a:gd name="connsiteY930" fmla="*/ 106103 h 607070"/>
                <a:gd name="connsiteX931" fmla="*/ 415722 w 523351"/>
                <a:gd name="connsiteY931" fmla="*/ 99388 h 607070"/>
                <a:gd name="connsiteX932" fmla="*/ 417067 w 523351"/>
                <a:gd name="connsiteY932" fmla="*/ 85957 h 607070"/>
                <a:gd name="connsiteX933" fmla="*/ 418412 w 523351"/>
                <a:gd name="connsiteY933" fmla="*/ 81928 h 607070"/>
                <a:gd name="connsiteX934" fmla="*/ 415722 w 523351"/>
                <a:gd name="connsiteY934" fmla="*/ 77899 h 607070"/>
                <a:gd name="connsiteX935" fmla="*/ 418412 w 523351"/>
                <a:gd name="connsiteY935" fmla="*/ 75212 h 607070"/>
                <a:gd name="connsiteX936" fmla="*/ 422449 w 523351"/>
                <a:gd name="connsiteY936" fmla="*/ 69840 h 607070"/>
                <a:gd name="connsiteX937" fmla="*/ 422449 w 523351"/>
                <a:gd name="connsiteY937" fmla="*/ 67154 h 607070"/>
                <a:gd name="connsiteX938" fmla="*/ 427830 w 523351"/>
                <a:gd name="connsiteY938" fmla="*/ 64468 h 607070"/>
                <a:gd name="connsiteX939" fmla="*/ 434557 w 523351"/>
                <a:gd name="connsiteY939" fmla="*/ 65811 h 607070"/>
                <a:gd name="connsiteX940" fmla="*/ 438593 w 523351"/>
                <a:gd name="connsiteY940" fmla="*/ 64468 h 607070"/>
                <a:gd name="connsiteX941" fmla="*/ 438593 w 523351"/>
                <a:gd name="connsiteY941" fmla="*/ 63125 h 607070"/>
                <a:gd name="connsiteX942" fmla="*/ 442629 w 523351"/>
                <a:gd name="connsiteY942" fmla="*/ 57752 h 607070"/>
                <a:gd name="connsiteX943" fmla="*/ 453392 w 523351"/>
                <a:gd name="connsiteY943" fmla="*/ 57752 h 607070"/>
                <a:gd name="connsiteX944" fmla="*/ 458774 w 523351"/>
                <a:gd name="connsiteY944" fmla="*/ 61782 h 607070"/>
                <a:gd name="connsiteX945" fmla="*/ 465500 w 523351"/>
                <a:gd name="connsiteY945" fmla="*/ 69840 h 607070"/>
                <a:gd name="connsiteX946" fmla="*/ 468191 w 523351"/>
                <a:gd name="connsiteY946" fmla="*/ 72526 h 607070"/>
                <a:gd name="connsiteX947" fmla="*/ 473573 w 523351"/>
                <a:gd name="connsiteY947" fmla="*/ 75212 h 607070"/>
                <a:gd name="connsiteX948" fmla="*/ 482991 w 523351"/>
                <a:gd name="connsiteY948" fmla="*/ 76555 h 607070"/>
                <a:gd name="connsiteX949" fmla="*/ 484336 w 523351"/>
                <a:gd name="connsiteY949" fmla="*/ 80585 h 607070"/>
                <a:gd name="connsiteX950" fmla="*/ 489717 w 523351"/>
                <a:gd name="connsiteY950" fmla="*/ 85957 h 607070"/>
                <a:gd name="connsiteX951" fmla="*/ 488372 w 523351"/>
                <a:gd name="connsiteY951" fmla="*/ 91329 h 607070"/>
                <a:gd name="connsiteX952" fmla="*/ 484336 w 523351"/>
                <a:gd name="connsiteY952" fmla="*/ 98045 h 6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</a:cxnLst>
              <a:rect l="l" t="t" r="r" b="b"/>
              <a:pathLst>
                <a:path w="523351" h="607070">
                  <a:moveTo>
                    <a:pt x="484336" y="108789"/>
                  </a:moveTo>
                  <a:lnTo>
                    <a:pt x="488372" y="108789"/>
                  </a:lnTo>
                  <a:lnTo>
                    <a:pt x="488372" y="99388"/>
                  </a:lnTo>
                  <a:lnTo>
                    <a:pt x="495099" y="92672"/>
                  </a:lnTo>
                  <a:lnTo>
                    <a:pt x="501826" y="91329"/>
                  </a:lnTo>
                  <a:lnTo>
                    <a:pt x="505862" y="85957"/>
                  </a:lnTo>
                  <a:lnTo>
                    <a:pt x="504516" y="79242"/>
                  </a:lnTo>
                  <a:lnTo>
                    <a:pt x="508553" y="77899"/>
                  </a:lnTo>
                  <a:lnTo>
                    <a:pt x="513934" y="80585"/>
                  </a:lnTo>
                  <a:lnTo>
                    <a:pt x="517970" y="76555"/>
                  </a:lnTo>
                  <a:lnTo>
                    <a:pt x="516625" y="71183"/>
                  </a:lnTo>
                  <a:lnTo>
                    <a:pt x="515280" y="71183"/>
                  </a:lnTo>
                  <a:lnTo>
                    <a:pt x="512589" y="68497"/>
                  </a:lnTo>
                  <a:lnTo>
                    <a:pt x="509898" y="68497"/>
                  </a:lnTo>
                  <a:lnTo>
                    <a:pt x="508553" y="69840"/>
                  </a:lnTo>
                  <a:lnTo>
                    <a:pt x="508553" y="72526"/>
                  </a:lnTo>
                  <a:lnTo>
                    <a:pt x="505862" y="69840"/>
                  </a:lnTo>
                  <a:lnTo>
                    <a:pt x="504516" y="67154"/>
                  </a:lnTo>
                  <a:lnTo>
                    <a:pt x="501826" y="67154"/>
                  </a:lnTo>
                  <a:lnTo>
                    <a:pt x="501826" y="69840"/>
                  </a:lnTo>
                  <a:lnTo>
                    <a:pt x="501826" y="75212"/>
                  </a:lnTo>
                  <a:lnTo>
                    <a:pt x="500480" y="73869"/>
                  </a:lnTo>
                  <a:lnTo>
                    <a:pt x="497789" y="71183"/>
                  </a:lnTo>
                  <a:lnTo>
                    <a:pt x="493753" y="72526"/>
                  </a:lnTo>
                  <a:lnTo>
                    <a:pt x="492408" y="76555"/>
                  </a:lnTo>
                  <a:lnTo>
                    <a:pt x="491062" y="72526"/>
                  </a:lnTo>
                  <a:lnTo>
                    <a:pt x="489717" y="65811"/>
                  </a:lnTo>
                  <a:lnTo>
                    <a:pt x="488372" y="65811"/>
                  </a:lnTo>
                  <a:lnTo>
                    <a:pt x="485681" y="60438"/>
                  </a:lnTo>
                  <a:lnTo>
                    <a:pt x="484336" y="59095"/>
                  </a:lnTo>
                  <a:lnTo>
                    <a:pt x="480300" y="59095"/>
                  </a:lnTo>
                  <a:lnTo>
                    <a:pt x="476264" y="57752"/>
                  </a:lnTo>
                  <a:lnTo>
                    <a:pt x="469537" y="57752"/>
                  </a:lnTo>
                  <a:lnTo>
                    <a:pt x="466846" y="53723"/>
                  </a:lnTo>
                  <a:lnTo>
                    <a:pt x="468191" y="52380"/>
                  </a:lnTo>
                  <a:lnTo>
                    <a:pt x="474918" y="55066"/>
                  </a:lnTo>
                  <a:lnTo>
                    <a:pt x="481645" y="53723"/>
                  </a:lnTo>
                  <a:lnTo>
                    <a:pt x="487027" y="55066"/>
                  </a:lnTo>
                  <a:lnTo>
                    <a:pt x="497789" y="56409"/>
                  </a:lnTo>
                  <a:lnTo>
                    <a:pt x="504516" y="53723"/>
                  </a:lnTo>
                  <a:lnTo>
                    <a:pt x="508553" y="44322"/>
                  </a:lnTo>
                  <a:lnTo>
                    <a:pt x="519315" y="41635"/>
                  </a:lnTo>
                  <a:lnTo>
                    <a:pt x="523352" y="38949"/>
                  </a:lnTo>
                  <a:lnTo>
                    <a:pt x="523352" y="37606"/>
                  </a:lnTo>
                  <a:lnTo>
                    <a:pt x="520661" y="36263"/>
                  </a:lnTo>
                  <a:lnTo>
                    <a:pt x="519315" y="33577"/>
                  </a:lnTo>
                  <a:lnTo>
                    <a:pt x="515280" y="32234"/>
                  </a:lnTo>
                  <a:lnTo>
                    <a:pt x="511243" y="33577"/>
                  </a:lnTo>
                  <a:lnTo>
                    <a:pt x="504516" y="28205"/>
                  </a:lnTo>
                  <a:lnTo>
                    <a:pt x="500480" y="28205"/>
                  </a:lnTo>
                  <a:lnTo>
                    <a:pt x="496444" y="32234"/>
                  </a:lnTo>
                  <a:lnTo>
                    <a:pt x="493753" y="32234"/>
                  </a:lnTo>
                  <a:lnTo>
                    <a:pt x="493753" y="30891"/>
                  </a:lnTo>
                  <a:lnTo>
                    <a:pt x="497789" y="28205"/>
                  </a:lnTo>
                  <a:lnTo>
                    <a:pt x="497789" y="24175"/>
                  </a:lnTo>
                  <a:lnTo>
                    <a:pt x="493753" y="22832"/>
                  </a:lnTo>
                  <a:lnTo>
                    <a:pt x="492408" y="21489"/>
                  </a:lnTo>
                  <a:lnTo>
                    <a:pt x="488372" y="21489"/>
                  </a:lnTo>
                  <a:lnTo>
                    <a:pt x="485681" y="26862"/>
                  </a:lnTo>
                  <a:lnTo>
                    <a:pt x="482991" y="26862"/>
                  </a:lnTo>
                  <a:lnTo>
                    <a:pt x="484336" y="22832"/>
                  </a:lnTo>
                  <a:lnTo>
                    <a:pt x="481645" y="24175"/>
                  </a:lnTo>
                  <a:lnTo>
                    <a:pt x="480300" y="26862"/>
                  </a:lnTo>
                  <a:lnTo>
                    <a:pt x="477609" y="26862"/>
                  </a:lnTo>
                  <a:lnTo>
                    <a:pt x="476264" y="24175"/>
                  </a:lnTo>
                  <a:lnTo>
                    <a:pt x="480300" y="21489"/>
                  </a:lnTo>
                  <a:lnTo>
                    <a:pt x="480300" y="18803"/>
                  </a:lnTo>
                  <a:lnTo>
                    <a:pt x="474918" y="16117"/>
                  </a:lnTo>
                  <a:lnTo>
                    <a:pt x="469537" y="16117"/>
                  </a:lnTo>
                  <a:lnTo>
                    <a:pt x="466846" y="17460"/>
                  </a:lnTo>
                  <a:lnTo>
                    <a:pt x="466846" y="24175"/>
                  </a:lnTo>
                  <a:lnTo>
                    <a:pt x="462810" y="25518"/>
                  </a:lnTo>
                  <a:lnTo>
                    <a:pt x="462810" y="28205"/>
                  </a:lnTo>
                  <a:lnTo>
                    <a:pt x="465500" y="36263"/>
                  </a:lnTo>
                  <a:lnTo>
                    <a:pt x="465500" y="38949"/>
                  </a:lnTo>
                  <a:lnTo>
                    <a:pt x="462810" y="41635"/>
                  </a:lnTo>
                  <a:lnTo>
                    <a:pt x="460119" y="36263"/>
                  </a:lnTo>
                  <a:lnTo>
                    <a:pt x="457428" y="36263"/>
                  </a:lnTo>
                  <a:lnTo>
                    <a:pt x="456083" y="37606"/>
                  </a:lnTo>
                  <a:lnTo>
                    <a:pt x="452047" y="37606"/>
                  </a:lnTo>
                  <a:lnTo>
                    <a:pt x="445320" y="40292"/>
                  </a:lnTo>
                  <a:lnTo>
                    <a:pt x="450701" y="33577"/>
                  </a:lnTo>
                  <a:lnTo>
                    <a:pt x="454738" y="32234"/>
                  </a:lnTo>
                  <a:lnTo>
                    <a:pt x="457428" y="28205"/>
                  </a:lnTo>
                  <a:lnTo>
                    <a:pt x="456083" y="25518"/>
                  </a:lnTo>
                  <a:lnTo>
                    <a:pt x="454738" y="25518"/>
                  </a:lnTo>
                  <a:lnTo>
                    <a:pt x="449356" y="29548"/>
                  </a:lnTo>
                  <a:lnTo>
                    <a:pt x="446665" y="28205"/>
                  </a:lnTo>
                  <a:lnTo>
                    <a:pt x="446665" y="25518"/>
                  </a:lnTo>
                  <a:lnTo>
                    <a:pt x="450701" y="22832"/>
                  </a:lnTo>
                  <a:lnTo>
                    <a:pt x="450701" y="21489"/>
                  </a:lnTo>
                  <a:lnTo>
                    <a:pt x="446665" y="20146"/>
                  </a:lnTo>
                  <a:lnTo>
                    <a:pt x="445320" y="18803"/>
                  </a:lnTo>
                  <a:lnTo>
                    <a:pt x="449356" y="17460"/>
                  </a:lnTo>
                  <a:lnTo>
                    <a:pt x="450701" y="18803"/>
                  </a:lnTo>
                  <a:lnTo>
                    <a:pt x="456083" y="18803"/>
                  </a:lnTo>
                  <a:lnTo>
                    <a:pt x="458774" y="10745"/>
                  </a:lnTo>
                  <a:lnTo>
                    <a:pt x="458774" y="6715"/>
                  </a:lnTo>
                  <a:lnTo>
                    <a:pt x="453392" y="8059"/>
                  </a:lnTo>
                  <a:lnTo>
                    <a:pt x="450701" y="6715"/>
                  </a:lnTo>
                  <a:lnTo>
                    <a:pt x="452047" y="2686"/>
                  </a:lnTo>
                  <a:lnTo>
                    <a:pt x="450701" y="0"/>
                  </a:lnTo>
                  <a:lnTo>
                    <a:pt x="446665" y="2686"/>
                  </a:lnTo>
                  <a:lnTo>
                    <a:pt x="443974" y="2686"/>
                  </a:lnTo>
                  <a:lnTo>
                    <a:pt x="441284" y="0"/>
                  </a:lnTo>
                  <a:lnTo>
                    <a:pt x="437247" y="2686"/>
                  </a:lnTo>
                  <a:lnTo>
                    <a:pt x="437247" y="5372"/>
                  </a:lnTo>
                  <a:lnTo>
                    <a:pt x="441284" y="9402"/>
                  </a:lnTo>
                  <a:lnTo>
                    <a:pt x="438593" y="12088"/>
                  </a:lnTo>
                  <a:lnTo>
                    <a:pt x="435902" y="12088"/>
                  </a:lnTo>
                  <a:lnTo>
                    <a:pt x="433211" y="6715"/>
                  </a:lnTo>
                  <a:lnTo>
                    <a:pt x="430521" y="9402"/>
                  </a:lnTo>
                  <a:lnTo>
                    <a:pt x="429175" y="13431"/>
                  </a:lnTo>
                  <a:lnTo>
                    <a:pt x="430521" y="16117"/>
                  </a:lnTo>
                  <a:lnTo>
                    <a:pt x="434557" y="16117"/>
                  </a:lnTo>
                  <a:lnTo>
                    <a:pt x="435902" y="17460"/>
                  </a:lnTo>
                  <a:lnTo>
                    <a:pt x="435902" y="20146"/>
                  </a:lnTo>
                  <a:lnTo>
                    <a:pt x="431866" y="21489"/>
                  </a:lnTo>
                  <a:lnTo>
                    <a:pt x="431866" y="25518"/>
                  </a:lnTo>
                  <a:lnTo>
                    <a:pt x="429175" y="26862"/>
                  </a:lnTo>
                  <a:lnTo>
                    <a:pt x="429175" y="29548"/>
                  </a:lnTo>
                  <a:lnTo>
                    <a:pt x="430521" y="30891"/>
                  </a:lnTo>
                  <a:lnTo>
                    <a:pt x="427830" y="33577"/>
                  </a:lnTo>
                  <a:lnTo>
                    <a:pt x="429175" y="38949"/>
                  </a:lnTo>
                  <a:lnTo>
                    <a:pt x="427830" y="40292"/>
                  </a:lnTo>
                  <a:lnTo>
                    <a:pt x="423794" y="37606"/>
                  </a:lnTo>
                  <a:lnTo>
                    <a:pt x="421103" y="40292"/>
                  </a:lnTo>
                  <a:lnTo>
                    <a:pt x="421103" y="41635"/>
                  </a:lnTo>
                  <a:lnTo>
                    <a:pt x="417067" y="44322"/>
                  </a:lnTo>
                  <a:lnTo>
                    <a:pt x="417067" y="38949"/>
                  </a:lnTo>
                  <a:lnTo>
                    <a:pt x="421103" y="30891"/>
                  </a:lnTo>
                  <a:lnTo>
                    <a:pt x="417067" y="29548"/>
                  </a:lnTo>
                  <a:lnTo>
                    <a:pt x="417067" y="26862"/>
                  </a:lnTo>
                  <a:lnTo>
                    <a:pt x="419758" y="24175"/>
                  </a:lnTo>
                  <a:lnTo>
                    <a:pt x="419758" y="16117"/>
                  </a:lnTo>
                  <a:lnTo>
                    <a:pt x="418412" y="13431"/>
                  </a:lnTo>
                  <a:lnTo>
                    <a:pt x="417067" y="13431"/>
                  </a:lnTo>
                  <a:lnTo>
                    <a:pt x="410340" y="24175"/>
                  </a:lnTo>
                  <a:lnTo>
                    <a:pt x="408995" y="29548"/>
                  </a:lnTo>
                  <a:lnTo>
                    <a:pt x="403613" y="38949"/>
                  </a:lnTo>
                  <a:lnTo>
                    <a:pt x="400922" y="45665"/>
                  </a:lnTo>
                  <a:lnTo>
                    <a:pt x="403613" y="48351"/>
                  </a:lnTo>
                  <a:lnTo>
                    <a:pt x="402268" y="53723"/>
                  </a:lnTo>
                  <a:lnTo>
                    <a:pt x="395541" y="60438"/>
                  </a:lnTo>
                  <a:lnTo>
                    <a:pt x="392850" y="61782"/>
                  </a:lnTo>
                  <a:lnTo>
                    <a:pt x="392850" y="57752"/>
                  </a:lnTo>
                  <a:lnTo>
                    <a:pt x="390159" y="55066"/>
                  </a:lnTo>
                  <a:lnTo>
                    <a:pt x="394196" y="47008"/>
                  </a:lnTo>
                  <a:lnTo>
                    <a:pt x="394196" y="42979"/>
                  </a:lnTo>
                  <a:lnTo>
                    <a:pt x="395541" y="40292"/>
                  </a:lnTo>
                  <a:lnTo>
                    <a:pt x="394196" y="34920"/>
                  </a:lnTo>
                  <a:lnTo>
                    <a:pt x="400922" y="26862"/>
                  </a:lnTo>
                  <a:lnTo>
                    <a:pt x="402268" y="21489"/>
                  </a:lnTo>
                  <a:lnTo>
                    <a:pt x="403613" y="21489"/>
                  </a:lnTo>
                  <a:lnTo>
                    <a:pt x="403613" y="18803"/>
                  </a:lnTo>
                  <a:lnTo>
                    <a:pt x="399577" y="17460"/>
                  </a:lnTo>
                  <a:lnTo>
                    <a:pt x="395541" y="13431"/>
                  </a:lnTo>
                  <a:lnTo>
                    <a:pt x="392850" y="14774"/>
                  </a:lnTo>
                  <a:lnTo>
                    <a:pt x="394196" y="18803"/>
                  </a:lnTo>
                  <a:lnTo>
                    <a:pt x="391505" y="22832"/>
                  </a:lnTo>
                  <a:lnTo>
                    <a:pt x="390159" y="17460"/>
                  </a:lnTo>
                  <a:lnTo>
                    <a:pt x="387469" y="14774"/>
                  </a:lnTo>
                  <a:lnTo>
                    <a:pt x="383432" y="13431"/>
                  </a:lnTo>
                  <a:lnTo>
                    <a:pt x="379396" y="14774"/>
                  </a:lnTo>
                  <a:lnTo>
                    <a:pt x="380742" y="21489"/>
                  </a:lnTo>
                  <a:lnTo>
                    <a:pt x="379396" y="24175"/>
                  </a:lnTo>
                  <a:lnTo>
                    <a:pt x="376705" y="21489"/>
                  </a:lnTo>
                  <a:lnTo>
                    <a:pt x="374015" y="20146"/>
                  </a:lnTo>
                  <a:lnTo>
                    <a:pt x="371324" y="22832"/>
                  </a:lnTo>
                  <a:lnTo>
                    <a:pt x="372670" y="24175"/>
                  </a:lnTo>
                  <a:lnTo>
                    <a:pt x="378051" y="28205"/>
                  </a:lnTo>
                  <a:lnTo>
                    <a:pt x="379396" y="32234"/>
                  </a:lnTo>
                  <a:lnTo>
                    <a:pt x="378051" y="33577"/>
                  </a:lnTo>
                  <a:lnTo>
                    <a:pt x="375360" y="30891"/>
                  </a:lnTo>
                  <a:lnTo>
                    <a:pt x="372670" y="34920"/>
                  </a:lnTo>
                  <a:lnTo>
                    <a:pt x="372670" y="37606"/>
                  </a:lnTo>
                  <a:lnTo>
                    <a:pt x="374015" y="38949"/>
                  </a:lnTo>
                  <a:lnTo>
                    <a:pt x="372670" y="40292"/>
                  </a:lnTo>
                  <a:lnTo>
                    <a:pt x="367288" y="37606"/>
                  </a:lnTo>
                  <a:lnTo>
                    <a:pt x="365943" y="37606"/>
                  </a:lnTo>
                  <a:lnTo>
                    <a:pt x="363252" y="42979"/>
                  </a:lnTo>
                  <a:lnTo>
                    <a:pt x="359216" y="44322"/>
                  </a:lnTo>
                  <a:lnTo>
                    <a:pt x="359216" y="47008"/>
                  </a:lnTo>
                  <a:lnTo>
                    <a:pt x="360561" y="48351"/>
                  </a:lnTo>
                  <a:lnTo>
                    <a:pt x="356525" y="51037"/>
                  </a:lnTo>
                  <a:lnTo>
                    <a:pt x="355180" y="55066"/>
                  </a:lnTo>
                  <a:lnTo>
                    <a:pt x="359216" y="59095"/>
                  </a:lnTo>
                  <a:lnTo>
                    <a:pt x="356525" y="61782"/>
                  </a:lnTo>
                  <a:lnTo>
                    <a:pt x="360561" y="64468"/>
                  </a:lnTo>
                  <a:lnTo>
                    <a:pt x="361907" y="65811"/>
                  </a:lnTo>
                  <a:lnTo>
                    <a:pt x="359216" y="68497"/>
                  </a:lnTo>
                  <a:lnTo>
                    <a:pt x="353834" y="67154"/>
                  </a:lnTo>
                  <a:lnTo>
                    <a:pt x="352489" y="60438"/>
                  </a:lnTo>
                  <a:lnTo>
                    <a:pt x="348453" y="60438"/>
                  </a:lnTo>
                  <a:lnTo>
                    <a:pt x="351143" y="56409"/>
                  </a:lnTo>
                  <a:lnTo>
                    <a:pt x="347107" y="55066"/>
                  </a:lnTo>
                  <a:lnTo>
                    <a:pt x="343071" y="55066"/>
                  </a:lnTo>
                  <a:lnTo>
                    <a:pt x="337690" y="55066"/>
                  </a:lnTo>
                  <a:lnTo>
                    <a:pt x="329617" y="48351"/>
                  </a:lnTo>
                  <a:lnTo>
                    <a:pt x="326927" y="48351"/>
                  </a:lnTo>
                  <a:lnTo>
                    <a:pt x="324236" y="51037"/>
                  </a:lnTo>
                  <a:lnTo>
                    <a:pt x="322890" y="48351"/>
                  </a:lnTo>
                  <a:lnTo>
                    <a:pt x="318854" y="52380"/>
                  </a:lnTo>
                  <a:lnTo>
                    <a:pt x="313473" y="52380"/>
                  </a:lnTo>
                  <a:lnTo>
                    <a:pt x="313473" y="55066"/>
                  </a:lnTo>
                  <a:lnTo>
                    <a:pt x="318854" y="61782"/>
                  </a:lnTo>
                  <a:lnTo>
                    <a:pt x="324236" y="61782"/>
                  </a:lnTo>
                  <a:lnTo>
                    <a:pt x="325581" y="64468"/>
                  </a:lnTo>
                  <a:lnTo>
                    <a:pt x="332308" y="64468"/>
                  </a:lnTo>
                  <a:lnTo>
                    <a:pt x="329617" y="69840"/>
                  </a:lnTo>
                  <a:lnTo>
                    <a:pt x="329617" y="73869"/>
                  </a:lnTo>
                  <a:lnTo>
                    <a:pt x="333654" y="79242"/>
                  </a:lnTo>
                  <a:lnTo>
                    <a:pt x="332308" y="83271"/>
                  </a:lnTo>
                  <a:lnTo>
                    <a:pt x="329617" y="80585"/>
                  </a:lnTo>
                  <a:lnTo>
                    <a:pt x="325581" y="73869"/>
                  </a:lnTo>
                  <a:lnTo>
                    <a:pt x="321545" y="72526"/>
                  </a:lnTo>
                  <a:lnTo>
                    <a:pt x="318854" y="69840"/>
                  </a:lnTo>
                  <a:lnTo>
                    <a:pt x="317509" y="73869"/>
                  </a:lnTo>
                  <a:lnTo>
                    <a:pt x="313473" y="76555"/>
                  </a:lnTo>
                  <a:lnTo>
                    <a:pt x="312128" y="71183"/>
                  </a:lnTo>
                  <a:lnTo>
                    <a:pt x="309437" y="73869"/>
                  </a:lnTo>
                  <a:lnTo>
                    <a:pt x="309437" y="76555"/>
                  </a:lnTo>
                  <a:lnTo>
                    <a:pt x="304055" y="80585"/>
                  </a:lnTo>
                  <a:lnTo>
                    <a:pt x="304055" y="84614"/>
                  </a:lnTo>
                  <a:lnTo>
                    <a:pt x="309437" y="87300"/>
                  </a:lnTo>
                  <a:lnTo>
                    <a:pt x="312128" y="91329"/>
                  </a:lnTo>
                  <a:lnTo>
                    <a:pt x="308092" y="91329"/>
                  </a:lnTo>
                  <a:lnTo>
                    <a:pt x="305401" y="88643"/>
                  </a:lnTo>
                  <a:lnTo>
                    <a:pt x="302710" y="94015"/>
                  </a:lnTo>
                  <a:lnTo>
                    <a:pt x="301365" y="98045"/>
                  </a:lnTo>
                  <a:lnTo>
                    <a:pt x="295983" y="102074"/>
                  </a:lnTo>
                  <a:lnTo>
                    <a:pt x="295983" y="99388"/>
                  </a:lnTo>
                  <a:lnTo>
                    <a:pt x="298674" y="96702"/>
                  </a:lnTo>
                  <a:lnTo>
                    <a:pt x="297328" y="94015"/>
                  </a:lnTo>
                  <a:lnTo>
                    <a:pt x="301365" y="85957"/>
                  </a:lnTo>
                  <a:lnTo>
                    <a:pt x="298674" y="71183"/>
                  </a:lnTo>
                  <a:lnTo>
                    <a:pt x="294638" y="73869"/>
                  </a:lnTo>
                  <a:lnTo>
                    <a:pt x="289256" y="83271"/>
                  </a:lnTo>
                  <a:lnTo>
                    <a:pt x="289256" y="89986"/>
                  </a:lnTo>
                  <a:lnTo>
                    <a:pt x="289256" y="92672"/>
                  </a:lnTo>
                  <a:lnTo>
                    <a:pt x="285220" y="98045"/>
                  </a:lnTo>
                  <a:lnTo>
                    <a:pt x="285220" y="92672"/>
                  </a:lnTo>
                  <a:lnTo>
                    <a:pt x="287911" y="87300"/>
                  </a:lnTo>
                  <a:lnTo>
                    <a:pt x="285220" y="80585"/>
                  </a:lnTo>
                  <a:lnTo>
                    <a:pt x="283875" y="79242"/>
                  </a:lnTo>
                  <a:lnTo>
                    <a:pt x="278493" y="83271"/>
                  </a:lnTo>
                  <a:lnTo>
                    <a:pt x="274457" y="88643"/>
                  </a:lnTo>
                  <a:lnTo>
                    <a:pt x="277148" y="94015"/>
                  </a:lnTo>
                  <a:lnTo>
                    <a:pt x="277148" y="98045"/>
                  </a:lnTo>
                  <a:lnTo>
                    <a:pt x="283875" y="103417"/>
                  </a:lnTo>
                  <a:lnTo>
                    <a:pt x="285220" y="107446"/>
                  </a:lnTo>
                  <a:lnTo>
                    <a:pt x="282529" y="112818"/>
                  </a:lnTo>
                  <a:lnTo>
                    <a:pt x="281184" y="106103"/>
                  </a:lnTo>
                  <a:lnTo>
                    <a:pt x="275802" y="103417"/>
                  </a:lnTo>
                  <a:lnTo>
                    <a:pt x="271766" y="94015"/>
                  </a:lnTo>
                  <a:lnTo>
                    <a:pt x="270421" y="94015"/>
                  </a:lnTo>
                  <a:lnTo>
                    <a:pt x="263694" y="95359"/>
                  </a:lnTo>
                  <a:lnTo>
                    <a:pt x="263694" y="99388"/>
                  </a:lnTo>
                  <a:lnTo>
                    <a:pt x="269075" y="103417"/>
                  </a:lnTo>
                  <a:lnTo>
                    <a:pt x="273112" y="104760"/>
                  </a:lnTo>
                  <a:lnTo>
                    <a:pt x="274457" y="106103"/>
                  </a:lnTo>
                  <a:lnTo>
                    <a:pt x="270421" y="106103"/>
                  </a:lnTo>
                  <a:lnTo>
                    <a:pt x="265039" y="107446"/>
                  </a:lnTo>
                  <a:lnTo>
                    <a:pt x="269075" y="111475"/>
                  </a:lnTo>
                  <a:lnTo>
                    <a:pt x="263694" y="108789"/>
                  </a:lnTo>
                  <a:lnTo>
                    <a:pt x="263694" y="102074"/>
                  </a:lnTo>
                  <a:lnTo>
                    <a:pt x="261003" y="102074"/>
                  </a:lnTo>
                  <a:lnTo>
                    <a:pt x="259658" y="98045"/>
                  </a:lnTo>
                  <a:lnTo>
                    <a:pt x="256967" y="99388"/>
                  </a:lnTo>
                  <a:lnTo>
                    <a:pt x="255622" y="106103"/>
                  </a:lnTo>
                  <a:lnTo>
                    <a:pt x="258312" y="108789"/>
                  </a:lnTo>
                  <a:lnTo>
                    <a:pt x="256967" y="114162"/>
                  </a:lnTo>
                  <a:lnTo>
                    <a:pt x="252931" y="112818"/>
                  </a:lnTo>
                  <a:lnTo>
                    <a:pt x="250240" y="114162"/>
                  </a:lnTo>
                  <a:lnTo>
                    <a:pt x="244859" y="119534"/>
                  </a:lnTo>
                  <a:lnTo>
                    <a:pt x="246204" y="120877"/>
                  </a:lnTo>
                  <a:lnTo>
                    <a:pt x="248895" y="119534"/>
                  </a:lnTo>
                  <a:lnTo>
                    <a:pt x="252931" y="123563"/>
                  </a:lnTo>
                  <a:lnTo>
                    <a:pt x="247550" y="123563"/>
                  </a:lnTo>
                  <a:lnTo>
                    <a:pt x="244859" y="126249"/>
                  </a:lnTo>
                  <a:lnTo>
                    <a:pt x="247550" y="127592"/>
                  </a:lnTo>
                  <a:lnTo>
                    <a:pt x="246204" y="130279"/>
                  </a:lnTo>
                  <a:lnTo>
                    <a:pt x="242168" y="130279"/>
                  </a:lnTo>
                  <a:lnTo>
                    <a:pt x="242168" y="132965"/>
                  </a:lnTo>
                  <a:lnTo>
                    <a:pt x="243513" y="134308"/>
                  </a:lnTo>
                  <a:lnTo>
                    <a:pt x="240823" y="135651"/>
                  </a:lnTo>
                  <a:lnTo>
                    <a:pt x="238132" y="132965"/>
                  </a:lnTo>
                  <a:lnTo>
                    <a:pt x="234096" y="132965"/>
                  </a:lnTo>
                  <a:lnTo>
                    <a:pt x="231405" y="138337"/>
                  </a:lnTo>
                  <a:lnTo>
                    <a:pt x="232750" y="139680"/>
                  </a:lnTo>
                  <a:lnTo>
                    <a:pt x="231405" y="142366"/>
                  </a:lnTo>
                  <a:lnTo>
                    <a:pt x="226024" y="142366"/>
                  </a:lnTo>
                  <a:lnTo>
                    <a:pt x="223333" y="146395"/>
                  </a:lnTo>
                  <a:lnTo>
                    <a:pt x="227369" y="147738"/>
                  </a:lnTo>
                  <a:lnTo>
                    <a:pt x="239477" y="145052"/>
                  </a:lnTo>
                  <a:lnTo>
                    <a:pt x="242168" y="146395"/>
                  </a:lnTo>
                  <a:lnTo>
                    <a:pt x="246204" y="145052"/>
                  </a:lnTo>
                  <a:lnTo>
                    <a:pt x="248895" y="143709"/>
                  </a:lnTo>
                  <a:lnTo>
                    <a:pt x="248895" y="147738"/>
                  </a:lnTo>
                  <a:lnTo>
                    <a:pt x="246204" y="151768"/>
                  </a:lnTo>
                  <a:lnTo>
                    <a:pt x="244859" y="158483"/>
                  </a:lnTo>
                  <a:lnTo>
                    <a:pt x="243513" y="159826"/>
                  </a:lnTo>
                  <a:lnTo>
                    <a:pt x="242168" y="157140"/>
                  </a:lnTo>
                  <a:lnTo>
                    <a:pt x="240823" y="154454"/>
                  </a:lnTo>
                  <a:lnTo>
                    <a:pt x="236786" y="154454"/>
                  </a:lnTo>
                  <a:lnTo>
                    <a:pt x="235441" y="153111"/>
                  </a:lnTo>
                  <a:lnTo>
                    <a:pt x="230059" y="153111"/>
                  </a:lnTo>
                  <a:lnTo>
                    <a:pt x="231405" y="154454"/>
                  </a:lnTo>
                  <a:lnTo>
                    <a:pt x="230059" y="157140"/>
                  </a:lnTo>
                  <a:lnTo>
                    <a:pt x="226024" y="155797"/>
                  </a:lnTo>
                  <a:lnTo>
                    <a:pt x="223333" y="155797"/>
                  </a:lnTo>
                  <a:lnTo>
                    <a:pt x="227369" y="158483"/>
                  </a:lnTo>
                  <a:lnTo>
                    <a:pt x="228714" y="162512"/>
                  </a:lnTo>
                  <a:lnTo>
                    <a:pt x="226024" y="162512"/>
                  </a:lnTo>
                  <a:lnTo>
                    <a:pt x="224678" y="165199"/>
                  </a:lnTo>
                  <a:lnTo>
                    <a:pt x="226024" y="169228"/>
                  </a:lnTo>
                  <a:lnTo>
                    <a:pt x="224678" y="171914"/>
                  </a:lnTo>
                  <a:lnTo>
                    <a:pt x="221987" y="167885"/>
                  </a:lnTo>
                  <a:lnTo>
                    <a:pt x="223333" y="163855"/>
                  </a:lnTo>
                  <a:lnTo>
                    <a:pt x="219297" y="158483"/>
                  </a:lnTo>
                  <a:lnTo>
                    <a:pt x="215260" y="162512"/>
                  </a:lnTo>
                  <a:lnTo>
                    <a:pt x="211224" y="163855"/>
                  </a:lnTo>
                  <a:lnTo>
                    <a:pt x="209879" y="161169"/>
                  </a:lnTo>
                  <a:lnTo>
                    <a:pt x="211224" y="158483"/>
                  </a:lnTo>
                  <a:lnTo>
                    <a:pt x="208533" y="158483"/>
                  </a:lnTo>
                  <a:lnTo>
                    <a:pt x="204497" y="162512"/>
                  </a:lnTo>
                  <a:lnTo>
                    <a:pt x="208533" y="166542"/>
                  </a:lnTo>
                  <a:lnTo>
                    <a:pt x="213915" y="166542"/>
                  </a:lnTo>
                  <a:lnTo>
                    <a:pt x="217951" y="169228"/>
                  </a:lnTo>
                  <a:lnTo>
                    <a:pt x="215260" y="173257"/>
                  </a:lnTo>
                  <a:lnTo>
                    <a:pt x="205843" y="174600"/>
                  </a:lnTo>
                  <a:lnTo>
                    <a:pt x="204497" y="171914"/>
                  </a:lnTo>
                  <a:lnTo>
                    <a:pt x="200461" y="173257"/>
                  </a:lnTo>
                  <a:lnTo>
                    <a:pt x="197771" y="177286"/>
                  </a:lnTo>
                  <a:lnTo>
                    <a:pt x="201806" y="179972"/>
                  </a:lnTo>
                  <a:lnTo>
                    <a:pt x="197771" y="184002"/>
                  </a:lnTo>
                  <a:lnTo>
                    <a:pt x="201806" y="184002"/>
                  </a:lnTo>
                  <a:lnTo>
                    <a:pt x="207188" y="178629"/>
                  </a:lnTo>
                  <a:lnTo>
                    <a:pt x="211224" y="178629"/>
                  </a:lnTo>
                  <a:lnTo>
                    <a:pt x="212570" y="181315"/>
                  </a:lnTo>
                  <a:lnTo>
                    <a:pt x="205843" y="182659"/>
                  </a:lnTo>
                  <a:lnTo>
                    <a:pt x="205843" y="188031"/>
                  </a:lnTo>
                  <a:lnTo>
                    <a:pt x="208533" y="192060"/>
                  </a:lnTo>
                  <a:lnTo>
                    <a:pt x="213915" y="194746"/>
                  </a:lnTo>
                  <a:lnTo>
                    <a:pt x="212570" y="198775"/>
                  </a:lnTo>
                  <a:lnTo>
                    <a:pt x="209879" y="196089"/>
                  </a:lnTo>
                  <a:lnTo>
                    <a:pt x="205843" y="196089"/>
                  </a:lnTo>
                  <a:lnTo>
                    <a:pt x="203152" y="190717"/>
                  </a:lnTo>
                  <a:lnTo>
                    <a:pt x="200461" y="192060"/>
                  </a:lnTo>
                  <a:lnTo>
                    <a:pt x="196425" y="194746"/>
                  </a:lnTo>
                  <a:lnTo>
                    <a:pt x="200461" y="197432"/>
                  </a:lnTo>
                  <a:lnTo>
                    <a:pt x="196425" y="197432"/>
                  </a:lnTo>
                  <a:lnTo>
                    <a:pt x="191044" y="201462"/>
                  </a:lnTo>
                  <a:lnTo>
                    <a:pt x="191044" y="204148"/>
                  </a:lnTo>
                  <a:lnTo>
                    <a:pt x="196425" y="206834"/>
                  </a:lnTo>
                  <a:lnTo>
                    <a:pt x="200461" y="204148"/>
                  </a:lnTo>
                  <a:lnTo>
                    <a:pt x="203152" y="206834"/>
                  </a:lnTo>
                  <a:lnTo>
                    <a:pt x="207188" y="205491"/>
                  </a:lnTo>
                  <a:lnTo>
                    <a:pt x="208533" y="209520"/>
                  </a:lnTo>
                  <a:lnTo>
                    <a:pt x="211224" y="210863"/>
                  </a:lnTo>
                  <a:lnTo>
                    <a:pt x="211224" y="213549"/>
                  </a:lnTo>
                  <a:lnTo>
                    <a:pt x="204497" y="209520"/>
                  </a:lnTo>
                  <a:lnTo>
                    <a:pt x="200461" y="209520"/>
                  </a:lnTo>
                  <a:lnTo>
                    <a:pt x="197771" y="210863"/>
                  </a:lnTo>
                  <a:lnTo>
                    <a:pt x="189698" y="212206"/>
                  </a:lnTo>
                  <a:lnTo>
                    <a:pt x="189698" y="216235"/>
                  </a:lnTo>
                  <a:lnTo>
                    <a:pt x="185662" y="218922"/>
                  </a:lnTo>
                  <a:lnTo>
                    <a:pt x="184317" y="217579"/>
                  </a:lnTo>
                  <a:lnTo>
                    <a:pt x="177590" y="220265"/>
                  </a:lnTo>
                  <a:lnTo>
                    <a:pt x="174899" y="220265"/>
                  </a:lnTo>
                  <a:lnTo>
                    <a:pt x="173554" y="222951"/>
                  </a:lnTo>
                  <a:lnTo>
                    <a:pt x="177590" y="224294"/>
                  </a:lnTo>
                  <a:lnTo>
                    <a:pt x="180281" y="228323"/>
                  </a:lnTo>
                  <a:lnTo>
                    <a:pt x="177590" y="229666"/>
                  </a:lnTo>
                  <a:lnTo>
                    <a:pt x="174899" y="228323"/>
                  </a:lnTo>
                  <a:lnTo>
                    <a:pt x="173554" y="229666"/>
                  </a:lnTo>
                  <a:lnTo>
                    <a:pt x="177590" y="232352"/>
                  </a:lnTo>
                  <a:lnTo>
                    <a:pt x="176244" y="235038"/>
                  </a:lnTo>
                  <a:lnTo>
                    <a:pt x="170863" y="233695"/>
                  </a:lnTo>
                  <a:lnTo>
                    <a:pt x="170863" y="232352"/>
                  </a:lnTo>
                  <a:lnTo>
                    <a:pt x="169518" y="233695"/>
                  </a:lnTo>
                  <a:lnTo>
                    <a:pt x="172208" y="236382"/>
                  </a:lnTo>
                  <a:lnTo>
                    <a:pt x="169518" y="239068"/>
                  </a:lnTo>
                  <a:lnTo>
                    <a:pt x="170863" y="241754"/>
                  </a:lnTo>
                  <a:lnTo>
                    <a:pt x="173554" y="241754"/>
                  </a:lnTo>
                  <a:lnTo>
                    <a:pt x="170863" y="243097"/>
                  </a:lnTo>
                  <a:lnTo>
                    <a:pt x="166827" y="244440"/>
                  </a:lnTo>
                  <a:lnTo>
                    <a:pt x="165482" y="241754"/>
                  </a:lnTo>
                  <a:lnTo>
                    <a:pt x="165482" y="244440"/>
                  </a:lnTo>
                  <a:lnTo>
                    <a:pt x="164136" y="247126"/>
                  </a:lnTo>
                  <a:lnTo>
                    <a:pt x="166827" y="248469"/>
                  </a:lnTo>
                  <a:lnTo>
                    <a:pt x="173554" y="251155"/>
                  </a:lnTo>
                  <a:lnTo>
                    <a:pt x="174899" y="253842"/>
                  </a:lnTo>
                  <a:lnTo>
                    <a:pt x="177590" y="255185"/>
                  </a:lnTo>
                  <a:lnTo>
                    <a:pt x="181626" y="253842"/>
                  </a:lnTo>
                  <a:lnTo>
                    <a:pt x="177590" y="256528"/>
                  </a:lnTo>
                  <a:lnTo>
                    <a:pt x="177590" y="259214"/>
                  </a:lnTo>
                  <a:lnTo>
                    <a:pt x="173554" y="259214"/>
                  </a:lnTo>
                  <a:lnTo>
                    <a:pt x="172208" y="256528"/>
                  </a:lnTo>
                  <a:lnTo>
                    <a:pt x="165482" y="256528"/>
                  </a:lnTo>
                  <a:lnTo>
                    <a:pt x="160100" y="261900"/>
                  </a:lnTo>
                  <a:lnTo>
                    <a:pt x="161445" y="263243"/>
                  </a:lnTo>
                  <a:lnTo>
                    <a:pt x="166827" y="263243"/>
                  </a:lnTo>
                  <a:lnTo>
                    <a:pt x="166827" y="267272"/>
                  </a:lnTo>
                  <a:lnTo>
                    <a:pt x="169518" y="268615"/>
                  </a:lnTo>
                  <a:lnTo>
                    <a:pt x="169518" y="272645"/>
                  </a:lnTo>
                  <a:lnTo>
                    <a:pt x="166827" y="269959"/>
                  </a:lnTo>
                  <a:lnTo>
                    <a:pt x="164136" y="269959"/>
                  </a:lnTo>
                  <a:lnTo>
                    <a:pt x="161445" y="272645"/>
                  </a:lnTo>
                  <a:lnTo>
                    <a:pt x="161445" y="276674"/>
                  </a:lnTo>
                  <a:lnTo>
                    <a:pt x="160100" y="276674"/>
                  </a:lnTo>
                  <a:lnTo>
                    <a:pt x="162791" y="279360"/>
                  </a:lnTo>
                  <a:lnTo>
                    <a:pt x="164136" y="283389"/>
                  </a:lnTo>
                  <a:lnTo>
                    <a:pt x="161445" y="283389"/>
                  </a:lnTo>
                  <a:lnTo>
                    <a:pt x="158755" y="280703"/>
                  </a:lnTo>
                  <a:lnTo>
                    <a:pt x="157409" y="282046"/>
                  </a:lnTo>
                  <a:lnTo>
                    <a:pt x="157409" y="286075"/>
                  </a:lnTo>
                  <a:lnTo>
                    <a:pt x="161445" y="287418"/>
                  </a:lnTo>
                  <a:lnTo>
                    <a:pt x="162791" y="288762"/>
                  </a:lnTo>
                  <a:lnTo>
                    <a:pt x="161445" y="291448"/>
                  </a:lnTo>
                  <a:lnTo>
                    <a:pt x="156064" y="288762"/>
                  </a:lnTo>
                  <a:lnTo>
                    <a:pt x="153373" y="290105"/>
                  </a:lnTo>
                  <a:lnTo>
                    <a:pt x="153373" y="294134"/>
                  </a:lnTo>
                  <a:lnTo>
                    <a:pt x="154718" y="294134"/>
                  </a:lnTo>
                  <a:lnTo>
                    <a:pt x="154718" y="298163"/>
                  </a:lnTo>
                  <a:lnTo>
                    <a:pt x="157409" y="303535"/>
                  </a:lnTo>
                  <a:lnTo>
                    <a:pt x="160100" y="302192"/>
                  </a:lnTo>
                  <a:lnTo>
                    <a:pt x="161445" y="298163"/>
                  </a:lnTo>
                  <a:lnTo>
                    <a:pt x="164136" y="298163"/>
                  </a:lnTo>
                  <a:lnTo>
                    <a:pt x="162791" y="304879"/>
                  </a:lnTo>
                  <a:lnTo>
                    <a:pt x="158755" y="304879"/>
                  </a:lnTo>
                  <a:lnTo>
                    <a:pt x="154718" y="310251"/>
                  </a:lnTo>
                  <a:lnTo>
                    <a:pt x="150682" y="310251"/>
                  </a:lnTo>
                  <a:lnTo>
                    <a:pt x="147991" y="311594"/>
                  </a:lnTo>
                  <a:lnTo>
                    <a:pt x="147991" y="314280"/>
                  </a:lnTo>
                  <a:lnTo>
                    <a:pt x="143955" y="315623"/>
                  </a:lnTo>
                  <a:lnTo>
                    <a:pt x="139920" y="318309"/>
                  </a:lnTo>
                  <a:lnTo>
                    <a:pt x="143955" y="319652"/>
                  </a:lnTo>
                  <a:lnTo>
                    <a:pt x="142610" y="322338"/>
                  </a:lnTo>
                  <a:lnTo>
                    <a:pt x="135883" y="322338"/>
                  </a:lnTo>
                  <a:lnTo>
                    <a:pt x="133193" y="326368"/>
                  </a:lnTo>
                  <a:lnTo>
                    <a:pt x="133193" y="329054"/>
                  </a:lnTo>
                  <a:lnTo>
                    <a:pt x="138574" y="330397"/>
                  </a:lnTo>
                  <a:lnTo>
                    <a:pt x="134538" y="333083"/>
                  </a:lnTo>
                  <a:lnTo>
                    <a:pt x="133193" y="337112"/>
                  </a:lnTo>
                  <a:lnTo>
                    <a:pt x="129156" y="337112"/>
                  </a:lnTo>
                  <a:lnTo>
                    <a:pt x="127811" y="333083"/>
                  </a:lnTo>
                  <a:lnTo>
                    <a:pt x="125120" y="331740"/>
                  </a:lnTo>
                  <a:lnTo>
                    <a:pt x="123775" y="334426"/>
                  </a:lnTo>
                  <a:lnTo>
                    <a:pt x="121084" y="334426"/>
                  </a:lnTo>
                  <a:lnTo>
                    <a:pt x="122429" y="337112"/>
                  </a:lnTo>
                  <a:lnTo>
                    <a:pt x="119739" y="338455"/>
                  </a:lnTo>
                  <a:lnTo>
                    <a:pt x="118393" y="342485"/>
                  </a:lnTo>
                  <a:lnTo>
                    <a:pt x="119739" y="343828"/>
                  </a:lnTo>
                  <a:lnTo>
                    <a:pt x="114357" y="343828"/>
                  </a:lnTo>
                  <a:lnTo>
                    <a:pt x="111667" y="346514"/>
                  </a:lnTo>
                  <a:lnTo>
                    <a:pt x="111667" y="350543"/>
                  </a:lnTo>
                  <a:lnTo>
                    <a:pt x="107630" y="354572"/>
                  </a:lnTo>
                  <a:lnTo>
                    <a:pt x="107630" y="355915"/>
                  </a:lnTo>
                  <a:lnTo>
                    <a:pt x="107630" y="361288"/>
                  </a:lnTo>
                  <a:lnTo>
                    <a:pt x="103594" y="363974"/>
                  </a:lnTo>
                  <a:lnTo>
                    <a:pt x="99558" y="368003"/>
                  </a:lnTo>
                  <a:lnTo>
                    <a:pt x="100903" y="370689"/>
                  </a:lnTo>
                  <a:lnTo>
                    <a:pt x="106285" y="366660"/>
                  </a:lnTo>
                  <a:lnTo>
                    <a:pt x="108976" y="366660"/>
                  </a:lnTo>
                  <a:lnTo>
                    <a:pt x="108976" y="369346"/>
                  </a:lnTo>
                  <a:lnTo>
                    <a:pt x="104940" y="370689"/>
                  </a:lnTo>
                  <a:lnTo>
                    <a:pt x="104940" y="376062"/>
                  </a:lnTo>
                  <a:lnTo>
                    <a:pt x="107630" y="380091"/>
                  </a:lnTo>
                  <a:lnTo>
                    <a:pt x="113012" y="377405"/>
                  </a:lnTo>
                  <a:lnTo>
                    <a:pt x="118393" y="376062"/>
                  </a:lnTo>
                  <a:lnTo>
                    <a:pt x="126466" y="369346"/>
                  </a:lnTo>
                  <a:lnTo>
                    <a:pt x="126466" y="365317"/>
                  </a:lnTo>
                  <a:lnTo>
                    <a:pt x="122429" y="366660"/>
                  </a:lnTo>
                  <a:lnTo>
                    <a:pt x="126466" y="361288"/>
                  </a:lnTo>
                  <a:lnTo>
                    <a:pt x="127811" y="355915"/>
                  </a:lnTo>
                  <a:lnTo>
                    <a:pt x="129156" y="355915"/>
                  </a:lnTo>
                  <a:lnTo>
                    <a:pt x="131847" y="353229"/>
                  </a:lnTo>
                  <a:lnTo>
                    <a:pt x="135883" y="354572"/>
                  </a:lnTo>
                  <a:lnTo>
                    <a:pt x="138574" y="354572"/>
                  </a:lnTo>
                  <a:lnTo>
                    <a:pt x="131847" y="358602"/>
                  </a:lnTo>
                  <a:lnTo>
                    <a:pt x="130502" y="362631"/>
                  </a:lnTo>
                  <a:lnTo>
                    <a:pt x="138574" y="363974"/>
                  </a:lnTo>
                  <a:lnTo>
                    <a:pt x="135883" y="368003"/>
                  </a:lnTo>
                  <a:lnTo>
                    <a:pt x="131847" y="368003"/>
                  </a:lnTo>
                  <a:lnTo>
                    <a:pt x="125120" y="376062"/>
                  </a:lnTo>
                  <a:lnTo>
                    <a:pt x="129156" y="377405"/>
                  </a:lnTo>
                  <a:lnTo>
                    <a:pt x="126466" y="381434"/>
                  </a:lnTo>
                  <a:lnTo>
                    <a:pt x="126466" y="385463"/>
                  </a:lnTo>
                  <a:lnTo>
                    <a:pt x="122429" y="385463"/>
                  </a:lnTo>
                  <a:lnTo>
                    <a:pt x="118393" y="381434"/>
                  </a:lnTo>
                  <a:lnTo>
                    <a:pt x="113012" y="382777"/>
                  </a:lnTo>
                  <a:lnTo>
                    <a:pt x="110321" y="384120"/>
                  </a:lnTo>
                  <a:lnTo>
                    <a:pt x="110321" y="389492"/>
                  </a:lnTo>
                  <a:lnTo>
                    <a:pt x="106285" y="390835"/>
                  </a:lnTo>
                  <a:lnTo>
                    <a:pt x="102249" y="393522"/>
                  </a:lnTo>
                  <a:lnTo>
                    <a:pt x="104940" y="390835"/>
                  </a:lnTo>
                  <a:lnTo>
                    <a:pt x="107630" y="388149"/>
                  </a:lnTo>
                  <a:lnTo>
                    <a:pt x="103594" y="384120"/>
                  </a:lnTo>
                  <a:lnTo>
                    <a:pt x="103594" y="380091"/>
                  </a:lnTo>
                  <a:lnTo>
                    <a:pt x="100903" y="374718"/>
                  </a:lnTo>
                  <a:lnTo>
                    <a:pt x="96867" y="374718"/>
                  </a:lnTo>
                  <a:lnTo>
                    <a:pt x="95522" y="378748"/>
                  </a:lnTo>
                  <a:lnTo>
                    <a:pt x="90140" y="378748"/>
                  </a:lnTo>
                  <a:lnTo>
                    <a:pt x="90140" y="381434"/>
                  </a:lnTo>
                  <a:lnTo>
                    <a:pt x="96867" y="381434"/>
                  </a:lnTo>
                  <a:lnTo>
                    <a:pt x="90140" y="386806"/>
                  </a:lnTo>
                  <a:lnTo>
                    <a:pt x="86104" y="385463"/>
                  </a:lnTo>
                  <a:lnTo>
                    <a:pt x="82068" y="385463"/>
                  </a:lnTo>
                  <a:lnTo>
                    <a:pt x="76687" y="390835"/>
                  </a:lnTo>
                  <a:lnTo>
                    <a:pt x="79378" y="390835"/>
                  </a:lnTo>
                  <a:lnTo>
                    <a:pt x="82068" y="389492"/>
                  </a:lnTo>
                  <a:lnTo>
                    <a:pt x="83414" y="390835"/>
                  </a:lnTo>
                  <a:lnTo>
                    <a:pt x="78032" y="394865"/>
                  </a:lnTo>
                  <a:lnTo>
                    <a:pt x="75341" y="397551"/>
                  </a:lnTo>
                  <a:lnTo>
                    <a:pt x="73996" y="394865"/>
                  </a:lnTo>
                  <a:lnTo>
                    <a:pt x="69960" y="394865"/>
                  </a:lnTo>
                  <a:lnTo>
                    <a:pt x="69960" y="397551"/>
                  </a:lnTo>
                  <a:lnTo>
                    <a:pt x="75341" y="400237"/>
                  </a:lnTo>
                  <a:lnTo>
                    <a:pt x="82068" y="400237"/>
                  </a:lnTo>
                  <a:lnTo>
                    <a:pt x="80723" y="404266"/>
                  </a:lnTo>
                  <a:lnTo>
                    <a:pt x="83414" y="405609"/>
                  </a:lnTo>
                  <a:lnTo>
                    <a:pt x="83414" y="408295"/>
                  </a:lnTo>
                  <a:lnTo>
                    <a:pt x="76687" y="406952"/>
                  </a:lnTo>
                  <a:lnTo>
                    <a:pt x="76687" y="402923"/>
                  </a:lnTo>
                  <a:lnTo>
                    <a:pt x="71305" y="402923"/>
                  </a:lnTo>
                  <a:lnTo>
                    <a:pt x="67269" y="398894"/>
                  </a:lnTo>
                  <a:lnTo>
                    <a:pt x="65924" y="396208"/>
                  </a:lnTo>
                  <a:lnTo>
                    <a:pt x="64578" y="396208"/>
                  </a:lnTo>
                  <a:lnTo>
                    <a:pt x="63233" y="400237"/>
                  </a:lnTo>
                  <a:lnTo>
                    <a:pt x="68614" y="405609"/>
                  </a:lnTo>
                  <a:lnTo>
                    <a:pt x="72651" y="409638"/>
                  </a:lnTo>
                  <a:lnTo>
                    <a:pt x="76687" y="410982"/>
                  </a:lnTo>
                  <a:lnTo>
                    <a:pt x="79378" y="412325"/>
                  </a:lnTo>
                  <a:lnTo>
                    <a:pt x="75341" y="412325"/>
                  </a:lnTo>
                  <a:lnTo>
                    <a:pt x="67269" y="409638"/>
                  </a:lnTo>
                  <a:lnTo>
                    <a:pt x="61887" y="402923"/>
                  </a:lnTo>
                  <a:lnTo>
                    <a:pt x="57851" y="404266"/>
                  </a:lnTo>
                  <a:lnTo>
                    <a:pt x="53815" y="401580"/>
                  </a:lnTo>
                  <a:lnTo>
                    <a:pt x="48434" y="401580"/>
                  </a:lnTo>
                  <a:lnTo>
                    <a:pt x="45743" y="398894"/>
                  </a:lnTo>
                  <a:lnTo>
                    <a:pt x="44398" y="401580"/>
                  </a:lnTo>
                  <a:lnTo>
                    <a:pt x="44398" y="405609"/>
                  </a:lnTo>
                  <a:lnTo>
                    <a:pt x="43052" y="408295"/>
                  </a:lnTo>
                  <a:lnTo>
                    <a:pt x="45743" y="412325"/>
                  </a:lnTo>
                  <a:lnTo>
                    <a:pt x="55161" y="409638"/>
                  </a:lnTo>
                  <a:lnTo>
                    <a:pt x="56506" y="410982"/>
                  </a:lnTo>
                  <a:lnTo>
                    <a:pt x="52470" y="413668"/>
                  </a:lnTo>
                  <a:lnTo>
                    <a:pt x="53815" y="415011"/>
                  </a:lnTo>
                  <a:lnTo>
                    <a:pt x="60542" y="412325"/>
                  </a:lnTo>
                  <a:lnTo>
                    <a:pt x="63233" y="412325"/>
                  </a:lnTo>
                  <a:lnTo>
                    <a:pt x="61887" y="415011"/>
                  </a:lnTo>
                  <a:lnTo>
                    <a:pt x="55161" y="417697"/>
                  </a:lnTo>
                  <a:lnTo>
                    <a:pt x="51125" y="421726"/>
                  </a:lnTo>
                  <a:lnTo>
                    <a:pt x="47088" y="420383"/>
                  </a:lnTo>
                  <a:lnTo>
                    <a:pt x="43052" y="415011"/>
                  </a:lnTo>
                  <a:lnTo>
                    <a:pt x="40361" y="415011"/>
                  </a:lnTo>
                  <a:lnTo>
                    <a:pt x="37671" y="417697"/>
                  </a:lnTo>
                  <a:lnTo>
                    <a:pt x="33634" y="413668"/>
                  </a:lnTo>
                  <a:lnTo>
                    <a:pt x="30944" y="416354"/>
                  </a:lnTo>
                  <a:lnTo>
                    <a:pt x="28253" y="415011"/>
                  </a:lnTo>
                  <a:lnTo>
                    <a:pt x="24217" y="417697"/>
                  </a:lnTo>
                  <a:lnTo>
                    <a:pt x="25562" y="419040"/>
                  </a:lnTo>
                  <a:lnTo>
                    <a:pt x="33634" y="420383"/>
                  </a:lnTo>
                  <a:lnTo>
                    <a:pt x="39016" y="423069"/>
                  </a:lnTo>
                  <a:lnTo>
                    <a:pt x="45743" y="427099"/>
                  </a:lnTo>
                  <a:lnTo>
                    <a:pt x="43052" y="431128"/>
                  </a:lnTo>
                  <a:lnTo>
                    <a:pt x="45743" y="433814"/>
                  </a:lnTo>
                  <a:lnTo>
                    <a:pt x="41707" y="436500"/>
                  </a:lnTo>
                  <a:lnTo>
                    <a:pt x="40361" y="433814"/>
                  </a:lnTo>
                  <a:lnTo>
                    <a:pt x="40361" y="427099"/>
                  </a:lnTo>
                  <a:lnTo>
                    <a:pt x="36325" y="425755"/>
                  </a:lnTo>
                  <a:lnTo>
                    <a:pt x="30944" y="427099"/>
                  </a:lnTo>
                  <a:lnTo>
                    <a:pt x="32289" y="429785"/>
                  </a:lnTo>
                  <a:lnTo>
                    <a:pt x="32289" y="432471"/>
                  </a:lnTo>
                  <a:lnTo>
                    <a:pt x="26908" y="429785"/>
                  </a:lnTo>
                  <a:lnTo>
                    <a:pt x="21526" y="433814"/>
                  </a:lnTo>
                  <a:lnTo>
                    <a:pt x="26908" y="437843"/>
                  </a:lnTo>
                  <a:lnTo>
                    <a:pt x="22872" y="437843"/>
                  </a:lnTo>
                  <a:lnTo>
                    <a:pt x="20181" y="439186"/>
                  </a:lnTo>
                  <a:lnTo>
                    <a:pt x="18836" y="433814"/>
                  </a:lnTo>
                  <a:lnTo>
                    <a:pt x="10763" y="433814"/>
                  </a:lnTo>
                  <a:lnTo>
                    <a:pt x="13454" y="439186"/>
                  </a:lnTo>
                  <a:lnTo>
                    <a:pt x="9418" y="440529"/>
                  </a:lnTo>
                  <a:lnTo>
                    <a:pt x="9418" y="436500"/>
                  </a:lnTo>
                  <a:lnTo>
                    <a:pt x="4036" y="432471"/>
                  </a:lnTo>
                  <a:lnTo>
                    <a:pt x="2691" y="433814"/>
                  </a:lnTo>
                  <a:lnTo>
                    <a:pt x="2691" y="436500"/>
                  </a:lnTo>
                  <a:lnTo>
                    <a:pt x="8072" y="440529"/>
                  </a:lnTo>
                  <a:lnTo>
                    <a:pt x="5382" y="443215"/>
                  </a:lnTo>
                  <a:lnTo>
                    <a:pt x="8072" y="445902"/>
                  </a:lnTo>
                  <a:lnTo>
                    <a:pt x="13454" y="444559"/>
                  </a:lnTo>
                  <a:lnTo>
                    <a:pt x="21526" y="445902"/>
                  </a:lnTo>
                  <a:lnTo>
                    <a:pt x="25562" y="448588"/>
                  </a:lnTo>
                  <a:lnTo>
                    <a:pt x="33634" y="448588"/>
                  </a:lnTo>
                  <a:lnTo>
                    <a:pt x="36325" y="447245"/>
                  </a:lnTo>
                  <a:lnTo>
                    <a:pt x="39016" y="447245"/>
                  </a:lnTo>
                  <a:lnTo>
                    <a:pt x="34980" y="451274"/>
                  </a:lnTo>
                  <a:lnTo>
                    <a:pt x="28253" y="451274"/>
                  </a:lnTo>
                  <a:lnTo>
                    <a:pt x="25562" y="452617"/>
                  </a:lnTo>
                  <a:lnTo>
                    <a:pt x="17490" y="448588"/>
                  </a:lnTo>
                  <a:lnTo>
                    <a:pt x="12109" y="449931"/>
                  </a:lnTo>
                  <a:lnTo>
                    <a:pt x="9418" y="448588"/>
                  </a:lnTo>
                  <a:lnTo>
                    <a:pt x="5382" y="451274"/>
                  </a:lnTo>
                  <a:lnTo>
                    <a:pt x="0" y="452617"/>
                  </a:lnTo>
                  <a:lnTo>
                    <a:pt x="0" y="455303"/>
                  </a:lnTo>
                  <a:lnTo>
                    <a:pt x="8072" y="457989"/>
                  </a:lnTo>
                  <a:lnTo>
                    <a:pt x="5382" y="462018"/>
                  </a:lnTo>
                  <a:lnTo>
                    <a:pt x="9418" y="463362"/>
                  </a:lnTo>
                  <a:lnTo>
                    <a:pt x="12109" y="460675"/>
                  </a:lnTo>
                  <a:lnTo>
                    <a:pt x="18836" y="460675"/>
                  </a:lnTo>
                  <a:lnTo>
                    <a:pt x="13454" y="464705"/>
                  </a:lnTo>
                  <a:lnTo>
                    <a:pt x="6727" y="464705"/>
                  </a:lnTo>
                  <a:lnTo>
                    <a:pt x="4036" y="466048"/>
                  </a:lnTo>
                  <a:lnTo>
                    <a:pt x="2691" y="464705"/>
                  </a:lnTo>
                  <a:lnTo>
                    <a:pt x="2691" y="466048"/>
                  </a:lnTo>
                  <a:lnTo>
                    <a:pt x="5382" y="467391"/>
                  </a:lnTo>
                  <a:lnTo>
                    <a:pt x="9418" y="467391"/>
                  </a:lnTo>
                  <a:lnTo>
                    <a:pt x="4036" y="470077"/>
                  </a:lnTo>
                  <a:lnTo>
                    <a:pt x="2691" y="471420"/>
                  </a:lnTo>
                  <a:lnTo>
                    <a:pt x="2691" y="474106"/>
                  </a:lnTo>
                  <a:lnTo>
                    <a:pt x="5382" y="475449"/>
                  </a:lnTo>
                  <a:lnTo>
                    <a:pt x="6727" y="478135"/>
                  </a:lnTo>
                  <a:lnTo>
                    <a:pt x="13454" y="478135"/>
                  </a:lnTo>
                  <a:lnTo>
                    <a:pt x="16145" y="475449"/>
                  </a:lnTo>
                  <a:lnTo>
                    <a:pt x="24217" y="474106"/>
                  </a:lnTo>
                  <a:lnTo>
                    <a:pt x="29598" y="475449"/>
                  </a:lnTo>
                  <a:lnTo>
                    <a:pt x="30944" y="476792"/>
                  </a:lnTo>
                  <a:lnTo>
                    <a:pt x="34980" y="475449"/>
                  </a:lnTo>
                  <a:lnTo>
                    <a:pt x="34980" y="471420"/>
                  </a:lnTo>
                  <a:lnTo>
                    <a:pt x="37671" y="470077"/>
                  </a:lnTo>
                  <a:lnTo>
                    <a:pt x="39016" y="472763"/>
                  </a:lnTo>
                  <a:lnTo>
                    <a:pt x="43052" y="472763"/>
                  </a:lnTo>
                  <a:lnTo>
                    <a:pt x="48434" y="468734"/>
                  </a:lnTo>
                  <a:lnTo>
                    <a:pt x="51125" y="470077"/>
                  </a:lnTo>
                  <a:lnTo>
                    <a:pt x="49779" y="472763"/>
                  </a:lnTo>
                  <a:lnTo>
                    <a:pt x="47088" y="474106"/>
                  </a:lnTo>
                  <a:lnTo>
                    <a:pt x="52470" y="475449"/>
                  </a:lnTo>
                  <a:lnTo>
                    <a:pt x="55161" y="472763"/>
                  </a:lnTo>
                  <a:lnTo>
                    <a:pt x="53815" y="470077"/>
                  </a:lnTo>
                  <a:lnTo>
                    <a:pt x="57851" y="464705"/>
                  </a:lnTo>
                  <a:lnTo>
                    <a:pt x="56506" y="468734"/>
                  </a:lnTo>
                  <a:lnTo>
                    <a:pt x="60542" y="474106"/>
                  </a:lnTo>
                  <a:lnTo>
                    <a:pt x="57851" y="478135"/>
                  </a:lnTo>
                  <a:lnTo>
                    <a:pt x="51125" y="479479"/>
                  </a:lnTo>
                  <a:lnTo>
                    <a:pt x="47088" y="482165"/>
                  </a:lnTo>
                  <a:lnTo>
                    <a:pt x="49779" y="483508"/>
                  </a:lnTo>
                  <a:lnTo>
                    <a:pt x="47088" y="487537"/>
                  </a:lnTo>
                  <a:lnTo>
                    <a:pt x="41707" y="487537"/>
                  </a:lnTo>
                  <a:lnTo>
                    <a:pt x="41707" y="484851"/>
                  </a:lnTo>
                  <a:lnTo>
                    <a:pt x="44398" y="482165"/>
                  </a:lnTo>
                  <a:lnTo>
                    <a:pt x="43052" y="478135"/>
                  </a:lnTo>
                  <a:lnTo>
                    <a:pt x="39016" y="476792"/>
                  </a:lnTo>
                  <a:lnTo>
                    <a:pt x="33634" y="482165"/>
                  </a:lnTo>
                  <a:lnTo>
                    <a:pt x="32289" y="484851"/>
                  </a:lnTo>
                  <a:lnTo>
                    <a:pt x="28253" y="480822"/>
                  </a:lnTo>
                  <a:lnTo>
                    <a:pt x="24217" y="479479"/>
                  </a:lnTo>
                  <a:lnTo>
                    <a:pt x="18836" y="480822"/>
                  </a:lnTo>
                  <a:lnTo>
                    <a:pt x="16145" y="479479"/>
                  </a:lnTo>
                  <a:lnTo>
                    <a:pt x="9418" y="482165"/>
                  </a:lnTo>
                  <a:lnTo>
                    <a:pt x="5382" y="482165"/>
                  </a:lnTo>
                  <a:lnTo>
                    <a:pt x="2691" y="480822"/>
                  </a:lnTo>
                  <a:lnTo>
                    <a:pt x="1345" y="480822"/>
                  </a:lnTo>
                  <a:lnTo>
                    <a:pt x="2691" y="486194"/>
                  </a:lnTo>
                  <a:lnTo>
                    <a:pt x="1345" y="487537"/>
                  </a:lnTo>
                  <a:lnTo>
                    <a:pt x="4036" y="490223"/>
                  </a:lnTo>
                  <a:lnTo>
                    <a:pt x="8072" y="488880"/>
                  </a:lnTo>
                  <a:lnTo>
                    <a:pt x="9418" y="487537"/>
                  </a:lnTo>
                  <a:lnTo>
                    <a:pt x="13454" y="487537"/>
                  </a:lnTo>
                  <a:lnTo>
                    <a:pt x="9418" y="490223"/>
                  </a:lnTo>
                  <a:lnTo>
                    <a:pt x="9418" y="494252"/>
                  </a:lnTo>
                  <a:lnTo>
                    <a:pt x="8072" y="496938"/>
                  </a:lnTo>
                  <a:lnTo>
                    <a:pt x="4036" y="494252"/>
                  </a:lnTo>
                  <a:lnTo>
                    <a:pt x="5382" y="499625"/>
                  </a:lnTo>
                  <a:lnTo>
                    <a:pt x="9418" y="502311"/>
                  </a:lnTo>
                  <a:lnTo>
                    <a:pt x="16145" y="494252"/>
                  </a:lnTo>
                  <a:lnTo>
                    <a:pt x="21526" y="496938"/>
                  </a:lnTo>
                  <a:lnTo>
                    <a:pt x="18836" y="499625"/>
                  </a:lnTo>
                  <a:lnTo>
                    <a:pt x="18836" y="503654"/>
                  </a:lnTo>
                  <a:lnTo>
                    <a:pt x="13454" y="506340"/>
                  </a:lnTo>
                  <a:lnTo>
                    <a:pt x="14799" y="507683"/>
                  </a:lnTo>
                  <a:lnTo>
                    <a:pt x="17490" y="509026"/>
                  </a:lnTo>
                  <a:lnTo>
                    <a:pt x="16145" y="511712"/>
                  </a:lnTo>
                  <a:lnTo>
                    <a:pt x="18836" y="515742"/>
                  </a:lnTo>
                  <a:lnTo>
                    <a:pt x="17490" y="521114"/>
                  </a:lnTo>
                  <a:lnTo>
                    <a:pt x="18836" y="521114"/>
                  </a:lnTo>
                  <a:lnTo>
                    <a:pt x="22872" y="515742"/>
                  </a:lnTo>
                  <a:lnTo>
                    <a:pt x="26908" y="513055"/>
                  </a:lnTo>
                  <a:lnTo>
                    <a:pt x="26908" y="507683"/>
                  </a:lnTo>
                  <a:lnTo>
                    <a:pt x="36325" y="503654"/>
                  </a:lnTo>
                  <a:lnTo>
                    <a:pt x="41707" y="504997"/>
                  </a:lnTo>
                  <a:lnTo>
                    <a:pt x="44398" y="503654"/>
                  </a:lnTo>
                  <a:lnTo>
                    <a:pt x="43052" y="504997"/>
                  </a:lnTo>
                  <a:lnTo>
                    <a:pt x="37671" y="509026"/>
                  </a:lnTo>
                  <a:lnTo>
                    <a:pt x="37671" y="514399"/>
                  </a:lnTo>
                  <a:lnTo>
                    <a:pt x="39016" y="518428"/>
                  </a:lnTo>
                  <a:lnTo>
                    <a:pt x="34980" y="515742"/>
                  </a:lnTo>
                  <a:lnTo>
                    <a:pt x="34980" y="510369"/>
                  </a:lnTo>
                  <a:lnTo>
                    <a:pt x="32289" y="510369"/>
                  </a:lnTo>
                  <a:lnTo>
                    <a:pt x="28253" y="515742"/>
                  </a:lnTo>
                  <a:lnTo>
                    <a:pt x="25562" y="517085"/>
                  </a:lnTo>
                  <a:lnTo>
                    <a:pt x="30944" y="518428"/>
                  </a:lnTo>
                  <a:lnTo>
                    <a:pt x="26908" y="523800"/>
                  </a:lnTo>
                  <a:lnTo>
                    <a:pt x="22872" y="523800"/>
                  </a:lnTo>
                  <a:lnTo>
                    <a:pt x="21526" y="527829"/>
                  </a:lnTo>
                  <a:lnTo>
                    <a:pt x="24217" y="529172"/>
                  </a:lnTo>
                  <a:lnTo>
                    <a:pt x="30944" y="529172"/>
                  </a:lnTo>
                  <a:lnTo>
                    <a:pt x="32289" y="531859"/>
                  </a:lnTo>
                  <a:lnTo>
                    <a:pt x="28253" y="531859"/>
                  </a:lnTo>
                  <a:lnTo>
                    <a:pt x="25562" y="534545"/>
                  </a:lnTo>
                  <a:lnTo>
                    <a:pt x="25562" y="538574"/>
                  </a:lnTo>
                  <a:lnTo>
                    <a:pt x="20181" y="534545"/>
                  </a:lnTo>
                  <a:lnTo>
                    <a:pt x="17490" y="535888"/>
                  </a:lnTo>
                  <a:lnTo>
                    <a:pt x="16145" y="539917"/>
                  </a:lnTo>
                  <a:lnTo>
                    <a:pt x="14799" y="535888"/>
                  </a:lnTo>
                  <a:lnTo>
                    <a:pt x="12109" y="537231"/>
                  </a:lnTo>
                  <a:lnTo>
                    <a:pt x="8072" y="543946"/>
                  </a:lnTo>
                  <a:lnTo>
                    <a:pt x="9418" y="547975"/>
                  </a:lnTo>
                  <a:lnTo>
                    <a:pt x="16145" y="556034"/>
                  </a:lnTo>
                  <a:lnTo>
                    <a:pt x="17490" y="552005"/>
                  </a:lnTo>
                  <a:lnTo>
                    <a:pt x="18836" y="553348"/>
                  </a:lnTo>
                  <a:lnTo>
                    <a:pt x="22872" y="550662"/>
                  </a:lnTo>
                  <a:lnTo>
                    <a:pt x="21526" y="549319"/>
                  </a:lnTo>
                  <a:lnTo>
                    <a:pt x="24217" y="543946"/>
                  </a:lnTo>
                  <a:lnTo>
                    <a:pt x="29598" y="547975"/>
                  </a:lnTo>
                  <a:lnTo>
                    <a:pt x="26908" y="549319"/>
                  </a:lnTo>
                  <a:lnTo>
                    <a:pt x="29598" y="553348"/>
                  </a:lnTo>
                  <a:lnTo>
                    <a:pt x="29598" y="557377"/>
                  </a:lnTo>
                  <a:lnTo>
                    <a:pt x="25562" y="560063"/>
                  </a:lnTo>
                  <a:lnTo>
                    <a:pt x="28253" y="566779"/>
                  </a:lnTo>
                  <a:lnTo>
                    <a:pt x="30944" y="564092"/>
                  </a:lnTo>
                  <a:lnTo>
                    <a:pt x="37671" y="562749"/>
                  </a:lnTo>
                  <a:lnTo>
                    <a:pt x="40361" y="566779"/>
                  </a:lnTo>
                  <a:lnTo>
                    <a:pt x="34980" y="566779"/>
                  </a:lnTo>
                  <a:lnTo>
                    <a:pt x="32289" y="568122"/>
                  </a:lnTo>
                  <a:lnTo>
                    <a:pt x="34980" y="572151"/>
                  </a:lnTo>
                  <a:lnTo>
                    <a:pt x="33634" y="574837"/>
                  </a:lnTo>
                  <a:lnTo>
                    <a:pt x="24217" y="568122"/>
                  </a:lnTo>
                  <a:lnTo>
                    <a:pt x="21526" y="569465"/>
                  </a:lnTo>
                  <a:lnTo>
                    <a:pt x="18836" y="566779"/>
                  </a:lnTo>
                  <a:lnTo>
                    <a:pt x="14799" y="566779"/>
                  </a:lnTo>
                  <a:lnTo>
                    <a:pt x="14799" y="570808"/>
                  </a:lnTo>
                  <a:lnTo>
                    <a:pt x="12109" y="573494"/>
                  </a:lnTo>
                  <a:lnTo>
                    <a:pt x="18836" y="584238"/>
                  </a:lnTo>
                  <a:lnTo>
                    <a:pt x="24217" y="585582"/>
                  </a:lnTo>
                  <a:lnTo>
                    <a:pt x="30944" y="592297"/>
                  </a:lnTo>
                  <a:lnTo>
                    <a:pt x="40361" y="594983"/>
                  </a:lnTo>
                  <a:lnTo>
                    <a:pt x="41707" y="599012"/>
                  </a:lnTo>
                  <a:lnTo>
                    <a:pt x="39016" y="600355"/>
                  </a:lnTo>
                  <a:lnTo>
                    <a:pt x="43052" y="603042"/>
                  </a:lnTo>
                  <a:lnTo>
                    <a:pt x="47088" y="601699"/>
                  </a:lnTo>
                  <a:lnTo>
                    <a:pt x="45743" y="596326"/>
                  </a:lnTo>
                  <a:lnTo>
                    <a:pt x="48434" y="596326"/>
                  </a:lnTo>
                  <a:lnTo>
                    <a:pt x="51125" y="599012"/>
                  </a:lnTo>
                  <a:lnTo>
                    <a:pt x="51125" y="600355"/>
                  </a:lnTo>
                  <a:lnTo>
                    <a:pt x="56506" y="607071"/>
                  </a:lnTo>
                  <a:lnTo>
                    <a:pt x="57851" y="604385"/>
                  </a:lnTo>
                  <a:lnTo>
                    <a:pt x="60542" y="605728"/>
                  </a:lnTo>
                  <a:lnTo>
                    <a:pt x="64578" y="603042"/>
                  </a:lnTo>
                  <a:lnTo>
                    <a:pt x="69960" y="597669"/>
                  </a:lnTo>
                  <a:lnTo>
                    <a:pt x="72651" y="597669"/>
                  </a:lnTo>
                  <a:lnTo>
                    <a:pt x="75341" y="594983"/>
                  </a:lnTo>
                  <a:lnTo>
                    <a:pt x="76687" y="594983"/>
                  </a:lnTo>
                  <a:lnTo>
                    <a:pt x="76687" y="599012"/>
                  </a:lnTo>
                  <a:lnTo>
                    <a:pt x="80723" y="599012"/>
                  </a:lnTo>
                  <a:lnTo>
                    <a:pt x="88795" y="590954"/>
                  </a:lnTo>
                  <a:lnTo>
                    <a:pt x="88795" y="586925"/>
                  </a:lnTo>
                  <a:lnTo>
                    <a:pt x="84759" y="582895"/>
                  </a:lnTo>
                  <a:lnTo>
                    <a:pt x="91486" y="586925"/>
                  </a:lnTo>
                  <a:lnTo>
                    <a:pt x="96867" y="581552"/>
                  </a:lnTo>
                  <a:lnTo>
                    <a:pt x="95522" y="578866"/>
                  </a:lnTo>
                  <a:lnTo>
                    <a:pt x="99558" y="577523"/>
                  </a:lnTo>
                  <a:lnTo>
                    <a:pt x="98213" y="573494"/>
                  </a:lnTo>
                  <a:lnTo>
                    <a:pt x="102249" y="570808"/>
                  </a:lnTo>
                  <a:lnTo>
                    <a:pt x="107630" y="570808"/>
                  </a:lnTo>
                  <a:lnTo>
                    <a:pt x="107630" y="566779"/>
                  </a:lnTo>
                  <a:lnTo>
                    <a:pt x="103594" y="561406"/>
                  </a:lnTo>
                  <a:lnTo>
                    <a:pt x="104940" y="558720"/>
                  </a:lnTo>
                  <a:lnTo>
                    <a:pt x="102249" y="553348"/>
                  </a:lnTo>
                  <a:lnTo>
                    <a:pt x="96867" y="550662"/>
                  </a:lnTo>
                  <a:lnTo>
                    <a:pt x="96867" y="546632"/>
                  </a:lnTo>
                  <a:lnTo>
                    <a:pt x="99558" y="547975"/>
                  </a:lnTo>
                  <a:lnTo>
                    <a:pt x="104940" y="553348"/>
                  </a:lnTo>
                  <a:lnTo>
                    <a:pt x="107630" y="560063"/>
                  </a:lnTo>
                  <a:lnTo>
                    <a:pt x="108976" y="562749"/>
                  </a:lnTo>
                  <a:lnTo>
                    <a:pt x="111667" y="562749"/>
                  </a:lnTo>
                  <a:lnTo>
                    <a:pt x="111667" y="565435"/>
                  </a:lnTo>
                  <a:lnTo>
                    <a:pt x="113012" y="568122"/>
                  </a:lnTo>
                  <a:lnTo>
                    <a:pt x="118393" y="566779"/>
                  </a:lnTo>
                  <a:lnTo>
                    <a:pt x="117048" y="564092"/>
                  </a:lnTo>
                  <a:lnTo>
                    <a:pt x="114357" y="561406"/>
                  </a:lnTo>
                  <a:lnTo>
                    <a:pt x="117048" y="558720"/>
                  </a:lnTo>
                  <a:lnTo>
                    <a:pt x="121084" y="562749"/>
                  </a:lnTo>
                  <a:lnTo>
                    <a:pt x="121084" y="564092"/>
                  </a:lnTo>
                  <a:lnTo>
                    <a:pt x="127811" y="558720"/>
                  </a:lnTo>
                  <a:lnTo>
                    <a:pt x="129156" y="552005"/>
                  </a:lnTo>
                  <a:lnTo>
                    <a:pt x="127811" y="547975"/>
                  </a:lnTo>
                  <a:lnTo>
                    <a:pt x="123775" y="546632"/>
                  </a:lnTo>
                  <a:lnTo>
                    <a:pt x="122429" y="542603"/>
                  </a:lnTo>
                  <a:lnTo>
                    <a:pt x="125120" y="541260"/>
                  </a:lnTo>
                  <a:lnTo>
                    <a:pt x="125120" y="539917"/>
                  </a:lnTo>
                  <a:lnTo>
                    <a:pt x="127811" y="538574"/>
                  </a:lnTo>
                  <a:lnTo>
                    <a:pt x="129156" y="537231"/>
                  </a:lnTo>
                  <a:lnTo>
                    <a:pt x="126466" y="533202"/>
                  </a:lnTo>
                  <a:lnTo>
                    <a:pt x="127811" y="529172"/>
                  </a:lnTo>
                  <a:lnTo>
                    <a:pt x="130502" y="526486"/>
                  </a:lnTo>
                  <a:lnTo>
                    <a:pt x="134538" y="529172"/>
                  </a:lnTo>
                  <a:lnTo>
                    <a:pt x="131847" y="534545"/>
                  </a:lnTo>
                  <a:lnTo>
                    <a:pt x="133193" y="539917"/>
                  </a:lnTo>
                  <a:lnTo>
                    <a:pt x="131847" y="545289"/>
                  </a:lnTo>
                  <a:lnTo>
                    <a:pt x="134538" y="549319"/>
                  </a:lnTo>
                  <a:lnTo>
                    <a:pt x="135883" y="553348"/>
                  </a:lnTo>
                  <a:lnTo>
                    <a:pt x="141265" y="558720"/>
                  </a:lnTo>
                  <a:lnTo>
                    <a:pt x="146646" y="557377"/>
                  </a:lnTo>
                  <a:lnTo>
                    <a:pt x="149337" y="560063"/>
                  </a:lnTo>
                  <a:lnTo>
                    <a:pt x="147991" y="561406"/>
                  </a:lnTo>
                  <a:lnTo>
                    <a:pt x="150682" y="564092"/>
                  </a:lnTo>
                  <a:lnTo>
                    <a:pt x="154718" y="569465"/>
                  </a:lnTo>
                  <a:lnTo>
                    <a:pt x="157409" y="564092"/>
                  </a:lnTo>
                  <a:lnTo>
                    <a:pt x="156064" y="547975"/>
                  </a:lnTo>
                  <a:lnTo>
                    <a:pt x="152028" y="541260"/>
                  </a:lnTo>
                  <a:lnTo>
                    <a:pt x="153373" y="537231"/>
                  </a:lnTo>
                  <a:lnTo>
                    <a:pt x="157409" y="534545"/>
                  </a:lnTo>
                  <a:lnTo>
                    <a:pt x="154718" y="529172"/>
                  </a:lnTo>
                  <a:lnTo>
                    <a:pt x="157409" y="526486"/>
                  </a:lnTo>
                  <a:lnTo>
                    <a:pt x="164136" y="526486"/>
                  </a:lnTo>
                  <a:lnTo>
                    <a:pt x="166827" y="522457"/>
                  </a:lnTo>
                  <a:lnTo>
                    <a:pt x="166827" y="517085"/>
                  </a:lnTo>
                  <a:lnTo>
                    <a:pt x="170863" y="509026"/>
                  </a:lnTo>
                  <a:lnTo>
                    <a:pt x="166827" y="503654"/>
                  </a:lnTo>
                  <a:lnTo>
                    <a:pt x="164136" y="491566"/>
                  </a:lnTo>
                  <a:lnTo>
                    <a:pt x="160100" y="482165"/>
                  </a:lnTo>
                  <a:lnTo>
                    <a:pt x="160100" y="478135"/>
                  </a:lnTo>
                  <a:lnTo>
                    <a:pt x="172208" y="474106"/>
                  </a:lnTo>
                  <a:lnTo>
                    <a:pt x="172208" y="464705"/>
                  </a:lnTo>
                  <a:lnTo>
                    <a:pt x="174899" y="459332"/>
                  </a:lnTo>
                  <a:lnTo>
                    <a:pt x="165482" y="449931"/>
                  </a:lnTo>
                  <a:lnTo>
                    <a:pt x="158755" y="445902"/>
                  </a:lnTo>
                  <a:lnTo>
                    <a:pt x="157409" y="436500"/>
                  </a:lnTo>
                  <a:lnTo>
                    <a:pt x="160100" y="427099"/>
                  </a:lnTo>
                  <a:lnTo>
                    <a:pt x="158755" y="416354"/>
                  </a:lnTo>
                  <a:lnTo>
                    <a:pt x="156064" y="409638"/>
                  </a:lnTo>
                  <a:lnTo>
                    <a:pt x="157409" y="401580"/>
                  </a:lnTo>
                  <a:lnTo>
                    <a:pt x="156064" y="386806"/>
                  </a:lnTo>
                  <a:lnTo>
                    <a:pt x="153373" y="374718"/>
                  </a:lnTo>
                  <a:lnTo>
                    <a:pt x="156064" y="362631"/>
                  </a:lnTo>
                  <a:lnTo>
                    <a:pt x="161445" y="351886"/>
                  </a:lnTo>
                  <a:lnTo>
                    <a:pt x="166827" y="349200"/>
                  </a:lnTo>
                  <a:lnTo>
                    <a:pt x="173554" y="350543"/>
                  </a:lnTo>
                  <a:lnTo>
                    <a:pt x="182971" y="350543"/>
                  </a:lnTo>
                  <a:lnTo>
                    <a:pt x="187008" y="345171"/>
                  </a:lnTo>
                  <a:lnTo>
                    <a:pt x="187008" y="334426"/>
                  </a:lnTo>
                  <a:lnTo>
                    <a:pt x="184317" y="331740"/>
                  </a:lnTo>
                  <a:lnTo>
                    <a:pt x="184317" y="325025"/>
                  </a:lnTo>
                  <a:lnTo>
                    <a:pt x="193735" y="303535"/>
                  </a:lnTo>
                  <a:lnTo>
                    <a:pt x="193735" y="291448"/>
                  </a:lnTo>
                  <a:lnTo>
                    <a:pt x="196425" y="279360"/>
                  </a:lnTo>
                  <a:lnTo>
                    <a:pt x="199116" y="272645"/>
                  </a:lnTo>
                  <a:lnTo>
                    <a:pt x="199116" y="264586"/>
                  </a:lnTo>
                  <a:lnTo>
                    <a:pt x="195080" y="261900"/>
                  </a:lnTo>
                  <a:lnTo>
                    <a:pt x="195080" y="256528"/>
                  </a:lnTo>
                  <a:lnTo>
                    <a:pt x="203152" y="251155"/>
                  </a:lnTo>
                  <a:lnTo>
                    <a:pt x="212570" y="249812"/>
                  </a:lnTo>
                  <a:lnTo>
                    <a:pt x="216606" y="245783"/>
                  </a:lnTo>
                  <a:lnTo>
                    <a:pt x="216606" y="240411"/>
                  </a:lnTo>
                  <a:lnTo>
                    <a:pt x="223333" y="228323"/>
                  </a:lnTo>
                  <a:lnTo>
                    <a:pt x="231405" y="217579"/>
                  </a:lnTo>
                  <a:lnTo>
                    <a:pt x="232750" y="212206"/>
                  </a:lnTo>
                  <a:lnTo>
                    <a:pt x="230059" y="204148"/>
                  </a:lnTo>
                  <a:lnTo>
                    <a:pt x="227369" y="201462"/>
                  </a:lnTo>
                  <a:lnTo>
                    <a:pt x="227369" y="189374"/>
                  </a:lnTo>
                  <a:lnTo>
                    <a:pt x="231405" y="188031"/>
                  </a:lnTo>
                  <a:lnTo>
                    <a:pt x="234096" y="182659"/>
                  </a:lnTo>
                  <a:lnTo>
                    <a:pt x="235441" y="177286"/>
                  </a:lnTo>
                  <a:lnTo>
                    <a:pt x="239477" y="174600"/>
                  </a:lnTo>
                  <a:lnTo>
                    <a:pt x="243513" y="166542"/>
                  </a:lnTo>
                  <a:lnTo>
                    <a:pt x="248895" y="162512"/>
                  </a:lnTo>
                  <a:lnTo>
                    <a:pt x="254277" y="165199"/>
                  </a:lnTo>
                  <a:lnTo>
                    <a:pt x="256967" y="167885"/>
                  </a:lnTo>
                  <a:lnTo>
                    <a:pt x="259658" y="166542"/>
                  </a:lnTo>
                  <a:lnTo>
                    <a:pt x="263694" y="163855"/>
                  </a:lnTo>
                  <a:lnTo>
                    <a:pt x="261003" y="158483"/>
                  </a:lnTo>
                  <a:lnTo>
                    <a:pt x="263694" y="155797"/>
                  </a:lnTo>
                  <a:lnTo>
                    <a:pt x="263694" y="153111"/>
                  </a:lnTo>
                  <a:lnTo>
                    <a:pt x="265039" y="149082"/>
                  </a:lnTo>
                  <a:lnTo>
                    <a:pt x="261003" y="143709"/>
                  </a:lnTo>
                  <a:lnTo>
                    <a:pt x="263694" y="141023"/>
                  </a:lnTo>
                  <a:lnTo>
                    <a:pt x="271766" y="141023"/>
                  </a:lnTo>
                  <a:lnTo>
                    <a:pt x="277148" y="138337"/>
                  </a:lnTo>
                  <a:lnTo>
                    <a:pt x="285220" y="141023"/>
                  </a:lnTo>
                  <a:lnTo>
                    <a:pt x="290601" y="145052"/>
                  </a:lnTo>
                  <a:lnTo>
                    <a:pt x="295983" y="145052"/>
                  </a:lnTo>
                  <a:lnTo>
                    <a:pt x="300019" y="147738"/>
                  </a:lnTo>
                  <a:lnTo>
                    <a:pt x="302710" y="146395"/>
                  </a:lnTo>
                  <a:lnTo>
                    <a:pt x="305401" y="147738"/>
                  </a:lnTo>
                  <a:lnTo>
                    <a:pt x="305401" y="142366"/>
                  </a:lnTo>
                  <a:lnTo>
                    <a:pt x="302710" y="138337"/>
                  </a:lnTo>
                  <a:lnTo>
                    <a:pt x="302710" y="130279"/>
                  </a:lnTo>
                  <a:lnTo>
                    <a:pt x="306746" y="127592"/>
                  </a:lnTo>
                  <a:lnTo>
                    <a:pt x="305401" y="122220"/>
                  </a:lnTo>
                  <a:lnTo>
                    <a:pt x="301365" y="119534"/>
                  </a:lnTo>
                  <a:lnTo>
                    <a:pt x="301365" y="114162"/>
                  </a:lnTo>
                  <a:lnTo>
                    <a:pt x="306746" y="116848"/>
                  </a:lnTo>
                  <a:lnTo>
                    <a:pt x="313473" y="115505"/>
                  </a:lnTo>
                  <a:lnTo>
                    <a:pt x="314818" y="114162"/>
                  </a:lnTo>
                  <a:lnTo>
                    <a:pt x="314818" y="114162"/>
                  </a:lnTo>
                  <a:lnTo>
                    <a:pt x="316164" y="112818"/>
                  </a:lnTo>
                  <a:lnTo>
                    <a:pt x="318854" y="114162"/>
                  </a:lnTo>
                  <a:lnTo>
                    <a:pt x="320200" y="112818"/>
                  </a:lnTo>
                  <a:lnTo>
                    <a:pt x="318854" y="108789"/>
                  </a:lnTo>
                  <a:lnTo>
                    <a:pt x="318854" y="104760"/>
                  </a:lnTo>
                  <a:lnTo>
                    <a:pt x="322890" y="102074"/>
                  </a:lnTo>
                  <a:lnTo>
                    <a:pt x="328272" y="102074"/>
                  </a:lnTo>
                  <a:lnTo>
                    <a:pt x="332308" y="107446"/>
                  </a:lnTo>
                  <a:lnTo>
                    <a:pt x="343071" y="116848"/>
                  </a:lnTo>
                  <a:lnTo>
                    <a:pt x="344417" y="122220"/>
                  </a:lnTo>
                  <a:lnTo>
                    <a:pt x="348453" y="127592"/>
                  </a:lnTo>
                  <a:lnTo>
                    <a:pt x="356525" y="131622"/>
                  </a:lnTo>
                  <a:lnTo>
                    <a:pt x="368634" y="131622"/>
                  </a:lnTo>
                  <a:lnTo>
                    <a:pt x="375360" y="124906"/>
                  </a:lnTo>
                  <a:lnTo>
                    <a:pt x="378051" y="120877"/>
                  </a:lnTo>
                  <a:lnTo>
                    <a:pt x="383432" y="122220"/>
                  </a:lnTo>
                  <a:lnTo>
                    <a:pt x="392850" y="127592"/>
                  </a:lnTo>
                  <a:lnTo>
                    <a:pt x="398232" y="128935"/>
                  </a:lnTo>
                  <a:lnTo>
                    <a:pt x="400922" y="123563"/>
                  </a:lnTo>
                  <a:lnTo>
                    <a:pt x="404958" y="120877"/>
                  </a:lnTo>
                  <a:lnTo>
                    <a:pt x="408995" y="116848"/>
                  </a:lnTo>
                  <a:lnTo>
                    <a:pt x="413031" y="118191"/>
                  </a:lnTo>
                  <a:lnTo>
                    <a:pt x="417067" y="114162"/>
                  </a:lnTo>
                  <a:lnTo>
                    <a:pt x="419758" y="111475"/>
                  </a:lnTo>
                  <a:lnTo>
                    <a:pt x="417067" y="106103"/>
                  </a:lnTo>
                  <a:lnTo>
                    <a:pt x="415722" y="99388"/>
                  </a:lnTo>
                  <a:lnTo>
                    <a:pt x="417067" y="85957"/>
                  </a:lnTo>
                  <a:lnTo>
                    <a:pt x="418412" y="81928"/>
                  </a:lnTo>
                  <a:lnTo>
                    <a:pt x="415722" y="77899"/>
                  </a:lnTo>
                  <a:lnTo>
                    <a:pt x="418412" y="75212"/>
                  </a:lnTo>
                  <a:lnTo>
                    <a:pt x="422449" y="69840"/>
                  </a:lnTo>
                  <a:lnTo>
                    <a:pt x="422449" y="67154"/>
                  </a:lnTo>
                  <a:lnTo>
                    <a:pt x="427830" y="64468"/>
                  </a:lnTo>
                  <a:lnTo>
                    <a:pt x="434557" y="65811"/>
                  </a:lnTo>
                  <a:lnTo>
                    <a:pt x="438593" y="64468"/>
                  </a:lnTo>
                  <a:lnTo>
                    <a:pt x="438593" y="63125"/>
                  </a:lnTo>
                  <a:lnTo>
                    <a:pt x="442629" y="57752"/>
                  </a:lnTo>
                  <a:lnTo>
                    <a:pt x="453392" y="57752"/>
                  </a:lnTo>
                  <a:lnTo>
                    <a:pt x="458774" y="61782"/>
                  </a:lnTo>
                  <a:lnTo>
                    <a:pt x="465500" y="69840"/>
                  </a:lnTo>
                  <a:lnTo>
                    <a:pt x="468191" y="72526"/>
                  </a:lnTo>
                  <a:lnTo>
                    <a:pt x="473573" y="75212"/>
                  </a:lnTo>
                  <a:lnTo>
                    <a:pt x="482991" y="76555"/>
                  </a:lnTo>
                  <a:lnTo>
                    <a:pt x="484336" y="80585"/>
                  </a:lnTo>
                  <a:lnTo>
                    <a:pt x="489717" y="85957"/>
                  </a:lnTo>
                  <a:lnTo>
                    <a:pt x="488372" y="91329"/>
                  </a:lnTo>
                  <a:lnTo>
                    <a:pt x="484336" y="980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6B99A984-F5A4-2209-A179-78EDB128C5EF}"/>
                </a:ext>
              </a:extLst>
            </p:cNvPr>
            <p:cNvSpPr/>
            <p:nvPr/>
          </p:nvSpPr>
          <p:spPr>
            <a:xfrm>
              <a:off x="7461461" y="2881704"/>
              <a:ext cx="4035" cy="5372"/>
            </a:xfrm>
            <a:custGeom>
              <a:avLst/>
              <a:gdLst>
                <a:gd name="connsiteX0" fmla="*/ 0 w 4035"/>
                <a:gd name="connsiteY0" fmla="*/ 0 h 5372"/>
                <a:gd name="connsiteX1" fmla="*/ 4036 w 4035"/>
                <a:gd name="connsiteY1" fmla="*/ 2686 h 5372"/>
                <a:gd name="connsiteX2" fmla="*/ 0 w 4035"/>
                <a:gd name="connsiteY2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5372">
                  <a:moveTo>
                    <a:pt x="0" y="0"/>
                  </a:moveTo>
                  <a:lnTo>
                    <a:pt x="4036" y="2686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9B1F48AF-B0A4-B3BE-3996-87AC775CD308}"/>
                </a:ext>
              </a:extLst>
            </p:cNvPr>
            <p:cNvSpPr/>
            <p:nvPr/>
          </p:nvSpPr>
          <p:spPr>
            <a:xfrm>
              <a:off x="7449353" y="2850813"/>
              <a:ext cx="5381" cy="6715"/>
            </a:xfrm>
            <a:custGeom>
              <a:avLst/>
              <a:gdLst>
                <a:gd name="connsiteX0" fmla="*/ 0 w 5381"/>
                <a:gd name="connsiteY0" fmla="*/ 1343 h 6715"/>
                <a:gd name="connsiteX1" fmla="*/ 2691 w 5381"/>
                <a:gd name="connsiteY1" fmla="*/ 0 h 6715"/>
                <a:gd name="connsiteX2" fmla="*/ 5381 w 5381"/>
                <a:gd name="connsiteY2" fmla="*/ 2686 h 6715"/>
                <a:gd name="connsiteX3" fmla="*/ 4036 w 5381"/>
                <a:gd name="connsiteY3" fmla="*/ 6715 h 6715"/>
                <a:gd name="connsiteX4" fmla="*/ 0 w 5381"/>
                <a:gd name="connsiteY4" fmla="*/ 1343 h 6715"/>
                <a:gd name="connsiteX5" fmla="*/ 0 w 5381"/>
                <a:gd name="connsiteY5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6715">
                  <a:moveTo>
                    <a:pt x="0" y="1343"/>
                  </a:moveTo>
                  <a:lnTo>
                    <a:pt x="2691" y="0"/>
                  </a:lnTo>
                  <a:lnTo>
                    <a:pt x="5381" y="2686"/>
                  </a:lnTo>
                  <a:lnTo>
                    <a:pt x="4036" y="6715"/>
                  </a:lnTo>
                  <a:lnTo>
                    <a:pt x="0" y="1343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73036047-6E37-9C90-602A-B3F2C83B775E}"/>
                </a:ext>
              </a:extLst>
            </p:cNvPr>
            <p:cNvSpPr/>
            <p:nvPr/>
          </p:nvSpPr>
          <p:spPr>
            <a:xfrm>
              <a:off x="7456079" y="2842754"/>
              <a:ext cx="2690" cy="4029"/>
            </a:xfrm>
            <a:custGeom>
              <a:avLst/>
              <a:gdLst>
                <a:gd name="connsiteX0" fmla="*/ 2691 w 2690"/>
                <a:gd name="connsiteY0" fmla="*/ 0 h 4029"/>
                <a:gd name="connsiteX1" fmla="*/ 2691 w 2690"/>
                <a:gd name="connsiteY1" fmla="*/ 4029 h 4029"/>
                <a:gd name="connsiteX2" fmla="*/ 0 w 2690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2691" y="0"/>
                  </a:moveTo>
                  <a:lnTo>
                    <a:pt x="2691" y="4029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A4921F6A-5729-B132-6076-9507BB72B3E2}"/>
                </a:ext>
              </a:extLst>
            </p:cNvPr>
            <p:cNvSpPr/>
            <p:nvPr/>
          </p:nvSpPr>
          <p:spPr>
            <a:xfrm>
              <a:off x="7449353" y="2840068"/>
              <a:ext cx="5381" cy="4029"/>
            </a:xfrm>
            <a:custGeom>
              <a:avLst/>
              <a:gdLst>
                <a:gd name="connsiteX0" fmla="*/ 5381 w 5381"/>
                <a:gd name="connsiteY0" fmla="*/ 0 h 4029"/>
                <a:gd name="connsiteX1" fmla="*/ 4036 w 5381"/>
                <a:gd name="connsiteY1" fmla="*/ 4029 h 4029"/>
                <a:gd name="connsiteX2" fmla="*/ 0 w 5381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5381" y="0"/>
                  </a:moveTo>
                  <a:lnTo>
                    <a:pt x="4036" y="4029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188303DD-2F8F-146C-AB84-5DEB99D55370}"/>
                </a:ext>
              </a:extLst>
            </p:cNvPr>
            <p:cNvSpPr/>
            <p:nvPr/>
          </p:nvSpPr>
          <p:spPr>
            <a:xfrm>
              <a:off x="7441280" y="2814550"/>
              <a:ext cx="4035" cy="5372"/>
            </a:xfrm>
            <a:custGeom>
              <a:avLst/>
              <a:gdLst>
                <a:gd name="connsiteX0" fmla="*/ 4036 w 4035"/>
                <a:gd name="connsiteY0" fmla="*/ 5372 h 5372"/>
                <a:gd name="connsiteX1" fmla="*/ 0 w 4035"/>
                <a:gd name="connsiteY1" fmla="*/ 2686 h 5372"/>
                <a:gd name="connsiteX2" fmla="*/ 4036 w 4035"/>
                <a:gd name="connsiteY2" fmla="*/ 0 h 5372"/>
                <a:gd name="connsiteX3" fmla="*/ 4036 w 4035"/>
                <a:gd name="connsiteY3" fmla="*/ 5372 h 5372"/>
                <a:gd name="connsiteX4" fmla="*/ 4036 w 4035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5372">
                  <a:moveTo>
                    <a:pt x="4036" y="5372"/>
                  </a:moveTo>
                  <a:lnTo>
                    <a:pt x="0" y="2686"/>
                  </a:lnTo>
                  <a:lnTo>
                    <a:pt x="4036" y="0"/>
                  </a:lnTo>
                  <a:lnTo>
                    <a:pt x="4036" y="5372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1CCBD4EF-489B-C547-74B4-5A10BCACF288}"/>
                </a:ext>
              </a:extLst>
            </p:cNvPr>
            <p:cNvSpPr/>
            <p:nvPr/>
          </p:nvSpPr>
          <p:spPr>
            <a:xfrm>
              <a:off x="7443971" y="2823951"/>
              <a:ext cx="2690" cy="2686"/>
            </a:xfrm>
            <a:custGeom>
              <a:avLst/>
              <a:gdLst>
                <a:gd name="connsiteX0" fmla="*/ 0 w 2690"/>
                <a:gd name="connsiteY0" fmla="*/ 0 h 2686"/>
                <a:gd name="connsiteX1" fmla="*/ 2691 w 2690"/>
                <a:gd name="connsiteY1" fmla="*/ 1343 h 2686"/>
                <a:gd name="connsiteX2" fmla="*/ 1345 w 2690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0" y="0"/>
                  </a:moveTo>
                  <a:lnTo>
                    <a:pt x="2691" y="1343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61A8D500-C026-6169-D3EB-8FA33BD8A682}"/>
                </a:ext>
              </a:extLst>
            </p:cNvPr>
            <p:cNvSpPr/>
            <p:nvPr/>
          </p:nvSpPr>
          <p:spPr>
            <a:xfrm>
              <a:off x="7453389" y="2829324"/>
              <a:ext cx="4035" cy="10744"/>
            </a:xfrm>
            <a:custGeom>
              <a:avLst/>
              <a:gdLst>
                <a:gd name="connsiteX0" fmla="*/ 0 w 4035"/>
                <a:gd name="connsiteY0" fmla="*/ 0 h 10744"/>
                <a:gd name="connsiteX1" fmla="*/ 4036 w 4035"/>
                <a:gd name="connsiteY1" fmla="*/ 5372 h 10744"/>
                <a:gd name="connsiteX2" fmla="*/ 2691 w 4035"/>
                <a:gd name="connsiteY2" fmla="*/ 10745 h 10744"/>
                <a:gd name="connsiteX3" fmla="*/ 0 w 4035"/>
                <a:gd name="connsiteY3" fmla="*/ 0 h 10744"/>
                <a:gd name="connsiteX4" fmla="*/ 0 w 4035"/>
                <a:gd name="connsiteY4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10744">
                  <a:moveTo>
                    <a:pt x="0" y="0"/>
                  </a:moveTo>
                  <a:lnTo>
                    <a:pt x="4036" y="5372"/>
                  </a:lnTo>
                  <a:lnTo>
                    <a:pt x="2691" y="1074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15956648-BEAB-960B-F592-B688155BB800}"/>
                </a:ext>
              </a:extLst>
            </p:cNvPr>
            <p:cNvSpPr/>
            <p:nvPr/>
          </p:nvSpPr>
          <p:spPr>
            <a:xfrm>
              <a:off x="7442626" y="2830667"/>
              <a:ext cx="4035" cy="5372"/>
            </a:xfrm>
            <a:custGeom>
              <a:avLst/>
              <a:gdLst>
                <a:gd name="connsiteX0" fmla="*/ 2691 w 4035"/>
                <a:gd name="connsiteY0" fmla="*/ 5372 h 5372"/>
                <a:gd name="connsiteX1" fmla="*/ 0 w 4035"/>
                <a:gd name="connsiteY1" fmla="*/ 1343 h 5372"/>
                <a:gd name="connsiteX2" fmla="*/ 4036 w 4035"/>
                <a:gd name="connsiteY2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5372">
                  <a:moveTo>
                    <a:pt x="2691" y="5372"/>
                  </a:moveTo>
                  <a:lnTo>
                    <a:pt x="0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E7646BB4-09D6-1559-ABCB-111D9361138A}"/>
                </a:ext>
              </a:extLst>
            </p:cNvPr>
            <p:cNvSpPr/>
            <p:nvPr/>
          </p:nvSpPr>
          <p:spPr>
            <a:xfrm>
              <a:off x="7438589" y="2805148"/>
              <a:ext cx="5381" cy="5372"/>
            </a:xfrm>
            <a:custGeom>
              <a:avLst/>
              <a:gdLst>
                <a:gd name="connsiteX0" fmla="*/ 4036 w 5381"/>
                <a:gd name="connsiteY0" fmla="*/ 0 h 5372"/>
                <a:gd name="connsiteX1" fmla="*/ 0 w 5381"/>
                <a:gd name="connsiteY1" fmla="*/ 4029 h 5372"/>
                <a:gd name="connsiteX2" fmla="*/ 2691 w 5381"/>
                <a:gd name="connsiteY2" fmla="*/ 5372 h 5372"/>
                <a:gd name="connsiteX3" fmla="*/ 5381 w 5381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5372">
                  <a:moveTo>
                    <a:pt x="4036" y="0"/>
                  </a:moveTo>
                  <a:lnTo>
                    <a:pt x="0" y="4029"/>
                  </a:lnTo>
                  <a:lnTo>
                    <a:pt x="2691" y="5372"/>
                  </a:lnTo>
                  <a:lnTo>
                    <a:pt x="538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0865E0BE-63BE-1608-AF47-ED4CF8650885}"/>
                </a:ext>
              </a:extLst>
            </p:cNvPr>
            <p:cNvSpPr/>
            <p:nvPr/>
          </p:nvSpPr>
          <p:spPr>
            <a:xfrm>
              <a:off x="7439935" y="2768885"/>
              <a:ext cx="6726" cy="4029"/>
            </a:xfrm>
            <a:custGeom>
              <a:avLst/>
              <a:gdLst>
                <a:gd name="connsiteX0" fmla="*/ 0 w 6726"/>
                <a:gd name="connsiteY0" fmla="*/ 0 h 4029"/>
                <a:gd name="connsiteX1" fmla="*/ 6727 w 6726"/>
                <a:gd name="connsiteY1" fmla="*/ 4029 h 4029"/>
                <a:gd name="connsiteX2" fmla="*/ 1345 w 6726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6" h="4029">
                  <a:moveTo>
                    <a:pt x="0" y="0"/>
                  </a:moveTo>
                  <a:lnTo>
                    <a:pt x="6727" y="4029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4F852E2D-71BF-D70B-5141-665B27C56EE9}"/>
                </a:ext>
              </a:extLst>
            </p:cNvPr>
            <p:cNvSpPr/>
            <p:nvPr/>
          </p:nvSpPr>
          <p:spPr>
            <a:xfrm>
              <a:off x="7442626" y="2760827"/>
              <a:ext cx="4035" cy="6715"/>
            </a:xfrm>
            <a:custGeom>
              <a:avLst/>
              <a:gdLst>
                <a:gd name="connsiteX0" fmla="*/ 0 w 4035"/>
                <a:gd name="connsiteY0" fmla="*/ 0 h 6715"/>
                <a:gd name="connsiteX1" fmla="*/ 4036 w 4035"/>
                <a:gd name="connsiteY1" fmla="*/ 2686 h 6715"/>
                <a:gd name="connsiteX2" fmla="*/ 2691 w 4035"/>
                <a:gd name="connsiteY2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6715">
                  <a:moveTo>
                    <a:pt x="0" y="0"/>
                  </a:moveTo>
                  <a:lnTo>
                    <a:pt x="4036" y="2686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1D9483B1-DAB5-0F04-4A10-8FFBF0705F45}"/>
                </a:ext>
              </a:extLst>
            </p:cNvPr>
            <p:cNvSpPr/>
            <p:nvPr/>
          </p:nvSpPr>
          <p:spPr>
            <a:xfrm>
              <a:off x="7453389" y="2750082"/>
              <a:ext cx="5381" cy="4029"/>
            </a:xfrm>
            <a:custGeom>
              <a:avLst/>
              <a:gdLst>
                <a:gd name="connsiteX0" fmla="*/ 4036 w 5381"/>
                <a:gd name="connsiteY0" fmla="*/ 0 h 4029"/>
                <a:gd name="connsiteX1" fmla="*/ 5381 w 5381"/>
                <a:gd name="connsiteY1" fmla="*/ 4029 h 4029"/>
                <a:gd name="connsiteX2" fmla="*/ 0 w 5381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4036" y="0"/>
                  </a:moveTo>
                  <a:lnTo>
                    <a:pt x="5381" y="4029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3B63E09C-FFDA-F8B7-21C4-7FD523CC63F8}"/>
                </a:ext>
              </a:extLst>
            </p:cNvPr>
            <p:cNvSpPr/>
            <p:nvPr/>
          </p:nvSpPr>
          <p:spPr>
            <a:xfrm>
              <a:off x="7461461" y="2747396"/>
              <a:ext cx="5381" cy="6715"/>
            </a:xfrm>
            <a:custGeom>
              <a:avLst/>
              <a:gdLst>
                <a:gd name="connsiteX0" fmla="*/ 0 w 5381"/>
                <a:gd name="connsiteY0" fmla="*/ 0 h 6715"/>
                <a:gd name="connsiteX1" fmla="*/ 4036 w 5381"/>
                <a:gd name="connsiteY1" fmla="*/ 0 h 6715"/>
                <a:gd name="connsiteX2" fmla="*/ 5381 w 5381"/>
                <a:gd name="connsiteY2" fmla="*/ 4029 h 6715"/>
                <a:gd name="connsiteX3" fmla="*/ 0 w 5381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6715">
                  <a:moveTo>
                    <a:pt x="0" y="0"/>
                  </a:moveTo>
                  <a:lnTo>
                    <a:pt x="4036" y="0"/>
                  </a:lnTo>
                  <a:lnTo>
                    <a:pt x="5381" y="4029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8" name="Freeform 517">
              <a:extLst>
                <a:ext uri="{FF2B5EF4-FFF2-40B4-BE49-F238E27FC236}">
                  <a16:creationId xmlns:a16="http://schemas.microsoft.com/office/drawing/2014/main" id="{FFA54632-D110-3147-688E-936B9673D63C}"/>
                </a:ext>
              </a:extLst>
            </p:cNvPr>
            <p:cNvSpPr/>
            <p:nvPr/>
          </p:nvSpPr>
          <p:spPr>
            <a:xfrm>
              <a:off x="7507204" y="2709790"/>
              <a:ext cx="5381" cy="8058"/>
            </a:xfrm>
            <a:custGeom>
              <a:avLst/>
              <a:gdLst>
                <a:gd name="connsiteX0" fmla="*/ 0 w 5381"/>
                <a:gd name="connsiteY0" fmla="*/ 5372 h 8058"/>
                <a:gd name="connsiteX1" fmla="*/ 4036 w 5381"/>
                <a:gd name="connsiteY1" fmla="*/ 0 h 8058"/>
                <a:gd name="connsiteX2" fmla="*/ 5381 w 5381"/>
                <a:gd name="connsiteY2" fmla="*/ 5372 h 8058"/>
                <a:gd name="connsiteX3" fmla="*/ 2691 w 5381"/>
                <a:gd name="connsiteY3" fmla="*/ 8058 h 8058"/>
                <a:gd name="connsiteX4" fmla="*/ 0 w 5381"/>
                <a:gd name="connsiteY4" fmla="*/ 5372 h 8058"/>
                <a:gd name="connsiteX5" fmla="*/ 0 w 5381"/>
                <a:gd name="connsiteY5" fmla="*/ 5372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8058">
                  <a:moveTo>
                    <a:pt x="0" y="5372"/>
                  </a:moveTo>
                  <a:lnTo>
                    <a:pt x="4036" y="0"/>
                  </a:lnTo>
                  <a:lnTo>
                    <a:pt x="5381" y="5372"/>
                  </a:lnTo>
                  <a:lnTo>
                    <a:pt x="2691" y="8058"/>
                  </a:lnTo>
                  <a:lnTo>
                    <a:pt x="0" y="5372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9" name="Freeform 518">
              <a:extLst>
                <a:ext uri="{FF2B5EF4-FFF2-40B4-BE49-F238E27FC236}">
                  <a16:creationId xmlns:a16="http://schemas.microsoft.com/office/drawing/2014/main" id="{542F9F3A-3C54-D88E-FB83-A1943551D5D2}"/>
                </a:ext>
              </a:extLst>
            </p:cNvPr>
            <p:cNvSpPr/>
            <p:nvPr/>
          </p:nvSpPr>
          <p:spPr>
            <a:xfrm>
              <a:off x="7501822" y="2703074"/>
              <a:ext cx="6726" cy="5372"/>
            </a:xfrm>
            <a:custGeom>
              <a:avLst/>
              <a:gdLst>
                <a:gd name="connsiteX0" fmla="*/ 6727 w 6726"/>
                <a:gd name="connsiteY0" fmla="*/ 2686 h 5372"/>
                <a:gd name="connsiteX1" fmla="*/ 5381 w 6726"/>
                <a:gd name="connsiteY1" fmla="*/ 5372 h 5372"/>
                <a:gd name="connsiteX2" fmla="*/ 0 w 6726"/>
                <a:gd name="connsiteY2" fmla="*/ 0 h 5372"/>
                <a:gd name="connsiteX3" fmla="*/ 5381 w 6726"/>
                <a:gd name="connsiteY3" fmla="*/ 0 h 5372"/>
                <a:gd name="connsiteX4" fmla="*/ 6727 w 6726"/>
                <a:gd name="connsiteY4" fmla="*/ 2686 h 5372"/>
                <a:gd name="connsiteX5" fmla="*/ 6727 w 6726"/>
                <a:gd name="connsiteY5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5372">
                  <a:moveTo>
                    <a:pt x="6727" y="2686"/>
                  </a:moveTo>
                  <a:lnTo>
                    <a:pt x="5381" y="5372"/>
                  </a:lnTo>
                  <a:lnTo>
                    <a:pt x="0" y="0"/>
                  </a:lnTo>
                  <a:lnTo>
                    <a:pt x="5381" y="0"/>
                  </a:lnTo>
                  <a:lnTo>
                    <a:pt x="6727" y="2686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0" name="Freeform 519">
              <a:extLst>
                <a:ext uri="{FF2B5EF4-FFF2-40B4-BE49-F238E27FC236}">
                  <a16:creationId xmlns:a16="http://schemas.microsoft.com/office/drawing/2014/main" id="{3AF705E3-B5DD-F289-2045-6A28858D9576}"/>
                </a:ext>
              </a:extLst>
            </p:cNvPr>
            <p:cNvSpPr/>
            <p:nvPr/>
          </p:nvSpPr>
          <p:spPr>
            <a:xfrm>
              <a:off x="7513931" y="2688300"/>
              <a:ext cx="12108" cy="6715"/>
            </a:xfrm>
            <a:custGeom>
              <a:avLst/>
              <a:gdLst>
                <a:gd name="connsiteX0" fmla="*/ 0 w 12108"/>
                <a:gd name="connsiteY0" fmla="*/ 6715 h 6715"/>
                <a:gd name="connsiteX1" fmla="*/ 8072 w 12108"/>
                <a:gd name="connsiteY1" fmla="*/ 0 h 6715"/>
                <a:gd name="connsiteX2" fmla="*/ 12108 w 12108"/>
                <a:gd name="connsiteY2" fmla="*/ 2686 h 6715"/>
                <a:gd name="connsiteX3" fmla="*/ 6727 w 12108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08" h="6715">
                  <a:moveTo>
                    <a:pt x="0" y="6715"/>
                  </a:moveTo>
                  <a:lnTo>
                    <a:pt x="8072" y="0"/>
                  </a:lnTo>
                  <a:lnTo>
                    <a:pt x="12108" y="2686"/>
                  </a:lnTo>
                  <a:lnTo>
                    <a:pt x="6727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1" name="Freeform 520">
              <a:extLst>
                <a:ext uri="{FF2B5EF4-FFF2-40B4-BE49-F238E27FC236}">
                  <a16:creationId xmlns:a16="http://schemas.microsoft.com/office/drawing/2014/main" id="{0C035519-8BE7-D2D1-2B85-DE2A17FC6B6C}"/>
                </a:ext>
              </a:extLst>
            </p:cNvPr>
            <p:cNvSpPr/>
            <p:nvPr/>
          </p:nvSpPr>
          <p:spPr>
            <a:xfrm>
              <a:off x="7515276" y="2696359"/>
              <a:ext cx="16144" cy="9401"/>
            </a:xfrm>
            <a:custGeom>
              <a:avLst/>
              <a:gdLst>
                <a:gd name="connsiteX0" fmla="*/ 0 w 16144"/>
                <a:gd name="connsiteY0" fmla="*/ 9401 h 9401"/>
                <a:gd name="connsiteX1" fmla="*/ 4036 w 16144"/>
                <a:gd name="connsiteY1" fmla="*/ 2686 h 9401"/>
                <a:gd name="connsiteX2" fmla="*/ 8072 w 16144"/>
                <a:gd name="connsiteY2" fmla="*/ 2686 h 9401"/>
                <a:gd name="connsiteX3" fmla="*/ 9417 w 16144"/>
                <a:gd name="connsiteY3" fmla="*/ 0 h 9401"/>
                <a:gd name="connsiteX4" fmla="*/ 13454 w 16144"/>
                <a:gd name="connsiteY4" fmla="*/ 0 h 9401"/>
                <a:gd name="connsiteX5" fmla="*/ 16144 w 16144"/>
                <a:gd name="connsiteY5" fmla="*/ 2686 h 9401"/>
                <a:gd name="connsiteX6" fmla="*/ 13454 w 16144"/>
                <a:gd name="connsiteY6" fmla="*/ 8058 h 9401"/>
                <a:gd name="connsiteX7" fmla="*/ 6727 w 16144"/>
                <a:gd name="connsiteY7" fmla="*/ 6715 h 9401"/>
                <a:gd name="connsiteX8" fmla="*/ 4036 w 16144"/>
                <a:gd name="connsiteY8" fmla="*/ 9401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44" h="9401">
                  <a:moveTo>
                    <a:pt x="0" y="9401"/>
                  </a:moveTo>
                  <a:lnTo>
                    <a:pt x="4036" y="2686"/>
                  </a:lnTo>
                  <a:lnTo>
                    <a:pt x="8072" y="2686"/>
                  </a:lnTo>
                  <a:lnTo>
                    <a:pt x="9417" y="0"/>
                  </a:lnTo>
                  <a:lnTo>
                    <a:pt x="13454" y="0"/>
                  </a:lnTo>
                  <a:lnTo>
                    <a:pt x="16144" y="2686"/>
                  </a:lnTo>
                  <a:lnTo>
                    <a:pt x="13454" y="8058"/>
                  </a:lnTo>
                  <a:lnTo>
                    <a:pt x="6727" y="6715"/>
                  </a:lnTo>
                  <a:lnTo>
                    <a:pt x="4036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3D2A8278-74F9-3CC7-BFA7-6B20338A4E40}"/>
                </a:ext>
              </a:extLst>
            </p:cNvPr>
            <p:cNvSpPr/>
            <p:nvPr/>
          </p:nvSpPr>
          <p:spPr>
            <a:xfrm>
              <a:off x="7582545" y="2626519"/>
              <a:ext cx="9417" cy="6715"/>
            </a:xfrm>
            <a:custGeom>
              <a:avLst/>
              <a:gdLst>
                <a:gd name="connsiteX0" fmla="*/ 0 w 9417"/>
                <a:gd name="connsiteY0" fmla="*/ 5372 h 6715"/>
                <a:gd name="connsiteX1" fmla="*/ 2691 w 9417"/>
                <a:gd name="connsiteY1" fmla="*/ 1343 h 6715"/>
                <a:gd name="connsiteX2" fmla="*/ 9417 w 9417"/>
                <a:gd name="connsiteY2" fmla="*/ 0 h 6715"/>
                <a:gd name="connsiteX3" fmla="*/ 4036 w 9417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17" h="6715">
                  <a:moveTo>
                    <a:pt x="0" y="5372"/>
                  </a:moveTo>
                  <a:lnTo>
                    <a:pt x="2691" y="1343"/>
                  </a:lnTo>
                  <a:lnTo>
                    <a:pt x="9417" y="0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3" name="Freeform 522">
              <a:extLst>
                <a:ext uri="{FF2B5EF4-FFF2-40B4-BE49-F238E27FC236}">
                  <a16:creationId xmlns:a16="http://schemas.microsoft.com/office/drawing/2014/main" id="{A5E780B3-DC8F-10CD-1021-581F98208395}"/>
                </a:ext>
              </a:extLst>
            </p:cNvPr>
            <p:cNvSpPr/>
            <p:nvPr/>
          </p:nvSpPr>
          <p:spPr>
            <a:xfrm>
              <a:off x="7570436" y="2634577"/>
              <a:ext cx="16144" cy="9401"/>
            </a:xfrm>
            <a:custGeom>
              <a:avLst/>
              <a:gdLst>
                <a:gd name="connsiteX0" fmla="*/ 6727 w 16144"/>
                <a:gd name="connsiteY0" fmla="*/ 9401 h 9401"/>
                <a:gd name="connsiteX1" fmla="*/ 5381 w 16144"/>
                <a:gd name="connsiteY1" fmla="*/ 6715 h 9401"/>
                <a:gd name="connsiteX2" fmla="*/ 0 w 16144"/>
                <a:gd name="connsiteY2" fmla="*/ 6715 h 9401"/>
                <a:gd name="connsiteX3" fmla="*/ 4036 w 16144"/>
                <a:gd name="connsiteY3" fmla="*/ 2686 h 9401"/>
                <a:gd name="connsiteX4" fmla="*/ 12108 w 16144"/>
                <a:gd name="connsiteY4" fmla="*/ 1343 h 9401"/>
                <a:gd name="connsiteX5" fmla="*/ 16144 w 16144"/>
                <a:gd name="connsiteY5" fmla="*/ 0 h 9401"/>
                <a:gd name="connsiteX6" fmla="*/ 9417 w 16144"/>
                <a:gd name="connsiteY6" fmla="*/ 6715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44" h="9401">
                  <a:moveTo>
                    <a:pt x="6727" y="9401"/>
                  </a:moveTo>
                  <a:lnTo>
                    <a:pt x="5381" y="6715"/>
                  </a:lnTo>
                  <a:lnTo>
                    <a:pt x="0" y="6715"/>
                  </a:lnTo>
                  <a:lnTo>
                    <a:pt x="4036" y="2686"/>
                  </a:lnTo>
                  <a:lnTo>
                    <a:pt x="12108" y="1343"/>
                  </a:lnTo>
                  <a:lnTo>
                    <a:pt x="16144" y="0"/>
                  </a:lnTo>
                  <a:lnTo>
                    <a:pt x="9417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4" name="Freeform 523">
              <a:extLst>
                <a:ext uri="{FF2B5EF4-FFF2-40B4-BE49-F238E27FC236}">
                  <a16:creationId xmlns:a16="http://schemas.microsoft.com/office/drawing/2014/main" id="{EB787410-D929-DB1B-E68D-7FCFA788839B}"/>
                </a:ext>
              </a:extLst>
            </p:cNvPr>
            <p:cNvSpPr/>
            <p:nvPr/>
          </p:nvSpPr>
          <p:spPr>
            <a:xfrm>
              <a:off x="7587926" y="2601000"/>
              <a:ext cx="4035" cy="6715"/>
            </a:xfrm>
            <a:custGeom>
              <a:avLst/>
              <a:gdLst>
                <a:gd name="connsiteX0" fmla="*/ 2691 w 4035"/>
                <a:gd name="connsiteY0" fmla="*/ 0 h 6715"/>
                <a:gd name="connsiteX1" fmla="*/ 4036 w 4035"/>
                <a:gd name="connsiteY1" fmla="*/ 1343 h 6715"/>
                <a:gd name="connsiteX2" fmla="*/ 4036 w 4035"/>
                <a:gd name="connsiteY2" fmla="*/ 4029 h 6715"/>
                <a:gd name="connsiteX3" fmla="*/ 1345 w 4035"/>
                <a:gd name="connsiteY3" fmla="*/ 6715 h 6715"/>
                <a:gd name="connsiteX4" fmla="*/ 0 w 4035"/>
                <a:gd name="connsiteY4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6715">
                  <a:moveTo>
                    <a:pt x="2691" y="0"/>
                  </a:moveTo>
                  <a:lnTo>
                    <a:pt x="4036" y="1343"/>
                  </a:lnTo>
                  <a:lnTo>
                    <a:pt x="4036" y="4029"/>
                  </a:lnTo>
                  <a:lnTo>
                    <a:pt x="1345" y="671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9569FD1E-9D9A-668D-6292-B040CD9C07D2}"/>
                </a:ext>
              </a:extLst>
            </p:cNvPr>
            <p:cNvSpPr/>
            <p:nvPr/>
          </p:nvSpPr>
          <p:spPr>
            <a:xfrm>
              <a:off x="7600035" y="2587570"/>
              <a:ext cx="6726" cy="6715"/>
            </a:xfrm>
            <a:custGeom>
              <a:avLst/>
              <a:gdLst>
                <a:gd name="connsiteX0" fmla="*/ 0 w 6726"/>
                <a:gd name="connsiteY0" fmla="*/ 2686 h 6715"/>
                <a:gd name="connsiteX1" fmla="*/ 2691 w 6726"/>
                <a:gd name="connsiteY1" fmla="*/ 0 h 6715"/>
                <a:gd name="connsiteX2" fmla="*/ 6727 w 6726"/>
                <a:gd name="connsiteY2" fmla="*/ 1343 h 6715"/>
                <a:gd name="connsiteX3" fmla="*/ 1345 w 6726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6715">
                  <a:moveTo>
                    <a:pt x="0" y="2686"/>
                  </a:moveTo>
                  <a:lnTo>
                    <a:pt x="2691" y="0"/>
                  </a:lnTo>
                  <a:lnTo>
                    <a:pt x="6727" y="1343"/>
                  </a:lnTo>
                  <a:lnTo>
                    <a:pt x="1345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AA55F671-308F-A43B-4A77-545A64350079}"/>
                </a:ext>
              </a:extLst>
            </p:cNvPr>
            <p:cNvSpPr/>
            <p:nvPr/>
          </p:nvSpPr>
          <p:spPr>
            <a:xfrm>
              <a:off x="7595999" y="2576825"/>
              <a:ext cx="6726" cy="10744"/>
            </a:xfrm>
            <a:custGeom>
              <a:avLst/>
              <a:gdLst>
                <a:gd name="connsiteX0" fmla="*/ 0 w 6726"/>
                <a:gd name="connsiteY0" fmla="*/ 4029 h 10744"/>
                <a:gd name="connsiteX1" fmla="*/ 5381 w 6726"/>
                <a:gd name="connsiteY1" fmla="*/ 0 h 10744"/>
                <a:gd name="connsiteX2" fmla="*/ 6727 w 6726"/>
                <a:gd name="connsiteY2" fmla="*/ 4029 h 10744"/>
                <a:gd name="connsiteX3" fmla="*/ 2691 w 6726"/>
                <a:gd name="connsiteY3" fmla="*/ 1074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10744">
                  <a:moveTo>
                    <a:pt x="0" y="4029"/>
                  </a:moveTo>
                  <a:lnTo>
                    <a:pt x="5381" y="0"/>
                  </a:lnTo>
                  <a:lnTo>
                    <a:pt x="6727" y="4029"/>
                  </a:lnTo>
                  <a:lnTo>
                    <a:pt x="2691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FC49FC92-9C7D-F812-E9B8-F119312EA470}"/>
                </a:ext>
              </a:extLst>
            </p:cNvPr>
            <p:cNvSpPr/>
            <p:nvPr/>
          </p:nvSpPr>
          <p:spPr>
            <a:xfrm>
              <a:off x="7628288" y="2532504"/>
              <a:ext cx="5381" cy="4029"/>
            </a:xfrm>
            <a:custGeom>
              <a:avLst/>
              <a:gdLst>
                <a:gd name="connsiteX0" fmla="*/ 0 w 5381"/>
                <a:gd name="connsiteY0" fmla="*/ 1343 h 4029"/>
                <a:gd name="connsiteX1" fmla="*/ 1345 w 5381"/>
                <a:gd name="connsiteY1" fmla="*/ 0 h 4029"/>
                <a:gd name="connsiteX2" fmla="*/ 5381 w 5381"/>
                <a:gd name="connsiteY2" fmla="*/ 0 h 4029"/>
                <a:gd name="connsiteX3" fmla="*/ 2691 w 5381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0" y="1343"/>
                  </a:moveTo>
                  <a:lnTo>
                    <a:pt x="1345" y="0"/>
                  </a:lnTo>
                  <a:lnTo>
                    <a:pt x="5381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487B7CA5-2C24-3470-7544-66B0D1826551}"/>
                </a:ext>
              </a:extLst>
            </p:cNvPr>
            <p:cNvSpPr/>
            <p:nvPr/>
          </p:nvSpPr>
          <p:spPr>
            <a:xfrm>
              <a:off x="7595999" y="2508328"/>
              <a:ext cx="4035" cy="5372"/>
            </a:xfrm>
            <a:custGeom>
              <a:avLst/>
              <a:gdLst>
                <a:gd name="connsiteX0" fmla="*/ 1345 w 4035"/>
                <a:gd name="connsiteY0" fmla="*/ 0 h 5372"/>
                <a:gd name="connsiteX1" fmla="*/ 4036 w 4035"/>
                <a:gd name="connsiteY1" fmla="*/ 2686 h 5372"/>
                <a:gd name="connsiteX2" fmla="*/ 2691 w 4035"/>
                <a:gd name="connsiteY2" fmla="*/ 5372 h 5372"/>
                <a:gd name="connsiteX3" fmla="*/ 0 w 4035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5372">
                  <a:moveTo>
                    <a:pt x="1345" y="0"/>
                  </a:moveTo>
                  <a:lnTo>
                    <a:pt x="4036" y="2686"/>
                  </a:lnTo>
                  <a:lnTo>
                    <a:pt x="2691" y="5372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E22F8526-85DB-C8E4-06C0-C2CE8ABD4300}"/>
                </a:ext>
              </a:extLst>
            </p:cNvPr>
            <p:cNvSpPr/>
            <p:nvPr/>
          </p:nvSpPr>
          <p:spPr>
            <a:xfrm>
              <a:off x="7600035" y="2488182"/>
              <a:ext cx="6726" cy="12087"/>
            </a:xfrm>
            <a:custGeom>
              <a:avLst/>
              <a:gdLst>
                <a:gd name="connsiteX0" fmla="*/ 6727 w 6726"/>
                <a:gd name="connsiteY0" fmla="*/ 6715 h 12087"/>
                <a:gd name="connsiteX1" fmla="*/ 0 w 6726"/>
                <a:gd name="connsiteY1" fmla="*/ 12088 h 12087"/>
                <a:gd name="connsiteX2" fmla="*/ 0 w 6726"/>
                <a:gd name="connsiteY2" fmla="*/ 8058 h 12087"/>
                <a:gd name="connsiteX3" fmla="*/ 5381 w 6726"/>
                <a:gd name="connsiteY3" fmla="*/ 0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12087">
                  <a:moveTo>
                    <a:pt x="6727" y="6715"/>
                  </a:moveTo>
                  <a:lnTo>
                    <a:pt x="0" y="12088"/>
                  </a:lnTo>
                  <a:lnTo>
                    <a:pt x="0" y="8058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062B6B5B-E37B-8F2E-70CE-EBD0DBF22541}"/>
                </a:ext>
              </a:extLst>
            </p:cNvPr>
            <p:cNvSpPr/>
            <p:nvPr/>
          </p:nvSpPr>
          <p:spPr>
            <a:xfrm>
              <a:off x="7608107" y="2485496"/>
              <a:ext cx="4035" cy="5372"/>
            </a:xfrm>
            <a:custGeom>
              <a:avLst/>
              <a:gdLst>
                <a:gd name="connsiteX0" fmla="*/ 1345 w 4035"/>
                <a:gd name="connsiteY0" fmla="*/ 5372 h 5372"/>
                <a:gd name="connsiteX1" fmla="*/ 0 w 4035"/>
                <a:gd name="connsiteY1" fmla="*/ 2686 h 5372"/>
                <a:gd name="connsiteX2" fmla="*/ 1345 w 4035"/>
                <a:gd name="connsiteY2" fmla="*/ 0 h 5372"/>
                <a:gd name="connsiteX3" fmla="*/ 4036 w 4035"/>
                <a:gd name="connsiteY3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5372">
                  <a:moveTo>
                    <a:pt x="1345" y="5372"/>
                  </a:moveTo>
                  <a:lnTo>
                    <a:pt x="0" y="2686"/>
                  </a:lnTo>
                  <a:lnTo>
                    <a:pt x="1345" y="0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72FA58FF-E2E7-84F1-2C25-7D314F21583C}"/>
                </a:ext>
              </a:extLst>
            </p:cNvPr>
            <p:cNvSpPr/>
            <p:nvPr/>
          </p:nvSpPr>
          <p:spPr>
            <a:xfrm>
              <a:off x="7614834" y="2478780"/>
              <a:ext cx="9417" cy="12087"/>
            </a:xfrm>
            <a:custGeom>
              <a:avLst/>
              <a:gdLst>
                <a:gd name="connsiteX0" fmla="*/ 9418 w 9417"/>
                <a:gd name="connsiteY0" fmla="*/ 0 h 12087"/>
                <a:gd name="connsiteX1" fmla="*/ 9418 w 9417"/>
                <a:gd name="connsiteY1" fmla="*/ 5372 h 12087"/>
                <a:gd name="connsiteX2" fmla="*/ 0 w 9417"/>
                <a:gd name="connsiteY2" fmla="*/ 12088 h 12087"/>
                <a:gd name="connsiteX3" fmla="*/ 1345 w 9417"/>
                <a:gd name="connsiteY3" fmla="*/ 2686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17" h="12087">
                  <a:moveTo>
                    <a:pt x="9418" y="0"/>
                  </a:moveTo>
                  <a:lnTo>
                    <a:pt x="9418" y="5372"/>
                  </a:lnTo>
                  <a:lnTo>
                    <a:pt x="0" y="12088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2075ADB4-6450-B521-6D66-60D63BB1777B}"/>
                </a:ext>
              </a:extLst>
            </p:cNvPr>
            <p:cNvSpPr/>
            <p:nvPr/>
          </p:nvSpPr>
          <p:spPr>
            <a:xfrm>
              <a:off x="7633669" y="2464007"/>
              <a:ext cx="6726" cy="4029"/>
            </a:xfrm>
            <a:custGeom>
              <a:avLst/>
              <a:gdLst>
                <a:gd name="connsiteX0" fmla="*/ 0 w 6726"/>
                <a:gd name="connsiteY0" fmla="*/ 4029 h 4029"/>
                <a:gd name="connsiteX1" fmla="*/ 2691 w 6726"/>
                <a:gd name="connsiteY1" fmla="*/ 0 h 4029"/>
                <a:gd name="connsiteX2" fmla="*/ 6727 w 6726"/>
                <a:gd name="connsiteY2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6" h="4029">
                  <a:moveTo>
                    <a:pt x="0" y="4029"/>
                  </a:moveTo>
                  <a:lnTo>
                    <a:pt x="2691" y="0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80BCB5DD-7FF0-776D-D888-54AC418493C3}"/>
                </a:ext>
              </a:extLst>
            </p:cNvPr>
            <p:cNvSpPr/>
            <p:nvPr/>
          </p:nvSpPr>
          <p:spPr>
            <a:xfrm>
              <a:off x="7628288" y="2469379"/>
              <a:ext cx="12108" cy="13430"/>
            </a:xfrm>
            <a:custGeom>
              <a:avLst/>
              <a:gdLst>
                <a:gd name="connsiteX0" fmla="*/ 12108 w 12108"/>
                <a:gd name="connsiteY0" fmla="*/ 0 h 13430"/>
                <a:gd name="connsiteX1" fmla="*/ 12108 w 12108"/>
                <a:gd name="connsiteY1" fmla="*/ 10745 h 13430"/>
                <a:gd name="connsiteX2" fmla="*/ 6727 w 12108"/>
                <a:gd name="connsiteY2" fmla="*/ 8058 h 13430"/>
                <a:gd name="connsiteX3" fmla="*/ 0 w 12108"/>
                <a:gd name="connsiteY3" fmla="*/ 13431 h 13430"/>
                <a:gd name="connsiteX4" fmla="*/ 0 w 12108"/>
                <a:gd name="connsiteY4" fmla="*/ 8058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8" h="13430">
                  <a:moveTo>
                    <a:pt x="12108" y="0"/>
                  </a:moveTo>
                  <a:lnTo>
                    <a:pt x="12108" y="10745"/>
                  </a:lnTo>
                  <a:lnTo>
                    <a:pt x="6727" y="8058"/>
                  </a:lnTo>
                  <a:lnTo>
                    <a:pt x="0" y="13431"/>
                  </a:lnTo>
                  <a:lnTo>
                    <a:pt x="0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215D1911-AFF6-8BF0-713B-2EE39ADB31AC}"/>
                </a:ext>
              </a:extLst>
            </p:cNvPr>
            <p:cNvSpPr/>
            <p:nvPr/>
          </p:nvSpPr>
          <p:spPr>
            <a:xfrm>
              <a:off x="7629633" y="2445204"/>
              <a:ext cx="16144" cy="17459"/>
            </a:xfrm>
            <a:custGeom>
              <a:avLst/>
              <a:gdLst>
                <a:gd name="connsiteX0" fmla="*/ 13454 w 16144"/>
                <a:gd name="connsiteY0" fmla="*/ 0 h 17459"/>
                <a:gd name="connsiteX1" fmla="*/ 16144 w 16144"/>
                <a:gd name="connsiteY1" fmla="*/ 6715 h 17459"/>
                <a:gd name="connsiteX2" fmla="*/ 16144 w 16144"/>
                <a:gd name="connsiteY2" fmla="*/ 14774 h 17459"/>
                <a:gd name="connsiteX3" fmla="*/ 8072 w 16144"/>
                <a:gd name="connsiteY3" fmla="*/ 17460 h 17459"/>
                <a:gd name="connsiteX4" fmla="*/ 5381 w 16144"/>
                <a:gd name="connsiteY4" fmla="*/ 14774 h 17459"/>
                <a:gd name="connsiteX5" fmla="*/ 12108 w 16144"/>
                <a:gd name="connsiteY5" fmla="*/ 10745 h 17459"/>
                <a:gd name="connsiteX6" fmla="*/ 8072 w 16144"/>
                <a:gd name="connsiteY6" fmla="*/ 9401 h 17459"/>
                <a:gd name="connsiteX7" fmla="*/ 2691 w 16144"/>
                <a:gd name="connsiteY7" fmla="*/ 14774 h 17459"/>
                <a:gd name="connsiteX8" fmla="*/ 0 w 16144"/>
                <a:gd name="connsiteY8" fmla="*/ 12088 h 17459"/>
                <a:gd name="connsiteX9" fmla="*/ 2691 w 16144"/>
                <a:gd name="connsiteY9" fmla="*/ 6715 h 17459"/>
                <a:gd name="connsiteX10" fmla="*/ 6727 w 16144"/>
                <a:gd name="connsiteY10" fmla="*/ 8058 h 17459"/>
                <a:gd name="connsiteX11" fmla="*/ 12108 w 16144"/>
                <a:gd name="connsiteY11" fmla="*/ 2686 h 17459"/>
                <a:gd name="connsiteX12" fmla="*/ 10763 w 16144"/>
                <a:gd name="connsiteY12" fmla="*/ 0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44" h="17459">
                  <a:moveTo>
                    <a:pt x="13454" y="0"/>
                  </a:moveTo>
                  <a:lnTo>
                    <a:pt x="16144" y="6715"/>
                  </a:lnTo>
                  <a:lnTo>
                    <a:pt x="16144" y="14774"/>
                  </a:lnTo>
                  <a:lnTo>
                    <a:pt x="8072" y="17460"/>
                  </a:lnTo>
                  <a:lnTo>
                    <a:pt x="5381" y="14774"/>
                  </a:lnTo>
                  <a:lnTo>
                    <a:pt x="12108" y="10745"/>
                  </a:lnTo>
                  <a:lnTo>
                    <a:pt x="8072" y="9401"/>
                  </a:lnTo>
                  <a:lnTo>
                    <a:pt x="2691" y="14774"/>
                  </a:lnTo>
                  <a:lnTo>
                    <a:pt x="0" y="12088"/>
                  </a:lnTo>
                  <a:lnTo>
                    <a:pt x="2691" y="6715"/>
                  </a:lnTo>
                  <a:lnTo>
                    <a:pt x="6727" y="8058"/>
                  </a:lnTo>
                  <a:lnTo>
                    <a:pt x="12108" y="2686"/>
                  </a:lnTo>
                  <a:lnTo>
                    <a:pt x="10763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29307985-5381-459F-B17C-D18944FB199C}"/>
                </a:ext>
              </a:extLst>
            </p:cNvPr>
            <p:cNvSpPr/>
            <p:nvPr/>
          </p:nvSpPr>
          <p:spPr>
            <a:xfrm>
              <a:off x="7647123" y="2425057"/>
              <a:ext cx="14799" cy="22832"/>
            </a:xfrm>
            <a:custGeom>
              <a:avLst/>
              <a:gdLst>
                <a:gd name="connsiteX0" fmla="*/ 1345 w 14799"/>
                <a:gd name="connsiteY0" fmla="*/ 22832 h 22832"/>
                <a:gd name="connsiteX1" fmla="*/ 0 w 14799"/>
                <a:gd name="connsiteY1" fmla="*/ 21489 h 22832"/>
                <a:gd name="connsiteX2" fmla="*/ 0 w 14799"/>
                <a:gd name="connsiteY2" fmla="*/ 13431 h 22832"/>
                <a:gd name="connsiteX3" fmla="*/ 6727 w 14799"/>
                <a:gd name="connsiteY3" fmla="*/ 8058 h 22832"/>
                <a:gd name="connsiteX4" fmla="*/ 6727 w 14799"/>
                <a:gd name="connsiteY4" fmla="*/ 2686 h 22832"/>
                <a:gd name="connsiteX5" fmla="*/ 13454 w 14799"/>
                <a:gd name="connsiteY5" fmla="*/ 0 h 22832"/>
                <a:gd name="connsiteX6" fmla="*/ 14799 w 14799"/>
                <a:gd name="connsiteY6" fmla="*/ 5372 h 22832"/>
                <a:gd name="connsiteX7" fmla="*/ 9418 w 14799"/>
                <a:gd name="connsiteY7" fmla="*/ 9401 h 22832"/>
                <a:gd name="connsiteX8" fmla="*/ 9418 w 14799"/>
                <a:gd name="connsiteY8" fmla="*/ 14774 h 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99" h="22832">
                  <a:moveTo>
                    <a:pt x="1345" y="22832"/>
                  </a:moveTo>
                  <a:lnTo>
                    <a:pt x="0" y="21489"/>
                  </a:lnTo>
                  <a:lnTo>
                    <a:pt x="0" y="13431"/>
                  </a:lnTo>
                  <a:lnTo>
                    <a:pt x="6727" y="8058"/>
                  </a:lnTo>
                  <a:lnTo>
                    <a:pt x="6727" y="2686"/>
                  </a:lnTo>
                  <a:lnTo>
                    <a:pt x="13454" y="0"/>
                  </a:lnTo>
                  <a:lnTo>
                    <a:pt x="14799" y="5372"/>
                  </a:lnTo>
                  <a:lnTo>
                    <a:pt x="9418" y="9401"/>
                  </a:lnTo>
                  <a:lnTo>
                    <a:pt x="9418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2A0C5E41-B047-50DE-CA59-4D17EC74DE01}"/>
                </a:ext>
              </a:extLst>
            </p:cNvPr>
            <p:cNvSpPr/>
            <p:nvPr/>
          </p:nvSpPr>
          <p:spPr>
            <a:xfrm>
              <a:off x="7643087" y="2445204"/>
              <a:ext cx="29598" cy="30890"/>
            </a:xfrm>
            <a:custGeom>
              <a:avLst/>
              <a:gdLst>
                <a:gd name="connsiteX0" fmla="*/ 22871 w 29598"/>
                <a:gd name="connsiteY0" fmla="*/ 5372 h 30890"/>
                <a:gd name="connsiteX1" fmla="*/ 29598 w 29598"/>
                <a:gd name="connsiteY1" fmla="*/ 12088 h 30890"/>
                <a:gd name="connsiteX2" fmla="*/ 20181 w 29598"/>
                <a:gd name="connsiteY2" fmla="*/ 21489 h 30890"/>
                <a:gd name="connsiteX3" fmla="*/ 14799 w 29598"/>
                <a:gd name="connsiteY3" fmla="*/ 25518 h 30890"/>
                <a:gd name="connsiteX4" fmla="*/ 13454 w 29598"/>
                <a:gd name="connsiteY4" fmla="*/ 29548 h 30890"/>
                <a:gd name="connsiteX5" fmla="*/ 9417 w 29598"/>
                <a:gd name="connsiteY5" fmla="*/ 28205 h 30890"/>
                <a:gd name="connsiteX6" fmla="*/ 9417 w 29598"/>
                <a:gd name="connsiteY6" fmla="*/ 22832 h 30890"/>
                <a:gd name="connsiteX7" fmla="*/ 4036 w 29598"/>
                <a:gd name="connsiteY7" fmla="*/ 30891 h 30890"/>
                <a:gd name="connsiteX8" fmla="*/ 0 w 29598"/>
                <a:gd name="connsiteY8" fmla="*/ 30891 h 30890"/>
                <a:gd name="connsiteX9" fmla="*/ 1345 w 29598"/>
                <a:gd name="connsiteY9" fmla="*/ 24175 h 30890"/>
                <a:gd name="connsiteX10" fmla="*/ 4036 w 29598"/>
                <a:gd name="connsiteY10" fmla="*/ 22832 h 30890"/>
                <a:gd name="connsiteX11" fmla="*/ 4036 w 29598"/>
                <a:gd name="connsiteY11" fmla="*/ 18803 h 30890"/>
                <a:gd name="connsiteX12" fmla="*/ 6727 w 29598"/>
                <a:gd name="connsiteY12" fmla="*/ 13431 h 30890"/>
                <a:gd name="connsiteX13" fmla="*/ 6727 w 29598"/>
                <a:gd name="connsiteY13" fmla="*/ 9401 h 30890"/>
                <a:gd name="connsiteX14" fmla="*/ 13454 w 29598"/>
                <a:gd name="connsiteY14" fmla="*/ 0 h 30890"/>
                <a:gd name="connsiteX15" fmla="*/ 9417 w 29598"/>
                <a:gd name="connsiteY15" fmla="*/ 13431 h 30890"/>
                <a:gd name="connsiteX16" fmla="*/ 10763 w 29598"/>
                <a:gd name="connsiteY16" fmla="*/ 17460 h 30890"/>
                <a:gd name="connsiteX17" fmla="*/ 14799 w 29598"/>
                <a:gd name="connsiteY17" fmla="*/ 12088 h 30890"/>
                <a:gd name="connsiteX18" fmla="*/ 22871 w 29598"/>
                <a:gd name="connsiteY18" fmla="*/ 10745 h 30890"/>
                <a:gd name="connsiteX19" fmla="*/ 20181 w 29598"/>
                <a:gd name="connsiteY19" fmla="*/ 6715 h 30890"/>
                <a:gd name="connsiteX20" fmla="*/ 20181 w 29598"/>
                <a:gd name="connsiteY20" fmla="*/ 2686 h 3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9598" h="30890">
                  <a:moveTo>
                    <a:pt x="22871" y="5372"/>
                  </a:moveTo>
                  <a:lnTo>
                    <a:pt x="29598" y="12088"/>
                  </a:lnTo>
                  <a:lnTo>
                    <a:pt x="20181" y="21489"/>
                  </a:lnTo>
                  <a:lnTo>
                    <a:pt x="14799" y="25518"/>
                  </a:lnTo>
                  <a:lnTo>
                    <a:pt x="13454" y="29548"/>
                  </a:lnTo>
                  <a:lnTo>
                    <a:pt x="9417" y="28205"/>
                  </a:lnTo>
                  <a:lnTo>
                    <a:pt x="9417" y="22832"/>
                  </a:lnTo>
                  <a:lnTo>
                    <a:pt x="4036" y="30891"/>
                  </a:lnTo>
                  <a:lnTo>
                    <a:pt x="0" y="30891"/>
                  </a:lnTo>
                  <a:lnTo>
                    <a:pt x="1345" y="24175"/>
                  </a:lnTo>
                  <a:lnTo>
                    <a:pt x="4036" y="22832"/>
                  </a:lnTo>
                  <a:lnTo>
                    <a:pt x="4036" y="18803"/>
                  </a:lnTo>
                  <a:lnTo>
                    <a:pt x="6727" y="13431"/>
                  </a:lnTo>
                  <a:lnTo>
                    <a:pt x="6727" y="9401"/>
                  </a:lnTo>
                  <a:lnTo>
                    <a:pt x="13454" y="0"/>
                  </a:lnTo>
                  <a:lnTo>
                    <a:pt x="9417" y="13431"/>
                  </a:lnTo>
                  <a:lnTo>
                    <a:pt x="10763" y="17460"/>
                  </a:lnTo>
                  <a:lnTo>
                    <a:pt x="14799" y="12088"/>
                  </a:lnTo>
                  <a:lnTo>
                    <a:pt x="22871" y="10745"/>
                  </a:lnTo>
                  <a:lnTo>
                    <a:pt x="20181" y="6715"/>
                  </a:lnTo>
                  <a:lnTo>
                    <a:pt x="2018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DCF3D017-5449-3B8F-456F-41497EDC0A0B}"/>
                </a:ext>
              </a:extLst>
            </p:cNvPr>
            <p:cNvSpPr/>
            <p:nvPr/>
          </p:nvSpPr>
          <p:spPr>
            <a:xfrm>
              <a:off x="7663267" y="2442517"/>
              <a:ext cx="9417" cy="5372"/>
            </a:xfrm>
            <a:custGeom>
              <a:avLst/>
              <a:gdLst>
                <a:gd name="connsiteX0" fmla="*/ 2691 w 9417"/>
                <a:gd name="connsiteY0" fmla="*/ 2686 h 5372"/>
                <a:gd name="connsiteX1" fmla="*/ 0 w 9417"/>
                <a:gd name="connsiteY1" fmla="*/ 1343 h 5372"/>
                <a:gd name="connsiteX2" fmla="*/ 4036 w 9417"/>
                <a:gd name="connsiteY2" fmla="*/ 0 h 5372"/>
                <a:gd name="connsiteX3" fmla="*/ 9417 w 9417"/>
                <a:gd name="connsiteY3" fmla="*/ 2686 h 5372"/>
                <a:gd name="connsiteX4" fmla="*/ 9417 w 9417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5372">
                  <a:moveTo>
                    <a:pt x="2691" y="2686"/>
                  </a:moveTo>
                  <a:lnTo>
                    <a:pt x="0" y="1343"/>
                  </a:lnTo>
                  <a:lnTo>
                    <a:pt x="4036" y="0"/>
                  </a:lnTo>
                  <a:lnTo>
                    <a:pt x="9417" y="2686"/>
                  </a:lnTo>
                  <a:lnTo>
                    <a:pt x="9417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A42E15EC-188B-A258-1EC3-B3B466F410C8}"/>
                </a:ext>
              </a:extLst>
            </p:cNvPr>
            <p:cNvSpPr/>
            <p:nvPr/>
          </p:nvSpPr>
          <p:spPr>
            <a:xfrm>
              <a:off x="7679412" y="2446547"/>
              <a:ext cx="4036" cy="6715"/>
            </a:xfrm>
            <a:custGeom>
              <a:avLst/>
              <a:gdLst>
                <a:gd name="connsiteX0" fmla="*/ 0 w 4036"/>
                <a:gd name="connsiteY0" fmla="*/ 6715 h 6715"/>
                <a:gd name="connsiteX1" fmla="*/ 1345 w 4036"/>
                <a:gd name="connsiteY1" fmla="*/ 0 h 6715"/>
                <a:gd name="connsiteX2" fmla="*/ 4036 w 4036"/>
                <a:gd name="connsiteY2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6715">
                  <a:moveTo>
                    <a:pt x="0" y="6715"/>
                  </a:moveTo>
                  <a:lnTo>
                    <a:pt x="1345" y="0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2AF34FBC-A969-2E96-69F2-12136A8DC617}"/>
                </a:ext>
              </a:extLst>
            </p:cNvPr>
            <p:cNvSpPr/>
            <p:nvPr/>
          </p:nvSpPr>
          <p:spPr>
            <a:xfrm>
              <a:off x="7675376" y="2412970"/>
              <a:ext cx="21526" cy="29547"/>
            </a:xfrm>
            <a:custGeom>
              <a:avLst/>
              <a:gdLst>
                <a:gd name="connsiteX0" fmla="*/ 21526 w 21526"/>
                <a:gd name="connsiteY0" fmla="*/ 12088 h 29547"/>
                <a:gd name="connsiteX1" fmla="*/ 21526 w 21526"/>
                <a:gd name="connsiteY1" fmla="*/ 14774 h 29547"/>
                <a:gd name="connsiteX2" fmla="*/ 21526 w 21526"/>
                <a:gd name="connsiteY2" fmla="*/ 18803 h 29547"/>
                <a:gd name="connsiteX3" fmla="*/ 16145 w 21526"/>
                <a:gd name="connsiteY3" fmla="*/ 20146 h 29547"/>
                <a:gd name="connsiteX4" fmla="*/ 14799 w 21526"/>
                <a:gd name="connsiteY4" fmla="*/ 22832 h 29547"/>
                <a:gd name="connsiteX5" fmla="*/ 8072 w 21526"/>
                <a:gd name="connsiteY5" fmla="*/ 22832 h 29547"/>
                <a:gd name="connsiteX6" fmla="*/ 6727 w 21526"/>
                <a:gd name="connsiteY6" fmla="*/ 29548 h 29547"/>
                <a:gd name="connsiteX7" fmla="*/ 5381 w 21526"/>
                <a:gd name="connsiteY7" fmla="*/ 29548 h 29547"/>
                <a:gd name="connsiteX8" fmla="*/ 5381 w 21526"/>
                <a:gd name="connsiteY8" fmla="*/ 24175 h 29547"/>
                <a:gd name="connsiteX9" fmla="*/ 0 w 21526"/>
                <a:gd name="connsiteY9" fmla="*/ 24175 h 29547"/>
                <a:gd name="connsiteX10" fmla="*/ 4036 w 21526"/>
                <a:gd name="connsiteY10" fmla="*/ 18803 h 29547"/>
                <a:gd name="connsiteX11" fmla="*/ 0 w 21526"/>
                <a:gd name="connsiteY11" fmla="*/ 17460 h 29547"/>
                <a:gd name="connsiteX12" fmla="*/ 1345 w 21526"/>
                <a:gd name="connsiteY12" fmla="*/ 12088 h 29547"/>
                <a:gd name="connsiteX13" fmla="*/ 8072 w 21526"/>
                <a:gd name="connsiteY13" fmla="*/ 10745 h 29547"/>
                <a:gd name="connsiteX14" fmla="*/ 2691 w 21526"/>
                <a:gd name="connsiteY14" fmla="*/ 8058 h 29547"/>
                <a:gd name="connsiteX15" fmla="*/ 5381 w 21526"/>
                <a:gd name="connsiteY15" fmla="*/ 2686 h 29547"/>
                <a:gd name="connsiteX16" fmla="*/ 9418 w 21526"/>
                <a:gd name="connsiteY16" fmla="*/ 5372 h 29547"/>
                <a:gd name="connsiteX17" fmla="*/ 8072 w 21526"/>
                <a:gd name="connsiteY17" fmla="*/ 0 h 29547"/>
                <a:gd name="connsiteX18" fmla="*/ 16145 w 21526"/>
                <a:gd name="connsiteY18" fmla="*/ 1343 h 29547"/>
                <a:gd name="connsiteX19" fmla="*/ 17490 w 21526"/>
                <a:gd name="connsiteY19" fmla="*/ 5372 h 29547"/>
                <a:gd name="connsiteX20" fmla="*/ 20181 w 21526"/>
                <a:gd name="connsiteY20" fmla="*/ 5372 h 2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526" h="29547">
                  <a:moveTo>
                    <a:pt x="21526" y="12088"/>
                  </a:moveTo>
                  <a:lnTo>
                    <a:pt x="21526" y="14774"/>
                  </a:lnTo>
                  <a:lnTo>
                    <a:pt x="21526" y="18803"/>
                  </a:lnTo>
                  <a:lnTo>
                    <a:pt x="16145" y="20146"/>
                  </a:lnTo>
                  <a:lnTo>
                    <a:pt x="14799" y="22832"/>
                  </a:lnTo>
                  <a:lnTo>
                    <a:pt x="8072" y="22832"/>
                  </a:lnTo>
                  <a:lnTo>
                    <a:pt x="6727" y="29548"/>
                  </a:lnTo>
                  <a:lnTo>
                    <a:pt x="5381" y="29548"/>
                  </a:lnTo>
                  <a:lnTo>
                    <a:pt x="5381" y="24175"/>
                  </a:lnTo>
                  <a:lnTo>
                    <a:pt x="0" y="24175"/>
                  </a:lnTo>
                  <a:lnTo>
                    <a:pt x="4036" y="18803"/>
                  </a:lnTo>
                  <a:lnTo>
                    <a:pt x="0" y="17460"/>
                  </a:lnTo>
                  <a:lnTo>
                    <a:pt x="1345" y="12088"/>
                  </a:lnTo>
                  <a:lnTo>
                    <a:pt x="8072" y="10745"/>
                  </a:lnTo>
                  <a:lnTo>
                    <a:pt x="2691" y="8058"/>
                  </a:lnTo>
                  <a:lnTo>
                    <a:pt x="5381" y="2686"/>
                  </a:lnTo>
                  <a:lnTo>
                    <a:pt x="9418" y="5372"/>
                  </a:lnTo>
                  <a:lnTo>
                    <a:pt x="8072" y="0"/>
                  </a:lnTo>
                  <a:lnTo>
                    <a:pt x="16145" y="1343"/>
                  </a:lnTo>
                  <a:lnTo>
                    <a:pt x="17490" y="5372"/>
                  </a:lnTo>
                  <a:lnTo>
                    <a:pt x="2018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47170FA6-DCAE-F7C0-623B-F28E814AE1D7}"/>
                </a:ext>
              </a:extLst>
            </p:cNvPr>
            <p:cNvSpPr/>
            <p:nvPr/>
          </p:nvSpPr>
          <p:spPr>
            <a:xfrm>
              <a:off x="7696902" y="2400882"/>
              <a:ext cx="20180" cy="16116"/>
            </a:xfrm>
            <a:custGeom>
              <a:avLst/>
              <a:gdLst>
                <a:gd name="connsiteX0" fmla="*/ 0 w 20180"/>
                <a:gd name="connsiteY0" fmla="*/ 9401 h 16116"/>
                <a:gd name="connsiteX1" fmla="*/ 6727 w 20180"/>
                <a:gd name="connsiteY1" fmla="*/ 8058 h 16116"/>
                <a:gd name="connsiteX2" fmla="*/ 8072 w 20180"/>
                <a:gd name="connsiteY2" fmla="*/ 4029 h 16116"/>
                <a:gd name="connsiteX3" fmla="*/ 13454 w 20180"/>
                <a:gd name="connsiteY3" fmla="*/ 4029 h 16116"/>
                <a:gd name="connsiteX4" fmla="*/ 17490 w 20180"/>
                <a:gd name="connsiteY4" fmla="*/ 0 h 16116"/>
                <a:gd name="connsiteX5" fmla="*/ 20181 w 20180"/>
                <a:gd name="connsiteY5" fmla="*/ 5372 h 16116"/>
                <a:gd name="connsiteX6" fmla="*/ 16144 w 20180"/>
                <a:gd name="connsiteY6" fmla="*/ 9401 h 16116"/>
                <a:gd name="connsiteX7" fmla="*/ 17490 w 20180"/>
                <a:gd name="connsiteY7" fmla="*/ 13431 h 16116"/>
                <a:gd name="connsiteX8" fmla="*/ 10763 w 20180"/>
                <a:gd name="connsiteY8" fmla="*/ 13431 h 16116"/>
                <a:gd name="connsiteX9" fmla="*/ 5381 w 20180"/>
                <a:gd name="connsiteY9" fmla="*/ 16117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0" h="16116">
                  <a:moveTo>
                    <a:pt x="0" y="9401"/>
                  </a:moveTo>
                  <a:lnTo>
                    <a:pt x="6727" y="8058"/>
                  </a:lnTo>
                  <a:lnTo>
                    <a:pt x="8072" y="4029"/>
                  </a:lnTo>
                  <a:lnTo>
                    <a:pt x="13454" y="4029"/>
                  </a:lnTo>
                  <a:lnTo>
                    <a:pt x="17490" y="0"/>
                  </a:lnTo>
                  <a:lnTo>
                    <a:pt x="20181" y="5372"/>
                  </a:lnTo>
                  <a:lnTo>
                    <a:pt x="16144" y="9401"/>
                  </a:lnTo>
                  <a:lnTo>
                    <a:pt x="17490" y="13431"/>
                  </a:lnTo>
                  <a:lnTo>
                    <a:pt x="10763" y="13431"/>
                  </a:lnTo>
                  <a:lnTo>
                    <a:pt x="5381" y="161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FF59643E-5424-DFDA-BBEC-18C05BC10368}"/>
                </a:ext>
              </a:extLst>
            </p:cNvPr>
            <p:cNvSpPr/>
            <p:nvPr/>
          </p:nvSpPr>
          <p:spPr>
            <a:xfrm>
              <a:off x="7717082" y="2375363"/>
              <a:ext cx="4035" cy="5372"/>
            </a:xfrm>
            <a:custGeom>
              <a:avLst/>
              <a:gdLst>
                <a:gd name="connsiteX0" fmla="*/ 1345 w 4035"/>
                <a:gd name="connsiteY0" fmla="*/ 5372 h 5372"/>
                <a:gd name="connsiteX1" fmla="*/ 0 w 4035"/>
                <a:gd name="connsiteY1" fmla="*/ 1343 h 5372"/>
                <a:gd name="connsiteX2" fmla="*/ 4036 w 4035"/>
                <a:gd name="connsiteY2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5372">
                  <a:moveTo>
                    <a:pt x="1345" y="5372"/>
                  </a:moveTo>
                  <a:lnTo>
                    <a:pt x="0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A6295D45-FDC9-54FE-2946-B0B70E4479A8}"/>
                </a:ext>
              </a:extLst>
            </p:cNvPr>
            <p:cNvSpPr/>
            <p:nvPr/>
          </p:nvSpPr>
          <p:spPr>
            <a:xfrm>
              <a:off x="7709010" y="2384765"/>
              <a:ext cx="6726" cy="6715"/>
            </a:xfrm>
            <a:custGeom>
              <a:avLst/>
              <a:gdLst>
                <a:gd name="connsiteX0" fmla="*/ 0 w 6726"/>
                <a:gd name="connsiteY0" fmla="*/ 6715 h 6715"/>
                <a:gd name="connsiteX1" fmla="*/ 0 w 6726"/>
                <a:gd name="connsiteY1" fmla="*/ 1343 h 6715"/>
                <a:gd name="connsiteX2" fmla="*/ 6727 w 6726"/>
                <a:gd name="connsiteY2" fmla="*/ 0 h 6715"/>
                <a:gd name="connsiteX3" fmla="*/ 6727 w 6726"/>
                <a:gd name="connsiteY3" fmla="*/ 4029 h 6715"/>
                <a:gd name="connsiteX4" fmla="*/ 0 w 6726"/>
                <a:gd name="connsiteY4" fmla="*/ 6715 h 6715"/>
                <a:gd name="connsiteX5" fmla="*/ 0 w 6726"/>
                <a:gd name="connsiteY5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6715">
                  <a:moveTo>
                    <a:pt x="0" y="6715"/>
                  </a:moveTo>
                  <a:lnTo>
                    <a:pt x="0" y="1343"/>
                  </a:lnTo>
                  <a:lnTo>
                    <a:pt x="6727" y="0"/>
                  </a:lnTo>
                  <a:lnTo>
                    <a:pt x="6727" y="4029"/>
                  </a:lnTo>
                  <a:cubicBezTo>
                    <a:pt x="6727" y="1343"/>
                    <a:pt x="0" y="6715"/>
                    <a:pt x="0" y="6715"/>
                  </a:cubicBez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CCF539F0-653D-43B7-59BE-A596D3284732}"/>
                </a:ext>
              </a:extLst>
            </p:cNvPr>
            <p:cNvSpPr/>
            <p:nvPr/>
          </p:nvSpPr>
          <p:spPr>
            <a:xfrm>
              <a:off x="7726500" y="2392824"/>
              <a:ext cx="4036" cy="8058"/>
            </a:xfrm>
            <a:custGeom>
              <a:avLst/>
              <a:gdLst>
                <a:gd name="connsiteX0" fmla="*/ 0 w 4036"/>
                <a:gd name="connsiteY0" fmla="*/ 8058 h 8058"/>
                <a:gd name="connsiteX1" fmla="*/ 1345 w 4036"/>
                <a:gd name="connsiteY1" fmla="*/ 0 h 8058"/>
                <a:gd name="connsiteX2" fmla="*/ 4036 w 4036"/>
                <a:gd name="connsiteY2" fmla="*/ 5372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8058">
                  <a:moveTo>
                    <a:pt x="0" y="8058"/>
                  </a:moveTo>
                  <a:lnTo>
                    <a:pt x="1345" y="0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87AB9220-17F9-5317-2CB3-201E2E4C3E69}"/>
                </a:ext>
              </a:extLst>
            </p:cNvPr>
            <p:cNvSpPr/>
            <p:nvPr/>
          </p:nvSpPr>
          <p:spPr>
            <a:xfrm>
              <a:off x="7711701" y="2387451"/>
              <a:ext cx="16144" cy="13430"/>
            </a:xfrm>
            <a:custGeom>
              <a:avLst/>
              <a:gdLst>
                <a:gd name="connsiteX0" fmla="*/ 12108 w 16144"/>
                <a:gd name="connsiteY0" fmla="*/ 10745 h 13430"/>
                <a:gd name="connsiteX1" fmla="*/ 10763 w 16144"/>
                <a:gd name="connsiteY1" fmla="*/ 13431 h 13430"/>
                <a:gd name="connsiteX2" fmla="*/ 6727 w 16144"/>
                <a:gd name="connsiteY2" fmla="*/ 13431 h 13430"/>
                <a:gd name="connsiteX3" fmla="*/ 0 w 16144"/>
                <a:gd name="connsiteY3" fmla="*/ 6715 h 13430"/>
                <a:gd name="connsiteX4" fmla="*/ 8072 w 16144"/>
                <a:gd name="connsiteY4" fmla="*/ 0 h 13430"/>
                <a:gd name="connsiteX5" fmla="*/ 10763 w 16144"/>
                <a:gd name="connsiteY5" fmla="*/ 2686 h 13430"/>
                <a:gd name="connsiteX6" fmla="*/ 14799 w 16144"/>
                <a:gd name="connsiteY6" fmla="*/ 2686 h 13430"/>
                <a:gd name="connsiteX7" fmla="*/ 16144 w 16144"/>
                <a:gd name="connsiteY7" fmla="*/ 4029 h 13430"/>
                <a:gd name="connsiteX8" fmla="*/ 10763 w 16144"/>
                <a:gd name="connsiteY8" fmla="*/ 671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44" h="13430">
                  <a:moveTo>
                    <a:pt x="12108" y="10745"/>
                  </a:moveTo>
                  <a:lnTo>
                    <a:pt x="10763" y="13431"/>
                  </a:lnTo>
                  <a:lnTo>
                    <a:pt x="6727" y="13431"/>
                  </a:lnTo>
                  <a:lnTo>
                    <a:pt x="0" y="6715"/>
                  </a:lnTo>
                  <a:lnTo>
                    <a:pt x="8072" y="0"/>
                  </a:lnTo>
                  <a:lnTo>
                    <a:pt x="10763" y="2686"/>
                  </a:lnTo>
                  <a:lnTo>
                    <a:pt x="14799" y="2686"/>
                  </a:lnTo>
                  <a:lnTo>
                    <a:pt x="16144" y="4029"/>
                  </a:lnTo>
                  <a:lnTo>
                    <a:pt x="10763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53305CCA-ED2E-4A38-3852-EA2A24363FF1}"/>
                </a:ext>
              </a:extLst>
            </p:cNvPr>
            <p:cNvSpPr/>
            <p:nvPr/>
          </p:nvSpPr>
          <p:spPr>
            <a:xfrm>
              <a:off x="7726500" y="2372677"/>
              <a:ext cx="10763" cy="16116"/>
            </a:xfrm>
            <a:custGeom>
              <a:avLst/>
              <a:gdLst>
                <a:gd name="connsiteX0" fmla="*/ 10763 w 10763"/>
                <a:gd name="connsiteY0" fmla="*/ 13431 h 16116"/>
                <a:gd name="connsiteX1" fmla="*/ 8072 w 10763"/>
                <a:gd name="connsiteY1" fmla="*/ 16117 h 16116"/>
                <a:gd name="connsiteX2" fmla="*/ 2691 w 10763"/>
                <a:gd name="connsiteY2" fmla="*/ 13431 h 16116"/>
                <a:gd name="connsiteX3" fmla="*/ 2691 w 10763"/>
                <a:gd name="connsiteY3" fmla="*/ 8058 h 16116"/>
                <a:gd name="connsiteX4" fmla="*/ 0 w 10763"/>
                <a:gd name="connsiteY4" fmla="*/ 1343 h 16116"/>
                <a:gd name="connsiteX5" fmla="*/ 4036 w 10763"/>
                <a:gd name="connsiteY5" fmla="*/ 0 h 16116"/>
                <a:gd name="connsiteX6" fmla="*/ 4036 w 10763"/>
                <a:gd name="connsiteY6" fmla="*/ 6715 h 16116"/>
                <a:gd name="connsiteX7" fmla="*/ 9418 w 10763"/>
                <a:gd name="connsiteY7" fmla="*/ 10745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63" h="16116">
                  <a:moveTo>
                    <a:pt x="10763" y="13431"/>
                  </a:moveTo>
                  <a:lnTo>
                    <a:pt x="8072" y="16117"/>
                  </a:lnTo>
                  <a:lnTo>
                    <a:pt x="2691" y="13431"/>
                  </a:lnTo>
                  <a:lnTo>
                    <a:pt x="2691" y="8058"/>
                  </a:lnTo>
                  <a:lnTo>
                    <a:pt x="0" y="1343"/>
                  </a:lnTo>
                  <a:lnTo>
                    <a:pt x="4036" y="0"/>
                  </a:lnTo>
                  <a:lnTo>
                    <a:pt x="4036" y="6715"/>
                  </a:lnTo>
                  <a:lnTo>
                    <a:pt x="9418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01789063-7C13-2DF9-9351-2FC9B096A089}"/>
                </a:ext>
              </a:extLst>
            </p:cNvPr>
            <p:cNvSpPr/>
            <p:nvPr/>
          </p:nvSpPr>
          <p:spPr>
            <a:xfrm>
              <a:off x="7743990" y="2376707"/>
              <a:ext cx="9417" cy="17460"/>
            </a:xfrm>
            <a:custGeom>
              <a:avLst/>
              <a:gdLst>
                <a:gd name="connsiteX0" fmla="*/ 8072 w 9417"/>
                <a:gd name="connsiteY0" fmla="*/ 17460 h 17460"/>
                <a:gd name="connsiteX1" fmla="*/ 5381 w 9417"/>
                <a:gd name="connsiteY1" fmla="*/ 13431 h 17460"/>
                <a:gd name="connsiteX2" fmla="*/ 1345 w 9417"/>
                <a:gd name="connsiteY2" fmla="*/ 12088 h 17460"/>
                <a:gd name="connsiteX3" fmla="*/ 0 w 9417"/>
                <a:gd name="connsiteY3" fmla="*/ 2686 h 17460"/>
                <a:gd name="connsiteX4" fmla="*/ 4036 w 9417"/>
                <a:gd name="connsiteY4" fmla="*/ 0 h 17460"/>
                <a:gd name="connsiteX5" fmla="*/ 9417 w 9417"/>
                <a:gd name="connsiteY5" fmla="*/ 4029 h 17460"/>
                <a:gd name="connsiteX6" fmla="*/ 6727 w 9417"/>
                <a:gd name="connsiteY6" fmla="*/ 9402 h 17460"/>
                <a:gd name="connsiteX7" fmla="*/ 9417 w 9417"/>
                <a:gd name="connsiteY7" fmla="*/ 13431 h 1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17" h="17460">
                  <a:moveTo>
                    <a:pt x="8072" y="17460"/>
                  </a:moveTo>
                  <a:lnTo>
                    <a:pt x="5381" y="13431"/>
                  </a:lnTo>
                  <a:lnTo>
                    <a:pt x="1345" y="12088"/>
                  </a:lnTo>
                  <a:lnTo>
                    <a:pt x="0" y="2686"/>
                  </a:lnTo>
                  <a:lnTo>
                    <a:pt x="4036" y="0"/>
                  </a:lnTo>
                  <a:lnTo>
                    <a:pt x="9417" y="4029"/>
                  </a:lnTo>
                  <a:lnTo>
                    <a:pt x="6727" y="9402"/>
                  </a:lnTo>
                  <a:lnTo>
                    <a:pt x="9417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0712CB16-9EB2-6C14-FC9B-24D635740EA8}"/>
                </a:ext>
              </a:extLst>
            </p:cNvPr>
            <p:cNvSpPr/>
            <p:nvPr/>
          </p:nvSpPr>
          <p:spPr>
            <a:xfrm>
              <a:off x="7780315" y="2367305"/>
              <a:ext cx="10763" cy="6715"/>
            </a:xfrm>
            <a:custGeom>
              <a:avLst/>
              <a:gdLst>
                <a:gd name="connsiteX0" fmla="*/ 10763 w 10763"/>
                <a:gd name="connsiteY0" fmla="*/ 6715 h 6715"/>
                <a:gd name="connsiteX1" fmla="*/ 5382 w 10763"/>
                <a:gd name="connsiteY1" fmla="*/ 5372 h 6715"/>
                <a:gd name="connsiteX2" fmla="*/ 0 w 10763"/>
                <a:gd name="connsiteY2" fmla="*/ 2686 h 6715"/>
                <a:gd name="connsiteX3" fmla="*/ 2691 w 10763"/>
                <a:gd name="connsiteY3" fmla="*/ 0 h 6715"/>
                <a:gd name="connsiteX4" fmla="*/ 9418 w 10763"/>
                <a:gd name="connsiteY4" fmla="*/ 0 h 6715"/>
                <a:gd name="connsiteX5" fmla="*/ 10763 w 10763"/>
                <a:gd name="connsiteY5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3" h="6715">
                  <a:moveTo>
                    <a:pt x="10763" y="6715"/>
                  </a:moveTo>
                  <a:lnTo>
                    <a:pt x="5382" y="5372"/>
                  </a:lnTo>
                  <a:lnTo>
                    <a:pt x="0" y="2686"/>
                  </a:lnTo>
                  <a:lnTo>
                    <a:pt x="2691" y="0"/>
                  </a:lnTo>
                  <a:lnTo>
                    <a:pt x="9418" y="0"/>
                  </a:lnTo>
                  <a:lnTo>
                    <a:pt x="10763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9924B578-039F-F034-6F8D-4E51984D2A50}"/>
                </a:ext>
              </a:extLst>
            </p:cNvPr>
            <p:cNvSpPr/>
            <p:nvPr/>
          </p:nvSpPr>
          <p:spPr>
            <a:xfrm>
              <a:off x="7791078" y="2355217"/>
              <a:ext cx="10762" cy="14773"/>
            </a:xfrm>
            <a:custGeom>
              <a:avLst/>
              <a:gdLst>
                <a:gd name="connsiteX0" fmla="*/ 6727 w 10762"/>
                <a:gd name="connsiteY0" fmla="*/ 14774 h 14773"/>
                <a:gd name="connsiteX1" fmla="*/ 0 w 10762"/>
                <a:gd name="connsiteY1" fmla="*/ 8058 h 14773"/>
                <a:gd name="connsiteX2" fmla="*/ 9417 w 10762"/>
                <a:gd name="connsiteY2" fmla="*/ 0 h 14773"/>
                <a:gd name="connsiteX3" fmla="*/ 10763 w 10762"/>
                <a:gd name="connsiteY3" fmla="*/ 5372 h 14773"/>
                <a:gd name="connsiteX4" fmla="*/ 6727 w 10762"/>
                <a:gd name="connsiteY4" fmla="*/ 10745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62" h="14773">
                  <a:moveTo>
                    <a:pt x="6727" y="14774"/>
                  </a:moveTo>
                  <a:lnTo>
                    <a:pt x="0" y="8058"/>
                  </a:lnTo>
                  <a:lnTo>
                    <a:pt x="9417" y="0"/>
                  </a:lnTo>
                  <a:lnTo>
                    <a:pt x="10763" y="5372"/>
                  </a:lnTo>
                  <a:lnTo>
                    <a:pt x="6727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5067038B-809D-079B-3C5B-9D6E99571C95}"/>
                </a:ext>
              </a:extLst>
            </p:cNvPr>
            <p:cNvSpPr/>
            <p:nvPr/>
          </p:nvSpPr>
          <p:spPr>
            <a:xfrm>
              <a:off x="7772243" y="2344473"/>
              <a:ext cx="26907" cy="17459"/>
            </a:xfrm>
            <a:custGeom>
              <a:avLst/>
              <a:gdLst>
                <a:gd name="connsiteX0" fmla="*/ 13454 w 26907"/>
                <a:gd name="connsiteY0" fmla="*/ 16117 h 17459"/>
                <a:gd name="connsiteX1" fmla="*/ 10763 w 26907"/>
                <a:gd name="connsiteY1" fmla="*/ 17460 h 17459"/>
                <a:gd name="connsiteX2" fmla="*/ 2691 w 26907"/>
                <a:gd name="connsiteY2" fmla="*/ 14774 h 17459"/>
                <a:gd name="connsiteX3" fmla="*/ 0 w 26907"/>
                <a:gd name="connsiteY3" fmla="*/ 9401 h 17459"/>
                <a:gd name="connsiteX4" fmla="*/ 5381 w 26907"/>
                <a:gd name="connsiteY4" fmla="*/ 10745 h 17459"/>
                <a:gd name="connsiteX5" fmla="*/ 9417 w 26907"/>
                <a:gd name="connsiteY5" fmla="*/ 6715 h 17459"/>
                <a:gd name="connsiteX6" fmla="*/ 12108 w 26907"/>
                <a:gd name="connsiteY6" fmla="*/ 10745 h 17459"/>
                <a:gd name="connsiteX7" fmla="*/ 14799 w 26907"/>
                <a:gd name="connsiteY7" fmla="*/ 5372 h 17459"/>
                <a:gd name="connsiteX8" fmla="*/ 17490 w 26907"/>
                <a:gd name="connsiteY8" fmla="*/ 6715 h 17459"/>
                <a:gd name="connsiteX9" fmla="*/ 26908 w 26907"/>
                <a:gd name="connsiteY9" fmla="*/ 0 h 17459"/>
                <a:gd name="connsiteX10" fmla="*/ 26908 w 26907"/>
                <a:gd name="connsiteY10" fmla="*/ 2686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907" h="17459">
                  <a:moveTo>
                    <a:pt x="13454" y="16117"/>
                  </a:moveTo>
                  <a:lnTo>
                    <a:pt x="10763" y="17460"/>
                  </a:lnTo>
                  <a:lnTo>
                    <a:pt x="2691" y="14774"/>
                  </a:lnTo>
                  <a:lnTo>
                    <a:pt x="0" y="9401"/>
                  </a:lnTo>
                  <a:lnTo>
                    <a:pt x="5381" y="10745"/>
                  </a:lnTo>
                  <a:lnTo>
                    <a:pt x="9417" y="6715"/>
                  </a:lnTo>
                  <a:lnTo>
                    <a:pt x="12108" y="10745"/>
                  </a:lnTo>
                  <a:lnTo>
                    <a:pt x="14799" y="5372"/>
                  </a:lnTo>
                  <a:lnTo>
                    <a:pt x="17490" y="6715"/>
                  </a:lnTo>
                  <a:lnTo>
                    <a:pt x="26908" y="0"/>
                  </a:lnTo>
                  <a:lnTo>
                    <a:pt x="26908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08EA349F-2794-5E18-DCCD-07A450F1BEE1}"/>
                </a:ext>
              </a:extLst>
            </p:cNvPr>
            <p:cNvSpPr/>
            <p:nvPr/>
          </p:nvSpPr>
          <p:spPr>
            <a:xfrm>
              <a:off x="7801841" y="2347159"/>
              <a:ext cx="13453" cy="10744"/>
            </a:xfrm>
            <a:custGeom>
              <a:avLst/>
              <a:gdLst>
                <a:gd name="connsiteX0" fmla="*/ 0 w 13453"/>
                <a:gd name="connsiteY0" fmla="*/ 2686 h 10744"/>
                <a:gd name="connsiteX1" fmla="*/ 6727 w 13453"/>
                <a:gd name="connsiteY1" fmla="*/ 0 h 10744"/>
                <a:gd name="connsiteX2" fmla="*/ 13454 w 13453"/>
                <a:gd name="connsiteY2" fmla="*/ 4029 h 10744"/>
                <a:gd name="connsiteX3" fmla="*/ 12108 w 13453"/>
                <a:gd name="connsiteY3" fmla="*/ 8058 h 10744"/>
                <a:gd name="connsiteX4" fmla="*/ 5381 w 13453"/>
                <a:gd name="connsiteY4" fmla="*/ 10745 h 10744"/>
                <a:gd name="connsiteX5" fmla="*/ 5381 w 13453"/>
                <a:gd name="connsiteY5" fmla="*/ 5372 h 10744"/>
                <a:gd name="connsiteX6" fmla="*/ 0 w 13453"/>
                <a:gd name="connsiteY6" fmla="*/ 2686 h 10744"/>
                <a:gd name="connsiteX7" fmla="*/ 0 w 13453"/>
                <a:gd name="connsiteY7" fmla="*/ 2686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53" h="10744">
                  <a:moveTo>
                    <a:pt x="0" y="2686"/>
                  </a:moveTo>
                  <a:lnTo>
                    <a:pt x="6727" y="0"/>
                  </a:lnTo>
                  <a:lnTo>
                    <a:pt x="13454" y="4029"/>
                  </a:lnTo>
                  <a:lnTo>
                    <a:pt x="12108" y="8058"/>
                  </a:lnTo>
                  <a:lnTo>
                    <a:pt x="5381" y="10745"/>
                  </a:lnTo>
                  <a:lnTo>
                    <a:pt x="5381" y="5372"/>
                  </a:lnTo>
                  <a:lnTo>
                    <a:pt x="0" y="2686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D96FCDE1-884C-7E88-E90B-23F8A5A4360A}"/>
                </a:ext>
              </a:extLst>
            </p:cNvPr>
            <p:cNvSpPr/>
            <p:nvPr/>
          </p:nvSpPr>
          <p:spPr>
            <a:xfrm>
              <a:off x="7809913" y="2335071"/>
              <a:ext cx="6726" cy="5372"/>
            </a:xfrm>
            <a:custGeom>
              <a:avLst/>
              <a:gdLst>
                <a:gd name="connsiteX0" fmla="*/ 6727 w 6726"/>
                <a:gd name="connsiteY0" fmla="*/ 2686 h 5372"/>
                <a:gd name="connsiteX1" fmla="*/ 5381 w 6726"/>
                <a:gd name="connsiteY1" fmla="*/ 5372 h 5372"/>
                <a:gd name="connsiteX2" fmla="*/ 2691 w 6726"/>
                <a:gd name="connsiteY2" fmla="*/ 5372 h 5372"/>
                <a:gd name="connsiteX3" fmla="*/ 0 w 6726"/>
                <a:gd name="connsiteY3" fmla="*/ 1343 h 5372"/>
                <a:gd name="connsiteX4" fmla="*/ 4036 w 6726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5372">
                  <a:moveTo>
                    <a:pt x="6727" y="2686"/>
                  </a:moveTo>
                  <a:lnTo>
                    <a:pt x="5381" y="5372"/>
                  </a:lnTo>
                  <a:lnTo>
                    <a:pt x="2691" y="5372"/>
                  </a:lnTo>
                  <a:lnTo>
                    <a:pt x="0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296F657F-D601-9D24-EEF3-3B07344B17B8}"/>
                </a:ext>
              </a:extLst>
            </p:cNvPr>
            <p:cNvSpPr/>
            <p:nvPr/>
          </p:nvSpPr>
          <p:spPr>
            <a:xfrm>
              <a:off x="7823367" y="2325670"/>
              <a:ext cx="6726" cy="4029"/>
            </a:xfrm>
            <a:custGeom>
              <a:avLst/>
              <a:gdLst>
                <a:gd name="connsiteX0" fmla="*/ 4036 w 6726"/>
                <a:gd name="connsiteY0" fmla="*/ 4029 h 4029"/>
                <a:gd name="connsiteX1" fmla="*/ 0 w 6726"/>
                <a:gd name="connsiteY1" fmla="*/ 4029 h 4029"/>
                <a:gd name="connsiteX2" fmla="*/ 2691 w 6726"/>
                <a:gd name="connsiteY2" fmla="*/ 0 h 4029"/>
                <a:gd name="connsiteX3" fmla="*/ 6727 w 6726"/>
                <a:gd name="connsiteY3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4029">
                  <a:moveTo>
                    <a:pt x="4036" y="4029"/>
                  </a:moveTo>
                  <a:lnTo>
                    <a:pt x="0" y="4029"/>
                  </a:lnTo>
                  <a:lnTo>
                    <a:pt x="2691" y="0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B860424F-6C62-8EE2-6724-E06613DA1E29}"/>
                </a:ext>
              </a:extLst>
            </p:cNvPr>
            <p:cNvSpPr/>
            <p:nvPr/>
          </p:nvSpPr>
          <p:spPr>
            <a:xfrm>
              <a:off x="7834130" y="2322983"/>
              <a:ext cx="18835" cy="14773"/>
            </a:xfrm>
            <a:custGeom>
              <a:avLst/>
              <a:gdLst>
                <a:gd name="connsiteX0" fmla="*/ 0 w 18835"/>
                <a:gd name="connsiteY0" fmla="*/ 9402 h 14773"/>
                <a:gd name="connsiteX1" fmla="*/ 1345 w 18835"/>
                <a:gd name="connsiteY1" fmla="*/ 6715 h 14773"/>
                <a:gd name="connsiteX2" fmla="*/ 2691 w 18835"/>
                <a:gd name="connsiteY2" fmla="*/ 4029 h 14773"/>
                <a:gd name="connsiteX3" fmla="*/ 6727 w 18835"/>
                <a:gd name="connsiteY3" fmla="*/ 6715 h 14773"/>
                <a:gd name="connsiteX4" fmla="*/ 9418 w 18835"/>
                <a:gd name="connsiteY4" fmla="*/ 4029 h 14773"/>
                <a:gd name="connsiteX5" fmla="*/ 9418 w 18835"/>
                <a:gd name="connsiteY5" fmla="*/ 0 h 14773"/>
                <a:gd name="connsiteX6" fmla="*/ 12109 w 18835"/>
                <a:gd name="connsiteY6" fmla="*/ 2686 h 14773"/>
                <a:gd name="connsiteX7" fmla="*/ 16145 w 18835"/>
                <a:gd name="connsiteY7" fmla="*/ 2686 h 14773"/>
                <a:gd name="connsiteX8" fmla="*/ 13454 w 18835"/>
                <a:gd name="connsiteY8" fmla="*/ 8059 h 14773"/>
                <a:gd name="connsiteX9" fmla="*/ 18836 w 18835"/>
                <a:gd name="connsiteY9" fmla="*/ 8059 h 14773"/>
                <a:gd name="connsiteX10" fmla="*/ 17490 w 18835"/>
                <a:gd name="connsiteY10" fmla="*/ 13431 h 14773"/>
                <a:gd name="connsiteX11" fmla="*/ 12109 w 18835"/>
                <a:gd name="connsiteY11" fmla="*/ 14774 h 14773"/>
                <a:gd name="connsiteX12" fmla="*/ 6727 w 18835"/>
                <a:gd name="connsiteY12" fmla="*/ 10745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35" h="14773">
                  <a:moveTo>
                    <a:pt x="0" y="9402"/>
                  </a:moveTo>
                  <a:lnTo>
                    <a:pt x="1345" y="6715"/>
                  </a:lnTo>
                  <a:lnTo>
                    <a:pt x="2691" y="4029"/>
                  </a:lnTo>
                  <a:lnTo>
                    <a:pt x="6727" y="6715"/>
                  </a:lnTo>
                  <a:lnTo>
                    <a:pt x="9418" y="4029"/>
                  </a:lnTo>
                  <a:lnTo>
                    <a:pt x="9418" y="0"/>
                  </a:lnTo>
                  <a:lnTo>
                    <a:pt x="12109" y="2686"/>
                  </a:lnTo>
                  <a:lnTo>
                    <a:pt x="16145" y="2686"/>
                  </a:lnTo>
                  <a:lnTo>
                    <a:pt x="13454" y="8059"/>
                  </a:lnTo>
                  <a:lnTo>
                    <a:pt x="18836" y="8059"/>
                  </a:lnTo>
                  <a:lnTo>
                    <a:pt x="17490" y="13431"/>
                  </a:lnTo>
                  <a:lnTo>
                    <a:pt x="12109" y="14774"/>
                  </a:lnTo>
                  <a:lnTo>
                    <a:pt x="6727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554" name="Graphic 5">
            <a:extLst>
              <a:ext uri="{FF2B5EF4-FFF2-40B4-BE49-F238E27FC236}">
                <a16:creationId xmlns:a16="http://schemas.microsoft.com/office/drawing/2014/main" id="{6506218D-256C-B442-3569-072B705B2654}"/>
              </a:ext>
            </a:extLst>
          </p:cNvPr>
          <p:cNvGrpSpPr/>
          <p:nvPr/>
        </p:nvGrpSpPr>
        <p:grpSpPr>
          <a:xfrm>
            <a:off x="7587926" y="2437145"/>
            <a:ext cx="259657" cy="585581"/>
            <a:chOff x="7587926" y="2437145"/>
            <a:chExt cx="259657" cy="585581"/>
          </a:xfrm>
          <a:solidFill>
            <a:srgbClr val="E5E5E4"/>
          </a:solidFill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D859DB31-79F1-D694-6000-1EA3A02B13D7}"/>
                </a:ext>
              </a:extLst>
            </p:cNvPr>
            <p:cNvSpPr/>
            <p:nvPr/>
          </p:nvSpPr>
          <p:spPr>
            <a:xfrm>
              <a:off x="7587926" y="2437145"/>
              <a:ext cx="259657" cy="585581"/>
            </a:xfrm>
            <a:custGeom>
              <a:avLst/>
              <a:gdLst>
                <a:gd name="connsiteX0" fmla="*/ 4036 w 259657"/>
                <a:gd name="connsiteY0" fmla="*/ 447245 h 585581"/>
                <a:gd name="connsiteX1" fmla="*/ 6727 w 259657"/>
                <a:gd name="connsiteY1" fmla="*/ 449931 h 585581"/>
                <a:gd name="connsiteX2" fmla="*/ 10763 w 259657"/>
                <a:gd name="connsiteY2" fmla="*/ 455303 h 585581"/>
                <a:gd name="connsiteX3" fmla="*/ 13454 w 259657"/>
                <a:gd name="connsiteY3" fmla="*/ 449931 h 585581"/>
                <a:gd name="connsiteX4" fmla="*/ 12108 w 259657"/>
                <a:gd name="connsiteY4" fmla="*/ 433814 h 585581"/>
                <a:gd name="connsiteX5" fmla="*/ 8072 w 259657"/>
                <a:gd name="connsiteY5" fmla="*/ 427099 h 585581"/>
                <a:gd name="connsiteX6" fmla="*/ 9418 w 259657"/>
                <a:gd name="connsiteY6" fmla="*/ 423069 h 585581"/>
                <a:gd name="connsiteX7" fmla="*/ 13454 w 259657"/>
                <a:gd name="connsiteY7" fmla="*/ 420383 h 585581"/>
                <a:gd name="connsiteX8" fmla="*/ 10763 w 259657"/>
                <a:gd name="connsiteY8" fmla="*/ 415011 h 585581"/>
                <a:gd name="connsiteX9" fmla="*/ 13454 w 259657"/>
                <a:gd name="connsiteY9" fmla="*/ 412325 h 585581"/>
                <a:gd name="connsiteX10" fmla="*/ 20181 w 259657"/>
                <a:gd name="connsiteY10" fmla="*/ 412325 h 585581"/>
                <a:gd name="connsiteX11" fmla="*/ 22872 w 259657"/>
                <a:gd name="connsiteY11" fmla="*/ 408295 h 585581"/>
                <a:gd name="connsiteX12" fmla="*/ 22872 w 259657"/>
                <a:gd name="connsiteY12" fmla="*/ 402923 h 585581"/>
                <a:gd name="connsiteX13" fmla="*/ 26908 w 259657"/>
                <a:gd name="connsiteY13" fmla="*/ 394865 h 585581"/>
                <a:gd name="connsiteX14" fmla="*/ 22872 w 259657"/>
                <a:gd name="connsiteY14" fmla="*/ 389492 h 585581"/>
                <a:gd name="connsiteX15" fmla="*/ 20181 w 259657"/>
                <a:gd name="connsiteY15" fmla="*/ 377405 h 585581"/>
                <a:gd name="connsiteX16" fmla="*/ 16145 w 259657"/>
                <a:gd name="connsiteY16" fmla="*/ 368003 h 585581"/>
                <a:gd name="connsiteX17" fmla="*/ 16145 w 259657"/>
                <a:gd name="connsiteY17" fmla="*/ 363974 h 585581"/>
                <a:gd name="connsiteX18" fmla="*/ 28253 w 259657"/>
                <a:gd name="connsiteY18" fmla="*/ 359945 h 585581"/>
                <a:gd name="connsiteX19" fmla="*/ 28253 w 259657"/>
                <a:gd name="connsiteY19" fmla="*/ 350543 h 585581"/>
                <a:gd name="connsiteX20" fmla="*/ 30943 w 259657"/>
                <a:gd name="connsiteY20" fmla="*/ 345171 h 585581"/>
                <a:gd name="connsiteX21" fmla="*/ 21526 w 259657"/>
                <a:gd name="connsiteY21" fmla="*/ 335769 h 585581"/>
                <a:gd name="connsiteX22" fmla="*/ 14799 w 259657"/>
                <a:gd name="connsiteY22" fmla="*/ 331740 h 585581"/>
                <a:gd name="connsiteX23" fmla="*/ 13454 w 259657"/>
                <a:gd name="connsiteY23" fmla="*/ 322338 h 585581"/>
                <a:gd name="connsiteX24" fmla="*/ 16145 w 259657"/>
                <a:gd name="connsiteY24" fmla="*/ 312937 h 585581"/>
                <a:gd name="connsiteX25" fmla="*/ 14799 w 259657"/>
                <a:gd name="connsiteY25" fmla="*/ 302192 h 585581"/>
                <a:gd name="connsiteX26" fmla="*/ 12108 w 259657"/>
                <a:gd name="connsiteY26" fmla="*/ 295477 h 585581"/>
                <a:gd name="connsiteX27" fmla="*/ 13454 w 259657"/>
                <a:gd name="connsiteY27" fmla="*/ 287418 h 585581"/>
                <a:gd name="connsiteX28" fmla="*/ 12108 w 259657"/>
                <a:gd name="connsiteY28" fmla="*/ 272645 h 585581"/>
                <a:gd name="connsiteX29" fmla="*/ 9418 w 259657"/>
                <a:gd name="connsiteY29" fmla="*/ 260557 h 585581"/>
                <a:gd name="connsiteX30" fmla="*/ 12108 w 259657"/>
                <a:gd name="connsiteY30" fmla="*/ 248469 h 585581"/>
                <a:gd name="connsiteX31" fmla="*/ 17490 w 259657"/>
                <a:gd name="connsiteY31" fmla="*/ 237725 h 585581"/>
                <a:gd name="connsiteX32" fmla="*/ 22872 w 259657"/>
                <a:gd name="connsiteY32" fmla="*/ 235038 h 585581"/>
                <a:gd name="connsiteX33" fmla="*/ 29598 w 259657"/>
                <a:gd name="connsiteY33" fmla="*/ 236382 h 585581"/>
                <a:gd name="connsiteX34" fmla="*/ 39016 w 259657"/>
                <a:gd name="connsiteY34" fmla="*/ 236382 h 585581"/>
                <a:gd name="connsiteX35" fmla="*/ 43052 w 259657"/>
                <a:gd name="connsiteY35" fmla="*/ 231009 h 585581"/>
                <a:gd name="connsiteX36" fmla="*/ 43052 w 259657"/>
                <a:gd name="connsiteY36" fmla="*/ 220265 h 585581"/>
                <a:gd name="connsiteX37" fmla="*/ 40361 w 259657"/>
                <a:gd name="connsiteY37" fmla="*/ 217579 h 585581"/>
                <a:gd name="connsiteX38" fmla="*/ 40361 w 259657"/>
                <a:gd name="connsiteY38" fmla="*/ 210863 h 585581"/>
                <a:gd name="connsiteX39" fmla="*/ 49779 w 259657"/>
                <a:gd name="connsiteY39" fmla="*/ 189374 h 585581"/>
                <a:gd name="connsiteX40" fmla="*/ 49779 w 259657"/>
                <a:gd name="connsiteY40" fmla="*/ 177286 h 585581"/>
                <a:gd name="connsiteX41" fmla="*/ 52470 w 259657"/>
                <a:gd name="connsiteY41" fmla="*/ 165199 h 585581"/>
                <a:gd name="connsiteX42" fmla="*/ 55161 w 259657"/>
                <a:gd name="connsiteY42" fmla="*/ 158483 h 585581"/>
                <a:gd name="connsiteX43" fmla="*/ 55161 w 259657"/>
                <a:gd name="connsiteY43" fmla="*/ 150425 h 585581"/>
                <a:gd name="connsiteX44" fmla="*/ 51124 w 259657"/>
                <a:gd name="connsiteY44" fmla="*/ 147738 h 585581"/>
                <a:gd name="connsiteX45" fmla="*/ 51124 w 259657"/>
                <a:gd name="connsiteY45" fmla="*/ 142366 h 585581"/>
                <a:gd name="connsiteX46" fmla="*/ 59196 w 259657"/>
                <a:gd name="connsiteY46" fmla="*/ 136994 h 585581"/>
                <a:gd name="connsiteX47" fmla="*/ 68614 w 259657"/>
                <a:gd name="connsiteY47" fmla="*/ 135651 h 585581"/>
                <a:gd name="connsiteX48" fmla="*/ 72650 w 259657"/>
                <a:gd name="connsiteY48" fmla="*/ 131622 h 585581"/>
                <a:gd name="connsiteX49" fmla="*/ 72650 w 259657"/>
                <a:gd name="connsiteY49" fmla="*/ 126249 h 585581"/>
                <a:gd name="connsiteX50" fmla="*/ 79377 w 259657"/>
                <a:gd name="connsiteY50" fmla="*/ 114162 h 585581"/>
                <a:gd name="connsiteX51" fmla="*/ 87449 w 259657"/>
                <a:gd name="connsiteY51" fmla="*/ 103417 h 585581"/>
                <a:gd name="connsiteX52" fmla="*/ 88795 w 259657"/>
                <a:gd name="connsiteY52" fmla="*/ 98045 h 585581"/>
                <a:gd name="connsiteX53" fmla="*/ 86104 w 259657"/>
                <a:gd name="connsiteY53" fmla="*/ 89986 h 585581"/>
                <a:gd name="connsiteX54" fmla="*/ 83414 w 259657"/>
                <a:gd name="connsiteY54" fmla="*/ 87300 h 585581"/>
                <a:gd name="connsiteX55" fmla="*/ 83414 w 259657"/>
                <a:gd name="connsiteY55" fmla="*/ 75212 h 585581"/>
                <a:gd name="connsiteX56" fmla="*/ 87449 w 259657"/>
                <a:gd name="connsiteY56" fmla="*/ 73869 h 585581"/>
                <a:gd name="connsiteX57" fmla="*/ 90140 w 259657"/>
                <a:gd name="connsiteY57" fmla="*/ 68497 h 585581"/>
                <a:gd name="connsiteX58" fmla="*/ 91485 w 259657"/>
                <a:gd name="connsiteY58" fmla="*/ 63125 h 585581"/>
                <a:gd name="connsiteX59" fmla="*/ 95522 w 259657"/>
                <a:gd name="connsiteY59" fmla="*/ 60438 h 585581"/>
                <a:gd name="connsiteX60" fmla="*/ 99558 w 259657"/>
                <a:gd name="connsiteY60" fmla="*/ 52380 h 585581"/>
                <a:gd name="connsiteX61" fmla="*/ 104939 w 259657"/>
                <a:gd name="connsiteY61" fmla="*/ 48351 h 585581"/>
                <a:gd name="connsiteX62" fmla="*/ 110321 w 259657"/>
                <a:gd name="connsiteY62" fmla="*/ 51037 h 585581"/>
                <a:gd name="connsiteX63" fmla="*/ 113012 w 259657"/>
                <a:gd name="connsiteY63" fmla="*/ 53723 h 585581"/>
                <a:gd name="connsiteX64" fmla="*/ 115702 w 259657"/>
                <a:gd name="connsiteY64" fmla="*/ 52380 h 585581"/>
                <a:gd name="connsiteX65" fmla="*/ 119738 w 259657"/>
                <a:gd name="connsiteY65" fmla="*/ 49694 h 585581"/>
                <a:gd name="connsiteX66" fmla="*/ 117048 w 259657"/>
                <a:gd name="connsiteY66" fmla="*/ 44322 h 585581"/>
                <a:gd name="connsiteX67" fmla="*/ 119738 w 259657"/>
                <a:gd name="connsiteY67" fmla="*/ 41635 h 585581"/>
                <a:gd name="connsiteX68" fmla="*/ 119738 w 259657"/>
                <a:gd name="connsiteY68" fmla="*/ 38949 h 585581"/>
                <a:gd name="connsiteX69" fmla="*/ 121084 w 259657"/>
                <a:gd name="connsiteY69" fmla="*/ 34920 h 585581"/>
                <a:gd name="connsiteX70" fmla="*/ 117048 w 259657"/>
                <a:gd name="connsiteY70" fmla="*/ 29548 h 585581"/>
                <a:gd name="connsiteX71" fmla="*/ 119738 w 259657"/>
                <a:gd name="connsiteY71" fmla="*/ 26862 h 585581"/>
                <a:gd name="connsiteX72" fmla="*/ 127811 w 259657"/>
                <a:gd name="connsiteY72" fmla="*/ 26862 h 585581"/>
                <a:gd name="connsiteX73" fmla="*/ 133192 w 259657"/>
                <a:gd name="connsiteY73" fmla="*/ 24175 h 585581"/>
                <a:gd name="connsiteX74" fmla="*/ 141265 w 259657"/>
                <a:gd name="connsiteY74" fmla="*/ 26862 h 585581"/>
                <a:gd name="connsiteX75" fmla="*/ 146646 w 259657"/>
                <a:gd name="connsiteY75" fmla="*/ 30891 h 585581"/>
                <a:gd name="connsiteX76" fmla="*/ 152027 w 259657"/>
                <a:gd name="connsiteY76" fmla="*/ 30891 h 585581"/>
                <a:gd name="connsiteX77" fmla="*/ 156064 w 259657"/>
                <a:gd name="connsiteY77" fmla="*/ 33577 h 585581"/>
                <a:gd name="connsiteX78" fmla="*/ 158754 w 259657"/>
                <a:gd name="connsiteY78" fmla="*/ 32234 h 585581"/>
                <a:gd name="connsiteX79" fmla="*/ 161445 w 259657"/>
                <a:gd name="connsiteY79" fmla="*/ 33577 h 585581"/>
                <a:gd name="connsiteX80" fmla="*/ 161445 w 259657"/>
                <a:gd name="connsiteY80" fmla="*/ 28205 h 585581"/>
                <a:gd name="connsiteX81" fmla="*/ 158754 w 259657"/>
                <a:gd name="connsiteY81" fmla="*/ 24175 h 585581"/>
                <a:gd name="connsiteX82" fmla="*/ 158754 w 259657"/>
                <a:gd name="connsiteY82" fmla="*/ 16117 h 585581"/>
                <a:gd name="connsiteX83" fmla="*/ 162791 w 259657"/>
                <a:gd name="connsiteY83" fmla="*/ 13431 h 585581"/>
                <a:gd name="connsiteX84" fmla="*/ 161445 w 259657"/>
                <a:gd name="connsiteY84" fmla="*/ 8059 h 585581"/>
                <a:gd name="connsiteX85" fmla="*/ 157409 w 259657"/>
                <a:gd name="connsiteY85" fmla="*/ 5372 h 585581"/>
                <a:gd name="connsiteX86" fmla="*/ 157409 w 259657"/>
                <a:gd name="connsiteY86" fmla="*/ 0 h 585581"/>
                <a:gd name="connsiteX87" fmla="*/ 162791 w 259657"/>
                <a:gd name="connsiteY87" fmla="*/ 2686 h 585581"/>
                <a:gd name="connsiteX88" fmla="*/ 169518 w 259657"/>
                <a:gd name="connsiteY88" fmla="*/ 1343 h 585581"/>
                <a:gd name="connsiteX89" fmla="*/ 170863 w 259657"/>
                <a:gd name="connsiteY89" fmla="*/ 0 h 585581"/>
                <a:gd name="connsiteX90" fmla="*/ 174899 w 259657"/>
                <a:gd name="connsiteY90" fmla="*/ 5372 h 585581"/>
                <a:gd name="connsiteX91" fmla="*/ 181626 w 259657"/>
                <a:gd name="connsiteY91" fmla="*/ 9402 h 585581"/>
                <a:gd name="connsiteX92" fmla="*/ 191044 w 259657"/>
                <a:gd name="connsiteY92" fmla="*/ 18803 h 585581"/>
                <a:gd name="connsiteX93" fmla="*/ 197771 w 259657"/>
                <a:gd name="connsiteY93" fmla="*/ 24175 h 585581"/>
                <a:gd name="connsiteX94" fmla="*/ 208533 w 259657"/>
                <a:gd name="connsiteY94" fmla="*/ 25518 h 585581"/>
                <a:gd name="connsiteX95" fmla="*/ 211224 w 259657"/>
                <a:gd name="connsiteY95" fmla="*/ 28205 h 585581"/>
                <a:gd name="connsiteX96" fmla="*/ 215260 w 259657"/>
                <a:gd name="connsiteY96" fmla="*/ 28205 h 585581"/>
                <a:gd name="connsiteX97" fmla="*/ 220642 w 259657"/>
                <a:gd name="connsiteY97" fmla="*/ 34920 h 585581"/>
                <a:gd name="connsiteX98" fmla="*/ 221987 w 259657"/>
                <a:gd name="connsiteY98" fmla="*/ 38949 h 585581"/>
                <a:gd name="connsiteX99" fmla="*/ 224678 w 259657"/>
                <a:gd name="connsiteY99" fmla="*/ 40292 h 585581"/>
                <a:gd name="connsiteX100" fmla="*/ 226023 w 259657"/>
                <a:gd name="connsiteY100" fmla="*/ 38949 h 585581"/>
                <a:gd name="connsiteX101" fmla="*/ 231405 w 259657"/>
                <a:gd name="connsiteY101" fmla="*/ 45665 h 585581"/>
                <a:gd name="connsiteX102" fmla="*/ 234095 w 259657"/>
                <a:gd name="connsiteY102" fmla="*/ 45665 h 585581"/>
                <a:gd name="connsiteX103" fmla="*/ 236786 w 259657"/>
                <a:gd name="connsiteY103" fmla="*/ 49694 h 585581"/>
                <a:gd name="connsiteX104" fmla="*/ 235441 w 259657"/>
                <a:gd name="connsiteY104" fmla="*/ 53723 h 585581"/>
                <a:gd name="connsiteX105" fmla="*/ 236786 w 259657"/>
                <a:gd name="connsiteY105" fmla="*/ 61782 h 585581"/>
                <a:gd name="connsiteX106" fmla="*/ 234095 w 259657"/>
                <a:gd name="connsiteY106" fmla="*/ 67154 h 585581"/>
                <a:gd name="connsiteX107" fmla="*/ 235441 w 259657"/>
                <a:gd name="connsiteY107" fmla="*/ 72526 h 585581"/>
                <a:gd name="connsiteX108" fmla="*/ 242168 w 259657"/>
                <a:gd name="connsiteY108" fmla="*/ 72526 h 585581"/>
                <a:gd name="connsiteX109" fmla="*/ 243513 w 259657"/>
                <a:gd name="connsiteY109" fmla="*/ 79242 h 585581"/>
                <a:gd name="connsiteX110" fmla="*/ 240822 w 259657"/>
                <a:gd name="connsiteY110" fmla="*/ 83271 h 585581"/>
                <a:gd name="connsiteX111" fmla="*/ 242168 w 259657"/>
                <a:gd name="connsiteY111" fmla="*/ 89986 h 585581"/>
                <a:gd name="connsiteX112" fmla="*/ 244859 w 259657"/>
                <a:gd name="connsiteY112" fmla="*/ 94015 h 585581"/>
                <a:gd name="connsiteX113" fmla="*/ 246204 w 259657"/>
                <a:gd name="connsiteY113" fmla="*/ 103417 h 585581"/>
                <a:gd name="connsiteX114" fmla="*/ 244859 w 259657"/>
                <a:gd name="connsiteY114" fmla="*/ 107446 h 585581"/>
                <a:gd name="connsiteX115" fmla="*/ 246204 w 259657"/>
                <a:gd name="connsiteY115" fmla="*/ 111475 h 585581"/>
                <a:gd name="connsiteX116" fmla="*/ 246204 w 259657"/>
                <a:gd name="connsiteY116" fmla="*/ 122220 h 585581"/>
                <a:gd name="connsiteX117" fmla="*/ 244859 w 259657"/>
                <a:gd name="connsiteY117" fmla="*/ 126249 h 585581"/>
                <a:gd name="connsiteX118" fmla="*/ 247549 w 259657"/>
                <a:gd name="connsiteY118" fmla="*/ 132965 h 585581"/>
                <a:gd name="connsiteX119" fmla="*/ 251586 w 259657"/>
                <a:gd name="connsiteY119" fmla="*/ 134308 h 585581"/>
                <a:gd name="connsiteX120" fmla="*/ 255622 w 259657"/>
                <a:gd name="connsiteY120" fmla="*/ 143709 h 585581"/>
                <a:gd name="connsiteX121" fmla="*/ 259658 w 259657"/>
                <a:gd name="connsiteY121" fmla="*/ 147738 h 585581"/>
                <a:gd name="connsiteX122" fmla="*/ 258312 w 259657"/>
                <a:gd name="connsiteY122" fmla="*/ 153111 h 585581"/>
                <a:gd name="connsiteX123" fmla="*/ 258312 w 259657"/>
                <a:gd name="connsiteY123" fmla="*/ 153111 h 585581"/>
                <a:gd name="connsiteX124" fmla="*/ 255622 w 259657"/>
                <a:gd name="connsiteY124" fmla="*/ 155797 h 585581"/>
                <a:gd name="connsiteX125" fmla="*/ 250240 w 259657"/>
                <a:gd name="connsiteY125" fmla="*/ 154454 h 585581"/>
                <a:gd name="connsiteX126" fmla="*/ 247549 w 259657"/>
                <a:gd name="connsiteY126" fmla="*/ 151768 h 585581"/>
                <a:gd name="connsiteX127" fmla="*/ 240822 w 259657"/>
                <a:gd name="connsiteY127" fmla="*/ 155797 h 585581"/>
                <a:gd name="connsiteX128" fmla="*/ 236786 w 259657"/>
                <a:gd name="connsiteY128" fmla="*/ 153111 h 585581"/>
                <a:gd name="connsiteX129" fmla="*/ 235441 w 259657"/>
                <a:gd name="connsiteY129" fmla="*/ 157140 h 585581"/>
                <a:gd name="connsiteX130" fmla="*/ 231405 w 259657"/>
                <a:gd name="connsiteY130" fmla="*/ 155797 h 585581"/>
                <a:gd name="connsiteX131" fmla="*/ 228714 w 259657"/>
                <a:gd name="connsiteY131" fmla="*/ 150425 h 585581"/>
                <a:gd name="connsiteX132" fmla="*/ 224678 w 259657"/>
                <a:gd name="connsiteY132" fmla="*/ 155797 h 585581"/>
                <a:gd name="connsiteX133" fmla="*/ 221987 w 259657"/>
                <a:gd name="connsiteY133" fmla="*/ 150425 h 585581"/>
                <a:gd name="connsiteX134" fmla="*/ 219296 w 259657"/>
                <a:gd name="connsiteY134" fmla="*/ 153111 h 585581"/>
                <a:gd name="connsiteX135" fmla="*/ 217951 w 259657"/>
                <a:gd name="connsiteY135" fmla="*/ 157140 h 585581"/>
                <a:gd name="connsiteX136" fmla="*/ 216606 w 259657"/>
                <a:gd name="connsiteY136" fmla="*/ 161169 h 585581"/>
                <a:gd name="connsiteX137" fmla="*/ 212569 w 259657"/>
                <a:gd name="connsiteY137" fmla="*/ 162512 h 585581"/>
                <a:gd name="connsiteX138" fmla="*/ 209879 w 259657"/>
                <a:gd name="connsiteY138" fmla="*/ 159826 h 585581"/>
                <a:gd name="connsiteX139" fmla="*/ 207188 w 259657"/>
                <a:gd name="connsiteY139" fmla="*/ 158483 h 585581"/>
                <a:gd name="connsiteX140" fmla="*/ 209879 w 259657"/>
                <a:gd name="connsiteY140" fmla="*/ 165199 h 585581"/>
                <a:gd name="connsiteX141" fmla="*/ 213915 w 259657"/>
                <a:gd name="connsiteY141" fmla="*/ 166542 h 585581"/>
                <a:gd name="connsiteX142" fmla="*/ 208533 w 259657"/>
                <a:gd name="connsiteY142" fmla="*/ 170571 h 585581"/>
                <a:gd name="connsiteX143" fmla="*/ 204497 w 259657"/>
                <a:gd name="connsiteY143" fmla="*/ 170571 h 585581"/>
                <a:gd name="connsiteX144" fmla="*/ 200461 w 259657"/>
                <a:gd name="connsiteY144" fmla="*/ 173257 h 585581"/>
                <a:gd name="connsiteX145" fmla="*/ 205842 w 259657"/>
                <a:gd name="connsiteY145" fmla="*/ 174600 h 585581"/>
                <a:gd name="connsiteX146" fmla="*/ 205842 w 259657"/>
                <a:gd name="connsiteY146" fmla="*/ 178629 h 585581"/>
                <a:gd name="connsiteX147" fmla="*/ 203152 w 259657"/>
                <a:gd name="connsiteY147" fmla="*/ 178629 h 585581"/>
                <a:gd name="connsiteX148" fmla="*/ 201806 w 259657"/>
                <a:gd name="connsiteY148" fmla="*/ 177286 h 585581"/>
                <a:gd name="connsiteX149" fmla="*/ 199116 w 259657"/>
                <a:gd name="connsiteY149" fmla="*/ 175943 h 585581"/>
                <a:gd name="connsiteX150" fmla="*/ 197771 w 259657"/>
                <a:gd name="connsiteY150" fmla="*/ 177286 h 585581"/>
                <a:gd name="connsiteX151" fmla="*/ 200461 w 259657"/>
                <a:gd name="connsiteY151" fmla="*/ 181315 h 585581"/>
                <a:gd name="connsiteX152" fmla="*/ 203152 w 259657"/>
                <a:gd name="connsiteY152" fmla="*/ 181315 h 585581"/>
                <a:gd name="connsiteX153" fmla="*/ 205842 w 259657"/>
                <a:gd name="connsiteY153" fmla="*/ 184002 h 585581"/>
                <a:gd name="connsiteX154" fmla="*/ 204497 w 259657"/>
                <a:gd name="connsiteY154" fmla="*/ 186688 h 585581"/>
                <a:gd name="connsiteX155" fmla="*/ 200461 w 259657"/>
                <a:gd name="connsiteY155" fmla="*/ 196089 h 585581"/>
                <a:gd name="connsiteX156" fmla="*/ 201806 w 259657"/>
                <a:gd name="connsiteY156" fmla="*/ 200118 h 585581"/>
                <a:gd name="connsiteX157" fmla="*/ 195080 w 259657"/>
                <a:gd name="connsiteY157" fmla="*/ 201462 h 585581"/>
                <a:gd name="connsiteX158" fmla="*/ 200461 w 259657"/>
                <a:gd name="connsiteY158" fmla="*/ 205491 h 585581"/>
                <a:gd name="connsiteX159" fmla="*/ 204497 w 259657"/>
                <a:gd name="connsiteY159" fmla="*/ 205491 h 585581"/>
                <a:gd name="connsiteX160" fmla="*/ 207188 w 259657"/>
                <a:gd name="connsiteY160" fmla="*/ 209520 h 585581"/>
                <a:gd name="connsiteX161" fmla="*/ 203152 w 259657"/>
                <a:gd name="connsiteY161" fmla="*/ 210863 h 585581"/>
                <a:gd name="connsiteX162" fmla="*/ 205842 w 259657"/>
                <a:gd name="connsiteY162" fmla="*/ 214892 h 585581"/>
                <a:gd name="connsiteX163" fmla="*/ 209879 w 259657"/>
                <a:gd name="connsiteY163" fmla="*/ 214892 h 585581"/>
                <a:gd name="connsiteX164" fmla="*/ 204497 w 259657"/>
                <a:gd name="connsiteY164" fmla="*/ 220265 h 585581"/>
                <a:gd name="connsiteX165" fmla="*/ 201806 w 259657"/>
                <a:gd name="connsiteY165" fmla="*/ 221608 h 585581"/>
                <a:gd name="connsiteX166" fmla="*/ 197771 w 259657"/>
                <a:gd name="connsiteY166" fmla="*/ 225637 h 585581"/>
                <a:gd name="connsiteX167" fmla="*/ 199116 w 259657"/>
                <a:gd name="connsiteY167" fmla="*/ 233695 h 585581"/>
                <a:gd name="connsiteX168" fmla="*/ 193734 w 259657"/>
                <a:gd name="connsiteY168" fmla="*/ 243097 h 585581"/>
                <a:gd name="connsiteX169" fmla="*/ 189698 w 259657"/>
                <a:gd name="connsiteY169" fmla="*/ 243097 h 585581"/>
                <a:gd name="connsiteX170" fmla="*/ 184317 w 259657"/>
                <a:gd name="connsiteY170" fmla="*/ 247126 h 585581"/>
                <a:gd name="connsiteX171" fmla="*/ 181626 w 259657"/>
                <a:gd name="connsiteY171" fmla="*/ 244440 h 585581"/>
                <a:gd name="connsiteX172" fmla="*/ 181626 w 259657"/>
                <a:gd name="connsiteY172" fmla="*/ 248469 h 585581"/>
                <a:gd name="connsiteX173" fmla="*/ 182971 w 259657"/>
                <a:gd name="connsiteY173" fmla="*/ 253842 h 585581"/>
                <a:gd name="connsiteX174" fmla="*/ 176244 w 259657"/>
                <a:gd name="connsiteY174" fmla="*/ 256528 h 585581"/>
                <a:gd name="connsiteX175" fmla="*/ 174899 w 259657"/>
                <a:gd name="connsiteY175" fmla="*/ 261900 h 585581"/>
                <a:gd name="connsiteX176" fmla="*/ 170863 w 259657"/>
                <a:gd name="connsiteY176" fmla="*/ 261900 h 585581"/>
                <a:gd name="connsiteX177" fmla="*/ 170863 w 259657"/>
                <a:gd name="connsiteY177" fmla="*/ 257871 h 585581"/>
                <a:gd name="connsiteX178" fmla="*/ 166827 w 259657"/>
                <a:gd name="connsiteY178" fmla="*/ 257871 h 585581"/>
                <a:gd name="connsiteX179" fmla="*/ 164136 w 259657"/>
                <a:gd name="connsiteY179" fmla="*/ 263243 h 585581"/>
                <a:gd name="connsiteX180" fmla="*/ 164136 w 259657"/>
                <a:gd name="connsiteY180" fmla="*/ 269959 h 585581"/>
                <a:gd name="connsiteX181" fmla="*/ 161445 w 259657"/>
                <a:gd name="connsiteY181" fmla="*/ 272645 h 585581"/>
                <a:gd name="connsiteX182" fmla="*/ 158754 w 259657"/>
                <a:gd name="connsiteY182" fmla="*/ 268615 h 585581"/>
                <a:gd name="connsiteX183" fmla="*/ 156064 w 259657"/>
                <a:gd name="connsiteY183" fmla="*/ 268615 h 585581"/>
                <a:gd name="connsiteX184" fmla="*/ 154718 w 259657"/>
                <a:gd name="connsiteY184" fmla="*/ 273988 h 585581"/>
                <a:gd name="connsiteX185" fmla="*/ 153373 w 259657"/>
                <a:gd name="connsiteY185" fmla="*/ 275331 h 585581"/>
                <a:gd name="connsiteX186" fmla="*/ 150682 w 259657"/>
                <a:gd name="connsiteY186" fmla="*/ 272645 h 585581"/>
                <a:gd name="connsiteX187" fmla="*/ 146646 w 259657"/>
                <a:gd name="connsiteY187" fmla="*/ 276674 h 585581"/>
                <a:gd name="connsiteX188" fmla="*/ 145301 w 259657"/>
                <a:gd name="connsiteY188" fmla="*/ 280703 h 585581"/>
                <a:gd name="connsiteX189" fmla="*/ 149337 w 259657"/>
                <a:gd name="connsiteY189" fmla="*/ 280703 h 585581"/>
                <a:gd name="connsiteX190" fmla="*/ 147991 w 259657"/>
                <a:gd name="connsiteY190" fmla="*/ 284732 h 585581"/>
                <a:gd name="connsiteX191" fmla="*/ 141265 w 259657"/>
                <a:gd name="connsiteY191" fmla="*/ 290105 h 585581"/>
                <a:gd name="connsiteX192" fmla="*/ 137229 w 259657"/>
                <a:gd name="connsiteY192" fmla="*/ 288762 h 585581"/>
                <a:gd name="connsiteX193" fmla="*/ 135883 w 259657"/>
                <a:gd name="connsiteY193" fmla="*/ 291448 h 585581"/>
                <a:gd name="connsiteX194" fmla="*/ 137229 w 259657"/>
                <a:gd name="connsiteY194" fmla="*/ 296820 h 585581"/>
                <a:gd name="connsiteX195" fmla="*/ 133192 w 259657"/>
                <a:gd name="connsiteY195" fmla="*/ 302192 h 585581"/>
                <a:gd name="connsiteX196" fmla="*/ 126465 w 259657"/>
                <a:gd name="connsiteY196" fmla="*/ 303535 h 585581"/>
                <a:gd name="connsiteX197" fmla="*/ 122429 w 259657"/>
                <a:gd name="connsiteY197" fmla="*/ 302192 h 585581"/>
                <a:gd name="connsiteX198" fmla="*/ 127811 w 259657"/>
                <a:gd name="connsiteY198" fmla="*/ 310251 h 585581"/>
                <a:gd name="connsiteX199" fmla="*/ 129156 w 259657"/>
                <a:gd name="connsiteY199" fmla="*/ 315623 h 585581"/>
                <a:gd name="connsiteX200" fmla="*/ 127811 w 259657"/>
                <a:gd name="connsiteY200" fmla="*/ 318309 h 585581"/>
                <a:gd name="connsiteX201" fmla="*/ 127811 w 259657"/>
                <a:gd name="connsiteY201" fmla="*/ 323682 h 585581"/>
                <a:gd name="connsiteX202" fmla="*/ 126465 w 259657"/>
                <a:gd name="connsiteY202" fmla="*/ 331740 h 585581"/>
                <a:gd name="connsiteX203" fmla="*/ 130502 w 259657"/>
                <a:gd name="connsiteY203" fmla="*/ 335769 h 585581"/>
                <a:gd name="connsiteX204" fmla="*/ 130502 w 259657"/>
                <a:gd name="connsiteY204" fmla="*/ 341142 h 585581"/>
                <a:gd name="connsiteX205" fmla="*/ 126465 w 259657"/>
                <a:gd name="connsiteY205" fmla="*/ 338455 h 585581"/>
                <a:gd name="connsiteX206" fmla="*/ 125120 w 259657"/>
                <a:gd name="connsiteY206" fmla="*/ 339799 h 585581"/>
                <a:gd name="connsiteX207" fmla="*/ 127811 w 259657"/>
                <a:gd name="connsiteY207" fmla="*/ 347857 h 585581"/>
                <a:gd name="connsiteX208" fmla="*/ 123775 w 259657"/>
                <a:gd name="connsiteY208" fmla="*/ 351886 h 585581"/>
                <a:gd name="connsiteX209" fmla="*/ 127811 w 259657"/>
                <a:gd name="connsiteY209" fmla="*/ 353229 h 585581"/>
                <a:gd name="connsiteX210" fmla="*/ 127811 w 259657"/>
                <a:gd name="connsiteY210" fmla="*/ 357259 h 585581"/>
                <a:gd name="connsiteX211" fmla="*/ 125120 w 259657"/>
                <a:gd name="connsiteY211" fmla="*/ 358602 h 585581"/>
                <a:gd name="connsiteX212" fmla="*/ 127811 w 259657"/>
                <a:gd name="connsiteY212" fmla="*/ 363974 h 585581"/>
                <a:gd name="connsiteX213" fmla="*/ 123775 w 259657"/>
                <a:gd name="connsiteY213" fmla="*/ 368003 h 585581"/>
                <a:gd name="connsiteX214" fmla="*/ 126465 w 259657"/>
                <a:gd name="connsiteY214" fmla="*/ 372032 h 585581"/>
                <a:gd name="connsiteX215" fmla="*/ 129156 w 259657"/>
                <a:gd name="connsiteY215" fmla="*/ 376062 h 585581"/>
                <a:gd name="connsiteX216" fmla="*/ 133192 w 259657"/>
                <a:gd name="connsiteY216" fmla="*/ 376062 h 585581"/>
                <a:gd name="connsiteX217" fmla="*/ 133192 w 259657"/>
                <a:gd name="connsiteY217" fmla="*/ 381434 h 585581"/>
                <a:gd name="connsiteX218" fmla="*/ 135883 w 259657"/>
                <a:gd name="connsiteY218" fmla="*/ 380091 h 585581"/>
                <a:gd name="connsiteX219" fmla="*/ 138574 w 259657"/>
                <a:gd name="connsiteY219" fmla="*/ 384120 h 585581"/>
                <a:gd name="connsiteX220" fmla="*/ 142610 w 259657"/>
                <a:gd name="connsiteY220" fmla="*/ 378748 h 585581"/>
                <a:gd name="connsiteX221" fmla="*/ 146646 w 259657"/>
                <a:gd name="connsiteY221" fmla="*/ 381434 h 585581"/>
                <a:gd name="connsiteX222" fmla="*/ 147991 w 259657"/>
                <a:gd name="connsiteY222" fmla="*/ 386806 h 585581"/>
                <a:gd name="connsiteX223" fmla="*/ 157409 w 259657"/>
                <a:gd name="connsiteY223" fmla="*/ 393522 h 585581"/>
                <a:gd name="connsiteX224" fmla="*/ 156064 w 259657"/>
                <a:gd name="connsiteY224" fmla="*/ 396208 h 585581"/>
                <a:gd name="connsiteX225" fmla="*/ 162791 w 259657"/>
                <a:gd name="connsiteY225" fmla="*/ 400237 h 585581"/>
                <a:gd name="connsiteX226" fmla="*/ 162791 w 259657"/>
                <a:gd name="connsiteY226" fmla="*/ 404266 h 585581"/>
                <a:gd name="connsiteX227" fmla="*/ 168172 w 259657"/>
                <a:gd name="connsiteY227" fmla="*/ 409638 h 585581"/>
                <a:gd name="connsiteX228" fmla="*/ 165481 w 259657"/>
                <a:gd name="connsiteY228" fmla="*/ 417697 h 585581"/>
                <a:gd name="connsiteX229" fmla="*/ 158754 w 259657"/>
                <a:gd name="connsiteY229" fmla="*/ 424412 h 585581"/>
                <a:gd name="connsiteX230" fmla="*/ 156064 w 259657"/>
                <a:gd name="connsiteY230" fmla="*/ 429785 h 585581"/>
                <a:gd name="connsiteX231" fmla="*/ 149337 w 259657"/>
                <a:gd name="connsiteY231" fmla="*/ 431128 h 585581"/>
                <a:gd name="connsiteX232" fmla="*/ 145301 w 259657"/>
                <a:gd name="connsiteY232" fmla="*/ 429785 h 585581"/>
                <a:gd name="connsiteX233" fmla="*/ 146646 w 259657"/>
                <a:gd name="connsiteY233" fmla="*/ 425755 h 585581"/>
                <a:gd name="connsiteX234" fmla="*/ 139919 w 259657"/>
                <a:gd name="connsiteY234" fmla="*/ 423069 h 585581"/>
                <a:gd name="connsiteX235" fmla="*/ 137229 w 259657"/>
                <a:gd name="connsiteY235" fmla="*/ 421726 h 585581"/>
                <a:gd name="connsiteX236" fmla="*/ 137229 w 259657"/>
                <a:gd name="connsiteY236" fmla="*/ 424412 h 585581"/>
                <a:gd name="connsiteX237" fmla="*/ 134538 w 259657"/>
                <a:gd name="connsiteY237" fmla="*/ 424412 h 585581"/>
                <a:gd name="connsiteX238" fmla="*/ 131847 w 259657"/>
                <a:gd name="connsiteY238" fmla="*/ 421726 h 585581"/>
                <a:gd name="connsiteX239" fmla="*/ 127811 w 259657"/>
                <a:gd name="connsiteY239" fmla="*/ 421726 h 585581"/>
                <a:gd name="connsiteX240" fmla="*/ 125120 w 259657"/>
                <a:gd name="connsiteY240" fmla="*/ 424412 h 585581"/>
                <a:gd name="connsiteX241" fmla="*/ 121084 w 259657"/>
                <a:gd name="connsiteY241" fmla="*/ 425755 h 585581"/>
                <a:gd name="connsiteX242" fmla="*/ 119738 w 259657"/>
                <a:gd name="connsiteY242" fmla="*/ 423069 h 585581"/>
                <a:gd name="connsiteX243" fmla="*/ 115702 w 259657"/>
                <a:gd name="connsiteY243" fmla="*/ 428442 h 585581"/>
                <a:gd name="connsiteX244" fmla="*/ 111666 w 259657"/>
                <a:gd name="connsiteY244" fmla="*/ 425755 h 585581"/>
                <a:gd name="connsiteX245" fmla="*/ 107630 w 259657"/>
                <a:gd name="connsiteY245" fmla="*/ 428442 h 585581"/>
                <a:gd name="connsiteX246" fmla="*/ 107630 w 259657"/>
                <a:gd name="connsiteY246" fmla="*/ 429785 h 585581"/>
                <a:gd name="connsiteX247" fmla="*/ 115702 w 259657"/>
                <a:gd name="connsiteY247" fmla="*/ 431128 h 585581"/>
                <a:gd name="connsiteX248" fmla="*/ 118393 w 259657"/>
                <a:gd name="connsiteY248" fmla="*/ 432471 h 585581"/>
                <a:gd name="connsiteX249" fmla="*/ 118393 w 259657"/>
                <a:gd name="connsiteY249" fmla="*/ 429785 h 585581"/>
                <a:gd name="connsiteX250" fmla="*/ 125120 w 259657"/>
                <a:gd name="connsiteY250" fmla="*/ 429785 h 585581"/>
                <a:gd name="connsiteX251" fmla="*/ 129156 w 259657"/>
                <a:gd name="connsiteY251" fmla="*/ 431128 h 585581"/>
                <a:gd name="connsiteX252" fmla="*/ 134538 w 259657"/>
                <a:gd name="connsiteY252" fmla="*/ 432471 h 585581"/>
                <a:gd name="connsiteX253" fmla="*/ 137229 w 259657"/>
                <a:gd name="connsiteY253" fmla="*/ 436500 h 585581"/>
                <a:gd name="connsiteX254" fmla="*/ 141265 w 259657"/>
                <a:gd name="connsiteY254" fmla="*/ 435157 h 585581"/>
                <a:gd name="connsiteX255" fmla="*/ 143955 w 259657"/>
                <a:gd name="connsiteY255" fmla="*/ 436500 h 585581"/>
                <a:gd name="connsiteX256" fmla="*/ 147991 w 259657"/>
                <a:gd name="connsiteY256" fmla="*/ 433814 h 585581"/>
                <a:gd name="connsiteX257" fmla="*/ 154718 w 259657"/>
                <a:gd name="connsiteY257" fmla="*/ 435157 h 585581"/>
                <a:gd name="connsiteX258" fmla="*/ 157409 w 259657"/>
                <a:gd name="connsiteY258" fmla="*/ 437843 h 585581"/>
                <a:gd name="connsiteX259" fmla="*/ 158754 w 259657"/>
                <a:gd name="connsiteY259" fmla="*/ 443215 h 585581"/>
                <a:gd name="connsiteX260" fmla="*/ 154718 w 259657"/>
                <a:gd name="connsiteY260" fmla="*/ 445902 h 585581"/>
                <a:gd name="connsiteX261" fmla="*/ 152027 w 259657"/>
                <a:gd name="connsiteY261" fmla="*/ 445902 h 585581"/>
                <a:gd name="connsiteX262" fmla="*/ 146646 w 259657"/>
                <a:gd name="connsiteY262" fmla="*/ 452617 h 585581"/>
                <a:gd name="connsiteX263" fmla="*/ 143955 w 259657"/>
                <a:gd name="connsiteY263" fmla="*/ 452617 h 585581"/>
                <a:gd name="connsiteX264" fmla="*/ 145301 w 259657"/>
                <a:gd name="connsiteY264" fmla="*/ 447245 h 585581"/>
                <a:gd name="connsiteX265" fmla="*/ 143955 w 259657"/>
                <a:gd name="connsiteY265" fmla="*/ 445902 h 585581"/>
                <a:gd name="connsiteX266" fmla="*/ 141265 w 259657"/>
                <a:gd name="connsiteY266" fmla="*/ 448588 h 585581"/>
                <a:gd name="connsiteX267" fmla="*/ 142610 w 259657"/>
                <a:gd name="connsiteY267" fmla="*/ 451274 h 585581"/>
                <a:gd name="connsiteX268" fmla="*/ 138574 w 259657"/>
                <a:gd name="connsiteY268" fmla="*/ 451274 h 585581"/>
                <a:gd name="connsiteX269" fmla="*/ 134538 w 259657"/>
                <a:gd name="connsiteY269" fmla="*/ 455303 h 585581"/>
                <a:gd name="connsiteX270" fmla="*/ 134538 w 259657"/>
                <a:gd name="connsiteY270" fmla="*/ 460675 h 585581"/>
                <a:gd name="connsiteX271" fmla="*/ 130502 w 259657"/>
                <a:gd name="connsiteY271" fmla="*/ 457989 h 585581"/>
                <a:gd name="connsiteX272" fmla="*/ 130502 w 259657"/>
                <a:gd name="connsiteY272" fmla="*/ 460675 h 585581"/>
                <a:gd name="connsiteX273" fmla="*/ 127811 w 259657"/>
                <a:gd name="connsiteY273" fmla="*/ 463362 h 585581"/>
                <a:gd name="connsiteX274" fmla="*/ 126465 w 259657"/>
                <a:gd name="connsiteY274" fmla="*/ 462018 h 585581"/>
                <a:gd name="connsiteX275" fmla="*/ 123775 w 259657"/>
                <a:gd name="connsiteY275" fmla="*/ 462018 h 585581"/>
                <a:gd name="connsiteX276" fmla="*/ 121084 w 259657"/>
                <a:gd name="connsiteY276" fmla="*/ 466048 h 585581"/>
                <a:gd name="connsiteX277" fmla="*/ 125120 w 259657"/>
                <a:gd name="connsiteY277" fmla="*/ 466048 h 585581"/>
                <a:gd name="connsiteX278" fmla="*/ 130502 w 259657"/>
                <a:gd name="connsiteY278" fmla="*/ 471420 h 585581"/>
                <a:gd name="connsiteX279" fmla="*/ 121084 w 259657"/>
                <a:gd name="connsiteY279" fmla="*/ 472763 h 585581"/>
                <a:gd name="connsiteX280" fmla="*/ 127811 w 259657"/>
                <a:gd name="connsiteY280" fmla="*/ 475449 h 585581"/>
                <a:gd name="connsiteX281" fmla="*/ 129156 w 259657"/>
                <a:gd name="connsiteY281" fmla="*/ 478135 h 585581"/>
                <a:gd name="connsiteX282" fmla="*/ 126465 w 259657"/>
                <a:gd name="connsiteY282" fmla="*/ 483508 h 585581"/>
                <a:gd name="connsiteX283" fmla="*/ 131847 w 259657"/>
                <a:gd name="connsiteY283" fmla="*/ 488880 h 585581"/>
                <a:gd name="connsiteX284" fmla="*/ 125120 w 259657"/>
                <a:gd name="connsiteY284" fmla="*/ 490223 h 585581"/>
                <a:gd name="connsiteX285" fmla="*/ 119738 w 259657"/>
                <a:gd name="connsiteY285" fmla="*/ 488880 h 585581"/>
                <a:gd name="connsiteX286" fmla="*/ 122429 w 259657"/>
                <a:gd name="connsiteY286" fmla="*/ 492909 h 585581"/>
                <a:gd name="connsiteX287" fmla="*/ 121084 w 259657"/>
                <a:gd name="connsiteY287" fmla="*/ 498282 h 585581"/>
                <a:gd name="connsiteX288" fmla="*/ 126465 w 259657"/>
                <a:gd name="connsiteY288" fmla="*/ 500968 h 585581"/>
                <a:gd name="connsiteX289" fmla="*/ 121084 w 259657"/>
                <a:gd name="connsiteY289" fmla="*/ 504997 h 585581"/>
                <a:gd name="connsiteX290" fmla="*/ 125120 w 259657"/>
                <a:gd name="connsiteY290" fmla="*/ 510369 h 585581"/>
                <a:gd name="connsiteX291" fmla="*/ 121084 w 259657"/>
                <a:gd name="connsiteY291" fmla="*/ 515742 h 585581"/>
                <a:gd name="connsiteX292" fmla="*/ 121084 w 259657"/>
                <a:gd name="connsiteY292" fmla="*/ 521114 h 585581"/>
                <a:gd name="connsiteX293" fmla="*/ 125120 w 259657"/>
                <a:gd name="connsiteY293" fmla="*/ 525143 h 585581"/>
                <a:gd name="connsiteX294" fmla="*/ 122429 w 259657"/>
                <a:gd name="connsiteY294" fmla="*/ 529172 h 585581"/>
                <a:gd name="connsiteX295" fmla="*/ 122429 w 259657"/>
                <a:gd name="connsiteY295" fmla="*/ 541260 h 585581"/>
                <a:gd name="connsiteX296" fmla="*/ 118393 w 259657"/>
                <a:gd name="connsiteY296" fmla="*/ 546632 h 585581"/>
                <a:gd name="connsiteX297" fmla="*/ 115702 w 259657"/>
                <a:gd name="connsiteY297" fmla="*/ 556034 h 585581"/>
                <a:gd name="connsiteX298" fmla="*/ 110321 w 259657"/>
                <a:gd name="connsiteY298" fmla="*/ 562749 h 585581"/>
                <a:gd name="connsiteX299" fmla="*/ 107630 w 259657"/>
                <a:gd name="connsiteY299" fmla="*/ 560063 h 585581"/>
                <a:gd name="connsiteX300" fmla="*/ 102249 w 259657"/>
                <a:gd name="connsiteY300" fmla="*/ 557377 h 585581"/>
                <a:gd name="connsiteX301" fmla="*/ 96867 w 259657"/>
                <a:gd name="connsiteY301" fmla="*/ 560063 h 585581"/>
                <a:gd name="connsiteX302" fmla="*/ 87449 w 259657"/>
                <a:gd name="connsiteY302" fmla="*/ 558720 h 585581"/>
                <a:gd name="connsiteX303" fmla="*/ 86104 w 259657"/>
                <a:gd name="connsiteY303" fmla="*/ 554691 h 585581"/>
                <a:gd name="connsiteX304" fmla="*/ 84759 w 259657"/>
                <a:gd name="connsiteY304" fmla="*/ 562749 h 585581"/>
                <a:gd name="connsiteX305" fmla="*/ 76687 w 259657"/>
                <a:gd name="connsiteY305" fmla="*/ 564092 h 585581"/>
                <a:gd name="connsiteX306" fmla="*/ 72650 w 259657"/>
                <a:gd name="connsiteY306" fmla="*/ 573494 h 585581"/>
                <a:gd name="connsiteX307" fmla="*/ 75341 w 259657"/>
                <a:gd name="connsiteY307" fmla="*/ 574837 h 585581"/>
                <a:gd name="connsiteX308" fmla="*/ 76687 w 259657"/>
                <a:gd name="connsiteY308" fmla="*/ 580209 h 585581"/>
                <a:gd name="connsiteX309" fmla="*/ 71305 w 259657"/>
                <a:gd name="connsiteY309" fmla="*/ 584238 h 585581"/>
                <a:gd name="connsiteX310" fmla="*/ 64578 w 259657"/>
                <a:gd name="connsiteY310" fmla="*/ 581552 h 585581"/>
                <a:gd name="connsiteX311" fmla="*/ 51124 w 259657"/>
                <a:gd name="connsiteY311" fmla="*/ 585582 h 585581"/>
                <a:gd name="connsiteX312" fmla="*/ 47088 w 259657"/>
                <a:gd name="connsiteY312" fmla="*/ 585582 h 585581"/>
                <a:gd name="connsiteX313" fmla="*/ 44397 w 259657"/>
                <a:gd name="connsiteY313" fmla="*/ 582896 h 585581"/>
                <a:gd name="connsiteX314" fmla="*/ 47088 w 259657"/>
                <a:gd name="connsiteY314" fmla="*/ 578866 h 585581"/>
                <a:gd name="connsiteX315" fmla="*/ 44397 w 259657"/>
                <a:gd name="connsiteY315" fmla="*/ 565435 h 585581"/>
                <a:gd name="connsiteX316" fmla="*/ 39016 w 259657"/>
                <a:gd name="connsiteY316" fmla="*/ 564092 h 585581"/>
                <a:gd name="connsiteX317" fmla="*/ 37670 w 259657"/>
                <a:gd name="connsiteY317" fmla="*/ 560063 h 585581"/>
                <a:gd name="connsiteX318" fmla="*/ 34980 w 259657"/>
                <a:gd name="connsiteY318" fmla="*/ 557377 h 585581"/>
                <a:gd name="connsiteX319" fmla="*/ 34980 w 259657"/>
                <a:gd name="connsiteY319" fmla="*/ 554691 h 585581"/>
                <a:gd name="connsiteX320" fmla="*/ 41707 w 259657"/>
                <a:gd name="connsiteY320" fmla="*/ 553348 h 585581"/>
                <a:gd name="connsiteX321" fmla="*/ 45743 w 259657"/>
                <a:gd name="connsiteY321" fmla="*/ 546632 h 585581"/>
                <a:gd name="connsiteX322" fmla="*/ 44397 w 259657"/>
                <a:gd name="connsiteY322" fmla="*/ 541260 h 585581"/>
                <a:gd name="connsiteX323" fmla="*/ 39016 w 259657"/>
                <a:gd name="connsiteY323" fmla="*/ 543946 h 585581"/>
                <a:gd name="connsiteX324" fmla="*/ 33634 w 259657"/>
                <a:gd name="connsiteY324" fmla="*/ 538574 h 585581"/>
                <a:gd name="connsiteX325" fmla="*/ 32289 w 259657"/>
                <a:gd name="connsiteY325" fmla="*/ 534545 h 585581"/>
                <a:gd name="connsiteX326" fmla="*/ 26908 w 259657"/>
                <a:gd name="connsiteY326" fmla="*/ 531859 h 585581"/>
                <a:gd name="connsiteX327" fmla="*/ 26908 w 259657"/>
                <a:gd name="connsiteY327" fmla="*/ 525143 h 585581"/>
                <a:gd name="connsiteX328" fmla="*/ 21526 w 259657"/>
                <a:gd name="connsiteY328" fmla="*/ 515742 h 585581"/>
                <a:gd name="connsiteX329" fmla="*/ 20181 w 259657"/>
                <a:gd name="connsiteY329" fmla="*/ 513055 h 585581"/>
                <a:gd name="connsiteX330" fmla="*/ 17490 w 259657"/>
                <a:gd name="connsiteY330" fmla="*/ 506340 h 585581"/>
                <a:gd name="connsiteX331" fmla="*/ 13454 w 259657"/>
                <a:gd name="connsiteY331" fmla="*/ 504997 h 585581"/>
                <a:gd name="connsiteX332" fmla="*/ 9418 w 259657"/>
                <a:gd name="connsiteY332" fmla="*/ 500968 h 585581"/>
                <a:gd name="connsiteX333" fmla="*/ 12108 w 259657"/>
                <a:gd name="connsiteY333" fmla="*/ 498282 h 585581"/>
                <a:gd name="connsiteX334" fmla="*/ 13454 w 259657"/>
                <a:gd name="connsiteY334" fmla="*/ 492909 h 585581"/>
                <a:gd name="connsiteX335" fmla="*/ 10763 w 259657"/>
                <a:gd name="connsiteY335" fmla="*/ 488880 h 585581"/>
                <a:gd name="connsiteX336" fmla="*/ 12108 w 259657"/>
                <a:gd name="connsiteY336" fmla="*/ 484851 h 585581"/>
                <a:gd name="connsiteX337" fmla="*/ 17490 w 259657"/>
                <a:gd name="connsiteY337" fmla="*/ 480822 h 585581"/>
                <a:gd name="connsiteX338" fmla="*/ 16145 w 259657"/>
                <a:gd name="connsiteY338" fmla="*/ 478135 h 585581"/>
                <a:gd name="connsiteX339" fmla="*/ 12108 w 259657"/>
                <a:gd name="connsiteY339" fmla="*/ 475449 h 585581"/>
                <a:gd name="connsiteX340" fmla="*/ 13454 w 259657"/>
                <a:gd name="connsiteY340" fmla="*/ 472763 h 585581"/>
                <a:gd name="connsiteX341" fmla="*/ 10763 w 259657"/>
                <a:gd name="connsiteY341" fmla="*/ 472763 h 585581"/>
                <a:gd name="connsiteX342" fmla="*/ 9418 w 259657"/>
                <a:gd name="connsiteY342" fmla="*/ 476792 h 585581"/>
                <a:gd name="connsiteX343" fmla="*/ 13454 w 259657"/>
                <a:gd name="connsiteY343" fmla="*/ 480822 h 585581"/>
                <a:gd name="connsiteX344" fmla="*/ 8072 w 259657"/>
                <a:gd name="connsiteY344" fmla="*/ 482165 h 585581"/>
                <a:gd name="connsiteX345" fmla="*/ 8072 w 259657"/>
                <a:gd name="connsiteY345" fmla="*/ 476792 h 585581"/>
                <a:gd name="connsiteX346" fmla="*/ 6727 w 259657"/>
                <a:gd name="connsiteY346" fmla="*/ 475449 h 585581"/>
                <a:gd name="connsiteX347" fmla="*/ 2691 w 259657"/>
                <a:gd name="connsiteY347" fmla="*/ 472763 h 585581"/>
                <a:gd name="connsiteX348" fmla="*/ 2691 w 259657"/>
                <a:gd name="connsiteY348" fmla="*/ 464705 h 585581"/>
                <a:gd name="connsiteX349" fmla="*/ 0 w 259657"/>
                <a:gd name="connsiteY349" fmla="*/ 462018 h 585581"/>
                <a:gd name="connsiteX350" fmla="*/ 0 w 259657"/>
                <a:gd name="connsiteY350" fmla="*/ 451274 h 585581"/>
                <a:gd name="connsiteX351" fmla="*/ 4036 w 259657"/>
                <a:gd name="connsiteY351" fmla="*/ 448588 h 585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</a:cxnLst>
              <a:rect l="l" t="t" r="r" b="b"/>
              <a:pathLst>
                <a:path w="259657" h="585581">
                  <a:moveTo>
                    <a:pt x="4036" y="447245"/>
                  </a:moveTo>
                  <a:lnTo>
                    <a:pt x="6727" y="449931"/>
                  </a:lnTo>
                  <a:lnTo>
                    <a:pt x="10763" y="455303"/>
                  </a:lnTo>
                  <a:lnTo>
                    <a:pt x="13454" y="449931"/>
                  </a:lnTo>
                  <a:lnTo>
                    <a:pt x="12108" y="433814"/>
                  </a:lnTo>
                  <a:lnTo>
                    <a:pt x="8072" y="427099"/>
                  </a:lnTo>
                  <a:lnTo>
                    <a:pt x="9418" y="423069"/>
                  </a:lnTo>
                  <a:lnTo>
                    <a:pt x="13454" y="420383"/>
                  </a:lnTo>
                  <a:lnTo>
                    <a:pt x="10763" y="415011"/>
                  </a:lnTo>
                  <a:lnTo>
                    <a:pt x="13454" y="412325"/>
                  </a:lnTo>
                  <a:lnTo>
                    <a:pt x="20181" y="412325"/>
                  </a:lnTo>
                  <a:lnTo>
                    <a:pt x="22872" y="408295"/>
                  </a:lnTo>
                  <a:lnTo>
                    <a:pt x="22872" y="402923"/>
                  </a:lnTo>
                  <a:lnTo>
                    <a:pt x="26908" y="394865"/>
                  </a:lnTo>
                  <a:lnTo>
                    <a:pt x="22872" y="389492"/>
                  </a:lnTo>
                  <a:lnTo>
                    <a:pt x="20181" y="377405"/>
                  </a:lnTo>
                  <a:lnTo>
                    <a:pt x="16145" y="368003"/>
                  </a:lnTo>
                  <a:lnTo>
                    <a:pt x="16145" y="363974"/>
                  </a:lnTo>
                  <a:lnTo>
                    <a:pt x="28253" y="359945"/>
                  </a:lnTo>
                  <a:lnTo>
                    <a:pt x="28253" y="350543"/>
                  </a:lnTo>
                  <a:lnTo>
                    <a:pt x="30943" y="345171"/>
                  </a:lnTo>
                  <a:lnTo>
                    <a:pt x="21526" y="335769"/>
                  </a:lnTo>
                  <a:lnTo>
                    <a:pt x="14799" y="331740"/>
                  </a:lnTo>
                  <a:lnTo>
                    <a:pt x="13454" y="322338"/>
                  </a:lnTo>
                  <a:lnTo>
                    <a:pt x="16145" y="312937"/>
                  </a:lnTo>
                  <a:lnTo>
                    <a:pt x="14799" y="302192"/>
                  </a:lnTo>
                  <a:lnTo>
                    <a:pt x="12108" y="295477"/>
                  </a:lnTo>
                  <a:lnTo>
                    <a:pt x="13454" y="287418"/>
                  </a:lnTo>
                  <a:lnTo>
                    <a:pt x="12108" y="272645"/>
                  </a:lnTo>
                  <a:lnTo>
                    <a:pt x="9418" y="260557"/>
                  </a:lnTo>
                  <a:lnTo>
                    <a:pt x="12108" y="248469"/>
                  </a:lnTo>
                  <a:lnTo>
                    <a:pt x="17490" y="237725"/>
                  </a:lnTo>
                  <a:lnTo>
                    <a:pt x="22872" y="235038"/>
                  </a:lnTo>
                  <a:lnTo>
                    <a:pt x="29598" y="236382"/>
                  </a:lnTo>
                  <a:lnTo>
                    <a:pt x="39016" y="236382"/>
                  </a:lnTo>
                  <a:lnTo>
                    <a:pt x="43052" y="231009"/>
                  </a:lnTo>
                  <a:lnTo>
                    <a:pt x="43052" y="220265"/>
                  </a:lnTo>
                  <a:lnTo>
                    <a:pt x="40361" y="217579"/>
                  </a:lnTo>
                  <a:lnTo>
                    <a:pt x="40361" y="210863"/>
                  </a:lnTo>
                  <a:lnTo>
                    <a:pt x="49779" y="189374"/>
                  </a:lnTo>
                  <a:lnTo>
                    <a:pt x="49779" y="177286"/>
                  </a:lnTo>
                  <a:lnTo>
                    <a:pt x="52470" y="165199"/>
                  </a:lnTo>
                  <a:lnTo>
                    <a:pt x="55161" y="158483"/>
                  </a:lnTo>
                  <a:lnTo>
                    <a:pt x="55161" y="150425"/>
                  </a:lnTo>
                  <a:lnTo>
                    <a:pt x="51124" y="147738"/>
                  </a:lnTo>
                  <a:lnTo>
                    <a:pt x="51124" y="142366"/>
                  </a:lnTo>
                  <a:lnTo>
                    <a:pt x="59196" y="136994"/>
                  </a:lnTo>
                  <a:lnTo>
                    <a:pt x="68614" y="135651"/>
                  </a:lnTo>
                  <a:lnTo>
                    <a:pt x="72650" y="131622"/>
                  </a:lnTo>
                  <a:lnTo>
                    <a:pt x="72650" y="126249"/>
                  </a:lnTo>
                  <a:lnTo>
                    <a:pt x="79377" y="114162"/>
                  </a:lnTo>
                  <a:lnTo>
                    <a:pt x="87449" y="103417"/>
                  </a:lnTo>
                  <a:lnTo>
                    <a:pt x="88795" y="98045"/>
                  </a:lnTo>
                  <a:lnTo>
                    <a:pt x="86104" y="89986"/>
                  </a:lnTo>
                  <a:lnTo>
                    <a:pt x="83414" y="87300"/>
                  </a:lnTo>
                  <a:lnTo>
                    <a:pt x="83414" y="75212"/>
                  </a:lnTo>
                  <a:lnTo>
                    <a:pt x="87449" y="73869"/>
                  </a:lnTo>
                  <a:lnTo>
                    <a:pt x="90140" y="68497"/>
                  </a:lnTo>
                  <a:lnTo>
                    <a:pt x="91485" y="63125"/>
                  </a:lnTo>
                  <a:lnTo>
                    <a:pt x="95522" y="60438"/>
                  </a:lnTo>
                  <a:lnTo>
                    <a:pt x="99558" y="52380"/>
                  </a:lnTo>
                  <a:lnTo>
                    <a:pt x="104939" y="48351"/>
                  </a:lnTo>
                  <a:lnTo>
                    <a:pt x="110321" y="51037"/>
                  </a:lnTo>
                  <a:lnTo>
                    <a:pt x="113012" y="53723"/>
                  </a:lnTo>
                  <a:lnTo>
                    <a:pt x="115702" y="52380"/>
                  </a:lnTo>
                  <a:lnTo>
                    <a:pt x="119738" y="49694"/>
                  </a:lnTo>
                  <a:lnTo>
                    <a:pt x="117048" y="44322"/>
                  </a:lnTo>
                  <a:lnTo>
                    <a:pt x="119738" y="41635"/>
                  </a:lnTo>
                  <a:lnTo>
                    <a:pt x="119738" y="38949"/>
                  </a:lnTo>
                  <a:lnTo>
                    <a:pt x="121084" y="34920"/>
                  </a:lnTo>
                  <a:lnTo>
                    <a:pt x="117048" y="29548"/>
                  </a:lnTo>
                  <a:lnTo>
                    <a:pt x="119738" y="26862"/>
                  </a:lnTo>
                  <a:lnTo>
                    <a:pt x="127811" y="26862"/>
                  </a:lnTo>
                  <a:lnTo>
                    <a:pt x="133192" y="24175"/>
                  </a:lnTo>
                  <a:lnTo>
                    <a:pt x="141265" y="26862"/>
                  </a:lnTo>
                  <a:lnTo>
                    <a:pt x="146646" y="30891"/>
                  </a:lnTo>
                  <a:lnTo>
                    <a:pt x="152027" y="30891"/>
                  </a:lnTo>
                  <a:lnTo>
                    <a:pt x="156064" y="33577"/>
                  </a:lnTo>
                  <a:lnTo>
                    <a:pt x="158754" y="32234"/>
                  </a:lnTo>
                  <a:lnTo>
                    <a:pt x="161445" y="33577"/>
                  </a:lnTo>
                  <a:lnTo>
                    <a:pt x="161445" y="28205"/>
                  </a:lnTo>
                  <a:lnTo>
                    <a:pt x="158754" y="24175"/>
                  </a:lnTo>
                  <a:lnTo>
                    <a:pt x="158754" y="16117"/>
                  </a:lnTo>
                  <a:lnTo>
                    <a:pt x="162791" y="13431"/>
                  </a:lnTo>
                  <a:lnTo>
                    <a:pt x="161445" y="8059"/>
                  </a:lnTo>
                  <a:lnTo>
                    <a:pt x="157409" y="5372"/>
                  </a:lnTo>
                  <a:lnTo>
                    <a:pt x="157409" y="0"/>
                  </a:lnTo>
                  <a:lnTo>
                    <a:pt x="162791" y="2686"/>
                  </a:lnTo>
                  <a:lnTo>
                    <a:pt x="169518" y="1343"/>
                  </a:lnTo>
                  <a:lnTo>
                    <a:pt x="170863" y="0"/>
                  </a:lnTo>
                  <a:lnTo>
                    <a:pt x="174899" y="5372"/>
                  </a:lnTo>
                  <a:lnTo>
                    <a:pt x="181626" y="9402"/>
                  </a:lnTo>
                  <a:lnTo>
                    <a:pt x="191044" y="18803"/>
                  </a:lnTo>
                  <a:lnTo>
                    <a:pt x="197771" y="24175"/>
                  </a:lnTo>
                  <a:lnTo>
                    <a:pt x="208533" y="25518"/>
                  </a:lnTo>
                  <a:lnTo>
                    <a:pt x="211224" y="28205"/>
                  </a:lnTo>
                  <a:lnTo>
                    <a:pt x="215260" y="28205"/>
                  </a:lnTo>
                  <a:lnTo>
                    <a:pt x="220642" y="34920"/>
                  </a:lnTo>
                  <a:lnTo>
                    <a:pt x="221987" y="38949"/>
                  </a:lnTo>
                  <a:lnTo>
                    <a:pt x="224678" y="40292"/>
                  </a:lnTo>
                  <a:lnTo>
                    <a:pt x="226023" y="38949"/>
                  </a:lnTo>
                  <a:lnTo>
                    <a:pt x="231405" y="45665"/>
                  </a:lnTo>
                  <a:lnTo>
                    <a:pt x="234095" y="45665"/>
                  </a:lnTo>
                  <a:lnTo>
                    <a:pt x="236786" y="49694"/>
                  </a:lnTo>
                  <a:lnTo>
                    <a:pt x="235441" y="53723"/>
                  </a:lnTo>
                  <a:lnTo>
                    <a:pt x="236786" y="61782"/>
                  </a:lnTo>
                  <a:lnTo>
                    <a:pt x="234095" y="67154"/>
                  </a:lnTo>
                  <a:lnTo>
                    <a:pt x="235441" y="72526"/>
                  </a:lnTo>
                  <a:lnTo>
                    <a:pt x="242168" y="72526"/>
                  </a:lnTo>
                  <a:lnTo>
                    <a:pt x="243513" y="79242"/>
                  </a:lnTo>
                  <a:lnTo>
                    <a:pt x="240822" y="83271"/>
                  </a:lnTo>
                  <a:lnTo>
                    <a:pt x="242168" y="89986"/>
                  </a:lnTo>
                  <a:lnTo>
                    <a:pt x="244859" y="94015"/>
                  </a:lnTo>
                  <a:lnTo>
                    <a:pt x="246204" y="103417"/>
                  </a:lnTo>
                  <a:lnTo>
                    <a:pt x="244859" y="107446"/>
                  </a:lnTo>
                  <a:lnTo>
                    <a:pt x="246204" y="111475"/>
                  </a:lnTo>
                  <a:lnTo>
                    <a:pt x="246204" y="122220"/>
                  </a:lnTo>
                  <a:lnTo>
                    <a:pt x="244859" y="126249"/>
                  </a:lnTo>
                  <a:lnTo>
                    <a:pt x="247549" y="132965"/>
                  </a:lnTo>
                  <a:lnTo>
                    <a:pt x="251586" y="134308"/>
                  </a:lnTo>
                  <a:lnTo>
                    <a:pt x="255622" y="143709"/>
                  </a:lnTo>
                  <a:lnTo>
                    <a:pt x="259658" y="147738"/>
                  </a:lnTo>
                  <a:lnTo>
                    <a:pt x="258312" y="153111"/>
                  </a:lnTo>
                  <a:lnTo>
                    <a:pt x="258312" y="153111"/>
                  </a:lnTo>
                  <a:lnTo>
                    <a:pt x="255622" y="155797"/>
                  </a:lnTo>
                  <a:lnTo>
                    <a:pt x="250240" y="154454"/>
                  </a:lnTo>
                  <a:lnTo>
                    <a:pt x="247549" y="151768"/>
                  </a:lnTo>
                  <a:lnTo>
                    <a:pt x="240822" y="155797"/>
                  </a:lnTo>
                  <a:lnTo>
                    <a:pt x="236786" y="153111"/>
                  </a:lnTo>
                  <a:lnTo>
                    <a:pt x="235441" y="157140"/>
                  </a:lnTo>
                  <a:lnTo>
                    <a:pt x="231405" y="155797"/>
                  </a:lnTo>
                  <a:lnTo>
                    <a:pt x="228714" y="150425"/>
                  </a:lnTo>
                  <a:lnTo>
                    <a:pt x="224678" y="155797"/>
                  </a:lnTo>
                  <a:lnTo>
                    <a:pt x="221987" y="150425"/>
                  </a:lnTo>
                  <a:lnTo>
                    <a:pt x="219296" y="153111"/>
                  </a:lnTo>
                  <a:lnTo>
                    <a:pt x="217951" y="157140"/>
                  </a:lnTo>
                  <a:lnTo>
                    <a:pt x="216606" y="161169"/>
                  </a:lnTo>
                  <a:lnTo>
                    <a:pt x="212569" y="162512"/>
                  </a:lnTo>
                  <a:lnTo>
                    <a:pt x="209879" y="159826"/>
                  </a:lnTo>
                  <a:lnTo>
                    <a:pt x="207188" y="158483"/>
                  </a:lnTo>
                  <a:lnTo>
                    <a:pt x="209879" y="165199"/>
                  </a:lnTo>
                  <a:lnTo>
                    <a:pt x="213915" y="166542"/>
                  </a:lnTo>
                  <a:lnTo>
                    <a:pt x="208533" y="170571"/>
                  </a:lnTo>
                  <a:lnTo>
                    <a:pt x="204497" y="170571"/>
                  </a:lnTo>
                  <a:lnTo>
                    <a:pt x="200461" y="173257"/>
                  </a:lnTo>
                  <a:lnTo>
                    <a:pt x="205842" y="174600"/>
                  </a:lnTo>
                  <a:lnTo>
                    <a:pt x="205842" y="178629"/>
                  </a:lnTo>
                  <a:lnTo>
                    <a:pt x="203152" y="178629"/>
                  </a:lnTo>
                  <a:lnTo>
                    <a:pt x="201806" y="177286"/>
                  </a:lnTo>
                  <a:lnTo>
                    <a:pt x="199116" y="175943"/>
                  </a:lnTo>
                  <a:lnTo>
                    <a:pt x="197771" y="177286"/>
                  </a:lnTo>
                  <a:lnTo>
                    <a:pt x="200461" y="181315"/>
                  </a:lnTo>
                  <a:lnTo>
                    <a:pt x="203152" y="181315"/>
                  </a:lnTo>
                  <a:lnTo>
                    <a:pt x="205842" y="184002"/>
                  </a:lnTo>
                  <a:lnTo>
                    <a:pt x="204497" y="186688"/>
                  </a:lnTo>
                  <a:lnTo>
                    <a:pt x="200461" y="196089"/>
                  </a:lnTo>
                  <a:lnTo>
                    <a:pt x="201806" y="200118"/>
                  </a:lnTo>
                  <a:lnTo>
                    <a:pt x="195080" y="201462"/>
                  </a:lnTo>
                  <a:lnTo>
                    <a:pt x="200461" y="205491"/>
                  </a:lnTo>
                  <a:lnTo>
                    <a:pt x="204497" y="205491"/>
                  </a:lnTo>
                  <a:lnTo>
                    <a:pt x="207188" y="209520"/>
                  </a:lnTo>
                  <a:lnTo>
                    <a:pt x="203152" y="210863"/>
                  </a:lnTo>
                  <a:lnTo>
                    <a:pt x="205842" y="214892"/>
                  </a:lnTo>
                  <a:lnTo>
                    <a:pt x="209879" y="214892"/>
                  </a:lnTo>
                  <a:lnTo>
                    <a:pt x="204497" y="220265"/>
                  </a:lnTo>
                  <a:lnTo>
                    <a:pt x="201806" y="221608"/>
                  </a:lnTo>
                  <a:lnTo>
                    <a:pt x="197771" y="225637"/>
                  </a:lnTo>
                  <a:lnTo>
                    <a:pt x="199116" y="233695"/>
                  </a:lnTo>
                  <a:lnTo>
                    <a:pt x="193734" y="243097"/>
                  </a:lnTo>
                  <a:lnTo>
                    <a:pt x="189698" y="243097"/>
                  </a:lnTo>
                  <a:lnTo>
                    <a:pt x="184317" y="247126"/>
                  </a:lnTo>
                  <a:lnTo>
                    <a:pt x="181626" y="244440"/>
                  </a:lnTo>
                  <a:lnTo>
                    <a:pt x="181626" y="248469"/>
                  </a:lnTo>
                  <a:lnTo>
                    <a:pt x="182971" y="253842"/>
                  </a:lnTo>
                  <a:lnTo>
                    <a:pt x="176244" y="256528"/>
                  </a:lnTo>
                  <a:lnTo>
                    <a:pt x="174899" y="261900"/>
                  </a:lnTo>
                  <a:lnTo>
                    <a:pt x="170863" y="261900"/>
                  </a:lnTo>
                  <a:lnTo>
                    <a:pt x="170863" y="257871"/>
                  </a:lnTo>
                  <a:lnTo>
                    <a:pt x="166827" y="257871"/>
                  </a:lnTo>
                  <a:lnTo>
                    <a:pt x="164136" y="263243"/>
                  </a:lnTo>
                  <a:lnTo>
                    <a:pt x="164136" y="269959"/>
                  </a:lnTo>
                  <a:lnTo>
                    <a:pt x="161445" y="272645"/>
                  </a:lnTo>
                  <a:lnTo>
                    <a:pt x="158754" y="268615"/>
                  </a:lnTo>
                  <a:lnTo>
                    <a:pt x="156064" y="268615"/>
                  </a:lnTo>
                  <a:lnTo>
                    <a:pt x="154718" y="273988"/>
                  </a:lnTo>
                  <a:lnTo>
                    <a:pt x="153373" y="275331"/>
                  </a:lnTo>
                  <a:lnTo>
                    <a:pt x="150682" y="272645"/>
                  </a:lnTo>
                  <a:lnTo>
                    <a:pt x="146646" y="276674"/>
                  </a:lnTo>
                  <a:lnTo>
                    <a:pt x="145301" y="280703"/>
                  </a:lnTo>
                  <a:lnTo>
                    <a:pt x="149337" y="280703"/>
                  </a:lnTo>
                  <a:lnTo>
                    <a:pt x="147991" y="284732"/>
                  </a:lnTo>
                  <a:lnTo>
                    <a:pt x="141265" y="290105"/>
                  </a:lnTo>
                  <a:lnTo>
                    <a:pt x="137229" y="288762"/>
                  </a:lnTo>
                  <a:lnTo>
                    <a:pt x="135883" y="291448"/>
                  </a:lnTo>
                  <a:lnTo>
                    <a:pt x="137229" y="296820"/>
                  </a:lnTo>
                  <a:lnTo>
                    <a:pt x="133192" y="302192"/>
                  </a:lnTo>
                  <a:lnTo>
                    <a:pt x="126465" y="303535"/>
                  </a:lnTo>
                  <a:lnTo>
                    <a:pt x="122429" y="302192"/>
                  </a:lnTo>
                  <a:lnTo>
                    <a:pt x="127811" y="310251"/>
                  </a:lnTo>
                  <a:lnTo>
                    <a:pt x="129156" y="315623"/>
                  </a:lnTo>
                  <a:lnTo>
                    <a:pt x="127811" y="318309"/>
                  </a:lnTo>
                  <a:lnTo>
                    <a:pt x="127811" y="323682"/>
                  </a:lnTo>
                  <a:lnTo>
                    <a:pt x="126465" y="331740"/>
                  </a:lnTo>
                  <a:lnTo>
                    <a:pt x="130502" y="335769"/>
                  </a:lnTo>
                  <a:lnTo>
                    <a:pt x="130502" y="341142"/>
                  </a:lnTo>
                  <a:lnTo>
                    <a:pt x="126465" y="338455"/>
                  </a:lnTo>
                  <a:lnTo>
                    <a:pt x="125120" y="339799"/>
                  </a:lnTo>
                  <a:lnTo>
                    <a:pt x="127811" y="347857"/>
                  </a:lnTo>
                  <a:lnTo>
                    <a:pt x="123775" y="351886"/>
                  </a:lnTo>
                  <a:lnTo>
                    <a:pt x="127811" y="353229"/>
                  </a:lnTo>
                  <a:lnTo>
                    <a:pt x="127811" y="357259"/>
                  </a:lnTo>
                  <a:lnTo>
                    <a:pt x="125120" y="358602"/>
                  </a:lnTo>
                  <a:lnTo>
                    <a:pt x="127811" y="363974"/>
                  </a:lnTo>
                  <a:lnTo>
                    <a:pt x="123775" y="368003"/>
                  </a:lnTo>
                  <a:lnTo>
                    <a:pt x="126465" y="372032"/>
                  </a:lnTo>
                  <a:lnTo>
                    <a:pt x="129156" y="376062"/>
                  </a:lnTo>
                  <a:lnTo>
                    <a:pt x="133192" y="376062"/>
                  </a:lnTo>
                  <a:lnTo>
                    <a:pt x="133192" y="381434"/>
                  </a:lnTo>
                  <a:lnTo>
                    <a:pt x="135883" y="380091"/>
                  </a:lnTo>
                  <a:lnTo>
                    <a:pt x="138574" y="384120"/>
                  </a:lnTo>
                  <a:lnTo>
                    <a:pt x="142610" y="378748"/>
                  </a:lnTo>
                  <a:lnTo>
                    <a:pt x="146646" y="381434"/>
                  </a:lnTo>
                  <a:lnTo>
                    <a:pt x="147991" y="386806"/>
                  </a:lnTo>
                  <a:lnTo>
                    <a:pt x="157409" y="393522"/>
                  </a:lnTo>
                  <a:lnTo>
                    <a:pt x="156064" y="396208"/>
                  </a:lnTo>
                  <a:lnTo>
                    <a:pt x="162791" y="400237"/>
                  </a:lnTo>
                  <a:lnTo>
                    <a:pt x="162791" y="404266"/>
                  </a:lnTo>
                  <a:lnTo>
                    <a:pt x="168172" y="409638"/>
                  </a:lnTo>
                  <a:lnTo>
                    <a:pt x="165481" y="417697"/>
                  </a:lnTo>
                  <a:lnTo>
                    <a:pt x="158754" y="424412"/>
                  </a:lnTo>
                  <a:lnTo>
                    <a:pt x="156064" y="429785"/>
                  </a:lnTo>
                  <a:lnTo>
                    <a:pt x="149337" y="431128"/>
                  </a:lnTo>
                  <a:lnTo>
                    <a:pt x="145301" y="429785"/>
                  </a:lnTo>
                  <a:lnTo>
                    <a:pt x="146646" y="425755"/>
                  </a:lnTo>
                  <a:lnTo>
                    <a:pt x="139919" y="423069"/>
                  </a:lnTo>
                  <a:lnTo>
                    <a:pt x="137229" y="421726"/>
                  </a:lnTo>
                  <a:lnTo>
                    <a:pt x="137229" y="424412"/>
                  </a:lnTo>
                  <a:lnTo>
                    <a:pt x="134538" y="424412"/>
                  </a:lnTo>
                  <a:lnTo>
                    <a:pt x="131847" y="421726"/>
                  </a:lnTo>
                  <a:lnTo>
                    <a:pt x="127811" y="421726"/>
                  </a:lnTo>
                  <a:lnTo>
                    <a:pt x="125120" y="424412"/>
                  </a:lnTo>
                  <a:lnTo>
                    <a:pt x="121084" y="425755"/>
                  </a:lnTo>
                  <a:lnTo>
                    <a:pt x="119738" y="423069"/>
                  </a:lnTo>
                  <a:lnTo>
                    <a:pt x="115702" y="428442"/>
                  </a:lnTo>
                  <a:lnTo>
                    <a:pt x="111666" y="425755"/>
                  </a:lnTo>
                  <a:lnTo>
                    <a:pt x="107630" y="428442"/>
                  </a:lnTo>
                  <a:lnTo>
                    <a:pt x="107630" y="429785"/>
                  </a:lnTo>
                  <a:lnTo>
                    <a:pt x="115702" y="431128"/>
                  </a:lnTo>
                  <a:lnTo>
                    <a:pt x="118393" y="432471"/>
                  </a:lnTo>
                  <a:lnTo>
                    <a:pt x="118393" y="429785"/>
                  </a:lnTo>
                  <a:lnTo>
                    <a:pt x="125120" y="429785"/>
                  </a:lnTo>
                  <a:lnTo>
                    <a:pt x="129156" y="431128"/>
                  </a:lnTo>
                  <a:lnTo>
                    <a:pt x="134538" y="432471"/>
                  </a:lnTo>
                  <a:lnTo>
                    <a:pt x="137229" y="436500"/>
                  </a:lnTo>
                  <a:lnTo>
                    <a:pt x="141265" y="435157"/>
                  </a:lnTo>
                  <a:lnTo>
                    <a:pt x="143955" y="436500"/>
                  </a:lnTo>
                  <a:lnTo>
                    <a:pt x="147991" y="433814"/>
                  </a:lnTo>
                  <a:lnTo>
                    <a:pt x="154718" y="435157"/>
                  </a:lnTo>
                  <a:lnTo>
                    <a:pt x="157409" y="437843"/>
                  </a:lnTo>
                  <a:lnTo>
                    <a:pt x="158754" y="443215"/>
                  </a:lnTo>
                  <a:lnTo>
                    <a:pt x="154718" y="445902"/>
                  </a:lnTo>
                  <a:lnTo>
                    <a:pt x="152027" y="445902"/>
                  </a:lnTo>
                  <a:lnTo>
                    <a:pt x="146646" y="452617"/>
                  </a:lnTo>
                  <a:lnTo>
                    <a:pt x="143955" y="452617"/>
                  </a:lnTo>
                  <a:lnTo>
                    <a:pt x="145301" y="447245"/>
                  </a:lnTo>
                  <a:lnTo>
                    <a:pt x="143955" y="445902"/>
                  </a:lnTo>
                  <a:lnTo>
                    <a:pt x="141265" y="448588"/>
                  </a:lnTo>
                  <a:lnTo>
                    <a:pt x="142610" y="451274"/>
                  </a:lnTo>
                  <a:lnTo>
                    <a:pt x="138574" y="451274"/>
                  </a:lnTo>
                  <a:lnTo>
                    <a:pt x="134538" y="455303"/>
                  </a:lnTo>
                  <a:lnTo>
                    <a:pt x="134538" y="460675"/>
                  </a:lnTo>
                  <a:lnTo>
                    <a:pt x="130502" y="457989"/>
                  </a:lnTo>
                  <a:lnTo>
                    <a:pt x="130502" y="460675"/>
                  </a:lnTo>
                  <a:lnTo>
                    <a:pt x="127811" y="463362"/>
                  </a:lnTo>
                  <a:lnTo>
                    <a:pt x="126465" y="462018"/>
                  </a:lnTo>
                  <a:lnTo>
                    <a:pt x="123775" y="462018"/>
                  </a:lnTo>
                  <a:lnTo>
                    <a:pt x="121084" y="466048"/>
                  </a:lnTo>
                  <a:lnTo>
                    <a:pt x="125120" y="466048"/>
                  </a:lnTo>
                  <a:lnTo>
                    <a:pt x="130502" y="471420"/>
                  </a:lnTo>
                  <a:lnTo>
                    <a:pt x="121084" y="472763"/>
                  </a:lnTo>
                  <a:lnTo>
                    <a:pt x="127811" y="475449"/>
                  </a:lnTo>
                  <a:lnTo>
                    <a:pt x="129156" y="478135"/>
                  </a:lnTo>
                  <a:lnTo>
                    <a:pt x="126465" y="483508"/>
                  </a:lnTo>
                  <a:lnTo>
                    <a:pt x="131847" y="488880"/>
                  </a:lnTo>
                  <a:lnTo>
                    <a:pt x="125120" y="490223"/>
                  </a:lnTo>
                  <a:lnTo>
                    <a:pt x="119738" y="488880"/>
                  </a:lnTo>
                  <a:lnTo>
                    <a:pt x="122429" y="492909"/>
                  </a:lnTo>
                  <a:lnTo>
                    <a:pt x="121084" y="498282"/>
                  </a:lnTo>
                  <a:lnTo>
                    <a:pt x="126465" y="500968"/>
                  </a:lnTo>
                  <a:lnTo>
                    <a:pt x="121084" y="504997"/>
                  </a:lnTo>
                  <a:lnTo>
                    <a:pt x="125120" y="510369"/>
                  </a:lnTo>
                  <a:lnTo>
                    <a:pt x="121084" y="515742"/>
                  </a:lnTo>
                  <a:lnTo>
                    <a:pt x="121084" y="521114"/>
                  </a:lnTo>
                  <a:lnTo>
                    <a:pt x="125120" y="525143"/>
                  </a:lnTo>
                  <a:lnTo>
                    <a:pt x="122429" y="529172"/>
                  </a:lnTo>
                  <a:lnTo>
                    <a:pt x="122429" y="541260"/>
                  </a:lnTo>
                  <a:lnTo>
                    <a:pt x="118393" y="546632"/>
                  </a:lnTo>
                  <a:lnTo>
                    <a:pt x="115702" y="556034"/>
                  </a:lnTo>
                  <a:lnTo>
                    <a:pt x="110321" y="562749"/>
                  </a:lnTo>
                  <a:lnTo>
                    <a:pt x="107630" y="560063"/>
                  </a:lnTo>
                  <a:lnTo>
                    <a:pt x="102249" y="557377"/>
                  </a:lnTo>
                  <a:lnTo>
                    <a:pt x="96867" y="560063"/>
                  </a:lnTo>
                  <a:lnTo>
                    <a:pt x="87449" y="558720"/>
                  </a:lnTo>
                  <a:lnTo>
                    <a:pt x="86104" y="554691"/>
                  </a:lnTo>
                  <a:lnTo>
                    <a:pt x="84759" y="562749"/>
                  </a:lnTo>
                  <a:lnTo>
                    <a:pt x="76687" y="564092"/>
                  </a:lnTo>
                  <a:lnTo>
                    <a:pt x="72650" y="573494"/>
                  </a:lnTo>
                  <a:lnTo>
                    <a:pt x="75341" y="574837"/>
                  </a:lnTo>
                  <a:lnTo>
                    <a:pt x="76687" y="580209"/>
                  </a:lnTo>
                  <a:lnTo>
                    <a:pt x="71305" y="584238"/>
                  </a:lnTo>
                  <a:lnTo>
                    <a:pt x="64578" y="581552"/>
                  </a:lnTo>
                  <a:lnTo>
                    <a:pt x="51124" y="585582"/>
                  </a:lnTo>
                  <a:lnTo>
                    <a:pt x="47088" y="585582"/>
                  </a:lnTo>
                  <a:lnTo>
                    <a:pt x="44397" y="582896"/>
                  </a:lnTo>
                  <a:lnTo>
                    <a:pt x="47088" y="578866"/>
                  </a:lnTo>
                  <a:lnTo>
                    <a:pt x="44397" y="565435"/>
                  </a:lnTo>
                  <a:lnTo>
                    <a:pt x="39016" y="564092"/>
                  </a:lnTo>
                  <a:lnTo>
                    <a:pt x="37670" y="560063"/>
                  </a:lnTo>
                  <a:lnTo>
                    <a:pt x="34980" y="557377"/>
                  </a:lnTo>
                  <a:lnTo>
                    <a:pt x="34980" y="554691"/>
                  </a:lnTo>
                  <a:lnTo>
                    <a:pt x="41707" y="553348"/>
                  </a:lnTo>
                  <a:lnTo>
                    <a:pt x="45743" y="546632"/>
                  </a:lnTo>
                  <a:lnTo>
                    <a:pt x="44397" y="541260"/>
                  </a:lnTo>
                  <a:lnTo>
                    <a:pt x="39016" y="543946"/>
                  </a:lnTo>
                  <a:lnTo>
                    <a:pt x="33634" y="538574"/>
                  </a:lnTo>
                  <a:lnTo>
                    <a:pt x="32289" y="534545"/>
                  </a:lnTo>
                  <a:lnTo>
                    <a:pt x="26908" y="531859"/>
                  </a:lnTo>
                  <a:lnTo>
                    <a:pt x="26908" y="525143"/>
                  </a:lnTo>
                  <a:lnTo>
                    <a:pt x="21526" y="515742"/>
                  </a:lnTo>
                  <a:lnTo>
                    <a:pt x="20181" y="513055"/>
                  </a:lnTo>
                  <a:lnTo>
                    <a:pt x="17490" y="506340"/>
                  </a:lnTo>
                  <a:lnTo>
                    <a:pt x="13454" y="504997"/>
                  </a:lnTo>
                  <a:lnTo>
                    <a:pt x="9418" y="500968"/>
                  </a:lnTo>
                  <a:lnTo>
                    <a:pt x="12108" y="498282"/>
                  </a:lnTo>
                  <a:lnTo>
                    <a:pt x="13454" y="492909"/>
                  </a:lnTo>
                  <a:lnTo>
                    <a:pt x="10763" y="488880"/>
                  </a:lnTo>
                  <a:lnTo>
                    <a:pt x="12108" y="484851"/>
                  </a:lnTo>
                  <a:lnTo>
                    <a:pt x="17490" y="480822"/>
                  </a:lnTo>
                  <a:lnTo>
                    <a:pt x="16145" y="478135"/>
                  </a:lnTo>
                  <a:lnTo>
                    <a:pt x="12108" y="475449"/>
                  </a:lnTo>
                  <a:lnTo>
                    <a:pt x="13454" y="472763"/>
                  </a:lnTo>
                  <a:lnTo>
                    <a:pt x="10763" y="472763"/>
                  </a:lnTo>
                  <a:lnTo>
                    <a:pt x="9418" y="476792"/>
                  </a:lnTo>
                  <a:lnTo>
                    <a:pt x="13454" y="480822"/>
                  </a:lnTo>
                  <a:lnTo>
                    <a:pt x="8072" y="482165"/>
                  </a:lnTo>
                  <a:lnTo>
                    <a:pt x="8072" y="476792"/>
                  </a:lnTo>
                  <a:lnTo>
                    <a:pt x="6727" y="475449"/>
                  </a:lnTo>
                  <a:lnTo>
                    <a:pt x="2691" y="472763"/>
                  </a:lnTo>
                  <a:lnTo>
                    <a:pt x="2691" y="464705"/>
                  </a:lnTo>
                  <a:lnTo>
                    <a:pt x="0" y="462018"/>
                  </a:lnTo>
                  <a:lnTo>
                    <a:pt x="0" y="451274"/>
                  </a:lnTo>
                  <a:lnTo>
                    <a:pt x="4036" y="4485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6" name="Freeform 555">
              <a:extLst>
                <a:ext uri="{FF2B5EF4-FFF2-40B4-BE49-F238E27FC236}">
                  <a16:creationId xmlns:a16="http://schemas.microsoft.com/office/drawing/2014/main" id="{7D326E31-D903-0049-33AC-ECFDB1C68DCA}"/>
                </a:ext>
              </a:extLst>
            </p:cNvPr>
            <p:cNvSpPr/>
            <p:nvPr/>
          </p:nvSpPr>
          <p:spPr>
            <a:xfrm>
              <a:off x="7743990" y="2862900"/>
              <a:ext cx="12108" cy="14773"/>
            </a:xfrm>
            <a:custGeom>
              <a:avLst/>
              <a:gdLst>
                <a:gd name="connsiteX0" fmla="*/ 0 w 12108"/>
                <a:gd name="connsiteY0" fmla="*/ 6715 h 14773"/>
                <a:gd name="connsiteX1" fmla="*/ 4036 w 12108"/>
                <a:gd name="connsiteY1" fmla="*/ 13431 h 14773"/>
                <a:gd name="connsiteX2" fmla="*/ 6727 w 12108"/>
                <a:gd name="connsiteY2" fmla="*/ 14774 h 14773"/>
                <a:gd name="connsiteX3" fmla="*/ 6727 w 12108"/>
                <a:gd name="connsiteY3" fmla="*/ 8058 h 14773"/>
                <a:gd name="connsiteX4" fmla="*/ 12108 w 12108"/>
                <a:gd name="connsiteY4" fmla="*/ 4029 h 14773"/>
                <a:gd name="connsiteX5" fmla="*/ 12108 w 12108"/>
                <a:gd name="connsiteY5" fmla="*/ 0 h 14773"/>
                <a:gd name="connsiteX6" fmla="*/ 5381 w 12108"/>
                <a:gd name="connsiteY6" fmla="*/ 0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08" h="14773">
                  <a:moveTo>
                    <a:pt x="0" y="6715"/>
                  </a:moveTo>
                  <a:lnTo>
                    <a:pt x="4036" y="13431"/>
                  </a:lnTo>
                  <a:lnTo>
                    <a:pt x="6727" y="14774"/>
                  </a:lnTo>
                  <a:lnTo>
                    <a:pt x="6727" y="8058"/>
                  </a:lnTo>
                  <a:lnTo>
                    <a:pt x="12108" y="4029"/>
                  </a:lnTo>
                  <a:lnTo>
                    <a:pt x="12108" y="0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7" name="Freeform 556">
              <a:extLst>
                <a:ext uri="{FF2B5EF4-FFF2-40B4-BE49-F238E27FC236}">
                  <a16:creationId xmlns:a16="http://schemas.microsoft.com/office/drawing/2014/main" id="{EEED5EF2-D601-D898-5F6C-2313427606BB}"/>
                </a:ext>
              </a:extLst>
            </p:cNvPr>
            <p:cNvSpPr/>
            <p:nvPr/>
          </p:nvSpPr>
          <p:spPr>
            <a:xfrm>
              <a:off x="7594653" y="2920653"/>
              <a:ext cx="4035" cy="5372"/>
            </a:xfrm>
            <a:custGeom>
              <a:avLst/>
              <a:gdLst>
                <a:gd name="connsiteX0" fmla="*/ 0 w 4035"/>
                <a:gd name="connsiteY0" fmla="*/ 1343 h 5372"/>
                <a:gd name="connsiteX1" fmla="*/ 0 w 4035"/>
                <a:gd name="connsiteY1" fmla="*/ 5372 h 5372"/>
                <a:gd name="connsiteX2" fmla="*/ 2691 w 4035"/>
                <a:gd name="connsiteY2" fmla="*/ 5372 h 5372"/>
                <a:gd name="connsiteX3" fmla="*/ 4036 w 4035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5372">
                  <a:moveTo>
                    <a:pt x="0" y="1343"/>
                  </a:moveTo>
                  <a:lnTo>
                    <a:pt x="0" y="5372"/>
                  </a:lnTo>
                  <a:lnTo>
                    <a:pt x="2691" y="5372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8" name="Freeform 557">
              <a:extLst>
                <a:ext uri="{FF2B5EF4-FFF2-40B4-BE49-F238E27FC236}">
                  <a16:creationId xmlns:a16="http://schemas.microsoft.com/office/drawing/2014/main" id="{EF89D8E0-D2B4-1D00-F77A-BFFBC078EA13}"/>
                </a:ext>
              </a:extLst>
            </p:cNvPr>
            <p:cNvSpPr/>
            <p:nvPr/>
          </p:nvSpPr>
          <p:spPr>
            <a:xfrm>
              <a:off x="7766861" y="2904536"/>
              <a:ext cx="5381" cy="5372"/>
            </a:xfrm>
            <a:custGeom>
              <a:avLst/>
              <a:gdLst>
                <a:gd name="connsiteX0" fmla="*/ 0 w 5381"/>
                <a:gd name="connsiteY0" fmla="*/ 1343 h 5372"/>
                <a:gd name="connsiteX1" fmla="*/ 2691 w 5381"/>
                <a:gd name="connsiteY1" fmla="*/ 5372 h 5372"/>
                <a:gd name="connsiteX2" fmla="*/ 5382 w 5381"/>
                <a:gd name="connsiteY2" fmla="*/ 1343 h 5372"/>
                <a:gd name="connsiteX3" fmla="*/ 2691 w 5381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5372">
                  <a:moveTo>
                    <a:pt x="0" y="1343"/>
                  </a:moveTo>
                  <a:lnTo>
                    <a:pt x="2691" y="5372"/>
                  </a:lnTo>
                  <a:lnTo>
                    <a:pt x="5382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9" name="Freeform 558">
              <a:extLst>
                <a:ext uri="{FF2B5EF4-FFF2-40B4-BE49-F238E27FC236}">
                  <a16:creationId xmlns:a16="http://schemas.microsoft.com/office/drawing/2014/main" id="{E2B1A88C-63C3-354F-E14E-142CD96D2441}"/>
                </a:ext>
              </a:extLst>
            </p:cNvPr>
            <p:cNvSpPr/>
            <p:nvPr/>
          </p:nvSpPr>
          <p:spPr>
            <a:xfrm>
              <a:off x="7769552" y="2926025"/>
              <a:ext cx="9417" cy="5372"/>
            </a:xfrm>
            <a:custGeom>
              <a:avLst/>
              <a:gdLst>
                <a:gd name="connsiteX0" fmla="*/ 0 w 9417"/>
                <a:gd name="connsiteY0" fmla="*/ 4029 h 5372"/>
                <a:gd name="connsiteX1" fmla="*/ 1345 w 9417"/>
                <a:gd name="connsiteY1" fmla="*/ 5372 h 5372"/>
                <a:gd name="connsiteX2" fmla="*/ 4036 w 9417"/>
                <a:gd name="connsiteY2" fmla="*/ 2686 h 5372"/>
                <a:gd name="connsiteX3" fmla="*/ 9418 w 9417"/>
                <a:gd name="connsiteY3" fmla="*/ 1343 h 5372"/>
                <a:gd name="connsiteX4" fmla="*/ 8072 w 9417"/>
                <a:gd name="connsiteY4" fmla="*/ 0 h 5372"/>
                <a:gd name="connsiteX5" fmla="*/ 2691 w 9417"/>
                <a:gd name="connsiteY5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5372">
                  <a:moveTo>
                    <a:pt x="0" y="4029"/>
                  </a:moveTo>
                  <a:lnTo>
                    <a:pt x="1345" y="5372"/>
                  </a:lnTo>
                  <a:lnTo>
                    <a:pt x="4036" y="2686"/>
                  </a:lnTo>
                  <a:lnTo>
                    <a:pt x="9418" y="1343"/>
                  </a:lnTo>
                  <a:lnTo>
                    <a:pt x="8072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0" name="Freeform 559">
              <a:extLst>
                <a:ext uri="{FF2B5EF4-FFF2-40B4-BE49-F238E27FC236}">
                  <a16:creationId xmlns:a16="http://schemas.microsoft.com/office/drawing/2014/main" id="{9FEB8EBC-55E5-17D2-A752-D719927A0683}"/>
                </a:ext>
              </a:extLst>
            </p:cNvPr>
            <p:cNvSpPr/>
            <p:nvPr/>
          </p:nvSpPr>
          <p:spPr>
            <a:xfrm>
              <a:off x="7748026" y="2931397"/>
              <a:ext cx="20180" cy="37606"/>
            </a:xfrm>
            <a:custGeom>
              <a:avLst/>
              <a:gdLst>
                <a:gd name="connsiteX0" fmla="*/ 2691 w 20180"/>
                <a:gd name="connsiteY0" fmla="*/ 37606 h 37606"/>
                <a:gd name="connsiteX1" fmla="*/ 9418 w 20180"/>
                <a:gd name="connsiteY1" fmla="*/ 36263 h 37606"/>
                <a:gd name="connsiteX2" fmla="*/ 10763 w 20180"/>
                <a:gd name="connsiteY2" fmla="*/ 33577 h 37606"/>
                <a:gd name="connsiteX3" fmla="*/ 8072 w 20180"/>
                <a:gd name="connsiteY3" fmla="*/ 32234 h 37606"/>
                <a:gd name="connsiteX4" fmla="*/ 9418 w 20180"/>
                <a:gd name="connsiteY4" fmla="*/ 28205 h 37606"/>
                <a:gd name="connsiteX5" fmla="*/ 16145 w 20180"/>
                <a:gd name="connsiteY5" fmla="*/ 24175 h 37606"/>
                <a:gd name="connsiteX6" fmla="*/ 16145 w 20180"/>
                <a:gd name="connsiteY6" fmla="*/ 21489 h 37606"/>
                <a:gd name="connsiteX7" fmla="*/ 20181 w 20180"/>
                <a:gd name="connsiteY7" fmla="*/ 16117 h 37606"/>
                <a:gd name="connsiteX8" fmla="*/ 20181 w 20180"/>
                <a:gd name="connsiteY8" fmla="*/ 13431 h 37606"/>
                <a:gd name="connsiteX9" fmla="*/ 16145 w 20180"/>
                <a:gd name="connsiteY9" fmla="*/ 10745 h 37606"/>
                <a:gd name="connsiteX10" fmla="*/ 17490 w 20180"/>
                <a:gd name="connsiteY10" fmla="*/ 6715 h 37606"/>
                <a:gd name="connsiteX11" fmla="*/ 18835 w 20180"/>
                <a:gd name="connsiteY11" fmla="*/ 4029 h 37606"/>
                <a:gd name="connsiteX12" fmla="*/ 20181 w 20180"/>
                <a:gd name="connsiteY12" fmla="*/ 1343 h 37606"/>
                <a:gd name="connsiteX13" fmla="*/ 17490 w 20180"/>
                <a:gd name="connsiteY13" fmla="*/ 0 h 37606"/>
                <a:gd name="connsiteX14" fmla="*/ 14799 w 20180"/>
                <a:gd name="connsiteY14" fmla="*/ 1343 h 37606"/>
                <a:gd name="connsiteX15" fmla="*/ 9418 w 20180"/>
                <a:gd name="connsiteY15" fmla="*/ 1343 h 37606"/>
                <a:gd name="connsiteX16" fmla="*/ 5381 w 20180"/>
                <a:gd name="connsiteY16" fmla="*/ 5372 h 37606"/>
                <a:gd name="connsiteX17" fmla="*/ 4036 w 20180"/>
                <a:gd name="connsiteY17" fmla="*/ 10745 h 37606"/>
                <a:gd name="connsiteX18" fmla="*/ 0 w 20180"/>
                <a:gd name="connsiteY18" fmla="*/ 13431 h 37606"/>
                <a:gd name="connsiteX19" fmla="*/ 1345 w 20180"/>
                <a:gd name="connsiteY19" fmla="*/ 20146 h 37606"/>
                <a:gd name="connsiteX20" fmla="*/ 0 w 20180"/>
                <a:gd name="connsiteY20" fmla="*/ 21489 h 37606"/>
                <a:gd name="connsiteX21" fmla="*/ 5381 w 20180"/>
                <a:gd name="connsiteY21" fmla="*/ 28205 h 37606"/>
                <a:gd name="connsiteX22" fmla="*/ 6727 w 20180"/>
                <a:gd name="connsiteY22" fmla="*/ 28205 h 37606"/>
                <a:gd name="connsiteX23" fmla="*/ 5381 w 20180"/>
                <a:gd name="connsiteY23" fmla="*/ 32234 h 37606"/>
                <a:gd name="connsiteX24" fmla="*/ 2691 w 20180"/>
                <a:gd name="connsiteY24" fmla="*/ 36263 h 3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80" h="37606">
                  <a:moveTo>
                    <a:pt x="2691" y="37606"/>
                  </a:moveTo>
                  <a:lnTo>
                    <a:pt x="9418" y="36263"/>
                  </a:lnTo>
                  <a:lnTo>
                    <a:pt x="10763" y="33577"/>
                  </a:lnTo>
                  <a:lnTo>
                    <a:pt x="8072" y="32234"/>
                  </a:lnTo>
                  <a:lnTo>
                    <a:pt x="9418" y="28205"/>
                  </a:lnTo>
                  <a:lnTo>
                    <a:pt x="16145" y="24175"/>
                  </a:lnTo>
                  <a:lnTo>
                    <a:pt x="16145" y="21489"/>
                  </a:lnTo>
                  <a:lnTo>
                    <a:pt x="20181" y="16117"/>
                  </a:lnTo>
                  <a:lnTo>
                    <a:pt x="20181" y="13431"/>
                  </a:lnTo>
                  <a:lnTo>
                    <a:pt x="16145" y="10745"/>
                  </a:lnTo>
                  <a:lnTo>
                    <a:pt x="17490" y="6715"/>
                  </a:lnTo>
                  <a:lnTo>
                    <a:pt x="18835" y="4029"/>
                  </a:lnTo>
                  <a:lnTo>
                    <a:pt x="20181" y="1343"/>
                  </a:lnTo>
                  <a:lnTo>
                    <a:pt x="17490" y="0"/>
                  </a:lnTo>
                  <a:lnTo>
                    <a:pt x="14799" y="1343"/>
                  </a:lnTo>
                  <a:lnTo>
                    <a:pt x="9418" y="1343"/>
                  </a:lnTo>
                  <a:lnTo>
                    <a:pt x="5381" y="5372"/>
                  </a:lnTo>
                  <a:lnTo>
                    <a:pt x="4036" y="10745"/>
                  </a:lnTo>
                  <a:lnTo>
                    <a:pt x="0" y="13431"/>
                  </a:lnTo>
                  <a:lnTo>
                    <a:pt x="1345" y="20146"/>
                  </a:lnTo>
                  <a:lnTo>
                    <a:pt x="0" y="21489"/>
                  </a:lnTo>
                  <a:lnTo>
                    <a:pt x="5381" y="28205"/>
                  </a:lnTo>
                  <a:lnTo>
                    <a:pt x="6727" y="28205"/>
                  </a:lnTo>
                  <a:lnTo>
                    <a:pt x="5381" y="32234"/>
                  </a:lnTo>
                  <a:lnTo>
                    <a:pt x="2691" y="3626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1" name="Freeform 560">
              <a:extLst>
                <a:ext uri="{FF2B5EF4-FFF2-40B4-BE49-F238E27FC236}">
                  <a16:creationId xmlns:a16="http://schemas.microsoft.com/office/drawing/2014/main" id="{59D9A393-1625-6E45-F60C-0EB2797243D4}"/>
                </a:ext>
              </a:extLst>
            </p:cNvPr>
            <p:cNvSpPr/>
            <p:nvPr/>
          </p:nvSpPr>
          <p:spPr>
            <a:xfrm>
              <a:off x="7713046" y="2954230"/>
              <a:ext cx="10763" cy="40292"/>
            </a:xfrm>
            <a:custGeom>
              <a:avLst/>
              <a:gdLst>
                <a:gd name="connsiteX0" fmla="*/ 0 w 10763"/>
                <a:gd name="connsiteY0" fmla="*/ 30891 h 40292"/>
                <a:gd name="connsiteX1" fmla="*/ 0 w 10763"/>
                <a:gd name="connsiteY1" fmla="*/ 36263 h 40292"/>
                <a:gd name="connsiteX2" fmla="*/ 0 w 10763"/>
                <a:gd name="connsiteY2" fmla="*/ 38949 h 40292"/>
                <a:gd name="connsiteX3" fmla="*/ 1345 w 10763"/>
                <a:gd name="connsiteY3" fmla="*/ 40292 h 40292"/>
                <a:gd name="connsiteX4" fmla="*/ 4036 w 10763"/>
                <a:gd name="connsiteY4" fmla="*/ 36263 h 40292"/>
                <a:gd name="connsiteX5" fmla="*/ 6727 w 10763"/>
                <a:gd name="connsiteY5" fmla="*/ 28205 h 40292"/>
                <a:gd name="connsiteX6" fmla="*/ 8072 w 10763"/>
                <a:gd name="connsiteY6" fmla="*/ 20146 h 40292"/>
                <a:gd name="connsiteX7" fmla="*/ 10763 w 10763"/>
                <a:gd name="connsiteY7" fmla="*/ 10745 h 40292"/>
                <a:gd name="connsiteX8" fmla="*/ 10763 w 10763"/>
                <a:gd name="connsiteY8" fmla="*/ 2686 h 40292"/>
                <a:gd name="connsiteX9" fmla="*/ 8072 w 10763"/>
                <a:gd name="connsiteY9" fmla="*/ 0 h 40292"/>
                <a:gd name="connsiteX10" fmla="*/ 5382 w 10763"/>
                <a:gd name="connsiteY10" fmla="*/ 5372 h 40292"/>
                <a:gd name="connsiteX11" fmla="*/ 5382 w 10763"/>
                <a:gd name="connsiteY11" fmla="*/ 6715 h 40292"/>
                <a:gd name="connsiteX12" fmla="*/ 4036 w 10763"/>
                <a:gd name="connsiteY12" fmla="*/ 14774 h 40292"/>
                <a:gd name="connsiteX13" fmla="*/ 1345 w 10763"/>
                <a:gd name="connsiteY13" fmla="*/ 16117 h 40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63" h="40292">
                  <a:moveTo>
                    <a:pt x="0" y="30891"/>
                  </a:moveTo>
                  <a:lnTo>
                    <a:pt x="0" y="36263"/>
                  </a:lnTo>
                  <a:lnTo>
                    <a:pt x="0" y="38949"/>
                  </a:lnTo>
                  <a:lnTo>
                    <a:pt x="1345" y="40292"/>
                  </a:lnTo>
                  <a:lnTo>
                    <a:pt x="4036" y="36263"/>
                  </a:lnTo>
                  <a:lnTo>
                    <a:pt x="6727" y="28205"/>
                  </a:lnTo>
                  <a:lnTo>
                    <a:pt x="8072" y="20146"/>
                  </a:lnTo>
                  <a:lnTo>
                    <a:pt x="10763" y="10745"/>
                  </a:lnTo>
                  <a:lnTo>
                    <a:pt x="10763" y="2686"/>
                  </a:lnTo>
                  <a:lnTo>
                    <a:pt x="8072" y="0"/>
                  </a:lnTo>
                  <a:lnTo>
                    <a:pt x="5382" y="5372"/>
                  </a:lnTo>
                  <a:lnTo>
                    <a:pt x="5382" y="6715"/>
                  </a:lnTo>
                  <a:lnTo>
                    <a:pt x="4036" y="14774"/>
                  </a:lnTo>
                  <a:lnTo>
                    <a:pt x="1345" y="161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562" name="Graphic 5">
            <a:extLst>
              <a:ext uri="{FF2B5EF4-FFF2-40B4-BE49-F238E27FC236}">
                <a16:creationId xmlns:a16="http://schemas.microsoft.com/office/drawing/2014/main" id="{DECE993B-63A8-B760-9F77-2DBF83FDF898}"/>
              </a:ext>
            </a:extLst>
          </p:cNvPr>
          <p:cNvGrpSpPr/>
          <p:nvPr/>
        </p:nvGrpSpPr>
        <p:grpSpPr>
          <a:xfrm>
            <a:off x="7761480" y="2382079"/>
            <a:ext cx="258312" cy="462018"/>
            <a:chOff x="7761480" y="2382079"/>
            <a:chExt cx="258312" cy="462018"/>
          </a:xfrm>
          <a:solidFill>
            <a:srgbClr val="E5E5E4"/>
          </a:solidFill>
        </p:grpSpPr>
        <p:sp>
          <p:nvSpPr>
            <p:cNvPr id="563" name="Freeform 562">
              <a:extLst>
                <a:ext uri="{FF2B5EF4-FFF2-40B4-BE49-F238E27FC236}">
                  <a16:creationId xmlns:a16="http://schemas.microsoft.com/office/drawing/2014/main" id="{49B02D00-B081-C0A1-1A77-5986741F0626}"/>
                </a:ext>
              </a:extLst>
            </p:cNvPr>
            <p:cNvSpPr/>
            <p:nvPr/>
          </p:nvSpPr>
          <p:spPr>
            <a:xfrm>
              <a:off x="7761480" y="2382079"/>
              <a:ext cx="258312" cy="462018"/>
            </a:xfrm>
            <a:custGeom>
              <a:avLst/>
              <a:gdLst>
                <a:gd name="connsiteX0" fmla="*/ 203152 w 258312"/>
                <a:gd name="connsiteY0" fmla="*/ 429785 h 462018"/>
                <a:gd name="connsiteX1" fmla="*/ 201806 w 258312"/>
                <a:gd name="connsiteY1" fmla="*/ 421726 h 462018"/>
                <a:gd name="connsiteX2" fmla="*/ 213915 w 258312"/>
                <a:gd name="connsiteY2" fmla="*/ 410982 h 462018"/>
                <a:gd name="connsiteX3" fmla="*/ 220642 w 258312"/>
                <a:gd name="connsiteY3" fmla="*/ 408295 h 462018"/>
                <a:gd name="connsiteX4" fmla="*/ 227369 w 258312"/>
                <a:gd name="connsiteY4" fmla="*/ 396208 h 462018"/>
                <a:gd name="connsiteX5" fmla="*/ 234095 w 258312"/>
                <a:gd name="connsiteY5" fmla="*/ 385463 h 462018"/>
                <a:gd name="connsiteX6" fmla="*/ 239477 w 258312"/>
                <a:gd name="connsiteY6" fmla="*/ 372032 h 462018"/>
                <a:gd name="connsiteX7" fmla="*/ 250240 w 258312"/>
                <a:gd name="connsiteY7" fmla="*/ 354572 h 462018"/>
                <a:gd name="connsiteX8" fmla="*/ 258312 w 258312"/>
                <a:gd name="connsiteY8" fmla="*/ 335769 h 462018"/>
                <a:gd name="connsiteX9" fmla="*/ 256967 w 258312"/>
                <a:gd name="connsiteY9" fmla="*/ 327711 h 462018"/>
                <a:gd name="connsiteX10" fmla="*/ 246204 w 258312"/>
                <a:gd name="connsiteY10" fmla="*/ 314280 h 462018"/>
                <a:gd name="connsiteX11" fmla="*/ 239477 w 258312"/>
                <a:gd name="connsiteY11" fmla="*/ 311594 h 462018"/>
                <a:gd name="connsiteX12" fmla="*/ 227369 w 258312"/>
                <a:gd name="connsiteY12" fmla="*/ 295477 h 462018"/>
                <a:gd name="connsiteX13" fmla="*/ 228714 w 258312"/>
                <a:gd name="connsiteY13" fmla="*/ 287418 h 462018"/>
                <a:gd name="connsiteX14" fmla="*/ 234095 w 258312"/>
                <a:gd name="connsiteY14" fmla="*/ 280703 h 462018"/>
                <a:gd name="connsiteX15" fmla="*/ 234095 w 258312"/>
                <a:gd name="connsiteY15" fmla="*/ 272645 h 462018"/>
                <a:gd name="connsiteX16" fmla="*/ 226024 w 258312"/>
                <a:gd name="connsiteY16" fmla="*/ 267272 h 462018"/>
                <a:gd name="connsiteX17" fmla="*/ 223333 w 258312"/>
                <a:gd name="connsiteY17" fmla="*/ 261900 h 462018"/>
                <a:gd name="connsiteX18" fmla="*/ 223333 w 258312"/>
                <a:gd name="connsiteY18" fmla="*/ 252499 h 462018"/>
                <a:gd name="connsiteX19" fmla="*/ 224678 w 258312"/>
                <a:gd name="connsiteY19" fmla="*/ 249812 h 462018"/>
                <a:gd name="connsiteX20" fmla="*/ 221987 w 258312"/>
                <a:gd name="connsiteY20" fmla="*/ 244440 h 462018"/>
                <a:gd name="connsiteX21" fmla="*/ 215260 w 258312"/>
                <a:gd name="connsiteY21" fmla="*/ 243097 h 462018"/>
                <a:gd name="connsiteX22" fmla="*/ 212570 w 258312"/>
                <a:gd name="connsiteY22" fmla="*/ 239068 h 462018"/>
                <a:gd name="connsiteX23" fmla="*/ 212570 w 258312"/>
                <a:gd name="connsiteY23" fmla="*/ 231009 h 462018"/>
                <a:gd name="connsiteX24" fmla="*/ 216606 w 258312"/>
                <a:gd name="connsiteY24" fmla="*/ 226980 h 462018"/>
                <a:gd name="connsiteX25" fmla="*/ 211224 w 258312"/>
                <a:gd name="connsiteY25" fmla="*/ 225637 h 462018"/>
                <a:gd name="connsiteX26" fmla="*/ 211224 w 258312"/>
                <a:gd name="connsiteY26" fmla="*/ 221608 h 462018"/>
                <a:gd name="connsiteX27" fmla="*/ 212570 w 258312"/>
                <a:gd name="connsiteY27" fmla="*/ 205491 h 462018"/>
                <a:gd name="connsiteX28" fmla="*/ 217951 w 258312"/>
                <a:gd name="connsiteY28" fmla="*/ 204148 h 462018"/>
                <a:gd name="connsiteX29" fmla="*/ 205843 w 258312"/>
                <a:gd name="connsiteY29" fmla="*/ 177286 h 462018"/>
                <a:gd name="connsiteX30" fmla="*/ 195080 w 258312"/>
                <a:gd name="connsiteY30" fmla="*/ 157140 h 462018"/>
                <a:gd name="connsiteX31" fmla="*/ 192389 w 258312"/>
                <a:gd name="connsiteY31" fmla="*/ 150425 h 462018"/>
                <a:gd name="connsiteX32" fmla="*/ 185662 w 258312"/>
                <a:gd name="connsiteY32" fmla="*/ 143709 h 462018"/>
                <a:gd name="connsiteX33" fmla="*/ 189698 w 258312"/>
                <a:gd name="connsiteY33" fmla="*/ 131622 h 462018"/>
                <a:gd name="connsiteX34" fmla="*/ 195080 w 258312"/>
                <a:gd name="connsiteY34" fmla="*/ 123563 h 462018"/>
                <a:gd name="connsiteX35" fmla="*/ 197771 w 258312"/>
                <a:gd name="connsiteY35" fmla="*/ 115505 h 462018"/>
                <a:gd name="connsiteX36" fmla="*/ 195080 w 258312"/>
                <a:gd name="connsiteY36" fmla="*/ 112818 h 462018"/>
                <a:gd name="connsiteX37" fmla="*/ 182971 w 258312"/>
                <a:gd name="connsiteY37" fmla="*/ 104760 h 462018"/>
                <a:gd name="connsiteX38" fmla="*/ 181626 w 258312"/>
                <a:gd name="connsiteY38" fmla="*/ 99388 h 462018"/>
                <a:gd name="connsiteX39" fmla="*/ 177590 w 258312"/>
                <a:gd name="connsiteY39" fmla="*/ 94015 h 462018"/>
                <a:gd name="connsiteX40" fmla="*/ 170863 w 258312"/>
                <a:gd name="connsiteY40" fmla="*/ 89986 h 462018"/>
                <a:gd name="connsiteX41" fmla="*/ 166827 w 258312"/>
                <a:gd name="connsiteY41" fmla="*/ 89986 h 462018"/>
                <a:gd name="connsiteX42" fmla="*/ 162791 w 258312"/>
                <a:gd name="connsiteY42" fmla="*/ 77899 h 462018"/>
                <a:gd name="connsiteX43" fmla="*/ 158755 w 258312"/>
                <a:gd name="connsiteY43" fmla="*/ 73869 h 462018"/>
                <a:gd name="connsiteX44" fmla="*/ 160100 w 258312"/>
                <a:gd name="connsiteY44" fmla="*/ 64468 h 462018"/>
                <a:gd name="connsiteX45" fmla="*/ 161445 w 258312"/>
                <a:gd name="connsiteY45" fmla="*/ 57752 h 462018"/>
                <a:gd name="connsiteX46" fmla="*/ 157409 w 258312"/>
                <a:gd name="connsiteY46" fmla="*/ 56409 h 462018"/>
                <a:gd name="connsiteX47" fmla="*/ 161445 w 258312"/>
                <a:gd name="connsiteY47" fmla="*/ 53723 h 462018"/>
                <a:gd name="connsiteX48" fmla="*/ 168172 w 258312"/>
                <a:gd name="connsiteY48" fmla="*/ 51037 h 462018"/>
                <a:gd name="connsiteX49" fmla="*/ 166827 w 258312"/>
                <a:gd name="connsiteY49" fmla="*/ 40292 h 462018"/>
                <a:gd name="connsiteX50" fmla="*/ 170863 w 258312"/>
                <a:gd name="connsiteY50" fmla="*/ 33577 h 462018"/>
                <a:gd name="connsiteX51" fmla="*/ 172208 w 258312"/>
                <a:gd name="connsiteY51" fmla="*/ 28205 h 462018"/>
                <a:gd name="connsiteX52" fmla="*/ 166827 w 258312"/>
                <a:gd name="connsiteY52" fmla="*/ 22832 h 462018"/>
                <a:gd name="connsiteX53" fmla="*/ 165482 w 258312"/>
                <a:gd name="connsiteY53" fmla="*/ 18803 h 462018"/>
                <a:gd name="connsiteX54" fmla="*/ 157409 w 258312"/>
                <a:gd name="connsiteY54" fmla="*/ 17460 h 462018"/>
                <a:gd name="connsiteX55" fmla="*/ 152028 w 258312"/>
                <a:gd name="connsiteY55" fmla="*/ 14774 h 462018"/>
                <a:gd name="connsiteX56" fmla="*/ 147991 w 258312"/>
                <a:gd name="connsiteY56" fmla="*/ 10745 h 462018"/>
                <a:gd name="connsiteX57" fmla="*/ 141265 w 258312"/>
                <a:gd name="connsiteY57" fmla="*/ 2686 h 462018"/>
                <a:gd name="connsiteX58" fmla="*/ 135883 w 258312"/>
                <a:gd name="connsiteY58" fmla="*/ 0 h 462018"/>
                <a:gd name="connsiteX59" fmla="*/ 125120 w 258312"/>
                <a:gd name="connsiteY59" fmla="*/ 0 h 462018"/>
                <a:gd name="connsiteX60" fmla="*/ 121084 w 258312"/>
                <a:gd name="connsiteY60" fmla="*/ 4029 h 462018"/>
                <a:gd name="connsiteX61" fmla="*/ 121084 w 258312"/>
                <a:gd name="connsiteY61" fmla="*/ 6715 h 462018"/>
                <a:gd name="connsiteX62" fmla="*/ 117048 w 258312"/>
                <a:gd name="connsiteY62" fmla="*/ 8058 h 462018"/>
                <a:gd name="connsiteX63" fmla="*/ 110321 w 258312"/>
                <a:gd name="connsiteY63" fmla="*/ 6715 h 462018"/>
                <a:gd name="connsiteX64" fmla="*/ 104940 w 258312"/>
                <a:gd name="connsiteY64" fmla="*/ 9402 h 462018"/>
                <a:gd name="connsiteX65" fmla="*/ 104940 w 258312"/>
                <a:gd name="connsiteY65" fmla="*/ 12088 h 462018"/>
                <a:gd name="connsiteX66" fmla="*/ 100903 w 258312"/>
                <a:gd name="connsiteY66" fmla="*/ 17460 h 462018"/>
                <a:gd name="connsiteX67" fmla="*/ 98213 w 258312"/>
                <a:gd name="connsiteY67" fmla="*/ 18803 h 462018"/>
                <a:gd name="connsiteX68" fmla="*/ 100903 w 258312"/>
                <a:gd name="connsiteY68" fmla="*/ 22832 h 462018"/>
                <a:gd name="connsiteX69" fmla="*/ 99558 w 258312"/>
                <a:gd name="connsiteY69" fmla="*/ 26862 h 462018"/>
                <a:gd name="connsiteX70" fmla="*/ 98213 w 258312"/>
                <a:gd name="connsiteY70" fmla="*/ 40292 h 462018"/>
                <a:gd name="connsiteX71" fmla="*/ 100903 w 258312"/>
                <a:gd name="connsiteY71" fmla="*/ 48351 h 462018"/>
                <a:gd name="connsiteX72" fmla="*/ 102249 w 258312"/>
                <a:gd name="connsiteY72" fmla="*/ 52380 h 462018"/>
                <a:gd name="connsiteX73" fmla="*/ 100903 w 258312"/>
                <a:gd name="connsiteY73" fmla="*/ 55066 h 462018"/>
                <a:gd name="connsiteX74" fmla="*/ 96867 w 258312"/>
                <a:gd name="connsiteY74" fmla="*/ 57752 h 462018"/>
                <a:gd name="connsiteX75" fmla="*/ 92831 w 258312"/>
                <a:gd name="connsiteY75" fmla="*/ 57752 h 462018"/>
                <a:gd name="connsiteX76" fmla="*/ 88795 w 258312"/>
                <a:gd name="connsiteY76" fmla="*/ 61782 h 462018"/>
                <a:gd name="connsiteX77" fmla="*/ 86104 w 258312"/>
                <a:gd name="connsiteY77" fmla="*/ 63125 h 462018"/>
                <a:gd name="connsiteX78" fmla="*/ 83414 w 258312"/>
                <a:gd name="connsiteY78" fmla="*/ 68497 h 462018"/>
                <a:gd name="connsiteX79" fmla="*/ 78032 w 258312"/>
                <a:gd name="connsiteY79" fmla="*/ 67154 h 462018"/>
                <a:gd name="connsiteX80" fmla="*/ 69960 w 258312"/>
                <a:gd name="connsiteY80" fmla="*/ 61782 h 462018"/>
                <a:gd name="connsiteX81" fmla="*/ 64578 w 258312"/>
                <a:gd name="connsiteY81" fmla="*/ 61782 h 462018"/>
                <a:gd name="connsiteX82" fmla="*/ 60542 w 258312"/>
                <a:gd name="connsiteY82" fmla="*/ 65811 h 462018"/>
                <a:gd name="connsiteX83" fmla="*/ 53815 w 258312"/>
                <a:gd name="connsiteY83" fmla="*/ 72526 h 462018"/>
                <a:gd name="connsiteX84" fmla="*/ 41707 w 258312"/>
                <a:gd name="connsiteY84" fmla="*/ 72526 h 462018"/>
                <a:gd name="connsiteX85" fmla="*/ 34980 w 258312"/>
                <a:gd name="connsiteY85" fmla="*/ 69840 h 462018"/>
                <a:gd name="connsiteX86" fmla="*/ 30944 w 258312"/>
                <a:gd name="connsiteY86" fmla="*/ 64468 h 462018"/>
                <a:gd name="connsiteX87" fmla="*/ 29598 w 258312"/>
                <a:gd name="connsiteY87" fmla="*/ 59095 h 462018"/>
                <a:gd name="connsiteX88" fmla="*/ 18835 w 258312"/>
                <a:gd name="connsiteY88" fmla="*/ 49694 h 462018"/>
                <a:gd name="connsiteX89" fmla="*/ 14799 w 258312"/>
                <a:gd name="connsiteY89" fmla="*/ 44322 h 462018"/>
                <a:gd name="connsiteX90" fmla="*/ 9418 w 258312"/>
                <a:gd name="connsiteY90" fmla="*/ 42979 h 462018"/>
                <a:gd name="connsiteX91" fmla="*/ 5381 w 258312"/>
                <a:gd name="connsiteY91" fmla="*/ 45665 h 462018"/>
                <a:gd name="connsiteX92" fmla="*/ 4036 w 258312"/>
                <a:gd name="connsiteY92" fmla="*/ 49694 h 462018"/>
                <a:gd name="connsiteX93" fmla="*/ 5381 w 258312"/>
                <a:gd name="connsiteY93" fmla="*/ 53723 h 462018"/>
                <a:gd name="connsiteX94" fmla="*/ 4036 w 258312"/>
                <a:gd name="connsiteY94" fmla="*/ 55066 h 462018"/>
                <a:gd name="connsiteX95" fmla="*/ 1345 w 258312"/>
                <a:gd name="connsiteY95" fmla="*/ 53723 h 462018"/>
                <a:gd name="connsiteX96" fmla="*/ 0 w 258312"/>
                <a:gd name="connsiteY96" fmla="*/ 55066 h 462018"/>
                <a:gd name="connsiteX97" fmla="*/ 4036 w 258312"/>
                <a:gd name="connsiteY97" fmla="*/ 60438 h 462018"/>
                <a:gd name="connsiteX98" fmla="*/ 10763 w 258312"/>
                <a:gd name="connsiteY98" fmla="*/ 63125 h 462018"/>
                <a:gd name="connsiteX99" fmla="*/ 20181 w 258312"/>
                <a:gd name="connsiteY99" fmla="*/ 73869 h 462018"/>
                <a:gd name="connsiteX100" fmla="*/ 26908 w 258312"/>
                <a:gd name="connsiteY100" fmla="*/ 79242 h 462018"/>
                <a:gd name="connsiteX101" fmla="*/ 37671 w 258312"/>
                <a:gd name="connsiteY101" fmla="*/ 80585 h 462018"/>
                <a:gd name="connsiteX102" fmla="*/ 41707 w 258312"/>
                <a:gd name="connsiteY102" fmla="*/ 83271 h 462018"/>
                <a:gd name="connsiteX103" fmla="*/ 45743 w 258312"/>
                <a:gd name="connsiteY103" fmla="*/ 84614 h 462018"/>
                <a:gd name="connsiteX104" fmla="*/ 51125 w 258312"/>
                <a:gd name="connsiteY104" fmla="*/ 89986 h 462018"/>
                <a:gd name="connsiteX105" fmla="*/ 52470 w 258312"/>
                <a:gd name="connsiteY105" fmla="*/ 95358 h 462018"/>
                <a:gd name="connsiteX106" fmla="*/ 55161 w 258312"/>
                <a:gd name="connsiteY106" fmla="*/ 95358 h 462018"/>
                <a:gd name="connsiteX107" fmla="*/ 56506 w 258312"/>
                <a:gd name="connsiteY107" fmla="*/ 95358 h 462018"/>
                <a:gd name="connsiteX108" fmla="*/ 60542 w 258312"/>
                <a:gd name="connsiteY108" fmla="*/ 102074 h 462018"/>
                <a:gd name="connsiteX109" fmla="*/ 64578 w 258312"/>
                <a:gd name="connsiteY109" fmla="*/ 102074 h 462018"/>
                <a:gd name="connsiteX110" fmla="*/ 67269 w 258312"/>
                <a:gd name="connsiteY110" fmla="*/ 106103 h 462018"/>
                <a:gd name="connsiteX111" fmla="*/ 65923 w 258312"/>
                <a:gd name="connsiteY111" fmla="*/ 110132 h 462018"/>
                <a:gd name="connsiteX112" fmla="*/ 67269 w 258312"/>
                <a:gd name="connsiteY112" fmla="*/ 118191 h 462018"/>
                <a:gd name="connsiteX113" fmla="*/ 64578 w 258312"/>
                <a:gd name="connsiteY113" fmla="*/ 123563 h 462018"/>
                <a:gd name="connsiteX114" fmla="*/ 64578 w 258312"/>
                <a:gd name="connsiteY114" fmla="*/ 128935 h 462018"/>
                <a:gd name="connsiteX115" fmla="*/ 71305 w 258312"/>
                <a:gd name="connsiteY115" fmla="*/ 128935 h 462018"/>
                <a:gd name="connsiteX116" fmla="*/ 72650 w 258312"/>
                <a:gd name="connsiteY116" fmla="*/ 134308 h 462018"/>
                <a:gd name="connsiteX117" fmla="*/ 69960 w 258312"/>
                <a:gd name="connsiteY117" fmla="*/ 138337 h 462018"/>
                <a:gd name="connsiteX118" fmla="*/ 71305 w 258312"/>
                <a:gd name="connsiteY118" fmla="*/ 145052 h 462018"/>
                <a:gd name="connsiteX119" fmla="*/ 73996 w 258312"/>
                <a:gd name="connsiteY119" fmla="*/ 149082 h 462018"/>
                <a:gd name="connsiteX120" fmla="*/ 75341 w 258312"/>
                <a:gd name="connsiteY120" fmla="*/ 158483 h 462018"/>
                <a:gd name="connsiteX121" fmla="*/ 73996 w 258312"/>
                <a:gd name="connsiteY121" fmla="*/ 162512 h 462018"/>
                <a:gd name="connsiteX122" fmla="*/ 75341 w 258312"/>
                <a:gd name="connsiteY122" fmla="*/ 166542 h 462018"/>
                <a:gd name="connsiteX123" fmla="*/ 75341 w 258312"/>
                <a:gd name="connsiteY123" fmla="*/ 177286 h 462018"/>
                <a:gd name="connsiteX124" fmla="*/ 73996 w 258312"/>
                <a:gd name="connsiteY124" fmla="*/ 181315 h 462018"/>
                <a:gd name="connsiteX125" fmla="*/ 76687 w 258312"/>
                <a:gd name="connsiteY125" fmla="*/ 189374 h 462018"/>
                <a:gd name="connsiteX126" fmla="*/ 82068 w 258312"/>
                <a:gd name="connsiteY126" fmla="*/ 190717 h 462018"/>
                <a:gd name="connsiteX127" fmla="*/ 86104 w 258312"/>
                <a:gd name="connsiteY127" fmla="*/ 200118 h 462018"/>
                <a:gd name="connsiteX128" fmla="*/ 88795 w 258312"/>
                <a:gd name="connsiteY128" fmla="*/ 202805 h 462018"/>
                <a:gd name="connsiteX129" fmla="*/ 88795 w 258312"/>
                <a:gd name="connsiteY129" fmla="*/ 208177 h 462018"/>
                <a:gd name="connsiteX130" fmla="*/ 90140 w 258312"/>
                <a:gd name="connsiteY130" fmla="*/ 209520 h 462018"/>
                <a:gd name="connsiteX131" fmla="*/ 95522 w 258312"/>
                <a:gd name="connsiteY131" fmla="*/ 209520 h 462018"/>
                <a:gd name="connsiteX132" fmla="*/ 100903 w 258312"/>
                <a:gd name="connsiteY132" fmla="*/ 214892 h 462018"/>
                <a:gd name="connsiteX133" fmla="*/ 110321 w 258312"/>
                <a:gd name="connsiteY133" fmla="*/ 214892 h 462018"/>
                <a:gd name="connsiteX134" fmla="*/ 117048 w 258312"/>
                <a:gd name="connsiteY134" fmla="*/ 221608 h 462018"/>
                <a:gd name="connsiteX135" fmla="*/ 113012 w 258312"/>
                <a:gd name="connsiteY135" fmla="*/ 222951 h 462018"/>
                <a:gd name="connsiteX136" fmla="*/ 115702 w 258312"/>
                <a:gd name="connsiteY136" fmla="*/ 226980 h 462018"/>
                <a:gd name="connsiteX137" fmla="*/ 115702 w 258312"/>
                <a:gd name="connsiteY137" fmla="*/ 235038 h 462018"/>
                <a:gd name="connsiteX138" fmla="*/ 114357 w 258312"/>
                <a:gd name="connsiteY138" fmla="*/ 236382 h 462018"/>
                <a:gd name="connsiteX139" fmla="*/ 122429 w 258312"/>
                <a:gd name="connsiteY139" fmla="*/ 243097 h 462018"/>
                <a:gd name="connsiteX140" fmla="*/ 117048 w 258312"/>
                <a:gd name="connsiteY140" fmla="*/ 241754 h 462018"/>
                <a:gd name="connsiteX141" fmla="*/ 114357 w 258312"/>
                <a:gd name="connsiteY141" fmla="*/ 243097 h 462018"/>
                <a:gd name="connsiteX142" fmla="*/ 121084 w 258312"/>
                <a:gd name="connsiteY142" fmla="*/ 248469 h 462018"/>
                <a:gd name="connsiteX143" fmla="*/ 121084 w 258312"/>
                <a:gd name="connsiteY143" fmla="*/ 251155 h 462018"/>
                <a:gd name="connsiteX144" fmla="*/ 113012 w 258312"/>
                <a:gd name="connsiteY144" fmla="*/ 247126 h 462018"/>
                <a:gd name="connsiteX145" fmla="*/ 106285 w 258312"/>
                <a:gd name="connsiteY145" fmla="*/ 247126 h 462018"/>
                <a:gd name="connsiteX146" fmla="*/ 99558 w 258312"/>
                <a:gd name="connsiteY146" fmla="*/ 251155 h 462018"/>
                <a:gd name="connsiteX147" fmla="*/ 99558 w 258312"/>
                <a:gd name="connsiteY147" fmla="*/ 255185 h 462018"/>
                <a:gd name="connsiteX148" fmla="*/ 94176 w 258312"/>
                <a:gd name="connsiteY148" fmla="*/ 260557 h 462018"/>
                <a:gd name="connsiteX149" fmla="*/ 94176 w 258312"/>
                <a:gd name="connsiteY149" fmla="*/ 264586 h 462018"/>
                <a:gd name="connsiteX150" fmla="*/ 91486 w 258312"/>
                <a:gd name="connsiteY150" fmla="*/ 265929 h 462018"/>
                <a:gd name="connsiteX151" fmla="*/ 83414 w 258312"/>
                <a:gd name="connsiteY151" fmla="*/ 273988 h 462018"/>
                <a:gd name="connsiteX152" fmla="*/ 82068 w 258312"/>
                <a:gd name="connsiteY152" fmla="*/ 282046 h 462018"/>
                <a:gd name="connsiteX153" fmla="*/ 80723 w 258312"/>
                <a:gd name="connsiteY153" fmla="*/ 282046 h 462018"/>
                <a:gd name="connsiteX154" fmla="*/ 79377 w 258312"/>
                <a:gd name="connsiteY154" fmla="*/ 279360 h 462018"/>
                <a:gd name="connsiteX155" fmla="*/ 76687 w 258312"/>
                <a:gd name="connsiteY155" fmla="*/ 279360 h 462018"/>
                <a:gd name="connsiteX156" fmla="*/ 78032 w 258312"/>
                <a:gd name="connsiteY156" fmla="*/ 284732 h 462018"/>
                <a:gd name="connsiteX157" fmla="*/ 76687 w 258312"/>
                <a:gd name="connsiteY157" fmla="*/ 288762 h 462018"/>
                <a:gd name="connsiteX158" fmla="*/ 71305 w 258312"/>
                <a:gd name="connsiteY158" fmla="*/ 288762 h 462018"/>
                <a:gd name="connsiteX159" fmla="*/ 68614 w 258312"/>
                <a:gd name="connsiteY159" fmla="*/ 292791 h 462018"/>
                <a:gd name="connsiteX160" fmla="*/ 69960 w 258312"/>
                <a:gd name="connsiteY160" fmla="*/ 299506 h 462018"/>
                <a:gd name="connsiteX161" fmla="*/ 73996 w 258312"/>
                <a:gd name="connsiteY161" fmla="*/ 302192 h 462018"/>
                <a:gd name="connsiteX162" fmla="*/ 67269 w 258312"/>
                <a:gd name="connsiteY162" fmla="*/ 299506 h 462018"/>
                <a:gd name="connsiteX163" fmla="*/ 65923 w 258312"/>
                <a:gd name="connsiteY163" fmla="*/ 296820 h 462018"/>
                <a:gd name="connsiteX164" fmla="*/ 61887 w 258312"/>
                <a:gd name="connsiteY164" fmla="*/ 298163 h 462018"/>
                <a:gd name="connsiteX165" fmla="*/ 60542 w 258312"/>
                <a:gd name="connsiteY165" fmla="*/ 303535 h 462018"/>
                <a:gd name="connsiteX166" fmla="*/ 61887 w 258312"/>
                <a:gd name="connsiteY166" fmla="*/ 306222 h 462018"/>
                <a:gd name="connsiteX167" fmla="*/ 57851 w 258312"/>
                <a:gd name="connsiteY167" fmla="*/ 304879 h 462018"/>
                <a:gd name="connsiteX168" fmla="*/ 56506 w 258312"/>
                <a:gd name="connsiteY168" fmla="*/ 306222 h 462018"/>
                <a:gd name="connsiteX169" fmla="*/ 60542 w 258312"/>
                <a:gd name="connsiteY169" fmla="*/ 310251 h 462018"/>
                <a:gd name="connsiteX170" fmla="*/ 60542 w 258312"/>
                <a:gd name="connsiteY170" fmla="*/ 312937 h 462018"/>
                <a:gd name="connsiteX171" fmla="*/ 57851 w 258312"/>
                <a:gd name="connsiteY171" fmla="*/ 315623 h 462018"/>
                <a:gd name="connsiteX172" fmla="*/ 56506 w 258312"/>
                <a:gd name="connsiteY172" fmla="*/ 318309 h 462018"/>
                <a:gd name="connsiteX173" fmla="*/ 52470 w 258312"/>
                <a:gd name="connsiteY173" fmla="*/ 320995 h 462018"/>
                <a:gd name="connsiteX174" fmla="*/ 49779 w 258312"/>
                <a:gd name="connsiteY174" fmla="*/ 319652 h 462018"/>
                <a:gd name="connsiteX175" fmla="*/ 49779 w 258312"/>
                <a:gd name="connsiteY175" fmla="*/ 318309 h 462018"/>
                <a:gd name="connsiteX176" fmla="*/ 47088 w 258312"/>
                <a:gd name="connsiteY176" fmla="*/ 316966 h 462018"/>
                <a:gd name="connsiteX177" fmla="*/ 43052 w 258312"/>
                <a:gd name="connsiteY177" fmla="*/ 318309 h 462018"/>
                <a:gd name="connsiteX178" fmla="*/ 44398 w 258312"/>
                <a:gd name="connsiteY178" fmla="*/ 322338 h 462018"/>
                <a:gd name="connsiteX179" fmla="*/ 41707 w 258312"/>
                <a:gd name="connsiteY179" fmla="*/ 325025 h 462018"/>
                <a:gd name="connsiteX180" fmla="*/ 43052 w 258312"/>
                <a:gd name="connsiteY180" fmla="*/ 330397 h 462018"/>
                <a:gd name="connsiteX181" fmla="*/ 41707 w 258312"/>
                <a:gd name="connsiteY181" fmla="*/ 335769 h 462018"/>
                <a:gd name="connsiteX182" fmla="*/ 39016 w 258312"/>
                <a:gd name="connsiteY182" fmla="*/ 335769 h 462018"/>
                <a:gd name="connsiteX183" fmla="*/ 36325 w 258312"/>
                <a:gd name="connsiteY183" fmla="*/ 339799 h 462018"/>
                <a:gd name="connsiteX184" fmla="*/ 37671 w 258312"/>
                <a:gd name="connsiteY184" fmla="*/ 345171 h 462018"/>
                <a:gd name="connsiteX185" fmla="*/ 39016 w 258312"/>
                <a:gd name="connsiteY185" fmla="*/ 346514 h 462018"/>
                <a:gd name="connsiteX186" fmla="*/ 37671 w 258312"/>
                <a:gd name="connsiteY186" fmla="*/ 351886 h 462018"/>
                <a:gd name="connsiteX187" fmla="*/ 39016 w 258312"/>
                <a:gd name="connsiteY187" fmla="*/ 354572 h 462018"/>
                <a:gd name="connsiteX188" fmla="*/ 41707 w 258312"/>
                <a:gd name="connsiteY188" fmla="*/ 353229 h 462018"/>
                <a:gd name="connsiteX189" fmla="*/ 44398 w 258312"/>
                <a:gd name="connsiteY189" fmla="*/ 355915 h 462018"/>
                <a:gd name="connsiteX190" fmla="*/ 43052 w 258312"/>
                <a:gd name="connsiteY190" fmla="*/ 361288 h 462018"/>
                <a:gd name="connsiteX191" fmla="*/ 41707 w 258312"/>
                <a:gd name="connsiteY191" fmla="*/ 363974 h 462018"/>
                <a:gd name="connsiteX192" fmla="*/ 43052 w 258312"/>
                <a:gd name="connsiteY192" fmla="*/ 369346 h 462018"/>
                <a:gd name="connsiteX193" fmla="*/ 41707 w 258312"/>
                <a:gd name="connsiteY193" fmla="*/ 372032 h 462018"/>
                <a:gd name="connsiteX194" fmla="*/ 47088 w 258312"/>
                <a:gd name="connsiteY194" fmla="*/ 380091 h 462018"/>
                <a:gd name="connsiteX195" fmla="*/ 49779 w 258312"/>
                <a:gd name="connsiteY195" fmla="*/ 382777 h 462018"/>
                <a:gd name="connsiteX196" fmla="*/ 48434 w 258312"/>
                <a:gd name="connsiteY196" fmla="*/ 385463 h 462018"/>
                <a:gd name="connsiteX197" fmla="*/ 52470 w 258312"/>
                <a:gd name="connsiteY197" fmla="*/ 390835 h 462018"/>
                <a:gd name="connsiteX198" fmla="*/ 48434 w 258312"/>
                <a:gd name="connsiteY198" fmla="*/ 392179 h 462018"/>
                <a:gd name="connsiteX199" fmla="*/ 49779 w 258312"/>
                <a:gd name="connsiteY199" fmla="*/ 400237 h 462018"/>
                <a:gd name="connsiteX200" fmla="*/ 48434 w 258312"/>
                <a:gd name="connsiteY200" fmla="*/ 402923 h 462018"/>
                <a:gd name="connsiteX201" fmla="*/ 48434 w 258312"/>
                <a:gd name="connsiteY201" fmla="*/ 413668 h 462018"/>
                <a:gd name="connsiteX202" fmla="*/ 51125 w 258312"/>
                <a:gd name="connsiteY202" fmla="*/ 417697 h 462018"/>
                <a:gd name="connsiteX203" fmla="*/ 48434 w 258312"/>
                <a:gd name="connsiteY203" fmla="*/ 423069 h 462018"/>
                <a:gd name="connsiteX204" fmla="*/ 48434 w 258312"/>
                <a:gd name="connsiteY204" fmla="*/ 427099 h 462018"/>
                <a:gd name="connsiteX205" fmla="*/ 49779 w 258312"/>
                <a:gd name="connsiteY205" fmla="*/ 429785 h 462018"/>
                <a:gd name="connsiteX206" fmla="*/ 56506 w 258312"/>
                <a:gd name="connsiteY206" fmla="*/ 427099 h 462018"/>
                <a:gd name="connsiteX207" fmla="*/ 59196 w 258312"/>
                <a:gd name="connsiteY207" fmla="*/ 428442 h 462018"/>
                <a:gd name="connsiteX208" fmla="*/ 60542 w 258312"/>
                <a:gd name="connsiteY208" fmla="*/ 425755 h 462018"/>
                <a:gd name="connsiteX209" fmla="*/ 65923 w 258312"/>
                <a:gd name="connsiteY209" fmla="*/ 432471 h 462018"/>
                <a:gd name="connsiteX210" fmla="*/ 69960 w 258312"/>
                <a:gd name="connsiteY210" fmla="*/ 432471 h 462018"/>
                <a:gd name="connsiteX211" fmla="*/ 73996 w 258312"/>
                <a:gd name="connsiteY211" fmla="*/ 435157 h 462018"/>
                <a:gd name="connsiteX212" fmla="*/ 80723 w 258312"/>
                <a:gd name="connsiteY212" fmla="*/ 433814 h 462018"/>
                <a:gd name="connsiteX213" fmla="*/ 83414 w 258312"/>
                <a:gd name="connsiteY213" fmla="*/ 435157 h 462018"/>
                <a:gd name="connsiteX214" fmla="*/ 82068 w 258312"/>
                <a:gd name="connsiteY214" fmla="*/ 439186 h 462018"/>
                <a:gd name="connsiteX215" fmla="*/ 84759 w 258312"/>
                <a:gd name="connsiteY215" fmla="*/ 439186 h 462018"/>
                <a:gd name="connsiteX216" fmla="*/ 91486 w 258312"/>
                <a:gd name="connsiteY216" fmla="*/ 435157 h 462018"/>
                <a:gd name="connsiteX217" fmla="*/ 91486 w 258312"/>
                <a:gd name="connsiteY217" fmla="*/ 439186 h 462018"/>
                <a:gd name="connsiteX218" fmla="*/ 88795 w 258312"/>
                <a:gd name="connsiteY218" fmla="*/ 443215 h 462018"/>
                <a:gd name="connsiteX219" fmla="*/ 95522 w 258312"/>
                <a:gd name="connsiteY219" fmla="*/ 452617 h 462018"/>
                <a:gd name="connsiteX220" fmla="*/ 96867 w 258312"/>
                <a:gd name="connsiteY220" fmla="*/ 455303 h 462018"/>
                <a:gd name="connsiteX221" fmla="*/ 95522 w 258312"/>
                <a:gd name="connsiteY221" fmla="*/ 460675 h 462018"/>
                <a:gd name="connsiteX222" fmla="*/ 96867 w 258312"/>
                <a:gd name="connsiteY222" fmla="*/ 462018 h 462018"/>
                <a:gd name="connsiteX223" fmla="*/ 99558 w 258312"/>
                <a:gd name="connsiteY223" fmla="*/ 453960 h 462018"/>
                <a:gd name="connsiteX224" fmla="*/ 102249 w 258312"/>
                <a:gd name="connsiteY224" fmla="*/ 452617 h 462018"/>
                <a:gd name="connsiteX225" fmla="*/ 102249 w 258312"/>
                <a:gd name="connsiteY225" fmla="*/ 455303 h 462018"/>
                <a:gd name="connsiteX226" fmla="*/ 106285 w 258312"/>
                <a:gd name="connsiteY226" fmla="*/ 452617 h 462018"/>
                <a:gd name="connsiteX227" fmla="*/ 110321 w 258312"/>
                <a:gd name="connsiteY227" fmla="*/ 452617 h 462018"/>
                <a:gd name="connsiteX228" fmla="*/ 118393 w 258312"/>
                <a:gd name="connsiteY228" fmla="*/ 447245 h 462018"/>
                <a:gd name="connsiteX229" fmla="*/ 123775 w 258312"/>
                <a:gd name="connsiteY229" fmla="*/ 447245 h 462018"/>
                <a:gd name="connsiteX230" fmla="*/ 134538 w 258312"/>
                <a:gd name="connsiteY230" fmla="*/ 440529 h 462018"/>
                <a:gd name="connsiteX231" fmla="*/ 134538 w 258312"/>
                <a:gd name="connsiteY231" fmla="*/ 437843 h 462018"/>
                <a:gd name="connsiteX232" fmla="*/ 141265 w 258312"/>
                <a:gd name="connsiteY232" fmla="*/ 440529 h 462018"/>
                <a:gd name="connsiteX233" fmla="*/ 145301 w 258312"/>
                <a:gd name="connsiteY233" fmla="*/ 439186 h 462018"/>
                <a:gd name="connsiteX234" fmla="*/ 149337 w 258312"/>
                <a:gd name="connsiteY234" fmla="*/ 432471 h 462018"/>
                <a:gd name="connsiteX235" fmla="*/ 150682 w 258312"/>
                <a:gd name="connsiteY235" fmla="*/ 435157 h 462018"/>
                <a:gd name="connsiteX236" fmla="*/ 147991 w 258312"/>
                <a:gd name="connsiteY236" fmla="*/ 439186 h 462018"/>
                <a:gd name="connsiteX237" fmla="*/ 150682 w 258312"/>
                <a:gd name="connsiteY237" fmla="*/ 440529 h 462018"/>
                <a:gd name="connsiteX238" fmla="*/ 153373 w 258312"/>
                <a:gd name="connsiteY238" fmla="*/ 433814 h 462018"/>
                <a:gd name="connsiteX239" fmla="*/ 156064 w 258312"/>
                <a:gd name="connsiteY239" fmla="*/ 435157 h 462018"/>
                <a:gd name="connsiteX240" fmla="*/ 153373 w 258312"/>
                <a:gd name="connsiteY240" fmla="*/ 429785 h 462018"/>
                <a:gd name="connsiteX241" fmla="*/ 156064 w 258312"/>
                <a:gd name="connsiteY241" fmla="*/ 427099 h 462018"/>
                <a:gd name="connsiteX242" fmla="*/ 158755 w 258312"/>
                <a:gd name="connsiteY242" fmla="*/ 432471 h 462018"/>
                <a:gd name="connsiteX243" fmla="*/ 161445 w 258312"/>
                <a:gd name="connsiteY243" fmla="*/ 433814 h 462018"/>
                <a:gd name="connsiteX244" fmla="*/ 162791 w 258312"/>
                <a:gd name="connsiteY244" fmla="*/ 429785 h 462018"/>
                <a:gd name="connsiteX245" fmla="*/ 165482 w 258312"/>
                <a:gd name="connsiteY245" fmla="*/ 435157 h 462018"/>
                <a:gd name="connsiteX246" fmla="*/ 168172 w 258312"/>
                <a:gd name="connsiteY246" fmla="*/ 433814 h 462018"/>
                <a:gd name="connsiteX247" fmla="*/ 168172 w 258312"/>
                <a:gd name="connsiteY247" fmla="*/ 429785 h 462018"/>
                <a:gd name="connsiteX248" fmla="*/ 170863 w 258312"/>
                <a:gd name="connsiteY248" fmla="*/ 431128 h 462018"/>
                <a:gd name="connsiteX249" fmla="*/ 172208 w 258312"/>
                <a:gd name="connsiteY249" fmla="*/ 433814 h 462018"/>
                <a:gd name="connsiteX250" fmla="*/ 174899 w 258312"/>
                <a:gd name="connsiteY250" fmla="*/ 431128 h 462018"/>
                <a:gd name="connsiteX251" fmla="*/ 181626 w 258312"/>
                <a:gd name="connsiteY251" fmla="*/ 429785 h 462018"/>
                <a:gd name="connsiteX252" fmla="*/ 185662 w 258312"/>
                <a:gd name="connsiteY252" fmla="*/ 432471 h 462018"/>
                <a:gd name="connsiteX253" fmla="*/ 193734 w 258312"/>
                <a:gd name="connsiteY253" fmla="*/ 431128 h 462018"/>
                <a:gd name="connsiteX254" fmla="*/ 193734 w 258312"/>
                <a:gd name="connsiteY254" fmla="*/ 428442 h 462018"/>
                <a:gd name="connsiteX255" fmla="*/ 191044 w 258312"/>
                <a:gd name="connsiteY255" fmla="*/ 425755 h 462018"/>
                <a:gd name="connsiteX256" fmla="*/ 193734 w 258312"/>
                <a:gd name="connsiteY256" fmla="*/ 424412 h 462018"/>
                <a:gd name="connsiteX257" fmla="*/ 197771 w 258312"/>
                <a:gd name="connsiteY257" fmla="*/ 425755 h 462018"/>
                <a:gd name="connsiteX258" fmla="*/ 199116 w 258312"/>
                <a:gd name="connsiteY258" fmla="*/ 428442 h 462018"/>
                <a:gd name="connsiteX259" fmla="*/ 204497 w 258312"/>
                <a:gd name="connsiteY259" fmla="*/ 429785 h 462018"/>
                <a:gd name="connsiteX260" fmla="*/ 203152 w 258312"/>
                <a:gd name="connsiteY260" fmla="*/ 429785 h 462018"/>
                <a:gd name="connsiteX261" fmla="*/ 203152 w 258312"/>
                <a:gd name="connsiteY261" fmla="*/ 429785 h 462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</a:cxnLst>
              <a:rect l="l" t="t" r="r" b="b"/>
              <a:pathLst>
                <a:path w="258312" h="462018">
                  <a:moveTo>
                    <a:pt x="203152" y="429785"/>
                  </a:moveTo>
                  <a:lnTo>
                    <a:pt x="201806" y="421726"/>
                  </a:lnTo>
                  <a:lnTo>
                    <a:pt x="213915" y="410982"/>
                  </a:lnTo>
                  <a:lnTo>
                    <a:pt x="220642" y="408295"/>
                  </a:lnTo>
                  <a:lnTo>
                    <a:pt x="227369" y="396208"/>
                  </a:lnTo>
                  <a:lnTo>
                    <a:pt x="234095" y="385463"/>
                  </a:lnTo>
                  <a:lnTo>
                    <a:pt x="239477" y="372032"/>
                  </a:lnTo>
                  <a:lnTo>
                    <a:pt x="250240" y="354572"/>
                  </a:lnTo>
                  <a:lnTo>
                    <a:pt x="258312" y="335769"/>
                  </a:lnTo>
                  <a:lnTo>
                    <a:pt x="256967" y="327711"/>
                  </a:lnTo>
                  <a:lnTo>
                    <a:pt x="246204" y="314280"/>
                  </a:lnTo>
                  <a:lnTo>
                    <a:pt x="239477" y="311594"/>
                  </a:lnTo>
                  <a:lnTo>
                    <a:pt x="227369" y="295477"/>
                  </a:lnTo>
                  <a:lnTo>
                    <a:pt x="228714" y="287418"/>
                  </a:lnTo>
                  <a:lnTo>
                    <a:pt x="234095" y="280703"/>
                  </a:lnTo>
                  <a:lnTo>
                    <a:pt x="234095" y="272645"/>
                  </a:lnTo>
                  <a:lnTo>
                    <a:pt x="226024" y="267272"/>
                  </a:lnTo>
                  <a:lnTo>
                    <a:pt x="223333" y="261900"/>
                  </a:lnTo>
                  <a:lnTo>
                    <a:pt x="223333" y="252499"/>
                  </a:lnTo>
                  <a:lnTo>
                    <a:pt x="224678" y="249812"/>
                  </a:lnTo>
                  <a:lnTo>
                    <a:pt x="221987" y="244440"/>
                  </a:lnTo>
                  <a:lnTo>
                    <a:pt x="215260" y="243097"/>
                  </a:lnTo>
                  <a:lnTo>
                    <a:pt x="212570" y="239068"/>
                  </a:lnTo>
                  <a:lnTo>
                    <a:pt x="212570" y="231009"/>
                  </a:lnTo>
                  <a:lnTo>
                    <a:pt x="216606" y="226980"/>
                  </a:lnTo>
                  <a:lnTo>
                    <a:pt x="211224" y="225637"/>
                  </a:lnTo>
                  <a:lnTo>
                    <a:pt x="211224" y="221608"/>
                  </a:lnTo>
                  <a:lnTo>
                    <a:pt x="212570" y="205491"/>
                  </a:lnTo>
                  <a:lnTo>
                    <a:pt x="217951" y="204148"/>
                  </a:lnTo>
                  <a:lnTo>
                    <a:pt x="205843" y="177286"/>
                  </a:lnTo>
                  <a:lnTo>
                    <a:pt x="195080" y="157140"/>
                  </a:lnTo>
                  <a:lnTo>
                    <a:pt x="192389" y="150425"/>
                  </a:lnTo>
                  <a:lnTo>
                    <a:pt x="185662" y="143709"/>
                  </a:lnTo>
                  <a:lnTo>
                    <a:pt x="189698" y="131622"/>
                  </a:lnTo>
                  <a:lnTo>
                    <a:pt x="195080" y="123563"/>
                  </a:lnTo>
                  <a:lnTo>
                    <a:pt x="197771" y="115505"/>
                  </a:lnTo>
                  <a:lnTo>
                    <a:pt x="195080" y="112818"/>
                  </a:lnTo>
                  <a:lnTo>
                    <a:pt x="182971" y="104760"/>
                  </a:lnTo>
                  <a:lnTo>
                    <a:pt x="181626" y="99388"/>
                  </a:lnTo>
                  <a:lnTo>
                    <a:pt x="177590" y="94015"/>
                  </a:lnTo>
                  <a:lnTo>
                    <a:pt x="170863" y="89986"/>
                  </a:lnTo>
                  <a:lnTo>
                    <a:pt x="166827" y="89986"/>
                  </a:lnTo>
                  <a:lnTo>
                    <a:pt x="162791" y="77899"/>
                  </a:lnTo>
                  <a:lnTo>
                    <a:pt x="158755" y="73869"/>
                  </a:lnTo>
                  <a:lnTo>
                    <a:pt x="160100" y="64468"/>
                  </a:lnTo>
                  <a:lnTo>
                    <a:pt x="161445" y="57752"/>
                  </a:lnTo>
                  <a:lnTo>
                    <a:pt x="157409" y="56409"/>
                  </a:lnTo>
                  <a:lnTo>
                    <a:pt x="161445" y="53723"/>
                  </a:lnTo>
                  <a:lnTo>
                    <a:pt x="168172" y="51037"/>
                  </a:lnTo>
                  <a:lnTo>
                    <a:pt x="166827" y="40292"/>
                  </a:lnTo>
                  <a:lnTo>
                    <a:pt x="170863" y="33577"/>
                  </a:lnTo>
                  <a:lnTo>
                    <a:pt x="172208" y="28205"/>
                  </a:lnTo>
                  <a:lnTo>
                    <a:pt x="166827" y="22832"/>
                  </a:lnTo>
                  <a:lnTo>
                    <a:pt x="165482" y="18803"/>
                  </a:lnTo>
                  <a:lnTo>
                    <a:pt x="157409" y="17460"/>
                  </a:lnTo>
                  <a:lnTo>
                    <a:pt x="152028" y="14774"/>
                  </a:lnTo>
                  <a:lnTo>
                    <a:pt x="147991" y="10745"/>
                  </a:lnTo>
                  <a:lnTo>
                    <a:pt x="141265" y="2686"/>
                  </a:lnTo>
                  <a:lnTo>
                    <a:pt x="135883" y="0"/>
                  </a:lnTo>
                  <a:lnTo>
                    <a:pt x="125120" y="0"/>
                  </a:lnTo>
                  <a:lnTo>
                    <a:pt x="121084" y="4029"/>
                  </a:lnTo>
                  <a:lnTo>
                    <a:pt x="121084" y="6715"/>
                  </a:lnTo>
                  <a:lnTo>
                    <a:pt x="117048" y="8058"/>
                  </a:lnTo>
                  <a:lnTo>
                    <a:pt x="110321" y="6715"/>
                  </a:lnTo>
                  <a:lnTo>
                    <a:pt x="104940" y="9402"/>
                  </a:lnTo>
                  <a:lnTo>
                    <a:pt x="104940" y="12088"/>
                  </a:lnTo>
                  <a:lnTo>
                    <a:pt x="100903" y="17460"/>
                  </a:lnTo>
                  <a:lnTo>
                    <a:pt x="98213" y="18803"/>
                  </a:lnTo>
                  <a:lnTo>
                    <a:pt x="100903" y="22832"/>
                  </a:lnTo>
                  <a:lnTo>
                    <a:pt x="99558" y="26862"/>
                  </a:lnTo>
                  <a:lnTo>
                    <a:pt x="98213" y="40292"/>
                  </a:lnTo>
                  <a:lnTo>
                    <a:pt x="100903" y="48351"/>
                  </a:lnTo>
                  <a:lnTo>
                    <a:pt x="102249" y="52380"/>
                  </a:lnTo>
                  <a:lnTo>
                    <a:pt x="100903" y="55066"/>
                  </a:lnTo>
                  <a:lnTo>
                    <a:pt x="96867" y="57752"/>
                  </a:lnTo>
                  <a:lnTo>
                    <a:pt x="92831" y="57752"/>
                  </a:lnTo>
                  <a:lnTo>
                    <a:pt x="88795" y="61782"/>
                  </a:lnTo>
                  <a:lnTo>
                    <a:pt x="86104" y="63125"/>
                  </a:lnTo>
                  <a:lnTo>
                    <a:pt x="83414" y="68497"/>
                  </a:lnTo>
                  <a:lnTo>
                    <a:pt x="78032" y="67154"/>
                  </a:lnTo>
                  <a:lnTo>
                    <a:pt x="69960" y="61782"/>
                  </a:lnTo>
                  <a:lnTo>
                    <a:pt x="64578" y="61782"/>
                  </a:lnTo>
                  <a:lnTo>
                    <a:pt x="60542" y="65811"/>
                  </a:lnTo>
                  <a:lnTo>
                    <a:pt x="53815" y="72526"/>
                  </a:lnTo>
                  <a:lnTo>
                    <a:pt x="41707" y="72526"/>
                  </a:lnTo>
                  <a:lnTo>
                    <a:pt x="34980" y="69840"/>
                  </a:lnTo>
                  <a:lnTo>
                    <a:pt x="30944" y="64468"/>
                  </a:lnTo>
                  <a:lnTo>
                    <a:pt x="29598" y="59095"/>
                  </a:lnTo>
                  <a:lnTo>
                    <a:pt x="18835" y="49694"/>
                  </a:lnTo>
                  <a:lnTo>
                    <a:pt x="14799" y="44322"/>
                  </a:lnTo>
                  <a:lnTo>
                    <a:pt x="9418" y="42979"/>
                  </a:lnTo>
                  <a:lnTo>
                    <a:pt x="5381" y="45665"/>
                  </a:lnTo>
                  <a:lnTo>
                    <a:pt x="4036" y="49694"/>
                  </a:lnTo>
                  <a:lnTo>
                    <a:pt x="5381" y="53723"/>
                  </a:lnTo>
                  <a:lnTo>
                    <a:pt x="4036" y="55066"/>
                  </a:lnTo>
                  <a:lnTo>
                    <a:pt x="1345" y="53723"/>
                  </a:lnTo>
                  <a:lnTo>
                    <a:pt x="0" y="55066"/>
                  </a:lnTo>
                  <a:lnTo>
                    <a:pt x="4036" y="60438"/>
                  </a:lnTo>
                  <a:lnTo>
                    <a:pt x="10763" y="63125"/>
                  </a:lnTo>
                  <a:lnTo>
                    <a:pt x="20181" y="73869"/>
                  </a:lnTo>
                  <a:lnTo>
                    <a:pt x="26908" y="79242"/>
                  </a:lnTo>
                  <a:lnTo>
                    <a:pt x="37671" y="80585"/>
                  </a:lnTo>
                  <a:lnTo>
                    <a:pt x="41707" y="83271"/>
                  </a:lnTo>
                  <a:lnTo>
                    <a:pt x="45743" y="84614"/>
                  </a:lnTo>
                  <a:lnTo>
                    <a:pt x="51125" y="89986"/>
                  </a:lnTo>
                  <a:lnTo>
                    <a:pt x="52470" y="95358"/>
                  </a:lnTo>
                  <a:lnTo>
                    <a:pt x="55161" y="95358"/>
                  </a:lnTo>
                  <a:lnTo>
                    <a:pt x="56506" y="95358"/>
                  </a:lnTo>
                  <a:lnTo>
                    <a:pt x="60542" y="102074"/>
                  </a:lnTo>
                  <a:lnTo>
                    <a:pt x="64578" y="102074"/>
                  </a:lnTo>
                  <a:lnTo>
                    <a:pt x="67269" y="106103"/>
                  </a:lnTo>
                  <a:lnTo>
                    <a:pt x="65923" y="110132"/>
                  </a:lnTo>
                  <a:lnTo>
                    <a:pt x="67269" y="118191"/>
                  </a:lnTo>
                  <a:lnTo>
                    <a:pt x="64578" y="123563"/>
                  </a:lnTo>
                  <a:lnTo>
                    <a:pt x="64578" y="128935"/>
                  </a:lnTo>
                  <a:lnTo>
                    <a:pt x="71305" y="128935"/>
                  </a:lnTo>
                  <a:lnTo>
                    <a:pt x="72650" y="134308"/>
                  </a:lnTo>
                  <a:lnTo>
                    <a:pt x="69960" y="138337"/>
                  </a:lnTo>
                  <a:lnTo>
                    <a:pt x="71305" y="145052"/>
                  </a:lnTo>
                  <a:lnTo>
                    <a:pt x="73996" y="149082"/>
                  </a:lnTo>
                  <a:lnTo>
                    <a:pt x="75341" y="158483"/>
                  </a:lnTo>
                  <a:lnTo>
                    <a:pt x="73996" y="162512"/>
                  </a:lnTo>
                  <a:lnTo>
                    <a:pt x="75341" y="166542"/>
                  </a:lnTo>
                  <a:lnTo>
                    <a:pt x="75341" y="177286"/>
                  </a:lnTo>
                  <a:lnTo>
                    <a:pt x="73996" y="181315"/>
                  </a:lnTo>
                  <a:lnTo>
                    <a:pt x="76687" y="189374"/>
                  </a:lnTo>
                  <a:lnTo>
                    <a:pt x="82068" y="190717"/>
                  </a:lnTo>
                  <a:lnTo>
                    <a:pt x="86104" y="200118"/>
                  </a:lnTo>
                  <a:lnTo>
                    <a:pt x="88795" y="202805"/>
                  </a:lnTo>
                  <a:lnTo>
                    <a:pt x="88795" y="208177"/>
                  </a:lnTo>
                  <a:lnTo>
                    <a:pt x="90140" y="209520"/>
                  </a:lnTo>
                  <a:lnTo>
                    <a:pt x="95522" y="209520"/>
                  </a:lnTo>
                  <a:lnTo>
                    <a:pt x="100903" y="214892"/>
                  </a:lnTo>
                  <a:lnTo>
                    <a:pt x="110321" y="214892"/>
                  </a:lnTo>
                  <a:lnTo>
                    <a:pt x="117048" y="221608"/>
                  </a:lnTo>
                  <a:lnTo>
                    <a:pt x="113012" y="222951"/>
                  </a:lnTo>
                  <a:lnTo>
                    <a:pt x="115702" y="226980"/>
                  </a:lnTo>
                  <a:lnTo>
                    <a:pt x="115702" y="235038"/>
                  </a:lnTo>
                  <a:lnTo>
                    <a:pt x="114357" y="236382"/>
                  </a:lnTo>
                  <a:lnTo>
                    <a:pt x="122429" y="243097"/>
                  </a:lnTo>
                  <a:lnTo>
                    <a:pt x="117048" y="241754"/>
                  </a:lnTo>
                  <a:lnTo>
                    <a:pt x="114357" y="243097"/>
                  </a:lnTo>
                  <a:lnTo>
                    <a:pt x="121084" y="248469"/>
                  </a:lnTo>
                  <a:lnTo>
                    <a:pt x="121084" y="251155"/>
                  </a:lnTo>
                  <a:lnTo>
                    <a:pt x="113012" y="247126"/>
                  </a:lnTo>
                  <a:lnTo>
                    <a:pt x="106285" y="247126"/>
                  </a:lnTo>
                  <a:lnTo>
                    <a:pt x="99558" y="251155"/>
                  </a:lnTo>
                  <a:lnTo>
                    <a:pt x="99558" y="255185"/>
                  </a:lnTo>
                  <a:lnTo>
                    <a:pt x="94176" y="260557"/>
                  </a:lnTo>
                  <a:lnTo>
                    <a:pt x="94176" y="264586"/>
                  </a:lnTo>
                  <a:lnTo>
                    <a:pt x="91486" y="265929"/>
                  </a:lnTo>
                  <a:lnTo>
                    <a:pt x="83414" y="273988"/>
                  </a:lnTo>
                  <a:lnTo>
                    <a:pt x="82068" y="282046"/>
                  </a:lnTo>
                  <a:lnTo>
                    <a:pt x="80723" y="282046"/>
                  </a:lnTo>
                  <a:lnTo>
                    <a:pt x="79377" y="279360"/>
                  </a:lnTo>
                  <a:lnTo>
                    <a:pt x="76687" y="279360"/>
                  </a:lnTo>
                  <a:lnTo>
                    <a:pt x="78032" y="284732"/>
                  </a:lnTo>
                  <a:lnTo>
                    <a:pt x="76687" y="288762"/>
                  </a:lnTo>
                  <a:lnTo>
                    <a:pt x="71305" y="288762"/>
                  </a:lnTo>
                  <a:lnTo>
                    <a:pt x="68614" y="292791"/>
                  </a:lnTo>
                  <a:lnTo>
                    <a:pt x="69960" y="299506"/>
                  </a:lnTo>
                  <a:lnTo>
                    <a:pt x="73996" y="302192"/>
                  </a:lnTo>
                  <a:lnTo>
                    <a:pt x="67269" y="299506"/>
                  </a:lnTo>
                  <a:lnTo>
                    <a:pt x="65923" y="296820"/>
                  </a:lnTo>
                  <a:lnTo>
                    <a:pt x="61887" y="298163"/>
                  </a:lnTo>
                  <a:lnTo>
                    <a:pt x="60542" y="303535"/>
                  </a:lnTo>
                  <a:lnTo>
                    <a:pt x="61887" y="306222"/>
                  </a:lnTo>
                  <a:lnTo>
                    <a:pt x="57851" y="304879"/>
                  </a:lnTo>
                  <a:lnTo>
                    <a:pt x="56506" y="306222"/>
                  </a:lnTo>
                  <a:lnTo>
                    <a:pt x="60542" y="310251"/>
                  </a:lnTo>
                  <a:lnTo>
                    <a:pt x="60542" y="312937"/>
                  </a:lnTo>
                  <a:lnTo>
                    <a:pt x="57851" y="315623"/>
                  </a:lnTo>
                  <a:lnTo>
                    <a:pt x="56506" y="318309"/>
                  </a:lnTo>
                  <a:lnTo>
                    <a:pt x="52470" y="320995"/>
                  </a:lnTo>
                  <a:lnTo>
                    <a:pt x="49779" y="319652"/>
                  </a:lnTo>
                  <a:lnTo>
                    <a:pt x="49779" y="318309"/>
                  </a:lnTo>
                  <a:lnTo>
                    <a:pt x="47088" y="316966"/>
                  </a:lnTo>
                  <a:lnTo>
                    <a:pt x="43052" y="318309"/>
                  </a:lnTo>
                  <a:lnTo>
                    <a:pt x="44398" y="322338"/>
                  </a:lnTo>
                  <a:lnTo>
                    <a:pt x="41707" y="325025"/>
                  </a:lnTo>
                  <a:lnTo>
                    <a:pt x="43052" y="330397"/>
                  </a:lnTo>
                  <a:lnTo>
                    <a:pt x="41707" y="335769"/>
                  </a:lnTo>
                  <a:lnTo>
                    <a:pt x="39016" y="335769"/>
                  </a:lnTo>
                  <a:lnTo>
                    <a:pt x="36325" y="339799"/>
                  </a:lnTo>
                  <a:lnTo>
                    <a:pt x="37671" y="345171"/>
                  </a:lnTo>
                  <a:lnTo>
                    <a:pt x="39016" y="346514"/>
                  </a:lnTo>
                  <a:lnTo>
                    <a:pt x="37671" y="351886"/>
                  </a:lnTo>
                  <a:lnTo>
                    <a:pt x="39016" y="354572"/>
                  </a:lnTo>
                  <a:lnTo>
                    <a:pt x="41707" y="353229"/>
                  </a:lnTo>
                  <a:lnTo>
                    <a:pt x="44398" y="355915"/>
                  </a:lnTo>
                  <a:lnTo>
                    <a:pt x="43052" y="361288"/>
                  </a:lnTo>
                  <a:lnTo>
                    <a:pt x="41707" y="363974"/>
                  </a:lnTo>
                  <a:lnTo>
                    <a:pt x="43052" y="369346"/>
                  </a:lnTo>
                  <a:lnTo>
                    <a:pt x="41707" y="372032"/>
                  </a:lnTo>
                  <a:lnTo>
                    <a:pt x="47088" y="380091"/>
                  </a:lnTo>
                  <a:lnTo>
                    <a:pt x="49779" y="382777"/>
                  </a:lnTo>
                  <a:lnTo>
                    <a:pt x="48434" y="385463"/>
                  </a:lnTo>
                  <a:lnTo>
                    <a:pt x="52470" y="390835"/>
                  </a:lnTo>
                  <a:lnTo>
                    <a:pt x="48434" y="392179"/>
                  </a:lnTo>
                  <a:lnTo>
                    <a:pt x="49779" y="400237"/>
                  </a:lnTo>
                  <a:lnTo>
                    <a:pt x="48434" y="402923"/>
                  </a:lnTo>
                  <a:lnTo>
                    <a:pt x="48434" y="413668"/>
                  </a:lnTo>
                  <a:lnTo>
                    <a:pt x="51125" y="417697"/>
                  </a:lnTo>
                  <a:lnTo>
                    <a:pt x="48434" y="423069"/>
                  </a:lnTo>
                  <a:lnTo>
                    <a:pt x="48434" y="427099"/>
                  </a:lnTo>
                  <a:lnTo>
                    <a:pt x="49779" y="429785"/>
                  </a:lnTo>
                  <a:lnTo>
                    <a:pt x="56506" y="427099"/>
                  </a:lnTo>
                  <a:lnTo>
                    <a:pt x="59196" y="428442"/>
                  </a:lnTo>
                  <a:lnTo>
                    <a:pt x="60542" y="425755"/>
                  </a:lnTo>
                  <a:lnTo>
                    <a:pt x="65923" y="432471"/>
                  </a:lnTo>
                  <a:lnTo>
                    <a:pt x="69960" y="432471"/>
                  </a:lnTo>
                  <a:lnTo>
                    <a:pt x="73996" y="435157"/>
                  </a:lnTo>
                  <a:lnTo>
                    <a:pt x="80723" y="433814"/>
                  </a:lnTo>
                  <a:lnTo>
                    <a:pt x="83414" y="435157"/>
                  </a:lnTo>
                  <a:lnTo>
                    <a:pt x="82068" y="439186"/>
                  </a:lnTo>
                  <a:lnTo>
                    <a:pt x="84759" y="439186"/>
                  </a:lnTo>
                  <a:lnTo>
                    <a:pt x="91486" y="435157"/>
                  </a:lnTo>
                  <a:lnTo>
                    <a:pt x="91486" y="439186"/>
                  </a:lnTo>
                  <a:lnTo>
                    <a:pt x="88795" y="443215"/>
                  </a:lnTo>
                  <a:lnTo>
                    <a:pt x="95522" y="452617"/>
                  </a:lnTo>
                  <a:lnTo>
                    <a:pt x="96867" y="455303"/>
                  </a:lnTo>
                  <a:lnTo>
                    <a:pt x="95522" y="460675"/>
                  </a:lnTo>
                  <a:lnTo>
                    <a:pt x="96867" y="462018"/>
                  </a:lnTo>
                  <a:lnTo>
                    <a:pt x="99558" y="453960"/>
                  </a:lnTo>
                  <a:lnTo>
                    <a:pt x="102249" y="452617"/>
                  </a:lnTo>
                  <a:lnTo>
                    <a:pt x="102249" y="455303"/>
                  </a:lnTo>
                  <a:lnTo>
                    <a:pt x="106285" y="452617"/>
                  </a:lnTo>
                  <a:lnTo>
                    <a:pt x="110321" y="452617"/>
                  </a:lnTo>
                  <a:lnTo>
                    <a:pt x="118393" y="447245"/>
                  </a:lnTo>
                  <a:lnTo>
                    <a:pt x="123775" y="447245"/>
                  </a:lnTo>
                  <a:lnTo>
                    <a:pt x="134538" y="440529"/>
                  </a:lnTo>
                  <a:lnTo>
                    <a:pt x="134538" y="437843"/>
                  </a:lnTo>
                  <a:lnTo>
                    <a:pt x="141265" y="440529"/>
                  </a:lnTo>
                  <a:lnTo>
                    <a:pt x="145301" y="439186"/>
                  </a:lnTo>
                  <a:lnTo>
                    <a:pt x="149337" y="432471"/>
                  </a:lnTo>
                  <a:lnTo>
                    <a:pt x="150682" y="435157"/>
                  </a:lnTo>
                  <a:lnTo>
                    <a:pt x="147991" y="439186"/>
                  </a:lnTo>
                  <a:lnTo>
                    <a:pt x="150682" y="440529"/>
                  </a:lnTo>
                  <a:lnTo>
                    <a:pt x="153373" y="433814"/>
                  </a:lnTo>
                  <a:lnTo>
                    <a:pt x="156064" y="435157"/>
                  </a:lnTo>
                  <a:lnTo>
                    <a:pt x="153373" y="429785"/>
                  </a:lnTo>
                  <a:lnTo>
                    <a:pt x="156064" y="427099"/>
                  </a:lnTo>
                  <a:lnTo>
                    <a:pt x="158755" y="432471"/>
                  </a:lnTo>
                  <a:lnTo>
                    <a:pt x="161445" y="433814"/>
                  </a:lnTo>
                  <a:lnTo>
                    <a:pt x="162791" y="429785"/>
                  </a:lnTo>
                  <a:lnTo>
                    <a:pt x="165482" y="435157"/>
                  </a:lnTo>
                  <a:lnTo>
                    <a:pt x="168172" y="433814"/>
                  </a:lnTo>
                  <a:lnTo>
                    <a:pt x="168172" y="429785"/>
                  </a:lnTo>
                  <a:lnTo>
                    <a:pt x="170863" y="431128"/>
                  </a:lnTo>
                  <a:lnTo>
                    <a:pt x="172208" y="433814"/>
                  </a:lnTo>
                  <a:lnTo>
                    <a:pt x="174899" y="431128"/>
                  </a:lnTo>
                  <a:lnTo>
                    <a:pt x="181626" y="429785"/>
                  </a:lnTo>
                  <a:lnTo>
                    <a:pt x="185662" y="432471"/>
                  </a:lnTo>
                  <a:lnTo>
                    <a:pt x="193734" y="431128"/>
                  </a:lnTo>
                  <a:lnTo>
                    <a:pt x="193734" y="428442"/>
                  </a:lnTo>
                  <a:lnTo>
                    <a:pt x="191044" y="425755"/>
                  </a:lnTo>
                  <a:lnTo>
                    <a:pt x="193734" y="424412"/>
                  </a:lnTo>
                  <a:lnTo>
                    <a:pt x="197771" y="425755"/>
                  </a:lnTo>
                  <a:lnTo>
                    <a:pt x="199116" y="428442"/>
                  </a:lnTo>
                  <a:lnTo>
                    <a:pt x="204497" y="429785"/>
                  </a:lnTo>
                  <a:cubicBezTo>
                    <a:pt x="201806" y="433814"/>
                    <a:pt x="201806" y="432471"/>
                    <a:pt x="203152" y="429785"/>
                  </a:cubicBezTo>
                  <a:lnTo>
                    <a:pt x="203152" y="42978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4" name="Freeform 563">
              <a:extLst>
                <a:ext uri="{FF2B5EF4-FFF2-40B4-BE49-F238E27FC236}">
                  <a16:creationId xmlns:a16="http://schemas.microsoft.com/office/drawing/2014/main" id="{6908B103-0E1C-9CA2-6402-41AFC8427532}"/>
                </a:ext>
              </a:extLst>
            </p:cNvPr>
            <p:cNvSpPr/>
            <p:nvPr/>
          </p:nvSpPr>
          <p:spPr>
            <a:xfrm>
              <a:off x="7857002" y="2617117"/>
              <a:ext cx="13453" cy="9401"/>
            </a:xfrm>
            <a:custGeom>
              <a:avLst/>
              <a:gdLst>
                <a:gd name="connsiteX0" fmla="*/ 10763 w 13453"/>
                <a:gd name="connsiteY0" fmla="*/ 6715 h 9401"/>
                <a:gd name="connsiteX1" fmla="*/ 8072 w 13453"/>
                <a:gd name="connsiteY1" fmla="*/ 9402 h 9401"/>
                <a:gd name="connsiteX2" fmla="*/ 4036 w 13453"/>
                <a:gd name="connsiteY2" fmla="*/ 8058 h 9401"/>
                <a:gd name="connsiteX3" fmla="*/ 0 w 13453"/>
                <a:gd name="connsiteY3" fmla="*/ 2686 h 9401"/>
                <a:gd name="connsiteX4" fmla="*/ 5381 w 13453"/>
                <a:gd name="connsiteY4" fmla="*/ 0 h 9401"/>
                <a:gd name="connsiteX5" fmla="*/ 13454 w 13453"/>
                <a:gd name="connsiteY5" fmla="*/ 1343 h 9401"/>
                <a:gd name="connsiteX6" fmla="*/ 13454 w 13453"/>
                <a:gd name="connsiteY6" fmla="*/ 2686 h 9401"/>
                <a:gd name="connsiteX7" fmla="*/ 8072 w 13453"/>
                <a:gd name="connsiteY7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53" h="9401">
                  <a:moveTo>
                    <a:pt x="10763" y="6715"/>
                  </a:moveTo>
                  <a:lnTo>
                    <a:pt x="8072" y="9402"/>
                  </a:lnTo>
                  <a:lnTo>
                    <a:pt x="4036" y="8058"/>
                  </a:lnTo>
                  <a:lnTo>
                    <a:pt x="0" y="2686"/>
                  </a:lnTo>
                  <a:lnTo>
                    <a:pt x="5381" y="0"/>
                  </a:lnTo>
                  <a:lnTo>
                    <a:pt x="13454" y="1343"/>
                  </a:lnTo>
                  <a:lnTo>
                    <a:pt x="13454" y="2686"/>
                  </a:lnTo>
                  <a:lnTo>
                    <a:pt x="8072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5" name="Freeform 564">
              <a:extLst>
                <a:ext uri="{FF2B5EF4-FFF2-40B4-BE49-F238E27FC236}">
                  <a16:creationId xmlns:a16="http://schemas.microsoft.com/office/drawing/2014/main" id="{B184EF95-C0D0-FAC3-EE90-09543175A829}"/>
                </a:ext>
              </a:extLst>
            </p:cNvPr>
            <p:cNvSpPr/>
            <p:nvPr/>
          </p:nvSpPr>
          <p:spPr>
            <a:xfrm>
              <a:off x="7795114" y="2693673"/>
              <a:ext cx="2690" cy="5372"/>
            </a:xfrm>
            <a:custGeom>
              <a:avLst/>
              <a:gdLst>
                <a:gd name="connsiteX0" fmla="*/ 0 w 2690"/>
                <a:gd name="connsiteY0" fmla="*/ 4029 h 5372"/>
                <a:gd name="connsiteX1" fmla="*/ 0 w 2690"/>
                <a:gd name="connsiteY1" fmla="*/ 0 h 5372"/>
                <a:gd name="connsiteX2" fmla="*/ 2691 w 2690"/>
                <a:gd name="connsiteY2" fmla="*/ 2686 h 5372"/>
                <a:gd name="connsiteX3" fmla="*/ 1345 w 2690"/>
                <a:gd name="connsiteY3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5372">
                  <a:moveTo>
                    <a:pt x="0" y="4029"/>
                  </a:moveTo>
                  <a:lnTo>
                    <a:pt x="0" y="0"/>
                  </a:lnTo>
                  <a:lnTo>
                    <a:pt x="2691" y="2686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6" name="Freeform 565">
              <a:extLst>
                <a:ext uri="{FF2B5EF4-FFF2-40B4-BE49-F238E27FC236}">
                  <a16:creationId xmlns:a16="http://schemas.microsoft.com/office/drawing/2014/main" id="{82E54380-76DC-840A-0472-D764431F677B}"/>
                </a:ext>
              </a:extLst>
            </p:cNvPr>
            <p:cNvSpPr/>
            <p:nvPr/>
          </p:nvSpPr>
          <p:spPr>
            <a:xfrm>
              <a:off x="7791078" y="2700388"/>
              <a:ext cx="8072" cy="8058"/>
            </a:xfrm>
            <a:custGeom>
              <a:avLst/>
              <a:gdLst>
                <a:gd name="connsiteX0" fmla="*/ 1345 w 8072"/>
                <a:gd name="connsiteY0" fmla="*/ 0 h 8058"/>
                <a:gd name="connsiteX1" fmla="*/ 4036 w 8072"/>
                <a:gd name="connsiteY1" fmla="*/ 2686 h 8058"/>
                <a:gd name="connsiteX2" fmla="*/ 8072 w 8072"/>
                <a:gd name="connsiteY2" fmla="*/ 1343 h 8058"/>
                <a:gd name="connsiteX3" fmla="*/ 6727 w 8072"/>
                <a:gd name="connsiteY3" fmla="*/ 5372 h 8058"/>
                <a:gd name="connsiteX4" fmla="*/ 2691 w 8072"/>
                <a:gd name="connsiteY4" fmla="*/ 8058 h 8058"/>
                <a:gd name="connsiteX5" fmla="*/ 0 w 8072"/>
                <a:gd name="connsiteY5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8058">
                  <a:moveTo>
                    <a:pt x="1345" y="0"/>
                  </a:moveTo>
                  <a:lnTo>
                    <a:pt x="4036" y="2686"/>
                  </a:lnTo>
                  <a:lnTo>
                    <a:pt x="8072" y="1343"/>
                  </a:lnTo>
                  <a:lnTo>
                    <a:pt x="6727" y="5372"/>
                  </a:lnTo>
                  <a:lnTo>
                    <a:pt x="2691" y="8058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7" name="Freeform 566">
              <a:extLst>
                <a:ext uri="{FF2B5EF4-FFF2-40B4-BE49-F238E27FC236}">
                  <a16:creationId xmlns:a16="http://schemas.microsoft.com/office/drawing/2014/main" id="{B44F8A1A-1AAD-FFE0-8A07-C9A59161A91C}"/>
                </a:ext>
              </a:extLst>
            </p:cNvPr>
            <p:cNvSpPr/>
            <p:nvPr/>
          </p:nvSpPr>
          <p:spPr>
            <a:xfrm>
              <a:off x="7842202" y="2836039"/>
              <a:ext cx="5381" cy="6715"/>
            </a:xfrm>
            <a:custGeom>
              <a:avLst/>
              <a:gdLst>
                <a:gd name="connsiteX0" fmla="*/ 4036 w 5381"/>
                <a:gd name="connsiteY0" fmla="*/ 0 h 6715"/>
                <a:gd name="connsiteX1" fmla="*/ 5381 w 5381"/>
                <a:gd name="connsiteY1" fmla="*/ 4029 h 6715"/>
                <a:gd name="connsiteX2" fmla="*/ 1345 w 5381"/>
                <a:gd name="connsiteY2" fmla="*/ 6715 h 6715"/>
                <a:gd name="connsiteX3" fmla="*/ 0 w 5381"/>
                <a:gd name="connsiteY3" fmla="*/ 4029 h 6715"/>
                <a:gd name="connsiteX4" fmla="*/ 2691 w 5381"/>
                <a:gd name="connsiteY4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4036" y="0"/>
                  </a:moveTo>
                  <a:lnTo>
                    <a:pt x="5381" y="4029"/>
                  </a:lnTo>
                  <a:lnTo>
                    <a:pt x="1345" y="6715"/>
                  </a:lnTo>
                  <a:lnTo>
                    <a:pt x="0" y="4029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8" name="Freeform 567">
              <a:extLst>
                <a:ext uri="{FF2B5EF4-FFF2-40B4-BE49-F238E27FC236}">
                  <a16:creationId xmlns:a16="http://schemas.microsoft.com/office/drawing/2014/main" id="{DD0279EC-9321-B433-A116-8552B8E3454C}"/>
                </a:ext>
              </a:extLst>
            </p:cNvPr>
            <p:cNvSpPr/>
            <p:nvPr/>
          </p:nvSpPr>
          <p:spPr>
            <a:xfrm>
              <a:off x="7839512" y="2830667"/>
              <a:ext cx="1345" cy="4029"/>
            </a:xfrm>
            <a:custGeom>
              <a:avLst/>
              <a:gdLst>
                <a:gd name="connsiteX0" fmla="*/ 0 w 1345"/>
                <a:gd name="connsiteY0" fmla="*/ 0 h 4029"/>
                <a:gd name="connsiteX1" fmla="*/ 1345 w 1345"/>
                <a:gd name="connsiteY1" fmla="*/ 4029 h 4029"/>
                <a:gd name="connsiteX2" fmla="*/ 0 w 1345"/>
                <a:gd name="connsiteY2" fmla="*/ 4029 h 4029"/>
                <a:gd name="connsiteX3" fmla="*/ 0 w 1345"/>
                <a:gd name="connsiteY3" fmla="*/ 0 h 4029"/>
                <a:gd name="connsiteX4" fmla="*/ 0 w 1345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5" h="4029">
                  <a:moveTo>
                    <a:pt x="0" y="0"/>
                  </a:moveTo>
                  <a:lnTo>
                    <a:pt x="1345" y="4029"/>
                  </a:lnTo>
                  <a:lnTo>
                    <a:pt x="0" y="402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9" name="Freeform 568">
              <a:extLst>
                <a:ext uri="{FF2B5EF4-FFF2-40B4-BE49-F238E27FC236}">
                  <a16:creationId xmlns:a16="http://schemas.microsoft.com/office/drawing/2014/main" id="{AC68B41D-6D1A-F7A8-2C3D-96E45417756B}"/>
                </a:ext>
              </a:extLst>
            </p:cNvPr>
            <p:cNvSpPr/>
            <p:nvPr/>
          </p:nvSpPr>
          <p:spPr>
            <a:xfrm>
              <a:off x="7827403" y="2823951"/>
              <a:ext cx="9417" cy="6715"/>
            </a:xfrm>
            <a:custGeom>
              <a:avLst/>
              <a:gdLst>
                <a:gd name="connsiteX0" fmla="*/ 1345 w 9417"/>
                <a:gd name="connsiteY0" fmla="*/ 1343 h 6715"/>
                <a:gd name="connsiteX1" fmla="*/ 9418 w 9417"/>
                <a:gd name="connsiteY1" fmla="*/ 0 h 6715"/>
                <a:gd name="connsiteX2" fmla="*/ 8072 w 9417"/>
                <a:gd name="connsiteY2" fmla="*/ 2686 h 6715"/>
                <a:gd name="connsiteX3" fmla="*/ 4036 w 9417"/>
                <a:gd name="connsiteY3" fmla="*/ 6715 h 6715"/>
                <a:gd name="connsiteX4" fmla="*/ 0 w 9417"/>
                <a:gd name="connsiteY4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6715">
                  <a:moveTo>
                    <a:pt x="1345" y="1343"/>
                  </a:moveTo>
                  <a:lnTo>
                    <a:pt x="9418" y="0"/>
                  </a:lnTo>
                  <a:lnTo>
                    <a:pt x="8072" y="2686"/>
                  </a:lnTo>
                  <a:lnTo>
                    <a:pt x="4036" y="6715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0" name="Freeform 569">
              <a:extLst>
                <a:ext uri="{FF2B5EF4-FFF2-40B4-BE49-F238E27FC236}">
                  <a16:creationId xmlns:a16="http://schemas.microsoft.com/office/drawing/2014/main" id="{8C89185F-295C-D9D7-D826-6CAF049BD162}"/>
                </a:ext>
              </a:extLst>
            </p:cNvPr>
            <p:cNvSpPr/>
            <p:nvPr/>
          </p:nvSpPr>
          <p:spPr>
            <a:xfrm>
              <a:off x="7817986" y="2817236"/>
              <a:ext cx="5381" cy="6715"/>
            </a:xfrm>
            <a:custGeom>
              <a:avLst/>
              <a:gdLst>
                <a:gd name="connsiteX0" fmla="*/ 0 w 5381"/>
                <a:gd name="connsiteY0" fmla="*/ 0 h 6715"/>
                <a:gd name="connsiteX1" fmla="*/ 5381 w 5381"/>
                <a:gd name="connsiteY1" fmla="*/ 4029 h 6715"/>
                <a:gd name="connsiteX2" fmla="*/ 2691 w 5381"/>
                <a:gd name="connsiteY2" fmla="*/ 6715 h 6715"/>
                <a:gd name="connsiteX3" fmla="*/ 0 w 5381"/>
                <a:gd name="connsiteY3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6715">
                  <a:moveTo>
                    <a:pt x="0" y="0"/>
                  </a:moveTo>
                  <a:lnTo>
                    <a:pt x="5381" y="4029"/>
                  </a:lnTo>
                  <a:lnTo>
                    <a:pt x="2691" y="671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C55FE9B7-33A2-D722-5654-534CF3872906}"/>
                </a:ext>
              </a:extLst>
            </p:cNvPr>
            <p:cNvSpPr/>
            <p:nvPr/>
          </p:nvSpPr>
          <p:spPr>
            <a:xfrm>
              <a:off x="7805877" y="2819556"/>
              <a:ext cx="5381" cy="3052"/>
            </a:xfrm>
            <a:custGeom>
              <a:avLst/>
              <a:gdLst>
                <a:gd name="connsiteX0" fmla="*/ 0 w 5381"/>
                <a:gd name="connsiteY0" fmla="*/ 366 h 3052"/>
                <a:gd name="connsiteX1" fmla="*/ 5381 w 5381"/>
                <a:gd name="connsiteY1" fmla="*/ 1709 h 3052"/>
                <a:gd name="connsiteX2" fmla="*/ 2691 w 5381"/>
                <a:gd name="connsiteY2" fmla="*/ 3052 h 3052"/>
                <a:gd name="connsiteX3" fmla="*/ 0 w 5381"/>
                <a:gd name="connsiteY3" fmla="*/ 366 h 3052"/>
                <a:gd name="connsiteX4" fmla="*/ 0 w 5381"/>
                <a:gd name="connsiteY4" fmla="*/ 366 h 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3052">
                  <a:moveTo>
                    <a:pt x="0" y="366"/>
                  </a:moveTo>
                  <a:lnTo>
                    <a:pt x="5381" y="1709"/>
                  </a:lnTo>
                  <a:lnTo>
                    <a:pt x="2691" y="3052"/>
                  </a:lnTo>
                  <a:cubicBezTo>
                    <a:pt x="2691" y="1709"/>
                    <a:pt x="0" y="-977"/>
                    <a:pt x="0" y="366"/>
                  </a:cubicBezTo>
                  <a:lnTo>
                    <a:pt x="0" y="36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2" name="Freeform 571">
              <a:extLst>
                <a:ext uri="{FF2B5EF4-FFF2-40B4-BE49-F238E27FC236}">
                  <a16:creationId xmlns:a16="http://schemas.microsoft.com/office/drawing/2014/main" id="{067AAD2F-24ED-0A3A-FFEA-98669D06486F}"/>
                </a:ext>
              </a:extLst>
            </p:cNvPr>
            <p:cNvSpPr/>
            <p:nvPr/>
          </p:nvSpPr>
          <p:spPr>
            <a:xfrm>
              <a:off x="7769552" y="2819922"/>
              <a:ext cx="18835" cy="21489"/>
            </a:xfrm>
            <a:custGeom>
              <a:avLst/>
              <a:gdLst>
                <a:gd name="connsiteX0" fmla="*/ 1345 w 18835"/>
                <a:gd name="connsiteY0" fmla="*/ 6715 h 21489"/>
                <a:gd name="connsiteX1" fmla="*/ 8072 w 18835"/>
                <a:gd name="connsiteY1" fmla="*/ 9402 h 21489"/>
                <a:gd name="connsiteX2" fmla="*/ 9418 w 18835"/>
                <a:gd name="connsiteY2" fmla="*/ 6715 h 21489"/>
                <a:gd name="connsiteX3" fmla="*/ 5381 w 18835"/>
                <a:gd name="connsiteY3" fmla="*/ 4029 h 21489"/>
                <a:gd name="connsiteX4" fmla="*/ 5381 w 18835"/>
                <a:gd name="connsiteY4" fmla="*/ 0 h 21489"/>
                <a:gd name="connsiteX5" fmla="*/ 8072 w 18835"/>
                <a:gd name="connsiteY5" fmla="*/ 0 h 21489"/>
                <a:gd name="connsiteX6" fmla="*/ 16145 w 18835"/>
                <a:gd name="connsiteY6" fmla="*/ 5372 h 21489"/>
                <a:gd name="connsiteX7" fmla="*/ 16145 w 18835"/>
                <a:gd name="connsiteY7" fmla="*/ 9402 h 21489"/>
                <a:gd name="connsiteX8" fmla="*/ 13454 w 18835"/>
                <a:gd name="connsiteY8" fmla="*/ 8059 h 21489"/>
                <a:gd name="connsiteX9" fmla="*/ 12108 w 18835"/>
                <a:gd name="connsiteY9" fmla="*/ 10745 h 21489"/>
                <a:gd name="connsiteX10" fmla="*/ 13454 w 18835"/>
                <a:gd name="connsiteY10" fmla="*/ 14774 h 21489"/>
                <a:gd name="connsiteX11" fmla="*/ 17490 w 18835"/>
                <a:gd name="connsiteY11" fmla="*/ 14774 h 21489"/>
                <a:gd name="connsiteX12" fmla="*/ 18835 w 18835"/>
                <a:gd name="connsiteY12" fmla="*/ 18803 h 21489"/>
                <a:gd name="connsiteX13" fmla="*/ 16145 w 18835"/>
                <a:gd name="connsiteY13" fmla="*/ 21489 h 21489"/>
                <a:gd name="connsiteX14" fmla="*/ 10763 w 18835"/>
                <a:gd name="connsiteY14" fmla="*/ 17460 h 21489"/>
                <a:gd name="connsiteX15" fmla="*/ 6727 w 18835"/>
                <a:gd name="connsiteY15" fmla="*/ 14774 h 21489"/>
                <a:gd name="connsiteX16" fmla="*/ 2691 w 18835"/>
                <a:gd name="connsiteY16" fmla="*/ 12088 h 21489"/>
                <a:gd name="connsiteX17" fmla="*/ 0 w 18835"/>
                <a:gd name="connsiteY17" fmla="*/ 9402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835" h="21489">
                  <a:moveTo>
                    <a:pt x="1345" y="6715"/>
                  </a:moveTo>
                  <a:lnTo>
                    <a:pt x="8072" y="9402"/>
                  </a:lnTo>
                  <a:lnTo>
                    <a:pt x="9418" y="6715"/>
                  </a:lnTo>
                  <a:lnTo>
                    <a:pt x="5381" y="4029"/>
                  </a:lnTo>
                  <a:lnTo>
                    <a:pt x="5381" y="0"/>
                  </a:lnTo>
                  <a:lnTo>
                    <a:pt x="8072" y="0"/>
                  </a:lnTo>
                  <a:lnTo>
                    <a:pt x="16145" y="5372"/>
                  </a:lnTo>
                  <a:lnTo>
                    <a:pt x="16145" y="9402"/>
                  </a:lnTo>
                  <a:lnTo>
                    <a:pt x="13454" y="8059"/>
                  </a:lnTo>
                  <a:lnTo>
                    <a:pt x="12108" y="10745"/>
                  </a:lnTo>
                  <a:lnTo>
                    <a:pt x="13454" y="14774"/>
                  </a:lnTo>
                  <a:lnTo>
                    <a:pt x="17490" y="14774"/>
                  </a:lnTo>
                  <a:lnTo>
                    <a:pt x="18835" y="18803"/>
                  </a:lnTo>
                  <a:lnTo>
                    <a:pt x="16145" y="21489"/>
                  </a:lnTo>
                  <a:lnTo>
                    <a:pt x="10763" y="17460"/>
                  </a:lnTo>
                  <a:lnTo>
                    <a:pt x="6727" y="14774"/>
                  </a:lnTo>
                  <a:lnTo>
                    <a:pt x="2691" y="12088"/>
                  </a:lnTo>
                  <a:lnTo>
                    <a:pt x="0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573" name="Graphic 5">
            <a:extLst>
              <a:ext uri="{FF2B5EF4-FFF2-40B4-BE49-F238E27FC236}">
                <a16:creationId xmlns:a16="http://schemas.microsoft.com/office/drawing/2014/main" id="{7EE9893E-4C93-1517-1157-FDD4F523DB4E}"/>
              </a:ext>
            </a:extLst>
          </p:cNvPr>
          <p:cNvGrpSpPr/>
          <p:nvPr/>
        </p:nvGrpSpPr>
        <p:grpSpPr>
          <a:xfrm>
            <a:off x="7830094" y="2849470"/>
            <a:ext cx="138573" cy="95358"/>
            <a:chOff x="7830094" y="2849470"/>
            <a:chExt cx="138573" cy="95358"/>
          </a:xfrm>
          <a:solidFill>
            <a:srgbClr val="E5E5E4"/>
          </a:solidFill>
        </p:grpSpPr>
        <p:sp>
          <p:nvSpPr>
            <p:cNvPr id="574" name="Freeform 573">
              <a:extLst>
                <a:ext uri="{FF2B5EF4-FFF2-40B4-BE49-F238E27FC236}">
                  <a16:creationId xmlns:a16="http://schemas.microsoft.com/office/drawing/2014/main" id="{81F8E10B-BA1C-4DDA-A394-A29469CDB6C5}"/>
                </a:ext>
              </a:extLst>
            </p:cNvPr>
            <p:cNvSpPr/>
            <p:nvPr/>
          </p:nvSpPr>
          <p:spPr>
            <a:xfrm>
              <a:off x="7863728" y="2849470"/>
              <a:ext cx="104939" cy="95358"/>
            </a:xfrm>
            <a:custGeom>
              <a:avLst/>
              <a:gdLst>
                <a:gd name="connsiteX0" fmla="*/ 96867 w 104939"/>
                <a:gd name="connsiteY0" fmla="*/ 92672 h 95358"/>
                <a:gd name="connsiteX1" fmla="*/ 100903 w 104939"/>
                <a:gd name="connsiteY1" fmla="*/ 85957 h 95358"/>
                <a:gd name="connsiteX2" fmla="*/ 100903 w 104939"/>
                <a:gd name="connsiteY2" fmla="*/ 81928 h 95358"/>
                <a:gd name="connsiteX3" fmla="*/ 104939 w 104939"/>
                <a:gd name="connsiteY3" fmla="*/ 77898 h 95358"/>
                <a:gd name="connsiteX4" fmla="*/ 104939 w 104939"/>
                <a:gd name="connsiteY4" fmla="*/ 72526 h 95358"/>
                <a:gd name="connsiteX5" fmla="*/ 92831 w 104939"/>
                <a:gd name="connsiteY5" fmla="*/ 51037 h 95358"/>
                <a:gd name="connsiteX6" fmla="*/ 94176 w 104939"/>
                <a:gd name="connsiteY6" fmla="*/ 30891 h 95358"/>
                <a:gd name="connsiteX7" fmla="*/ 96867 w 104939"/>
                <a:gd name="connsiteY7" fmla="*/ 29548 h 95358"/>
                <a:gd name="connsiteX8" fmla="*/ 99558 w 104939"/>
                <a:gd name="connsiteY8" fmla="*/ 21489 h 95358"/>
                <a:gd name="connsiteX9" fmla="*/ 103594 w 104939"/>
                <a:gd name="connsiteY9" fmla="*/ 17460 h 95358"/>
                <a:gd name="connsiteX10" fmla="*/ 103594 w 104939"/>
                <a:gd name="connsiteY10" fmla="*/ 14774 h 95358"/>
                <a:gd name="connsiteX11" fmla="*/ 103594 w 104939"/>
                <a:gd name="connsiteY11" fmla="*/ 14774 h 95358"/>
                <a:gd name="connsiteX12" fmla="*/ 100903 w 104939"/>
                <a:gd name="connsiteY12" fmla="*/ 10745 h 95358"/>
                <a:gd name="connsiteX13" fmla="*/ 100903 w 104939"/>
                <a:gd name="connsiteY13" fmla="*/ 12088 h 95358"/>
                <a:gd name="connsiteX14" fmla="*/ 79377 w 104939"/>
                <a:gd name="connsiteY14" fmla="*/ 12088 h 95358"/>
                <a:gd name="connsiteX15" fmla="*/ 69960 w 104939"/>
                <a:gd name="connsiteY15" fmla="*/ 6715 h 95358"/>
                <a:gd name="connsiteX16" fmla="*/ 60542 w 104939"/>
                <a:gd name="connsiteY16" fmla="*/ 6715 h 95358"/>
                <a:gd name="connsiteX17" fmla="*/ 55161 w 104939"/>
                <a:gd name="connsiteY17" fmla="*/ 4029 h 95358"/>
                <a:gd name="connsiteX18" fmla="*/ 51124 w 104939"/>
                <a:gd name="connsiteY18" fmla="*/ 5372 h 95358"/>
                <a:gd name="connsiteX19" fmla="*/ 45743 w 104939"/>
                <a:gd name="connsiteY19" fmla="*/ 0 h 95358"/>
                <a:gd name="connsiteX20" fmla="*/ 45743 w 104939"/>
                <a:gd name="connsiteY20" fmla="*/ 4029 h 95358"/>
                <a:gd name="connsiteX21" fmla="*/ 41707 w 104939"/>
                <a:gd name="connsiteY21" fmla="*/ 2686 h 95358"/>
                <a:gd name="connsiteX22" fmla="*/ 41707 w 104939"/>
                <a:gd name="connsiteY22" fmla="*/ 5372 h 95358"/>
                <a:gd name="connsiteX23" fmla="*/ 45743 w 104939"/>
                <a:gd name="connsiteY23" fmla="*/ 8058 h 95358"/>
                <a:gd name="connsiteX24" fmla="*/ 40361 w 104939"/>
                <a:gd name="connsiteY24" fmla="*/ 10745 h 95358"/>
                <a:gd name="connsiteX25" fmla="*/ 37670 w 104939"/>
                <a:gd name="connsiteY25" fmla="*/ 9401 h 95358"/>
                <a:gd name="connsiteX26" fmla="*/ 28253 w 104939"/>
                <a:gd name="connsiteY26" fmla="*/ 9401 h 95358"/>
                <a:gd name="connsiteX27" fmla="*/ 26908 w 104939"/>
                <a:gd name="connsiteY27" fmla="*/ 6715 h 95358"/>
                <a:gd name="connsiteX28" fmla="*/ 25562 w 104939"/>
                <a:gd name="connsiteY28" fmla="*/ 12088 h 95358"/>
                <a:gd name="connsiteX29" fmla="*/ 21526 w 104939"/>
                <a:gd name="connsiteY29" fmla="*/ 10745 h 95358"/>
                <a:gd name="connsiteX30" fmla="*/ 16145 w 104939"/>
                <a:gd name="connsiteY30" fmla="*/ 13431 h 95358"/>
                <a:gd name="connsiteX31" fmla="*/ 14799 w 104939"/>
                <a:gd name="connsiteY31" fmla="*/ 17460 h 95358"/>
                <a:gd name="connsiteX32" fmla="*/ 12108 w 104939"/>
                <a:gd name="connsiteY32" fmla="*/ 16117 h 95358"/>
                <a:gd name="connsiteX33" fmla="*/ 4036 w 104939"/>
                <a:gd name="connsiteY33" fmla="*/ 20146 h 95358"/>
                <a:gd name="connsiteX34" fmla="*/ 0 w 104939"/>
                <a:gd name="connsiteY34" fmla="*/ 24175 h 95358"/>
                <a:gd name="connsiteX35" fmla="*/ 1345 w 104939"/>
                <a:gd name="connsiteY35" fmla="*/ 41635 h 95358"/>
                <a:gd name="connsiteX36" fmla="*/ 4036 w 104939"/>
                <a:gd name="connsiteY36" fmla="*/ 41635 h 95358"/>
                <a:gd name="connsiteX37" fmla="*/ 5381 w 104939"/>
                <a:gd name="connsiteY37" fmla="*/ 40292 h 95358"/>
                <a:gd name="connsiteX38" fmla="*/ 10763 w 104939"/>
                <a:gd name="connsiteY38" fmla="*/ 40292 h 95358"/>
                <a:gd name="connsiteX39" fmla="*/ 8072 w 104939"/>
                <a:gd name="connsiteY39" fmla="*/ 44321 h 95358"/>
                <a:gd name="connsiteX40" fmla="*/ 4036 w 104939"/>
                <a:gd name="connsiteY40" fmla="*/ 44321 h 95358"/>
                <a:gd name="connsiteX41" fmla="*/ 5381 w 104939"/>
                <a:gd name="connsiteY41" fmla="*/ 51037 h 95358"/>
                <a:gd name="connsiteX42" fmla="*/ 9418 w 104939"/>
                <a:gd name="connsiteY42" fmla="*/ 57752 h 95358"/>
                <a:gd name="connsiteX43" fmla="*/ 16145 w 104939"/>
                <a:gd name="connsiteY43" fmla="*/ 64468 h 95358"/>
                <a:gd name="connsiteX44" fmla="*/ 18835 w 104939"/>
                <a:gd name="connsiteY44" fmla="*/ 64468 h 95358"/>
                <a:gd name="connsiteX45" fmla="*/ 20181 w 104939"/>
                <a:gd name="connsiteY45" fmla="*/ 60438 h 95358"/>
                <a:gd name="connsiteX46" fmla="*/ 24217 w 104939"/>
                <a:gd name="connsiteY46" fmla="*/ 56409 h 95358"/>
                <a:gd name="connsiteX47" fmla="*/ 26908 w 104939"/>
                <a:gd name="connsiteY47" fmla="*/ 59095 h 95358"/>
                <a:gd name="connsiteX48" fmla="*/ 24217 w 104939"/>
                <a:gd name="connsiteY48" fmla="*/ 73869 h 95358"/>
                <a:gd name="connsiteX49" fmla="*/ 24217 w 104939"/>
                <a:gd name="connsiteY49" fmla="*/ 76555 h 95358"/>
                <a:gd name="connsiteX50" fmla="*/ 26908 w 104939"/>
                <a:gd name="connsiteY50" fmla="*/ 75212 h 95358"/>
                <a:gd name="connsiteX51" fmla="*/ 34980 w 104939"/>
                <a:gd name="connsiteY51" fmla="*/ 69840 h 95358"/>
                <a:gd name="connsiteX52" fmla="*/ 40361 w 104939"/>
                <a:gd name="connsiteY52" fmla="*/ 68497 h 95358"/>
                <a:gd name="connsiteX53" fmla="*/ 47088 w 104939"/>
                <a:gd name="connsiteY53" fmla="*/ 73869 h 95358"/>
                <a:gd name="connsiteX54" fmla="*/ 51124 w 104939"/>
                <a:gd name="connsiteY54" fmla="*/ 73869 h 95358"/>
                <a:gd name="connsiteX55" fmla="*/ 52470 w 104939"/>
                <a:gd name="connsiteY55" fmla="*/ 68497 h 95358"/>
                <a:gd name="connsiteX56" fmla="*/ 55161 w 104939"/>
                <a:gd name="connsiteY56" fmla="*/ 71183 h 95358"/>
                <a:gd name="connsiteX57" fmla="*/ 57851 w 104939"/>
                <a:gd name="connsiteY57" fmla="*/ 75212 h 95358"/>
                <a:gd name="connsiteX58" fmla="*/ 60542 w 104939"/>
                <a:gd name="connsiteY58" fmla="*/ 75212 h 95358"/>
                <a:gd name="connsiteX59" fmla="*/ 68614 w 104939"/>
                <a:gd name="connsiteY59" fmla="*/ 80585 h 95358"/>
                <a:gd name="connsiteX60" fmla="*/ 71305 w 104939"/>
                <a:gd name="connsiteY60" fmla="*/ 87300 h 95358"/>
                <a:gd name="connsiteX61" fmla="*/ 76687 w 104939"/>
                <a:gd name="connsiteY61" fmla="*/ 88643 h 95358"/>
                <a:gd name="connsiteX62" fmla="*/ 80723 w 104939"/>
                <a:gd name="connsiteY62" fmla="*/ 95358 h 95358"/>
                <a:gd name="connsiteX63" fmla="*/ 88795 w 104939"/>
                <a:gd name="connsiteY63" fmla="*/ 91329 h 9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04939" h="95358">
                  <a:moveTo>
                    <a:pt x="96867" y="92672"/>
                  </a:moveTo>
                  <a:lnTo>
                    <a:pt x="100903" y="85957"/>
                  </a:lnTo>
                  <a:lnTo>
                    <a:pt x="100903" y="81928"/>
                  </a:lnTo>
                  <a:lnTo>
                    <a:pt x="104939" y="77898"/>
                  </a:lnTo>
                  <a:lnTo>
                    <a:pt x="104939" y="72526"/>
                  </a:lnTo>
                  <a:lnTo>
                    <a:pt x="92831" y="51037"/>
                  </a:lnTo>
                  <a:lnTo>
                    <a:pt x="94176" y="30891"/>
                  </a:lnTo>
                  <a:lnTo>
                    <a:pt x="96867" y="29548"/>
                  </a:lnTo>
                  <a:lnTo>
                    <a:pt x="99558" y="21489"/>
                  </a:lnTo>
                  <a:lnTo>
                    <a:pt x="103594" y="17460"/>
                  </a:lnTo>
                  <a:lnTo>
                    <a:pt x="103594" y="14774"/>
                  </a:lnTo>
                  <a:lnTo>
                    <a:pt x="103594" y="14774"/>
                  </a:lnTo>
                  <a:lnTo>
                    <a:pt x="100903" y="10745"/>
                  </a:lnTo>
                  <a:lnTo>
                    <a:pt x="100903" y="12088"/>
                  </a:lnTo>
                  <a:lnTo>
                    <a:pt x="79377" y="12088"/>
                  </a:lnTo>
                  <a:lnTo>
                    <a:pt x="69960" y="6715"/>
                  </a:lnTo>
                  <a:lnTo>
                    <a:pt x="60542" y="6715"/>
                  </a:lnTo>
                  <a:lnTo>
                    <a:pt x="55161" y="4029"/>
                  </a:lnTo>
                  <a:lnTo>
                    <a:pt x="51124" y="5372"/>
                  </a:lnTo>
                  <a:lnTo>
                    <a:pt x="45743" y="0"/>
                  </a:lnTo>
                  <a:lnTo>
                    <a:pt x="45743" y="4029"/>
                  </a:lnTo>
                  <a:lnTo>
                    <a:pt x="41707" y="2686"/>
                  </a:lnTo>
                  <a:lnTo>
                    <a:pt x="41707" y="5372"/>
                  </a:lnTo>
                  <a:lnTo>
                    <a:pt x="45743" y="8058"/>
                  </a:lnTo>
                  <a:lnTo>
                    <a:pt x="40361" y="10745"/>
                  </a:lnTo>
                  <a:lnTo>
                    <a:pt x="37670" y="9401"/>
                  </a:lnTo>
                  <a:lnTo>
                    <a:pt x="28253" y="9401"/>
                  </a:lnTo>
                  <a:lnTo>
                    <a:pt x="26908" y="6715"/>
                  </a:lnTo>
                  <a:lnTo>
                    <a:pt x="25562" y="12088"/>
                  </a:lnTo>
                  <a:lnTo>
                    <a:pt x="21526" y="10745"/>
                  </a:lnTo>
                  <a:lnTo>
                    <a:pt x="16145" y="13431"/>
                  </a:lnTo>
                  <a:lnTo>
                    <a:pt x="14799" y="17460"/>
                  </a:lnTo>
                  <a:lnTo>
                    <a:pt x="12108" y="16117"/>
                  </a:lnTo>
                  <a:lnTo>
                    <a:pt x="4036" y="20146"/>
                  </a:lnTo>
                  <a:lnTo>
                    <a:pt x="0" y="24175"/>
                  </a:lnTo>
                  <a:lnTo>
                    <a:pt x="1345" y="41635"/>
                  </a:lnTo>
                  <a:lnTo>
                    <a:pt x="4036" y="41635"/>
                  </a:lnTo>
                  <a:lnTo>
                    <a:pt x="5381" y="40292"/>
                  </a:lnTo>
                  <a:lnTo>
                    <a:pt x="10763" y="40292"/>
                  </a:lnTo>
                  <a:lnTo>
                    <a:pt x="8072" y="44321"/>
                  </a:lnTo>
                  <a:lnTo>
                    <a:pt x="4036" y="44321"/>
                  </a:lnTo>
                  <a:lnTo>
                    <a:pt x="5381" y="51037"/>
                  </a:lnTo>
                  <a:lnTo>
                    <a:pt x="9418" y="57752"/>
                  </a:lnTo>
                  <a:lnTo>
                    <a:pt x="16145" y="64468"/>
                  </a:lnTo>
                  <a:lnTo>
                    <a:pt x="18835" y="64468"/>
                  </a:lnTo>
                  <a:lnTo>
                    <a:pt x="20181" y="60438"/>
                  </a:lnTo>
                  <a:lnTo>
                    <a:pt x="24217" y="56409"/>
                  </a:lnTo>
                  <a:lnTo>
                    <a:pt x="26908" y="59095"/>
                  </a:lnTo>
                  <a:lnTo>
                    <a:pt x="24217" y="73869"/>
                  </a:lnTo>
                  <a:lnTo>
                    <a:pt x="24217" y="76555"/>
                  </a:lnTo>
                  <a:lnTo>
                    <a:pt x="26908" y="75212"/>
                  </a:lnTo>
                  <a:lnTo>
                    <a:pt x="34980" y="69840"/>
                  </a:lnTo>
                  <a:lnTo>
                    <a:pt x="40361" y="68497"/>
                  </a:lnTo>
                  <a:lnTo>
                    <a:pt x="47088" y="73869"/>
                  </a:lnTo>
                  <a:lnTo>
                    <a:pt x="51124" y="73869"/>
                  </a:lnTo>
                  <a:lnTo>
                    <a:pt x="52470" y="68497"/>
                  </a:lnTo>
                  <a:lnTo>
                    <a:pt x="55161" y="71183"/>
                  </a:lnTo>
                  <a:lnTo>
                    <a:pt x="57851" y="75212"/>
                  </a:lnTo>
                  <a:lnTo>
                    <a:pt x="60542" y="75212"/>
                  </a:lnTo>
                  <a:lnTo>
                    <a:pt x="68614" y="80585"/>
                  </a:lnTo>
                  <a:lnTo>
                    <a:pt x="71305" y="87300"/>
                  </a:lnTo>
                  <a:lnTo>
                    <a:pt x="76687" y="88643"/>
                  </a:lnTo>
                  <a:lnTo>
                    <a:pt x="80723" y="95358"/>
                  </a:lnTo>
                  <a:lnTo>
                    <a:pt x="88795" y="913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5" name="Freeform 574">
              <a:extLst>
                <a:ext uri="{FF2B5EF4-FFF2-40B4-BE49-F238E27FC236}">
                  <a16:creationId xmlns:a16="http://schemas.microsoft.com/office/drawing/2014/main" id="{014E82F9-43BA-0F8E-5C8C-42169CB70404}"/>
                </a:ext>
              </a:extLst>
            </p:cNvPr>
            <p:cNvSpPr/>
            <p:nvPr/>
          </p:nvSpPr>
          <p:spPr>
            <a:xfrm>
              <a:off x="7855656" y="2880360"/>
              <a:ext cx="5381" cy="4029"/>
            </a:xfrm>
            <a:custGeom>
              <a:avLst/>
              <a:gdLst>
                <a:gd name="connsiteX0" fmla="*/ 0 w 5381"/>
                <a:gd name="connsiteY0" fmla="*/ 0 h 4029"/>
                <a:gd name="connsiteX1" fmla="*/ 4036 w 5381"/>
                <a:gd name="connsiteY1" fmla="*/ 0 h 4029"/>
                <a:gd name="connsiteX2" fmla="*/ 5381 w 5381"/>
                <a:gd name="connsiteY2" fmla="*/ 2686 h 4029"/>
                <a:gd name="connsiteX3" fmla="*/ 1345 w 5381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0" y="0"/>
                  </a:moveTo>
                  <a:lnTo>
                    <a:pt x="4036" y="0"/>
                  </a:lnTo>
                  <a:lnTo>
                    <a:pt x="5381" y="2686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id="{23676B03-2458-2394-33C8-77F0212C63A7}"/>
                </a:ext>
              </a:extLst>
            </p:cNvPr>
            <p:cNvSpPr/>
            <p:nvPr/>
          </p:nvSpPr>
          <p:spPr>
            <a:xfrm>
              <a:off x="7832785" y="2880360"/>
              <a:ext cx="22871" cy="13430"/>
            </a:xfrm>
            <a:custGeom>
              <a:avLst/>
              <a:gdLst>
                <a:gd name="connsiteX0" fmla="*/ 13454 w 22871"/>
                <a:gd name="connsiteY0" fmla="*/ 13431 h 13430"/>
                <a:gd name="connsiteX1" fmla="*/ 10763 w 22871"/>
                <a:gd name="connsiteY1" fmla="*/ 8059 h 13430"/>
                <a:gd name="connsiteX2" fmla="*/ 6727 w 22871"/>
                <a:gd name="connsiteY2" fmla="*/ 8059 h 13430"/>
                <a:gd name="connsiteX3" fmla="*/ 1345 w 22871"/>
                <a:gd name="connsiteY3" fmla="*/ 9402 h 13430"/>
                <a:gd name="connsiteX4" fmla="*/ 0 w 22871"/>
                <a:gd name="connsiteY4" fmla="*/ 8059 h 13430"/>
                <a:gd name="connsiteX5" fmla="*/ 8072 w 22871"/>
                <a:gd name="connsiteY5" fmla="*/ 4029 h 13430"/>
                <a:gd name="connsiteX6" fmla="*/ 10763 w 22871"/>
                <a:gd name="connsiteY6" fmla="*/ 1343 h 13430"/>
                <a:gd name="connsiteX7" fmla="*/ 10763 w 22871"/>
                <a:gd name="connsiteY7" fmla="*/ 0 h 13430"/>
                <a:gd name="connsiteX8" fmla="*/ 13454 w 22871"/>
                <a:gd name="connsiteY8" fmla="*/ 0 h 13430"/>
                <a:gd name="connsiteX9" fmla="*/ 16144 w 22871"/>
                <a:gd name="connsiteY9" fmla="*/ 2686 h 13430"/>
                <a:gd name="connsiteX10" fmla="*/ 20181 w 22871"/>
                <a:gd name="connsiteY10" fmla="*/ 2686 h 13430"/>
                <a:gd name="connsiteX11" fmla="*/ 22871 w 22871"/>
                <a:gd name="connsiteY11" fmla="*/ 8059 h 13430"/>
                <a:gd name="connsiteX12" fmla="*/ 20181 w 22871"/>
                <a:gd name="connsiteY12" fmla="*/ 6715 h 13430"/>
                <a:gd name="connsiteX13" fmla="*/ 14799 w 22871"/>
                <a:gd name="connsiteY13" fmla="*/ 9402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71" h="13430">
                  <a:moveTo>
                    <a:pt x="13454" y="13431"/>
                  </a:moveTo>
                  <a:lnTo>
                    <a:pt x="10763" y="8059"/>
                  </a:lnTo>
                  <a:lnTo>
                    <a:pt x="6727" y="8059"/>
                  </a:lnTo>
                  <a:lnTo>
                    <a:pt x="1345" y="9402"/>
                  </a:lnTo>
                  <a:lnTo>
                    <a:pt x="0" y="8059"/>
                  </a:lnTo>
                  <a:lnTo>
                    <a:pt x="8072" y="4029"/>
                  </a:lnTo>
                  <a:lnTo>
                    <a:pt x="10763" y="1343"/>
                  </a:lnTo>
                  <a:lnTo>
                    <a:pt x="10763" y="0"/>
                  </a:lnTo>
                  <a:lnTo>
                    <a:pt x="13454" y="0"/>
                  </a:lnTo>
                  <a:lnTo>
                    <a:pt x="16144" y="2686"/>
                  </a:lnTo>
                  <a:lnTo>
                    <a:pt x="20181" y="2686"/>
                  </a:lnTo>
                  <a:lnTo>
                    <a:pt x="22871" y="8059"/>
                  </a:lnTo>
                  <a:lnTo>
                    <a:pt x="20181" y="6715"/>
                  </a:lnTo>
                  <a:lnTo>
                    <a:pt x="14799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7" name="Freeform 576">
              <a:extLst>
                <a:ext uri="{FF2B5EF4-FFF2-40B4-BE49-F238E27FC236}">
                  <a16:creationId xmlns:a16="http://schemas.microsoft.com/office/drawing/2014/main" id="{ABE76F0D-AAFF-09EE-CDD4-4EC3FC308D49}"/>
                </a:ext>
              </a:extLst>
            </p:cNvPr>
            <p:cNvSpPr/>
            <p:nvPr/>
          </p:nvSpPr>
          <p:spPr>
            <a:xfrm>
              <a:off x="7855656" y="2893791"/>
              <a:ext cx="9417" cy="8058"/>
            </a:xfrm>
            <a:custGeom>
              <a:avLst/>
              <a:gdLst>
                <a:gd name="connsiteX0" fmla="*/ 0 w 9417"/>
                <a:gd name="connsiteY0" fmla="*/ 2686 h 8058"/>
                <a:gd name="connsiteX1" fmla="*/ 0 w 9417"/>
                <a:gd name="connsiteY1" fmla="*/ 0 h 8058"/>
                <a:gd name="connsiteX2" fmla="*/ 6727 w 9417"/>
                <a:gd name="connsiteY2" fmla="*/ 0 h 8058"/>
                <a:gd name="connsiteX3" fmla="*/ 9418 w 9417"/>
                <a:gd name="connsiteY3" fmla="*/ 6715 h 8058"/>
                <a:gd name="connsiteX4" fmla="*/ 6727 w 9417"/>
                <a:gd name="connsiteY4" fmla="*/ 805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8058">
                  <a:moveTo>
                    <a:pt x="0" y="2686"/>
                  </a:moveTo>
                  <a:lnTo>
                    <a:pt x="0" y="0"/>
                  </a:lnTo>
                  <a:lnTo>
                    <a:pt x="6727" y="0"/>
                  </a:lnTo>
                  <a:lnTo>
                    <a:pt x="9418" y="6715"/>
                  </a:lnTo>
                  <a:lnTo>
                    <a:pt x="6727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D4811DB7-D819-3FB2-26DA-C415D6DBC4A6}"/>
                </a:ext>
              </a:extLst>
            </p:cNvPr>
            <p:cNvSpPr/>
            <p:nvPr/>
          </p:nvSpPr>
          <p:spPr>
            <a:xfrm>
              <a:off x="7830094" y="2896477"/>
              <a:ext cx="30943" cy="30890"/>
            </a:xfrm>
            <a:custGeom>
              <a:avLst/>
              <a:gdLst>
                <a:gd name="connsiteX0" fmla="*/ 2691 w 30943"/>
                <a:gd name="connsiteY0" fmla="*/ 29548 h 30890"/>
                <a:gd name="connsiteX1" fmla="*/ 5381 w 30943"/>
                <a:gd name="connsiteY1" fmla="*/ 30891 h 30890"/>
                <a:gd name="connsiteX2" fmla="*/ 9418 w 30943"/>
                <a:gd name="connsiteY2" fmla="*/ 26862 h 30890"/>
                <a:gd name="connsiteX3" fmla="*/ 9418 w 30943"/>
                <a:gd name="connsiteY3" fmla="*/ 24175 h 30890"/>
                <a:gd name="connsiteX4" fmla="*/ 12108 w 30943"/>
                <a:gd name="connsiteY4" fmla="*/ 17460 h 30890"/>
                <a:gd name="connsiteX5" fmla="*/ 20181 w 30943"/>
                <a:gd name="connsiteY5" fmla="*/ 16117 h 30890"/>
                <a:gd name="connsiteX6" fmla="*/ 22872 w 30943"/>
                <a:gd name="connsiteY6" fmla="*/ 12088 h 30890"/>
                <a:gd name="connsiteX7" fmla="*/ 25562 w 30943"/>
                <a:gd name="connsiteY7" fmla="*/ 8058 h 30890"/>
                <a:gd name="connsiteX8" fmla="*/ 29598 w 30943"/>
                <a:gd name="connsiteY8" fmla="*/ 9401 h 30890"/>
                <a:gd name="connsiteX9" fmla="*/ 30943 w 30943"/>
                <a:gd name="connsiteY9" fmla="*/ 8058 h 30890"/>
                <a:gd name="connsiteX10" fmla="*/ 29598 w 30943"/>
                <a:gd name="connsiteY10" fmla="*/ 6715 h 30890"/>
                <a:gd name="connsiteX11" fmla="*/ 26908 w 30943"/>
                <a:gd name="connsiteY11" fmla="*/ 5372 h 30890"/>
                <a:gd name="connsiteX12" fmla="*/ 22872 w 30943"/>
                <a:gd name="connsiteY12" fmla="*/ 2686 h 30890"/>
                <a:gd name="connsiteX13" fmla="*/ 14799 w 30943"/>
                <a:gd name="connsiteY13" fmla="*/ 1343 h 30890"/>
                <a:gd name="connsiteX14" fmla="*/ 12108 w 30943"/>
                <a:gd name="connsiteY14" fmla="*/ 0 h 30890"/>
                <a:gd name="connsiteX15" fmla="*/ 10763 w 30943"/>
                <a:gd name="connsiteY15" fmla="*/ 2686 h 30890"/>
                <a:gd name="connsiteX16" fmla="*/ 8072 w 30943"/>
                <a:gd name="connsiteY16" fmla="*/ 4029 h 30890"/>
                <a:gd name="connsiteX17" fmla="*/ 6727 w 30943"/>
                <a:gd name="connsiteY17" fmla="*/ 6715 h 30890"/>
                <a:gd name="connsiteX18" fmla="*/ 5381 w 30943"/>
                <a:gd name="connsiteY18" fmla="*/ 4029 h 30890"/>
                <a:gd name="connsiteX19" fmla="*/ 1345 w 30943"/>
                <a:gd name="connsiteY19" fmla="*/ 4029 h 30890"/>
                <a:gd name="connsiteX20" fmla="*/ 2691 w 30943"/>
                <a:gd name="connsiteY20" fmla="*/ 5372 h 30890"/>
                <a:gd name="connsiteX21" fmla="*/ 0 w 30943"/>
                <a:gd name="connsiteY21" fmla="*/ 6715 h 30890"/>
                <a:gd name="connsiteX22" fmla="*/ 2691 w 30943"/>
                <a:gd name="connsiteY22" fmla="*/ 8058 h 30890"/>
                <a:gd name="connsiteX23" fmla="*/ 2691 w 30943"/>
                <a:gd name="connsiteY23" fmla="*/ 10745 h 30890"/>
                <a:gd name="connsiteX24" fmla="*/ 0 w 30943"/>
                <a:gd name="connsiteY24" fmla="*/ 12088 h 30890"/>
                <a:gd name="connsiteX25" fmla="*/ 0 w 30943"/>
                <a:gd name="connsiteY25" fmla="*/ 14774 h 30890"/>
                <a:gd name="connsiteX26" fmla="*/ 4036 w 30943"/>
                <a:gd name="connsiteY26" fmla="*/ 16117 h 30890"/>
                <a:gd name="connsiteX27" fmla="*/ 8072 w 30943"/>
                <a:gd name="connsiteY27" fmla="*/ 20146 h 30890"/>
                <a:gd name="connsiteX28" fmla="*/ 6727 w 30943"/>
                <a:gd name="connsiteY28" fmla="*/ 24175 h 30890"/>
                <a:gd name="connsiteX29" fmla="*/ 5381 w 30943"/>
                <a:gd name="connsiteY29" fmla="*/ 24175 h 3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0943" h="30890">
                  <a:moveTo>
                    <a:pt x="2691" y="29548"/>
                  </a:moveTo>
                  <a:lnTo>
                    <a:pt x="5381" y="30891"/>
                  </a:lnTo>
                  <a:lnTo>
                    <a:pt x="9418" y="26862"/>
                  </a:lnTo>
                  <a:lnTo>
                    <a:pt x="9418" y="24175"/>
                  </a:lnTo>
                  <a:lnTo>
                    <a:pt x="12108" y="17460"/>
                  </a:lnTo>
                  <a:lnTo>
                    <a:pt x="20181" y="16117"/>
                  </a:lnTo>
                  <a:lnTo>
                    <a:pt x="22872" y="12088"/>
                  </a:lnTo>
                  <a:lnTo>
                    <a:pt x="25562" y="8058"/>
                  </a:lnTo>
                  <a:lnTo>
                    <a:pt x="29598" y="9401"/>
                  </a:lnTo>
                  <a:lnTo>
                    <a:pt x="30943" y="8058"/>
                  </a:lnTo>
                  <a:lnTo>
                    <a:pt x="29598" y="6715"/>
                  </a:lnTo>
                  <a:lnTo>
                    <a:pt x="26908" y="5372"/>
                  </a:lnTo>
                  <a:lnTo>
                    <a:pt x="22872" y="2686"/>
                  </a:lnTo>
                  <a:lnTo>
                    <a:pt x="14799" y="1343"/>
                  </a:lnTo>
                  <a:lnTo>
                    <a:pt x="12108" y="0"/>
                  </a:lnTo>
                  <a:lnTo>
                    <a:pt x="10763" y="2686"/>
                  </a:lnTo>
                  <a:lnTo>
                    <a:pt x="8072" y="4029"/>
                  </a:lnTo>
                  <a:lnTo>
                    <a:pt x="6727" y="6715"/>
                  </a:lnTo>
                  <a:lnTo>
                    <a:pt x="5381" y="4029"/>
                  </a:lnTo>
                  <a:lnTo>
                    <a:pt x="1345" y="4029"/>
                  </a:lnTo>
                  <a:lnTo>
                    <a:pt x="2691" y="5372"/>
                  </a:lnTo>
                  <a:lnTo>
                    <a:pt x="0" y="6715"/>
                  </a:lnTo>
                  <a:lnTo>
                    <a:pt x="2691" y="8058"/>
                  </a:lnTo>
                  <a:lnTo>
                    <a:pt x="2691" y="10745"/>
                  </a:lnTo>
                  <a:lnTo>
                    <a:pt x="0" y="12088"/>
                  </a:lnTo>
                  <a:lnTo>
                    <a:pt x="0" y="14774"/>
                  </a:lnTo>
                  <a:lnTo>
                    <a:pt x="4036" y="16117"/>
                  </a:lnTo>
                  <a:lnTo>
                    <a:pt x="8072" y="20146"/>
                  </a:lnTo>
                  <a:lnTo>
                    <a:pt x="6727" y="24175"/>
                  </a:lnTo>
                  <a:lnTo>
                    <a:pt x="5381" y="2417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579" name="Freeform 578">
            <a:extLst>
              <a:ext uri="{FF2B5EF4-FFF2-40B4-BE49-F238E27FC236}">
                <a16:creationId xmlns:a16="http://schemas.microsoft.com/office/drawing/2014/main" id="{99C616B8-60EC-0E90-1CF0-BD9104A53F7E}"/>
              </a:ext>
            </a:extLst>
          </p:cNvPr>
          <p:cNvSpPr/>
          <p:nvPr/>
        </p:nvSpPr>
        <p:spPr>
          <a:xfrm>
            <a:off x="7815295" y="2917967"/>
            <a:ext cx="165481" cy="89986"/>
          </a:xfrm>
          <a:custGeom>
            <a:avLst/>
            <a:gdLst>
              <a:gd name="connsiteX0" fmla="*/ 161445 w 165481"/>
              <a:gd name="connsiteY0" fmla="*/ 71183 h 89986"/>
              <a:gd name="connsiteX1" fmla="*/ 160100 w 165481"/>
              <a:gd name="connsiteY1" fmla="*/ 75212 h 89986"/>
              <a:gd name="connsiteX2" fmla="*/ 154718 w 165481"/>
              <a:gd name="connsiteY2" fmla="*/ 77899 h 89986"/>
              <a:gd name="connsiteX3" fmla="*/ 153373 w 165481"/>
              <a:gd name="connsiteY3" fmla="*/ 84614 h 89986"/>
              <a:gd name="connsiteX4" fmla="*/ 142610 w 165481"/>
              <a:gd name="connsiteY4" fmla="*/ 85957 h 89986"/>
              <a:gd name="connsiteX5" fmla="*/ 134538 w 165481"/>
              <a:gd name="connsiteY5" fmla="*/ 89986 h 89986"/>
              <a:gd name="connsiteX6" fmla="*/ 134538 w 165481"/>
              <a:gd name="connsiteY6" fmla="*/ 89986 h 89986"/>
              <a:gd name="connsiteX7" fmla="*/ 131847 w 165481"/>
              <a:gd name="connsiteY7" fmla="*/ 87300 h 89986"/>
              <a:gd name="connsiteX8" fmla="*/ 125120 w 165481"/>
              <a:gd name="connsiteY8" fmla="*/ 87300 h 89986"/>
              <a:gd name="connsiteX9" fmla="*/ 118393 w 165481"/>
              <a:gd name="connsiteY9" fmla="*/ 79241 h 89986"/>
              <a:gd name="connsiteX10" fmla="*/ 113012 w 165481"/>
              <a:gd name="connsiteY10" fmla="*/ 77899 h 89986"/>
              <a:gd name="connsiteX11" fmla="*/ 106285 w 165481"/>
              <a:gd name="connsiteY11" fmla="*/ 71183 h 89986"/>
              <a:gd name="connsiteX12" fmla="*/ 98213 w 165481"/>
              <a:gd name="connsiteY12" fmla="*/ 69840 h 89986"/>
              <a:gd name="connsiteX13" fmla="*/ 88795 w 165481"/>
              <a:gd name="connsiteY13" fmla="*/ 65811 h 89986"/>
              <a:gd name="connsiteX14" fmla="*/ 80723 w 165481"/>
              <a:gd name="connsiteY14" fmla="*/ 71183 h 89986"/>
              <a:gd name="connsiteX15" fmla="*/ 78032 w 165481"/>
              <a:gd name="connsiteY15" fmla="*/ 69840 h 89986"/>
              <a:gd name="connsiteX16" fmla="*/ 69960 w 165481"/>
              <a:gd name="connsiteY16" fmla="*/ 69840 h 89986"/>
              <a:gd name="connsiteX17" fmla="*/ 65923 w 165481"/>
              <a:gd name="connsiteY17" fmla="*/ 64468 h 89986"/>
              <a:gd name="connsiteX18" fmla="*/ 61887 w 165481"/>
              <a:gd name="connsiteY18" fmla="*/ 64468 h 89986"/>
              <a:gd name="connsiteX19" fmla="*/ 60542 w 165481"/>
              <a:gd name="connsiteY19" fmla="*/ 61782 h 89986"/>
              <a:gd name="connsiteX20" fmla="*/ 55161 w 165481"/>
              <a:gd name="connsiteY20" fmla="*/ 61782 h 89986"/>
              <a:gd name="connsiteX21" fmla="*/ 49779 w 165481"/>
              <a:gd name="connsiteY21" fmla="*/ 65811 h 89986"/>
              <a:gd name="connsiteX22" fmla="*/ 47088 w 165481"/>
              <a:gd name="connsiteY22" fmla="*/ 63125 h 89986"/>
              <a:gd name="connsiteX23" fmla="*/ 40361 w 165481"/>
              <a:gd name="connsiteY23" fmla="*/ 63125 h 89986"/>
              <a:gd name="connsiteX24" fmla="*/ 30944 w 165481"/>
              <a:gd name="connsiteY24" fmla="*/ 63125 h 89986"/>
              <a:gd name="connsiteX25" fmla="*/ 20181 w 165481"/>
              <a:gd name="connsiteY25" fmla="*/ 65811 h 89986"/>
              <a:gd name="connsiteX26" fmla="*/ 12108 w 165481"/>
              <a:gd name="connsiteY26" fmla="*/ 72526 h 89986"/>
              <a:gd name="connsiteX27" fmla="*/ 10763 w 165481"/>
              <a:gd name="connsiteY27" fmla="*/ 77899 h 89986"/>
              <a:gd name="connsiteX28" fmla="*/ 5381 w 165481"/>
              <a:gd name="connsiteY28" fmla="*/ 79241 h 89986"/>
              <a:gd name="connsiteX29" fmla="*/ 5381 w 165481"/>
              <a:gd name="connsiteY29" fmla="*/ 77899 h 89986"/>
              <a:gd name="connsiteX30" fmla="*/ 2691 w 165481"/>
              <a:gd name="connsiteY30" fmla="*/ 75212 h 89986"/>
              <a:gd name="connsiteX31" fmla="*/ 0 w 165481"/>
              <a:gd name="connsiteY31" fmla="*/ 63125 h 89986"/>
              <a:gd name="connsiteX32" fmla="*/ 4036 w 165481"/>
              <a:gd name="connsiteY32" fmla="*/ 59095 h 89986"/>
              <a:gd name="connsiteX33" fmla="*/ 2691 w 165481"/>
              <a:gd name="connsiteY33" fmla="*/ 53723 h 89986"/>
              <a:gd name="connsiteX34" fmla="*/ 4036 w 165481"/>
              <a:gd name="connsiteY34" fmla="*/ 49694 h 89986"/>
              <a:gd name="connsiteX35" fmla="*/ 10763 w 165481"/>
              <a:gd name="connsiteY35" fmla="*/ 41635 h 89986"/>
              <a:gd name="connsiteX36" fmla="*/ 10763 w 165481"/>
              <a:gd name="connsiteY36" fmla="*/ 32234 h 89986"/>
              <a:gd name="connsiteX37" fmla="*/ 12108 w 165481"/>
              <a:gd name="connsiteY37" fmla="*/ 32234 h 89986"/>
              <a:gd name="connsiteX38" fmla="*/ 12108 w 165481"/>
              <a:gd name="connsiteY38" fmla="*/ 28205 h 89986"/>
              <a:gd name="connsiteX39" fmla="*/ 16145 w 165481"/>
              <a:gd name="connsiteY39" fmla="*/ 21489 h 89986"/>
              <a:gd name="connsiteX40" fmla="*/ 21526 w 165481"/>
              <a:gd name="connsiteY40" fmla="*/ 21489 h 89986"/>
              <a:gd name="connsiteX41" fmla="*/ 24217 w 165481"/>
              <a:gd name="connsiteY41" fmla="*/ 18803 h 89986"/>
              <a:gd name="connsiteX42" fmla="*/ 30944 w 165481"/>
              <a:gd name="connsiteY42" fmla="*/ 17460 h 89986"/>
              <a:gd name="connsiteX43" fmla="*/ 34980 w 165481"/>
              <a:gd name="connsiteY43" fmla="*/ 12088 h 89986"/>
              <a:gd name="connsiteX44" fmla="*/ 37671 w 165481"/>
              <a:gd name="connsiteY44" fmla="*/ 12088 h 89986"/>
              <a:gd name="connsiteX45" fmla="*/ 37671 w 165481"/>
              <a:gd name="connsiteY45" fmla="*/ 20146 h 89986"/>
              <a:gd name="connsiteX46" fmla="*/ 49779 w 165481"/>
              <a:gd name="connsiteY46" fmla="*/ 33577 h 89986"/>
              <a:gd name="connsiteX47" fmla="*/ 51125 w 165481"/>
              <a:gd name="connsiteY47" fmla="*/ 37606 h 89986"/>
              <a:gd name="connsiteX48" fmla="*/ 57851 w 165481"/>
              <a:gd name="connsiteY48" fmla="*/ 42978 h 89986"/>
              <a:gd name="connsiteX49" fmla="*/ 63233 w 165481"/>
              <a:gd name="connsiteY49" fmla="*/ 42978 h 89986"/>
              <a:gd name="connsiteX50" fmla="*/ 71305 w 165481"/>
              <a:gd name="connsiteY50" fmla="*/ 34920 h 89986"/>
              <a:gd name="connsiteX51" fmla="*/ 73996 w 165481"/>
              <a:gd name="connsiteY51" fmla="*/ 25518 h 89986"/>
              <a:gd name="connsiteX52" fmla="*/ 72650 w 165481"/>
              <a:gd name="connsiteY52" fmla="*/ 14774 h 89986"/>
              <a:gd name="connsiteX53" fmla="*/ 72650 w 165481"/>
              <a:gd name="connsiteY53" fmla="*/ 8059 h 89986"/>
              <a:gd name="connsiteX54" fmla="*/ 75341 w 165481"/>
              <a:gd name="connsiteY54" fmla="*/ 6715 h 89986"/>
              <a:gd name="connsiteX55" fmla="*/ 83414 w 165481"/>
              <a:gd name="connsiteY55" fmla="*/ 1343 h 89986"/>
              <a:gd name="connsiteX56" fmla="*/ 88795 w 165481"/>
              <a:gd name="connsiteY56" fmla="*/ 0 h 89986"/>
              <a:gd name="connsiteX57" fmla="*/ 95522 w 165481"/>
              <a:gd name="connsiteY57" fmla="*/ 5372 h 89986"/>
              <a:gd name="connsiteX58" fmla="*/ 99558 w 165481"/>
              <a:gd name="connsiteY58" fmla="*/ 5372 h 89986"/>
              <a:gd name="connsiteX59" fmla="*/ 100903 w 165481"/>
              <a:gd name="connsiteY59" fmla="*/ 0 h 89986"/>
              <a:gd name="connsiteX60" fmla="*/ 103594 w 165481"/>
              <a:gd name="connsiteY60" fmla="*/ 2686 h 89986"/>
              <a:gd name="connsiteX61" fmla="*/ 106285 w 165481"/>
              <a:gd name="connsiteY61" fmla="*/ 6715 h 89986"/>
              <a:gd name="connsiteX62" fmla="*/ 108976 w 165481"/>
              <a:gd name="connsiteY62" fmla="*/ 6715 h 89986"/>
              <a:gd name="connsiteX63" fmla="*/ 117048 w 165481"/>
              <a:gd name="connsiteY63" fmla="*/ 12088 h 89986"/>
              <a:gd name="connsiteX64" fmla="*/ 119738 w 165481"/>
              <a:gd name="connsiteY64" fmla="*/ 18803 h 89986"/>
              <a:gd name="connsiteX65" fmla="*/ 125120 w 165481"/>
              <a:gd name="connsiteY65" fmla="*/ 20146 h 89986"/>
              <a:gd name="connsiteX66" fmla="*/ 129156 w 165481"/>
              <a:gd name="connsiteY66" fmla="*/ 26862 h 89986"/>
              <a:gd name="connsiteX67" fmla="*/ 137229 w 165481"/>
              <a:gd name="connsiteY67" fmla="*/ 22832 h 89986"/>
              <a:gd name="connsiteX68" fmla="*/ 150682 w 165481"/>
              <a:gd name="connsiteY68" fmla="*/ 24175 h 89986"/>
              <a:gd name="connsiteX69" fmla="*/ 152028 w 165481"/>
              <a:gd name="connsiteY69" fmla="*/ 28205 h 89986"/>
              <a:gd name="connsiteX70" fmla="*/ 150682 w 165481"/>
              <a:gd name="connsiteY70" fmla="*/ 30891 h 89986"/>
              <a:gd name="connsiteX71" fmla="*/ 153373 w 165481"/>
              <a:gd name="connsiteY71" fmla="*/ 33577 h 89986"/>
              <a:gd name="connsiteX72" fmla="*/ 154718 w 165481"/>
              <a:gd name="connsiteY72" fmla="*/ 37606 h 89986"/>
              <a:gd name="connsiteX73" fmla="*/ 153373 w 165481"/>
              <a:gd name="connsiteY73" fmla="*/ 41635 h 89986"/>
              <a:gd name="connsiteX74" fmla="*/ 156064 w 165481"/>
              <a:gd name="connsiteY74" fmla="*/ 47008 h 89986"/>
              <a:gd name="connsiteX75" fmla="*/ 158755 w 165481"/>
              <a:gd name="connsiteY75" fmla="*/ 49694 h 89986"/>
              <a:gd name="connsiteX76" fmla="*/ 161445 w 165481"/>
              <a:gd name="connsiteY76" fmla="*/ 57752 h 89986"/>
              <a:gd name="connsiteX77" fmla="*/ 164136 w 165481"/>
              <a:gd name="connsiteY77" fmla="*/ 61782 h 89986"/>
              <a:gd name="connsiteX78" fmla="*/ 165482 w 165481"/>
              <a:gd name="connsiteY78" fmla="*/ 69840 h 8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65481" h="89986">
                <a:moveTo>
                  <a:pt x="161445" y="71183"/>
                </a:moveTo>
                <a:lnTo>
                  <a:pt x="160100" y="75212"/>
                </a:lnTo>
                <a:lnTo>
                  <a:pt x="154718" y="77899"/>
                </a:lnTo>
                <a:lnTo>
                  <a:pt x="153373" y="84614"/>
                </a:lnTo>
                <a:lnTo>
                  <a:pt x="142610" y="85957"/>
                </a:lnTo>
                <a:lnTo>
                  <a:pt x="134538" y="89986"/>
                </a:lnTo>
                <a:lnTo>
                  <a:pt x="134538" y="89986"/>
                </a:lnTo>
                <a:lnTo>
                  <a:pt x="131847" y="87300"/>
                </a:lnTo>
                <a:lnTo>
                  <a:pt x="125120" y="87300"/>
                </a:lnTo>
                <a:lnTo>
                  <a:pt x="118393" y="79241"/>
                </a:lnTo>
                <a:lnTo>
                  <a:pt x="113012" y="77899"/>
                </a:lnTo>
                <a:lnTo>
                  <a:pt x="106285" y="71183"/>
                </a:lnTo>
                <a:lnTo>
                  <a:pt x="98213" y="69840"/>
                </a:lnTo>
                <a:lnTo>
                  <a:pt x="88795" y="65811"/>
                </a:lnTo>
                <a:lnTo>
                  <a:pt x="80723" y="71183"/>
                </a:lnTo>
                <a:lnTo>
                  <a:pt x="78032" y="69840"/>
                </a:lnTo>
                <a:lnTo>
                  <a:pt x="69960" y="69840"/>
                </a:lnTo>
                <a:lnTo>
                  <a:pt x="65923" y="64468"/>
                </a:lnTo>
                <a:lnTo>
                  <a:pt x="61887" y="64468"/>
                </a:lnTo>
                <a:lnTo>
                  <a:pt x="60542" y="61782"/>
                </a:lnTo>
                <a:lnTo>
                  <a:pt x="55161" y="61782"/>
                </a:lnTo>
                <a:lnTo>
                  <a:pt x="49779" y="65811"/>
                </a:lnTo>
                <a:lnTo>
                  <a:pt x="47088" y="63125"/>
                </a:lnTo>
                <a:lnTo>
                  <a:pt x="40361" y="63125"/>
                </a:lnTo>
                <a:lnTo>
                  <a:pt x="30944" y="63125"/>
                </a:lnTo>
                <a:lnTo>
                  <a:pt x="20181" y="65811"/>
                </a:lnTo>
                <a:lnTo>
                  <a:pt x="12108" y="72526"/>
                </a:lnTo>
                <a:lnTo>
                  <a:pt x="10763" y="77899"/>
                </a:lnTo>
                <a:lnTo>
                  <a:pt x="5381" y="79241"/>
                </a:lnTo>
                <a:lnTo>
                  <a:pt x="5381" y="77899"/>
                </a:lnTo>
                <a:lnTo>
                  <a:pt x="2691" y="75212"/>
                </a:lnTo>
                <a:lnTo>
                  <a:pt x="0" y="63125"/>
                </a:lnTo>
                <a:lnTo>
                  <a:pt x="4036" y="59095"/>
                </a:lnTo>
                <a:lnTo>
                  <a:pt x="2691" y="53723"/>
                </a:lnTo>
                <a:lnTo>
                  <a:pt x="4036" y="49694"/>
                </a:lnTo>
                <a:lnTo>
                  <a:pt x="10763" y="41635"/>
                </a:lnTo>
                <a:lnTo>
                  <a:pt x="10763" y="32234"/>
                </a:lnTo>
                <a:lnTo>
                  <a:pt x="12108" y="32234"/>
                </a:lnTo>
                <a:lnTo>
                  <a:pt x="12108" y="28205"/>
                </a:lnTo>
                <a:lnTo>
                  <a:pt x="16145" y="21489"/>
                </a:lnTo>
                <a:lnTo>
                  <a:pt x="21526" y="21489"/>
                </a:lnTo>
                <a:lnTo>
                  <a:pt x="24217" y="18803"/>
                </a:lnTo>
                <a:lnTo>
                  <a:pt x="30944" y="17460"/>
                </a:lnTo>
                <a:lnTo>
                  <a:pt x="34980" y="12088"/>
                </a:lnTo>
                <a:lnTo>
                  <a:pt x="37671" y="12088"/>
                </a:lnTo>
                <a:lnTo>
                  <a:pt x="37671" y="20146"/>
                </a:lnTo>
                <a:lnTo>
                  <a:pt x="49779" y="33577"/>
                </a:lnTo>
                <a:lnTo>
                  <a:pt x="51125" y="37606"/>
                </a:lnTo>
                <a:lnTo>
                  <a:pt x="57851" y="42978"/>
                </a:lnTo>
                <a:lnTo>
                  <a:pt x="63233" y="42978"/>
                </a:lnTo>
                <a:lnTo>
                  <a:pt x="71305" y="34920"/>
                </a:lnTo>
                <a:lnTo>
                  <a:pt x="73996" y="25518"/>
                </a:lnTo>
                <a:lnTo>
                  <a:pt x="72650" y="14774"/>
                </a:lnTo>
                <a:lnTo>
                  <a:pt x="72650" y="8059"/>
                </a:lnTo>
                <a:lnTo>
                  <a:pt x="75341" y="6715"/>
                </a:lnTo>
                <a:lnTo>
                  <a:pt x="83414" y="1343"/>
                </a:lnTo>
                <a:lnTo>
                  <a:pt x="88795" y="0"/>
                </a:lnTo>
                <a:lnTo>
                  <a:pt x="95522" y="5372"/>
                </a:lnTo>
                <a:lnTo>
                  <a:pt x="99558" y="5372"/>
                </a:lnTo>
                <a:lnTo>
                  <a:pt x="100903" y="0"/>
                </a:lnTo>
                <a:lnTo>
                  <a:pt x="103594" y="2686"/>
                </a:lnTo>
                <a:lnTo>
                  <a:pt x="106285" y="6715"/>
                </a:lnTo>
                <a:lnTo>
                  <a:pt x="108976" y="6715"/>
                </a:lnTo>
                <a:lnTo>
                  <a:pt x="117048" y="12088"/>
                </a:lnTo>
                <a:lnTo>
                  <a:pt x="119738" y="18803"/>
                </a:lnTo>
                <a:lnTo>
                  <a:pt x="125120" y="20146"/>
                </a:lnTo>
                <a:lnTo>
                  <a:pt x="129156" y="26862"/>
                </a:lnTo>
                <a:lnTo>
                  <a:pt x="137229" y="22832"/>
                </a:lnTo>
                <a:lnTo>
                  <a:pt x="150682" y="24175"/>
                </a:lnTo>
                <a:lnTo>
                  <a:pt x="152028" y="28205"/>
                </a:lnTo>
                <a:lnTo>
                  <a:pt x="150682" y="30891"/>
                </a:lnTo>
                <a:lnTo>
                  <a:pt x="153373" y="33577"/>
                </a:lnTo>
                <a:lnTo>
                  <a:pt x="154718" y="37606"/>
                </a:lnTo>
                <a:lnTo>
                  <a:pt x="153373" y="41635"/>
                </a:lnTo>
                <a:lnTo>
                  <a:pt x="156064" y="47008"/>
                </a:lnTo>
                <a:lnTo>
                  <a:pt x="158755" y="49694"/>
                </a:lnTo>
                <a:lnTo>
                  <a:pt x="161445" y="57752"/>
                </a:lnTo>
                <a:lnTo>
                  <a:pt x="164136" y="61782"/>
                </a:lnTo>
                <a:lnTo>
                  <a:pt x="165482" y="69840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0" name="Freeform 579">
            <a:extLst>
              <a:ext uri="{FF2B5EF4-FFF2-40B4-BE49-F238E27FC236}">
                <a16:creationId xmlns:a16="http://schemas.microsoft.com/office/drawing/2014/main" id="{FD747AF5-9365-D5B5-C831-049BAC0A0D49}"/>
              </a:ext>
            </a:extLst>
          </p:cNvPr>
          <p:cNvSpPr/>
          <p:nvPr/>
        </p:nvSpPr>
        <p:spPr>
          <a:xfrm>
            <a:off x="7820676" y="2979748"/>
            <a:ext cx="129156" cy="94015"/>
          </a:xfrm>
          <a:custGeom>
            <a:avLst/>
            <a:gdLst>
              <a:gd name="connsiteX0" fmla="*/ 43052 w 129156"/>
              <a:gd name="connsiteY0" fmla="*/ 68497 h 94015"/>
              <a:gd name="connsiteX1" fmla="*/ 41707 w 129156"/>
              <a:gd name="connsiteY1" fmla="*/ 59095 h 94015"/>
              <a:gd name="connsiteX2" fmla="*/ 44398 w 129156"/>
              <a:gd name="connsiteY2" fmla="*/ 55066 h 94015"/>
              <a:gd name="connsiteX3" fmla="*/ 41707 w 129156"/>
              <a:gd name="connsiteY3" fmla="*/ 52380 h 94015"/>
              <a:gd name="connsiteX4" fmla="*/ 39016 w 129156"/>
              <a:gd name="connsiteY4" fmla="*/ 51037 h 94015"/>
              <a:gd name="connsiteX5" fmla="*/ 37671 w 129156"/>
              <a:gd name="connsiteY5" fmla="*/ 47008 h 94015"/>
              <a:gd name="connsiteX6" fmla="*/ 33634 w 129156"/>
              <a:gd name="connsiteY6" fmla="*/ 44321 h 94015"/>
              <a:gd name="connsiteX7" fmla="*/ 24217 w 129156"/>
              <a:gd name="connsiteY7" fmla="*/ 47008 h 94015"/>
              <a:gd name="connsiteX8" fmla="*/ 17490 w 129156"/>
              <a:gd name="connsiteY8" fmla="*/ 42978 h 94015"/>
              <a:gd name="connsiteX9" fmla="*/ 10763 w 129156"/>
              <a:gd name="connsiteY9" fmla="*/ 33577 h 94015"/>
              <a:gd name="connsiteX10" fmla="*/ 2691 w 129156"/>
              <a:gd name="connsiteY10" fmla="*/ 36263 h 94015"/>
              <a:gd name="connsiteX11" fmla="*/ 1345 w 129156"/>
              <a:gd name="connsiteY11" fmla="*/ 34920 h 94015"/>
              <a:gd name="connsiteX12" fmla="*/ 2691 w 129156"/>
              <a:gd name="connsiteY12" fmla="*/ 30891 h 94015"/>
              <a:gd name="connsiteX13" fmla="*/ 1345 w 129156"/>
              <a:gd name="connsiteY13" fmla="*/ 24175 h 94015"/>
              <a:gd name="connsiteX14" fmla="*/ 0 w 129156"/>
              <a:gd name="connsiteY14" fmla="*/ 17460 h 94015"/>
              <a:gd name="connsiteX15" fmla="*/ 5382 w 129156"/>
              <a:gd name="connsiteY15" fmla="*/ 16117 h 94015"/>
              <a:gd name="connsiteX16" fmla="*/ 6727 w 129156"/>
              <a:gd name="connsiteY16" fmla="*/ 10744 h 94015"/>
              <a:gd name="connsiteX17" fmla="*/ 14799 w 129156"/>
              <a:gd name="connsiteY17" fmla="*/ 4029 h 94015"/>
              <a:gd name="connsiteX18" fmla="*/ 25562 w 129156"/>
              <a:gd name="connsiteY18" fmla="*/ 1343 h 94015"/>
              <a:gd name="connsiteX19" fmla="*/ 34980 w 129156"/>
              <a:gd name="connsiteY19" fmla="*/ 1343 h 94015"/>
              <a:gd name="connsiteX20" fmla="*/ 41707 w 129156"/>
              <a:gd name="connsiteY20" fmla="*/ 1343 h 94015"/>
              <a:gd name="connsiteX21" fmla="*/ 44398 w 129156"/>
              <a:gd name="connsiteY21" fmla="*/ 4029 h 94015"/>
              <a:gd name="connsiteX22" fmla="*/ 49779 w 129156"/>
              <a:gd name="connsiteY22" fmla="*/ 0 h 94015"/>
              <a:gd name="connsiteX23" fmla="*/ 55161 w 129156"/>
              <a:gd name="connsiteY23" fmla="*/ 0 h 94015"/>
              <a:gd name="connsiteX24" fmla="*/ 56506 w 129156"/>
              <a:gd name="connsiteY24" fmla="*/ 2686 h 94015"/>
              <a:gd name="connsiteX25" fmla="*/ 60542 w 129156"/>
              <a:gd name="connsiteY25" fmla="*/ 2686 h 94015"/>
              <a:gd name="connsiteX26" fmla="*/ 64578 w 129156"/>
              <a:gd name="connsiteY26" fmla="*/ 8058 h 94015"/>
              <a:gd name="connsiteX27" fmla="*/ 72651 w 129156"/>
              <a:gd name="connsiteY27" fmla="*/ 8058 h 94015"/>
              <a:gd name="connsiteX28" fmla="*/ 75341 w 129156"/>
              <a:gd name="connsiteY28" fmla="*/ 9401 h 94015"/>
              <a:gd name="connsiteX29" fmla="*/ 83414 w 129156"/>
              <a:gd name="connsiteY29" fmla="*/ 4029 h 94015"/>
              <a:gd name="connsiteX30" fmla="*/ 92831 w 129156"/>
              <a:gd name="connsiteY30" fmla="*/ 8058 h 94015"/>
              <a:gd name="connsiteX31" fmla="*/ 100903 w 129156"/>
              <a:gd name="connsiteY31" fmla="*/ 9401 h 94015"/>
              <a:gd name="connsiteX32" fmla="*/ 107630 w 129156"/>
              <a:gd name="connsiteY32" fmla="*/ 16117 h 94015"/>
              <a:gd name="connsiteX33" fmla="*/ 113012 w 129156"/>
              <a:gd name="connsiteY33" fmla="*/ 17460 h 94015"/>
              <a:gd name="connsiteX34" fmla="*/ 119739 w 129156"/>
              <a:gd name="connsiteY34" fmla="*/ 25518 h 94015"/>
              <a:gd name="connsiteX35" fmla="*/ 126466 w 129156"/>
              <a:gd name="connsiteY35" fmla="*/ 25518 h 94015"/>
              <a:gd name="connsiteX36" fmla="*/ 129156 w 129156"/>
              <a:gd name="connsiteY36" fmla="*/ 28204 h 94015"/>
              <a:gd name="connsiteX37" fmla="*/ 123775 w 129156"/>
              <a:gd name="connsiteY37" fmla="*/ 36263 h 94015"/>
              <a:gd name="connsiteX38" fmla="*/ 127811 w 129156"/>
              <a:gd name="connsiteY38" fmla="*/ 37606 h 94015"/>
              <a:gd name="connsiteX39" fmla="*/ 127811 w 129156"/>
              <a:gd name="connsiteY39" fmla="*/ 42978 h 94015"/>
              <a:gd name="connsiteX40" fmla="*/ 118393 w 129156"/>
              <a:gd name="connsiteY40" fmla="*/ 47008 h 94015"/>
              <a:gd name="connsiteX41" fmla="*/ 113012 w 129156"/>
              <a:gd name="connsiteY41" fmla="*/ 56409 h 94015"/>
              <a:gd name="connsiteX42" fmla="*/ 110321 w 129156"/>
              <a:gd name="connsiteY42" fmla="*/ 56409 h 94015"/>
              <a:gd name="connsiteX43" fmla="*/ 108976 w 129156"/>
              <a:gd name="connsiteY43" fmla="*/ 64468 h 94015"/>
              <a:gd name="connsiteX44" fmla="*/ 115702 w 129156"/>
              <a:gd name="connsiteY44" fmla="*/ 67154 h 94015"/>
              <a:gd name="connsiteX45" fmla="*/ 115702 w 129156"/>
              <a:gd name="connsiteY45" fmla="*/ 73869 h 94015"/>
              <a:gd name="connsiteX46" fmla="*/ 108976 w 129156"/>
              <a:gd name="connsiteY46" fmla="*/ 73869 h 94015"/>
              <a:gd name="connsiteX47" fmla="*/ 107630 w 129156"/>
              <a:gd name="connsiteY47" fmla="*/ 69840 h 94015"/>
              <a:gd name="connsiteX48" fmla="*/ 103594 w 129156"/>
              <a:gd name="connsiteY48" fmla="*/ 72526 h 94015"/>
              <a:gd name="connsiteX49" fmla="*/ 100903 w 129156"/>
              <a:gd name="connsiteY49" fmla="*/ 79241 h 94015"/>
              <a:gd name="connsiteX50" fmla="*/ 92831 w 129156"/>
              <a:gd name="connsiteY50" fmla="*/ 79241 h 94015"/>
              <a:gd name="connsiteX51" fmla="*/ 95522 w 129156"/>
              <a:gd name="connsiteY51" fmla="*/ 85957 h 94015"/>
              <a:gd name="connsiteX52" fmla="*/ 91486 w 129156"/>
              <a:gd name="connsiteY52" fmla="*/ 87300 h 94015"/>
              <a:gd name="connsiteX53" fmla="*/ 84759 w 129156"/>
              <a:gd name="connsiteY53" fmla="*/ 89986 h 94015"/>
              <a:gd name="connsiteX54" fmla="*/ 78032 w 129156"/>
              <a:gd name="connsiteY54" fmla="*/ 87300 h 94015"/>
              <a:gd name="connsiteX55" fmla="*/ 68614 w 129156"/>
              <a:gd name="connsiteY55" fmla="*/ 89986 h 94015"/>
              <a:gd name="connsiteX56" fmla="*/ 63233 w 129156"/>
              <a:gd name="connsiteY56" fmla="*/ 94015 h 94015"/>
              <a:gd name="connsiteX57" fmla="*/ 59197 w 129156"/>
              <a:gd name="connsiteY57" fmla="*/ 88643 h 94015"/>
              <a:gd name="connsiteX58" fmla="*/ 59197 w 129156"/>
              <a:gd name="connsiteY58" fmla="*/ 81928 h 94015"/>
              <a:gd name="connsiteX59" fmla="*/ 56506 w 129156"/>
              <a:gd name="connsiteY59" fmla="*/ 72526 h 94015"/>
              <a:gd name="connsiteX60" fmla="*/ 53815 w 129156"/>
              <a:gd name="connsiteY60" fmla="*/ 72526 h 94015"/>
              <a:gd name="connsiteX61" fmla="*/ 47088 w 129156"/>
              <a:gd name="connsiteY61" fmla="*/ 67154 h 94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29156" h="94015">
                <a:moveTo>
                  <a:pt x="43052" y="68497"/>
                </a:moveTo>
                <a:lnTo>
                  <a:pt x="41707" y="59095"/>
                </a:lnTo>
                <a:lnTo>
                  <a:pt x="44398" y="55066"/>
                </a:lnTo>
                <a:lnTo>
                  <a:pt x="41707" y="52380"/>
                </a:lnTo>
                <a:lnTo>
                  <a:pt x="39016" y="51037"/>
                </a:lnTo>
                <a:lnTo>
                  <a:pt x="37671" y="47008"/>
                </a:lnTo>
                <a:lnTo>
                  <a:pt x="33634" y="44321"/>
                </a:lnTo>
                <a:lnTo>
                  <a:pt x="24217" y="47008"/>
                </a:lnTo>
                <a:lnTo>
                  <a:pt x="17490" y="42978"/>
                </a:lnTo>
                <a:lnTo>
                  <a:pt x="10763" y="33577"/>
                </a:lnTo>
                <a:lnTo>
                  <a:pt x="2691" y="36263"/>
                </a:lnTo>
                <a:lnTo>
                  <a:pt x="1345" y="34920"/>
                </a:lnTo>
                <a:lnTo>
                  <a:pt x="2691" y="30891"/>
                </a:lnTo>
                <a:lnTo>
                  <a:pt x="1345" y="24175"/>
                </a:lnTo>
                <a:lnTo>
                  <a:pt x="0" y="17460"/>
                </a:lnTo>
                <a:lnTo>
                  <a:pt x="5382" y="16117"/>
                </a:lnTo>
                <a:lnTo>
                  <a:pt x="6727" y="10744"/>
                </a:lnTo>
                <a:lnTo>
                  <a:pt x="14799" y="4029"/>
                </a:lnTo>
                <a:lnTo>
                  <a:pt x="25562" y="1343"/>
                </a:lnTo>
                <a:lnTo>
                  <a:pt x="34980" y="1343"/>
                </a:lnTo>
                <a:lnTo>
                  <a:pt x="41707" y="1343"/>
                </a:lnTo>
                <a:lnTo>
                  <a:pt x="44398" y="4029"/>
                </a:lnTo>
                <a:lnTo>
                  <a:pt x="49779" y="0"/>
                </a:lnTo>
                <a:lnTo>
                  <a:pt x="55161" y="0"/>
                </a:lnTo>
                <a:lnTo>
                  <a:pt x="56506" y="2686"/>
                </a:lnTo>
                <a:lnTo>
                  <a:pt x="60542" y="2686"/>
                </a:lnTo>
                <a:lnTo>
                  <a:pt x="64578" y="8058"/>
                </a:lnTo>
                <a:lnTo>
                  <a:pt x="72651" y="8058"/>
                </a:lnTo>
                <a:lnTo>
                  <a:pt x="75341" y="9401"/>
                </a:lnTo>
                <a:lnTo>
                  <a:pt x="83414" y="4029"/>
                </a:lnTo>
                <a:lnTo>
                  <a:pt x="92831" y="8058"/>
                </a:lnTo>
                <a:lnTo>
                  <a:pt x="100903" y="9401"/>
                </a:lnTo>
                <a:lnTo>
                  <a:pt x="107630" y="16117"/>
                </a:lnTo>
                <a:lnTo>
                  <a:pt x="113012" y="17460"/>
                </a:lnTo>
                <a:lnTo>
                  <a:pt x="119739" y="25518"/>
                </a:lnTo>
                <a:lnTo>
                  <a:pt x="126466" y="25518"/>
                </a:lnTo>
                <a:lnTo>
                  <a:pt x="129156" y="28204"/>
                </a:lnTo>
                <a:lnTo>
                  <a:pt x="123775" y="36263"/>
                </a:lnTo>
                <a:lnTo>
                  <a:pt x="127811" y="37606"/>
                </a:lnTo>
                <a:lnTo>
                  <a:pt x="127811" y="42978"/>
                </a:lnTo>
                <a:lnTo>
                  <a:pt x="118393" y="47008"/>
                </a:lnTo>
                <a:lnTo>
                  <a:pt x="113012" y="56409"/>
                </a:lnTo>
                <a:lnTo>
                  <a:pt x="110321" y="56409"/>
                </a:lnTo>
                <a:lnTo>
                  <a:pt x="108976" y="64468"/>
                </a:lnTo>
                <a:lnTo>
                  <a:pt x="115702" y="67154"/>
                </a:lnTo>
                <a:lnTo>
                  <a:pt x="115702" y="73869"/>
                </a:lnTo>
                <a:lnTo>
                  <a:pt x="108976" y="73869"/>
                </a:lnTo>
                <a:lnTo>
                  <a:pt x="107630" y="69840"/>
                </a:lnTo>
                <a:lnTo>
                  <a:pt x="103594" y="72526"/>
                </a:lnTo>
                <a:lnTo>
                  <a:pt x="100903" y="79241"/>
                </a:lnTo>
                <a:lnTo>
                  <a:pt x="92831" y="79241"/>
                </a:lnTo>
                <a:lnTo>
                  <a:pt x="95522" y="85957"/>
                </a:lnTo>
                <a:lnTo>
                  <a:pt x="91486" y="87300"/>
                </a:lnTo>
                <a:lnTo>
                  <a:pt x="84759" y="89986"/>
                </a:lnTo>
                <a:lnTo>
                  <a:pt x="78032" y="87300"/>
                </a:lnTo>
                <a:lnTo>
                  <a:pt x="68614" y="89986"/>
                </a:lnTo>
                <a:lnTo>
                  <a:pt x="63233" y="94015"/>
                </a:lnTo>
                <a:lnTo>
                  <a:pt x="59197" y="88643"/>
                </a:lnTo>
                <a:lnTo>
                  <a:pt x="59197" y="81928"/>
                </a:lnTo>
                <a:lnTo>
                  <a:pt x="56506" y="72526"/>
                </a:lnTo>
                <a:lnTo>
                  <a:pt x="53815" y="72526"/>
                </a:lnTo>
                <a:lnTo>
                  <a:pt x="47088" y="6715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1" name="Freeform 580">
            <a:extLst>
              <a:ext uri="{FF2B5EF4-FFF2-40B4-BE49-F238E27FC236}">
                <a16:creationId xmlns:a16="http://schemas.microsoft.com/office/drawing/2014/main" id="{498A06AD-4AC0-BBF9-3F6C-56ED95ECA3EC}"/>
              </a:ext>
            </a:extLst>
          </p:cNvPr>
          <p:cNvSpPr/>
          <p:nvPr/>
        </p:nvSpPr>
        <p:spPr>
          <a:xfrm>
            <a:off x="7883909" y="2986464"/>
            <a:ext cx="216605" cy="167884"/>
          </a:xfrm>
          <a:custGeom>
            <a:avLst/>
            <a:gdLst>
              <a:gd name="connsiteX0" fmla="*/ 0 w 216605"/>
              <a:gd name="connsiteY0" fmla="*/ 87300 h 167884"/>
              <a:gd name="connsiteX1" fmla="*/ 5381 w 216605"/>
              <a:gd name="connsiteY1" fmla="*/ 83271 h 167884"/>
              <a:gd name="connsiteX2" fmla="*/ 14799 w 216605"/>
              <a:gd name="connsiteY2" fmla="*/ 80585 h 167884"/>
              <a:gd name="connsiteX3" fmla="*/ 21526 w 216605"/>
              <a:gd name="connsiteY3" fmla="*/ 83271 h 167884"/>
              <a:gd name="connsiteX4" fmla="*/ 28253 w 216605"/>
              <a:gd name="connsiteY4" fmla="*/ 80585 h 167884"/>
              <a:gd name="connsiteX5" fmla="*/ 32289 w 216605"/>
              <a:gd name="connsiteY5" fmla="*/ 79241 h 167884"/>
              <a:gd name="connsiteX6" fmla="*/ 29598 w 216605"/>
              <a:gd name="connsiteY6" fmla="*/ 72526 h 167884"/>
              <a:gd name="connsiteX7" fmla="*/ 37670 w 216605"/>
              <a:gd name="connsiteY7" fmla="*/ 72526 h 167884"/>
              <a:gd name="connsiteX8" fmla="*/ 40361 w 216605"/>
              <a:gd name="connsiteY8" fmla="*/ 65811 h 167884"/>
              <a:gd name="connsiteX9" fmla="*/ 44397 w 216605"/>
              <a:gd name="connsiteY9" fmla="*/ 63125 h 167884"/>
              <a:gd name="connsiteX10" fmla="*/ 45743 w 216605"/>
              <a:gd name="connsiteY10" fmla="*/ 67154 h 167884"/>
              <a:gd name="connsiteX11" fmla="*/ 52470 w 216605"/>
              <a:gd name="connsiteY11" fmla="*/ 67154 h 167884"/>
              <a:gd name="connsiteX12" fmla="*/ 52470 w 216605"/>
              <a:gd name="connsiteY12" fmla="*/ 60438 h 167884"/>
              <a:gd name="connsiteX13" fmla="*/ 45743 w 216605"/>
              <a:gd name="connsiteY13" fmla="*/ 57752 h 167884"/>
              <a:gd name="connsiteX14" fmla="*/ 47088 w 216605"/>
              <a:gd name="connsiteY14" fmla="*/ 49694 h 167884"/>
              <a:gd name="connsiteX15" fmla="*/ 49779 w 216605"/>
              <a:gd name="connsiteY15" fmla="*/ 49694 h 167884"/>
              <a:gd name="connsiteX16" fmla="*/ 55161 w 216605"/>
              <a:gd name="connsiteY16" fmla="*/ 40292 h 167884"/>
              <a:gd name="connsiteX17" fmla="*/ 64578 w 216605"/>
              <a:gd name="connsiteY17" fmla="*/ 36263 h 167884"/>
              <a:gd name="connsiteX18" fmla="*/ 64578 w 216605"/>
              <a:gd name="connsiteY18" fmla="*/ 30891 h 167884"/>
              <a:gd name="connsiteX19" fmla="*/ 60542 w 216605"/>
              <a:gd name="connsiteY19" fmla="*/ 29548 h 167884"/>
              <a:gd name="connsiteX20" fmla="*/ 65923 w 216605"/>
              <a:gd name="connsiteY20" fmla="*/ 21489 h 167884"/>
              <a:gd name="connsiteX21" fmla="*/ 73996 w 216605"/>
              <a:gd name="connsiteY21" fmla="*/ 17460 h 167884"/>
              <a:gd name="connsiteX22" fmla="*/ 84759 w 216605"/>
              <a:gd name="connsiteY22" fmla="*/ 16117 h 167884"/>
              <a:gd name="connsiteX23" fmla="*/ 86104 w 216605"/>
              <a:gd name="connsiteY23" fmla="*/ 9401 h 167884"/>
              <a:gd name="connsiteX24" fmla="*/ 91485 w 216605"/>
              <a:gd name="connsiteY24" fmla="*/ 6715 h 167884"/>
              <a:gd name="connsiteX25" fmla="*/ 92831 w 216605"/>
              <a:gd name="connsiteY25" fmla="*/ 2686 h 167884"/>
              <a:gd name="connsiteX26" fmla="*/ 99558 w 216605"/>
              <a:gd name="connsiteY26" fmla="*/ 0 h 167884"/>
              <a:gd name="connsiteX27" fmla="*/ 103594 w 216605"/>
              <a:gd name="connsiteY27" fmla="*/ 4029 h 167884"/>
              <a:gd name="connsiteX28" fmla="*/ 108976 w 216605"/>
              <a:gd name="connsiteY28" fmla="*/ 0 h 167884"/>
              <a:gd name="connsiteX29" fmla="*/ 114357 w 216605"/>
              <a:gd name="connsiteY29" fmla="*/ 8058 h 167884"/>
              <a:gd name="connsiteX30" fmla="*/ 121084 w 216605"/>
              <a:gd name="connsiteY30" fmla="*/ 5372 h 167884"/>
              <a:gd name="connsiteX31" fmla="*/ 126465 w 216605"/>
              <a:gd name="connsiteY31" fmla="*/ 6715 h 167884"/>
              <a:gd name="connsiteX32" fmla="*/ 131847 w 216605"/>
              <a:gd name="connsiteY32" fmla="*/ 14774 h 167884"/>
              <a:gd name="connsiteX33" fmla="*/ 138574 w 216605"/>
              <a:gd name="connsiteY33" fmla="*/ 9401 h 167884"/>
              <a:gd name="connsiteX34" fmla="*/ 145301 w 216605"/>
              <a:gd name="connsiteY34" fmla="*/ 6715 h 167884"/>
              <a:gd name="connsiteX35" fmla="*/ 147991 w 216605"/>
              <a:gd name="connsiteY35" fmla="*/ 10744 h 167884"/>
              <a:gd name="connsiteX36" fmla="*/ 152027 w 216605"/>
              <a:gd name="connsiteY36" fmla="*/ 10744 h 167884"/>
              <a:gd name="connsiteX37" fmla="*/ 164136 w 216605"/>
              <a:gd name="connsiteY37" fmla="*/ 14774 h 167884"/>
              <a:gd name="connsiteX38" fmla="*/ 165481 w 216605"/>
              <a:gd name="connsiteY38" fmla="*/ 21489 h 167884"/>
              <a:gd name="connsiteX39" fmla="*/ 162791 w 216605"/>
              <a:gd name="connsiteY39" fmla="*/ 28204 h 167884"/>
              <a:gd name="connsiteX40" fmla="*/ 168172 w 216605"/>
              <a:gd name="connsiteY40" fmla="*/ 33577 h 167884"/>
              <a:gd name="connsiteX41" fmla="*/ 168172 w 216605"/>
              <a:gd name="connsiteY41" fmla="*/ 40292 h 167884"/>
              <a:gd name="connsiteX42" fmla="*/ 173554 w 216605"/>
              <a:gd name="connsiteY42" fmla="*/ 47008 h 167884"/>
              <a:gd name="connsiteX43" fmla="*/ 176244 w 216605"/>
              <a:gd name="connsiteY43" fmla="*/ 53723 h 167884"/>
              <a:gd name="connsiteX44" fmla="*/ 182971 w 216605"/>
              <a:gd name="connsiteY44" fmla="*/ 63125 h 167884"/>
              <a:gd name="connsiteX45" fmla="*/ 188353 w 216605"/>
              <a:gd name="connsiteY45" fmla="*/ 67154 h 167884"/>
              <a:gd name="connsiteX46" fmla="*/ 191044 w 216605"/>
              <a:gd name="connsiteY46" fmla="*/ 76555 h 167884"/>
              <a:gd name="connsiteX47" fmla="*/ 199116 w 216605"/>
              <a:gd name="connsiteY47" fmla="*/ 77898 h 167884"/>
              <a:gd name="connsiteX48" fmla="*/ 209879 w 216605"/>
              <a:gd name="connsiteY48" fmla="*/ 87300 h 167884"/>
              <a:gd name="connsiteX49" fmla="*/ 209879 w 216605"/>
              <a:gd name="connsiteY49" fmla="*/ 91329 h 167884"/>
              <a:gd name="connsiteX50" fmla="*/ 216606 w 216605"/>
              <a:gd name="connsiteY50" fmla="*/ 96702 h 167884"/>
              <a:gd name="connsiteX51" fmla="*/ 213915 w 216605"/>
              <a:gd name="connsiteY51" fmla="*/ 99388 h 167884"/>
              <a:gd name="connsiteX52" fmla="*/ 208533 w 216605"/>
              <a:gd name="connsiteY52" fmla="*/ 107446 h 167884"/>
              <a:gd name="connsiteX53" fmla="*/ 195080 w 216605"/>
              <a:gd name="connsiteY53" fmla="*/ 108789 h 167884"/>
              <a:gd name="connsiteX54" fmla="*/ 189698 w 216605"/>
              <a:gd name="connsiteY54" fmla="*/ 104760 h 167884"/>
              <a:gd name="connsiteX55" fmla="*/ 187007 w 216605"/>
              <a:gd name="connsiteY55" fmla="*/ 108789 h 167884"/>
              <a:gd name="connsiteX56" fmla="*/ 188353 w 216605"/>
              <a:gd name="connsiteY56" fmla="*/ 114162 h 167884"/>
              <a:gd name="connsiteX57" fmla="*/ 192389 w 216605"/>
              <a:gd name="connsiteY57" fmla="*/ 123563 h 167884"/>
              <a:gd name="connsiteX58" fmla="*/ 192389 w 216605"/>
              <a:gd name="connsiteY58" fmla="*/ 130278 h 167884"/>
              <a:gd name="connsiteX59" fmla="*/ 197771 w 216605"/>
              <a:gd name="connsiteY59" fmla="*/ 136994 h 167884"/>
              <a:gd name="connsiteX60" fmla="*/ 197771 w 216605"/>
              <a:gd name="connsiteY60" fmla="*/ 143709 h 167884"/>
              <a:gd name="connsiteX61" fmla="*/ 197771 w 216605"/>
              <a:gd name="connsiteY61" fmla="*/ 143709 h 167884"/>
              <a:gd name="connsiteX62" fmla="*/ 187007 w 216605"/>
              <a:gd name="connsiteY62" fmla="*/ 146395 h 167884"/>
              <a:gd name="connsiteX63" fmla="*/ 178935 w 216605"/>
              <a:gd name="connsiteY63" fmla="*/ 146395 h 167884"/>
              <a:gd name="connsiteX64" fmla="*/ 174899 w 216605"/>
              <a:gd name="connsiteY64" fmla="*/ 157140 h 167884"/>
              <a:gd name="connsiteX65" fmla="*/ 174899 w 216605"/>
              <a:gd name="connsiteY65" fmla="*/ 165198 h 167884"/>
              <a:gd name="connsiteX66" fmla="*/ 168172 w 216605"/>
              <a:gd name="connsiteY66" fmla="*/ 166541 h 167884"/>
              <a:gd name="connsiteX67" fmla="*/ 164136 w 216605"/>
              <a:gd name="connsiteY67" fmla="*/ 162512 h 167884"/>
              <a:gd name="connsiteX68" fmla="*/ 157409 w 216605"/>
              <a:gd name="connsiteY68" fmla="*/ 163855 h 167884"/>
              <a:gd name="connsiteX69" fmla="*/ 152027 w 216605"/>
              <a:gd name="connsiteY69" fmla="*/ 161169 h 167884"/>
              <a:gd name="connsiteX70" fmla="*/ 146646 w 216605"/>
              <a:gd name="connsiteY70" fmla="*/ 161169 h 167884"/>
              <a:gd name="connsiteX71" fmla="*/ 142610 w 216605"/>
              <a:gd name="connsiteY71" fmla="*/ 167885 h 167884"/>
              <a:gd name="connsiteX72" fmla="*/ 138574 w 216605"/>
              <a:gd name="connsiteY72" fmla="*/ 166541 h 167884"/>
              <a:gd name="connsiteX73" fmla="*/ 137229 w 216605"/>
              <a:gd name="connsiteY73" fmla="*/ 161169 h 167884"/>
              <a:gd name="connsiteX74" fmla="*/ 129156 w 216605"/>
              <a:gd name="connsiteY74" fmla="*/ 159826 h 167884"/>
              <a:gd name="connsiteX75" fmla="*/ 121084 w 216605"/>
              <a:gd name="connsiteY75" fmla="*/ 165198 h 167884"/>
              <a:gd name="connsiteX76" fmla="*/ 118393 w 216605"/>
              <a:gd name="connsiteY76" fmla="*/ 163855 h 167884"/>
              <a:gd name="connsiteX77" fmla="*/ 110321 w 216605"/>
              <a:gd name="connsiteY77" fmla="*/ 162512 h 167884"/>
              <a:gd name="connsiteX78" fmla="*/ 107630 w 216605"/>
              <a:gd name="connsiteY78" fmla="*/ 165198 h 167884"/>
              <a:gd name="connsiteX79" fmla="*/ 104939 w 216605"/>
              <a:gd name="connsiteY79" fmla="*/ 165198 h 167884"/>
              <a:gd name="connsiteX80" fmla="*/ 99558 w 216605"/>
              <a:gd name="connsiteY80" fmla="*/ 161169 h 167884"/>
              <a:gd name="connsiteX81" fmla="*/ 91485 w 216605"/>
              <a:gd name="connsiteY81" fmla="*/ 165198 h 167884"/>
              <a:gd name="connsiteX82" fmla="*/ 90140 w 216605"/>
              <a:gd name="connsiteY82" fmla="*/ 161169 h 167884"/>
              <a:gd name="connsiteX83" fmla="*/ 83414 w 216605"/>
              <a:gd name="connsiteY83" fmla="*/ 158483 h 167884"/>
              <a:gd name="connsiteX84" fmla="*/ 68614 w 216605"/>
              <a:gd name="connsiteY84" fmla="*/ 155797 h 167884"/>
              <a:gd name="connsiteX85" fmla="*/ 61887 w 216605"/>
              <a:gd name="connsiteY85" fmla="*/ 153111 h 167884"/>
              <a:gd name="connsiteX86" fmla="*/ 59196 w 216605"/>
              <a:gd name="connsiteY86" fmla="*/ 151768 h 167884"/>
              <a:gd name="connsiteX87" fmla="*/ 53815 w 216605"/>
              <a:gd name="connsiteY87" fmla="*/ 157140 h 167884"/>
              <a:gd name="connsiteX88" fmla="*/ 45743 w 216605"/>
              <a:gd name="connsiteY88" fmla="*/ 157140 h 167884"/>
              <a:gd name="connsiteX89" fmla="*/ 26908 w 216605"/>
              <a:gd name="connsiteY89" fmla="*/ 159826 h 167884"/>
              <a:gd name="connsiteX90" fmla="*/ 22872 w 216605"/>
              <a:gd name="connsiteY90" fmla="*/ 162512 h 167884"/>
              <a:gd name="connsiteX91" fmla="*/ 14799 w 216605"/>
              <a:gd name="connsiteY91" fmla="*/ 158483 h 167884"/>
              <a:gd name="connsiteX92" fmla="*/ 10763 w 216605"/>
              <a:gd name="connsiteY92" fmla="*/ 158483 h 167884"/>
              <a:gd name="connsiteX93" fmla="*/ 10763 w 216605"/>
              <a:gd name="connsiteY93" fmla="*/ 155797 h 167884"/>
              <a:gd name="connsiteX94" fmla="*/ 5381 w 216605"/>
              <a:gd name="connsiteY94" fmla="*/ 147738 h 167884"/>
              <a:gd name="connsiteX95" fmla="*/ 2691 w 216605"/>
              <a:gd name="connsiteY95" fmla="*/ 139680 h 167884"/>
              <a:gd name="connsiteX96" fmla="*/ 6727 w 216605"/>
              <a:gd name="connsiteY96" fmla="*/ 134308 h 167884"/>
              <a:gd name="connsiteX97" fmla="*/ 12108 w 216605"/>
              <a:gd name="connsiteY97" fmla="*/ 131621 h 167884"/>
              <a:gd name="connsiteX98" fmla="*/ 12108 w 216605"/>
              <a:gd name="connsiteY98" fmla="*/ 115504 h 167884"/>
              <a:gd name="connsiteX99" fmla="*/ 9418 w 216605"/>
              <a:gd name="connsiteY99" fmla="*/ 112818 h 167884"/>
              <a:gd name="connsiteX100" fmla="*/ 8072 w 216605"/>
              <a:gd name="connsiteY100" fmla="*/ 106103 h 167884"/>
              <a:gd name="connsiteX101" fmla="*/ 4036 w 216605"/>
              <a:gd name="connsiteY101" fmla="*/ 100731 h 167884"/>
              <a:gd name="connsiteX102" fmla="*/ 0 w 216605"/>
              <a:gd name="connsiteY102" fmla="*/ 88643 h 167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216605" h="167884">
                <a:moveTo>
                  <a:pt x="0" y="87300"/>
                </a:moveTo>
                <a:lnTo>
                  <a:pt x="5381" y="83271"/>
                </a:lnTo>
                <a:lnTo>
                  <a:pt x="14799" y="80585"/>
                </a:lnTo>
                <a:lnTo>
                  <a:pt x="21526" y="83271"/>
                </a:lnTo>
                <a:lnTo>
                  <a:pt x="28253" y="80585"/>
                </a:lnTo>
                <a:lnTo>
                  <a:pt x="32289" y="79241"/>
                </a:lnTo>
                <a:lnTo>
                  <a:pt x="29598" y="72526"/>
                </a:lnTo>
                <a:lnTo>
                  <a:pt x="37670" y="72526"/>
                </a:lnTo>
                <a:lnTo>
                  <a:pt x="40361" y="65811"/>
                </a:lnTo>
                <a:lnTo>
                  <a:pt x="44397" y="63125"/>
                </a:lnTo>
                <a:lnTo>
                  <a:pt x="45743" y="67154"/>
                </a:lnTo>
                <a:lnTo>
                  <a:pt x="52470" y="67154"/>
                </a:lnTo>
                <a:lnTo>
                  <a:pt x="52470" y="60438"/>
                </a:lnTo>
                <a:lnTo>
                  <a:pt x="45743" y="57752"/>
                </a:lnTo>
                <a:lnTo>
                  <a:pt x="47088" y="49694"/>
                </a:lnTo>
                <a:lnTo>
                  <a:pt x="49779" y="49694"/>
                </a:lnTo>
                <a:lnTo>
                  <a:pt x="55161" y="40292"/>
                </a:lnTo>
                <a:lnTo>
                  <a:pt x="64578" y="36263"/>
                </a:lnTo>
                <a:lnTo>
                  <a:pt x="64578" y="30891"/>
                </a:lnTo>
                <a:lnTo>
                  <a:pt x="60542" y="29548"/>
                </a:lnTo>
                <a:lnTo>
                  <a:pt x="65923" y="21489"/>
                </a:lnTo>
                <a:lnTo>
                  <a:pt x="73996" y="17460"/>
                </a:lnTo>
                <a:lnTo>
                  <a:pt x="84759" y="16117"/>
                </a:lnTo>
                <a:lnTo>
                  <a:pt x="86104" y="9401"/>
                </a:lnTo>
                <a:lnTo>
                  <a:pt x="91485" y="6715"/>
                </a:lnTo>
                <a:lnTo>
                  <a:pt x="92831" y="2686"/>
                </a:lnTo>
                <a:lnTo>
                  <a:pt x="99558" y="0"/>
                </a:lnTo>
                <a:lnTo>
                  <a:pt x="103594" y="4029"/>
                </a:lnTo>
                <a:lnTo>
                  <a:pt x="108976" y="0"/>
                </a:lnTo>
                <a:lnTo>
                  <a:pt x="114357" y="8058"/>
                </a:lnTo>
                <a:lnTo>
                  <a:pt x="121084" y="5372"/>
                </a:lnTo>
                <a:lnTo>
                  <a:pt x="126465" y="6715"/>
                </a:lnTo>
                <a:lnTo>
                  <a:pt x="131847" y="14774"/>
                </a:lnTo>
                <a:lnTo>
                  <a:pt x="138574" y="9401"/>
                </a:lnTo>
                <a:lnTo>
                  <a:pt x="145301" y="6715"/>
                </a:lnTo>
                <a:lnTo>
                  <a:pt x="147991" y="10744"/>
                </a:lnTo>
                <a:lnTo>
                  <a:pt x="152027" y="10744"/>
                </a:lnTo>
                <a:lnTo>
                  <a:pt x="164136" y="14774"/>
                </a:lnTo>
                <a:lnTo>
                  <a:pt x="165481" y="21489"/>
                </a:lnTo>
                <a:lnTo>
                  <a:pt x="162791" y="28204"/>
                </a:lnTo>
                <a:lnTo>
                  <a:pt x="168172" y="33577"/>
                </a:lnTo>
                <a:lnTo>
                  <a:pt x="168172" y="40292"/>
                </a:lnTo>
                <a:lnTo>
                  <a:pt x="173554" y="47008"/>
                </a:lnTo>
                <a:lnTo>
                  <a:pt x="176244" y="53723"/>
                </a:lnTo>
                <a:lnTo>
                  <a:pt x="182971" y="63125"/>
                </a:lnTo>
                <a:lnTo>
                  <a:pt x="188353" y="67154"/>
                </a:lnTo>
                <a:lnTo>
                  <a:pt x="191044" y="76555"/>
                </a:lnTo>
                <a:lnTo>
                  <a:pt x="199116" y="77898"/>
                </a:lnTo>
                <a:lnTo>
                  <a:pt x="209879" y="87300"/>
                </a:lnTo>
                <a:lnTo>
                  <a:pt x="209879" y="91329"/>
                </a:lnTo>
                <a:lnTo>
                  <a:pt x="216606" y="96702"/>
                </a:lnTo>
                <a:lnTo>
                  <a:pt x="213915" y="99388"/>
                </a:lnTo>
                <a:lnTo>
                  <a:pt x="208533" y="107446"/>
                </a:lnTo>
                <a:lnTo>
                  <a:pt x="195080" y="108789"/>
                </a:lnTo>
                <a:lnTo>
                  <a:pt x="189698" y="104760"/>
                </a:lnTo>
                <a:lnTo>
                  <a:pt x="187007" y="108789"/>
                </a:lnTo>
                <a:lnTo>
                  <a:pt x="188353" y="114162"/>
                </a:lnTo>
                <a:lnTo>
                  <a:pt x="192389" y="123563"/>
                </a:lnTo>
                <a:lnTo>
                  <a:pt x="192389" y="130278"/>
                </a:lnTo>
                <a:lnTo>
                  <a:pt x="197771" y="136994"/>
                </a:lnTo>
                <a:lnTo>
                  <a:pt x="197771" y="143709"/>
                </a:lnTo>
                <a:lnTo>
                  <a:pt x="197771" y="143709"/>
                </a:lnTo>
                <a:lnTo>
                  <a:pt x="187007" y="146395"/>
                </a:lnTo>
                <a:lnTo>
                  <a:pt x="178935" y="146395"/>
                </a:lnTo>
                <a:lnTo>
                  <a:pt x="174899" y="157140"/>
                </a:lnTo>
                <a:lnTo>
                  <a:pt x="174899" y="165198"/>
                </a:lnTo>
                <a:lnTo>
                  <a:pt x="168172" y="166541"/>
                </a:lnTo>
                <a:lnTo>
                  <a:pt x="164136" y="162512"/>
                </a:lnTo>
                <a:lnTo>
                  <a:pt x="157409" y="163855"/>
                </a:lnTo>
                <a:lnTo>
                  <a:pt x="152027" y="161169"/>
                </a:lnTo>
                <a:lnTo>
                  <a:pt x="146646" y="161169"/>
                </a:lnTo>
                <a:lnTo>
                  <a:pt x="142610" y="167885"/>
                </a:lnTo>
                <a:lnTo>
                  <a:pt x="138574" y="166541"/>
                </a:lnTo>
                <a:lnTo>
                  <a:pt x="137229" y="161169"/>
                </a:lnTo>
                <a:lnTo>
                  <a:pt x="129156" y="159826"/>
                </a:lnTo>
                <a:lnTo>
                  <a:pt x="121084" y="165198"/>
                </a:lnTo>
                <a:lnTo>
                  <a:pt x="118393" y="163855"/>
                </a:lnTo>
                <a:lnTo>
                  <a:pt x="110321" y="162512"/>
                </a:lnTo>
                <a:lnTo>
                  <a:pt x="107630" y="165198"/>
                </a:lnTo>
                <a:lnTo>
                  <a:pt x="104939" y="165198"/>
                </a:lnTo>
                <a:lnTo>
                  <a:pt x="99558" y="161169"/>
                </a:lnTo>
                <a:lnTo>
                  <a:pt x="91485" y="165198"/>
                </a:lnTo>
                <a:lnTo>
                  <a:pt x="90140" y="161169"/>
                </a:lnTo>
                <a:lnTo>
                  <a:pt x="83414" y="158483"/>
                </a:lnTo>
                <a:lnTo>
                  <a:pt x="68614" y="155797"/>
                </a:lnTo>
                <a:lnTo>
                  <a:pt x="61887" y="153111"/>
                </a:lnTo>
                <a:lnTo>
                  <a:pt x="59196" y="151768"/>
                </a:lnTo>
                <a:lnTo>
                  <a:pt x="53815" y="157140"/>
                </a:lnTo>
                <a:lnTo>
                  <a:pt x="45743" y="157140"/>
                </a:lnTo>
                <a:lnTo>
                  <a:pt x="26908" y="159826"/>
                </a:lnTo>
                <a:lnTo>
                  <a:pt x="22872" y="162512"/>
                </a:lnTo>
                <a:lnTo>
                  <a:pt x="14799" y="158483"/>
                </a:lnTo>
                <a:lnTo>
                  <a:pt x="10763" y="158483"/>
                </a:lnTo>
                <a:lnTo>
                  <a:pt x="10763" y="155797"/>
                </a:lnTo>
                <a:lnTo>
                  <a:pt x="5381" y="147738"/>
                </a:lnTo>
                <a:lnTo>
                  <a:pt x="2691" y="139680"/>
                </a:lnTo>
                <a:lnTo>
                  <a:pt x="6727" y="134308"/>
                </a:lnTo>
                <a:lnTo>
                  <a:pt x="12108" y="131621"/>
                </a:lnTo>
                <a:lnTo>
                  <a:pt x="12108" y="115504"/>
                </a:lnTo>
                <a:lnTo>
                  <a:pt x="9418" y="112818"/>
                </a:lnTo>
                <a:lnTo>
                  <a:pt x="8072" y="106103"/>
                </a:lnTo>
                <a:lnTo>
                  <a:pt x="4036" y="100731"/>
                </a:lnTo>
                <a:lnTo>
                  <a:pt x="0" y="8864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2" name="Freeform 581">
            <a:extLst>
              <a:ext uri="{FF2B5EF4-FFF2-40B4-BE49-F238E27FC236}">
                <a16:creationId xmlns:a16="http://schemas.microsoft.com/office/drawing/2014/main" id="{E47F7939-EFC5-FD08-F5FF-D995104F87F7}"/>
              </a:ext>
            </a:extLst>
          </p:cNvPr>
          <p:cNvSpPr/>
          <p:nvPr/>
        </p:nvSpPr>
        <p:spPr>
          <a:xfrm>
            <a:off x="7867764" y="3120771"/>
            <a:ext cx="427830" cy="265929"/>
          </a:xfrm>
          <a:custGeom>
            <a:avLst/>
            <a:gdLst>
              <a:gd name="connsiteX0" fmla="*/ 26908 w 427830"/>
              <a:gd name="connsiteY0" fmla="*/ 24175 h 265929"/>
              <a:gd name="connsiteX1" fmla="*/ 30944 w 427830"/>
              <a:gd name="connsiteY1" fmla="*/ 24175 h 265929"/>
              <a:gd name="connsiteX2" fmla="*/ 39016 w 427830"/>
              <a:gd name="connsiteY2" fmla="*/ 28204 h 265929"/>
              <a:gd name="connsiteX3" fmla="*/ 43052 w 427830"/>
              <a:gd name="connsiteY3" fmla="*/ 25518 h 265929"/>
              <a:gd name="connsiteX4" fmla="*/ 61887 w 427830"/>
              <a:gd name="connsiteY4" fmla="*/ 22832 h 265929"/>
              <a:gd name="connsiteX5" fmla="*/ 69960 w 427830"/>
              <a:gd name="connsiteY5" fmla="*/ 22832 h 265929"/>
              <a:gd name="connsiteX6" fmla="*/ 75341 w 427830"/>
              <a:gd name="connsiteY6" fmla="*/ 17460 h 265929"/>
              <a:gd name="connsiteX7" fmla="*/ 78032 w 427830"/>
              <a:gd name="connsiteY7" fmla="*/ 18803 h 265929"/>
              <a:gd name="connsiteX8" fmla="*/ 84759 w 427830"/>
              <a:gd name="connsiteY8" fmla="*/ 21489 h 265929"/>
              <a:gd name="connsiteX9" fmla="*/ 99558 w 427830"/>
              <a:gd name="connsiteY9" fmla="*/ 24175 h 265929"/>
              <a:gd name="connsiteX10" fmla="*/ 106285 w 427830"/>
              <a:gd name="connsiteY10" fmla="*/ 26862 h 265929"/>
              <a:gd name="connsiteX11" fmla="*/ 107630 w 427830"/>
              <a:gd name="connsiteY11" fmla="*/ 30891 h 265929"/>
              <a:gd name="connsiteX12" fmla="*/ 115702 w 427830"/>
              <a:gd name="connsiteY12" fmla="*/ 26862 h 265929"/>
              <a:gd name="connsiteX13" fmla="*/ 121084 w 427830"/>
              <a:gd name="connsiteY13" fmla="*/ 30891 h 265929"/>
              <a:gd name="connsiteX14" fmla="*/ 123775 w 427830"/>
              <a:gd name="connsiteY14" fmla="*/ 30891 h 265929"/>
              <a:gd name="connsiteX15" fmla="*/ 126466 w 427830"/>
              <a:gd name="connsiteY15" fmla="*/ 28204 h 265929"/>
              <a:gd name="connsiteX16" fmla="*/ 134538 w 427830"/>
              <a:gd name="connsiteY16" fmla="*/ 29548 h 265929"/>
              <a:gd name="connsiteX17" fmla="*/ 137229 w 427830"/>
              <a:gd name="connsiteY17" fmla="*/ 30891 h 265929"/>
              <a:gd name="connsiteX18" fmla="*/ 145301 w 427830"/>
              <a:gd name="connsiteY18" fmla="*/ 25518 h 265929"/>
              <a:gd name="connsiteX19" fmla="*/ 153373 w 427830"/>
              <a:gd name="connsiteY19" fmla="*/ 26862 h 265929"/>
              <a:gd name="connsiteX20" fmla="*/ 154718 w 427830"/>
              <a:gd name="connsiteY20" fmla="*/ 32234 h 265929"/>
              <a:gd name="connsiteX21" fmla="*/ 158755 w 427830"/>
              <a:gd name="connsiteY21" fmla="*/ 33577 h 265929"/>
              <a:gd name="connsiteX22" fmla="*/ 162791 w 427830"/>
              <a:gd name="connsiteY22" fmla="*/ 26862 h 265929"/>
              <a:gd name="connsiteX23" fmla="*/ 168172 w 427830"/>
              <a:gd name="connsiteY23" fmla="*/ 26862 h 265929"/>
              <a:gd name="connsiteX24" fmla="*/ 173554 w 427830"/>
              <a:gd name="connsiteY24" fmla="*/ 29548 h 265929"/>
              <a:gd name="connsiteX25" fmla="*/ 180281 w 427830"/>
              <a:gd name="connsiteY25" fmla="*/ 28204 h 265929"/>
              <a:gd name="connsiteX26" fmla="*/ 184317 w 427830"/>
              <a:gd name="connsiteY26" fmla="*/ 32234 h 265929"/>
              <a:gd name="connsiteX27" fmla="*/ 191044 w 427830"/>
              <a:gd name="connsiteY27" fmla="*/ 30891 h 265929"/>
              <a:gd name="connsiteX28" fmla="*/ 191044 w 427830"/>
              <a:gd name="connsiteY28" fmla="*/ 22832 h 265929"/>
              <a:gd name="connsiteX29" fmla="*/ 195080 w 427830"/>
              <a:gd name="connsiteY29" fmla="*/ 12088 h 265929"/>
              <a:gd name="connsiteX30" fmla="*/ 203152 w 427830"/>
              <a:gd name="connsiteY30" fmla="*/ 12088 h 265929"/>
              <a:gd name="connsiteX31" fmla="*/ 213915 w 427830"/>
              <a:gd name="connsiteY31" fmla="*/ 9401 h 265929"/>
              <a:gd name="connsiteX32" fmla="*/ 217951 w 427830"/>
              <a:gd name="connsiteY32" fmla="*/ 9401 h 265929"/>
              <a:gd name="connsiteX33" fmla="*/ 224678 w 427830"/>
              <a:gd name="connsiteY33" fmla="*/ 8058 h 265929"/>
              <a:gd name="connsiteX34" fmla="*/ 223333 w 427830"/>
              <a:gd name="connsiteY34" fmla="*/ 2686 h 265929"/>
              <a:gd name="connsiteX35" fmla="*/ 227369 w 427830"/>
              <a:gd name="connsiteY35" fmla="*/ 0 h 265929"/>
              <a:gd name="connsiteX36" fmla="*/ 240823 w 427830"/>
              <a:gd name="connsiteY36" fmla="*/ 4029 h 265929"/>
              <a:gd name="connsiteX37" fmla="*/ 254277 w 427830"/>
              <a:gd name="connsiteY37" fmla="*/ 4029 h 265929"/>
              <a:gd name="connsiteX38" fmla="*/ 261003 w 427830"/>
              <a:gd name="connsiteY38" fmla="*/ 0 h 265929"/>
              <a:gd name="connsiteX39" fmla="*/ 266385 w 427830"/>
              <a:gd name="connsiteY39" fmla="*/ 1343 h 265929"/>
              <a:gd name="connsiteX40" fmla="*/ 270421 w 427830"/>
              <a:gd name="connsiteY40" fmla="*/ 13431 h 265929"/>
              <a:gd name="connsiteX41" fmla="*/ 275802 w 427830"/>
              <a:gd name="connsiteY41" fmla="*/ 17460 h 265929"/>
              <a:gd name="connsiteX42" fmla="*/ 273112 w 427830"/>
              <a:gd name="connsiteY42" fmla="*/ 22832 h 265929"/>
              <a:gd name="connsiteX43" fmla="*/ 279839 w 427830"/>
              <a:gd name="connsiteY43" fmla="*/ 32234 h 265929"/>
              <a:gd name="connsiteX44" fmla="*/ 294638 w 427830"/>
              <a:gd name="connsiteY44" fmla="*/ 30891 h 265929"/>
              <a:gd name="connsiteX45" fmla="*/ 300019 w 427830"/>
              <a:gd name="connsiteY45" fmla="*/ 34920 h 265929"/>
              <a:gd name="connsiteX46" fmla="*/ 300019 w 427830"/>
              <a:gd name="connsiteY46" fmla="*/ 40292 h 265929"/>
              <a:gd name="connsiteX47" fmla="*/ 305401 w 427830"/>
              <a:gd name="connsiteY47" fmla="*/ 40292 h 265929"/>
              <a:gd name="connsiteX48" fmla="*/ 305401 w 427830"/>
              <a:gd name="connsiteY48" fmla="*/ 48351 h 265929"/>
              <a:gd name="connsiteX49" fmla="*/ 308092 w 427830"/>
              <a:gd name="connsiteY49" fmla="*/ 56409 h 265929"/>
              <a:gd name="connsiteX50" fmla="*/ 320200 w 427830"/>
              <a:gd name="connsiteY50" fmla="*/ 67154 h 265929"/>
              <a:gd name="connsiteX51" fmla="*/ 324236 w 427830"/>
              <a:gd name="connsiteY51" fmla="*/ 63125 h 265929"/>
              <a:gd name="connsiteX52" fmla="*/ 332308 w 427830"/>
              <a:gd name="connsiteY52" fmla="*/ 67154 h 265929"/>
              <a:gd name="connsiteX53" fmla="*/ 337690 w 427830"/>
              <a:gd name="connsiteY53" fmla="*/ 64468 h 265929"/>
              <a:gd name="connsiteX54" fmla="*/ 343071 w 427830"/>
              <a:gd name="connsiteY54" fmla="*/ 65811 h 265929"/>
              <a:gd name="connsiteX55" fmla="*/ 352489 w 427830"/>
              <a:gd name="connsiteY55" fmla="*/ 59095 h 265929"/>
              <a:gd name="connsiteX56" fmla="*/ 356525 w 427830"/>
              <a:gd name="connsiteY56" fmla="*/ 59095 h 265929"/>
              <a:gd name="connsiteX57" fmla="*/ 361907 w 427830"/>
              <a:gd name="connsiteY57" fmla="*/ 71183 h 265929"/>
              <a:gd name="connsiteX58" fmla="*/ 369979 w 427830"/>
              <a:gd name="connsiteY58" fmla="*/ 76555 h 265929"/>
              <a:gd name="connsiteX59" fmla="*/ 372670 w 427830"/>
              <a:gd name="connsiteY59" fmla="*/ 81928 h 265929"/>
              <a:gd name="connsiteX60" fmla="*/ 376705 w 427830"/>
              <a:gd name="connsiteY60" fmla="*/ 77898 h 265929"/>
              <a:gd name="connsiteX61" fmla="*/ 386123 w 427830"/>
              <a:gd name="connsiteY61" fmla="*/ 80585 h 265929"/>
              <a:gd name="connsiteX62" fmla="*/ 392850 w 427830"/>
              <a:gd name="connsiteY62" fmla="*/ 80585 h 265929"/>
              <a:gd name="connsiteX63" fmla="*/ 396886 w 427830"/>
              <a:gd name="connsiteY63" fmla="*/ 83271 h 265929"/>
              <a:gd name="connsiteX64" fmla="*/ 403613 w 427830"/>
              <a:gd name="connsiteY64" fmla="*/ 81928 h 265929"/>
              <a:gd name="connsiteX65" fmla="*/ 410340 w 427830"/>
              <a:gd name="connsiteY65" fmla="*/ 85957 h 265929"/>
              <a:gd name="connsiteX66" fmla="*/ 417067 w 427830"/>
              <a:gd name="connsiteY66" fmla="*/ 87300 h 265929"/>
              <a:gd name="connsiteX67" fmla="*/ 421103 w 427830"/>
              <a:gd name="connsiteY67" fmla="*/ 84614 h 265929"/>
              <a:gd name="connsiteX68" fmla="*/ 423794 w 427830"/>
              <a:gd name="connsiteY68" fmla="*/ 89986 h 265929"/>
              <a:gd name="connsiteX69" fmla="*/ 427830 w 427830"/>
              <a:gd name="connsiteY69" fmla="*/ 91329 h 265929"/>
              <a:gd name="connsiteX70" fmla="*/ 427830 w 427830"/>
              <a:gd name="connsiteY70" fmla="*/ 99388 h 265929"/>
              <a:gd name="connsiteX71" fmla="*/ 423794 w 427830"/>
              <a:gd name="connsiteY71" fmla="*/ 104760 h 265929"/>
              <a:gd name="connsiteX72" fmla="*/ 418412 w 427830"/>
              <a:gd name="connsiteY72" fmla="*/ 106103 h 265929"/>
              <a:gd name="connsiteX73" fmla="*/ 415722 w 427830"/>
              <a:gd name="connsiteY73" fmla="*/ 116848 h 265929"/>
              <a:gd name="connsiteX74" fmla="*/ 423794 w 427830"/>
              <a:gd name="connsiteY74" fmla="*/ 122220 h 265929"/>
              <a:gd name="connsiteX75" fmla="*/ 425139 w 427830"/>
              <a:gd name="connsiteY75" fmla="*/ 130278 h 265929"/>
              <a:gd name="connsiteX76" fmla="*/ 421103 w 427830"/>
              <a:gd name="connsiteY76" fmla="*/ 139680 h 265929"/>
              <a:gd name="connsiteX77" fmla="*/ 422449 w 427830"/>
              <a:gd name="connsiteY77" fmla="*/ 146395 h 265929"/>
              <a:gd name="connsiteX78" fmla="*/ 418412 w 427830"/>
              <a:gd name="connsiteY78" fmla="*/ 149081 h 265929"/>
              <a:gd name="connsiteX79" fmla="*/ 404958 w 427830"/>
              <a:gd name="connsiteY79" fmla="*/ 150425 h 265929"/>
              <a:gd name="connsiteX80" fmla="*/ 399577 w 427830"/>
              <a:gd name="connsiteY80" fmla="*/ 158483 h 265929"/>
              <a:gd name="connsiteX81" fmla="*/ 396886 w 427830"/>
              <a:gd name="connsiteY81" fmla="*/ 161169 h 265929"/>
              <a:gd name="connsiteX82" fmla="*/ 394196 w 427830"/>
              <a:gd name="connsiteY82" fmla="*/ 173257 h 265929"/>
              <a:gd name="connsiteX83" fmla="*/ 390159 w 427830"/>
              <a:gd name="connsiteY83" fmla="*/ 174600 h 265929"/>
              <a:gd name="connsiteX84" fmla="*/ 388814 w 427830"/>
              <a:gd name="connsiteY84" fmla="*/ 171914 h 265929"/>
              <a:gd name="connsiteX85" fmla="*/ 386123 w 427830"/>
              <a:gd name="connsiteY85" fmla="*/ 171914 h 265929"/>
              <a:gd name="connsiteX86" fmla="*/ 379396 w 427830"/>
              <a:gd name="connsiteY86" fmla="*/ 174600 h 265929"/>
              <a:gd name="connsiteX87" fmla="*/ 374015 w 427830"/>
              <a:gd name="connsiteY87" fmla="*/ 173257 h 265929"/>
              <a:gd name="connsiteX88" fmla="*/ 369979 w 427830"/>
              <a:gd name="connsiteY88" fmla="*/ 175943 h 265929"/>
              <a:gd name="connsiteX89" fmla="*/ 368634 w 427830"/>
              <a:gd name="connsiteY89" fmla="*/ 179972 h 265929"/>
              <a:gd name="connsiteX90" fmla="*/ 361907 w 427830"/>
              <a:gd name="connsiteY90" fmla="*/ 181315 h 265929"/>
              <a:gd name="connsiteX91" fmla="*/ 359216 w 427830"/>
              <a:gd name="connsiteY91" fmla="*/ 185344 h 265929"/>
              <a:gd name="connsiteX92" fmla="*/ 353834 w 427830"/>
              <a:gd name="connsiteY92" fmla="*/ 190717 h 265929"/>
              <a:gd name="connsiteX93" fmla="*/ 352489 w 427830"/>
              <a:gd name="connsiteY93" fmla="*/ 190717 h 265929"/>
              <a:gd name="connsiteX94" fmla="*/ 347107 w 427830"/>
              <a:gd name="connsiteY94" fmla="*/ 190717 h 265929"/>
              <a:gd name="connsiteX95" fmla="*/ 343071 w 427830"/>
              <a:gd name="connsiteY95" fmla="*/ 194746 h 265929"/>
              <a:gd name="connsiteX96" fmla="*/ 334999 w 427830"/>
              <a:gd name="connsiteY96" fmla="*/ 192060 h 265929"/>
              <a:gd name="connsiteX97" fmla="*/ 330963 w 427830"/>
              <a:gd name="connsiteY97" fmla="*/ 196089 h 265929"/>
              <a:gd name="connsiteX98" fmla="*/ 326927 w 427830"/>
              <a:gd name="connsiteY98" fmla="*/ 194746 h 265929"/>
              <a:gd name="connsiteX99" fmla="*/ 324236 w 427830"/>
              <a:gd name="connsiteY99" fmla="*/ 189374 h 265929"/>
              <a:gd name="connsiteX100" fmla="*/ 321545 w 427830"/>
              <a:gd name="connsiteY100" fmla="*/ 189374 h 265929"/>
              <a:gd name="connsiteX101" fmla="*/ 322890 w 427830"/>
              <a:gd name="connsiteY101" fmla="*/ 193403 h 265929"/>
              <a:gd name="connsiteX102" fmla="*/ 325581 w 427830"/>
              <a:gd name="connsiteY102" fmla="*/ 196089 h 265929"/>
              <a:gd name="connsiteX103" fmla="*/ 324236 w 427830"/>
              <a:gd name="connsiteY103" fmla="*/ 200118 h 265929"/>
              <a:gd name="connsiteX104" fmla="*/ 318854 w 427830"/>
              <a:gd name="connsiteY104" fmla="*/ 208177 h 265929"/>
              <a:gd name="connsiteX105" fmla="*/ 316164 w 427830"/>
              <a:gd name="connsiteY105" fmla="*/ 209520 h 265929"/>
              <a:gd name="connsiteX106" fmla="*/ 314818 w 427830"/>
              <a:gd name="connsiteY106" fmla="*/ 206834 h 265929"/>
              <a:gd name="connsiteX107" fmla="*/ 317509 w 427830"/>
              <a:gd name="connsiteY107" fmla="*/ 205491 h 265929"/>
              <a:gd name="connsiteX108" fmla="*/ 321545 w 427830"/>
              <a:gd name="connsiteY108" fmla="*/ 200118 h 265929"/>
              <a:gd name="connsiteX109" fmla="*/ 321545 w 427830"/>
              <a:gd name="connsiteY109" fmla="*/ 197432 h 265929"/>
              <a:gd name="connsiteX110" fmla="*/ 318854 w 427830"/>
              <a:gd name="connsiteY110" fmla="*/ 196089 h 265929"/>
              <a:gd name="connsiteX111" fmla="*/ 317509 w 427830"/>
              <a:gd name="connsiteY111" fmla="*/ 198775 h 265929"/>
              <a:gd name="connsiteX112" fmla="*/ 309437 w 427830"/>
              <a:gd name="connsiteY112" fmla="*/ 206834 h 265929"/>
              <a:gd name="connsiteX113" fmla="*/ 305401 w 427830"/>
              <a:gd name="connsiteY113" fmla="*/ 208177 h 265929"/>
              <a:gd name="connsiteX114" fmla="*/ 304055 w 427830"/>
              <a:gd name="connsiteY114" fmla="*/ 210863 h 265929"/>
              <a:gd name="connsiteX115" fmla="*/ 298674 w 427830"/>
              <a:gd name="connsiteY115" fmla="*/ 210863 h 265929"/>
              <a:gd name="connsiteX116" fmla="*/ 294638 w 427830"/>
              <a:gd name="connsiteY116" fmla="*/ 208177 h 265929"/>
              <a:gd name="connsiteX117" fmla="*/ 291947 w 427830"/>
              <a:gd name="connsiteY117" fmla="*/ 210863 h 265929"/>
              <a:gd name="connsiteX118" fmla="*/ 286565 w 427830"/>
              <a:gd name="connsiteY118" fmla="*/ 210863 h 265929"/>
              <a:gd name="connsiteX119" fmla="*/ 285220 w 427830"/>
              <a:gd name="connsiteY119" fmla="*/ 212206 h 265929"/>
              <a:gd name="connsiteX120" fmla="*/ 289256 w 427830"/>
              <a:gd name="connsiteY120" fmla="*/ 214892 h 265929"/>
              <a:gd name="connsiteX121" fmla="*/ 297328 w 427830"/>
              <a:gd name="connsiteY121" fmla="*/ 213549 h 265929"/>
              <a:gd name="connsiteX122" fmla="*/ 300019 w 427830"/>
              <a:gd name="connsiteY122" fmla="*/ 217578 h 265929"/>
              <a:gd name="connsiteX123" fmla="*/ 302710 w 427830"/>
              <a:gd name="connsiteY123" fmla="*/ 220265 h 265929"/>
              <a:gd name="connsiteX124" fmla="*/ 305401 w 427830"/>
              <a:gd name="connsiteY124" fmla="*/ 218921 h 265929"/>
              <a:gd name="connsiteX125" fmla="*/ 308092 w 427830"/>
              <a:gd name="connsiteY125" fmla="*/ 221608 h 265929"/>
              <a:gd name="connsiteX126" fmla="*/ 305401 w 427830"/>
              <a:gd name="connsiteY126" fmla="*/ 224294 h 265929"/>
              <a:gd name="connsiteX127" fmla="*/ 305401 w 427830"/>
              <a:gd name="connsiteY127" fmla="*/ 226980 h 265929"/>
              <a:gd name="connsiteX128" fmla="*/ 308092 w 427830"/>
              <a:gd name="connsiteY128" fmla="*/ 225637 h 265929"/>
              <a:gd name="connsiteX129" fmla="*/ 310782 w 427830"/>
              <a:gd name="connsiteY129" fmla="*/ 225637 h 265929"/>
              <a:gd name="connsiteX130" fmla="*/ 309437 w 427830"/>
              <a:gd name="connsiteY130" fmla="*/ 229666 h 265929"/>
              <a:gd name="connsiteX131" fmla="*/ 312128 w 427830"/>
              <a:gd name="connsiteY131" fmla="*/ 225637 h 265929"/>
              <a:gd name="connsiteX132" fmla="*/ 314818 w 427830"/>
              <a:gd name="connsiteY132" fmla="*/ 228323 h 265929"/>
              <a:gd name="connsiteX133" fmla="*/ 316164 w 427830"/>
              <a:gd name="connsiteY133" fmla="*/ 233695 h 265929"/>
              <a:gd name="connsiteX134" fmla="*/ 318854 w 427830"/>
              <a:gd name="connsiteY134" fmla="*/ 236381 h 265929"/>
              <a:gd name="connsiteX135" fmla="*/ 325581 w 427830"/>
              <a:gd name="connsiteY135" fmla="*/ 239068 h 265929"/>
              <a:gd name="connsiteX136" fmla="*/ 328272 w 427830"/>
              <a:gd name="connsiteY136" fmla="*/ 237725 h 265929"/>
              <a:gd name="connsiteX137" fmla="*/ 318854 w 427830"/>
              <a:gd name="connsiteY137" fmla="*/ 229666 h 265929"/>
              <a:gd name="connsiteX138" fmla="*/ 310782 w 427830"/>
              <a:gd name="connsiteY138" fmla="*/ 217578 h 265929"/>
              <a:gd name="connsiteX139" fmla="*/ 308092 w 427830"/>
              <a:gd name="connsiteY139" fmla="*/ 212206 h 265929"/>
              <a:gd name="connsiteX140" fmla="*/ 309437 w 427830"/>
              <a:gd name="connsiteY140" fmla="*/ 209520 h 265929"/>
              <a:gd name="connsiteX141" fmla="*/ 313473 w 427830"/>
              <a:gd name="connsiteY141" fmla="*/ 214892 h 265929"/>
              <a:gd name="connsiteX142" fmla="*/ 316164 w 427830"/>
              <a:gd name="connsiteY142" fmla="*/ 222951 h 265929"/>
              <a:gd name="connsiteX143" fmla="*/ 328272 w 427830"/>
              <a:gd name="connsiteY143" fmla="*/ 236381 h 265929"/>
              <a:gd name="connsiteX144" fmla="*/ 330963 w 427830"/>
              <a:gd name="connsiteY144" fmla="*/ 237725 h 265929"/>
              <a:gd name="connsiteX145" fmla="*/ 334999 w 427830"/>
              <a:gd name="connsiteY145" fmla="*/ 232352 h 265929"/>
              <a:gd name="connsiteX146" fmla="*/ 339035 w 427830"/>
              <a:gd name="connsiteY146" fmla="*/ 232352 h 265929"/>
              <a:gd name="connsiteX147" fmla="*/ 343071 w 427830"/>
              <a:gd name="connsiteY147" fmla="*/ 236381 h 265929"/>
              <a:gd name="connsiteX148" fmla="*/ 345762 w 427830"/>
              <a:gd name="connsiteY148" fmla="*/ 231009 h 265929"/>
              <a:gd name="connsiteX149" fmla="*/ 353834 w 427830"/>
              <a:gd name="connsiteY149" fmla="*/ 229666 h 265929"/>
              <a:gd name="connsiteX150" fmla="*/ 360561 w 427830"/>
              <a:gd name="connsiteY150" fmla="*/ 229666 h 265929"/>
              <a:gd name="connsiteX151" fmla="*/ 359216 w 427830"/>
              <a:gd name="connsiteY151" fmla="*/ 233695 h 265929"/>
              <a:gd name="connsiteX152" fmla="*/ 356525 w 427830"/>
              <a:gd name="connsiteY152" fmla="*/ 235038 h 265929"/>
              <a:gd name="connsiteX153" fmla="*/ 357870 w 427830"/>
              <a:gd name="connsiteY153" fmla="*/ 240411 h 265929"/>
              <a:gd name="connsiteX154" fmla="*/ 355180 w 427830"/>
              <a:gd name="connsiteY154" fmla="*/ 244440 h 265929"/>
              <a:gd name="connsiteX155" fmla="*/ 345762 w 427830"/>
              <a:gd name="connsiteY155" fmla="*/ 244440 h 265929"/>
              <a:gd name="connsiteX156" fmla="*/ 336344 w 427830"/>
              <a:gd name="connsiteY156" fmla="*/ 243097 h 265929"/>
              <a:gd name="connsiteX157" fmla="*/ 329617 w 427830"/>
              <a:gd name="connsiteY157" fmla="*/ 245783 h 265929"/>
              <a:gd name="connsiteX158" fmla="*/ 325581 w 427830"/>
              <a:gd name="connsiteY158" fmla="*/ 252498 h 265929"/>
              <a:gd name="connsiteX159" fmla="*/ 317509 w 427830"/>
              <a:gd name="connsiteY159" fmla="*/ 252498 h 265929"/>
              <a:gd name="connsiteX160" fmla="*/ 305401 w 427830"/>
              <a:gd name="connsiteY160" fmla="*/ 261900 h 265929"/>
              <a:gd name="connsiteX161" fmla="*/ 295983 w 427830"/>
              <a:gd name="connsiteY161" fmla="*/ 265929 h 265929"/>
              <a:gd name="connsiteX162" fmla="*/ 286565 w 427830"/>
              <a:gd name="connsiteY162" fmla="*/ 264586 h 265929"/>
              <a:gd name="connsiteX163" fmla="*/ 282529 w 427830"/>
              <a:gd name="connsiteY163" fmla="*/ 261900 h 265929"/>
              <a:gd name="connsiteX164" fmla="*/ 283875 w 427830"/>
              <a:gd name="connsiteY164" fmla="*/ 259214 h 265929"/>
              <a:gd name="connsiteX165" fmla="*/ 286565 w 427830"/>
              <a:gd name="connsiteY165" fmla="*/ 249812 h 265929"/>
              <a:gd name="connsiteX166" fmla="*/ 286565 w 427830"/>
              <a:gd name="connsiteY166" fmla="*/ 245783 h 265929"/>
              <a:gd name="connsiteX167" fmla="*/ 278493 w 427830"/>
              <a:gd name="connsiteY167" fmla="*/ 240411 h 265929"/>
              <a:gd name="connsiteX168" fmla="*/ 275802 w 427830"/>
              <a:gd name="connsiteY168" fmla="*/ 240411 h 265929"/>
              <a:gd name="connsiteX169" fmla="*/ 269075 w 427830"/>
              <a:gd name="connsiteY169" fmla="*/ 237725 h 265929"/>
              <a:gd name="connsiteX170" fmla="*/ 266385 w 427830"/>
              <a:gd name="connsiteY170" fmla="*/ 240411 h 265929"/>
              <a:gd name="connsiteX171" fmla="*/ 261003 w 427830"/>
              <a:gd name="connsiteY171" fmla="*/ 239068 h 265929"/>
              <a:gd name="connsiteX172" fmla="*/ 266385 w 427830"/>
              <a:gd name="connsiteY172" fmla="*/ 231009 h 265929"/>
              <a:gd name="connsiteX173" fmla="*/ 275802 w 427830"/>
              <a:gd name="connsiteY173" fmla="*/ 225637 h 265929"/>
              <a:gd name="connsiteX174" fmla="*/ 283875 w 427830"/>
              <a:gd name="connsiteY174" fmla="*/ 222951 h 265929"/>
              <a:gd name="connsiteX175" fmla="*/ 285220 w 427830"/>
              <a:gd name="connsiteY175" fmla="*/ 221608 h 265929"/>
              <a:gd name="connsiteX176" fmla="*/ 282529 w 427830"/>
              <a:gd name="connsiteY176" fmla="*/ 218921 h 265929"/>
              <a:gd name="connsiteX177" fmla="*/ 281184 w 427830"/>
              <a:gd name="connsiteY177" fmla="*/ 212206 h 265929"/>
              <a:gd name="connsiteX178" fmla="*/ 279839 w 427830"/>
              <a:gd name="connsiteY178" fmla="*/ 210863 h 265929"/>
              <a:gd name="connsiteX179" fmla="*/ 277148 w 427830"/>
              <a:gd name="connsiteY179" fmla="*/ 214892 h 265929"/>
              <a:gd name="connsiteX180" fmla="*/ 273112 w 427830"/>
              <a:gd name="connsiteY180" fmla="*/ 212206 h 265929"/>
              <a:gd name="connsiteX181" fmla="*/ 267730 w 427830"/>
              <a:gd name="connsiteY181" fmla="*/ 209520 h 265929"/>
              <a:gd name="connsiteX182" fmla="*/ 261003 w 427830"/>
              <a:gd name="connsiteY182" fmla="*/ 210863 h 265929"/>
              <a:gd name="connsiteX183" fmla="*/ 255622 w 427830"/>
              <a:gd name="connsiteY183" fmla="*/ 213549 h 265929"/>
              <a:gd name="connsiteX184" fmla="*/ 250240 w 427830"/>
              <a:gd name="connsiteY184" fmla="*/ 210863 h 265929"/>
              <a:gd name="connsiteX185" fmla="*/ 247550 w 427830"/>
              <a:gd name="connsiteY185" fmla="*/ 210863 h 265929"/>
              <a:gd name="connsiteX186" fmla="*/ 243513 w 427830"/>
              <a:gd name="connsiteY186" fmla="*/ 208177 h 265929"/>
              <a:gd name="connsiteX187" fmla="*/ 246204 w 427830"/>
              <a:gd name="connsiteY187" fmla="*/ 205491 h 265929"/>
              <a:gd name="connsiteX188" fmla="*/ 247550 w 427830"/>
              <a:gd name="connsiteY188" fmla="*/ 204148 h 265929"/>
              <a:gd name="connsiteX189" fmla="*/ 239477 w 427830"/>
              <a:gd name="connsiteY189" fmla="*/ 201462 h 265929"/>
              <a:gd name="connsiteX190" fmla="*/ 230059 w 427830"/>
              <a:gd name="connsiteY190" fmla="*/ 201462 h 265929"/>
              <a:gd name="connsiteX191" fmla="*/ 227369 w 427830"/>
              <a:gd name="connsiteY191" fmla="*/ 198775 h 265929"/>
              <a:gd name="connsiteX192" fmla="*/ 234096 w 427830"/>
              <a:gd name="connsiteY192" fmla="*/ 198775 h 265929"/>
              <a:gd name="connsiteX193" fmla="*/ 243513 w 427830"/>
              <a:gd name="connsiteY193" fmla="*/ 197432 h 265929"/>
              <a:gd name="connsiteX194" fmla="*/ 247550 w 427830"/>
              <a:gd name="connsiteY194" fmla="*/ 198775 h 265929"/>
              <a:gd name="connsiteX195" fmla="*/ 250240 w 427830"/>
              <a:gd name="connsiteY195" fmla="*/ 196089 h 265929"/>
              <a:gd name="connsiteX196" fmla="*/ 256967 w 427830"/>
              <a:gd name="connsiteY196" fmla="*/ 193403 h 265929"/>
              <a:gd name="connsiteX197" fmla="*/ 248895 w 427830"/>
              <a:gd name="connsiteY197" fmla="*/ 194746 h 265929"/>
              <a:gd name="connsiteX198" fmla="*/ 244859 w 427830"/>
              <a:gd name="connsiteY198" fmla="*/ 193403 h 265929"/>
              <a:gd name="connsiteX199" fmla="*/ 240823 w 427830"/>
              <a:gd name="connsiteY199" fmla="*/ 192060 h 265929"/>
              <a:gd name="connsiteX200" fmla="*/ 239477 w 427830"/>
              <a:gd name="connsiteY200" fmla="*/ 188031 h 265929"/>
              <a:gd name="connsiteX201" fmla="*/ 238132 w 427830"/>
              <a:gd name="connsiteY201" fmla="*/ 192060 h 265929"/>
              <a:gd name="connsiteX202" fmla="*/ 235441 w 427830"/>
              <a:gd name="connsiteY202" fmla="*/ 194746 h 265929"/>
              <a:gd name="connsiteX203" fmla="*/ 230059 w 427830"/>
              <a:gd name="connsiteY203" fmla="*/ 194746 h 265929"/>
              <a:gd name="connsiteX204" fmla="*/ 231405 w 427830"/>
              <a:gd name="connsiteY204" fmla="*/ 193403 h 265929"/>
              <a:gd name="connsiteX205" fmla="*/ 227369 w 427830"/>
              <a:gd name="connsiteY205" fmla="*/ 190717 h 265929"/>
              <a:gd name="connsiteX206" fmla="*/ 223333 w 427830"/>
              <a:gd name="connsiteY206" fmla="*/ 197432 h 265929"/>
              <a:gd name="connsiteX207" fmla="*/ 216606 w 427830"/>
              <a:gd name="connsiteY207" fmla="*/ 197432 h 265929"/>
              <a:gd name="connsiteX208" fmla="*/ 212570 w 427830"/>
              <a:gd name="connsiteY208" fmla="*/ 200118 h 265929"/>
              <a:gd name="connsiteX209" fmla="*/ 212570 w 427830"/>
              <a:gd name="connsiteY209" fmla="*/ 206834 h 265929"/>
              <a:gd name="connsiteX210" fmla="*/ 207188 w 427830"/>
              <a:gd name="connsiteY210" fmla="*/ 213549 h 265929"/>
              <a:gd name="connsiteX211" fmla="*/ 204497 w 427830"/>
              <a:gd name="connsiteY211" fmla="*/ 213549 h 265929"/>
              <a:gd name="connsiteX212" fmla="*/ 205843 w 427830"/>
              <a:gd name="connsiteY212" fmla="*/ 217578 h 265929"/>
              <a:gd name="connsiteX213" fmla="*/ 196425 w 427830"/>
              <a:gd name="connsiteY213" fmla="*/ 229666 h 265929"/>
              <a:gd name="connsiteX214" fmla="*/ 193735 w 427830"/>
              <a:gd name="connsiteY214" fmla="*/ 229666 h 265929"/>
              <a:gd name="connsiteX215" fmla="*/ 191044 w 427830"/>
              <a:gd name="connsiteY215" fmla="*/ 225637 h 265929"/>
              <a:gd name="connsiteX216" fmla="*/ 191044 w 427830"/>
              <a:gd name="connsiteY216" fmla="*/ 229666 h 265929"/>
              <a:gd name="connsiteX217" fmla="*/ 191044 w 427830"/>
              <a:gd name="connsiteY217" fmla="*/ 232352 h 265929"/>
              <a:gd name="connsiteX218" fmla="*/ 192389 w 427830"/>
              <a:gd name="connsiteY218" fmla="*/ 236381 h 265929"/>
              <a:gd name="connsiteX219" fmla="*/ 192389 w 427830"/>
              <a:gd name="connsiteY219" fmla="*/ 240411 h 265929"/>
              <a:gd name="connsiteX220" fmla="*/ 192389 w 427830"/>
              <a:gd name="connsiteY220" fmla="*/ 240411 h 265929"/>
              <a:gd name="connsiteX221" fmla="*/ 187008 w 427830"/>
              <a:gd name="connsiteY221" fmla="*/ 236381 h 265929"/>
              <a:gd name="connsiteX222" fmla="*/ 178935 w 427830"/>
              <a:gd name="connsiteY222" fmla="*/ 237725 h 265929"/>
              <a:gd name="connsiteX223" fmla="*/ 174899 w 427830"/>
              <a:gd name="connsiteY223" fmla="*/ 240411 h 265929"/>
              <a:gd name="connsiteX224" fmla="*/ 165482 w 427830"/>
              <a:gd name="connsiteY224" fmla="*/ 240411 h 265929"/>
              <a:gd name="connsiteX225" fmla="*/ 158755 w 427830"/>
              <a:gd name="connsiteY225" fmla="*/ 239068 h 265929"/>
              <a:gd name="connsiteX226" fmla="*/ 154718 w 427830"/>
              <a:gd name="connsiteY226" fmla="*/ 232352 h 265929"/>
              <a:gd name="connsiteX227" fmla="*/ 157409 w 427830"/>
              <a:gd name="connsiteY227" fmla="*/ 228323 h 265929"/>
              <a:gd name="connsiteX228" fmla="*/ 162791 w 427830"/>
              <a:gd name="connsiteY228" fmla="*/ 229666 h 265929"/>
              <a:gd name="connsiteX229" fmla="*/ 162791 w 427830"/>
              <a:gd name="connsiteY229" fmla="*/ 225637 h 265929"/>
              <a:gd name="connsiteX230" fmla="*/ 166827 w 427830"/>
              <a:gd name="connsiteY230" fmla="*/ 216235 h 265929"/>
              <a:gd name="connsiteX231" fmla="*/ 169518 w 427830"/>
              <a:gd name="connsiteY231" fmla="*/ 217578 h 265929"/>
              <a:gd name="connsiteX232" fmla="*/ 169518 w 427830"/>
              <a:gd name="connsiteY232" fmla="*/ 210863 h 265929"/>
              <a:gd name="connsiteX233" fmla="*/ 170863 w 427830"/>
              <a:gd name="connsiteY233" fmla="*/ 201462 h 265929"/>
              <a:gd name="connsiteX234" fmla="*/ 176244 w 427830"/>
              <a:gd name="connsiteY234" fmla="*/ 201462 h 265929"/>
              <a:gd name="connsiteX235" fmla="*/ 182971 w 427830"/>
              <a:gd name="connsiteY235" fmla="*/ 198775 h 265929"/>
              <a:gd name="connsiteX236" fmla="*/ 187008 w 427830"/>
              <a:gd name="connsiteY236" fmla="*/ 202805 h 265929"/>
              <a:gd name="connsiteX237" fmla="*/ 193735 w 427830"/>
              <a:gd name="connsiteY237" fmla="*/ 201462 h 265929"/>
              <a:gd name="connsiteX238" fmla="*/ 195080 w 427830"/>
              <a:gd name="connsiteY238" fmla="*/ 198775 h 265929"/>
              <a:gd name="connsiteX239" fmla="*/ 192389 w 427830"/>
              <a:gd name="connsiteY239" fmla="*/ 194746 h 265929"/>
              <a:gd name="connsiteX240" fmla="*/ 192389 w 427830"/>
              <a:gd name="connsiteY240" fmla="*/ 190717 h 265929"/>
              <a:gd name="connsiteX241" fmla="*/ 192389 w 427830"/>
              <a:gd name="connsiteY241" fmla="*/ 185344 h 265929"/>
              <a:gd name="connsiteX242" fmla="*/ 184317 w 427830"/>
              <a:gd name="connsiteY242" fmla="*/ 181315 h 265929"/>
              <a:gd name="connsiteX243" fmla="*/ 177590 w 427830"/>
              <a:gd name="connsiteY243" fmla="*/ 175943 h 265929"/>
              <a:gd name="connsiteX244" fmla="*/ 177590 w 427830"/>
              <a:gd name="connsiteY244" fmla="*/ 173257 h 265929"/>
              <a:gd name="connsiteX245" fmla="*/ 170863 w 427830"/>
              <a:gd name="connsiteY245" fmla="*/ 169228 h 265929"/>
              <a:gd name="connsiteX246" fmla="*/ 172208 w 427830"/>
              <a:gd name="connsiteY246" fmla="*/ 163855 h 265929"/>
              <a:gd name="connsiteX247" fmla="*/ 170863 w 427830"/>
              <a:gd name="connsiteY247" fmla="*/ 154454 h 265929"/>
              <a:gd name="connsiteX248" fmla="*/ 164136 w 427830"/>
              <a:gd name="connsiteY248" fmla="*/ 150425 h 265929"/>
              <a:gd name="connsiteX249" fmla="*/ 156064 w 427830"/>
              <a:gd name="connsiteY249" fmla="*/ 142366 h 265929"/>
              <a:gd name="connsiteX250" fmla="*/ 153373 w 427830"/>
              <a:gd name="connsiteY250" fmla="*/ 142366 h 265929"/>
              <a:gd name="connsiteX251" fmla="*/ 152028 w 427830"/>
              <a:gd name="connsiteY251" fmla="*/ 146395 h 265929"/>
              <a:gd name="connsiteX252" fmla="*/ 143955 w 427830"/>
              <a:gd name="connsiteY252" fmla="*/ 145052 h 265929"/>
              <a:gd name="connsiteX253" fmla="*/ 135883 w 427830"/>
              <a:gd name="connsiteY253" fmla="*/ 138337 h 265929"/>
              <a:gd name="connsiteX254" fmla="*/ 129156 w 427830"/>
              <a:gd name="connsiteY254" fmla="*/ 138337 h 265929"/>
              <a:gd name="connsiteX255" fmla="*/ 125120 w 427830"/>
              <a:gd name="connsiteY255" fmla="*/ 131621 h 265929"/>
              <a:gd name="connsiteX256" fmla="*/ 122429 w 427830"/>
              <a:gd name="connsiteY256" fmla="*/ 134308 h 265929"/>
              <a:gd name="connsiteX257" fmla="*/ 117048 w 427830"/>
              <a:gd name="connsiteY257" fmla="*/ 134308 h 265929"/>
              <a:gd name="connsiteX258" fmla="*/ 115702 w 427830"/>
              <a:gd name="connsiteY258" fmla="*/ 136994 h 265929"/>
              <a:gd name="connsiteX259" fmla="*/ 110321 w 427830"/>
              <a:gd name="connsiteY259" fmla="*/ 132965 h 265929"/>
              <a:gd name="connsiteX260" fmla="*/ 108976 w 427830"/>
              <a:gd name="connsiteY260" fmla="*/ 135651 h 265929"/>
              <a:gd name="connsiteX261" fmla="*/ 104940 w 427830"/>
              <a:gd name="connsiteY261" fmla="*/ 132965 h 265929"/>
              <a:gd name="connsiteX262" fmla="*/ 106285 w 427830"/>
              <a:gd name="connsiteY262" fmla="*/ 141023 h 265929"/>
              <a:gd name="connsiteX263" fmla="*/ 104940 w 427830"/>
              <a:gd name="connsiteY263" fmla="*/ 143709 h 265929"/>
              <a:gd name="connsiteX264" fmla="*/ 106285 w 427830"/>
              <a:gd name="connsiteY264" fmla="*/ 150425 h 265929"/>
              <a:gd name="connsiteX265" fmla="*/ 100903 w 427830"/>
              <a:gd name="connsiteY265" fmla="*/ 150425 h 265929"/>
              <a:gd name="connsiteX266" fmla="*/ 94176 w 427830"/>
              <a:gd name="connsiteY266" fmla="*/ 154454 h 265929"/>
              <a:gd name="connsiteX267" fmla="*/ 76687 w 427830"/>
              <a:gd name="connsiteY267" fmla="*/ 157140 h 265929"/>
              <a:gd name="connsiteX268" fmla="*/ 72651 w 427830"/>
              <a:gd name="connsiteY268" fmla="*/ 162512 h 265929"/>
              <a:gd name="connsiteX269" fmla="*/ 67269 w 427830"/>
              <a:gd name="connsiteY269" fmla="*/ 162512 h 265929"/>
              <a:gd name="connsiteX270" fmla="*/ 59197 w 427830"/>
              <a:gd name="connsiteY270" fmla="*/ 165198 h 265929"/>
              <a:gd name="connsiteX271" fmla="*/ 53815 w 427830"/>
              <a:gd name="connsiteY271" fmla="*/ 162512 h 265929"/>
              <a:gd name="connsiteX272" fmla="*/ 51125 w 427830"/>
              <a:gd name="connsiteY272" fmla="*/ 158483 h 265929"/>
              <a:gd name="connsiteX273" fmla="*/ 44398 w 427830"/>
              <a:gd name="connsiteY273" fmla="*/ 155797 h 265929"/>
              <a:gd name="connsiteX274" fmla="*/ 37671 w 427830"/>
              <a:gd name="connsiteY274" fmla="*/ 155797 h 265929"/>
              <a:gd name="connsiteX275" fmla="*/ 28253 w 427830"/>
              <a:gd name="connsiteY275" fmla="*/ 150425 h 265929"/>
              <a:gd name="connsiteX276" fmla="*/ 22872 w 427830"/>
              <a:gd name="connsiteY276" fmla="*/ 150425 h 265929"/>
              <a:gd name="connsiteX277" fmla="*/ 18836 w 427830"/>
              <a:gd name="connsiteY277" fmla="*/ 153111 h 265929"/>
              <a:gd name="connsiteX278" fmla="*/ 14799 w 427830"/>
              <a:gd name="connsiteY278" fmla="*/ 153111 h 265929"/>
              <a:gd name="connsiteX279" fmla="*/ 12109 w 427830"/>
              <a:gd name="connsiteY279" fmla="*/ 149081 h 265929"/>
              <a:gd name="connsiteX280" fmla="*/ 5382 w 427830"/>
              <a:gd name="connsiteY280" fmla="*/ 145052 h 265929"/>
              <a:gd name="connsiteX281" fmla="*/ 0 w 427830"/>
              <a:gd name="connsiteY281" fmla="*/ 138337 h 265929"/>
              <a:gd name="connsiteX282" fmla="*/ 1345 w 427830"/>
              <a:gd name="connsiteY282" fmla="*/ 138337 h 265929"/>
              <a:gd name="connsiteX283" fmla="*/ 1345 w 427830"/>
              <a:gd name="connsiteY283" fmla="*/ 128935 h 265929"/>
              <a:gd name="connsiteX284" fmla="*/ 6727 w 427830"/>
              <a:gd name="connsiteY284" fmla="*/ 118191 h 265929"/>
              <a:gd name="connsiteX285" fmla="*/ 12109 w 427830"/>
              <a:gd name="connsiteY285" fmla="*/ 118191 h 265929"/>
              <a:gd name="connsiteX286" fmla="*/ 12109 w 427830"/>
              <a:gd name="connsiteY286" fmla="*/ 110132 h 265929"/>
              <a:gd name="connsiteX287" fmla="*/ 10763 w 427830"/>
              <a:gd name="connsiteY287" fmla="*/ 103417 h 265929"/>
              <a:gd name="connsiteX288" fmla="*/ 26908 w 427830"/>
              <a:gd name="connsiteY288" fmla="*/ 85957 h 265929"/>
              <a:gd name="connsiteX289" fmla="*/ 29598 w 427830"/>
              <a:gd name="connsiteY289" fmla="*/ 77898 h 265929"/>
              <a:gd name="connsiteX290" fmla="*/ 33634 w 427830"/>
              <a:gd name="connsiteY290" fmla="*/ 73869 h 265929"/>
              <a:gd name="connsiteX291" fmla="*/ 37671 w 427830"/>
              <a:gd name="connsiteY291" fmla="*/ 73869 h 265929"/>
              <a:gd name="connsiteX292" fmla="*/ 39016 w 427830"/>
              <a:gd name="connsiteY292" fmla="*/ 65811 h 265929"/>
              <a:gd name="connsiteX293" fmla="*/ 37671 w 427830"/>
              <a:gd name="connsiteY293" fmla="*/ 61781 h 265929"/>
              <a:gd name="connsiteX294" fmla="*/ 36325 w 427830"/>
              <a:gd name="connsiteY294" fmla="*/ 57752 h 265929"/>
              <a:gd name="connsiteX295" fmla="*/ 39016 w 427830"/>
              <a:gd name="connsiteY295" fmla="*/ 55066 h 265929"/>
              <a:gd name="connsiteX296" fmla="*/ 32289 w 427830"/>
              <a:gd name="connsiteY296" fmla="*/ 51037 h 265929"/>
              <a:gd name="connsiteX297" fmla="*/ 29598 w 427830"/>
              <a:gd name="connsiteY297" fmla="*/ 44321 h 265929"/>
              <a:gd name="connsiteX298" fmla="*/ 26908 w 427830"/>
              <a:gd name="connsiteY298" fmla="*/ 40292 h 265929"/>
              <a:gd name="connsiteX299" fmla="*/ 25562 w 427830"/>
              <a:gd name="connsiteY299" fmla="*/ 28204 h 265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</a:cxnLst>
            <a:rect l="l" t="t" r="r" b="b"/>
            <a:pathLst>
              <a:path w="427830" h="265929">
                <a:moveTo>
                  <a:pt x="26908" y="24175"/>
                </a:moveTo>
                <a:lnTo>
                  <a:pt x="30944" y="24175"/>
                </a:lnTo>
                <a:lnTo>
                  <a:pt x="39016" y="28204"/>
                </a:lnTo>
                <a:lnTo>
                  <a:pt x="43052" y="25518"/>
                </a:lnTo>
                <a:lnTo>
                  <a:pt x="61887" y="22832"/>
                </a:lnTo>
                <a:lnTo>
                  <a:pt x="69960" y="22832"/>
                </a:lnTo>
                <a:lnTo>
                  <a:pt x="75341" y="17460"/>
                </a:lnTo>
                <a:lnTo>
                  <a:pt x="78032" y="18803"/>
                </a:lnTo>
                <a:lnTo>
                  <a:pt x="84759" y="21489"/>
                </a:lnTo>
                <a:lnTo>
                  <a:pt x="99558" y="24175"/>
                </a:lnTo>
                <a:lnTo>
                  <a:pt x="106285" y="26862"/>
                </a:lnTo>
                <a:lnTo>
                  <a:pt x="107630" y="30891"/>
                </a:lnTo>
                <a:lnTo>
                  <a:pt x="115702" y="26862"/>
                </a:lnTo>
                <a:lnTo>
                  <a:pt x="121084" y="30891"/>
                </a:lnTo>
                <a:lnTo>
                  <a:pt x="123775" y="30891"/>
                </a:lnTo>
                <a:lnTo>
                  <a:pt x="126466" y="28204"/>
                </a:lnTo>
                <a:lnTo>
                  <a:pt x="134538" y="29548"/>
                </a:lnTo>
                <a:lnTo>
                  <a:pt x="137229" y="30891"/>
                </a:lnTo>
                <a:lnTo>
                  <a:pt x="145301" y="25518"/>
                </a:lnTo>
                <a:lnTo>
                  <a:pt x="153373" y="26862"/>
                </a:lnTo>
                <a:lnTo>
                  <a:pt x="154718" y="32234"/>
                </a:lnTo>
                <a:lnTo>
                  <a:pt x="158755" y="33577"/>
                </a:lnTo>
                <a:lnTo>
                  <a:pt x="162791" y="26862"/>
                </a:lnTo>
                <a:lnTo>
                  <a:pt x="168172" y="26862"/>
                </a:lnTo>
                <a:lnTo>
                  <a:pt x="173554" y="29548"/>
                </a:lnTo>
                <a:lnTo>
                  <a:pt x="180281" y="28204"/>
                </a:lnTo>
                <a:lnTo>
                  <a:pt x="184317" y="32234"/>
                </a:lnTo>
                <a:lnTo>
                  <a:pt x="191044" y="30891"/>
                </a:lnTo>
                <a:lnTo>
                  <a:pt x="191044" y="22832"/>
                </a:lnTo>
                <a:lnTo>
                  <a:pt x="195080" y="12088"/>
                </a:lnTo>
                <a:lnTo>
                  <a:pt x="203152" y="12088"/>
                </a:lnTo>
                <a:lnTo>
                  <a:pt x="213915" y="9401"/>
                </a:lnTo>
                <a:lnTo>
                  <a:pt x="217951" y="9401"/>
                </a:lnTo>
                <a:lnTo>
                  <a:pt x="224678" y="8058"/>
                </a:lnTo>
                <a:lnTo>
                  <a:pt x="223333" y="2686"/>
                </a:lnTo>
                <a:lnTo>
                  <a:pt x="227369" y="0"/>
                </a:lnTo>
                <a:lnTo>
                  <a:pt x="240823" y="4029"/>
                </a:lnTo>
                <a:lnTo>
                  <a:pt x="254277" y="4029"/>
                </a:lnTo>
                <a:lnTo>
                  <a:pt x="261003" y="0"/>
                </a:lnTo>
                <a:lnTo>
                  <a:pt x="266385" y="1343"/>
                </a:lnTo>
                <a:lnTo>
                  <a:pt x="270421" y="13431"/>
                </a:lnTo>
                <a:lnTo>
                  <a:pt x="275802" y="17460"/>
                </a:lnTo>
                <a:lnTo>
                  <a:pt x="273112" y="22832"/>
                </a:lnTo>
                <a:lnTo>
                  <a:pt x="279839" y="32234"/>
                </a:lnTo>
                <a:lnTo>
                  <a:pt x="294638" y="30891"/>
                </a:lnTo>
                <a:lnTo>
                  <a:pt x="300019" y="34920"/>
                </a:lnTo>
                <a:lnTo>
                  <a:pt x="300019" y="40292"/>
                </a:lnTo>
                <a:lnTo>
                  <a:pt x="305401" y="40292"/>
                </a:lnTo>
                <a:lnTo>
                  <a:pt x="305401" y="48351"/>
                </a:lnTo>
                <a:lnTo>
                  <a:pt x="308092" y="56409"/>
                </a:lnTo>
                <a:lnTo>
                  <a:pt x="320200" y="67154"/>
                </a:lnTo>
                <a:lnTo>
                  <a:pt x="324236" y="63125"/>
                </a:lnTo>
                <a:lnTo>
                  <a:pt x="332308" y="67154"/>
                </a:lnTo>
                <a:lnTo>
                  <a:pt x="337690" y="64468"/>
                </a:lnTo>
                <a:lnTo>
                  <a:pt x="343071" y="65811"/>
                </a:lnTo>
                <a:lnTo>
                  <a:pt x="352489" y="59095"/>
                </a:lnTo>
                <a:lnTo>
                  <a:pt x="356525" y="59095"/>
                </a:lnTo>
                <a:lnTo>
                  <a:pt x="361907" y="71183"/>
                </a:lnTo>
                <a:lnTo>
                  <a:pt x="369979" y="76555"/>
                </a:lnTo>
                <a:lnTo>
                  <a:pt x="372670" y="81928"/>
                </a:lnTo>
                <a:lnTo>
                  <a:pt x="376705" y="77898"/>
                </a:lnTo>
                <a:lnTo>
                  <a:pt x="386123" y="80585"/>
                </a:lnTo>
                <a:lnTo>
                  <a:pt x="392850" y="80585"/>
                </a:lnTo>
                <a:lnTo>
                  <a:pt x="396886" y="83271"/>
                </a:lnTo>
                <a:lnTo>
                  <a:pt x="403613" y="81928"/>
                </a:lnTo>
                <a:lnTo>
                  <a:pt x="410340" y="85957"/>
                </a:lnTo>
                <a:lnTo>
                  <a:pt x="417067" y="87300"/>
                </a:lnTo>
                <a:lnTo>
                  <a:pt x="421103" y="84614"/>
                </a:lnTo>
                <a:lnTo>
                  <a:pt x="423794" y="89986"/>
                </a:lnTo>
                <a:lnTo>
                  <a:pt x="427830" y="91329"/>
                </a:lnTo>
                <a:lnTo>
                  <a:pt x="427830" y="99388"/>
                </a:lnTo>
                <a:lnTo>
                  <a:pt x="423794" y="104760"/>
                </a:lnTo>
                <a:lnTo>
                  <a:pt x="418412" y="106103"/>
                </a:lnTo>
                <a:lnTo>
                  <a:pt x="415722" y="116848"/>
                </a:lnTo>
                <a:lnTo>
                  <a:pt x="423794" y="122220"/>
                </a:lnTo>
                <a:lnTo>
                  <a:pt x="425139" y="130278"/>
                </a:lnTo>
                <a:lnTo>
                  <a:pt x="421103" y="139680"/>
                </a:lnTo>
                <a:lnTo>
                  <a:pt x="422449" y="146395"/>
                </a:lnTo>
                <a:lnTo>
                  <a:pt x="418412" y="149081"/>
                </a:lnTo>
                <a:lnTo>
                  <a:pt x="404958" y="150425"/>
                </a:lnTo>
                <a:lnTo>
                  <a:pt x="399577" y="158483"/>
                </a:lnTo>
                <a:lnTo>
                  <a:pt x="396886" y="161169"/>
                </a:lnTo>
                <a:lnTo>
                  <a:pt x="394196" y="173257"/>
                </a:lnTo>
                <a:lnTo>
                  <a:pt x="390159" y="174600"/>
                </a:lnTo>
                <a:lnTo>
                  <a:pt x="388814" y="171914"/>
                </a:lnTo>
                <a:lnTo>
                  <a:pt x="386123" y="171914"/>
                </a:lnTo>
                <a:lnTo>
                  <a:pt x="379396" y="174600"/>
                </a:lnTo>
                <a:lnTo>
                  <a:pt x="374015" y="173257"/>
                </a:lnTo>
                <a:lnTo>
                  <a:pt x="369979" y="175943"/>
                </a:lnTo>
                <a:lnTo>
                  <a:pt x="368634" y="179972"/>
                </a:lnTo>
                <a:lnTo>
                  <a:pt x="361907" y="181315"/>
                </a:lnTo>
                <a:lnTo>
                  <a:pt x="359216" y="185344"/>
                </a:lnTo>
                <a:lnTo>
                  <a:pt x="353834" y="190717"/>
                </a:lnTo>
                <a:lnTo>
                  <a:pt x="352489" y="190717"/>
                </a:lnTo>
                <a:lnTo>
                  <a:pt x="347107" y="190717"/>
                </a:lnTo>
                <a:lnTo>
                  <a:pt x="343071" y="194746"/>
                </a:lnTo>
                <a:lnTo>
                  <a:pt x="334999" y="192060"/>
                </a:lnTo>
                <a:lnTo>
                  <a:pt x="330963" y="196089"/>
                </a:lnTo>
                <a:lnTo>
                  <a:pt x="326927" y="194746"/>
                </a:lnTo>
                <a:lnTo>
                  <a:pt x="324236" y="189374"/>
                </a:lnTo>
                <a:lnTo>
                  <a:pt x="321545" y="189374"/>
                </a:lnTo>
                <a:lnTo>
                  <a:pt x="322890" y="193403"/>
                </a:lnTo>
                <a:lnTo>
                  <a:pt x="325581" y="196089"/>
                </a:lnTo>
                <a:lnTo>
                  <a:pt x="324236" y="200118"/>
                </a:lnTo>
                <a:lnTo>
                  <a:pt x="318854" y="208177"/>
                </a:lnTo>
                <a:lnTo>
                  <a:pt x="316164" y="209520"/>
                </a:lnTo>
                <a:lnTo>
                  <a:pt x="314818" y="206834"/>
                </a:lnTo>
                <a:lnTo>
                  <a:pt x="317509" y="205491"/>
                </a:lnTo>
                <a:lnTo>
                  <a:pt x="321545" y="200118"/>
                </a:lnTo>
                <a:lnTo>
                  <a:pt x="321545" y="197432"/>
                </a:lnTo>
                <a:lnTo>
                  <a:pt x="318854" y="196089"/>
                </a:lnTo>
                <a:lnTo>
                  <a:pt x="317509" y="198775"/>
                </a:lnTo>
                <a:lnTo>
                  <a:pt x="309437" y="206834"/>
                </a:lnTo>
                <a:lnTo>
                  <a:pt x="305401" y="208177"/>
                </a:lnTo>
                <a:lnTo>
                  <a:pt x="304055" y="210863"/>
                </a:lnTo>
                <a:lnTo>
                  <a:pt x="298674" y="210863"/>
                </a:lnTo>
                <a:lnTo>
                  <a:pt x="294638" y="208177"/>
                </a:lnTo>
                <a:lnTo>
                  <a:pt x="291947" y="210863"/>
                </a:lnTo>
                <a:lnTo>
                  <a:pt x="286565" y="210863"/>
                </a:lnTo>
                <a:lnTo>
                  <a:pt x="285220" y="212206"/>
                </a:lnTo>
                <a:lnTo>
                  <a:pt x="289256" y="214892"/>
                </a:lnTo>
                <a:lnTo>
                  <a:pt x="297328" y="213549"/>
                </a:lnTo>
                <a:lnTo>
                  <a:pt x="300019" y="217578"/>
                </a:lnTo>
                <a:lnTo>
                  <a:pt x="302710" y="220265"/>
                </a:lnTo>
                <a:lnTo>
                  <a:pt x="305401" y="218921"/>
                </a:lnTo>
                <a:lnTo>
                  <a:pt x="308092" y="221608"/>
                </a:lnTo>
                <a:lnTo>
                  <a:pt x="305401" y="224294"/>
                </a:lnTo>
                <a:lnTo>
                  <a:pt x="305401" y="226980"/>
                </a:lnTo>
                <a:lnTo>
                  <a:pt x="308092" y="225637"/>
                </a:lnTo>
                <a:lnTo>
                  <a:pt x="310782" y="225637"/>
                </a:lnTo>
                <a:lnTo>
                  <a:pt x="309437" y="229666"/>
                </a:lnTo>
                <a:lnTo>
                  <a:pt x="312128" y="225637"/>
                </a:lnTo>
                <a:lnTo>
                  <a:pt x="314818" y="228323"/>
                </a:lnTo>
                <a:lnTo>
                  <a:pt x="316164" y="233695"/>
                </a:lnTo>
                <a:lnTo>
                  <a:pt x="318854" y="236381"/>
                </a:lnTo>
                <a:lnTo>
                  <a:pt x="325581" y="239068"/>
                </a:lnTo>
                <a:lnTo>
                  <a:pt x="328272" y="237725"/>
                </a:lnTo>
                <a:lnTo>
                  <a:pt x="318854" y="229666"/>
                </a:lnTo>
                <a:lnTo>
                  <a:pt x="310782" y="217578"/>
                </a:lnTo>
                <a:lnTo>
                  <a:pt x="308092" y="212206"/>
                </a:lnTo>
                <a:lnTo>
                  <a:pt x="309437" y="209520"/>
                </a:lnTo>
                <a:lnTo>
                  <a:pt x="313473" y="214892"/>
                </a:lnTo>
                <a:lnTo>
                  <a:pt x="316164" y="222951"/>
                </a:lnTo>
                <a:lnTo>
                  <a:pt x="328272" y="236381"/>
                </a:lnTo>
                <a:lnTo>
                  <a:pt x="330963" y="237725"/>
                </a:lnTo>
                <a:lnTo>
                  <a:pt x="334999" y="232352"/>
                </a:lnTo>
                <a:lnTo>
                  <a:pt x="339035" y="232352"/>
                </a:lnTo>
                <a:lnTo>
                  <a:pt x="343071" y="236381"/>
                </a:lnTo>
                <a:lnTo>
                  <a:pt x="345762" y="231009"/>
                </a:lnTo>
                <a:lnTo>
                  <a:pt x="353834" y="229666"/>
                </a:lnTo>
                <a:lnTo>
                  <a:pt x="360561" y="229666"/>
                </a:lnTo>
                <a:lnTo>
                  <a:pt x="359216" y="233695"/>
                </a:lnTo>
                <a:lnTo>
                  <a:pt x="356525" y="235038"/>
                </a:lnTo>
                <a:lnTo>
                  <a:pt x="357870" y="240411"/>
                </a:lnTo>
                <a:lnTo>
                  <a:pt x="355180" y="244440"/>
                </a:lnTo>
                <a:lnTo>
                  <a:pt x="345762" y="244440"/>
                </a:lnTo>
                <a:lnTo>
                  <a:pt x="336344" y="243097"/>
                </a:lnTo>
                <a:lnTo>
                  <a:pt x="329617" y="245783"/>
                </a:lnTo>
                <a:lnTo>
                  <a:pt x="325581" y="252498"/>
                </a:lnTo>
                <a:lnTo>
                  <a:pt x="317509" y="252498"/>
                </a:lnTo>
                <a:lnTo>
                  <a:pt x="305401" y="261900"/>
                </a:lnTo>
                <a:lnTo>
                  <a:pt x="295983" y="265929"/>
                </a:lnTo>
                <a:lnTo>
                  <a:pt x="286565" y="264586"/>
                </a:lnTo>
                <a:lnTo>
                  <a:pt x="282529" y="261900"/>
                </a:lnTo>
                <a:lnTo>
                  <a:pt x="283875" y="259214"/>
                </a:lnTo>
                <a:lnTo>
                  <a:pt x="286565" y="249812"/>
                </a:lnTo>
                <a:lnTo>
                  <a:pt x="286565" y="245783"/>
                </a:lnTo>
                <a:lnTo>
                  <a:pt x="278493" y="240411"/>
                </a:lnTo>
                <a:lnTo>
                  <a:pt x="275802" y="240411"/>
                </a:lnTo>
                <a:lnTo>
                  <a:pt x="269075" y="237725"/>
                </a:lnTo>
                <a:lnTo>
                  <a:pt x="266385" y="240411"/>
                </a:lnTo>
                <a:lnTo>
                  <a:pt x="261003" y="239068"/>
                </a:lnTo>
                <a:lnTo>
                  <a:pt x="266385" y="231009"/>
                </a:lnTo>
                <a:lnTo>
                  <a:pt x="275802" y="225637"/>
                </a:lnTo>
                <a:lnTo>
                  <a:pt x="283875" y="222951"/>
                </a:lnTo>
                <a:lnTo>
                  <a:pt x="285220" y="221608"/>
                </a:lnTo>
                <a:lnTo>
                  <a:pt x="282529" y="218921"/>
                </a:lnTo>
                <a:lnTo>
                  <a:pt x="281184" y="212206"/>
                </a:lnTo>
                <a:lnTo>
                  <a:pt x="279839" y="210863"/>
                </a:lnTo>
                <a:lnTo>
                  <a:pt x="277148" y="214892"/>
                </a:lnTo>
                <a:lnTo>
                  <a:pt x="273112" y="212206"/>
                </a:lnTo>
                <a:lnTo>
                  <a:pt x="267730" y="209520"/>
                </a:lnTo>
                <a:lnTo>
                  <a:pt x="261003" y="210863"/>
                </a:lnTo>
                <a:lnTo>
                  <a:pt x="255622" y="213549"/>
                </a:lnTo>
                <a:lnTo>
                  <a:pt x="250240" y="210863"/>
                </a:lnTo>
                <a:lnTo>
                  <a:pt x="247550" y="210863"/>
                </a:lnTo>
                <a:lnTo>
                  <a:pt x="243513" y="208177"/>
                </a:lnTo>
                <a:lnTo>
                  <a:pt x="246204" y="205491"/>
                </a:lnTo>
                <a:lnTo>
                  <a:pt x="247550" y="204148"/>
                </a:lnTo>
                <a:lnTo>
                  <a:pt x="239477" y="201462"/>
                </a:lnTo>
                <a:lnTo>
                  <a:pt x="230059" y="201462"/>
                </a:lnTo>
                <a:lnTo>
                  <a:pt x="227369" y="198775"/>
                </a:lnTo>
                <a:lnTo>
                  <a:pt x="234096" y="198775"/>
                </a:lnTo>
                <a:lnTo>
                  <a:pt x="243513" y="197432"/>
                </a:lnTo>
                <a:lnTo>
                  <a:pt x="247550" y="198775"/>
                </a:lnTo>
                <a:lnTo>
                  <a:pt x="250240" y="196089"/>
                </a:lnTo>
                <a:lnTo>
                  <a:pt x="256967" y="193403"/>
                </a:lnTo>
                <a:lnTo>
                  <a:pt x="248895" y="194746"/>
                </a:lnTo>
                <a:lnTo>
                  <a:pt x="244859" y="193403"/>
                </a:lnTo>
                <a:lnTo>
                  <a:pt x="240823" y="192060"/>
                </a:lnTo>
                <a:lnTo>
                  <a:pt x="239477" y="188031"/>
                </a:lnTo>
                <a:lnTo>
                  <a:pt x="238132" y="192060"/>
                </a:lnTo>
                <a:lnTo>
                  <a:pt x="235441" y="194746"/>
                </a:lnTo>
                <a:lnTo>
                  <a:pt x="230059" y="194746"/>
                </a:lnTo>
                <a:lnTo>
                  <a:pt x="231405" y="193403"/>
                </a:lnTo>
                <a:lnTo>
                  <a:pt x="227369" y="190717"/>
                </a:lnTo>
                <a:lnTo>
                  <a:pt x="223333" y="197432"/>
                </a:lnTo>
                <a:lnTo>
                  <a:pt x="216606" y="197432"/>
                </a:lnTo>
                <a:lnTo>
                  <a:pt x="212570" y="200118"/>
                </a:lnTo>
                <a:lnTo>
                  <a:pt x="212570" y="206834"/>
                </a:lnTo>
                <a:lnTo>
                  <a:pt x="207188" y="213549"/>
                </a:lnTo>
                <a:lnTo>
                  <a:pt x="204497" y="213549"/>
                </a:lnTo>
                <a:lnTo>
                  <a:pt x="205843" y="217578"/>
                </a:lnTo>
                <a:lnTo>
                  <a:pt x="196425" y="229666"/>
                </a:lnTo>
                <a:lnTo>
                  <a:pt x="193735" y="229666"/>
                </a:lnTo>
                <a:lnTo>
                  <a:pt x="191044" y="225637"/>
                </a:lnTo>
                <a:lnTo>
                  <a:pt x="191044" y="229666"/>
                </a:lnTo>
                <a:lnTo>
                  <a:pt x="191044" y="232352"/>
                </a:lnTo>
                <a:lnTo>
                  <a:pt x="192389" y="236381"/>
                </a:lnTo>
                <a:lnTo>
                  <a:pt x="192389" y="240411"/>
                </a:lnTo>
                <a:lnTo>
                  <a:pt x="192389" y="240411"/>
                </a:lnTo>
                <a:lnTo>
                  <a:pt x="187008" y="236381"/>
                </a:lnTo>
                <a:lnTo>
                  <a:pt x="178935" y="237725"/>
                </a:lnTo>
                <a:lnTo>
                  <a:pt x="174899" y="240411"/>
                </a:lnTo>
                <a:lnTo>
                  <a:pt x="165482" y="240411"/>
                </a:lnTo>
                <a:lnTo>
                  <a:pt x="158755" y="239068"/>
                </a:lnTo>
                <a:lnTo>
                  <a:pt x="154718" y="232352"/>
                </a:lnTo>
                <a:lnTo>
                  <a:pt x="157409" y="228323"/>
                </a:lnTo>
                <a:lnTo>
                  <a:pt x="162791" y="229666"/>
                </a:lnTo>
                <a:lnTo>
                  <a:pt x="162791" y="225637"/>
                </a:lnTo>
                <a:lnTo>
                  <a:pt x="166827" y="216235"/>
                </a:lnTo>
                <a:lnTo>
                  <a:pt x="169518" y="217578"/>
                </a:lnTo>
                <a:lnTo>
                  <a:pt x="169518" y="210863"/>
                </a:lnTo>
                <a:lnTo>
                  <a:pt x="170863" y="201462"/>
                </a:lnTo>
                <a:lnTo>
                  <a:pt x="176244" y="201462"/>
                </a:lnTo>
                <a:lnTo>
                  <a:pt x="182971" y="198775"/>
                </a:lnTo>
                <a:lnTo>
                  <a:pt x="187008" y="202805"/>
                </a:lnTo>
                <a:lnTo>
                  <a:pt x="193735" y="201462"/>
                </a:lnTo>
                <a:lnTo>
                  <a:pt x="195080" y="198775"/>
                </a:lnTo>
                <a:lnTo>
                  <a:pt x="192389" y="194746"/>
                </a:lnTo>
                <a:lnTo>
                  <a:pt x="192389" y="190717"/>
                </a:lnTo>
                <a:lnTo>
                  <a:pt x="192389" y="185344"/>
                </a:lnTo>
                <a:lnTo>
                  <a:pt x="184317" y="181315"/>
                </a:lnTo>
                <a:lnTo>
                  <a:pt x="177590" y="175943"/>
                </a:lnTo>
                <a:lnTo>
                  <a:pt x="177590" y="173257"/>
                </a:lnTo>
                <a:lnTo>
                  <a:pt x="170863" y="169228"/>
                </a:lnTo>
                <a:lnTo>
                  <a:pt x="172208" y="163855"/>
                </a:lnTo>
                <a:lnTo>
                  <a:pt x="170863" y="154454"/>
                </a:lnTo>
                <a:lnTo>
                  <a:pt x="164136" y="150425"/>
                </a:lnTo>
                <a:lnTo>
                  <a:pt x="156064" y="142366"/>
                </a:lnTo>
                <a:lnTo>
                  <a:pt x="153373" y="142366"/>
                </a:lnTo>
                <a:lnTo>
                  <a:pt x="152028" y="146395"/>
                </a:lnTo>
                <a:lnTo>
                  <a:pt x="143955" y="145052"/>
                </a:lnTo>
                <a:lnTo>
                  <a:pt x="135883" y="138337"/>
                </a:lnTo>
                <a:lnTo>
                  <a:pt x="129156" y="138337"/>
                </a:lnTo>
                <a:lnTo>
                  <a:pt x="125120" y="131621"/>
                </a:lnTo>
                <a:lnTo>
                  <a:pt x="122429" y="134308"/>
                </a:lnTo>
                <a:lnTo>
                  <a:pt x="117048" y="134308"/>
                </a:lnTo>
                <a:lnTo>
                  <a:pt x="115702" y="136994"/>
                </a:lnTo>
                <a:lnTo>
                  <a:pt x="110321" y="132965"/>
                </a:lnTo>
                <a:lnTo>
                  <a:pt x="108976" y="135651"/>
                </a:lnTo>
                <a:lnTo>
                  <a:pt x="104940" y="132965"/>
                </a:lnTo>
                <a:lnTo>
                  <a:pt x="106285" y="141023"/>
                </a:lnTo>
                <a:lnTo>
                  <a:pt x="104940" y="143709"/>
                </a:lnTo>
                <a:lnTo>
                  <a:pt x="106285" y="150425"/>
                </a:lnTo>
                <a:lnTo>
                  <a:pt x="100903" y="150425"/>
                </a:lnTo>
                <a:lnTo>
                  <a:pt x="94176" y="154454"/>
                </a:lnTo>
                <a:lnTo>
                  <a:pt x="76687" y="157140"/>
                </a:lnTo>
                <a:lnTo>
                  <a:pt x="72651" y="162512"/>
                </a:lnTo>
                <a:lnTo>
                  <a:pt x="67269" y="162512"/>
                </a:lnTo>
                <a:lnTo>
                  <a:pt x="59197" y="165198"/>
                </a:lnTo>
                <a:lnTo>
                  <a:pt x="53815" y="162512"/>
                </a:lnTo>
                <a:lnTo>
                  <a:pt x="51125" y="158483"/>
                </a:lnTo>
                <a:lnTo>
                  <a:pt x="44398" y="155797"/>
                </a:lnTo>
                <a:lnTo>
                  <a:pt x="37671" y="155797"/>
                </a:lnTo>
                <a:lnTo>
                  <a:pt x="28253" y="150425"/>
                </a:lnTo>
                <a:lnTo>
                  <a:pt x="22872" y="150425"/>
                </a:lnTo>
                <a:lnTo>
                  <a:pt x="18836" y="153111"/>
                </a:lnTo>
                <a:lnTo>
                  <a:pt x="14799" y="153111"/>
                </a:lnTo>
                <a:lnTo>
                  <a:pt x="12109" y="149081"/>
                </a:lnTo>
                <a:lnTo>
                  <a:pt x="5382" y="145052"/>
                </a:lnTo>
                <a:lnTo>
                  <a:pt x="0" y="138337"/>
                </a:lnTo>
                <a:lnTo>
                  <a:pt x="1345" y="138337"/>
                </a:lnTo>
                <a:lnTo>
                  <a:pt x="1345" y="128935"/>
                </a:lnTo>
                <a:lnTo>
                  <a:pt x="6727" y="118191"/>
                </a:lnTo>
                <a:lnTo>
                  <a:pt x="12109" y="118191"/>
                </a:lnTo>
                <a:lnTo>
                  <a:pt x="12109" y="110132"/>
                </a:lnTo>
                <a:lnTo>
                  <a:pt x="10763" y="103417"/>
                </a:lnTo>
                <a:lnTo>
                  <a:pt x="26908" y="85957"/>
                </a:lnTo>
                <a:lnTo>
                  <a:pt x="29598" y="77898"/>
                </a:lnTo>
                <a:lnTo>
                  <a:pt x="33634" y="73869"/>
                </a:lnTo>
                <a:lnTo>
                  <a:pt x="37671" y="73869"/>
                </a:lnTo>
                <a:lnTo>
                  <a:pt x="39016" y="65811"/>
                </a:lnTo>
                <a:lnTo>
                  <a:pt x="37671" y="61781"/>
                </a:lnTo>
                <a:lnTo>
                  <a:pt x="36325" y="57752"/>
                </a:lnTo>
                <a:lnTo>
                  <a:pt x="39016" y="55066"/>
                </a:lnTo>
                <a:lnTo>
                  <a:pt x="32289" y="51037"/>
                </a:lnTo>
                <a:lnTo>
                  <a:pt x="29598" y="44321"/>
                </a:lnTo>
                <a:lnTo>
                  <a:pt x="26908" y="40292"/>
                </a:lnTo>
                <a:lnTo>
                  <a:pt x="25562" y="2820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3" name="Freeform 582">
            <a:extLst>
              <a:ext uri="{FF2B5EF4-FFF2-40B4-BE49-F238E27FC236}">
                <a16:creationId xmlns:a16="http://schemas.microsoft.com/office/drawing/2014/main" id="{0637DD3E-2AB3-DE41-94EE-50EBFB9CC3AE}"/>
              </a:ext>
            </a:extLst>
          </p:cNvPr>
          <p:cNvSpPr/>
          <p:nvPr/>
        </p:nvSpPr>
        <p:spPr>
          <a:xfrm>
            <a:off x="7972704" y="3252393"/>
            <a:ext cx="90139" cy="100730"/>
          </a:xfrm>
          <a:custGeom>
            <a:avLst/>
            <a:gdLst>
              <a:gd name="connsiteX0" fmla="*/ 1345 w 90139"/>
              <a:gd name="connsiteY0" fmla="*/ 18803 h 100730"/>
              <a:gd name="connsiteX1" fmla="*/ 0 w 90139"/>
              <a:gd name="connsiteY1" fmla="*/ 12088 h 100730"/>
              <a:gd name="connsiteX2" fmla="*/ 1345 w 90139"/>
              <a:gd name="connsiteY2" fmla="*/ 9402 h 100730"/>
              <a:gd name="connsiteX3" fmla="*/ 0 w 90139"/>
              <a:gd name="connsiteY3" fmla="*/ 1343 h 100730"/>
              <a:gd name="connsiteX4" fmla="*/ 4036 w 90139"/>
              <a:gd name="connsiteY4" fmla="*/ 4029 h 100730"/>
              <a:gd name="connsiteX5" fmla="*/ 5381 w 90139"/>
              <a:gd name="connsiteY5" fmla="*/ 1343 h 100730"/>
              <a:gd name="connsiteX6" fmla="*/ 10763 w 90139"/>
              <a:gd name="connsiteY6" fmla="*/ 5372 h 100730"/>
              <a:gd name="connsiteX7" fmla="*/ 12108 w 90139"/>
              <a:gd name="connsiteY7" fmla="*/ 2686 h 100730"/>
              <a:gd name="connsiteX8" fmla="*/ 17490 w 90139"/>
              <a:gd name="connsiteY8" fmla="*/ 2686 h 100730"/>
              <a:gd name="connsiteX9" fmla="*/ 20181 w 90139"/>
              <a:gd name="connsiteY9" fmla="*/ 0 h 100730"/>
              <a:gd name="connsiteX10" fmla="*/ 24217 w 90139"/>
              <a:gd name="connsiteY10" fmla="*/ 6715 h 100730"/>
              <a:gd name="connsiteX11" fmla="*/ 30943 w 90139"/>
              <a:gd name="connsiteY11" fmla="*/ 6715 h 100730"/>
              <a:gd name="connsiteX12" fmla="*/ 39016 w 90139"/>
              <a:gd name="connsiteY12" fmla="*/ 13431 h 100730"/>
              <a:gd name="connsiteX13" fmla="*/ 47088 w 90139"/>
              <a:gd name="connsiteY13" fmla="*/ 14774 h 100730"/>
              <a:gd name="connsiteX14" fmla="*/ 48434 w 90139"/>
              <a:gd name="connsiteY14" fmla="*/ 10745 h 100730"/>
              <a:gd name="connsiteX15" fmla="*/ 51124 w 90139"/>
              <a:gd name="connsiteY15" fmla="*/ 10745 h 100730"/>
              <a:gd name="connsiteX16" fmla="*/ 59196 w 90139"/>
              <a:gd name="connsiteY16" fmla="*/ 18803 h 100730"/>
              <a:gd name="connsiteX17" fmla="*/ 65923 w 90139"/>
              <a:gd name="connsiteY17" fmla="*/ 22832 h 100730"/>
              <a:gd name="connsiteX18" fmla="*/ 67269 w 90139"/>
              <a:gd name="connsiteY18" fmla="*/ 32234 h 100730"/>
              <a:gd name="connsiteX19" fmla="*/ 65923 w 90139"/>
              <a:gd name="connsiteY19" fmla="*/ 37606 h 100730"/>
              <a:gd name="connsiteX20" fmla="*/ 72650 w 90139"/>
              <a:gd name="connsiteY20" fmla="*/ 41635 h 100730"/>
              <a:gd name="connsiteX21" fmla="*/ 72650 w 90139"/>
              <a:gd name="connsiteY21" fmla="*/ 44322 h 100730"/>
              <a:gd name="connsiteX22" fmla="*/ 79377 w 90139"/>
              <a:gd name="connsiteY22" fmla="*/ 49694 h 100730"/>
              <a:gd name="connsiteX23" fmla="*/ 87449 w 90139"/>
              <a:gd name="connsiteY23" fmla="*/ 53723 h 100730"/>
              <a:gd name="connsiteX24" fmla="*/ 87449 w 90139"/>
              <a:gd name="connsiteY24" fmla="*/ 59096 h 100730"/>
              <a:gd name="connsiteX25" fmla="*/ 87449 w 90139"/>
              <a:gd name="connsiteY25" fmla="*/ 63125 h 100730"/>
              <a:gd name="connsiteX26" fmla="*/ 90140 w 90139"/>
              <a:gd name="connsiteY26" fmla="*/ 67154 h 100730"/>
              <a:gd name="connsiteX27" fmla="*/ 88795 w 90139"/>
              <a:gd name="connsiteY27" fmla="*/ 69840 h 100730"/>
              <a:gd name="connsiteX28" fmla="*/ 82068 w 90139"/>
              <a:gd name="connsiteY28" fmla="*/ 71183 h 100730"/>
              <a:gd name="connsiteX29" fmla="*/ 78032 w 90139"/>
              <a:gd name="connsiteY29" fmla="*/ 67154 h 100730"/>
              <a:gd name="connsiteX30" fmla="*/ 71305 w 90139"/>
              <a:gd name="connsiteY30" fmla="*/ 69840 h 100730"/>
              <a:gd name="connsiteX31" fmla="*/ 65923 w 90139"/>
              <a:gd name="connsiteY31" fmla="*/ 69840 h 100730"/>
              <a:gd name="connsiteX32" fmla="*/ 64578 w 90139"/>
              <a:gd name="connsiteY32" fmla="*/ 79242 h 100730"/>
              <a:gd name="connsiteX33" fmla="*/ 64578 w 90139"/>
              <a:gd name="connsiteY33" fmla="*/ 85957 h 100730"/>
              <a:gd name="connsiteX34" fmla="*/ 61887 w 90139"/>
              <a:gd name="connsiteY34" fmla="*/ 84614 h 100730"/>
              <a:gd name="connsiteX35" fmla="*/ 57851 w 90139"/>
              <a:gd name="connsiteY35" fmla="*/ 94015 h 100730"/>
              <a:gd name="connsiteX36" fmla="*/ 57851 w 90139"/>
              <a:gd name="connsiteY36" fmla="*/ 98045 h 100730"/>
              <a:gd name="connsiteX37" fmla="*/ 52470 w 90139"/>
              <a:gd name="connsiteY37" fmla="*/ 96702 h 100730"/>
              <a:gd name="connsiteX38" fmla="*/ 49779 w 90139"/>
              <a:gd name="connsiteY38" fmla="*/ 100731 h 100730"/>
              <a:gd name="connsiteX39" fmla="*/ 48434 w 90139"/>
              <a:gd name="connsiteY39" fmla="*/ 99388 h 100730"/>
              <a:gd name="connsiteX40" fmla="*/ 45743 w 90139"/>
              <a:gd name="connsiteY40" fmla="*/ 92672 h 100730"/>
              <a:gd name="connsiteX41" fmla="*/ 47088 w 90139"/>
              <a:gd name="connsiteY41" fmla="*/ 68497 h 100730"/>
              <a:gd name="connsiteX42" fmla="*/ 41707 w 90139"/>
              <a:gd name="connsiteY42" fmla="*/ 60438 h 100730"/>
              <a:gd name="connsiteX43" fmla="*/ 40361 w 90139"/>
              <a:gd name="connsiteY43" fmla="*/ 53723 h 100730"/>
              <a:gd name="connsiteX44" fmla="*/ 26908 w 90139"/>
              <a:gd name="connsiteY44" fmla="*/ 42979 h 100730"/>
              <a:gd name="connsiteX45" fmla="*/ 25562 w 90139"/>
              <a:gd name="connsiteY45" fmla="*/ 37606 h 100730"/>
              <a:gd name="connsiteX46" fmla="*/ 14799 w 90139"/>
              <a:gd name="connsiteY46" fmla="*/ 28205 h 100730"/>
              <a:gd name="connsiteX47" fmla="*/ 12108 w 90139"/>
              <a:gd name="connsiteY47" fmla="*/ 16117 h 100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90139" h="100730">
                <a:moveTo>
                  <a:pt x="1345" y="18803"/>
                </a:moveTo>
                <a:lnTo>
                  <a:pt x="0" y="12088"/>
                </a:lnTo>
                <a:lnTo>
                  <a:pt x="1345" y="9402"/>
                </a:lnTo>
                <a:lnTo>
                  <a:pt x="0" y="1343"/>
                </a:lnTo>
                <a:lnTo>
                  <a:pt x="4036" y="4029"/>
                </a:lnTo>
                <a:lnTo>
                  <a:pt x="5381" y="1343"/>
                </a:lnTo>
                <a:lnTo>
                  <a:pt x="10763" y="5372"/>
                </a:lnTo>
                <a:lnTo>
                  <a:pt x="12108" y="2686"/>
                </a:lnTo>
                <a:lnTo>
                  <a:pt x="17490" y="2686"/>
                </a:lnTo>
                <a:lnTo>
                  <a:pt x="20181" y="0"/>
                </a:lnTo>
                <a:lnTo>
                  <a:pt x="24217" y="6715"/>
                </a:lnTo>
                <a:lnTo>
                  <a:pt x="30943" y="6715"/>
                </a:lnTo>
                <a:lnTo>
                  <a:pt x="39016" y="13431"/>
                </a:lnTo>
                <a:lnTo>
                  <a:pt x="47088" y="14774"/>
                </a:lnTo>
                <a:lnTo>
                  <a:pt x="48434" y="10745"/>
                </a:lnTo>
                <a:lnTo>
                  <a:pt x="51124" y="10745"/>
                </a:lnTo>
                <a:lnTo>
                  <a:pt x="59196" y="18803"/>
                </a:lnTo>
                <a:lnTo>
                  <a:pt x="65923" y="22832"/>
                </a:lnTo>
                <a:lnTo>
                  <a:pt x="67269" y="32234"/>
                </a:lnTo>
                <a:lnTo>
                  <a:pt x="65923" y="37606"/>
                </a:lnTo>
                <a:lnTo>
                  <a:pt x="72650" y="41635"/>
                </a:lnTo>
                <a:lnTo>
                  <a:pt x="72650" y="44322"/>
                </a:lnTo>
                <a:lnTo>
                  <a:pt x="79377" y="49694"/>
                </a:lnTo>
                <a:lnTo>
                  <a:pt x="87449" y="53723"/>
                </a:lnTo>
                <a:lnTo>
                  <a:pt x="87449" y="59096"/>
                </a:lnTo>
                <a:lnTo>
                  <a:pt x="87449" y="63125"/>
                </a:lnTo>
                <a:lnTo>
                  <a:pt x="90140" y="67154"/>
                </a:lnTo>
                <a:lnTo>
                  <a:pt x="88795" y="69840"/>
                </a:lnTo>
                <a:lnTo>
                  <a:pt x="82068" y="71183"/>
                </a:lnTo>
                <a:lnTo>
                  <a:pt x="78032" y="67154"/>
                </a:lnTo>
                <a:lnTo>
                  <a:pt x="71305" y="69840"/>
                </a:lnTo>
                <a:lnTo>
                  <a:pt x="65923" y="69840"/>
                </a:lnTo>
                <a:lnTo>
                  <a:pt x="64578" y="79242"/>
                </a:lnTo>
                <a:lnTo>
                  <a:pt x="64578" y="85957"/>
                </a:lnTo>
                <a:lnTo>
                  <a:pt x="61887" y="84614"/>
                </a:lnTo>
                <a:lnTo>
                  <a:pt x="57851" y="94015"/>
                </a:lnTo>
                <a:lnTo>
                  <a:pt x="57851" y="98045"/>
                </a:lnTo>
                <a:lnTo>
                  <a:pt x="52470" y="96702"/>
                </a:lnTo>
                <a:lnTo>
                  <a:pt x="49779" y="100731"/>
                </a:lnTo>
                <a:lnTo>
                  <a:pt x="48434" y="99388"/>
                </a:lnTo>
                <a:lnTo>
                  <a:pt x="45743" y="92672"/>
                </a:lnTo>
                <a:lnTo>
                  <a:pt x="47088" y="68497"/>
                </a:lnTo>
                <a:lnTo>
                  <a:pt x="41707" y="60438"/>
                </a:lnTo>
                <a:lnTo>
                  <a:pt x="40361" y="53723"/>
                </a:lnTo>
                <a:lnTo>
                  <a:pt x="26908" y="42979"/>
                </a:lnTo>
                <a:lnTo>
                  <a:pt x="25562" y="37606"/>
                </a:lnTo>
                <a:lnTo>
                  <a:pt x="14799" y="28205"/>
                </a:lnTo>
                <a:lnTo>
                  <a:pt x="12108" y="16117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4" name="Freeform 583">
            <a:extLst>
              <a:ext uri="{FF2B5EF4-FFF2-40B4-BE49-F238E27FC236}">
                <a16:creationId xmlns:a16="http://schemas.microsoft.com/office/drawing/2014/main" id="{35CAC93C-59B1-EA64-2EC7-A6979D9B8D59}"/>
              </a:ext>
            </a:extLst>
          </p:cNvPr>
          <p:cNvSpPr/>
          <p:nvPr/>
        </p:nvSpPr>
        <p:spPr>
          <a:xfrm>
            <a:off x="7743990" y="3230904"/>
            <a:ext cx="130501" cy="56409"/>
          </a:xfrm>
          <a:custGeom>
            <a:avLst/>
            <a:gdLst>
              <a:gd name="connsiteX0" fmla="*/ 0 w 130501"/>
              <a:gd name="connsiteY0" fmla="*/ 33577 h 56409"/>
              <a:gd name="connsiteX1" fmla="*/ 1345 w 130501"/>
              <a:gd name="connsiteY1" fmla="*/ 25518 h 56409"/>
              <a:gd name="connsiteX2" fmla="*/ 2691 w 130501"/>
              <a:gd name="connsiteY2" fmla="*/ 26862 h 56409"/>
              <a:gd name="connsiteX3" fmla="*/ 8072 w 130501"/>
              <a:gd name="connsiteY3" fmla="*/ 21489 h 56409"/>
              <a:gd name="connsiteX4" fmla="*/ 14799 w 130501"/>
              <a:gd name="connsiteY4" fmla="*/ 21489 h 56409"/>
              <a:gd name="connsiteX5" fmla="*/ 16144 w 130501"/>
              <a:gd name="connsiteY5" fmla="*/ 24175 h 56409"/>
              <a:gd name="connsiteX6" fmla="*/ 26908 w 130501"/>
              <a:gd name="connsiteY6" fmla="*/ 20146 h 56409"/>
              <a:gd name="connsiteX7" fmla="*/ 36325 w 130501"/>
              <a:gd name="connsiteY7" fmla="*/ 18803 h 56409"/>
              <a:gd name="connsiteX8" fmla="*/ 43052 w 130501"/>
              <a:gd name="connsiteY8" fmla="*/ 12088 h 56409"/>
              <a:gd name="connsiteX9" fmla="*/ 49779 w 130501"/>
              <a:gd name="connsiteY9" fmla="*/ 10745 h 56409"/>
              <a:gd name="connsiteX10" fmla="*/ 55161 w 130501"/>
              <a:gd name="connsiteY10" fmla="*/ 6715 h 56409"/>
              <a:gd name="connsiteX11" fmla="*/ 67269 w 130501"/>
              <a:gd name="connsiteY11" fmla="*/ 6715 h 56409"/>
              <a:gd name="connsiteX12" fmla="*/ 67269 w 130501"/>
              <a:gd name="connsiteY12" fmla="*/ 6715 h 56409"/>
              <a:gd name="connsiteX13" fmla="*/ 68614 w 130501"/>
              <a:gd name="connsiteY13" fmla="*/ 8058 h 56409"/>
              <a:gd name="connsiteX14" fmla="*/ 73996 w 130501"/>
              <a:gd name="connsiteY14" fmla="*/ 8058 h 56409"/>
              <a:gd name="connsiteX15" fmla="*/ 76686 w 130501"/>
              <a:gd name="connsiteY15" fmla="*/ 2686 h 56409"/>
              <a:gd name="connsiteX16" fmla="*/ 80723 w 130501"/>
              <a:gd name="connsiteY16" fmla="*/ 1343 h 56409"/>
              <a:gd name="connsiteX17" fmla="*/ 84759 w 130501"/>
              <a:gd name="connsiteY17" fmla="*/ 1343 h 56409"/>
              <a:gd name="connsiteX18" fmla="*/ 91485 w 130501"/>
              <a:gd name="connsiteY18" fmla="*/ 1343 h 56409"/>
              <a:gd name="connsiteX19" fmla="*/ 95522 w 130501"/>
              <a:gd name="connsiteY19" fmla="*/ 4029 h 56409"/>
              <a:gd name="connsiteX20" fmla="*/ 98212 w 130501"/>
              <a:gd name="connsiteY20" fmla="*/ 1343 h 56409"/>
              <a:gd name="connsiteX21" fmla="*/ 102249 w 130501"/>
              <a:gd name="connsiteY21" fmla="*/ 0 h 56409"/>
              <a:gd name="connsiteX22" fmla="*/ 106285 w 130501"/>
              <a:gd name="connsiteY22" fmla="*/ 2686 h 56409"/>
              <a:gd name="connsiteX23" fmla="*/ 110321 w 130501"/>
              <a:gd name="connsiteY23" fmla="*/ 1343 h 56409"/>
              <a:gd name="connsiteX24" fmla="*/ 119738 w 130501"/>
              <a:gd name="connsiteY24" fmla="*/ 1343 h 56409"/>
              <a:gd name="connsiteX25" fmla="*/ 130501 w 130501"/>
              <a:gd name="connsiteY25" fmla="*/ 8058 h 56409"/>
              <a:gd name="connsiteX26" fmla="*/ 130501 w 130501"/>
              <a:gd name="connsiteY26" fmla="*/ 8058 h 56409"/>
              <a:gd name="connsiteX27" fmla="*/ 125120 w 130501"/>
              <a:gd name="connsiteY27" fmla="*/ 18803 h 56409"/>
              <a:gd name="connsiteX28" fmla="*/ 125120 w 130501"/>
              <a:gd name="connsiteY28" fmla="*/ 28204 h 56409"/>
              <a:gd name="connsiteX29" fmla="*/ 117048 w 130501"/>
              <a:gd name="connsiteY29" fmla="*/ 32234 h 56409"/>
              <a:gd name="connsiteX30" fmla="*/ 108976 w 130501"/>
              <a:gd name="connsiteY30" fmla="*/ 30891 h 56409"/>
              <a:gd name="connsiteX31" fmla="*/ 99558 w 130501"/>
              <a:gd name="connsiteY31" fmla="*/ 30891 h 56409"/>
              <a:gd name="connsiteX32" fmla="*/ 92831 w 130501"/>
              <a:gd name="connsiteY32" fmla="*/ 29548 h 56409"/>
              <a:gd name="connsiteX33" fmla="*/ 84759 w 130501"/>
              <a:gd name="connsiteY33" fmla="*/ 30891 h 56409"/>
              <a:gd name="connsiteX34" fmla="*/ 79377 w 130501"/>
              <a:gd name="connsiteY34" fmla="*/ 37606 h 56409"/>
              <a:gd name="connsiteX35" fmla="*/ 75341 w 130501"/>
              <a:gd name="connsiteY35" fmla="*/ 40292 h 56409"/>
              <a:gd name="connsiteX36" fmla="*/ 75341 w 130501"/>
              <a:gd name="connsiteY36" fmla="*/ 45665 h 56409"/>
              <a:gd name="connsiteX37" fmla="*/ 67269 w 130501"/>
              <a:gd name="connsiteY37" fmla="*/ 37606 h 56409"/>
              <a:gd name="connsiteX38" fmla="*/ 59196 w 130501"/>
              <a:gd name="connsiteY38" fmla="*/ 45665 h 56409"/>
              <a:gd name="connsiteX39" fmla="*/ 52470 w 130501"/>
              <a:gd name="connsiteY39" fmla="*/ 48351 h 56409"/>
              <a:gd name="connsiteX40" fmla="*/ 51124 w 130501"/>
              <a:gd name="connsiteY40" fmla="*/ 52380 h 56409"/>
              <a:gd name="connsiteX41" fmla="*/ 37670 w 130501"/>
              <a:gd name="connsiteY41" fmla="*/ 53723 h 56409"/>
              <a:gd name="connsiteX42" fmla="*/ 28253 w 130501"/>
              <a:gd name="connsiteY42" fmla="*/ 56409 h 56409"/>
              <a:gd name="connsiteX43" fmla="*/ 18835 w 130501"/>
              <a:gd name="connsiteY43" fmla="*/ 55066 h 56409"/>
              <a:gd name="connsiteX44" fmla="*/ 1345 w 130501"/>
              <a:gd name="connsiteY44" fmla="*/ 45665 h 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30501" h="56409">
                <a:moveTo>
                  <a:pt x="0" y="33577"/>
                </a:moveTo>
                <a:lnTo>
                  <a:pt x="1345" y="25518"/>
                </a:lnTo>
                <a:lnTo>
                  <a:pt x="2691" y="26862"/>
                </a:lnTo>
                <a:lnTo>
                  <a:pt x="8072" y="21489"/>
                </a:lnTo>
                <a:lnTo>
                  <a:pt x="14799" y="21489"/>
                </a:lnTo>
                <a:lnTo>
                  <a:pt x="16144" y="24175"/>
                </a:lnTo>
                <a:lnTo>
                  <a:pt x="26908" y="20146"/>
                </a:lnTo>
                <a:lnTo>
                  <a:pt x="36325" y="18803"/>
                </a:lnTo>
                <a:lnTo>
                  <a:pt x="43052" y="12088"/>
                </a:lnTo>
                <a:lnTo>
                  <a:pt x="49779" y="10745"/>
                </a:lnTo>
                <a:lnTo>
                  <a:pt x="55161" y="6715"/>
                </a:lnTo>
                <a:lnTo>
                  <a:pt x="67269" y="6715"/>
                </a:lnTo>
                <a:lnTo>
                  <a:pt x="67269" y="6715"/>
                </a:lnTo>
                <a:lnTo>
                  <a:pt x="68614" y="8058"/>
                </a:lnTo>
                <a:lnTo>
                  <a:pt x="73996" y="8058"/>
                </a:lnTo>
                <a:lnTo>
                  <a:pt x="76686" y="2686"/>
                </a:lnTo>
                <a:lnTo>
                  <a:pt x="80723" y="1343"/>
                </a:lnTo>
                <a:lnTo>
                  <a:pt x="84759" y="1343"/>
                </a:lnTo>
                <a:lnTo>
                  <a:pt x="91485" y="1343"/>
                </a:lnTo>
                <a:lnTo>
                  <a:pt x="95522" y="4029"/>
                </a:lnTo>
                <a:lnTo>
                  <a:pt x="98212" y="1343"/>
                </a:lnTo>
                <a:lnTo>
                  <a:pt x="102249" y="0"/>
                </a:lnTo>
                <a:lnTo>
                  <a:pt x="106285" y="2686"/>
                </a:lnTo>
                <a:lnTo>
                  <a:pt x="110321" y="1343"/>
                </a:lnTo>
                <a:lnTo>
                  <a:pt x="119738" y="1343"/>
                </a:lnTo>
                <a:lnTo>
                  <a:pt x="130501" y="8058"/>
                </a:lnTo>
                <a:lnTo>
                  <a:pt x="130501" y="8058"/>
                </a:lnTo>
                <a:lnTo>
                  <a:pt x="125120" y="18803"/>
                </a:lnTo>
                <a:lnTo>
                  <a:pt x="125120" y="28204"/>
                </a:lnTo>
                <a:lnTo>
                  <a:pt x="117048" y="32234"/>
                </a:lnTo>
                <a:lnTo>
                  <a:pt x="108976" y="30891"/>
                </a:lnTo>
                <a:lnTo>
                  <a:pt x="99558" y="30891"/>
                </a:lnTo>
                <a:lnTo>
                  <a:pt x="92831" y="29548"/>
                </a:lnTo>
                <a:lnTo>
                  <a:pt x="84759" y="30891"/>
                </a:lnTo>
                <a:lnTo>
                  <a:pt x="79377" y="37606"/>
                </a:lnTo>
                <a:lnTo>
                  <a:pt x="75341" y="40292"/>
                </a:lnTo>
                <a:lnTo>
                  <a:pt x="75341" y="45665"/>
                </a:lnTo>
                <a:lnTo>
                  <a:pt x="67269" y="37606"/>
                </a:lnTo>
                <a:lnTo>
                  <a:pt x="59196" y="45665"/>
                </a:lnTo>
                <a:lnTo>
                  <a:pt x="52470" y="48351"/>
                </a:lnTo>
                <a:lnTo>
                  <a:pt x="51124" y="52380"/>
                </a:lnTo>
                <a:lnTo>
                  <a:pt x="37670" y="53723"/>
                </a:lnTo>
                <a:lnTo>
                  <a:pt x="28253" y="56409"/>
                </a:lnTo>
                <a:lnTo>
                  <a:pt x="18835" y="55066"/>
                </a:lnTo>
                <a:lnTo>
                  <a:pt x="1345" y="4566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5" name="Freeform 584">
            <a:extLst>
              <a:ext uri="{FF2B5EF4-FFF2-40B4-BE49-F238E27FC236}">
                <a16:creationId xmlns:a16="http://schemas.microsoft.com/office/drawing/2014/main" id="{B61FF092-F443-5376-F18A-B21C35254C16}"/>
              </a:ext>
            </a:extLst>
          </p:cNvPr>
          <p:cNvSpPr/>
          <p:nvPr/>
        </p:nvSpPr>
        <p:spPr>
          <a:xfrm>
            <a:off x="7887945" y="3398788"/>
            <a:ext cx="149336" cy="95358"/>
          </a:xfrm>
          <a:custGeom>
            <a:avLst/>
            <a:gdLst>
              <a:gd name="connsiteX0" fmla="*/ 2691 w 149336"/>
              <a:gd name="connsiteY0" fmla="*/ 0 h 95358"/>
              <a:gd name="connsiteX1" fmla="*/ 9418 w 149336"/>
              <a:gd name="connsiteY1" fmla="*/ 1343 h 95358"/>
              <a:gd name="connsiteX2" fmla="*/ 12109 w 149336"/>
              <a:gd name="connsiteY2" fmla="*/ 4029 h 95358"/>
              <a:gd name="connsiteX3" fmla="*/ 12109 w 149336"/>
              <a:gd name="connsiteY3" fmla="*/ 8058 h 95358"/>
              <a:gd name="connsiteX4" fmla="*/ 10763 w 149336"/>
              <a:gd name="connsiteY4" fmla="*/ 10745 h 95358"/>
              <a:gd name="connsiteX5" fmla="*/ 13454 w 149336"/>
              <a:gd name="connsiteY5" fmla="*/ 14774 h 95358"/>
              <a:gd name="connsiteX6" fmla="*/ 18836 w 149336"/>
              <a:gd name="connsiteY6" fmla="*/ 10745 h 95358"/>
              <a:gd name="connsiteX7" fmla="*/ 26908 w 149336"/>
              <a:gd name="connsiteY7" fmla="*/ 10745 h 95358"/>
              <a:gd name="connsiteX8" fmla="*/ 29598 w 149336"/>
              <a:gd name="connsiteY8" fmla="*/ 14774 h 95358"/>
              <a:gd name="connsiteX9" fmla="*/ 32289 w 149336"/>
              <a:gd name="connsiteY9" fmla="*/ 13431 h 95358"/>
              <a:gd name="connsiteX10" fmla="*/ 40361 w 149336"/>
              <a:gd name="connsiteY10" fmla="*/ 16117 h 95358"/>
              <a:gd name="connsiteX11" fmla="*/ 48434 w 149336"/>
              <a:gd name="connsiteY11" fmla="*/ 13431 h 95358"/>
              <a:gd name="connsiteX12" fmla="*/ 53815 w 149336"/>
              <a:gd name="connsiteY12" fmla="*/ 14774 h 95358"/>
              <a:gd name="connsiteX13" fmla="*/ 57851 w 149336"/>
              <a:gd name="connsiteY13" fmla="*/ 12088 h 95358"/>
              <a:gd name="connsiteX14" fmla="*/ 63233 w 149336"/>
              <a:gd name="connsiteY14" fmla="*/ 14774 h 95358"/>
              <a:gd name="connsiteX15" fmla="*/ 67269 w 149336"/>
              <a:gd name="connsiteY15" fmla="*/ 14774 h 95358"/>
              <a:gd name="connsiteX16" fmla="*/ 76687 w 149336"/>
              <a:gd name="connsiteY16" fmla="*/ 16117 h 95358"/>
              <a:gd name="connsiteX17" fmla="*/ 80723 w 149336"/>
              <a:gd name="connsiteY17" fmla="*/ 13431 h 95358"/>
              <a:gd name="connsiteX18" fmla="*/ 87449 w 149336"/>
              <a:gd name="connsiteY18" fmla="*/ 10745 h 95358"/>
              <a:gd name="connsiteX19" fmla="*/ 88795 w 149336"/>
              <a:gd name="connsiteY19" fmla="*/ 8058 h 95358"/>
              <a:gd name="connsiteX20" fmla="*/ 104940 w 149336"/>
              <a:gd name="connsiteY20" fmla="*/ 1343 h 95358"/>
              <a:gd name="connsiteX21" fmla="*/ 111667 w 149336"/>
              <a:gd name="connsiteY21" fmla="*/ 0 h 95358"/>
              <a:gd name="connsiteX22" fmla="*/ 119739 w 149336"/>
              <a:gd name="connsiteY22" fmla="*/ 0 h 95358"/>
              <a:gd name="connsiteX23" fmla="*/ 127811 w 149336"/>
              <a:gd name="connsiteY23" fmla="*/ 4029 h 95358"/>
              <a:gd name="connsiteX24" fmla="*/ 130502 w 149336"/>
              <a:gd name="connsiteY24" fmla="*/ 6715 h 95358"/>
              <a:gd name="connsiteX25" fmla="*/ 135883 w 149336"/>
              <a:gd name="connsiteY25" fmla="*/ 5372 h 95358"/>
              <a:gd name="connsiteX26" fmla="*/ 142610 w 149336"/>
              <a:gd name="connsiteY26" fmla="*/ 8058 h 95358"/>
              <a:gd name="connsiteX27" fmla="*/ 143955 w 149336"/>
              <a:gd name="connsiteY27" fmla="*/ 10745 h 95358"/>
              <a:gd name="connsiteX28" fmla="*/ 149337 w 149336"/>
              <a:gd name="connsiteY28" fmla="*/ 10745 h 95358"/>
              <a:gd name="connsiteX29" fmla="*/ 149337 w 149336"/>
              <a:gd name="connsiteY29" fmla="*/ 12088 h 95358"/>
              <a:gd name="connsiteX30" fmla="*/ 149337 w 149336"/>
              <a:gd name="connsiteY30" fmla="*/ 21489 h 95358"/>
              <a:gd name="connsiteX31" fmla="*/ 145301 w 149336"/>
              <a:gd name="connsiteY31" fmla="*/ 25518 h 95358"/>
              <a:gd name="connsiteX32" fmla="*/ 141265 w 149336"/>
              <a:gd name="connsiteY32" fmla="*/ 24175 h 95358"/>
              <a:gd name="connsiteX33" fmla="*/ 133193 w 149336"/>
              <a:gd name="connsiteY33" fmla="*/ 30891 h 95358"/>
              <a:gd name="connsiteX34" fmla="*/ 134538 w 149336"/>
              <a:gd name="connsiteY34" fmla="*/ 41635 h 95358"/>
              <a:gd name="connsiteX35" fmla="*/ 133193 w 149336"/>
              <a:gd name="connsiteY35" fmla="*/ 47008 h 95358"/>
              <a:gd name="connsiteX36" fmla="*/ 126466 w 149336"/>
              <a:gd name="connsiteY36" fmla="*/ 52380 h 95358"/>
              <a:gd name="connsiteX37" fmla="*/ 126466 w 149336"/>
              <a:gd name="connsiteY37" fmla="*/ 55066 h 95358"/>
              <a:gd name="connsiteX38" fmla="*/ 130502 w 149336"/>
              <a:gd name="connsiteY38" fmla="*/ 56409 h 95358"/>
              <a:gd name="connsiteX39" fmla="*/ 135883 w 149336"/>
              <a:gd name="connsiteY39" fmla="*/ 63125 h 95358"/>
              <a:gd name="connsiteX40" fmla="*/ 139920 w 149336"/>
              <a:gd name="connsiteY40" fmla="*/ 69840 h 95358"/>
              <a:gd name="connsiteX41" fmla="*/ 139920 w 149336"/>
              <a:gd name="connsiteY41" fmla="*/ 69840 h 95358"/>
              <a:gd name="connsiteX42" fmla="*/ 134538 w 149336"/>
              <a:gd name="connsiteY42" fmla="*/ 68497 h 95358"/>
              <a:gd name="connsiteX43" fmla="*/ 130502 w 149336"/>
              <a:gd name="connsiteY43" fmla="*/ 71183 h 95358"/>
              <a:gd name="connsiteX44" fmla="*/ 123775 w 149336"/>
              <a:gd name="connsiteY44" fmla="*/ 65811 h 95358"/>
              <a:gd name="connsiteX45" fmla="*/ 115702 w 149336"/>
              <a:gd name="connsiteY45" fmla="*/ 65811 h 95358"/>
              <a:gd name="connsiteX46" fmla="*/ 113012 w 149336"/>
              <a:gd name="connsiteY46" fmla="*/ 69840 h 95358"/>
              <a:gd name="connsiteX47" fmla="*/ 108976 w 149336"/>
              <a:gd name="connsiteY47" fmla="*/ 69840 h 95358"/>
              <a:gd name="connsiteX48" fmla="*/ 104940 w 149336"/>
              <a:gd name="connsiteY48" fmla="*/ 73869 h 95358"/>
              <a:gd name="connsiteX49" fmla="*/ 104940 w 149336"/>
              <a:gd name="connsiteY49" fmla="*/ 75212 h 95358"/>
              <a:gd name="connsiteX50" fmla="*/ 102249 w 149336"/>
              <a:gd name="connsiteY50" fmla="*/ 75212 h 95358"/>
              <a:gd name="connsiteX51" fmla="*/ 95522 w 149336"/>
              <a:gd name="connsiteY51" fmla="*/ 79241 h 95358"/>
              <a:gd name="connsiteX52" fmla="*/ 95522 w 149336"/>
              <a:gd name="connsiteY52" fmla="*/ 84614 h 95358"/>
              <a:gd name="connsiteX53" fmla="*/ 96867 w 149336"/>
              <a:gd name="connsiteY53" fmla="*/ 89986 h 95358"/>
              <a:gd name="connsiteX54" fmla="*/ 94176 w 149336"/>
              <a:gd name="connsiteY54" fmla="*/ 92672 h 95358"/>
              <a:gd name="connsiteX55" fmla="*/ 83414 w 149336"/>
              <a:gd name="connsiteY55" fmla="*/ 91329 h 95358"/>
              <a:gd name="connsiteX56" fmla="*/ 78032 w 149336"/>
              <a:gd name="connsiteY56" fmla="*/ 94015 h 95358"/>
              <a:gd name="connsiteX57" fmla="*/ 72651 w 149336"/>
              <a:gd name="connsiteY57" fmla="*/ 91329 h 95358"/>
              <a:gd name="connsiteX58" fmla="*/ 68614 w 149336"/>
              <a:gd name="connsiteY58" fmla="*/ 91329 h 95358"/>
              <a:gd name="connsiteX59" fmla="*/ 64578 w 149336"/>
              <a:gd name="connsiteY59" fmla="*/ 94015 h 95358"/>
              <a:gd name="connsiteX60" fmla="*/ 59197 w 149336"/>
              <a:gd name="connsiteY60" fmla="*/ 94015 h 95358"/>
              <a:gd name="connsiteX61" fmla="*/ 59197 w 149336"/>
              <a:gd name="connsiteY61" fmla="*/ 89986 h 95358"/>
              <a:gd name="connsiteX62" fmla="*/ 52470 w 149336"/>
              <a:gd name="connsiteY62" fmla="*/ 89986 h 95358"/>
              <a:gd name="connsiteX63" fmla="*/ 45743 w 149336"/>
              <a:gd name="connsiteY63" fmla="*/ 88643 h 95358"/>
              <a:gd name="connsiteX64" fmla="*/ 41707 w 149336"/>
              <a:gd name="connsiteY64" fmla="*/ 92672 h 95358"/>
              <a:gd name="connsiteX65" fmla="*/ 34980 w 149336"/>
              <a:gd name="connsiteY65" fmla="*/ 95358 h 95358"/>
              <a:gd name="connsiteX66" fmla="*/ 26908 w 149336"/>
              <a:gd name="connsiteY66" fmla="*/ 95358 h 95358"/>
              <a:gd name="connsiteX67" fmla="*/ 24217 w 149336"/>
              <a:gd name="connsiteY67" fmla="*/ 92672 h 95358"/>
              <a:gd name="connsiteX68" fmla="*/ 22872 w 149336"/>
              <a:gd name="connsiteY68" fmla="*/ 94015 h 95358"/>
              <a:gd name="connsiteX69" fmla="*/ 22872 w 149336"/>
              <a:gd name="connsiteY69" fmla="*/ 88643 h 95358"/>
              <a:gd name="connsiteX70" fmla="*/ 21526 w 149336"/>
              <a:gd name="connsiteY70" fmla="*/ 81928 h 95358"/>
              <a:gd name="connsiteX71" fmla="*/ 14799 w 149336"/>
              <a:gd name="connsiteY71" fmla="*/ 69840 h 95358"/>
              <a:gd name="connsiteX72" fmla="*/ 4036 w 149336"/>
              <a:gd name="connsiteY72" fmla="*/ 61781 h 95358"/>
              <a:gd name="connsiteX73" fmla="*/ 4036 w 149336"/>
              <a:gd name="connsiteY73" fmla="*/ 61781 h 95358"/>
              <a:gd name="connsiteX74" fmla="*/ 6727 w 149336"/>
              <a:gd name="connsiteY74" fmla="*/ 57752 h 95358"/>
              <a:gd name="connsiteX75" fmla="*/ 2691 w 149336"/>
              <a:gd name="connsiteY75" fmla="*/ 52380 h 95358"/>
              <a:gd name="connsiteX76" fmla="*/ 2691 w 149336"/>
              <a:gd name="connsiteY76" fmla="*/ 47008 h 95358"/>
              <a:gd name="connsiteX77" fmla="*/ 10763 w 149336"/>
              <a:gd name="connsiteY77" fmla="*/ 38949 h 95358"/>
              <a:gd name="connsiteX78" fmla="*/ 13454 w 149336"/>
              <a:gd name="connsiteY78" fmla="*/ 33577 h 95358"/>
              <a:gd name="connsiteX79" fmla="*/ 9418 w 149336"/>
              <a:gd name="connsiteY79" fmla="*/ 26862 h 95358"/>
              <a:gd name="connsiteX80" fmla="*/ 2691 w 149336"/>
              <a:gd name="connsiteY80" fmla="*/ 20146 h 95358"/>
              <a:gd name="connsiteX81" fmla="*/ 0 w 149336"/>
              <a:gd name="connsiteY81" fmla="*/ 9401 h 95358"/>
              <a:gd name="connsiteX82" fmla="*/ 4036 w 149336"/>
              <a:gd name="connsiteY82" fmla="*/ 5372 h 95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49336" h="95358">
                <a:moveTo>
                  <a:pt x="2691" y="0"/>
                </a:moveTo>
                <a:lnTo>
                  <a:pt x="9418" y="1343"/>
                </a:lnTo>
                <a:lnTo>
                  <a:pt x="12109" y="4029"/>
                </a:lnTo>
                <a:lnTo>
                  <a:pt x="12109" y="8058"/>
                </a:lnTo>
                <a:lnTo>
                  <a:pt x="10763" y="10745"/>
                </a:lnTo>
                <a:lnTo>
                  <a:pt x="13454" y="14774"/>
                </a:lnTo>
                <a:lnTo>
                  <a:pt x="18836" y="10745"/>
                </a:lnTo>
                <a:lnTo>
                  <a:pt x="26908" y="10745"/>
                </a:lnTo>
                <a:lnTo>
                  <a:pt x="29598" y="14774"/>
                </a:lnTo>
                <a:lnTo>
                  <a:pt x="32289" y="13431"/>
                </a:lnTo>
                <a:lnTo>
                  <a:pt x="40361" y="16117"/>
                </a:lnTo>
                <a:lnTo>
                  <a:pt x="48434" y="13431"/>
                </a:lnTo>
                <a:lnTo>
                  <a:pt x="53815" y="14774"/>
                </a:lnTo>
                <a:lnTo>
                  <a:pt x="57851" y="12088"/>
                </a:lnTo>
                <a:lnTo>
                  <a:pt x="63233" y="14774"/>
                </a:lnTo>
                <a:lnTo>
                  <a:pt x="67269" y="14774"/>
                </a:lnTo>
                <a:lnTo>
                  <a:pt x="76687" y="16117"/>
                </a:lnTo>
                <a:lnTo>
                  <a:pt x="80723" y="13431"/>
                </a:lnTo>
                <a:lnTo>
                  <a:pt x="87449" y="10745"/>
                </a:lnTo>
                <a:lnTo>
                  <a:pt x="88795" y="8058"/>
                </a:lnTo>
                <a:lnTo>
                  <a:pt x="104940" y="1343"/>
                </a:lnTo>
                <a:lnTo>
                  <a:pt x="111667" y="0"/>
                </a:lnTo>
                <a:lnTo>
                  <a:pt x="119739" y="0"/>
                </a:lnTo>
                <a:lnTo>
                  <a:pt x="127811" y="4029"/>
                </a:lnTo>
                <a:lnTo>
                  <a:pt x="130502" y="6715"/>
                </a:lnTo>
                <a:lnTo>
                  <a:pt x="135883" y="5372"/>
                </a:lnTo>
                <a:lnTo>
                  <a:pt x="142610" y="8058"/>
                </a:lnTo>
                <a:lnTo>
                  <a:pt x="143955" y="10745"/>
                </a:lnTo>
                <a:lnTo>
                  <a:pt x="149337" y="10745"/>
                </a:lnTo>
                <a:lnTo>
                  <a:pt x="149337" y="12088"/>
                </a:lnTo>
                <a:lnTo>
                  <a:pt x="149337" y="21489"/>
                </a:lnTo>
                <a:lnTo>
                  <a:pt x="145301" y="25518"/>
                </a:lnTo>
                <a:lnTo>
                  <a:pt x="141265" y="24175"/>
                </a:lnTo>
                <a:lnTo>
                  <a:pt x="133193" y="30891"/>
                </a:lnTo>
                <a:lnTo>
                  <a:pt x="134538" y="41635"/>
                </a:lnTo>
                <a:lnTo>
                  <a:pt x="133193" y="47008"/>
                </a:lnTo>
                <a:lnTo>
                  <a:pt x="126466" y="52380"/>
                </a:lnTo>
                <a:lnTo>
                  <a:pt x="126466" y="55066"/>
                </a:lnTo>
                <a:lnTo>
                  <a:pt x="130502" y="56409"/>
                </a:lnTo>
                <a:lnTo>
                  <a:pt x="135883" y="63125"/>
                </a:lnTo>
                <a:lnTo>
                  <a:pt x="139920" y="69840"/>
                </a:lnTo>
                <a:lnTo>
                  <a:pt x="139920" y="69840"/>
                </a:lnTo>
                <a:lnTo>
                  <a:pt x="134538" y="68497"/>
                </a:lnTo>
                <a:lnTo>
                  <a:pt x="130502" y="71183"/>
                </a:lnTo>
                <a:lnTo>
                  <a:pt x="123775" y="65811"/>
                </a:lnTo>
                <a:lnTo>
                  <a:pt x="115702" y="65811"/>
                </a:lnTo>
                <a:lnTo>
                  <a:pt x="113012" y="69840"/>
                </a:lnTo>
                <a:lnTo>
                  <a:pt x="108976" y="69840"/>
                </a:lnTo>
                <a:lnTo>
                  <a:pt x="104940" y="73869"/>
                </a:lnTo>
                <a:lnTo>
                  <a:pt x="104940" y="75212"/>
                </a:lnTo>
                <a:lnTo>
                  <a:pt x="102249" y="75212"/>
                </a:lnTo>
                <a:lnTo>
                  <a:pt x="95522" y="79241"/>
                </a:lnTo>
                <a:lnTo>
                  <a:pt x="95522" y="84614"/>
                </a:lnTo>
                <a:lnTo>
                  <a:pt x="96867" y="89986"/>
                </a:lnTo>
                <a:lnTo>
                  <a:pt x="94176" y="92672"/>
                </a:lnTo>
                <a:lnTo>
                  <a:pt x="83414" y="91329"/>
                </a:lnTo>
                <a:lnTo>
                  <a:pt x="78032" y="94015"/>
                </a:lnTo>
                <a:lnTo>
                  <a:pt x="72651" y="91329"/>
                </a:lnTo>
                <a:lnTo>
                  <a:pt x="68614" y="91329"/>
                </a:lnTo>
                <a:lnTo>
                  <a:pt x="64578" y="94015"/>
                </a:lnTo>
                <a:lnTo>
                  <a:pt x="59197" y="94015"/>
                </a:lnTo>
                <a:lnTo>
                  <a:pt x="59197" y="89986"/>
                </a:lnTo>
                <a:lnTo>
                  <a:pt x="52470" y="89986"/>
                </a:lnTo>
                <a:lnTo>
                  <a:pt x="45743" y="88643"/>
                </a:lnTo>
                <a:lnTo>
                  <a:pt x="41707" y="92672"/>
                </a:lnTo>
                <a:lnTo>
                  <a:pt x="34980" y="95358"/>
                </a:lnTo>
                <a:lnTo>
                  <a:pt x="26908" y="95358"/>
                </a:lnTo>
                <a:lnTo>
                  <a:pt x="24217" y="92672"/>
                </a:lnTo>
                <a:lnTo>
                  <a:pt x="22872" y="94015"/>
                </a:lnTo>
                <a:lnTo>
                  <a:pt x="22872" y="88643"/>
                </a:lnTo>
                <a:lnTo>
                  <a:pt x="21526" y="81928"/>
                </a:lnTo>
                <a:lnTo>
                  <a:pt x="14799" y="69840"/>
                </a:lnTo>
                <a:lnTo>
                  <a:pt x="4036" y="61781"/>
                </a:lnTo>
                <a:lnTo>
                  <a:pt x="4036" y="61781"/>
                </a:lnTo>
                <a:lnTo>
                  <a:pt x="6727" y="57752"/>
                </a:lnTo>
                <a:lnTo>
                  <a:pt x="2691" y="52380"/>
                </a:lnTo>
                <a:lnTo>
                  <a:pt x="2691" y="47008"/>
                </a:lnTo>
                <a:lnTo>
                  <a:pt x="10763" y="38949"/>
                </a:lnTo>
                <a:lnTo>
                  <a:pt x="13454" y="33577"/>
                </a:lnTo>
                <a:lnTo>
                  <a:pt x="9418" y="26862"/>
                </a:lnTo>
                <a:lnTo>
                  <a:pt x="2691" y="20146"/>
                </a:lnTo>
                <a:lnTo>
                  <a:pt x="0" y="9401"/>
                </a:lnTo>
                <a:lnTo>
                  <a:pt x="4036" y="537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6" name="Freeform 585">
            <a:extLst>
              <a:ext uri="{FF2B5EF4-FFF2-40B4-BE49-F238E27FC236}">
                <a16:creationId xmlns:a16="http://schemas.microsoft.com/office/drawing/2014/main" id="{39D9836C-90F0-9543-D9E2-A4C32EE58060}"/>
              </a:ext>
            </a:extLst>
          </p:cNvPr>
          <p:cNvSpPr/>
          <p:nvPr/>
        </p:nvSpPr>
        <p:spPr>
          <a:xfrm>
            <a:off x="7846239" y="3460570"/>
            <a:ext cx="64577" cy="52380"/>
          </a:xfrm>
          <a:custGeom>
            <a:avLst/>
            <a:gdLst>
              <a:gd name="connsiteX0" fmla="*/ 45743 w 64577"/>
              <a:gd name="connsiteY0" fmla="*/ 0 h 52380"/>
              <a:gd name="connsiteX1" fmla="*/ 56506 w 64577"/>
              <a:gd name="connsiteY1" fmla="*/ 8059 h 52380"/>
              <a:gd name="connsiteX2" fmla="*/ 63232 w 64577"/>
              <a:gd name="connsiteY2" fmla="*/ 20146 h 52380"/>
              <a:gd name="connsiteX3" fmla="*/ 64578 w 64577"/>
              <a:gd name="connsiteY3" fmla="*/ 26862 h 52380"/>
              <a:gd name="connsiteX4" fmla="*/ 64578 w 64577"/>
              <a:gd name="connsiteY4" fmla="*/ 32234 h 52380"/>
              <a:gd name="connsiteX5" fmla="*/ 61887 w 64577"/>
              <a:gd name="connsiteY5" fmla="*/ 34920 h 52380"/>
              <a:gd name="connsiteX6" fmla="*/ 57851 w 64577"/>
              <a:gd name="connsiteY6" fmla="*/ 34920 h 52380"/>
              <a:gd name="connsiteX7" fmla="*/ 51124 w 64577"/>
              <a:gd name="connsiteY7" fmla="*/ 38949 h 52380"/>
              <a:gd name="connsiteX8" fmla="*/ 37670 w 64577"/>
              <a:gd name="connsiteY8" fmla="*/ 37606 h 52380"/>
              <a:gd name="connsiteX9" fmla="*/ 32289 w 64577"/>
              <a:gd name="connsiteY9" fmla="*/ 40292 h 52380"/>
              <a:gd name="connsiteX10" fmla="*/ 32289 w 64577"/>
              <a:gd name="connsiteY10" fmla="*/ 42979 h 52380"/>
              <a:gd name="connsiteX11" fmla="*/ 25562 w 64577"/>
              <a:gd name="connsiteY11" fmla="*/ 45665 h 52380"/>
              <a:gd name="connsiteX12" fmla="*/ 14799 w 64577"/>
              <a:gd name="connsiteY12" fmla="*/ 52380 h 52380"/>
              <a:gd name="connsiteX13" fmla="*/ 14799 w 64577"/>
              <a:gd name="connsiteY13" fmla="*/ 52380 h 52380"/>
              <a:gd name="connsiteX14" fmla="*/ 9417 w 64577"/>
              <a:gd name="connsiteY14" fmla="*/ 48351 h 52380"/>
              <a:gd name="connsiteX15" fmla="*/ 6727 w 64577"/>
              <a:gd name="connsiteY15" fmla="*/ 42979 h 52380"/>
              <a:gd name="connsiteX16" fmla="*/ 2691 w 64577"/>
              <a:gd name="connsiteY16" fmla="*/ 34920 h 52380"/>
              <a:gd name="connsiteX17" fmla="*/ 0 w 64577"/>
              <a:gd name="connsiteY17" fmla="*/ 25519 h 52380"/>
              <a:gd name="connsiteX18" fmla="*/ 1345 w 64577"/>
              <a:gd name="connsiteY18" fmla="*/ 16117 h 52380"/>
              <a:gd name="connsiteX19" fmla="*/ 2691 w 64577"/>
              <a:gd name="connsiteY19" fmla="*/ 17460 h 52380"/>
              <a:gd name="connsiteX20" fmla="*/ 4036 w 64577"/>
              <a:gd name="connsiteY20" fmla="*/ 16117 h 52380"/>
              <a:gd name="connsiteX21" fmla="*/ 4036 w 64577"/>
              <a:gd name="connsiteY21" fmla="*/ 12088 h 52380"/>
              <a:gd name="connsiteX22" fmla="*/ 10763 w 64577"/>
              <a:gd name="connsiteY22" fmla="*/ 8059 h 52380"/>
              <a:gd name="connsiteX23" fmla="*/ 16144 w 64577"/>
              <a:gd name="connsiteY23" fmla="*/ 6715 h 52380"/>
              <a:gd name="connsiteX24" fmla="*/ 20181 w 64577"/>
              <a:gd name="connsiteY24" fmla="*/ 2686 h 52380"/>
              <a:gd name="connsiteX25" fmla="*/ 29598 w 64577"/>
              <a:gd name="connsiteY25" fmla="*/ 1343 h 52380"/>
              <a:gd name="connsiteX26" fmla="*/ 34979 w 64577"/>
              <a:gd name="connsiteY26" fmla="*/ 1343 h 52380"/>
              <a:gd name="connsiteX27" fmla="*/ 41706 w 64577"/>
              <a:gd name="connsiteY27" fmla="*/ 0 h 5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4577" h="52380">
                <a:moveTo>
                  <a:pt x="45743" y="0"/>
                </a:moveTo>
                <a:lnTo>
                  <a:pt x="56506" y="8059"/>
                </a:lnTo>
                <a:lnTo>
                  <a:pt x="63232" y="20146"/>
                </a:lnTo>
                <a:lnTo>
                  <a:pt x="64578" y="26862"/>
                </a:lnTo>
                <a:lnTo>
                  <a:pt x="64578" y="32234"/>
                </a:lnTo>
                <a:lnTo>
                  <a:pt x="61887" y="34920"/>
                </a:lnTo>
                <a:lnTo>
                  <a:pt x="57851" y="34920"/>
                </a:lnTo>
                <a:lnTo>
                  <a:pt x="51124" y="38949"/>
                </a:lnTo>
                <a:lnTo>
                  <a:pt x="37670" y="37606"/>
                </a:lnTo>
                <a:lnTo>
                  <a:pt x="32289" y="40292"/>
                </a:lnTo>
                <a:lnTo>
                  <a:pt x="32289" y="42979"/>
                </a:lnTo>
                <a:lnTo>
                  <a:pt x="25562" y="45665"/>
                </a:lnTo>
                <a:lnTo>
                  <a:pt x="14799" y="52380"/>
                </a:lnTo>
                <a:lnTo>
                  <a:pt x="14799" y="52380"/>
                </a:lnTo>
                <a:lnTo>
                  <a:pt x="9417" y="48351"/>
                </a:lnTo>
                <a:lnTo>
                  <a:pt x="6727" y="42979"/>
                </a:lnTo>
                <a:lnTo>
                  <a:pt x="2691" y="34920"/>
                </a:lnTo>
                <a:lnTo>
                  <a:pt x="0" y="25519"/>
                </a:lnTo>
                <a:lnTo>
                  <a:pt x="1345" y="16117"/>
                </a:lnTo>
                <a:lnTo>
                  <a:pt x="2691" y="17460"/>
                </a:lnTo>
                <a:lnTo>
                  <a:pt x="4036" y="16117"/>
                </a:lnTo>
                <a:lnTo>
                  <a:pt x="4036" y="12088"/>
                </a:lnTo>
                <a:lnTo>
                  <a:pt x="10763" y="8059"/>
                </a:lnTo>
                <a:lnTo>
                  <a:pt x="16144" y="6715"/>
                </a:lnTo>
                <a:lnTo>
                  <a:pt x="20181" y="2686"/>
                </a:lnTo>
                <a:lnTo>
                  <a:pt x="29598" y="1343"/>
                </a:lnTo>
                <a:lnTo>
                  <a:pt x="34979" y="1343"/>
                </a:lnTo>
                <a:lnTo>
                  <a:pt x="41706" y="0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7" name="Freeform 586">
            <a:extLst>
              <a:ext uri="{FF2B5EF4-FFF2-40B4-BE49-F238E27FC236}">
                <a16:creationId xmlns:a16="http://schemas.microsoft.com/office/drawing/2014/main" id="{06020C3E-6C1E-2F3A-A915-23C4DF327A11}"/>
              </a:ext>
            </a:extLst>
          </p:cNvPr>
          <p:cNvSpPr/>
          <p:nvPr/>
        </p:nvSpPr>
        <p:spPr>
          <a:xfrm>
            <a:off x="7812604" y="3452511"/>
            <a:ext cx="48433" cy="94015"/>
          </a:xfrm>
          <a:custGeom>
            <a:avLst/>
            <a:gdLst>
              <a:gd name="connsiteX0" fmla="*/ 34979 w 48433"/>
              <a:gd name="connsiteY0" fmla="*/ 24175 h 94015"/>
              <a:gd name="connsiteX1" fmla="*/ 33634 w 48433"/>
              <a:gd name="connsiteY1" fmla="*/ 33577 h 94015"/>
              <a:gd name="connsiteX2" fmla="*/ 36325 w 48433"/>
              <a:gd name="connsiteY2" fmla="*/ 42978 h 94015"/>
              <a:gd name="connsiteX3" fmla="*/ 40361 w 48433"/>
              <a:gd name="connsiteY3" fmla="*/ 51037 h 94015"/>
              <a:gd name="connsiteX4" fmla="*/ 43052 w 48433"/>
              <a:gd name="connsiteY4" fmla="*/ 56409 h 94015"/>
              <a:gd name="connsiteX5" fmla="*/ 48433 w 48433"/>
              <a:gd name="connsiteY5" fmla="*/ 60438 h 94015"/>
              <a:gd name="connsiteX6" fmla="*/ 47088 w 48433"/>
              <a:gd name="connsiteY6" fmla="*/ 67154 h 94015"/>
              <a:gd name="connsiteX7" fmla="*/ 43052 w 48433"/>
              <a:gd name="connsiteY7" fmla="*/ 75212 h 94015"/>
              <a:gd name="connsiteX8" fmla="*/ 33634 w 48433"/>
              <a:gd name="connsiteY8" fmla="*/ 77899 h 94015"/>
              <a:gd name="connsiteX9" fmla="*/ 32289 w 48433"/>
              <a:gd name="connsiteY9" fmla="*/ 84614 h 94015"/>
              <a:gd name="connsiteX10" fmla="*/ 29598 w 48433"/>
              <a:gd name="connsiteY10" fmla="*/ 91329 h 94015"/>
              <a:gd name="connsiteX11" fmla="*/ 25562 w 48433"/>
              <a:gd name="connsiteY11" fmla="*/ 94015 h 94015"/>
              <a:gd name="connsiteX12" fmla="*/ 21526 w 48433"/>
              <a:gd name="connsiteY12" fmla="*/ 89986 h 94015"/>
              <a:gd name="connsiteX13" fmla="*/ 16144 w 48433"/>
              <a:gd name="connsiteY13" fmla="*/ 77899 h 94015"/>
              <a:gd name="connsiteX14" fmla="*/ 6727 w 48433"/>
              <a:gd name="connsiteY14" fmla="*/ 77899 h 94015"/>
              <a:gd name="connsiteX15" fmla="*/ 4036 w 48433"/>
              <a:gd name="connsiteY15" fmla="*/ 75212 h 94015"/>
              <a:gd name="connsiteX16" fmla="*/ 6727 w 48433"/>
              <a:gd name="connsiteY16" fmla="*/ 68497 h 94015"/>
              <a:gd name="connsiteX17" fmla="*/ 4036 w 48433"/>
              <a:gd name="connsiteY17" fmla="*/ 64468 h 94015"/>
              <a:gd name="connsiteX18" fmla="*/ 4036 w 48433"/>
              <a:gd name="connsiteY18" fmla="*/ 57752 h 94015"/>
              <a:gd name="connsiteX19" fmla="*/ 5381 w 48433"/>
              <a:gd name="connsiteY19" fmla="*/ 52380 h 94015"/>
              <a:gd name="connsiteX20" fmla="*/ 2691 w 48433"/>
              <a:gd name="connsiteY20" fmla="*/ 44322 h 94015"/>
              <a:gd name="connsiteX21" fmla="*/ 5381 w 48433"/>
              <a:gd name="connsiteY21" fmla="*/ 32234 h 94015"/>
              <a:gd name="connsiteX22" fmla="*/ 8072 w 48433"/>
              <a:gd name="connsiteY22" fmla="*/ 30891 h 94015"/>
              <a:gd name="connsiteX23" fmla="*/ 8072 w 48433"/>
              <a:gd name="connsiteY23" fmla="*/ 28204 h 94015"/>
              <a:gd name="connsiteX24" fmla="*/ 0 w 48433"/>
              <a:gd name="connsiteY24" fmla="*/ 24175 h 94015"/>
              <a:gd name="connsiteX25" fmla="*/ 1345 w 48433"/>
              <a:gd name="connsiteY25" fmla="*/ 14774 h 94015"/>
              <a:gd name="connsiteX26" fmla="*/ 4036 w 48433"/>
              <a:gd name="connsiteY26" fmla="*/ 6715 h 94015"/>
              <a:gd name="connsiteX27" fmla="*/ 10763 w 48433"/>
              <a:gd name="connsiteY27" fmla="*/ 0 h 94015"/>
              <a:gd name="connsiteX28" fmla="*/ 12108 w 48433"/>
              <a:gd name="connsiteY28" fmla="*/ 1343 h 94015"/>
              <a:gd name="connsiteX29" fmla="*/ 14799 w 48433"/>
              <a:gd name="connsiteY29" fmla="*/ 5372 h 94015"/>
              <a:gd name="connsiteX30" fmla="*/ 20181 w 48433"/>
              <a:gd name="connsiteY30" fmla="*/ 0 h 94015"/>
              <a:gd name="connsiteX31" fmla="*/ 20181 w 48433"/>
              <a:gd name="connsiteY31" fmla="*/ 0 h 94015"/>
              <a:gd name="connsiteX32" fmla="*/ 21526 w 48433"/>
              <a:gd name="connsiteY32" fmla="*/ 1343 h 94015"/>
              <a:gd name="connsiteX33" fmla="*/ 25562 w 48433"/>
              <a:gd name="connsiteY33" fmla="*/ 6715 h 94015"/>
              <a:gd name="connsiteX34" fmla="*/ 26908 w 48433"/>
              <a:gd name="connsiteY34" fmla="*/ 6715 h 94015"/>
              <a:gd name="connsiteX35" fmla="*/ 32289 w 48433"/>
              <a:gd name="connsiteY35" fmla="*/ 10745 h 94015"/>
              <a:gd name="connsiteX36" fmla="*/ 34979 w 48433"/>
              <a:gd name="connsiteY36" fmla="*/ 14774 h 94015"/>
              <a:gd name="connsiteX37" fmla="*/ 34979 w 48433"/>
              <a:gd name="connsiteY37" fmla="*/ 22832 h 94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8433" h="94015">
                <a:moveTo>
                  <a:pt x="34979" y="24175"/>
                </a:moveTo>
                <a:lnTo>
                  <a:pt x="33634" y="33577"/>
                </a:lnTo>
                <a:lnTo>
                  <a:pt x="36325" y="42978"/>
                </a:lnTo>
                <a:lnTo>
                  <a:pt x="40361" y="51037"/>
                </a:lnTo>
                <a:lnTo>
                  <a:pt x="43052" y="56409"/>
                </a:lnTo>
                <a:lnTo>
                  <a:pt x="48433" y="60438"/>
                </a:lnTo>
                <a:lnTo>
                  <a:pt x="47088" y="67154"/>
                </a:lnTo>
                <a:lnTo>
                  <a:pt x="43052" y="75212"/>
                </a:lnTo>
                <a:lnTo>
                  <a:pt x="33634" y="77899"/>
                </a:lnTo>
                <a:lnTo>
                  <a:pt x="32289" y="84614"/>
                </a:lnTo>
                <a:lnTo>
                  <a:pt x="29598" y="91329"/>
                </a:lnTo>
                <a:lnTo>
                  <a:pt x="25562" y="94015"/>
                </a:lnTo>
                <a:lnTo>
                  <a:pt x="21526" y="89986"/>
                </a:lnTo>
                <a:lnTo>
                  <a:pt x="16144" y="77899"/>
                </a:lnTo>
                <a:lnTo>
                  <a:pt x="6727" y="77899"/>
                </a:lnTo>
                <a:lnTo>
                  <a:pt x="4036" y="75212"/>
                </a:lnTo>
                <a:lnTo>
                  <a:pt x="6727" y="68497"/>
                </a:lnTo>
                <a:lnTo>
                  <a:pt x="4036" y="64468"/>
                </a:lnTo>
                <a:lnTo>
                  <a:pt x="4036" y="57752"/>
                </a:lnTo>
                <a:lnTo>
                  <a:pt x="5381" y="52380"/>
                </a:lnTo>
                <a:lnTo>
                  <a:pt x="2691" y="44322"/>
                </a:lnTo>
                <a:lnTo>
                  <a:pt x="5381" y="32234"/>
                </a:lnTo>
                <a:lnTo>
                  <a:pt x="8072" y="30891"/>
                </a:lnTo>
                <a:lnTo>
                  <a:pt x="8072" y="28204"/>
                </a:lnTo>
                <a:lnTo>
                  <a:pt x="0" y="24175"/>
                </a:lnTo>
                <a:lnTo>
                  <a:pt x="1345" y="14774"/>
                </a:lnTo>
                <a:lnTo>
                  <a:pt x="4036" y="6715"/>
                </a:lnTo>
                <a:lnTo>
                  <a:pt x="10763" y="0"/>
                </a:lnTo>
                <a:lnTo>
                  <a:pt x="12108" y="1343"/>
                </a:lnTo>
                <a:lnTo>
                  <a:pt x="14799" y="5372"/>
                </a:lnTo>
                <a:lnTo>
                  <a:pt x="20181" y="0"/>
                </a:lnTo>
                <a:lnTo>
                  <a:pt x="20181" y="0"/>
                </a:lnTo>
                <a:lnTo>
                  <a:pt x="21526" y="1343"/>
                </a:lnTo>
                <a:lnTo>
                  <a:pt x="25562" y="6715"/>
                </a:lnTo>
                <a:lnTo>
                  <a:pt x="26908" y="6715"/>
                </a:lnTo>
                <a:lnTo>
                  <a:pt x="32289" y="10745"/>
                </a:lnTo>
                <a:lnTo>
                  <a:pt x="34979" y="14774"/>
                </a:lnTo>
                <a:lnTo>
                  <a:pt x="34979" y="2283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8" name="Freeform 587">
            <a:extLst>
              <a:ext uri="{FF2B5EF4-FFF2-40B4-BE49-F238E27FC236}">
                <a16:creationId xmlns:a16="http://schemas.microsoft.com/office/drawing/2014/main" id="{02157B60-44C4-DE5F-2408-94BC0DFDFDAB}"/>
              </a:ext>
            </a:extLst>
          </p:cNvPr>
          <p:cNvSpPr/>
          <p:nvPr/>
        </p:nvSpPr>
        <p:spPr>
          <a:xfrm>
            <a:off x="7795114" y="3338350"/>
            <a:ext cx="106284" cy="139679"/>
          </a:xfrm>
          <a:custGeom>
            <a:avLst/>
            <a:gdLst>
              <a:gd name="connsiteX0" fmla="*/ 0 w 106284"/>
              <a:gd name="connsiteY0" fmla="*/ 14774 h 139679"/>
              <a:gd name="connsiteX1" fmla="*/ 4036 w 106284"/>
              <a:gd name="connsiteY1" fmla="*/ 10745 h 139679"/>
              <a:gd name="connsiteX2" fmla="*/ 9418 w 106284"/>
              <a:gd name="connsiteY2" fmla="*/ 8058 h 139679"/>
              <a:gd name="connsiteX3" fmla="*/ 14799 w 106284"/>
              <a:gd name="connsiteY3" fmla="*/ 8058 h 139679"/>
              <a:gd name="connsiteX4" fmla="*/ 16145 w 106284"/>
              <a:gd name="connsiteY4" fmla="*/ 5372 h 139679"/>
              <a:gd name="connsiteX5" fmla="*/ 21526 w 106284"/>
              <a:gd name="connsiteY5" fmla="*/ 0 h 139679"/>
              <a:gd name="connsiteX6" fmla="*/ 25562 w 106284"/>
              <a:gd name="connsiteY6" fmla="*/ 1343 h 139679"/>
              <a:gd name="connsiteX7" fmla="*/ 30944 w 106284"/>
              <a:gd name="connsiteY7" fmla="*/ 2686 h 139679"/>
              <a:gd name="connsiteX8" fmla="*/ 40361 w 106284"/>
              <a:gd name="connsiteY8" fmla="*/ 5372 h 139679"/>
              <a:gd name="connsiteX9" fmla="*/ 41707 w 106284"/>
              <a:gd name="connsiteY9" fmla="*/ 9401 h 139679"/>
              <a:gd name="connsiteX10" fmla="*/ 49779 w 106284"/>
              <a:gd name="connsiteY10" fmla="*/ 18803 h 139679"/>
              <a:gd name="connsiteX11" fmla="*/ 51125 w 106284"/>
              <a:gd name="connsiteY11" fmla="*/ 24175 h 139679"/>
              <a:gd name="connsiteX12" fmla="*/ 57851 w 106284"/>
              <a:gd name="connsiteY12" fmla="*/ 26862 h 139679"/>
              <a:gd name="connsiteX13" fmla="*/ 64578 w 106284"/>
              <a:gd name="connsiteY13" fmla="*/ 32234 h 139679"/>
              <a:gd name="connsiteX14" fmla="*/ 61887 w 106284"/>
              <a:gd name="connsiteY14" fmla="*/ 38949 h 139679"/>
              <a:gd name="connsiteX15" fmla="*/ 63233 w 106284"/>
              <a:gd name="connsiteY15" fmla="*/ 41635 h 139679"/>
              <a:gd name="connsiteX16" fmla="*/ 71305 w 106284"/>
              <a:gd name="connsiteY16" fmla="*/ 44322 h 139679"/>
              <a:gd name="connsiteX17" fmla="*/ 73996 w 106284"/>
              <a:gd name="connsiteY17" fmla="*/ 48351 h 139679"/>
              <a:gd name="connsiteX18" fmla="*/ 79377 w 106284"/>
              <a:gd name="connsiteY18" fmla="*/ 45665 h 139679"/>
              <a:gd name="connsiteX19" fmla="*/ 83414 w 106284"/>
              <a:gd name="connsiteY19" fmla="*/ 49694 h 139679"/>
              <a:gd name="connsiteX20" fmla="*/ 87449 w 106284"/>
              <a:gd name="connsiteY20" fmla="*/ 44322 h 139679"/>
              <a:gd name="connsiteX21" fmla="*/ 96867 w 106284"/>
              <a:gd name="connsiteY21" fmla="*/ 45665 h 139679"/>
              <a:gd name="connsiteX22" fmla="*/ 92831 w 106284"/>
              <a:gd name="connsiteY22" fmla="*/ 51037 h 139679"/>
              <a:gd name="connsiteX23" fmla="*/ 94176 w 106284"/>
              <a:gd name="connsiteY23" fmla="*/ 55066 h 139679"/>
              <a:gd name="connsiteX24" fmla="*/ 96867 w 106284"/>
              <a:gd name="connsiteY24" fmla="*/ 65811 h 139679"/>
              <a:gd name="connsiteX25" fmla="*/ 92831 w 106284"/>
              <a:gd name="connsiteY25" fmla="*/ 69840 h 139679"/>
              <a:gd name="connsiteX26" fmla="*/ 95522 w 106284"/>
              <a:gd name="connsiteY26" fmla="*/ 80585 h 139679"/>
              <a:gd name="connsiteX27" fmla="*/ 102249 w 106284"/>
              <a:gd name="connsiteY27" fmla="*/ 87300 h 139679"/>
              <a:gd name="connsiteX28" fmla="*/ 106285 w 106284"/>
              <a:gd name="connsiteY28" fmla="*/ 94015 h 139679"/>
              <a:gd name="connsiteX29" fmla="*/ 103594 w 106284"/>
              <a:gd name="connsiteY29" fmla="*/ 99388 h 139679"/>
              <a:gd name="connsiteX30" fmla="*/ 95522 w 106284"/>
              <a:gd name="connsiteY30" fmla="*/ 107446 h 139679"/>
              <a:gd name="connsiteX31" fmla="*/ 95522 w 106284"/>
              <a:gd name="connsiteY31" fmla="*/ 112818 h 139679"/>
              <a:gd name="connsiteX32" fmla="*/ 99558 w 106284"/>
              <a:gd name="connsiteY32" fmla="*/ 118191 h 139679"/>
              <a:gd name="connsiteX33" fmla="*/ 96867 w 106284"/>
              <a:gd name="connsiteY33" fmla="*/ 122220 h 139679"/>
              <a:gd name="connsiteX34" fmla="*/ 92831 w 106284"/>
              <a:gd name="connsiteY34" fmla="*/ 122220 h 139679"/>
              <a:gd name="connsiteX35" fmla="*/ 86104 w 106284"/>
              <a:gd name="connsiteY35" fmla="*/ 123563 h 139679"/>
              <a:gd name="connsiteX36" fmla="*/ 80723 w 106284"/>
              <a:gd name="connsiteY36" fmla="*/ 123563 h 139679"/>
              <a:gd name="connsiteX37" fmla="*/ 71305 w 106284"/>
              <a:gd name="connsiteY37" fmla="*/ 124906 h 139679"/>
              <a:gd name="connsiteX38" fmla="*/ 67269 w 106284"/>
              <a:gd name="connsiteY38" fmla="*/ 128935 h 139679"/>
              <a:gd name="connsiteX39" fmla="*/ 61887 w 106284"/>
              <a:gd name="connsiteY39" fmla="*/ 130278 h 139679"/>
              <a:gd name="connsiteX40" fmla="*/ 55161 w 106284"/>
              <a:gd name="connsiteY40" fmla="*/ 134308 h 139679"/>
              <a:gd name="connsiteX41" fmla="*/ 55161 w 106284"/>
              <a:gd name="connsiteY41" fmla="*/ 138337 h 139679"/>
              <a:gd name="connsiteX42" fmla="*/ 53815 w 106284"/>
              <a:gd name="connsiteY42" fmla="*/ 139680 h 139679"/>
              <a:gd name="connsiteX43" fmla="*/ 52470 w 106284"/>
              <a:gd name="connsiteY43" fmla="*/ 136994 h 139679"/>
              <a:gd name="connsiteX44" fmla="*/ 52470 w 106284"/>
              <a:gd name="connsiteY44" fmla="*/ 128935 h 139679"/>
              <a:gd name="connsiteX45" fmla="*/ 49779 w 106284"/>
              <a:gd name="connsiteY45" fmla="*/ 124906 h 139679"/>
              <a:gd name="connsiteX46" fmla="*/ 44398 w 106284"/>
              <a:gd name="connsiteY46" fmla="*/ 120877 h 139679"/>
              <a:gd name="connsiteX47" fmla="*/ 43052 w 106284"/>
              <a:gd name="connsiteY47" fmla="*/ 120877 h 139679"/>
              <a:gd name="connsiteX48" fmla="*/ 39016 w 106284"/>
              <a:gd name="connsiteY48" fmla="*/ 115504 h 139679"/>
              <a:gd name="connsiteX49" fmla="*/ 37671 w 106284"/>
              <a:gd name="connsiteY49" fmla="*/ 114162 h 139679"/>
              <a:gd name="connsiteX50" fmla="*/ 37671 w 106284"/>
              <a:gd name="connsiteY50" fmla="*/ 111475 h 139679"/>
              <a:gd name="connsiteX51" fmla="*/ 41707 w 106284"/>
              <a:gd name="connsiteY51" fmla="*/ 107446 h 139679"/>
              <a:gd name="connsiteX52" fmla="*/ 41707 w 106284"/>
              <a:gd name="connsiteY52" fmla="*/ 102074 h 139679"/>
              <a:gd name="connsiteX53" fmla="*/ 34980 w 106284"/>
              <a:gd name="connsiteY53" fmla="*/ 100731 h 139679"/>
              <a:gd name="connsiteX54" fmla="*/ 30944 w 106284"/>
              <a:gd name="connsiteY54" fmla="*/ 96702 h 139679"/>
              <a:gd name="connsiteX55" fmla="*/ 25562 w 106284"/>
              <a:gd name="connsiteY55" fmla="*/ 96702 h 139679"/>
              <a:gd name="connsiteX56" fmla="*/ 22872 w 106284"/>
              <a:gd name="connsiteY56" fmla="*/ 94015 h 139679"/>
              <a:gd name="connsiteX57" fmla="*/ 22872 w 106284"/>
              <a:gd name="connsiteY57" fmla="*/ 89986 h 139679"/>
              <a:gd name="connsiteX58" fmla="*/ 17490 w 106284"/>
              <a:gd name="connsiteY58" fmla="*/ 84614 h 139679"/>
              <a:gd name="connsiteX59" fmla="*/ 18835 w 106284"/>
              <a:gd name="connsiteY59" fmla="*/ 83271 h 139679"/>
              <a:gd name="connsiteX60" fmla="*/ 13454 w 106284"/>
              <a:gd name="connsiteY60" fmla="*/ 76555 h 139679"/>
              <a:gd name="connsiteX61" fmla="*/ 13454 w 106284"/>
              <a:gd name="connsiteY61" fmla="*/ 71183 h 139679"/>
              <a:gd name="connsiteX62" fmla="*/ 14799 w 106284"/>
              <a:gd name="connsiteY62" fmla="*/ 68497 h 139679"/>
              <a:gd name="connsiteX63" fmla="*/ 20181 w 106284"/>
              <a:gd name="connsiteY63" fmla="*/ 71183 h 139679"/>
              <a:gd name="connsiteX64" fmla="*/ 21526 w 106284"/>
              <a:gd name="connsiteY64" fmla="*/ 68497 h 139679"/>
              <a:gd name="connsiteX65" fmla="*/ 18835 w 106284"/>
              <a:gd name="connsiteY65" fmla="*/ 64468 h 139679"/>
              <a:gd name="connsiteX66" fmla="*/ 14799 w 106284"/>
              <a:gd name="connsiteY66" fmla="*/ 64468 h 139679"/>
              <a:gd name="connsiteX67" fmla="*/ 8072 w 106284"/>
              <a:gd name="connsiteY67" fmla="*/ 59095 h 139679"/>
              <a:gd name="connsiteX68" fmla="*/ 6727 w 106284"/>
              <a:gd name="connsiteY68" fmla="*/ 55066 h 139679"/>
              <a:gd name="connsiteX69" fmla="*/ 12108 w 106284"/>
              <a:gd name="connsiteY69" fmla="*/ 48351 h 139679"/>
              <a:gd name="connsiteX70" fmla="*/ 13454 w 106284"/>
              <a:gd name="connsiteY70" fmla="*/ 40292 h 139679"/>
              <a:gd name="connsiteX71" fmla="*/ 9418 w 106284"/>
              <a:gd name="connsiteY71" fmla="*/ 40292 h 139679"/>
              <a:gd name="connsiteX72" fmla="*/ 8072 w 106284"/>
              <a:gd name="connsiteY72" fmla="*/ 42978 h 139679"/>
              <a:gd name="connsiteX73" fmla="*/ 6727 w 106284"/>
              <a:gd name="connsiteY73" fmla="*/ 40292 h 139679"/>
              <a:gd name="connsiteX74" fmla="*/ 5381 w 106284"/>
              <a:gd name="connsiteY74" fmla="*/ 36263 h 139679"/>
              <a:gd name="connsiteX75" fmla="*/ 10763 w 106284"/>
              <a:gd name="connsiteY75" fmla="*/ 34920 h 139679"/>
              <a:gd name="connsiteX76" fmla="*/ 13454 w 106284"/>
              <a:gd name="connsiteY76" fmla="*/ 34920 h 139679"/>
              <a:gd name="connsiteX77" fmla="*/ 13454 w 106284"/>
              <a:gd name="connsiteY77" fmla="*/ 32234 h 139679"/>
              <a:gd name="connsiteX78" fmla="*/ 8072 w 106284"/>
              <a:gd name="connsiteY78" fmla="*/ 30891 h 139679"/>
              <a:gd name="connsiteX79" fmla="*/ 5381 w 106284"/>
              <a:gd name="connsiteY79" fmla="*/ 29548 h 139679"/>
              <a:gd name="connsiteX80" fmla="*/ 4036 w 106284"/>
              <a:gd name="connsiteY80" fmla="*/ 22832 h 139679"/>
              <a:gd name="connsiteX81" fmla="*/ 1345 w 106284"/>
              <a:gd name="connsiteY81" fmla="*/ 14774 h 139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06284" h="139679">
                <a:moveTo>
                  <a:pt x="0" y="14774"/>
                </a:moveTo>
                <a:lnTo>
                  <a:pt x="4036" y="10745"/>
                </a:lnTo>
                <a:lnTo>
                  <a:pt x="9418" y="8058"/>
                </a:lnTo>
                <a:lnTo>
                  <a:pt x="14799" y="8058"/>
                </a:lnTo>
                <a:lnTo>
                  <a:pt x="16145" y="5372"/>
                </a:lnTo>
                <a:lnTo>
                  <a:pt x="21526" y="0"/>
                </a:lnTo>
                <a:lnTo>
                  <a:pt x="25562" y="1343"/>
                </a:lnTo>
                <a:lnTo>
                  <a:pt x="30944" y="2686"/>
                </a:lnTo>
                <a:lnTo>
                  <a:pt x="40361" y="5372"/>
                </a:lnTo>
                <a:lnTo>
                  <a:pt x="41707" y="9401"/>
                </a:lnTo>
                <a:lnTo>
                  <a:pt x="49779" y="18803"/>
                </a:lnTo>
                <a:lnTo>
                  <a:pt x="51125" y="24175"/>
                </a:lnTo>
                <a:lnTo>
                  <a:pt x="57851" y="26862"/>
                </a:lnTo>
                <a:lnTo>
                  <a:pt x="64578" y="32234"/>
                </a:lnTo>
                <a:lnTo>
                  <a:pt x="61887" y="38949"/>
                </a:lnTo>
                <a:lnTo>
                  <a:pt x="63233" y="41635"/>
                </a:lnTo>
                <a:lnTo>
                  <a:pt x="71305" y="44322"/>
                </a:lnTo>
                <a:lnTo>
                  <a:pt x="73996" y="48351"/>
                </a:lnTo>
                <a:lnTo>
                  <a:pt x="79377" y="45665"/>
                </a:lnTo>
                <a:lnTo>
                  <a:pt x="83414" y="49694"/>
                </a:lnTo>
                <a:lnTo>
                  <a:pt x="87449" y="44322"/>
                </a:lnTo>
                <a:lnTo>
                  <a:pt x="96867" y="45665"/>
                </a:lnTo>
                <a:lnTo>
                  <a:pt x="92831" y="51037"/>
                </a:lnTo>
                <a:lnTo>
                  <a:pt x="94176" y="55066"/>
                </a:lnTo>
                <a:lnTo>
                  <a:pt x="96867" y="65811"/>
                </a:lnTo>
                <a:lnTo>
                  <a:pt x="92831" y="69840"/>
                </a:lnTo>
                <a:lnTo>
                  <a:pt x="95522" y="80585"/>
                </a:lnTo>
                <a:lnTo>
                  <a:pt x="102249" y="87300"/>
                </a:lnTo>
                <a:lnTo>
                  <a:pt x="106285" y="94015"/>
                </a:lnTo>
                <a:lnTo>
                  <a:pt x="103594" y="99388"/>
                </a:lnTo>
                <a:lnTo>
                  <a:pt x="95522" y="107446"/>
                </a:lnTo>
                <a:lnTo>
                  <a:pt x="95522" y="112818"/>
                </a:lnTo>
                <a:lnTo>
                  <a:pt x="99558" y="118191"/>
                </a:lnTo>
                <a:lnTo>
                  <a:pt x="96867" y="122220"/>
                </a:lnTo>
                <a:lnTo>
                  <a:pt x="92831" y="122220"/>
                </a:lnTo>
                <a:lnTo>
                  <a:pt x="86104" y="123563"/>
                </a:lnTo>
                <a:lnTo>
                  <a:pt x="80723" y="123563"/>
                </a:lnTo>
                <a:lnTo>
                  <a:pt x="71305" y="124906"/>
                </a:lnTo>
                <a:lnTo>
                  <a:pt x="67269" y="128935"/>
                </a:lnTo>
                <a:lnTo>
                  <a:pt x="61887" y="130278"/>
                </a:lnTo>
                <a:lnTo>
                  <a:pt x="55161" y="134308"/>
                </a:lnTo>
                <a:lnTo>
                  <a:pt x="55161" y="138337"/>
                </a:lnTo>
                <a:lnTo>
                  <a:pt x="53815" y="139680"/>
                </a:lnTo>
                <a:lnTo>
                  <a:pt x="52470" y="136994"/>
                </a:lnTo>
                <a:lnTo>
                  <a:pt x="52470" y="128935"/>
                </a:lnTo>
                <a:lnTo>
                  <a:pt x="49779" y="124906"/>
                </a:lnTo>
                <a:lnTo>
                  <a:pt x="44398" y="120877"/>
                </a:lnTo>
                <a:lnTo>
                  <a:pt x="43052" y="120877"/>
                </a:lnTo>
                <a:lnTo>
                  <a:pt x="39016" y="115504"/>
                </a:lnTo>
                <a:lnTo>
                  <a:pt x="37671" y="114162"/>
                </a:lnTo>
                <a:lnTo>
                  <a:pt x="37671" y="111475"/>
                </a:lnTo>
                <a:lnTo>
                  <a:pt x="41707" y="107446"/>
                </a:lnTo>
                <a:lnTo>
                  <a:pt x="41707" y="102074"/>
                </a:lnTo>
                <a:lnTo>
                  <a:pt x="34980" y="100731"/>
                </a:lnTo>
                <a:lnTo>
                  <a:pt x="30944" y="96702"/>
                </a:lnTo>
                <a:lnTo>
                  <a:pt x="25562" y="96702"/>
                </a:lnTo>
                <a:lnTo>
                  <a:pt x="22872" y="94015"/>
                </a:lnTo>
                <a:lnTo>
                  <a:pt x="22872" y="89986"/>
                </a:lnTo>
                <a:lnTo>
                  <a:pt x="17490" y="84614"/>
                </a:lnTo>
                <a:lnTo>
                  <a:pt x="18835" y="83271"/>
                </a:lnTo>
                <a:lnTo>
                  <a:pt x="13454" y="76555"/>
                </a:lnTo>
                <a:lnTo>
                  <a:pt x="13454" y="71183"/>
                </a:lnTo>
                <a:lnTo>
                  <a:pt x="14799" y="68497"/>
                </a:lnTo>
                <a:lnTo>
                  <a:pt x="20181" y="71183"/>
                </a:lnTo>
                <a:lnTo>
                  <a:pt x="21526" y="68497"/>
                </a:lnTo>
                <a:lnTo>
                  <a:pt x="18835" y="64468"/>
                </a:lnTo>
                <a:lnTo>
                  <a:pt x="14799" y="64468"/>
                </a:lnTo>
                <a:lnTo>
                  <a:pt x="8072" y="59095"/>
                </a:lnTo>
                <a:lnTo>
                  <a:pt x="6727" y="55066"/>
                </a:lnTo>
                <a:lnTo>
                  <a:pt x="12108" y="48351"/>
                </a:lnTo>
                <a:lnTo>
                  <a:pt x="13454" y="40292"/>
                </a:lnTo>
                <a:lnTo>
                  <a:pt x="9418" y="40292"/>
                </a:lnTo>
                <a:lnTo>
                  <a:pt x="8072" y="42978"/>
                </a:lnTo>
                <a:lnTo>
                  <a:pt x="6727" y="40292"/>
                </a:lnTo>
                <a:lnTo>
                  <a:pt x="5381" y="36263"/>
                </a:lnTo>
                <a:lnTo>
                  <a:pt x="10763" y="34920"/>
                </a:lnTo>
                <a:lnTo>
                  <a:pt x="13454" y="34920"/>
                </a:lnTo>
                <a:lnTo>
                  <a:pt x="13454" y="32234"/>
                </a:lnTo>
                <a:lnTo>
                  <a:pt x="8072" y="30891"/>
                </a:lnTo>
                <a:lnTo>
                  <a:pt x="5381" y="29548"/>
                </a:lnTo>
                <a:lnTo>
                  <a:pt x="4036" y="22832"/>
                </a:lnTo>
                <a:lnTo>
                  <a:pt x="1345" y="1477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89" name="Freeform 588">
            <a:extLst>
              <a:ext uri="{FF2B5EF4-FFF2-40B4-BE49-F238E27FC236}">
                <a16:creationId xmlns:a16="http://schemas.microsoft.com/office/drawing/2014/main" id="{A6C0781B-CFD5-27BC-8586-8FCE28588D87}"/>
              </a:ext>
            </a:extLst>
          </p:cNvPr>
          <p:cNvSpPr/>
          <p:nvPr/>
        </p:nvSpPr>
        <p:spPr>
          <a:xfrm>
            <a:off x="7789733" y="3418934"/>
            <a:ext cx="47088" cy="57752"/>
          </a:xfrm>
          <a:custGeom>
            <a:avLst/>
            <a:gdLst>
              <a:gd name="connsiteX0" fmla="*/ 17490 w 47088"/>
              <a:gd name="connsiteY0" fmla="*/ 55066 h 57752"/>
              <a:gd name="connsiteX1" fmla="*/ 17490 w 47088"/>
              <a:gd name="connsiteY1" fmla="*/ 51037 h 57752"/>
              <a:gd name="connsiteX2" fmla="*/ 6727 w 47088"/>
              <a:gd name="connsiteY2" fmla="*/ 38949 h 57752"/>
              <a:gd name="connsiteX3" fmla="*/ 2691 w 47088"/>
              <a:gd name="connsiteY3" fmla="*/ 36263 h 57752"/>
              <a:gd name="connsiteX4" fmla="*/ 0 w 47088"/>
              <a:gd name="connsiteY4" fmla="*/ 33577 h 57752"/>
              <a:gd name="connsiteX5" fmla="*/ 2691 w 47088"/>
              <a:gd name="connsiteY5" fmla="*/ 32234 h 57752"/>
              <a:gd name="connsiteX6" fmla="*/ 5381 w 47088"/>
              <a:gd name="connsiteY6" fmla="*/ 26862 h 57752"/>
              <a:gd name="connsiteX7" fmla="*/ 6727 w 47088"/>
              <a:gd name="connsiteY7" fmla="*/ 20146 h 57752"/>
              <a:gd name="connsiteX8" fmla="*/ 8072 w 47088"/>
              <a:gd name="connsiteY8" fmla="*/ 14774 h 57752"/>
              <a:gd name="connsiteX9" fmla="*/ 12108 w 47088"/>
              <a:gd name="connsiteY9" fmla="*/ 14774 h 57752"/>
              <a:gd name="connsiteX10" fmla="*/ 16145 w 47088"/>
              <a:gd name="connsiteY10" fmla="*/ 12088 h 57752"/>
              <a:gd name="connsiteX11" fmla="*/ 13454 w 47088"/>
              <a:gd name="connsiteY11" fmla="*/ 8058 h 57752"/>
              <a:gd name="connsiteX12" fmla="*/ 9418 w 47088"/>
              <a:gd name="connsiteY12" fmla="*/ 5372 h 57752"/>
              <a:gd name="connsiteX13" fmla="*/ 9418 w 47088"/>
              <a:gd name="connsiteY13" fmla="*/ 1343 h 57752"/>
              <a:gd name="connsiteX14" fmla="*/ 12108 w 47088"/>
              <a:gd name="connsiteY14" fmla="*/ 0 h 57752"/>
              <a:gd name="connsiteX15" fmla="*/ 17490 w 47088"/>
              <a:gd name="connsiteY15" fmla="*/ 2686 h 57752"/>
              <a:gd name="connsiteX16" fmla="*/ 21526 w 47088"/>
              <a:gd name="connsiteY16" fmla="*/ 4029 h 57752"/>
              <a:gd name="connsiteX17" fmla="*/ 22872 w 47088"/>
              <a:gd name="connsiteY17" fmla="*/ 4029 h 57752"/>
              <a:gd name="connsiteX18" fmla="*/ 28253 w 47088"/>
              <a:gd name="connsiteY18" fmla="*/ 9401 h 57752"/>
              <a:gd name="connsiteX19" fmla="*/ 28253 w 47088"/>
              <a:gd name="connsiteY19" fmla="*/ 13431 h 57752"/>
              <a:gd name="connsiteX20" fmla="*/ 30943 w 47088"/>
              <a:gd name="connsiteY20" fmla="*/ 16117 h 57752"/>
              <a:gd name="connsiteX21" fmla="*/ 36325 w 47088"/>
              <a:gd name="connsiteY21" fmla="*/ 16117 h 57752"/>
              <a:gd name="connsiteX22" fmla="*/ 40361 w 47088"/>
              <a:gd name="connsiteY22" fmla="*/ 20146 h 57752"/>
              <a:gd name="connsiteX23" fmla="*/ 47088 w 47088"/>
              <a:gd name="connsiteY23" fmla="*/ 21489 h 57752"/>
              <a:gd name="connsiteX24" fmla="*/ 47088 w 47088"/>
              <a:gd name="connsiteY24" fmla="*/ 26862 h 57752"/>
              <a:gd name="connsiteX25" fmla="*/ 43052 w 47088"/>
              <a:gd name="connsiteY25" fmla="*/ 30891 h 57752"/>
              <a:gd name="connsiteX26" fmla="*/ 43052 w 47088"/>
              <a:gd name="connsiteY26" fmla="*/ 33577 h 57752"/>
              <a:gd name="connsiteX27" fmla="*/ 37670 w 47088"/>
              <a:gd name="connsiteY27" fmla="*/ 38949 h 57752"/>
              <a:gd name="connsiteX28" fmla="*/ 34980 w 47088"/>
              <a:gd name="connsiteY28" fmla="*/ 34920 h 57752"/>
              <a:gd name="connsiteX29" fmla="*/ 33634 w 47088"/>
              <a:gd name="connsiteY29" fmla="*/ 33577 h 57752"/>
              <a:gd name="connsiteX30" fmla="*/ 26908 w 47088"/>
              <a:gd name="connsiteY30" fmla="*/ 40292 h 57752"/>
              <a:gd name="connsiteX31" fmla="*/ 24217 w 47088"/>
              <a:gd name="connsiteY31" fmla="*/ 48351 h 57752"/>
              <a:gd name="connsiteX32" fmla="*/ 22872 w 47088"/>
              <a:gd name="connsiteY32" fmla="*/ 57752 h 57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7088" h="57752">
                <a:moveTo>
                  <a:pt x="17490" y="55066"/>
                </a:moveTo>
                <a:lnTo>
                  <a:pt x="17490" y="51037"/>
                </a:lnTo>
                <a:lnTo>
                  <a:pt x="6727" y="38949"/>
                </a:lnTo>
                <a:lnTo>
                  <a:pt x="2691" y="36263"/>
                </a:lnTo>
                <a:lnTo>
                  <a:pt x="0" y="33577"/>
                </a:lnTo>
                <a:lnTo>
                  <a:pt x="2691" y="32234"/>
                </a:lnTo>
                <a:lnTo>
                  <a:pt x="5381" y="26862"/>
                </a:lnTo>
                <a:lnTo>
                  <a:pt x="6727" y="20146"/>
                </a:lnTo>
                <a:lnTo>
                  <a:pt x="8072" y="14774"/>
                </a:lnTo>
                <a:lnTo>
                  <a:pt x="12108" y="14774"/>
                </a:lnTo>
                <a:lnTo>
                  <a:pt x="16145" y="12088"/>
                </a:lnTo>
                <a:lnTo>
                  <a:pt x="13454" y="8058"/>
                </a:lnTo>
                <a:lnTo>
                  <a:pt x="9418" y="5372"/>
                </a:lnTo>
                <a:lnTo>
                  <a:pt x="9418" y="1343"/>
                </a:lnTo>
                <a:lnTo>
                  <a:pt x="12108" y="0"/>
                </a:lnTo>
                <a:lnTo>
                  <a:pt x="17490" y="2686"/>
                </a:lnTo>
                <a:lnTo>
                  <a:pt x="21526" y="4029"/>
                </a:lnTo>
                <a:lnTo>
                  <a:pt x="22872" y="4029"/>
                </a:lnTo>
                <a:lnTo>
                  <a:pt x="28253" y="9401"/>
                </a:lnTo>
                <a:lnTo>
                  <a:pt x="28253" y="13431"/>
                </a:lnTo>
                <a:lnTo>
                  <a:pt x="30943" y="16117"/>
                </a:lnTo>
                <a:lnTo>
                  <a:pt x="36325" y="16117"/>
                </a:lnTo>
                <a:lnTo>
                  <a:pt x="40361" y="20146"/>
                </a:lnTo>
                <a:lnTo>
                  <a:pt x="47088" y="21489"/>
                </a:lnTo>
                <a:lnTo>
                  <a:pt x="47088" y="26862"/>
                </a:lnTo>
                <a:lnTo>
                  <a:pt x="43052" y="30891"/>
                </a:lnTo>
                <a:lnTo>
                  <a:pt x="43052" y="33577"/>
                </a:lnTo>
                <a:lnTo>
                  <a:pt x="37670" y="38949"/>
                </a:lnTo>
                <a:lnTo>
                  <a:pt x="34980" y="34920"/>
                </a:lnTo>
                <a:lnTo>
                  <a:pt x="33634" y="33577"/>
                </a:lnTo>
                <a:lnTo>
                  <a:pt x="26908" y="40292"/>
                </a:lnTo>
                <a:lnTo>
                  <a:pt x="24217" y="48351"/>
                </a:lnTo>
                <a:lnTo>
                  <a:pt x="22872" y="5775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590" name="Graphic 5">
            <a:extLst>
              <a:ext uri="{FF2B5EF4-FFF2-40B4-BE49-F238E27FC236}">
                <a16:creationId xmlns:a16="http://schemas.microsoft.com/office/drawing/2014/main" id="{D6EE4DC7-52F1-E4CD-E3A9-259DBB9ECFE7}"/>
              </a:ext>
            </a:extLst>
          </p:cNvPr>
          <p:cNvGrpSpPr/>
          <p:nvPr/>
        </p:nvGrpSpPr>
        <p:grpSpPr>
          <a:xfrm>
            <a:off x="7667303" y="3334320"/>
            <a:ext cx="141264" cy="110132"/>
            <a:chOff x="7667303" y="3334320"/>
            <a:chExt cx="141264" cy="110132"/>
          </a:xfrm>
          <a:solidFill>
            <a:srgbClr val="E5E5E4"/>
          </a:solidFill>
        </p:grpSpPr>
        <p:sp>
          <p:nvSpPr>
            <p:cNvPr id="591" name="Freeform 590">
              <a:extLst>
                <a:ext uri="{FF2B5EF4-FFF2-40B4-BE49-F238E27FC236}">
                  <a16:creationId xmlns:a16="http://schemas.microsoft.com/office/drawing/2014/main" id="{77D04966-4739-35A3-DB85-48544EF15DD5}"/>
                </a:ext>
              </a:extLst>
            </p:cNvPr>
            <p:cNvSpPr/>
            <p:nvPr/>
          </p:nvSpPr>
          <p:spPr>
            <a:xfrm>
              <a:off x="7667303" y="3334320"/>
              <a:ext cx="141264" cy="110132"/>
            </a:xfrm>
            <a:custGeom>
              <a:avLst/>
              <a:gdLst>
                <a:gd name="connsiteX0" fmla="*/ 134538 w 141264"/>
                <a:gd name="connsiteY0" fmla="*/ 44322 h 110132"/>
                <a:gd name="connsiteX1" fmla="*/ 133192 w 141264"/>
                <a:gd name="connsiteY1" fmla="*/ 40292 h 110132"/>
                <a:gd name="connsiteX2" fmla="*/ 138574 w 141264"/>
                <a:gd name="connsiteY2" fmla="*/ 38949 h 110132"/>
                <a:gd name="connsiteX3" fmla="*/ 141265 w 141264"/>
                <a:gd name="connsiteY3" fmla="*/ 38949 h 110132"/>
                <a:gd name="connsiteX4" fmla="*/ 141265 w 141264"/>
                <a:gd name="connsiteY4" fmla="*/ 36263 h 110132"/>
                <a:gd name="connsiteX5" fmla="*/ 135883 w 141264"/>
                <a:gd name="connsiteY5" fmla="*/ 34920 h 110132"/>
                <a:gd name="connsiteX6" fmla="*/ 133192 w 141264"/>
                <a:gd name="connsiteY6" fmla="*/ 33577 h 110132"/>
                <a:gd name="connsiteX7" fmla="*/ 131847 w 141264"/>
                <a:gd name="connsiteY7" fmla="*/ 26862 h 110132"/>
                <a:gd name="connsiteX8" fmla="*/ 129156 w 141264"/>
                <a:gd name="connsiteY8" fmla="*/ 18803 h 110132"/>
                <a:gd name="connsiteX9" fmla="*/ 125120 w 141264"/>
                <a:gd name="connsiteY9" fmla="*/ 17460 h 110132"/>
                <a:gd name="connsiteX10" fmla="*/ 121084 w 141264"/>
                <a:gd name="connsiteY10" fmla="*/ 21489 h 110132"/>
                <a:gd name="connsiteX11" fmla="*/ 111667 w 141264"/>
                <a:gd name="connsiteY11" fmla="*/ 18803 h 110132"/>
                <a:gd name="connsiteX12" fmla="*/ 98213 w 141264"/>
                <a:gd name="connsiteY12" fmla="*/ 16117 h 110132"/>
                <a:gd name="connsiteX13" fmla="*/ 94176 w 141264"/>
                <a:gd name="connsiteY13" fmla="*/ 13431 h 110132"/>
                <a:gd name="connsiteX14" fmla="*/ 88795 w 141264"/>
                <a:gd name="connsiteY14" fmla="*/ 10745 h 110132"/>
                <a:gd name="connsiteX15" fmla="*/ 78032 w 141264"/>
                <a:gd name="connsiteY15" fmla="*/ 1343 h 110132"/>
                <a:gd name="connsiteX16" fmla="*/ 73996 w 141264"/>
                <a:gd name="connsiteY16" fmla="*/ 0 h 110132"/>
                <a:gd name="connsiteX17" fmla="*/ 73996 w 141264"/>
                <a:gd name="connsiteY17" fmla="*/ 1343 h 110132"/>
                <a:gd name="connsiteX18" fmla="*/ 61887 w 141264"/>
                <a:gd name="connsiteY18" fmla="*/ 1343 h 110132"/>
                <a:gd name="connsiteX19" fmla="*/ 47088 w 141264"/>
                <a:gd name="connsiteY19" fmla="*/ 9401 h 110132"/>
                <a:gd name="connsiteX20" fmla="*/ 45743 w 141264"/>
                <a:gd name="connsiteY20" fmla="*/ 16117 h 110132"/>
                <a:gd name="connsiteX21" fmla="*/ 37671 w 141264"/>
                <a:gd name="connsiteY21" fmla="*/ 20146 h 110132"/>
                <a:gd name="connsiteX22" fmla="*/ 34980 w 141264"/>
                <a:gd name="connsiteY22" fmla="*/ 29548 h 110132"/>
                <a:gd name="connsiteX23" fmla="*/ 30944 w 141264"/>
                <a:gd name="connsiteY23" fmla="*/ 29548 h 110132"/>
                <a:gd name="connsiteX24" fmla="*/ 20181 w 141264"/>
                <a:gd name="connsiteY24" fmla="*/ 25518 h 110132"/>
                <a:gd name="connsiteX25" fmla="*/ 14799 w 141264"/>
                <a:gd name="connsiteY25" fmla="*/ 26862 h 110132"/>
                <a:gd name="connsiteX26" fmla="*/ 8072 w 141264"/>
                <a:gd name="connsiteY26" fmla="*/ 32234 h 110132"/>
                <a:gd name="connsiteX27" fmla="*/ 0 w 141264"/>
                <a:gd name="connsiteY27" fmla="*/ 32234 h 110132"/>
                <a:gd name="connsiteX28" fmla="*/ 0 w 141264"/>
                <a:gd name="connsiteY28" fmla="*/ 32234 h 110132"/>
                <a:gd name="connsiteX29" fmla="*/ 1345 w 141264"/>
                <a:gd name="connsiteY29" fmla="*/ 42978 h 110132"/>
                <a:gd name="connsiteX30" fmla="*/ 6727 w 141264"/>
                <a:gd name="connsiteY30" fmla="*/ 48351 h 110132"/>
                <a:gd name="connsiteX31" fmla="*/ 6727 w 141264"/>
                <a:gd name="connsiteY31" fmla="*/ 51037 h 110132"/>
                <a:gd name="connsiteX32" fmla="*/ 8072 w 141264"/>
                <a:gd name="connsiteY32" fmla="*/ 52380 h 110132"/>
                <a:gd name="connsiteX33" fmla="*/ 14799 w 141264"/>
                <a:gd name="connsiteY33" fmla="*/ 41635 h 110132"/>
                <a:gd name="connsiteX34" fmla="*/ 16145 w 141264"/>
                <a:gd name="connsiteY34" fmla="*/ 36263 h 110132"/>
                <a:gd name="connsiteX35" fmla="*/ 20181 w 141264"/>
                <a:gd name="connsiteY35" fmla="*/ 32234 h 110132"/>
                <a:gd name="connsiteX36" fmla="*/ 26908 w 141264"/>
                <a:gd name="connsiteY36" fmla="*/ 32234 h 110132"/>
                <a:gd name="connsiteX37" fmla="*/ 28253 w 141264"/>
                <a:gd name="connsiteY37" fmla="*/ 37606 h 110132"/>
                <a:gd name="connsiteX38" fmla="*/ 32289 w 141264"/>
                <a:gd name="connsiteY38" fmla="*/ 41635 h 110132"/>
                <a:gd name="connsiteX39" fmla="*/ 34980 w 141264"/>
                <a:gd name="connsiteY39" fmla="*/ 48351 h 110132"/>
                <a:gd name="connsiteX40" fmla="*/ 37671 w 141264"/>
                <a:gd name="connsiteY40" fmla="*/ 56409 h 110132"/>
                <a:gd name="connsiteX41" fmla="*/ 45743 w 141264"/>
                <a:gd name="connsiteY41" fmla="*/ 63125 h 110132"/>
                <a:gd name="connsiteX42" fmla="*/ 48434 w 141264"/>
                <a:gd name="connsiteY42" fmla="*/ 63125 h 110132"/>
                <a:gd name="connsiteX43" fmla="*/ 52470 w 141264"/>
                <a:gd name="connsiteY43" fmla="*/ 68497 h 110132"/>
                <a:gd name="connsiteX44" fmla="*/ 48434 w 141264"/>
                <a:gd name="connsiteY44" fmla="*/ 67154 h 110132"/>
                <a:gd name="connsiteX45" fmla="*/ 44398 w 141264"/>
                <a:gd name="connsiteY45" fmla="*/ 68497 h 110132"/>
                <a:gd name="connsiteX46" fmla="*/ 41707 w 141264"/>
                <a:gd name="connsiteY46" fmla="*/ 72526 h 110132"/>
                <a:gd name="connsiteX47" fmla="*/ 44398 w 141264"/>
                <a:gd name="connsiteY47" fmla="*/ 76555 h 110132"/>
                <a:gd name="connsiteX48" fmla="*/ 49779 w 141264"/>
                <a:gd name="connsiteY48" fmla="*/ 76555 h 110132"/>
                <a:gd name="connsiteX49" fmla="*/ 55161 w 141264"/>
                <a:gd name="connsiteY49" fmla="*/ 81928 h 110132"/>
                <a:gd name="connsiteX50" fmla="*/ 61887 w 141264"/>
                <a:gd name="connsiteY50" fmla="*/ 84614 h 110132"/>
                <a:gd name="connsiteX51" fmla="*/ 63233 w 141264"/>
                <a:gd name="connsiteY51" fmla="*/ 88643 h 110132"/>
                <a:gd name="connsiteX52" fmla="*/ 65923 w 141264"/>
                <a:gd name="connsiteY52" fmla="*/ 91329 h 110132"/>
                <a:gd name="connsiteX53" fmla="*/ 72650 w 141264"/>
                <a:gd name="connsiteY53" fmla="*/ 89986 h 110132"/>
                <a:gd name="connsiteX54" fmla="*/ 83414 w 141264"/>
                <a:gd name="connsiteY54" fmla="*/ 91329 h 110132"/>
                <a:gd name="connsiteX55" fmla="*/ 90140 w 141264"/>
                <a:gd name="connsiteY55" fmla="*/ 95359 h 110132"/>
                <a:gd name="connsiteX56" fmla="*/ 102249 w 141264"/>
                <a:gd name="connsiteY56" fmla="*/ 107446 h 110132"/>
                <a:gd name="connsiteX57" fmla="*/ 99558 w 141264"/>
                <a:gd name="connsiteY57" fmla="*/ 108789 h 110132"/>
                <a:gd name="connsiteX58" fmla="*/ 92831 w 141264"/>
                <a:gd name="connsiteY58" fmla="*/ 104760 h 110132"/>
                <a:gd name="connsiteX59" fmla="*/ 95522 w 141264"/>
                <a:gd name="connsiteY59" fmla="*/ 108789 h 110132"/>
                <a:gd name="connsiteX60" fmla="*/ 100903 w 141264"/>
                <a:gd name="connsiteY60" fmla="*/ 110132 h 110132"/>
                <a:gd name="connsiteX61" fmla="*/ 100903 w 141264"/>
                <a:gd name="connsiteY61" fmla="*/ 110132 h 110132"/>
                <a:gd name="connsiteX62" fmla="*/ 103594 w 141264"/>
                <a:gd name="connsiteY62" fmla="*/ 106103 h 110132"/>
                <a:gd name="connsiteX63" fmla="*/ 84759 w 141264"/>
                <a:gd name="connsiteY63" fmla="*/ 85957 h 110132"/>
                <a:gd name="connsiteX64" fmla="*/ 64578 w 141264"/>
                <a:gd name="connsiteY64" fmla="*/ 67154 h 110132"/>
                <a:gd name="connsiteX65" fmla="*/ 63233 w 141264"/>
                <a:gd name="connsiteY65" fmla="*/ 64468 h 110132"/>
                <a:gd name="connsiteX66" fmla="*/ 64578 w 141264"/>
                <a:gd name="connsiteY66" fmla="*/ 61782 h 110132"/>
                <a:gd name="connsiteX67" fmla="*/ 61887 w 141264"/>
                <a:gd name="connsiteY67" fmla="*/ 57752 h 110132"/>
                <a:gd name="connsiteX68" fmla="*/ 60542 w 141264"/>
                <a:gd name="connsiteY68" fmla="*/ 53723 h 110132"/>
                <a:gd name="connsiteX69" fmla="*/ 55161 w 141264"/>
                <a:gd name="connsiteY69" fmla="*/ 47008 h 110132"/>
                <a:gd name="connsiteX70" fmla="*/ 52470 w 141264"/>
                <a:gd name="connsiteY70" fmla="*/ 48351 h 110132"/>
                <a:gd name="connsiteX71" fmla="*/ 52470 w 141264"/>
                <a:gd name="connsiteY71" fmla="*/ 44322 h 110132"/>
                <a:gd name="connsiteX72" fmla="*/ 53815 w 141264"/>
                <a:gd name="connsiteY72" fmla="*/ 41635 h 110132"/>
                <a:gd name="connsiteX73" fmla="*/ 53815 w 141264"/>
                <a:gd name="connsiteY73" fmla="*/ 34920 h 110132"/>
                <a:gd name="connsiteX74" fmla="*/ 56506 w 141264"/>
                <a:gd name="connsiteY74" fmla="*/ 32234 h 110132"/>
                <a:gd name="connsiteX75" fmla="*/ 61887 w 141264"/>
                <a:gd name="connsiteY75" fmla="*/ 37606 h 110132"/>
                <a:gd name="connsiteX76" fmla="*/ 64578 w 141264"/>
                <a:gd name="connsiteY76" fmla="*/ 41635 h 110132"/>
                <a:gd name="connsiteX77" fmla="*/ 67269 w 141264"/>
                <a:gd name="connsiteY77" fmla="*/ 40292 h 110132"/>
                <a:gd name="connsiteX78" fmla="*/ 68614 w 141264"/>
                <a:gd name="connsiteY78" fmla="*/ 36263 h 110132"/>
                <a:gd name="connsiteX79" fmla="*/ 72650 w 141264"/>
                <a:gd name="connsiteY79" fmla="*/ 36263 h 110132"/>
                <a:gd name="connsiteX80" fmla="*/ 75341 w 141264"/>
                <a:gd name="connsiteY80" fmla="*/ 36263 h 110132"/>
                <a:gd name="connsiteX81" fmla="*/ 78032 w 141264"/>
                <a:gd name="connsiteY81" fmla="*/ 33577 h 110132"/>
                <a:gd name="connsiteX82" fmla="*/ 82068 w 141264"/>
                <a:gd name="connsiteY82" fmla="*/ 36263 h 110132"/>
                <a:gd name="connsiteX83" fmla="*/ 84759 w 141264"/>
                <a:gd name="connsiteY83" fmla="*/ 33577 h 110132"/>
                <a:gd name="connsiteX84" fmla="*/ 88795 w 141264"/>
                <a:gd name="connsiteY84" fmla="*/ 34920 h 110132"/>
                <a:gd name="connsiteX85" fmla="*/ 91486 w 141264"/>
                <a:gd name="connsiteY85" fmla="*/ 38949 h 110132"/>
                <a:gd name="connsiteX86" fmla="*/ 94176 w 141264"/>
                <a:gd name="connsiteY86" fmla="*/ 36263 h 110132"/>
                <a:gd name="connsiteX87" fmla="*/ 100903 w 141264"/>
                <a:gd name="connsiteY87" fmla="*/ 38949 h 110132"/>
                <a:gd name="connsiteX88" fmla="*/ 104940 w 141264"/>
                <a:gd name="connsiteY88" fmla="*/ 36263 h 110132"/>
                <a:gd name="connsiteX89" fmla="*/ 106285 w 141264"/>
                <a:gd name="connsiteY89" fmla="*/ 38949 h 110132"/>
                <a:gd name="connsiteX90" fmla="*/ 111667 w 141264"/>
                <a:gd name="connsiteY90" fmla="*/ 37606 h 110132"/>
                <a:gd name="connsiteX91" fmla="*/ 117048 w 141264"/>
                <a:gd name="connsiteY91" fmla="*/ 40292 h 110132"/>
                <a:gd name="connsiteX92" fmla="*/ 121084 w 141264"/>
                <a:gd name="connsiteY92" fmla="*/ 38949 h 110132"/>
                <a:gd name="connsiteX93" fmla="*/ 126465 w 141264"/>
                <a:gd name="connsiteY93" fmla="*/ 44322 h 110132"/>
                <a:gd name="connsiteX94" fmla="*/ 133192 w 141264"/>
                <a:gd name="connsiteY94" fmla="*/ 44322 h 11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1264" h="110132">
                  <a:moveTo>
                    <a:pt x="134538" y="44322"/>
                  </a:moveTo>
                  <a:lnTo>
                    <a:pt x="133192" y="40292"/>
                  </a:lnTo>
                  <a:lnTo>
                    <a:pt x="138574" y="38949"/>
                  </a:lnTo>
                  <a:lnTo>
                    <a:pt x="141265" y="38949"/>
                  </a:lnTo>
                  <a:lnTo>
                    <a:pt x="141265" y="36263"/>
                  </a:lnTo>
                  <a:lnTo>
                    <a:pt x="135883" y="34920"/>
                  </a:lnTo>
                  <a:lnTo>
                    <a:pt x="133192" y="33577"/>
                  </a:lnTo>
                  <a:lnTo>
                    <a:pt x="131847" y="26862"/>
                  </a:lnTo>
                  <a:lnTo>
                    <a:pt x="129156" y="18803"/>
                  </a:lnTo>
                  <a:lnTo>
                    <a:pt x="125120" y="17460"/>
                  </a:lnTo>
                  <a:lnTo>
                    <a:pt x="121084" y="21489"/>
                  </a:lnTo>
                  <a:lnTo>
                    <a:pt x="111667" y="18803"/>
                  </a:lnTo>
                  <a:lnTo>
                    <a:pt x="98213" y="16117"/>
                  </a:lnTo>
                  <a:lnTo>
                    <a:pt x="94176" y="13431"/>
                  </a:lnTo>
                  <a:lnTo>
                    <a:pt x="88795" y="10745"/>
                  </a:lnTo>
                  <a:lnTo>
                    <a:pt x="78032" y="1343"/>
                  </a:lnTo>
                  <a:lnTo>
                    <a:pt x="73996" y="0"/>
                  </a:lnTo>
                  <a:lnTo>
                    <a:pt x="73996" y="1343"/>
                  </a:lnTo>
                  <a:lnTo>
                    <a:pt x="61887" y="1343"/>
                  </a:lnTo>
                  <a:lnTo>
                    <a:pt x="47088" y="9401"/>
                  </a:lnTo>
                  <a:lnTo>
                    <a:pt x="45743" y="16117"/>
                  </a:lnTo>
                  <a:lnTo>
                    <a:pt x="37671" y="20146"/>
                  </a:lnTo>
                  <a:lnTo>
                    <a:pt x="34980" y="29548"/>
                  </a:lnTo>
                  <a:lnTo>
                    <a:pt x="30944" y="29548"/>
                  </a:lnTo>
                  <a:lnTo>
                    <a:pt x="20181" y="25518"/>
                  </a:lnTo>
                  <a:lnTo>
                    <a:pt x="14799" y="26862"/>
                  </a:lnTo>
                  <a:lnTo>
                    <a:pt x="8072" y="32234"/>
                  </a:lnTo>
                  <a:lnTo>
                    <a:pt x="0" y="32234"/>
                  </a:lnTo>
                  <a:lnTo>
                    <a:pt x="0" y="32234"/>
                  </a:lnTo>
                  <a:lnTo>
                    <a:pt x="1345" y="42978"/>
                  </a:lnTo>
                  <a:lnTo>
                    <a:pt x="6727" y="48351"/>
                  </a:lnTo>
                  <a:lnTo>
                    <a:pt x="6727" y="51037"/>
                  </a:lnTo>
                  <a:lnTo>
                    <a:pt x="8072" y="52380"/>
                  </a:lnTo>
                  <a:lnTo>
                    <a:pt x="14799" y="41635"/>
                  </a:lnTo>
                  <a:lnTo>
                    <a:pt x="16145" y="36263"/>
                  </a:lnTo>
                  <a:lnTo>
                    <a:pt x="20181" y="32234"/>
                  </a:lnTo>
                  <a:lnTo>
                    <a:pt x="26908" y="32234"/>
                  </a:lnTo>
                  <a:lnTo>
                    <a:pt x="28253" y="37606"/>
                  </a:lnTo>
                  <a:lnTo>
                    <a:pt x="32289" y="41635"/>
                  </a:lnTo>
                  <a:lnTo>
                    <a:pt x="34980" y="48351"/>
                  </a:lnTo>
                  <a:lnTo>
                    <a:pt x="37671" y="56409"/>
                  </a:lnTo>
                  <a:lnTo>
                    <a:pt x="45743" y="63125"/>
                  </a:lnTo>
                  <a:lnTo>
                    <a:pt x="48434" y="63125"/>
                  </a:lnTo>
                  <a:lnTo>
                    <a:pt x="52470" y="68497"/>
                  </a:lnTo>
                  <a:lnTo>
                    <a:pt x="48434" y="67154"/>
                  </a:lnTo>
                  <a:lnTo>
                    <a:pt x="44398" y="68497"/>
                  </a:lnTo>
                  <a:lnTo>
                    <a:pt x="41707" y="72526"/>
                  </a:lnTo>
                  <a:lnTo>
                    <a:pt x="44398" y="76555"/>
                  </a:lnTo>
                  <a:lnTo>
                    <a:pt x="49779" y="76555"/>
                  </a:lnTo>
                  <a:lnTo>
                    <a:pt x="55161" y="81928"/>
                  </a:lnTo>
                  <a:lnTo>
                    <a:pt x="61887" y="84614"/>
                  </a:lnTo>
                  <a:lnTo>
                    <a:pt x="63233" y="88643"/>
                  </a:lnTo>
                  <a:lnTo>
                    <a:pt x="65923" y="91329"/>
                  </a:lnTo>
                  <a:lnTo>
                    <a:pt x="72650" y="89986"/>
                  </a:lnTo>
                  <a:lnTo>
                    <a:pt x="83414" y="91329"/>
                  </a:lnTo>
                  <a:lnTo>
                    <a:pt x="90140" y="95359"/>
                  </a:lnTo>
                  <a:lnTo>
                    <a:pt x="102249" y="107446"/>
                  </a:lnTo>
                  <a:lnTo>
                    <a:pt x="99558" y="108789"/>
                  </a:lnTo>
                  <a:lnTo>
                    <a:pt x="92831" y="104760"/>
                  </a:lnTo>
                  <a:lnTo>
                    <a:pt x="95522" y="108789"/>
                  </a:lnTo>
                  <a:lnTo>
                    <a:pt x="100903" y="110132"/>
                  </a:lnTo>
                  <a:lnTo>
                    <a:pt x="100903" y="110132"/>
                  </a:lnTo>
                  <a:lnTo>
                    <a:pt x="103594" y="106103"/>
                  </a:lnTo>
                  <a:lnTo>
                    <a:pt x="84759" y="85957"/>
                  </a:lnTo>
                  <a:lnTo>
                    <a:pt x="64578" y="67154"/>
                  </a:lnTo>
                  <a:lnTo>
                    <a:pt x="63233" y="64468"/>
                  </a:lnTo>
                  <a:lnTo>
                    <a:pt x="64578" y="61782"/>
                  </a:lnTo>
                  <a:lnTo>
                    <a:pt x="61887" y="57752"/>
                  </a:lnTo>
                  <a:lnTo>
                    <a:pt x="60542" y="53723"/>
                  </a:lnTo>
                  <a:lnTo>
                    <a:pt x="55161" y="47008"/>
                  </a:lnTo>
                  <a:lnTo>
                    <a:pt x="52470" y="48351"/>
                  </a:lnTo>
                  <a:lnTo>
                    <a:pt x="52470" y="44322"/>
                  </a:lnTo>
                  <a:lnTo>
                    <a:pt x="53815" y="41635"/>
                  </a:lnTo>
                  <a:lnTo>
                    <a:pt x="53815" y="34920"/>
                  </a:lnTo>
                  <a:lnTo>
                    <a:pt x="56506" y="32234"/>
                  </a:lnTo>
                  <a:lnTo>
                    <a:pt x="61887" y="37606"/>
                  </a:lnTo>
                  <a:lnTo>
                    <a:pt x="64578" y="41635"/>
                  </a:lnTo>
                  <a:lnTo>
                    <a:pt x="67269" y="40292"/>
                  </a:lnTo>
                  <a:lnTo>
                    <a:pt x="68614" y="36263"/>
                  </a:lnTo>
                  <a:lnTo>
                    <a:pt x="72650" y="36263"/>
                  </a:lnTo>
                  <a:lnTo>
                    <a:pt x="75341" y="36263"/>
                  </a:lnTo>
                  <a:lnTo>
                    <a:pt x="78032" y="33577"/>
                  </a:lnTo>
                  <a:lnTo>
                    <a:pt x="82068" y="36263"/>
                  </a:lnTo>
                  <a:lnTo>
                    <a:pt x="84759" y="33577"/>
                  </a:lnTo>
                  <a:lnTo>
                    <a:pt x="88795" y="34920"/>
                  </a:lnTo>
                  <a:lnTo>
                    <a:pt x="91486" y="38949"/>
                  </a:lnTo>
                  <a:lnTo>
                    <a:pt x="94176" y="36263"/>
                  </a:lnTo>
                  <a:lnTo>
                    <a:pt x="100903" y="38949"/>
                  </a:lnTo>
                  <a:lnTo>
                    <a:pt x="104940" y="36263"/>
                  </a:lnTo>
                  <a:lnTo>
                    <a:pt x="106285" y="38949"/>
                  </a:lnTo>
                  <a:lnTo>
                    <a:pt x="111667" y="37606"/>
                  </a:lnTo>
                  <a:lnTo>
                    <a:pt x="117048" y="40292"/>
                  </a:lnTo>
                  <a:lnTo>
                    <a:pt x="121084" y="38949"/>
                  </a:lnTo>
                  <a:lnTo>
                    <a:pt x="126465" y="44322"/>
                  </a:lnTo>
                  <a:lnTo>
                    <a:pt x="133192" y="4432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2" name="Freeform 591">
              <a:extLst>
                <a:ext uri="{FF2B5EF4-FFF2-40B4-BE49-F238E27FC236}">
                  <a16:creationId xmlns:a16="http://schemas.microsoft.com/office/drawing/2014/main" id="{0093E284-10FA-E183-2F04-4C61D6098DB9}"/>
                </a:ext>
              </a:extLst>
            </p:cNvPr>
            <p:cNvSpPr/>
            <p:nvPr/>
          </p:nvSpPr>
          <p:spPr>
            <a:xfrm>
              <a:off x="7748026" y="3440423"/>
              <a:ext cx="12108" cy="2686"/>
            </a:xfrm>
            <a:custGeom>
              <a:avLst/>
              <a:gdLst>
                <a:gd name="connsiteX0" fmla="*/ 0 w 12108"/>
                <a:gd name="connsiteY0" fmla="*/ 0 h 2686"/>
                <a:gd name="connsiteX1" fmla="*/ 9418 w 12108"/>
                <a:gd name="connsiteY1" fmla="*/ 0 h 2686"/>
                <a:gd name="connsiteX2" fmla="*/ 12108 w 12108"/>
                <a:gd name="connsiteY2" fmla="*/ 2686 h 2686"/>
                <a:gd name="connsiteX3" fmla="*/ 4036 w 12108"/>
                <a:gd name="connsiteY3" fmla="*/ 2686 h 2686"/>
                <a:gd name="connsiteX4" fmla="*/ 0 w 12108"/>
                <a:gd name="connsiteY4" fmla="*/ 0 h 2686"/>
                <a:gd name="connsiteX5" fmla="*/ 0 w 12108"/>
                <a:gd name="connsiteY5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8" h="2686">
                  <a:moveTo>
                    <a:pt x="0" y="0"/>
                  </a:moveTo>
                  <a:lnTo>
                    <a:pt x="9418" y="0"/>
                  </a:lnTo>
                  <a:lnTo>
                    <a:pt x="12108" y="2686"/>
                  </a:lnTo>
                  <a:lnTo>
                    <a:pt x="4036" y="26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3" name="Freeform 592">
              <a:extLst>
                <a:ext uri="{FF2B5EF4-FFF2-40B4-BE49-F238E27FC236}">
                  <a16:creationId xmlns:a16="http://schemas.microsoft.com/office/drawing/2014/main" id="{770C53D6-DECB-5F92-3FD8-E21A9D933EE9}"/>
                </a:ext>
              </a:extLst>
            </p:cNvPr>
            <p:cNvSpPr/>
            <p:nvPr/>
          </p:nvSpPr>
          <p:spPr>
            <a:xfrm>
              <a:off x="7741299" y="3435051"/>
              <a:ext cx="13453" cy="2686"/>
            </a:xfrm>
            <a:custGeom>
              <a:avLst/>
              <a:gdLst>
                <a:gd name="connsiteX0" fmla="*/ 0 w 13453"/>
                <a:gd name="connsiteY0" fmla="*/ 0 h 2686"/>
                <a:gd name="connsiteX1" fmla="*/ 13454 w 13453"/>
                <a:gd name="connsiteY1" fmla="*/ 0 h 2686"/>
                <a:gd name="connsiteX2" fmla="*/ 8072 w 13453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3" h="2686">
                  <a:moveTo>
                    <a:pt x="0" y="0"/>
                  </a:moveTo>
                  <a:lnTo>
                    <a:pt x="13454" y="0"/>
                  </a:lnTo>
                  <a:lnTo>
                    <a:pt x="807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04EF5D18-EC4A-8892-8F3E-2BAFE61E4EF5}"/>
                </a:ext>
              </a:extLst>
            </p:cNvPr>
            <p:cNvSpPr/>
            <p:nvPr/>
          </p:nvSpPr>
          <p:spPr>
            <a:xfrm>
              <a:off x="7741299" y="3428336"/>
              <a:ext cx="13453" cy="4029"/>
            </a:xfrm>
            <a:custGeom>
              <a:avLst/>
              <a:gdLst>
                <a:gd name="connsiteX0" fmla="*/ 0 w 13453"/>
                <a:gd name="connsiteY0" fmla="*/ 0 h 4029"/>
                <a:gd name="connsiteX1" fmla="*/ 10763 w 13453"/>
                <a:gd name="connsiteY1" fmla="*/ 0 h 4029"/>
                <a:gd name="connsiteX2" fmla="*/ 13454 w 13453"/>
                <a:gd name="connsiteY2" fmla="*/ 1343 h 4029"/>
                <a:gd name="connsiteX3" fmla="*/ 8072 w 13453"/>
                <a:gd name="connsiteY3" fmla="*/ 4029 h 4029"/>
                <a:gd name="connsiteX4" fmla="*/ 2691 w 13453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53" h="4029">
                  <a:moveTo>
                    <a:pt x="0" y="0"/>
                  </a:moveTo>
                  <a:lnTo>
                    <a:pt x="10763" y="0"/>
                  </a:lnTo>
                  <a:lnTo>
                    <a:pt x="13454" y="1343"/>
                  </a:lnTo>
                  <a:lnTo>
                    <a:pt x="8072" y="4029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5" name="Freeform 594">
              <a:extLst>
                <a:ext uri="{FF2B5EF4-FFF2-40B4-BE49-F238E27FC236}">
                  <a16:creationId xmlns:a16="http://schemas.microsoft.com/office/drawing/2014/main" id="{BD152535-192A-9064-5AD4-572409A781FA}"/>
                </a:ext>
              </a:extLst>
            </p:cNvPr>
            <p:cNvSpPr/>
            <p:nvPr/>
          </p:nvSpPr>
          <p:spPr>
            <a:xfrm>
              <a:off x="7704974" y="3396102"/>
              <a:ext cx="5381" cy="6715"/>
            </a:xfrm>
            <a:custGeom>
              <a:avLst/>
              <a:gdLst>
                <a:gd name="connsiteX0" fmla="*/ 0 w 5381"/>
                <a:gd name="connsiteY0" fmla="*/ 0 h 6715"/>
                <a:gd name="connsiteX1" fmla="*/ 2691 w 5381"/>
                <a:gd name="connsiteY1" fmla="*/ 0 h 6715"/>
                <a:gd name="connsiteX2" fmla="*/ 5381 w 5381"/>
                <a:gd name="connsiteY2" fmla="*/ 5372 h 6715"/>
                <a:gd name="connsiteX3" fmla="*/ 4036 w 5381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6715">
                  <a:moveTo>
                    <a:pt x="0" y="0"/>
                  </a:moveTo>
                  <a:lnTo>
                    <a:pt x="2691" y="0"/>
                  </a:lnTo>
                  <a:lnTo>
                    <a:pt x="5381" y="5372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6" name="Freeform 595">
              <a:extLst>
                <a:ext uri="{FF2B5EF4-FFF2-40B4-BE49-F238E27FC236}">
                  <a16:creationId xmlns:a16="http://schemas.microsoft.com/office/drawing/2014/main" id="{D8C4F679-F67F-5887-DC4E-59BC4EBF8B1D}"/>
                </a:ext>
              </a:extLst>
            </p:cNvPr>
            <p:cNvSpPr/>
            <p:nvPr/>
          </p:nvSpPr>
          <p:spPr>
            <a:xfrm>
              <a:off x="7699592" y="3389387"/>
              <a:ext cx="5381" cy="4029"/>
            </a:xfrm>
            <a:custGeom>
              <a:avLst/>
              <a:gdLst>
                <a:gd name="connsiteX0" fmla="*/ 1345 w 5381"/>
                <a:gd name="connsiteY0" fmla="*/ 0 h 4029"/>
                <a:gd name="connsiteX1" fmla="*/ 5382 w 5381"/>
                <a:gd name="connsiteY1" fmla="*/ 4029 h 4029"/>
                <a:gd name="connsiteX2" fmla="*/ 0 w 5381"/>
                <a:gd name="connsiteY2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1345" y="0"/>
                  </a:moveTo>
                  <a:lnTo>
                    <a:pt x="5382" y="4029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7" name="Freeform 596">
              <a:extLst>
                <a:ext uri="{FF2B5EF4-FFF2-40B4-BE49-F238E27FC236}">
                  <a16:creationId xmlns:a16="http://schemas.microsoft.com/office/drawing/2014/main" id="{431C527C-9A1C-F5A7-F0E8-7FC069704865}"/>
                </a:ext>
              </a:extLst>
            </p:cNvPr>
            <p:cNvSpPr/>
            <p:nvPr/>
          </p:nvSpPr>
          <p:spPr>
            <a:xfrm>
              <a:off x="7700938" y="3404160"/>
              <a:ext cx="6726" cy="9401"/>
            </a:xfrm>
            <a:custGeom>
              <a:avLst/>
              <a:gdLst>
                <a:gd name="connsiteX0" fmla="*/ 0 w 6726"/>
                <a:gd name="connsiteY0" fmla="*/ 0 h 9401"/>
                <a:gd name="connsiteX1" fmla="*/ 5381 w 6726"/>
                <a:gd name="connsiteY1" fmla="*/ 5372 h 9401"/>
                <a:gd name="connsiteX2" fmla="*/ 6727 w 6726"/>
                <a:gd name="connsiteY2" fmla="*/ 9401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6" h="9401">
                  <a:moveTo>
                    <a:pt x="0" y="0"/>
                  </a:moveTo>
                  <a:lnTo>
                    <a:pt x="5381" y="5372"/>
                  </a:lnTo>
                  <a:lnTo>
                    <a:pt x="6727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8" name="Freeform 597">
              <a:extLst>
                <a:ext uri="{FF2B5EF4-FFF2-40B4-BE49-F238E27FC236}">
                  <a16:creationId xmlns:a16="http://schemas.microsoft.com/office/drawing/2014/main" id="{17421086-D66F-6CDE-BB8D-EA01E25B7B7F}"/>
                </a:ext>
              </a:extLst>
            </p:cNvPr>
            <p:cNvSpPr/>
            <p:nvPr/>
          </p:nvSpPr>
          <p:spPr>
            <a:xfrm>
              <a:off x="7695556" y="3396102"/>
              <a:ext cx="4035" cy="5372"/>
            </a:xfrm>
            <a:custGeom>
              <a:avLst/>
              <a:gdLst>
                <a:gd name="connsiteX0" fmla="*/ 0 w 4035"/>
                <a:gd name="connsiteY0" fmla="*/ 0 h 5372"/>
                <a:gd name="connsiteX1" fmla="*/ 4036 w 4035"/>
                <a:gd name="connsiteY1" fmla="*/ 1343 h 5372"/>
                <a:gd name="connsiteX2" fmla="*/ 4036 w 4035"/>
                <a:gd name="connsiteY2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5372">
                  <a:moveTo>
                    <a:pt x="0" y="0"/>
                  </a:moveTo>
                  <a:lnTo>
                    <a:pt x="4036" y="1343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9" name="Freeform 598">
              <a:extLst>
                <a:ext uri="{FF2B5EF4-FFF2-40B4-BE49-F238E27FC236}">
                  <a16:creationId xmlns:a16="http://schemas.microsoft.com/office/drawing/2014/main" id="{D7337A84-F6F8-4F8D-0F4D-19F98C880007}"/>
                </a:ext>
              </a:extLst>
            </p:cNvPr>
            <p:cNvSpPr/>
            <p:nvPr/>
          </p:nvSpPr>
          <p:spPr>
            <a:xfrm>
              <a:off x="7686139" y="3382671"/>
              <a:ext cx="8072" cy="10744"/>
            </a:xfrm>
            <a:custGeom>
              <a:avLst/>
              <a:gdLst>
                <a:gd name="connsiteX0" fmla="*/ 0 w 8072"/>
                <a:gd name="connsiteY0" fmla="*/ 0 h 10744"/>
                <a:gd name="connsiteX1" fmla="*/ 6727 w 8072"/>
                <a:gd name="connsiteY1" fmla="*/ 4029 h 10744"/>
                <a:gd name="connsiteX2" fmla="*/ 8072 w 8072"/>
                <a:gd name="connsiteY2" fmla="*/ 10744 h 10744"/>
                <a:gd name="connsiteX3" fmla="*/ 6727 w 8072"/>
                <a:gd name="connsiteY3" fmla="*/ 10744 h 10744"/>
                <a:gd name="connsiteX4" fmla="*/ 1345 w 8072"/>
                <a:gd name="connsiteY4" fmla="*/ 6715 h 10744"/>
                <a:gd name="connsiteX5" fmla="*/ 2691 w 8072"/>
                <a:gd name="connsiteY5" fmla="*/ 4029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10744">
                  <a:moveTo>
                    <a:pt x="0" y="0"/>
                  </a:moveTo>
                  <a:lnTo>
                    <a:pt x="6727" y="4029"/>
                  </a:lnTo>
                  <a:lnTo>
                    <a:pt x="8072" y="10744"/>
                  </a:lnTo>
                  <a:lnTo>
                    <a:pt x="6727" y="10744"/>
                  </a:lnTo>
                  <a:lnTo>
                    <a:pt x="1345" y="6715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00" name="Freeform 599">
              <a:extLst>
                <a:ext uri="{FF2B5EF4-FFF2-40B4-BE49-F238E27FC236}">
                  <a16:creationId xmlns:a16="http://schemas.microsoft.com/office/drawing/2014/main" id="{BA2596A9-FC77-DE2D-95AF-0B2CD417D64B}"/>
                </a:ext>
              </a:extLst>
            </p:cNvPr>
            <p:cNvSpPr/>
            <p:nvPr/>
          </p:nvSpPr>
          <p:spPr>
            <a:xfrm>
              <a:off x="7688453" y="3371927"/>
              <a:ext cx="9794" cy="12087"/>
            </a:xfrm>
            <a:custGeom>
              <a:avLst/>
              <a:gdLst>
                <a:gd name="connsiteX0" fmla="*/ 1722 w 9794"/>
                <a:gd name="connsiteY0" fmla="*/ 0 h 12087"/>
                <a:gd name="connsiteX1" fmla="*/ 9795 w 9794"/>
                <a:gd name="connsiteY1" fmla="*/ 10745 h 12087"/>
                <a:gd name="connsiteX2" fmla="*/ 5758 w 9794"/>
                <a:gd name="connsiteY2" fmla="*/ 12088 h 12087"/>
                <a:gd name="connsiteX3" fmla="*/ 4413 w 9794"/>
                <a:gd name="connsiteY3" fmla="*/ 9401 h 12087"/>
                <a:gd name="connsiteX4" fmla="*/ 377 w 9794"/>
                <a:gd name="connsiteY4" fmla="*/ 8058 h 12087"/>
                <a:gd name="connsiteX5" fmla="*/ 377 w 9794"/>
                <a:gd name="connsiteY5" fmla="*/ 1343 h 12087"/>
                <a:gd name="connsiteX6" fmla="*/ 1722 w 9794"/>
                <a:gd name="connsiteY6" fmla="*/ 0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94" h="12087">
                  <a:moveTo>
                    <a:pt x="1722" y="0"/>
                  </a:moveTo>
                  <a:lnTo>
                    <a:pt x="9795" y="10745"/>
                  </a:lnTo>
                  <a:lnTo>
                    <a:pt x="5758" y="12088"/>
                  </a:lnTo>
                  <a:lnTo>
                    <a:pt x="4413" y="9401"/>
                  </a:lnTo>
                  <a:lnTo>
                    <a:pt x="377" y="8058"/>
                  </a:lnTo>
                  <a:lnTo>
                    <a:pt x="377" y="1343"/>
                  </a:lnTo>
                  <a:cubicBezTo>
                    <a:pt x="-969" y="1343"/>
                    <a:pt x="1722" y="0"/>
                    <a:pt x="1722" y="0"/>
                  </a:cubicBez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601" name="Freeform 600">
            <a:extLst>
              <a:ext uri="{FF2B5EF4-FFF2-40B4-BE49-F238E27FC236}">
                <a16:creationId xmlns:a16="http://schemas.microsoft.com/office/drawing/2014/main" id="{425B3D0F-1846-20AC-1FD6-D57D977638A6}"/>
              </a:ext>
            </a:extLst>
          </p:cNvPr>
          <p:cNvSpPr/>
          <p:nvPr/>
        </p:nvSpPr>
        <p:spPr>
          <a:xfrm>
            <a:off x="7719773" y="3366554"/>
            <a:ext cx="96867" cy="85957"/>
          </a:xfrm>
          <a:custGeom>
            <a:avLst/>
            <a:gdLst>
              <a:gd name="connsiteX0" fmla="*/ 48434 w 96867"/>
              <a:gd name="connsiteY0" fmla="*/ 77899 h 85957"/>
              <a:gd name="connsiteX1" fmla="*/ 51125 w 96867"/>
              <a:gd name="connsiteY1" fmla="*/ 73869 h 85957"/>
              <a:gd name="connsiteX2" fmla="*/ 32289 w 96867"/>
              <a:gd name="connsiteY2" fmla="*/ 53723 h 85957"/>
              <a:gd name="connsiteX3" fmla="*/ 12109 w 96867"/>
              <a:gd name="connsiteY3" fmla="*/ 34920 h 85957"/>
              <a:gd name="connsiteX4" fmla="*/ 10763 w 96867"/>
              <a:gd name="connsiteY4" fmla="*/ 32234 h 85957"/>
              <a:gd name="connsiteX5" fmla="*/ 12109 w 96867"/>
              <a:gd name="connsiteY5" fmla="*/ 29548 h 85957"/>
              <a:gd name="connsiteX6" fmla="*/ 9418 w 96867"/>
              <a:gd name="connsiteY6" fmla="*/ 25519 h 85957"/>
              <a:gd name="connsiteX7" fmla="*/ 8072 w 96867"/>
              <a:gd name="connsiteY7" fmla="*/ 21489 h 85957"/>
              <a:gd name="connsiteX8" fmla="*/ 2691 w 96867"/>
              <a:gd name="connsiteY8" fmla="*/ 14774 h 85957"/>
              <a:gd name="connsiteX9" fmla="*/ 0 w 96867"/>
              <a:gd name="connsiteY9" fmla="*/ 16117 h 85957"/>
              <a:gd name="connsiteX10" fmla="*/ 0 w 96867"/>
              <a:gd name="connsiteY10" fmla="*/ 12088 h 85957"/>
              <a:gd name="connsiteX11" fmla="*/ 1345 w 96867"/>
              <a:gd name="connsiteY11" fmla="*/ 9402 h 85957"/>
              <a:gd name="connsiteX12" fmla="*/ 1345 w 96867"/>
              <a:gd name="connsiteY12" fmla="*/ 2686 h 85957"/>
              <a:gd name="connsiteX13" fmla="*/ 4036 w 96867"/>
              <a:gd name="connsiteY13" fmla="*/ 0 h 85957"/>
              <a:gd name="connsiteX14" fmla="*/ 9418 w 96867"/>
              <a:gd name="connsiteY14" fmla="*/ 5372 h 85957"/>
              <a:gd name="connsiteX15" fmla="*/ 12109 w 96867"/>
              <a:gd name="connsiteY15" fmla="*/ 9402 h 85957"/>
              <a:gd name="connsiteX16" fmla="*/ 14799 w 96867"/>
              <a:gd name="connsiteY16" fmla="*/ 8059 h 85957"/>
              <a:gd name="connsiteX17" fmla="*/ 16145 w 96867"/>
              <a:gd name="connsiteY17" fmla="*/ 4029 h 85957"/>
              <a:gd name="connsiteX18" fmla="*/ 20181 w 96867"/>
              <a:gd name="connsiteY18" fmla="*/ 4029 h 85957"/>
              <a:gd name="connsiteX19" fmla="*/ 22872 w 96867"/>
              <a:gd name="connsiteY19" fmla="*/ 4029 h 85957"/>
              <a:gd name="connsiteX20" fmla="*/ 25562 w 96867"/>
              <a:gd name="connsiteY20" fmla="*/ 1343 h 85957"/>
              <a:gd name="connsiteX21" fmla="*/ 29598 w 96867"/>
              <a:gd name="connsiteY21" fmla="*/ 4029 h 85957"/>
              <a:gd name="connsiteX22" fmla="*/ 32289 w 96867"/>
              <a:gd name="connsiteY22" fmla="*/ 1343 h 85957"/>
              <a:gd name="connsiteX23" fmla="*/ 36325 w 96867"/>
              <a:gd name="connsiteY23" fmla="*/ 2686 h 85957"/>
              <a:gd name="connsiteX24" fmla="*/ 39016 w 96867"/>
              <a:gd name="connsiteY24" fmla="*/ 6715 h 85957"/>
              <a:gd name="connsiteX25" fmla="*/ 41707 w 96867"/>
              <a:gd name="connsiteY25" fmla="*/ 4029 h 85957"/>
              <a:gd name="connsiteX26" fmla="*/ 48434 w 96867"/>
              <a:gd name="connsiteY26" fmla="*/ 6715 h 85957"/>
              <a:gd name="connsiteX27" fmla="*/ 52470 w 96867"/>
              <a:gd name="connsiteY27" fmla="*/ 4029 h 85957"/>
              <a:gd name="connsiteX28" fmla="*/ 53815 w 96867"/>
              <a:gd name="connsiteY28" fmla="*/ 6715 h 85957"/>
              <a:gd name="connsiteX29" fmla="*/ 59197 w 96867"/>
              <a:gd name="connsiteY29" fmla="*/ 5372 h 85957"/>
              <a:gd name="connsiteX30" fmla="*/ 64578 w 96867"/>
              <a:gd name="connsiteY30" fmla="*/ 8059 h 85957"/>
              <a:gd name="connsiteX31" fmla="*/ 68614 w 96867"/>
              <a:gd name="connsiteY31" fmla="*/ 6715 h 85957"/>
              <a:gd name="connsiteX32" fmla="*/ 73996 w 96867"/>
              <a:gd name="connsiteY32" fmla="*/ 12088 h 85957"/>
              <a:gd name="connsiteX33" fmla="*/ 80723 w 96867"/>
              <a:gd name="connsiteY33" fmla="*/ 12088 h 85957"/>
              <a:gd name="connsiteX34" fmla="*/ 83414 w 96867"/>
              <a:gd name="connsiteY34" fmla="*/ 14774 h 85957"/>
              <a:gd name="connsiteX35" fmla="*/ 84759 w 96867"/>
              <a:gd name="connsiteY35" fmla="*/ 12088 h 85957"/>
              <a:gd name="connsiteX36" fmla="*/ 88795 w 96867"/>
              <a:gd name="connsiteY36" fmla="*/ 12088 h 85957"/>
              <a:gd name="connsiteX37" fmla="*/ 87449 w 96867"/>
              <a:gd name="connsiteY37" fmla="*/ 20146 h 85957"/>
              <a:gd name="connsiteX38" fmla="*/ 82068 w 96867"/>
              <a:gd name="connsiteY38" fmla="*/ 26862 h 85957"/>
              <a:gd name="connsiteX39" fmla="*/ 83414 w 96867"/>
              <a:gd name="connsiteY39" fmla="*/ 30891 h 85957"/>
              <a:gd name="connsiteX40" fmla="*/ 90140 w 96867"/>
              <a:gd name="connsiteY40" fmla="*/ 36263 h 85957"/>
              <a:gd name="connsiteX41" fmla="*/ 94176 w 96867"/>
              <a:gd name="connsiteY41" fmla="*/ 36263 h 85957"/>
              <a:gd name="connsiteX42" fmla="*/ 96867 w 96867"/>
              <a:gd name="connsiteY42" fmla="*/ 40292 h 85957"/>
              <a:gd name="connsiteX43" fmla="*/ 95522 w 96867"/>
              <a:gd name="connsiteY43" fmla="*/ 42979 h 85957"/>
              <a:gd name="connsiteX44" fmla="*/ 90140 w 96867"/>
              <a:gd name="connsiteY44" fmla="*/ 40292 h 85957"/>
              <a:gd name="connsiteX45" fmla="*/ 88795 w 96867"/>
              <a:gd name="connsiteY45" fmla="*/ 42979 h 85957"/>
              <a:gd name="connsiteX46" fmla="*/ 88795 w 96867"/>
              <a:gd name="connsiteY46" fmla="*/ 48351 h 85957"/>
              <a:gd name="connsiteX47" fmla="*/ 94176 w 96867"/>
              <a:gd name="connsiteY47" fmla="*/ 55066 h 85957"/>
              <a:gd name="connsiteX48" fmla="*/ 91486 w 96867"/>
              <a:gd name="connsiteY48" fmla="*/ 56409 h 85957"/>
              <a:gd name="connsiteX49" fmla="*/ 87449 w 96867"/>
              <a:gd name="connsiteY49" fmla="*/ 55066 h 85957"/>
              <a:gd name="connsiteX50" fmla="*/ 82068 w 96867"/>
              <a:gd name="connsiteY50" fmla="*/ 52380 h 85957"/>
              <a:gd name="connsiteX51" fmla="*/ 79378 w 96867"/>
              <a:gd name="connsiteY51" fmla="*/ 53723 h 85957"/>
              <a:gd name="connsiteX52" fmla="*/ 79378 w 96867"/>
              <a:gd name="connsiteY52" fmla="*/ 57752 h 85957"/>
              <a:gd name="connsiteX53" fmla="*/ 83414 w 96867"/>
              <a:gd name="connsiteY53" fmla="*/ 60438 h 85957"/>
              <a:gd name="connsiteX54" fmla="*/ 86104 w 96867"/>
              <a:gd name="connsiteY54" fmla="*/ 64468 h 85957"/>
              <a:gd name="connsiteX55" fmla="*/ 82068 w 96867"/>
              <a:gd name="connsiteY55" fmla="*/ 67154 h 85957"/>
              <a:gd name="connsiteX56" fmla="*/ 78032 w 96867"/>
              <a:gd name="connsiteY56" fmla="*/ 67154 h 85957"/>
              <a:gd name="connsiteX57" fmla="*/ 76687 w 96867"/>
              <a:gd name="connsiteY57" fmla="*/ 72526 h 85957"/>
              <a:gd name="connsiteX58" fmla="*/ 75341 w 96867"/>
              <a:gd name="connsiteY58" fmla="*/ 79242 h 85957"/>
              <a:gd name="connsiteX59" fmla="*/ 72651 w 96867"/>
              <a:gd name="connsiteY59" fmla="*/ 84614 h 85957"/>
              <a:gd name="connsiteX60" fmla="*/ 69960 w 96867"/>
              <a:gd name="connsiteY60" fmla="*/ 85957 h 85957"/>
              <a:gd name="connsiteX61" fmla="*/ 64578 w 96867"/>
              <a:gd name="connsiteY61" fmla="*/ 79242 h 85957"/>
              <a:gd name="connsiteX62" fmla="*/ 61887 w 96867"/>
              <a:gd name="connsiteY62" fmla="*/ 80585 h 85957"/>
              <a:gd name="connsiteX63" fmla="*/ 52470 w 96867"/>
              <a:gd name="connsiteY63" fmla="*/ 79242 h 85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96867" h="85957">
                <a:moveTo>
                  <a:pt x="48434" y="77899"/>
                </a:moveTo>
                <a:lnTo>
                  <a:pt x="51125" y="73869"/>
                </a:lnTo>
                <a:lnTo>
                  <a:pt x="32289" y="53723"/>
                </a:lnTo>
                <a:lnTo>
                  <a:pt x="12109" y="34920"/>
                </a:lnTo>
                <a:lnTo>
                  <a:pt x="10763" y="32234"/>
                </a:lnTo>
                <a:lnTo>
                  <a:pt x="12109" y="29548"/>
                </a:lnTo>
                <a:lnTo>
                  <a:pt x="9418" y="25519"/>
                </a:lnTo>
                <a:lnTo>
                  <a:pt x="8072" y="21489"/>
                </a:lnTo>
                <a:lnTo>
                  <a:pt x="2691" y="14774"/>
                </a:lnTo>
                <a:lnTo>
                  <a:pt x="0" y="16117"/>
                </a:lnTo>
                <a:lnTo>
                  <a:pt x="0" y="12088"/>
                </a:lnTo>
                <a:lnTo>
                  <a:pt x="1345" y="9402"/>
                </a:lnTo>
                <a:lnTo>
                  <a:pt x="1345" y="2686"/>
                </a:lnTo>
                <a:lnTo>
                  <a:pt x="4036" y="0"/>
                </a:lnTo>
                <a:lnTo>
                  <a:pt x="9418" y="5372"/>
                </a:lnTo>
                <a:lnTo>
                  <a:pt x="12109" y="9402"/>
                </a:lnTo>
                <a:lnTo>
                  <a:pt x="14799" y="8059"/>
                </a:lnTo>
                <a:lnTo>
                  <a:pt x="16145" y="4029"/>
                </a:lnTo>
                <a:lnTo>
                  <a:pt x="20181" y="4029"/>
                </a:lnTo>
                <a:lnTo>
                  <a:pt x="22872" y="4029"/>
                </a:lnTo>
                <a:lnTo>
                  <a:pt x="25562" y="1343"/>
                </a:lnTo>
                <a:lnTo>
                  <a:pt x="29598" y="4029"/>
                </a:lnTo>
                <a:lnTo>
                  <a:pt x="32289" y="1343"/>
                </a:lnTo>
                <a:lnTo>
                  <a:pt x="36325" y="2686"/>
                </a:lnTo>
                <a:lnTo>
                  <a:pt x="39016" y="6715"/>
                </a:lnTo>
                <a:lnTo>
                  <a:pt x="41707" y="4029"/>
                </a:lnTo>
                <a:lnTo>
                  <a:pt x="48434" y="6715"/>
                </a:lnTo>
                <a:lnTo>
                  <a:pt x="52470" y="4029"/>
                </a:lnTo>
                <a:lnTo>
                  <a:pt x="53815" y="6715"/>
                </a:lnTo>
                <a:lnTo>
                  <a:pt x="59197" y="5372"/>
                </a:lnTo>
                <a:lnTo>
                  <a:pt x="64578" y="8059"/>
                </a:lnTo>
                <a:lnTo>
                  <a:pt x="68614" y="6715"/>
                </a:lnTo>
                <a:lnTo>
                  <a:pt x="73996" y="12088"/>
                </a:lnTo>
                <a:lnTo>
                  <a:pt x="80723" y="12088"/>
                </a:lnTo>
                <a:lnTo>
                  <a:pt x="83414" y="14774"/>
                </a:lnTo>
                <a:lnTo>
                  <a:pt x="84759" y="12088"/>
                </a:lnTo>
                <a:lnTo>
                  <a:pt x="88795" y="12088"/>
                </a:lnTo>
                <a:lnTo>
                  <a:pt x="87449" y="20146"/>
                </a:lnTo>
                <a:lnTo>
                  <a:pt x="82068" y="26862"/>
                </a:lnTo>
                <a:lnTo>
                  <a:pt x="83414" y="30891"/>
                </a:lnTo>
                <a:lnTo>
                  <a:pt x="90140" y="36263"/>
                </a:lnTo>
                <a:lnTo>
                  <a:pt x="94176" y="36263"/>
                </a:lnTo>
                <a:lnTo>
                  <a:pt x="96867" y="40292"/>
                </a:lnTo>
                <a:lnTo>
                  <a:pt x="95522" y="42979"/>
                </a:lnTo>
                <a:lnTo>
                  <a:pt x="90140" y="40292"/>
                </a:lnTo>
                <a:lnTo>
                  <a:pt x="88795" y="42979"/>
                </a:lnTo>
                <a:lnTo>
                  <a:pt x="88795" y="48351"/>
                </a:lnTo>
                <a:lnTo>
                  <a:pt x="94176" y="55066"/>
                </a:lnTo>
                <a:lnTo>
                  <a:pt x="91486" y="56409"/>
                </a:lnTo>
                <a:lnTo>
                  <a:pt x="87449" y="55066"/>
                </a:lnTo>
                <a:lnTo>
                  <a:pt x="82068" y="52380"/>
                </a:lnTo>
                <a:lnTo>
                  <a:pt x="79378" y="53723"/>
                </a:lnTo>
                <a:lnTo>
                  <a:pt x="79378" y="57752"/>
                </a:lnTo>
                <a:lnTo>
                  <a:pt x="83414" y="60438"/>
                </a:lnTo>
                <a:lnTo>
                  <a:pt x="86104" y="64468"/>
                </a:lnTo>
                <a:lnTo>
                  <a:pt x="82068" y="67154"/>
                </a:lnTo>
                <a:lnTo>
                  <a:pt x="78032" y="67154"/>
                </a:lnTo>
                <a:lnTo>
                  <a:pt x="76687" y="72526"/>
                </a:lnTo>
                <a:lnTo>
                  <a:pt x="75341" y="79242"/>
                </a:lnTo>
                <a:lnTo>
                  <a:pt x="72651" y="84614"/>
                </a:lnTo>
                <a:lnTo>
                  <a:pt x="69960" y="85957"/>
                </a:lnTo>
                <a:lnTo>
                  <a:pt x="64578" y="79242"/>
                </a:lnTo>
                <a:lnTo>
                  <a:pt x="61887" y="80585"/>
                </a:lnTo>
                <a:lnTo>
                  <a:pt x="52470" y="7924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02" name="Freeform 601">
            <a:extLst>
              <a:ext uri="{FF2B5EF4-FFF2-40B4-BE49-F238E27FC236}">
                <a16:creationId xmlns:a16="http://schemas.microsoft.com/office/drawing/2014/main" id="{581DCCE5-FBF0-DB6C-2673-A1497FAFE095}"/>
              </a:ext>
            </a:extLst>
          </p:cNvPr>
          <p:cNvSpPr/>
          <p:nvPr/>
        </p:nvSpPr>
        <p:spPr>
          <a:xfrm>
            <a:off x="7664613" y="3318204"/>
            <a:ext cx="76686" cy="48350"/>
          </a:xfrm>
          <a:custGeom>
            <a:avLst/>
            <a:gdLst>
              <a:gd name="connsiteX0" fmla="*/ 2691 w 76686"/>
              <a:gd name="connsiteY0" fmla="*/ 44322 h 48350"/>
              <a:gd name="connsiteX1" fmla="*/ 6727 w 76686"/>
              <a:gd name="connsiteY1" fmla="*/ 42978 h 48350"/>
              <a:gd name="connsiteX2" fmla="*/ 6727 w 76686"/>
              <a:gd name="connsiteY2" fmla="*/ 38949 h 48350"/>
              <a:gd name="connsiteX3" fmla="*/ 1345 w 76686"/>
              <a:gd name="connsiteY3" fmla="*/ 36263 h 48350"/>
              <a:gd name="connsiteX4" fmla="*/ 1345 w 76686"/>
              <a:gd name="connsiteY4" fmla="*/ 36263 h 48350"/>
              <a:gd name="connsiteX5" fmla="*/ 0 w 76686"/>
              <a:gd name="connsiteY5" fmla="*/ 28204 h 48350"/>
              <a:gd name="connsiteX6" fmla="*/ 4036 w 76686"/>
              <a:gd name="connsiteY6" fmla="*/ 22832 h 48350"/>
              <a:gd name="connsiteX7" fmla="*/ 1345 w 76686"/>
              <a:gd name="connsiteY7" fmla="*/ 18803 h 48350"/>
              <a:gd name="connsiteX8" fmla="*/ 8072 w 76686"/>
              <a:gd name="connsiteY8" fmla="*/ 9401 h 48350"/>
              <a:gd name="connsiteX9" fmla="*/ 12108 w 76686"/>
              <a:gd name="connsiteY9" fmla="*/ 10745 h 48350"/>
              <a:gd name="connsiteX10" fmla="*/ 22871 w 76686"/>
              <a:gd name="connsiteY10" fmla="*/ 10745 h 48350"/>
              <a:gd name="connsiteX11" fmla="*/ 26908 w 76686"/>
              <a:gd name="connsiteY11" fmla="*/ 14774 h 48350"/>
              <a:gd name="connsiteX12" fmla="*/ 32289 w 76686"/>
              <a:gd name="connsiteY12" fmla="*/ 12088 h 48350"/>
              <a:gd name="connsiteX13" fmla="*/ 39016 w 76686"/>
              <a:gd name="connsiteY13" fmla="*/ 12088 h 48350"/>
              <a:gd name="connsiteX14" fmla="*/ 44397 w 76686"/>
              <a:gd name="connsiteY14" fmla="*/ 9401 h 48350"/>
              <a:gd name="connsiteX15" fmla="*/ 48433 w 76686"/>
              <a:gd name="connsiteY15" fmla="*/ 8058 h 48350"/>
              <a:gd name="connsiteX16" fmla="*/ 51124 w 76686"/>
              <a:gd name="connsiteY16" fmla="*/ 8058 h 48350"/>
              <a:gd name="connsiteX17" fmla="*/ 61887 w 76686"/>
              <a:gd name="connsiteY17" fmla="*/ 2686 h 48350"/>
              <a:gd name="connsiteX18" fmla="*/ 68614 w 76686"/>
              <a:gd name="connsiteY18" fmla="*/ 0 h 48350"/>
              <a:gd name="connsiteX19" fmla="*/ 75341 w 76686"/>
              <a:gd name="connsiteY19" fmla="*/ 8058 h 48350"/>
              <a:gd name="connsiteX20" fmla="*/ 76686 w 76686"/>
              <a:gd name="connsiteY20" fmla="*/ 17460 h 48350"/>
              <a:gd name="connsiteX21" fmla="*/ 64578 w 76686"/>
              <a:gd name="connsiteY21" fmla="*/ 17460 h 48350"/>
              <a:gd name="connsiteX22" fmla="*/ 49779 w 76686"/>
              <a:gd name="connsiteY22" fmla="*/ 25518 h 48350"/>
              <a:gd name="connsiteX23" fmla="*/ 48433 w 76686"/>
              <a:gd name="connsiteY23" fmla="*/ 32234 h 48350"/>
              <a:gd name="connsiteX24" fmla="*/ 40361 w 76686"/>
              <a:gd name="connsiteY24" fmla="*/ 36263 h 48350"/>
              <a:gd name="connsiteX25" fmla="*/ 37670 w 76686"/>
              <a:gd name="connsiteY25" fmla="*/ 45665 h 48350"/>
              <a:gd name="connsiteX26" fmla="*/ 33634 w 76686"/>
              <a:gd name="connsiteY26" fmla="*/ 45665 h 48350"/>
              <a:gd name="connsiteX27" fmla="*/ 22871 w 76686"/>
              <a:gd name="connsiteY27" fmla="*/ 41635 h 48350"/>
              <a:gd name="connsiteX28" fmla="*/ 17490 w 76686"/>
              <a:gd name="connsiteY28" fmla="*/ 42978 h 48350"/>
              <a:gd name="connsiteX29" fmla="*/ 10763 w 76686"/>
              <a:gd name="connsiteY29" fmla="*/ 48351 h 48350"/>
              <a:gd name="connsiteX30" fmla="*/ 2691 w 76686"/>
              <a:gd name="connsiteY30" fmla="*/ 48351 h 4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6686" h="48350">
                <a:moveTo>
                  <a:pt x="2691" y="44322"/>
                </a:moveTo>
                <a:lnTo>
                  <a:pt x="6727" y="42978"/>
                </a:lnTo>
                <a:lnTo>
                  <a:pt x="6727" y="38949"/>
                </a:lnTo>
                <a:lnTo>
                  <a:pt x="1345" y="36263"/>
                </a:lnTo>
                <a:lnTo>
                  <a:pt x="1345" y="36263"/>
                </a:lnTo>
                <a:lnTo>
                  <a:pt x="0" y="28204"/>
                </a:lnTo>
                <a:lnTo>
                  <a:pt x="4036" y="22832"/>
                </a:lnTo>
                <a:lnTo>
                  <a:pt x="1345" y="18803"/>
                </a:lnTo>
                <a:lnTo>
                  <a:pt x="8072" y="9401"/>
                </a:lnTo>
                <a:lnTo>
                  <a:pt x="12108" y="10745"/>
                </a:lnTo>
                <a:lnTo>
                  <a:pt x="22871" y="10745"/>
                </a:lnTo>
                <a:lnTo>
                  <a:pt x="26908" y="14774"/>
                </a:lnTo>
                <a:lnTo>
                  <a:pt x="32289" y="12088"/>
                </a:lnTo>
                <a:lnTo>
                  <a:pt x="39016" y="12088"/>
                </a:lnTo>
                <a:lnTo>
                  <a:pt x="44397" y="9401"/>
                </a:lnTo>
                <a:lnTo>
                  <a:pt x="48433" y="8058"/>
                </a:lnTo>
                <a:lnTo>
                  <a:pt x="51124" y="8058"/>
                </a:lnTo>
                <a:lnTo>
                  <a:pt x="61887" y="2686"/>
                </a:lnTo>
                <a:lnTo>
                  <a:pt x="68614" y="0"/>
                </a:lnTo>
                <a:lnTo>
                  <a:pt x="75341" y="8058"/>
                </a:lnTo>
                <a:lnTo>
                  <a:pt x="76686" y="17460"/>
                </a:lnTo>
                <a:lnTo>
                  <a:pt x="64578" y="17460"/>
                </a:lnTo>
                <a:lnTo>
                  <a:pt x="49779" y="25518"/>
                </a:lnTo>
                <a:lnTo>
                  <a:pt x="48433" y="32234"/>
                </a:lnTo>
                <a:lnTo>
                  <a:pt x="40361" y="36263"/>
                </a:lnTo>
                <a:lnTo>
                  <a:pt x="37670" y="45665"/>
                </a:lnTo>
                <a:lnTo>
                  <a:pt x="33634" y="45665"/>
                </a:lnTo>
                <a:lnTo>
                  <a:pt x="22871" y="41635"/>
                </a:lnTo>
                <a:lnTo>
                  <a:pt x="17490" y="42978"/>
                </a:lnTo>
                <a:lnTo>
                  <a:pt x="10763" y="48351"/>
                </a:lnTo>
                <a:lnTo>
                  <a:pt x="2691" y="48351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03" name="Freeform 602">
            <a:extLst>
              <a:ext uri="{FF2B5EF4-FFF2-40B4-BE49-F238E27FC236}">
                <a16:creationId xmlns:a16="http://schemas.microsoft.com/office/drawing/2014/main" id="{908777C4-3A63-C59B-7B01-09D679FE6F78}"/>
              </a:ext>
            </a:extLst>
          </p:cNvPr>
          <p:cNvSpPr/>
          <p:nvPr/>
        </p:nvSpPr>
        <p:spPr>
          <a:xfrm>
            <a:off x="7566400" y="3245677"/>
            <a:ext cx="180280" cy="87300"/>
          </a:xfrm>
          <a:custGeom>
            <a:avLst/>
            <a:gdLst>
              <a:gd name="connsiteX0" fmla="*/ 106285 w 180280"/>
              <a:gd name="connsiteY0" fmla="*/ 81928 h 87300"/>
              <a:gd name="connsiteX1" fmla="*/ 102249 w 180280"/>
              <a:gd name="connsiteY1" fmla="*/ 79242 h 87300"/>
              <a:gd name="connsiteX2" fmla="*/ 94176 w 180280"/>
              <a:gd name="connsiteY2" fmla="*/ 79242 h 87300"/>
              <a:gd name="connsiteX3" fmla="*/ 78032 w 180280"/>
              <a:gd name="connsiteY3" fmla="*/ 76556 h 87300"/>
              <a:gd name="connsiteX4" fmla="*/ 64578 w 180280"/>
              <a:gd name="connsiteY4" fmla="*/ 69840 h 87300"/>
              <a:gd name="connsiteX5" fmla="*/ 65923 w 180280"/>
              <a:gd name="connsiteY5" fmla="*/ 64468 h 87300"/>
              <a:gd name="connsiteX6" fmla="*/ 56506 w 180280"/>
              <a:gd name="connsiteY6" fmla="*/ 64468 h 87300"/>
              <a:gd name="connsiteX7" fmla="*/ 51125 w 180280"/>
              <a:gd name="connsiteY7" fmla="*/ 63125 h 87300"/>
              <a:gd name="connsiteX8" fmla="*/ 37671 w 180280"/>
              <a:gd name="connsiteY8" fmla="*/ 71183 h 87300"/>
              <a:gd name="connsiteX9" fmla="*/ 29598 w 180280"/>
              <a:gd name="connsiteY9" fmla="*/ 67154 h 87300"/>
              <a:gd name="connsiteX10" fmla="*/ 28253 w 180280"/>
              <a:gd name="connsiteY10" fmla="*/ 67154 h 87300"/>
              <a:gd name="connsiteX11" fmla="*/ 26908 w 180280"/>
              <a:gd name="connsiteY11" fmla="*/ 63125 h 87300"/>
              <a:gd name="connsiteX12" fmla="*/ 22872 w 180280"/>
              <a:gd name="connsiteY12" fmla="*/ 63125 h 87300"/>
              <a:gd name="connsiteX13" fmla="*/ 17490 w 180280"/>
              <a:gd name="connsiteY13" fmla="*/ 67154 h 87300"/>
              <a:gd name="connsiteX14" fmla="*/ 13454 w 180280"/>
              <a:gd name="connsiteY14" fmla="*/ 61782 h 87300"/>
              <a:gd name="connsiteX15" fmla="*/ 9418 w 180280"/>
              <a:gd name="connsiteY15" fmla="*/ 63125 h 87300"/>
              <a:gd name="connsiteX16" fmla="*/ 5381 w 180280"/>
              <a:gd name="connsiteY16" fmla="*/ 63125 h 87300"/>
              <a:gd name="connsiteX17" fmla="*/ 5381 w 180280"/>
              <a:gd name="connsiteY17" fmla="*/ 57752 h 87300"/>
              <a:gd name="connsiteX18" fmla="*/ 2691 w 180280"/>
              <a:gd name="connsiteY18" fmla="*/ 56409 h 87300"/>
              <a:gd name="connsiteX19" fmla="*/ 2691 w 180280"/>
              <a:gd name="connsiteY19" fmla="*/ 52380 h 87300"/>
              <a:gd name="connsiteX20" fmla="*/ 0 w 180280"/>
              <a:gd name="connsiteY20" fmla="*/ 49694 h 87300"/>
              <a:gd name="connsiteX21" fmla="*/ 1345 w 180280"/>
              <a:gd name="connsiteY21" fmla="*/ 49694 h 87300"/>
              <a:gd name="connsiteX22" fmla="*/ 4036 w 180280"/>
              <a:gd name="connsiteY22" fmla="*/ 48351 h 87300"/>
              <a:gd name="connsiteX23" fmla="*/ 9418 w 180280"/>
              <a:gd name="connsiteY23" fmla="*/ 47008 h 87300"/>
              <a:gd name="connsiteX24" fmla="*/ 12108 w 180280"/>
              <a:gd name="connsiteY24" fmla="*/ 51037 h 87300"/>
              <a:gd name="connsiteX25" fmla="*/ 18835 w 180280"/>
              <a:gd name="connsiteY25" fmla="*/ 52380 h 87300"/>
              <a:gd name="connsiteX26" fmla="*/ 20181 w 180280"/>
              <a:gd name="connsiteY26" fmla="*/ 49694 h 87300"/>
              <a:gd name="connsiteX27" fmla="*/ 20181 w 180280"/>
              <a:gd name="connsiteY27" fmla="*/ 47008 h 87300"/>
              <a:gd name="connsiteX28" fmla="*/ 26908 w 180280"/>
              <a:gd name="connsiteY28" fmla="*/ 45665 h 87300"/>
              <a:gd name="connsiteX29" fmla="*/ 33634 w 180280"/>
              <a:gd name="connsiteY29" fmla="*/ 47008 h 87300"/>
              <a:gd name="connsiteX30" fmla="*/ 37671 w 180280"/>
              <a:gd name="connsiteY30" fmla="*/ 49694 h 87300"/>
              <a:gd name="connsiteX31" fmla="*/ 41707 w 180280"/>
              <a:gd name="connsiteY31" fmla="*/ 48351 h 87300"/>
              <a:gd name="connsiteX32" fmla="*/ 47088 w 180280"/>
              <a:gd name="connsiteY32" fmla="*/ 49694 h 87300"/>
              <a:gd name="connsiteX33" fmla="*/ 51125 w 180280"/>
              <a:gd name="connsiteY33" fmla="*/ 48351 h 87300"/>
              <a:gd name="connsiteX34" fmla="*/ 59196 w 180280"/>
              <a:gd name="connsiteY34" fmla="*/ 42979 h 87300"/>
              <a:gd name="connsiteX35" fmla="*/ 63233 w 180280"/>
              <a:gd name="connsiteY35" fmla="*/ 42979 h 87300"/>
              <a:gd name="connsiteX36" fmla="*/ 68614 w 180280"/>
              <a:gd name="connsiteY36" fmla="*/ 44322 h 87300"/>
              <a:gd name="connsiteX37" fmla="*/ 75341 w 180280"/>
              <a:gd name="connsiteY37" fmla="*/ 42979 h 87300"/>
              <a:gd name="connsiteX38" fmla="*/ 80723 w 180280"/>
              <a:gd name="connsiteY38" fmla="*/ 45665 h 87300"/>
              <a:gd name="connsiteX39" fmla="*/ 83414 w 180280"/>
              <a:gd name="connsiteY39" fmla="*/ 44322 h 87300"/>
              <a:gd name="connsiteX40" fmla="*/ 82068 w 180280"/>
              <a:gd name="connsiteY40" fmla="*/ 38949 h 87300"/>
              <a:gd name="connsiteX41" fmla="*/ 76687 w 180280"/>
              <a:gd name="connsiteY41" fmla="*/ 36263 h 87300"/>
              <a:gd name="connsiteX42" fmla="*/ 76687 w 180280"/>
              <a:gd name="connsiteY42" fmla="*/ 33577 h 87300"/>
              <a:gd name="connsiteX43" fmla="*/ 83414 w 180280"/>
              <a:gd name="connsiteY43" fmla="*/ 24175 h 87300"/>
              <a:gd name="connsiteX44" fmla="*/ 88795 w 180280"/>
              <a:gd name="connsiteY44" fmla="*/ 21489 h 87300"/>
              <a:gd name="connsiteX45" fmla="*/ 92831 w 180280"/>
              <a:gd name="connsiteY45" fmla="*/ 16117 h 87300"/>
              <a:gd name="connsiteX46" fmla="*/ 96867 w 180280"/>
              <a:gd name="connsiteY46" fmla="*/ 16117 h 87300"/>
              <a:gd name="connsiteX47" fmla="*/ 95522 w 180280"/>
              <a:gd name="connsiteY47" fmla="*/ 10745 h 87300"/>
              <a:gd name="connsiteX48" fmla="*/ 96867 w 180280"/>
              <a:gd name="connsiteY48" fmla="*/ 6715 h 87300"/>
              <a:gd name="connsiteX49" fmla="*/ 100903 w 180280"/>
              <a:gd name="connsiteY49" fmla="*/ 6715 h 87300"/>
              <a:gd name="connsiteX50" fmla="*/ 114357 w 180280"/>
              <a:gd name="connsiteY50" fmla="*/ 13431 h 87300"/>
              <a:gd name="connsiteX51" fmla="*/ 115702 w 180280"/>
              <a:gd name="connsiteY51" fmla="*/ 10745 h 87300"/>
              <a:gd name="connsiteX52" fmla="*/ 123775 w 180280"/>
              <a:gd name="connsiteY52" fmla="*/ 10745 h 87300"/>
              <a:gd name="connsiteX53" fmla="*/ 123775 w 180280"/>
              <a:gd name="connsiteY53" fmla="*/ 6715 h 87300"/>
              <a:gd name="connsiteX54" fmla="*/ 126465 w 180280"/>
              <a:gd name="connsiteY54" fmla="*/ 4029 h 87300"/>
              <a:gd name="connsiteX55" fmla="*/ 129156 w 180280"/>
              <a:gd name="connsiteY55" fmla="*/ 0 h 87300"/>
              <a:gd name="connsiteX56" fmla="*/ 133192 w 180280"/>
              <a:gd name="connsiteY56" fmla="*/ 1343 h 87300"/>
              <a:gd name="connsiteX57" fmla="*/ 142610 w 180280"/>
              <a:gd name="connsiteY57" fmla="*/ 2686 h 87300"/>
              <a:gd name="connsiteX58" fmla="*/ 149337 w 180280"/>
              <a:gd name="connsiteY58" fmla="*/ 6715 h 87300"/>
              <a:gd name="connsiteX59" fmla="*/ 157409 w 180280"/>
              <a:gd name="connsiteY59" fmla="*/ 6715 h 87300"/>
              <a:gd name="connsiteX60" fmla="*/ 164136 w 180280"/>
              <a:gd name="connsiteY60" fmla="*/ 5372 h 87300"/>
              <a:gd name="connsiteX61" fmla="*/ 168172 w 180280"/>
              <a:gd name="connsiteY61" fmla="*/ 9402 h 87300"/>
              <a:gd name="connsiteX62" fmla="*/ 178935 w 180280"/>
              <a:gd name="connsiteY62" fmla="*/ 10745 h 87300"/>
              <a:gd name="connsiteX63" fmla="*/ 177590 w 180280"/>
              <a:gd name="connsiteY63" fmla="*/ 18803 h 87300"/>
              <a:gd name="connsiteX64" fmla="*/ 180280 w 180280"/>
              <a:gd name="connsiteY64" fmla="*/ 33577 h 87300"/>
              <a:gd name="connsiteX65" fmla="*/ 180280 w 180280"/>
              <a:gd name="connsiteY65" fmla="*/ 38949 h 87300"/>
              <a:gd name="connsiteX66" fmla="*/ 180280 w 180280"/>
              <a:gd name="connsiteY66" fmla="*/ 44322 h 87300"/>
              <a:gd name="connsiteX67" fmla="*/ 168172 w 180280"/>
              <a:gd name="connsiteY67" fmla="*/ 44322 h 87300"/>
              <a:gd name="connsiteX68" fmla="*/ 166827 w 180280"/>
              <a:gd name="connsiteY68" fmla="*/ 47008 h 87300"/>
              <a:gd name="connsiteX69" fmla="*/ 172208 w 180280"/>
              <a:gd name="connsiteY69" fmla="*/ 52380 h 87300"/>
              <a:gd name="connsiteX70" fmla="*/ 169518 w 180280"/>
              <a:gd name="connsiteY70" fmla="*/ 57752 h 87300"/>
              <a:gd name="connsiteX71" fmla="*/ 169518 w 180280"/>
              <a:gd name="connsiteY71" fmla="*/ 63125 h 87300"/>
              <a:gd name="connsiteX72" fmla="*/ 172208 w 180280"/>
              <a:gd name="connsiteY72" fmla="*/ 67154 h 87300"/>
              <a:gd name="connsiteX73" fmla="*/ 168172 w 180280"/>
              <a:gd name="connsiteY73" fmla="*/ 72526 h 87300"/>
              <a:gd name="connsiteX74" fmla="*/ 160100 w 180280"/>
              <a:gd name="connsiteY74" fmla="*/ 75212 h 87300"/>
              <a:gd name="connsiteX75" fmla="*/ 149337 w 180280"/>
              <a:gd name="connsiteY75" fmla="*/ 80585 h 87300"/>
              <a:gd name="connsiteX76" fmla="*/ 146646 w 180280"/>
              <a:gd name="connsiteY76" fmla="*/ 80585 h 87300"/>
              <a:gd name="connsiteX77" fmla="*/ 142610 w 180280"/>
              <a:gd name="connsiteY77" fmla="*/ 81928 h 87300"/>
              <a:gd name="connsiteX78" fmla="*/ 137229 w 180280"/>
              <a:gd name="connsiteY78" fmla="*/ 84614 h 87300"/>
              <a:gd name="connsiteX79" fmla="*/ 130502 w 180280"/>
              <a:gd name="connsiteY79" fmla="*/ 84614 h 87300"/>
              <a:gd name="connsiteX80" fmla="*/ 125120 w 180280"/>
              <a:gd name="connsiteY80" fmla="*/ 87300 h 87300"/>
              <a:gd name="connsiteX81" fmla="*/ 121084 w 180280"/>
              <a:gd name="connsiteY81" fmla="*/ 83271 h 87300"/>
              <a:gd name="connsiteX82" fmla="*/ 110321 w 180280"/>
              <a:gd name="connsiteY82" fmla="*/ 83271 h 8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80280" h="87300">
                <a:moveTo>
                  <a:pt x="106285" y="81928"/>
                </a:moveTo>
                <a:lnTo>
                  <a:pt x="102249" y="79242"/>
                </a:lnTo>
                <a:lnTo>
                  <a:pt x="94176" y="79242"/>
                </a:lnTo>
                <a:lnTo>
                  <a:pt x="78032" y="76556"/>
                </a:lnTo>
                <a:lnTo>
                  <a:pt x="64578" y="69840"/>
                </a:lnTo>
                <a:lnTo>
                  <a:pt x="65923" y="64468"/>
                </a:lnTo>
                <a:lnTo>
                  <a:pt x="56506" y="64468"/>
                </a:lnTo>
                <a:lnTo>
                  <a:pt x="51125" y="63125"/>
                </a:lnTo>
                <a:lnTo>
                  <a:pt x="37671" y="71183"/>
                </a:lnTo>
                <a:lnTo>
                  <a:pt x="29598" y="67154"/>
                </a:lnTo>
                <a:lnTo>
                  <a:pt x="28253" y="67154"/>
                </a:lnTo>
                <a:lnTo>
                  <a:pt x="26908" y="63125"/>
                </a:lnTo>
                <a:lnTo>
                  <a:pt x="22872" y="63125"/>
                </a:lnTo>
                <a:lnTo>
                  <a:pt x="17490" y="67154"/>
                </a:lnTo>
                <a:lnTo>
                  <a:pt x="13454" y="61782"/>
                </a:lnTo>
                <a:lnTo>
                  <a:pt x="9418" y="63125"/>
                </a:lnTo>
                <a:lnTo>
                  <a:pt x="5381" y="63125"/>
                </a:lnTo>
                <a:lnTo>
                  <a:pt x="5381" y="57752"/>
                </a:lnTo>
                <a:lnTo>
                  <a:pt x="2691" y="56409"/>
                </a:lnTo>
                <a:lnTo>
                  <a:pt x="2691" y="52380"/>
                </a:lnTo>
                <a:lnTo>
                  <a:pt x="0" y="49694"/>
                </a:lnTo>
                <a:lnTo>
                  <a:pt x="1345" y="49694"/>
                </a:lnTo>
                <a:lnTo>
                  <a:pt x="4036" y="48351"/>
                </a:lnTo>
                <a:lnTo>
                  <a:pt x="9418" y="47008"/>
                </a:lnTo>
                <a:lnTo>
                  <a:pt x="12108" y="51037"/>
                </a:lnTo>
                <a:lnTo>
                  <a:pt x="18835" y="52380"/>
                </a:lnTo>
                <a:lnTo>
                  <a:pt x="20181" y="49694"/>
                </a:lnTo>
                <a:lnTo>
                  <a:pt x="20181" y="47008"/>
                </a:lnTo>
                <a:lnTo>
                  <a:pt x="26908" y="45665"/>
                </a:lnTo>
                <a:lnTo>
                  <a:pt x="33634" y="47008"/>
                </a:lnTo>
                <a:lnTo>
                  <a:pt x="37671" y="49694"/>
                </a:lnTo>
                <a:lnTo>
                  <a:pt x="41707" y="48351"/>
                </a:lnTo>
                <a:lnTo>
                  <a:pt x="47088" y="49694"/>
                </a:lnTo>
                <a:lnTo>
                  <a:pt x="51125" y="48351"/>
                </a:lnTo>
                <a:lnTo>
                  <a:pt x="59196" y="42979"/>
                </a:lnTo>
                <a:lnTo>
                  <a:pt x="63233" y="42979"/>
                </a:lnTo>
                <a:lnTo>
                  <a:pt x="68614" y="44322"/>
                </a:lnTo>
                <a:lnTo>
                  <a:pt x="75341" y="42979"/>
                </a:lnTo>
                <a:lnTo>
                  <a:pt x="80723" y="45665"/>
                </a:lnTo>
                <a:lnTo>
                  <a:pt x="83414" y="44322"/>
                </a:lnTo>
                <a:lnTo>
                  <a:pt x="82068" y="38949"/>
                </a:lnTo>
                <a:lnTo>
                  <a:pt x="76687" y="36263"/>
                </a:lnTo>
                <a:lnTo>
                  <a:pt x="76687" y="33577"/>
                </a:lnTo>
                <a:lnTo>
                  <a:pt x="83414" y="24175"/>
                </a:lnTo>
                <a:lnTo>
                  <a:pt x="88795" y="21489"/>
                </a:lnTo>
                <a:lnTo>
                  <a:pt x="92831" y="16117"/>
                </a:lnTo>
                <a:lnTo>
                  <a:pt x="96867" y="16117"/>
                </a:lnTo>
                <a:lnTo>
                  <a:pt x="95522" y="10745"/>
                </a:lnTo>
                <a:lnTo>
                  <a:pt x="96867" y="6715"/>
                </a:lnTo>
                <a:lnTo>
                  <a:pt x="100903" y="6715"/>
                </a:lnTo>
                <a:lnTo>
                  <a:pt x="114357" y="13431"/>
                </a:lnTo>
                <a:lnTo>
                  <a:pt x="115702" y="10745"/>
                </a:lnTo>
                <a:lnTo>
                  <a:pt x="123775" y="10745"/>
                </a:lnTo>
                <a:lnTo>
                  <a:pt x="123775" y="6715"/>
                </a:lnTo>
                <a:lnTo>
                  <a:pt x="126465" y="4029"/>
                </a:lnTo>
                <a:lnTo>
                  <a:pt x="129156" y="0"/>
                </a:lnTo>
                <a:lnTo>
                  <a:pt x="133192" y="1343"/>
                </a:lnTo>
                <a:lnTo>
                  <a:pt x="142610" y="2686"/>
                </a:lnTo>
                <a:lnTo>
                  <a:pt x="149337" y="6715"/>
                </a:lnTo>
                <a:lnTo>
                  <a:pt x="157409" y="6715"/>
                </a:lnTo>
                <a:lnTo>
                  <a:pt x="164136" y="5372"/>
                </a:lnTo>
                <a:lnTo>
                  <a:pt x="168172" y="9402"/>
                </a:lnTo>
                <a:lnTo>
                  <a:pt x="178935" y="10745"/>
                </a:lnTo>
                <a:lnTo>
                  <a:pt x="177590" y="18803"/>
                </a:lnTo>
                <a:lnTo>
                  <a:pt x="180280" y="33577"/>
                </a:lnTo>
                <a:lnTo>
                  <a:pt x="180280" y="38949"/>
                </a:lnTo>
                <a:lnTo>
                  <a:pt x="180280" y="44322"/>
                </a:lnTo>
                <a:lnTo>
                  <a:pt x="168172" y="44322"/>
                </a:lnTo>
                <a:lnTo>
                  <a:pt x="166827" y="47008"/>
                </a:lnTo>
                <a:lnTo>
                  <a:pt x="172208" y="52380"/>
                </a:lnTo>
                <a:lnTo>
                  <a:pt x="169518" y="57752"/>
                </a:lnTo>
                <a:lnTo>
                  <a:pt x="169518" y="63125"/>
                </a:lnTo>
                <a:lnTo>
                  <a:pt x="172208" y="67154"/>
                </a:lnTo>
                <a:lnTo>
                  <a:pt x="168172" y="72526"/>
                </a:lnTo>
                <a:lnTo>
                  <a:pt x="160100" y="75212"/>
                </a:lnTo>
                <a:lnTo>
                  <a:pt x="149337" y="80585"/>
                </a:lnTo>
                <a:lnTo>
                  <a:pt x="146646" y="80585"/>
                </a:lnTo>
                <a:lnTo>
                  <a:pt x="142610" y="81928"/>
                </a:lnTo>
                <a:lnTo>
                  <a:pt x="137229" y="84614"/>
                </a:lnTo>
                <a:lnTo>
                  <a:pt x="130502" y="84614"/>
                </a:lnTo>
                <a:lnTo>
                  <a:pt x="125120" y="87300"/>
                </a:lnTo>
                <a:lnTo>
                  <a:pt x="121084" y="83271"/>
                </a:lnTo>
                <a:lnTo>
                  <a:pt x="110321" y="83271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04" name="Freeform 603">
            <a:extLst>
              <a:ext uri="{FF2B5EF4-FFF2-40B4-BE49-F238E27FC236}">
                <a16:creationId xmlns:a16="http://schemas.microsoft.com/office/drawing/2014/main" id="{E139F377-55E3-ED0E-456E-CB49A59709F8}"/>
              </a:ext>
            </a:extLst>
          </p:cNvPr>
          <p:cNvSpPr/>
          <p:nvPr/>
        </p:nvSpPr>
        <p:spPr>
          <a:xfrm>
            <a:off x="7668649" y="3037500"/>
            <a:ext cx="238131" cy="201461"/>
          </a:xfrm>
          <a:custGeom>
            <a:avLst/>
            <a:gdLst>
              <a:gd name="connsiteX0" fmla="*/ 141265 w 238131"/>
              <a:gd name="connsiteY0" fmla="*/ 193403 h 201461"/>
              <a:gd name="connsiteX1" fmla="*/ 137229 w 238131"/>
              <a:gd name="connsiteY1" fmla="*/ 189374 h 201461"/>
              <a:gd name="connsiteX2" fmla="*/ 130502 w 238131"/>
              <a:gd name="connsiteY2" fmla="*/ 189374 h 201461"/>
              <a:gd name="connsiteX3" fmla="*/ 127811 w 238131"/>
              <a:gd name="connsiteY3" fmla="*/ 192060 h 201461"/>
              <a:gd name="connsiteX4" fmla="*/ 123775 w 238131"/>
              <a:gd name="connsiteY4" fmla="*/ 192060 h 201461"/>
              <a:gd name="connsiteX5" fmla="*/ 119738 w 238131"/>
              <a:gd name="connsiteY5" fmla="*/ 184002 h 201461"/>
              <a:gd name="connsiteX6" fmla="*/ 103594 w 238131"/>
              <a:gd name="connsiteY6" fmla="*/ 171914 h 201461"/>
              <a:gd name="connsiteX7" fmla="*/ 95522 w 238131"/>
              <a:gd name="connsiteY7" fmla="*/ 169228 h 201461"/>
              <a:gd name="connsiteX8" fmla="*/ 86104 w 238131"/>
              <a:gd name="connsiteY8" fmla="*/ 171914 h 201461"/>
              <a:gd name="connsiteX9" fmla="*/ 80723 w 238131"/>
              <a:gd name="connsiteY9" fmla="*/ 167885 h 201461"/>
              <a:gd name="connsiteX10" fmla="*/ 82068 w 238131"/>
              <a:gd name="connsiteY10" fmla="*/ 162512 h 201461"/>
              <a:gd name="connsiteX11" fmla="*/ 73996 w 238131"/>
              <a:gd name="connsiteY11" fmla="*/ 163856 h 201461"/>
              <a:gd name="connsiteX12" fmla="*/ 61887 w 238131"/>
              <a:gd name="connsiteY12" fmla="*/ 157140 h 201461"/>
              <a:gd name="connsiteX13" fmla="*/ 59196 w 238131"/>
              <a:gd name="connsiteY13" fmla="*/ 158483 h 201461"/>
              <a:gd name="connsiteX14" fmla="*/ 65923 w 238131"/>
              <a:gd name="connsiteY14" fmla="*/ 166542 h 201461"/>
              <a:gd name="connsiteX15" fmla="*/ 61887 w 238131"/>
              <a:gd name="connsiteY15" fmla="*/ 166542 h 201461"/>
              <a:gd name="connsiteX16" fmla="*/ 59196 w 238131"/>
              <a:gd name="connsiteY16" fmla="*/ 169228 h 201461"/>
              <a:gd name="connsiteX17" fmla="*/ 56506 w 238131"/>
              <a:gd name="connsiteY17" fmla="*/ 167885 h 201461"/>
              <a:gd name="connsiteX18" fmla="*/ 56506 w 238131"/>
              <a:gd name="connsiteY18" fmla="*/ 162512 h 201461"/>
              <a:gd name="connsiteX19" fmla="*/ 53815 w 238131"/>
              <a:gd name="connsiteY19" fmla="*/ 161169 h 201461"/>
              <a:gd name="connsiteX20" fmla="*/ 52470 w 238131"/>
              <a:gd name="connsiteY20" fmla="*/ 158483 h 201461"/>
              <a:gd name="connsiteX21" fmla="*/ 55161 w 238131"/>
              <a:gd name="connsiteY21" fmla="*/ 153111 h 201461"/>
              <a:gd name="connsiteX22" fmla="*/ 51124 w 238131"/>
              <a:gd name="connsiteY22" fmla="*/ 149082 h 201461"/>
              <a:gd name="connsiteX23" fmla="*/ 47088 w 238131"/>
              <a:gd name="connsiteY23" fmla="*/ 150425 h 201461"/>
              <a:gd name="connsiteX24" fmla="*/ 41707 w 238131"/>
              <a:gd name="connsiteY24" fmla="*/ 145052 h 201461"/>
              <a:gd name="connsiteX25" fmla="*/ 43052 w 238131"/>
              <a:gd name="connsiteY25" fmla="*/ 142366 h 201461"/>
              <a:gd name="connsiteX26" fmla="*/ 32289 w 238131"/>
              <a:gd name="connsiteY26" fmla="*/ 141023 h 201461"/>
              <a:gd name="connsiteX27" fmla="*/ 29598 w 238131"/>
              <a:gd name="connsiteY27" fmla="*/ 142366 h 201461"/>
              <a:gd name="connsiteX28" fmla="*/ 25562 w 238131"/>
              <a:gd name="connsiteY28" fmla="*/ 141023 h 201461"/>
              <a:gd name="connsiteX29" fmla="*/ 22872 w 238131"/>
              <a:gd name="connsiteY29" fmla="*/ 143709 h 201461"/>
              <a:gd name="connsiteX30" fmla="*/ 20181 w 238131"/>
              <a:gd name="connsiteY30" fmla="*/ 139680 h 201461"/>
              <a:gd name="connsiteX31" fmla="*/ 21526 w 238131"/>
              <a:gd name="connsiteY31" fmla="*/ 138337 h 201461"/>
              <a:gd name="connsiteX32" fmla="*/ 21526 w 238131"/>
              <a:gd name="connsiteY32" fmla="*/ 123563 h 201461"/>
              <a:gd name="connsiteX33" fmla="*/ 18835 w 238131"/>
              <a:gd name="connsiteY33" fmla="*/ 119534 h 201461"/>
              <a:gd name="connsiteX34" fmla="*/ 14799 w 238131"/>
              <a:gd name="connsiteY34" fmla="*/ 118191 h 201461"/>
              <a:gd name="connsiteX35" fmla="*/ 10763 w 238131"/>
              <a:gd name="connsiteY35" fmla="*/ 107446 h 201461"/>
              <a:gd name="connsiteX36" fmla="*/ 12108 w 238131"/>
              <a:gd name="connsiteY36" fmla="*/ 103417 h 201461"/>
              <a:gd name="connsiteX37" fmla="*/ 10763 w 238131"/>
              <a:gd name="connsiteY37" fmla="*/ 98045 h 201461"/>
              <a:gd name="connsiteX38" fmla="*/ 10763 w 238131"/>
              <a:gd name="connsiteY38" fmla="*/ 94015 h 201461"/>
              <a:gd name="connsiteX39" fmla="*/ 6727 w 238131"/>
              <a:gd name="connsiteY39" fmla="*/ 88643 h 201461"/>
              <a:gd name="connsiteX40" fmla="*/ 8072 w 238131"/>
              <a:gd name="connsiteY40" fmla="*/ 83271 h 201461"/>
              <a:gd name="connsiteX41" fmla="*/ 0 w 238131"/>
              <a:gd name="connsiteY41" fmla="*/ 75212 h 201461"/>
              <a:gd name="connsiteX42" fmla="*/ 0 w 238131"/>
              <a:gd name="connsiteY42" fmla="*/ 71183 h 201461"/>
              <a:gd name="connsiteX43" fmla="*/ 6727 w 238131"/>
              <a:gd name="connsiteY43" fmla="*/ 67154 h 201461"/>
              <a:gd name="connsiteX44" fmla="*/ 8072 w 238131"/>
              <a:gd name="connsiteY44" fmla="*/ 59096 h 201461"/>
              <a:gd name="connsiteX45" fmla="*/ 5381 w 238131"/>
              <a:gd name="connsiteY45" fmla="*/ 47008 h 201461"/>
              <a:gd name="connsiteX46" fmla="*/ 6727 w 238131"/>
              <a:gd name="connsiteY46" fmla="*/ 47008 h 201461"/>
              <a:gd name="connsiteX47" fmla="*/ 6727 w 238131"/>
              <a:gd name="connsiteY47" fmla="*/ 44322 h 201461"/>
              <a:gd name="connsiteX48" fmla="*/ 9418 w 238131"/>
              <a:gd name="connsiteY48" fmla="*/ 42979 h 201461"/>
              <a:gd name="connsiteX49" fmla="*/ 10763 w 238131"/>
              <a:gd name="connsiteY49" fmla="*/ 37606 h 201461"/>
              <a:gd name="connsiteX50" fmla="*/ 13454 w 238131"/>
              <a:gd name="connsiteY50" fmla="*/ 30891 h 201461"/>
              <a:gd name="connsiteX51" fmla="*/ 21526 w 238131"/>
              <a:gd name="connsiteY51" fmla="*/ 30891 h 201461"/>
              <a:gd name="connsiteX52" fmla="*/ 33634 w 238131"/>
              <a:gd name="connsiteY52" fmla="*/ 24175 h 201461"/>
              <a:gd name="connsiteX53" fmla="*/ 41707 w 238131"/>
              <a:gd name="connsiteY53" fmla="*/ 24175 h 201461"/>
              <a:gd name="connsiteX54" fmla="*/ 41707 w 238131"/>
              <a:gd name="connsiteY54" fmla="*/ 20146 h 201461"/>
              <a:gd name="connsiteX55" fmla="*/ 47088 w 238131"/>
              <a:gd name="connsiteY55" fmla="*/ 14774 h 201461"/>
              <a:gd name="connsiteX56" fmla="*/ 53815 w 238131"/>
              <a:gd name="connsiteY56" fmla="*/ 13431 h 201461"/>
              <a:gd name="connsiteX57" fmla="*/ 59196 w 238131"/>
              <a:gd name="connsiteY57" fmla="*/ 8059 h 201461"/>
              <a:gd name="connsiteX58" fmla="*/ 67269 w 238131"/>
              <a:gd name="connsiteY58" fmla="*/ 5372 h 201461"/>
              <a:gd name="connsiteX59" fmla="*/ 73996 w 238131"/>
              <a:gd name="connsiteY59" fmla="*/ 5372 h 201461"/>
              <a:gd name="connsiteX60" fmla="*/ 84759 w 238131"/>
              <a:gd name="connsiteY60" fmla="*/ 0 h 201461"/>
              <a:gd name="connsiteX61" fmla="*/ 98212 w 238131"/>
              <a:gd name="connsiteY61" fmla="*/ 2686 h 201461"/>
              <a:gd name="connsiteX62" fmla="*/ 104939 w 238131"/>
              <a:gd name="connsiteY62" fmla="*/ 6715 h 201461"/>
              <a:gd name="connsiteX63" fmla="*/ 104939 w 238131"/>
              <a:gd name="connsiteY63" fmla="*/ 8059 h 201461"/>
              <a:gd name="connsiteX64" fmla="*/ 102249 w 238131"/>
              <a:gd name="connsiteY64" fmla="*/ 6715 h 201461"/>
              <a:gd name="connsiteX65" fmla="*/ 95522 w 238131"/>
              <a:gd name="connsiteY65" fmla="*/ 6715 h 201461"/>
              <a:gd name="connsiteX66" fmla="*/ 94176 w 238131"/>
              <a:gd name="connsiteY66" fmla="*/ 10745 h 201461"/>
              <a:gd name="connsiteX67" fmla="*/ 96867 w 238131"/>
              <a:gd name="connsiteY67" fmla="*/ 16117 h 201461"/>
              <a:gd name="connsiteX68" fmla="*/ 107630 w 238131"/>
              <a:gd name="connsiteY68" fmla="*/ 20146 h 201461"/>
              <a:gd name="connsiteX69" fmla="*/ 117048 w 238131"/>
              <a:gd name="connsiteY69" fmla="*/ 14774 h 201461"/>
              <a:gd name="connsiteX70" fmla="*/ 122429 w 238131"/>
              <a:gd name="connsiteY70" fmla="*/ 9402 h 201461"/>
              <a:gd name="connsiteX71" fmla="*/ 125120 w 238131"/>
              <a:gd name="connsiteY71" fmla="*/ 9402 h 201461"/>
              <a:gd name="connsiteX72" fmla="*/ 118393 w 238131"/>
              <a:gd name="connsiteY72" fmla="*/ 16117 h 201461"/>
              <a:gd name="connsiteX73" fmla="*/ 111666 w 238131"/>
              <a:gd name="connsiteY73" fmla="*/ 20146 h 201461"/>
              <a:gd name="connsiteX74" fmla="*/ 113012 w 238131"/>
              <a:gd name="connsiteY74" fmla="*/ 22832 h 201461"/>
              <a:gd name="connsiteX75" fmla="*/ 121084 w 238131"/>
              <a:gd name="connsiteY75" fmla="*/ 20146 h 201461"/>
              <a:gd name="connsiteX76" fmla="*/ 129156 w 238131"/>
              <a:gd name="connsiteY76" fmla="*/ 13431 h 201461"/>
              <a:gd name="connsiteX77" fmla="*/ 131847 w 238131"/>
              <a:gd name="connsiteY77" fmla="*/ 12088 h 201461"/>
              <a:gd name="connsiteX78" fmla="*/ 165481 w 238131"/>
              <a:gd name="connsiteY78" fmla="*/ 13431 h 201461"/>
              <a:gd name="connsiteX79" fmla="*/ 199116 w 238131"/>
              <a:gd name="connsiteY79" fmla="*/ 9402 h 201461"/>
              <a:gd name="connsiteX80" fmla="*/ 205842 w 238131"/>
              <a:gd name="connsiteY80" fmla="*/ 14774 h 201461"/>
              <a:gd name="connsiteX81" fmla="*/ 208533 w 238131"/>
              <a:gd name="connsiteY81" fmla="*/ 14774 h 201461"/>
              <a:gd name="connsiteX82" fmla="*/ 211224 w 238131"/>
              <a:gd name="connsiteY82" fmla="*/ 24175 h 201461"/>
              <a:gd name="connsiteX83" fmla="*/ 211224 w 238131"/>
              <a:gd name="connsiteY83" fmla="*/ 30891 h 201461"/>
              <a:gd name="connsiteX84" fmla="*/ 215260 w 238131"/>
              <a:gd name="connsiteY84" fmla="*/ 37606 h 201461"/>
              <a:gd name="connsiteX85" fmla="*/ 219296 w 238131"/>
              <a:gd name="connsiteY85" fmla="*/ 49694 h 201461"/>
              <a:gd name="connsiteX86" fmla="*/ 223333 w 238131"/>
              <a:gd name="connsiteY86" fmla="*/ 55066 h 201461"/>
              <a:gd name="connsiteX87" fmla="*/ 224678 w 238131"/>
              <a:gd name="connsiteY87" fmla="*/ 61782 h 201461"/>
              <a:gd name="connsiteX88" fmla="*/ 227369 w 238131"/>
              <a:gd name="connsiteY88" fmla="*/ 64468 h 201461"/>
              <a:gd name="connsiteX89" fmla="*/ 227369 w 238131"/>
              <a:gd name="connsiteY89" fmla="*/ 80585 h 201461"/>
              <a:gd name="connsiteX90" fmla="*/ 221987 w 238131"/>
              <a:gd name="connsiteY90" fmla="*/ 83271 h 201461"/>
              <a:gd name="connsiteX91" fmla="*/ 217951 w 238131"/>
              <a:gd name="connsiteY91" fmla="*/ 88643 h 201461"/>
              <a:gd name="connsiteX92" fmla="*/ 220642 w 238131"/>
              <a:gd name="connsiteY92" fmla="*/ 96702 h 201461"/>
              <a:gd name="connsiteX93" fmla="*/ 226023 w 238131"/>
              <a:gd name="connsiteY93" fmla="*/ 104760 h 201461"/>
              <a:gd name="connsiteX94" fmla="*/ 224678 w 238131"/>
              <a:gd name="connsiteY94" fmla="*/ 111475 h 201461"/>
              <a:gd name="connsiteX95" fmla="*/ 226023 w 238131"/>
              <a:gd name="connsiteY95" fmla="*/ 123563 h 201461"/>
              <a:gd name="connsiteX96" fmla="*/ 228714 w 238131"/>
              <a:gd name="connsiteY96" fmla="*/ 127592 h 201461"/>
              <a:gd name="connsiteX97" fmla="*/ 231405 w 238131"/>
              <a:gd name="connsiteY97" fmla="*/ 134308 h 201461"/>
              <a:gd name="connsiteX98" fmla="*/ 238132 w 238131"/>
              <a:gd name="connsiteY98" fmla="*/ 138337 h 201461"/>
              <a:gd name="connsiteX99" fmla="*/ 235441 w 238131"/>
              <a:gd name="connsiteY99" fmla="*/ 141023 h 201461"/>
              <a:gd name="connsiteX100" fmla="*/ 236786 w 238131"/>
              <a:gd name="connsiteY100" fmla="*/ 145052 h 201461"/>
              <a:gd name="connsiteX101" fmla="*/ 238132 w 238131"/>
              <a:gd name="connsiteY101" fmla="*/ 149082 h 201461"/>
              <a:gd name="connsiteX102" fmla="*/ 236786 w 238131"/>
              <a:gd name="connsiteY102" fmla="*/ 157140 h 201461"/>
              <a:gd name="connsiteX103" fmla="*/ 232750 w 238131"/>
              <a:gd name="connsiteY103" fmla="*/ 157140 h 201461"/>
              <a:gd name="connsiteX104" fmla="*/ 228714 w 238131"/>
              <a:gd name="connsiteY104" fmla="*/ 161169 h 201461"/>
              <a:gd name="connsiteX105" fmla="*/ 226023 w 238131"/>
              <a:gd name="connsiteY105" fmla="*/ 169228 h 201461"/>
              <a:gd name="connsiteX106" fmla="*/ 209879 w 238131"/>
              <a:gd name="connsiteY106" fmla="*/ 186688 h 201461"/>
              <a:gd name="connsiteX107" fmla="*/ 211224 w 238131"/>
              <a:gd name="connsiteY107" fmla="*/ 193403 h 201461"/>
              <a:gd name="connsiteX108" fmla="*/ 211224 w 238131"/>
              <a:gd name="connsiteY108" fmla="*/ 201462 h 201461"/>
              <a:gd name="connsiteX109" fmla="*/ 205842 w 238131"/>
              <a:gd name="connsiteY109" fmla="*/ 201462 h 201461"/>
              <a:gd name="connsiteX110" fmla="*/ 195080 w 238131"/>
              <a:gd name="connsiteY110" fmla="*/ 194746 h 201461"/>
              <a:gd name="connsiteX111" fmla="*/ 185662 w 238131"/>
              <a:gd name="connsiteY111" fmla="*/ 194746 h 201461"/>
              <a:gd name="connsiteX112" fmla="*/ 181626 w 238131"/>
              <a:gd name="connsiteY112" fmla="*/ 196089 h 201461"/>
              <a:gd name="connsiteX113" fmla="*/ 177590 w 238131"/>
              <a:gd name="connsiteY113" fmla="*/ 193403 h 201461"/>
              <a:gd name="connsiteX114" fmla="*/ 173554 w 238131"/>
              <a:gd name="connsiteY114" fmla="*/ 194746 h 201461"/>
              <a:gd name="connsiteX115" fmla="*/ 170863 w 238131"/>
              <a:gd name="connsiteY115" fmla="*/ 197432 h 201461"/>
              <a:gd name="connsiteX116" fmla="*/ 166827 w 238131"/>
              <a:gd name="connsiteY116" fmla="*/ 194746 h 201461"/>
              <a:gd name="connsiteX117" fmla="*/ 160100 w 238131"/>
              <a:gd name="connsiteY117" fmla="*/ 194746 h 201461"/>
              <a:gd name="connsiteX118" fmla="*/ 156064 w 238131"/>
              <a:gd name="connsiteY118" fmla="*/ 194746 h 201461"/>
              <a:gd name="connsiteX119" fmla="*/ 152027 w 238131"/>
              <a:gd name="connsiteY119" fmla="*/ 196089 h 201461"/>
              <a:gd name="connsiteX120" fmla="*/ 149337 w 238131"/>
              <a:gd name="connsiteY120" fmla="*/ 201462 h 201461"/>
              <a:gd name="connsiteX121" fmla="*/ 143955 w 238131"/>
              <a:gd name="connsiteY121" fmla="*/ 201462 h 201461"/>
              <a:gd name="connsiteX122" fmla="*/ 142610 w 238131"/>
              <a:gd name="connsiteY122" fmla="*/ 200119 h 201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238131" h="201461">
                <a:moveTo>
                  <a:pt x="141265" y="193403"/>
                </a:moveTo>
                <a:lnTo>
                  <a:pt x="137229" y="189374"/>
                </a:lnTo>
                <a:lnTo>
                  <a:pt x="130502" y="189374"/>
                </a:lnTo>
                <a:lnTo>
                  <a:pt x="127811" y="192060"/>
                </a:lnTo>
                <a:lnTo>
                  <a:pt x="123775" y="192060"/>
                </a:lnTo>
                <a:lnTo>
                  <a:pt x="119738" y="184002"/>
                </a:lnTo>
                <a:lnTo>
                  <a:pt x="103594" y="171914"/>
                </a:lnTo>
                <a:lnTo>
                  <a:pt x="95522" y="169228"/>
                </a:lnTo>
                <a:lnTo>
                  <a:pt x="86104" y="171914"/>
                </a:lnTo>
                <a:lnTo>
                  <a:pt x="80723" y="167885"/>
                </a:lnTo>
                <a:lnTo>
                  <a:pt x="82068" y="162512"/>
                </a:lnTo>
                <a:lnTo>
                  <a:pt x="73996" y="163856"/>
                </a:lnTo>
                <a:lnTo>
                  <a:pt x="61887" y="157140"/>
                </a:lnTo>
                <a:lnTo>
                  <a:pt x="59196" y="158483"/>
                </a:lnTo>
                <a:lnTo>
                  <a:pt x="65923" y="166542"/>
                </a:lnTo>
                <a:lnTo>
                  <a:pt x="61887" y="166542"/>
                </a:lnTo>
                <a:lnTo>
                  <a:pt x="59196" y="169228"/>
                </a:lnTo>
                <a:lnTo>
                  <a:pt x="56506" y="167885"/>
                </a:lnTo>
                <a:lnTo>
                  <a:pt x="56506" y="162512"/>
                </a:lnTo>
                <a:lnTo>
                  <a:pt x="53815" y="161169"/>
                </a:lnTo>
                <a:lnTo>
                  <a:pt x="52470" y="158483"/>
                </a:lnTo>
                <a:lnTo>
                  <a:pt x="55161" y="153111"/>
                </a:lnTo>
                <a:lnTo>
                  <a:pt x="51124" y="149082"/>
                </a:lnTo>
                <a:lnTo>
                  <a:pt x="47088" y="150425"/>
                </a:lnTo>
                <a:lnTo>
                  <a:pt x="41707" y="145052"/>
                </a:lnTo>
                <a:lnTo>
                  <a:pt x="43052" y="142366"/>
                </a:lnTo>
                <a:lnTo>
                  <a:pt x="32289" y="141023"/>
                </a:lnTo>
                <a:lnTo>
                  <a:pt x="29598" y="142366"/>
                </a:lnTo>
                <a:lnTo>
                  <a:pt x="25562" y="141023"/>
                </a:lnTo>
                <a:lnTo>
                  <a:pt x="22872" y="143709"/>
                </a:lnTo>
                <a:lnTo>
                  <a:pt x="20181" y="139680"/>
                </a:lnTo>
                <a:lnTo>
                  <a:pt x="21526" y="138337"/>
                </a:lnTo>
                <a:lnTo>
                  <a:pt x="21526" y="123563"/>
                </a:lnTo>
                <a:lnTo>
                  <a:pt x="18835" y="119534"/>
                </a:lnTo>
                <a:lnTo>
                  <a:pt x="14799" y="118191"/>
                </a:lnTo>
                <a:lnTo>
                  <a:pt x="10763" y="107446"/>
                </a:lnTo>
                <a:lnTo>
                  <a:pt x="12108" y="103417"/>
                </a:lnTo>
                <a:lnTo>
                  <a:pt x="10763" y="98045"/>
                </a:lnTo>
                <a:lnTo>
                  <a:pt x="10763" y="94015"/>
                </a:lnTo>
                <a:lnTo>
                  <a:pt x="6727" y="88643"/>
                </a:lnTo>
                <a:lnTo>
                  <a:pt x="8072" y="83271"/>
                </a:lnTo>
                <a:lnTo>
                  <a:pt x="0" y="75212"/>
                </a:lnTo>
                <a:lnTo>
                  <a:pt x="0" y="71183"/>
                </a:lnTo>
                <a:lnTo>
                  <a:pt x="6727" y="67154"/>
                </a:lnTo>
                <a:lnTo>
                  <a:pt x="8072" y="59096"/>
                </a:lnTo>
                <a:lnTo>
                  <a:pt x="5381" y="47008"/>
                </a:lnTo>
                <a:lnTo>
                  <a:pt x="6727" y="47008"/>
                </a:lnTo>
                <a:lnTo>
                  <a:pt x="6727" y="44322"/>
                </a:lnTo>
                <a:lnTo>
                  <a:pt x="9418" y="42979"/>
                </a:lnTo>
                <a:lnTo>
                  <a:pt x="10763" y="37606"/>
                </a:lnTo>
                <a:lnTo>
                  <a:pt x="13454" y="30891"/>
                </a:lnTo>
                <a:lnTo>
                  <a:pt x="21526" y="30891"/>
                </a:lnTo>
                <a:lnTo>
                  <a:pt x="33634" y="24175"/>
                </a:lnTo>
                <a:lnTo>
                  <a:pt x="41707" y="24175"/>
                </a:lnTo>
                <a:lnTo>
                  <a:pt x="41707" y="20146"/>
                </a:lnTo>
                <a:lnTo>
                  <a:pt x="47088" y="14774"/>
                </a:lnTo>
                <a:lnTo>
                  <a:pt x="53815" y="13431"/>
                </a:lnTo>
                <a:lnTo>
                  <a:pt x="59196" y="8059"/>
                </a:lnTo>
                <a:lnTo>
                  <a:pt x="67269" y="5372"/>
                </a:lnTo>
                <a:lnTo>
                  <a:pt x="73996" y="5372"/>
                </a:lnTo>
                <a:lnTo>
                  <a:pt x="84759" y="0"/>
                </a:lnTo>
                <a:lnTo>
                  <a:pt x="98212" y="2686"/>
                </a:lnTo>
                <a:lnTo>
                  <a:pt x="104939" y="6715"/>
                </a:lnTo>
                <a:lnTo>
                  <a:pt x="104939" y="8059"/>
                </a:lnTo>
                <a:lnTo>
                  <a:pt x="102249" y="6715"/>
                </a:lnTo>
                <a:lnTo>
                  <a:pt x="95522" y="6715"/>
                </a:lnTo>
                <a:lnTo>
                  <a:pt x="94176" y="10745"/>
                </a:lnTo>
                <a:lnTo>
                  <a:pt x="96867" y="16117"/>
                </a:lnTo>
                <a:lnTo>
                  <a:pt x="107630" y="20146"/>
                </a:lnTo>
                <a:lnTo>
                  <a:pt x="117048" y="14774"/>
                </a:lnTo>
                <a:lnTo>
                  <a:pt x="122429" y="9402"/>
                </a:lnTo>
                <a:lnTo>
                  <a:pt x="125120" y="9402"/>
                </a:lnTo>
                <a:lnTo>
                  <a:pt x="118393" y="16117"/>
                </a:lnTo>
                <a:lnTo>
                  <a:pt x="111666" y="20146"/>
                </a:lnTo>
                <a:lnTo>
                  <a:pt x="113012" y="22832"/>
                </a:lnTo>
                <a:lnTo>
                  <a:pt x="121084" y="20146"/>
                </a:lnTo>
                <a:lnTo>
                  <a:pt x="129156" y="13431"/>
                </a:lnTo>
                <a:lnTo>
                  <a:pt x="131847" y="12088"/>
                </a:lnTo>
                <a:lnTo>
                  <a:pt x="165481" y="13431"/>
                </a:lnTo>
                <a:lnTo>
                  <a:pt x="199116" y="9402"/>
                </a:lnTo>
                <a:lnTo>
                  <a:pt x="205842" y="14774"/>
                </a:lnTo>
                <a:lnTo>
                  <a:pt x="208533" y="14774"/>
                </a:lnTo>
                <a:lnTo>
                  <a:pt x="211224" y="24175"/>
                </a:lnTo>
                <a:lnTo>
                  <a:pt x="211224" y="30891"/>
                </a:lnTo>
                <a:lnTo>
                  <a:pt x="215260" y="37606"/>
                </a:lnTo>
                <a:lnTo>
                  <a:pt x="219296" y="49694"/>
                </a:lnTo>
                <a:lnTo>
                  <a:pt x="223333" y="55066"/>
                </a:lnTo>
                <a:lnTo>
                  <a:pt x="224678" y="61782"/>
                </a:lnTo>
                <a:lnTo>
                  <a:pt x="227369" y="64468"/>
                </a:lnTo>
                <a:lnTo>
                  <a:pt x="227369" y="80585"/>
                </a:lnTo>
                <a:lnTo>
                  <a:pt x="221987" y="83271"/>
                </a:lnTo>
                <a:lnTo>
                  <a:pt x="217951" y="88643"/>
                </a:lnTo>
                <a:lnTo>
                  <a:pt x="220642" y="96702"/>
                </a:lnTo>
                <a:lnTo>
                  <a:pt x="226023" y="104760"/>
                </a:lnTo>
                <a:lnTo>
                  <a:pt x="224678" y="111475"/>
                </a:lnTo>
                <a:lnTo>
                  <a:pt x="226023" y="123563"/>
                </a:lnTo>
                <a:lnTo>
                  <a:pt x="228714" y="127592"/>
                </a:lnTo>
                <a:lnTo>
                  <a:pt x="231405" y="134308"/>
                </a:lnTo>
                <a:lnTo>
                  <a:pt x="238132" y="138337"/>
                </a:lnTo>
                <a:lnTo>
                  <a:pt x="235441" y="141023"/>
                </a:lnTo>
                <a:lnTo>
                  <a:pt x="236786" y="145052"/>
                </a:lnTo>
                <a:lnTo>
                  <a:pt x="238132" y="149082"/>
                </a:lnTo>
                <a:lnTo>
                  <a:pt x="236786" y="157140"/>
                </a:lnTo>
                <a:lnTo>
                  <a:pt x="232750" y="157140"/>
                </a:lnTo>
                <a:lnTo>
                  <a:pt x="228714" y="161169"/>
                </a:lnTo>
                <a:lnTo>
                  <a:pt x="226023" y="169228"/>
                </a:lnTo>
                <a:lnTo>
                  <a:pt x="209879" y="186688"/>
                </a:lnTo>
                <a:lnTo>
                  <a:pt x="211224" y="193403"/>
                </a:lnTo>
                <a:lnTo>
                  <a:pt x="211224" y="201462"/>
                </a:lnTo>
                <a:lnTo>
                  <a:pt x="205842" y="201462"/>
                </a:lnTo>
                <a:lnTo>
                  <a:pt x="195080" y="194746"/>
                </a:lnTo>
                <a:lnTo>
                  <a:pt x="185662" y="194746"/>
                </a:lnTo>
                <a:lnTo>
                  <a:pt x="181626" y="196089"/>
                </a:lnTo>
                <a:lnTo>
                  <a:pt x="177590" y="193403"/>
                </a:lnTo>
                <a:lnTo>
                  <a:pt x="173554" y="194746"/>
                </a:lnTo>
                <a:lnTo>
                  <a:pt x="170863" y="197432"/>
                </a:lnTo>
                <a:lnTo>
                  <a:pt x="166827" y="194746"/>
                </a:lnTo>
                <a:lnTo>
                  <a:pt x="160100" y="194746"/>
                </a:lnTo>
                <a:lnTo>
                  <a:pt x="156064" y="194746"/>
                </a:lnTo>
                <a:lnTo>
                  <a:pt x="152027" y="196089"/>
                </a:lnTo>
                <a:lnTo>
                  <a:pt x="149337" y="201462"/>
                </a:lnTo>
                <a:lnTo>
                  <a:pt x="143955" y="201462"/>
                </a:lnTo>
                <a:lnTo>
                  <a:pt x="142610" y="20011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05" name="Freeform 604">
            <a:extLst>
              <a:ext uri="{FF2B5EF4-FFF2-40B4-BE49-F238E27FC236}">
                <a16:creationId xmlns:a16="http://schemas.microsoft.com/office/drawing/2014/main" id="{6E0596A1-F3FC-1F90-7B8D-5E1DBC81D43D}"/>
              </a:ext>
            </a:extLst>
          </p:cNvPr>
          <p:cNvSpPr/>
          <p:nvPr/>
        </p:nvSpPr>
        <p:spPr>
          <a:xfrm>
            <a:off x="7620215" y="3177180"/>
            <a:ext cx="191043" cy="81927"/>
          </a:xfrm>
          <a:custGeom>
            <a:avLst/>
            <a:gdLst>
              <a:gd name="connsiteX0" fmla="*/ 68614 w 191043"/>
              <a:gd name="connsiteY0" fmla="*/ 0 h 81927"/>
              <a:gd name="connsiteX1" fmla="*/ 71305 w 191043"/>
              <a:gd name="connsiteY1" fmla="*/ 4029 h 81927"/>
              <a:gd name="connsiteX2" fmla="*/ 73996 w 191043"/>
              <a:gd name="connsiteY2" fmla="*/ 1343 h 81927"/>
              <a:gd name="connsiteX3" fmla="*/ 78032 w 191043"/>
              <a:gd name="connsiteY3" fmla="*/ 2686 h 81927"/>
              <a:gd name="connsiteX4" fmla="*/ 80723 w 191043"/>
              <a:gd name="connsiteY4" fmla="*/ 1343 h 81927"/>
              <a:gd name="connsiteX5" fmla="*/ 91486 w 191043"/>
              <a:gd name="connsiteY5" fmla="*/ 2686 h 81927"/>
              <a:gd name="connsiteX6" fmla="*/ 90140 w 191043"/>
              <a:gd name="connsiteY6" fmla="*/ 5372 h 81927"/>
              <a:gd name="connsiteX7" fmla="*/ 95522 w 191043"/>
              <a:gd name="connsiteY7" fmla="*/ 10745 h 81927"/>
              <a:gd name="connsiteX8" fmla="*/ 99558 w 191043"/>
              <a:gd name="connsiteY8" fmla="*/ 9401 h 81927"/>
              <a:gd name="connsiteX9" fmla="*/ 103594 w 191043"/>
              <a:gd name="connsiteY9" fmla="*/ 13431 h 81927"/>
              <a:gd name="connsiteX10" fmla="*/ 100903 w 191043"/>
              <a:gd name="connsiteY10" fmla="*/ 18803 h 81927"/>
              <a:gd name="connsiteX11" fmla="*/ 102249 w 191043"/>
              <a:gd name="connsiteY11" fmla="*/ 21489 h 81927"/>
              <a:gd name="connsiteX12" fmla="*/ 104940 w 191043"/>
              <a:gd name="connsiteY12" fmla="*/ 22832 h 81927"/>
              <a:gd name="connsiteX13" fmla="*/ 104940 w 191043"/>
              <a:gd name="connsiteY13" fmla="*/ 28204 h 81927"/>
              <a:gd name="connsiteX14" fmla="*/ 107630 w 191043"/>
              <a:gd name="connsiteY14" fmla="*/ 29548 h 81927"/>
              <a:gd name="connsiteX15" fmla="*/ 110321 w 191043"/>
              <a:gd name="connsiteY15" fmla="*/ 26862 h 81927"/>
              <a:gd name="connsiteX16" fmla="*/ 114357 w 191043"/>
              <a:gd name="connsiteY16" fmla="*/ 26862 h 81927"/>
              <a:gd name="connsiteX17" fmla="*/ 107630 w 191043"/>
              <a:gd name="connsiteY17" fmla="*/ 18803 h 81927"/>
              <a:gd name="connsiteX18" fmla="*/ 110321 w 191043"/>
              <a:gd name="connsiteY18" fmla="*/ 17460 h 81927"/>
              <a:gd name="connsiteX19" fmla="*/ 122429 w 191043"/>
              <a:gd name="connsiteY19" fmla="*/ 24175 h 81927"/>
              <a:gd name="connsiteX20" fmla="*/ 130502 w 191043"/>
              <a:gd name="connsiteY20" fmla="*/ 22832 h 81927"/>
              <a:gd name="connsiteX21" fmla="*/ 129156 w 191043"/>
              <a:gd name="connsiteY21" fmla="*/ 28204 h 81927"/>
              <a:gd name="connsiteX22" fmla="*/ 134538 w 191043"/>
              <a:gd name="connsiteY22" fmla="*/ 32234 h 81927"/>
              <a:gd name="connsiteX23" fmla="*/ 143955 w 191043"/>
              <a:gd name="connsiteY23" fmla="*/ 29548 h 81927"/>
              <a:gd name="connsiteX24" fmla="*/ 152028 w 191043"/>
              <a:gd name="connsiteY24" fmla="*/ 32234 h 81927"/>
              <a:gd name="connsiteX25" fmla="*/ 168172 w 191043"/>
              <a:gd name="connsiteY25" fmla="*/ 44322 h 81927"/>
              <a:gd name="connsiteX26" fmla="*/ 172208 w 191043"/>
              <a:gd name="connsiteY26" fmla="*/ 52380 h 81927"/>
              <a:gd name="connsiteX27" fmla="*/ 176244 w 191043"/>
              <a:gd name="connsiteY27" fmla="*/ 52380 h 81927"/>
              <a:gd name="connsiteX28" fmla="*/ 178935 w 191043"/>
              <a:gd name="connsiteY28" fmla="*/ 49694 h 81927"/>
              <a:gd name="connsiteX29" fmla="*/ 185662 w 191043"/>
              <a:gd name="connsiteY29" fmla="*/ 49694 h 81927"/>
              <a:gd name="connsiteX30" fmla="*/ 189698 w 191043"/>
              <a:gd name="connsiteY30" fmla="*/ 53723 h 81927"/>
              <a:gd name="connsiteX31" fmla="*/ 191044 w 191043"/>
              <a:gd name="connsiteY31" fmla="*/ 60438 h 81927"/>
              <a:gd name="connsiteX32" fmla="*/ 178935 w 191043"/>
              <a:gd name="connsiteY32" fmla="*/ 60438 h 81927"/>
              <a:gd name="connsiteX33" fmla="*/ 173554 w 191043"/>
              <a:gd name="connsiteY33" fmla="*/ 64468 h 81927"/>
              <a:gd name="connsiteX34" fmla="*/ 166827 w 191043"/>
              <a:gd name="connsiteY34" fmla="*/ 65811 h 81927"/>
              <a:gd name="connsiteX35" fmla="*/ 160100 w 191043"/>
              <a:gd name="connsiteY35" fmla="*/ 72526 h 81927"/>
              <a:gd name="connsiteX36" fmla="*/ 150682 w 191043"/>
              <a:gd name="connsiteY36" fmla="*/ 73869 h 81927"/>
              <a:gd name="connsiteX37" fmla="*/ 139919 w 191043"/>
              <a:gd name="connsiteY37" fmla="*/ 77899 h 81927"/>
              <a:gd name="connsiteX38" fmla="*/ 138574 w 191043"/>
              <a:gd name="connsiteY38" fmla="*/ 75212 h 81927"/>
              <a:gd name="connsiteX39" fmla="*/ 131847 w 191043"/>
              <a:gd name="connsiteY39" fmla="*/ 75212 h 81927"/>
              <a:gd name="connsiteX40" fmla="*/ 126465 w 191043"/>
              <a:gd name="connsiteY40" fmla="*/ 80585 h 81927"/>
              <a:gd name="connsiteX41" fmla="*/ 114357 w 191043"/>
              <a:gd name="connsiteY41" fmla="*/ 77899 h 81927"/>
              <a:gd name="connsiteX42" fmla="*/ 110321 w 191043"/>
              <a:gd name="connsiteY42" fmla="*/ 73869 h 81927"/>
              <a:gd name="connsiteX43" fmla="*/ 103594 w 191043"/>
              <a:gd name="connsiteY43" fmla="*/ 75212 h 81927"/>
              <a:gd name="connsiteX44" fmla="*/ 95522 w 191043"/>
              <a:gd name="connsiteY44" fmla="*/ 75212 h 81927"/>
              <a:gd name="connsiteX45" fmla="*/ 88795 w 191043"/>
              <a:gd name="connsiteY45" fmla="*/ 71183 h 81927"/>
              <a:gd name="connsiteX46" fmla="*/ 79377 w 191043"/>
              <a:gd name="connsiteY46" fmla="*/ 69840 h 81927"/>
              <a:gd name="connsiteX47" fmla="*/ 75341 w 191043"/>
              <a:gd name="connsiteY47" fmla="*/ 68497 h 81927"/>
              <a:gd name="connsiteX48" fmla="*/ 72650 w 191043"/>
              <a:gd name="connsiteY48" fmla="*/ 72526 h 81927"/>
              <a:gd name="connsiteX49" fmla="*/ 69960 w 191043"/>
              <a:gd name="connsiteY49" fmla="*/ 75212 h 81927"/>
              <a:gd name="connsiteX50" fmla="*/ 69960 w 191043"/>
              <a:gd name="connsiteY50" fmla="*/ 79241 h 81927"/>
              <a:gd name="connsiteX51" fmla="*/ 61887 w 191043"/>
              <a:gd name="connsiteY51" fmla="*/ 79241 h 81927"/>
              <a:gd name="connsiteX52" fmla="*/ 60542 w 191043"/>
              <a:gd name="connsiteY52" fmla="*/ 81928 h 81927"/>
              <a:gd name="connsiteX53" fmla="*/ 47088 w 191043"/>
              <a:gd name="connsiteY53" fmla="*/ 75212 h 81927"/>
              <a:gd name="connsiteX54" fmla="*/ 43052 w 191043"/>
              <a:gd name="connsiteY54" fmla="*/ 75212 h 81927"/>
              <a:gd name="connsiteX55" fmla="*/ 43052 w 191043"/>
              <a:gd name="connsiteY55" fmla="*/ 73869 h 81927"/>
              <a:gd name="connsiteX56" fmla="*/ 32289 w 191043"/>
              <a:gd name="connsiteY56" fmla="*/ 61781 h 81927"/>
              <a:gd name="connsiteX57" fmla="*/ 28253 w 191043"/>
              <a:gd name="connsiteY57" fmla="*/ 59095 h 81927"/>
              <a:gd name="connsiteX58" fmla="*/ 18835 w 191043"/>
              <a:gd name="connsiteY58" fmla="*/ 52380 h 81927"/>
              <a:gd name="connsiteX59" fmla="*/ 13454 w 191043"/>
              <a:gd name="connsiteY59" fmla="*/ 49694 h 81927"/>
              <a:gd name="connsiteX60" fmla="*/ 12108 w 191043"/>
              <a:gd name="connsiteY60" fmla="*/ 45665 h 81927"/>
              <a:gd name="connsiteX61" fmla="*/ 13454 w 191043"/>
              <a:gd name="connsiteY61" fmla="*/ 40292 h 81927"/>
              <a:gd name="connsiteX62" fmla="*/ 8072 w 191043"/>
              <a:gd name="connsiteY62" fmla="*/ 30891 h 81927"/>
              <a:gd name="connsiteX63" fmla="*/ 0 w 191043"/>
              <a:gd name="connsiteY63" fmla="*/ 26862 h 81927"/>
              <a:gd name="connsiteX64" fmla="*/ 0 w 191043"/>
              <a:gd name="connsiteY64" fmla="*/ 24175 h 81927"/>
              <a:gd name="connsiteX65" fmla="*/ 2691 w 191043"/>
              <a:gd name="connsiteY65" fmla="*/ 21489 h 81927"/>
              <a:gd name="connsiteX66" fmla="*/ 5381 w 191043"/>
              <a:gd name="connsiteY66" fmla="*/ 24175 h 81927"/>
              <a:gd name="connsiteX67" fmla="*/ 9418 w 191043"/>
              <a:gd name="connsiteY67" fmla="*/ 25518 h 81927"/>
              <a:gd name="connsiteX68" fmla="*/ 18835 w 191043"/>
              <a:gd name="connsiteY68" fmla="*/ 17460 h 81927"/>
              <a:gd name="connsiteX69" fmla="*/ 22872 w 191043"/>
              <a:gd name="connsiteY69" fmla="*/ 17460 h 81927"/>
              <a:gd name="connsiteX70" fmla="*/ 28253 w 191043"/>
              <a:gd name="connsiteY70" fmla="*/ 10745 h 81927"/>
              <a:gd name="connsiteX71" fmla="*/ 33634 w 191043"/>
              <a:gd name="connsiteY71" fmla="*/ 10745 h 81927"/>
              <a:gd name="connsiteX72" fmla="*/ 36325 w 191043"/>
              <a:gd name="connsiteY72" fmla="*/ 6715 h 81927"/>
              <a:gd name="connsiteX73" fmla="*/ 44398 w 191043"/>
              <a:gd name="connsiteY73" fmla="*/ 6715 h 81927"/>
              <a:gd name="connsiteX74" fmla="*/ 48434 w 191043"/>
              <a:gd name="connsiteY74" fmla="*/ 8058 h 81927"/>
              <a:gd name="connsiteX75" fmla="*/ 53815 w 191043"/>
              <a:gd name="connsiteY75" fmla="*/ 5372 h 81927"/>
              <a:gd name="connsiteX76" fmla="*/ 53815 w 191043"/>
              <a:gd name="connsiteY76" fmla="*/ 0 h 81927"/>
              <a:gd name="connsiteX77" fmla="*/ 60542 w 191043"/>
              <a:gd name="connsiteY77" fmla="*/ 2686 h 81927"/>
              <a:gd name="connsiteX78" fmla="*/ 64578 w 191043"/>
              <a:gd name="connsiteY78" fmla="*/ 0 h 81927"/>
              <a:gd name="connsiteX79" fmla="*/ 68614 w 191043"/>
              <a:gd name="connsiteY79" fmla="*/ 1343 h 8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91043" h="81927">
                <a:moveTo>
                  <a:pt x="68614" y="0"/>
                </a:moveTo>
                <a:lnTo>
                  <a:pt x="71305" y="4029"/>
                </a:lnTo>
                <a:lnTo>
                  <a:pt x="73996" y="1343"/>
                </a:lnTo>
                <a:lnTo>
                  <a:pt x="78032" y="2686"/>
                </a:lnTo>
                <a:lnTo>
                  <a:pt x="80723" y="1343"/>
                </a:lnTo>
                <a:lnTo>
                  <a:pt x="91486" y="2686"/>
                </a:lnTo>
                <a:lnTo>
                  <a:pt x="90140" y="5372"/>
                </a:lnTo>
                <a:lnTo>
                  <a:pt x="95522" y="10745"/>
                </a:lnTo>
                <a:lnTo>
                  <a:pt x="99558" y="9401"/>
                </a:lnTo>
                <a:lnTo>
                  <a:pt x="103594" y="13431"/>
                </a:lnTo>
                <a:lnTo>
                  <a:pt x="100903" y="18803"/>
                </a:lnTo>
                <a:lnTo>
                  <a:pt x="102249" y="21489"/>
                </a:lnTo>
                <a:lnTo>
                  <a:pt x="104940" y="22832"/>
                </a:lnTo>
                <a:lnTo>
                  <a:pt x="104940" y="28204"/>
                </a:lnTo>
                <a:lnTo>
                  <a:pt x="107630" y="29548"/>
                </a:lnTo>
                <a:lnTo>
                  <a:pt x="110321" y="26862"/>
                </a:lnTo>
                <a:lnTo>
                  <a:pt x="114357" y="26862"/>
                </a:lnTo>
                <a:lnTo>
                  <a:pt x="107630" y="18803"/>
                </a:lnTo>
                <a:lnTo>
                  <a:pt x="110321" y="17460"/>
                </a:lnTo>
                <a:lnTo>
                  <a:pt x="122429" y="24175"/>
                </a:lnTo>
                <a:lnTo>
                  <a:pt x="130502" y="22832"/>
                </a:lnTo>
                <a:lnTo>
                  <a:pt x="129156" y="28204"/>
                </a:lnTo>
                <a:lnTo>
                  <a:pt x="134538" y="32234"/>
                </a:lnTo>
                <a:lnTo>
                  <a:pt x="143955" y="29548"/>
                </a:lnTo>
                <a:lnTo>
                  <a:pt x="152028" y="32234"/>
                </a:lnTo>
                <a:lnTo>
                  <a:pt x="168172" y="44322"/>
                </a:lnTo>
                <a:lnTo>
                  <a:pt x="172208" y="52380"/>
                </a:lnTo>
                <a:lnTo>
                  <a:pt x="176244" y="52380"/>
                </a:lnTo>
                <a:lnTo>
                  <a:pt x="178935" y="49694"/>
                </a:lnTo>
                <a:lnTo>
                  <a:pt x="185662" y="49694"/>
                </a:lnTo>
                <a:lnTo>
                  <a:pt x="189698" y="53723"/>
                </a:lnTo>
                <a:lnTo>
                  <a:pt x="191044" y="60438"/>
                </a:lnTo>
                <a:lnTo>
                  <a:pt x="178935" y="60438"/>
                </a:lnTo>
                <a:lnTo>
                  <a:pt x="173554" y="64468"/>
                </a:lnTo>
                <a:lnTo>
                  <a:pt x="166827" y="65811"/>
                </a:lnTo>
                <a:lnTo>
                  <a:pt x="160100" y="72526"/>
                </a:lnTo>
                <a:lnTo>
                  <a:pt x="150682" y="73869"/>
                </a:lnTo>
                <a:lnTo>
                  <a:pt x="139919" y="77899"/>
                </a:lnTo>
                <a:lnTo>
                  <a:pt x="138574" y="75212"/>
                </a:lnTo>
                <a:lnTo>
                  <a:pt x="131847" y="75212"/>
                </a:lnTo>
                <a:lnTo>
                  <a:pt x="126465" y="80585"/>
                </a:lnTo>
                <a:lnTo>
                  <a:pt x="114357" y="77899"/>
                </a:lnTo>
                <a:lnTo>
                  <a:pt x="110321" y="73869"/>
                </a:lnTo>
                <a:lnTo>
                  <a:pt x="103594" y="75212"/>
                </a:lnTo>
                <a:lnTo>
                  <a:pt x="95522" y="75212"/>
                </a:lnTo>
                <a:lnTo>
                  <a:pt x="88795" y="71183"/>
                </a:lnTo>
                <a:lnTo>
                  <a:pt x="79377" y="69840"/>
                </a:lnTo>
                <a:lnTo>
                  <a:pt x="75341" y="68497"/>
                </a:lnTo>
                <a:lnTo>
                  <a:pt x="72650" y="72526"/>
                </a:lnTo>
                <a:lnTo>
                  <a:pt x="69960" y="75212"/>
                </a:lnTo>
                <a:lnTo>
                  <a:pt x="69960" y="79241"/>
                </a:lnTo>
                <a:lnTo>
                  <a:pt x="61887" y="79241"/>
                </a:lnTo>
                <a:lnTo>
                  <a:pt x="60542" y="81928"/>
                </a:lnTo>
                <a:lnTo>
                  <a:pt x="47088" y="75212"/>
                </a:lnTo>
                <a:lnTo>
                  <a:pt x="43052" y="75212"/>
                </a:lnTo>
                <a:lnTo>
                  <a:pt x="43052" y="73869"/>
                </a:lnTo>
                <a:lnTo>
                  <a:pt x="32289" y="61781"/>
                </a:lnTo>
                <a:lnTo>
                  <a:pt x="28253" y="59095"/>
                </a:lnTo>
                <a:lnTo>
                  <a:pt x="18835" y="52380"/>
                </a:lnTo>
                <a:lnTo>
                  <a:pt x="13454" y="49694"/>
                </a:lnTo>
                <a:lnTo>
                  <a:pt x="12108" y="45665"/>
                </a:lnTo>
                <a:lnTo>
                  <a:pt x="13454" y="40292"/>
                </a:lnTo>
                <a:lnTo>
                  <a:pt x="8072" y="30891"/>
                </a:lnTo>
                <a:lnTo>
                  <a:pt x="0" y="26862"/>
                </a:lnTo>
                <a:lnTo>
                  <a:pt x="0" y="24175"/>
                </a:lnTo>
                <a:lnTo>
                  <a:pt x="2691" y="21489"/>
                </a:lnTo>
                <a:lnTo>
                  <a:pt x="5381" y="24175"/>
                </a:lnTo>
                <a:lnTo>
                  <a:pt x="9418" y="25518"/>
                </a:lnTo>
                <a:lnTo>
                  <a:pt x="18835" y="17460"/>
                </a:lnTo>
                <a:lnTo>
                  <a:pt x="22872" y="17460"/>
                </a:lnTo>
                <a:lnTo>
                  <a:pt x="28253" y="10745"/>
                </a:lnTo>
                <a:lnTo>
                  <a:pt x="33634" y="10745"/>
                </a:lnTo>
                <a:lnTo>
                  <a:pt x="36325" y="6715"/>
                </a:lnTo>
                <a:lnTo>
                  <a:pt x="44398" y="6715"/>
                </a:lnTo>
                <a:lnTo>
                  <a:pt x="48434" y="8058"/>
                </a:lnTo>
                <a:lnTo>
                  <a:pt x="53815" y="5372"/>
                </a:lnTo>
                <a:lnTo>
                  <a:pt x="53815" y="0"/>
                </a:lnTo>
                <a:lnTo>
                  <a:pt x="60542" y="2686"/>
                </a:lnTo>
                <a:lnTo>
                  <a:pt x="64578" y="0"/>
                </a:lnTo>
                <a:lnTo>
                  <a:pt x="68614" y="134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06" name="Freeform 605">
            <a:extLst>
              <a:ext uri="{FF2B5EF4-FFF2-40B4-BE49-F238E27FC236}">
                <a16:creationId xmlns:a16="http://schemas.microsoft.com/office/drawing/2014/main" id="{64231000-6DB8-217D-B78B-36D82543AA4D}"/>
              </a:ext>
            </a:extLst>
          </p:cNvPr>
          <p:cNvSpPr/>
          <p:nvPr/>
        </p:nvSpPr>
        <p:spPr>
          <a:xfrm>
            <a:off x="7567746" y="3302087"/>
            <a:ext cx="4035" cy="6715"/>
          </a:xfrm>
          <a:custGeom>
            <a:avLst/>
            <a:gdLst>
              <a:gd name="connsiteX0" fmla="*/ 1345 w 4035"/>
              <a:gd name="connsiteY0" fmla="*/ 0 h 6715"/>
              <a:gd name="connsiteX1" fmla="*/ 4036 w 4035"/>
              <a:gd name="connsiteY1" fmla="*/ 1343 h 6715"/>
              <a:gd name="connsiteX2" fmla="*/ 4036 w 4035"/>
              <a:gd name="connsiteY2" fmla="*/ 6715 h 6715"/>
              <a:gd name="connsiteX3" fmla="*/ 1345 w 4035"/>
              <a:gd name="connsiteY3" fmla="*/ 6715 h 6715"/>
              <a:gd name="connsiteX4" fmla="*/ 0 w 4035"/>
              <a:gd name="connsiteY4" fmla="*/ 4029 h 6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5" h="6715">
                <a:moveTo>
                  <a:pt x="1345" y="0"/>
                </a:moveTo>
                <a:lnTo>
                  <a:pt x="4036" y="1343"/>
                </a:lnTo>
                <a:lnTo>
                  <a:pt x="4036" y="6715"/>
                </a:lnTo>
                <a:lnTo>
                  <a:pt x="1345" y="6715"/>
                </a:lnTo>
                <a:lnTo>
                  <a:pt x="0" y="402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07" name="Freeform 606">
            <a:extLst>
              <a:ext uri="{FF2B5EF4-FFF2-40B4-BE49-F238E27FC236}">
                <a16:creationId xmlns:a16="http://schemas.microsoft.com/office/drawing/2014/main" id="{E7254F42-4420-B660-A4F5-A06BB275B2B6}"/>
              </a:ext>
            </a:extLst>
          </p:cNvPr>
          <p:cNvSpPr/>
          <p:nvPr/>
        </p:nvSpPr>
        <p:spPr>
          <a:xfrm>
            <a:off x="7478951" y="3284627"/>
            <a:ext cx="115702" cy="67153"/>
          </a:xfrm>
          <a:custGeom>
            <a:avLst/>
            <a:gdLst>
              <a:gd name="connsiteX0" fmla="*/ 44398 w 115702"/>
              <a:gd name="connsiteY0" fmla="*/ 8058 h 67153"/>
              <a:gd name="connsiteX1" fmla="*/ 48434 w 115702"/>
              <a:gd name="connsiteY1" fmla="*/ 9401 h 67153"/>
              <a:gd name="connsiteX2" fmla="*/ 53815 w 115702"/>
              <a:gd name="connsiteY2" fmla="*/ 6715 h 67153"/>
              <a:gd name="connsiteX3" fmla="*/ 59196 w 115702"/>
              <a:gd name="connsiteY3" fmla="*/ 8058 h 67153"/>
              <a:gd name="connsiteX4" fmla="*/ 61887 w 115702"/>
              <a:gd name="connsiteY4" fmla="*/ 5372 h 67153"/>
              <a:gd name="connsiteX5" fmla="*/ 60542 w 115702"/>
              <a:gd name="connsiteY5" fmla="*/ 2686 h 67153"/>
              <a:gd name="connsiteX6" fmla="*/ 65923 w 115702"/>
              <a:gd name="connsiteY6" fmla="*/ 0 h 67153"/>
              <a:gd name="connsiteX7" fmla="*/ 68614 w 115702"/>
              <a:gd name="connsiteY7" fmla="*/ 5372 h 67153"/>
              <a:gd name="connsiteX8" fmla="*/ 71305 w 115702"/>
              <a:gd name="connsiteY8" fmla="*/ 6715 h 67153"/>
              <a:gd name="connsiteX9" fmla="*/ 73996 w 115702"/>
              <a:gd name="connsiteY9" fmla="*/ 4029 h 67153"/>
              <a:gd name="connsiteX10" fmla="*/ 78032 w 115702"/>
              <a:gd name="connsiteY10" fmla="*/ 4029 h 67153"/>
              <a:gd name="connsiteX11" fmla="*/ 84759 w 115702"/>
              <a:gd name="connsiteY11" fmla="*/ 9401 h 67153"/>
              <a:gd name="connsiteX12" fmla="*/ 90140 w 115702"/>
              <a:gd name="connsiteY12" fmla="*/ 13431 h 67153"/>
              <a:gd name="connsiteX13" fmla="*/ 90140 w 115702"/>
              <a:gd name="connsiteY13" fmla="*/ 17460 h 67153"/>
              <a:gd name="connsiteX14" fmla="*/ 88795 w 115702"/>
              <a:gd name="connsiteY14" fmla="*/ 21489 h 67153"/>
              <a:gd name="connsiteX15" fmla="*/ 90140 w 115702"/>
              <a:gd name="connsiteY15" fmla="*/ 24175 h 67153"/>
              <a:gd name="connsiteX16" fmla="*/ 96867 w 115702"/>
              <a:gd name="connsiteY16" fmla="*/ 24175 h 67153"/>
              <a:gd name="connsiteX17" fmla="*/ 100903 w 115702"/>
              <a:gd name="connsiteY17" fmla="*/ 22832 h 67153"/>
              <a:gd name="connsiteX18" fmla="*/ 104940 w 115702"/>
              <a:gd name="connsiteY18" fmla="*/ 28204 h 67153"/>
              <a:gd name="connsiteX19" fmla="*/ 110321 w 115702"/>
              <a:gd name="connsiteY19" fmla="*/ 24175 h 67153"/>
              <a:gd name="connsiteX20" fmla="*/ 114357 w 115702"/>
              <a:gd name="connsiteY20" fmla="*/ 24175 h 67153"/>
              <a:gd name="connsiteX21" fmla="*/ 115702 w 115702"/>
              <a:gd name="connsiteY21" fmla="*/ 28204 h 67153"/>
              <a:gd name="connsiteX22" fmla="*/ 111667 w 115702"/>
              <a:gd name="connsiteY22" fmla="*/ 34920 h 67153"/>
              <a:gd name="connsiteX23" fmla="*/ 114357 w 115702"/>
              <a:gd name="connsiteY23" fmla="*/ 42978 h 67153"/>
              <a:gd name="connsiteX24" fmla="*/ 103594 w 115702"/>
              <a:gd name="connsiteY24" fmla="*/ 45665 h 67153"/>
              <a:gd name="connsiteX25" fmla="*/ 102249 w 115702"/>
              <a:gd name="connsiteY25" fmla="*/ 55066 h 67153"/>
              <a:gd name="connsiteX26" fmla="*/ 98213 w 115702"/>
              <a:gd name="connsiteY26" fmla="*/ 51037 h 67153"/>
              <a:gd name="connsiteX27" fmla="*/ 94176 w 115702"/>
              <a:gd name="connsiteY27" fmla="*/ 51037 h 67153"/>
              <a:gd name="connsiteX28" fmla="*/ 82068 w 115702"/>
              <a:gd name="connsiteY28" fmla="*/ 48351 h 67153"/>
              <a:gd name="connsiteX29" fmla="*/ 82068 w 115702"/>
              <a:gd name="connsiteY29" fmla="*/ 55066 h 67153"/>
              <a:gd name="connsiteX30" fmla="*/ 76687 w 115702"/>
              <a:gd name="connsiteY30" fmla="*/ 64468 h 67153"/>
              <a:gd name="connsiteX31" fmla="*/ 73996 w 115702"/>
              <a:gd name="connsiteY31" fmla="*/ 59095 h 67153"/>
              <a:gd name="connsiteX32" fmla="*/ 65923 w 115702"/>
              <a:gd name="connsiteY32" fmla="*/ 55066 h 67153"/>
              <a:gd name="connsiteX33" fmla="*/ 67269 w 115702"/>
              <a:gd name="connsiteY33" fmla="*/ 49694 h 67153"/>
              <a:gd name="connsiteX34" fmla="*/ 60542 w 115702"/>
              <a:gd name="connsiteY34" fmla="*/ 45665 h 67153"/>
              <a:gd name="connsiteX35" fmla="*/ 51125 w 115702"/>
              <a:gd name="connsiteY35" fmla="*/ 61781 h 67153"/>
              <a:gd name="connsiteX36" fmla="*/ 44398 w 115702"/>
              <a:gd name="connsiteY36" fmla="*/ 59095 h 67153"/>
              <a:gd name="connsiteX37" fmla="*/ 34980 w 115702"/>
              <a:gd name="connsiteY37" fmla="*/ 67154 h 67153"/>
              <a:gd name="connsiteX38" fmla="*/ 29598 w 115702"/>
              <a:gd name="connsiteY38" fmla="*/ 64468 h 67153"/>
              <a:gd name="connsiteX39" fmla="*/ 28253 w 115702"/>
              <a:gd name="connsiteY39" fmla="*/ 60438 h 67153"/>
              <a:gd name="connsiteX40" fmla="*/ 25562 w 115702"/>
              <a:gd name="connsiteY40" fmla="*/ 57752 h 67153"/>
              <a:gd name="connsiteX41" fmla="*/ 22872 w 115702"/>
              <a:gd name="connsiteY41" fmla="*/ 51037 h 67153"/>
              <a:gd name="connsiteX42" fmla="*/ 21526 w 115702"/>
              <a:gd name="connsiteY42" fmla="*/ 47008 h 67153"/>
              <a:gd name="connsiteX43" fmla="*/ 13454 w 115702"/>
              <a:gd name="connsiteY43" fmla="*/ 45665 h 67153"/>
              <a:gd name="connsiteX44" fmla="*/ 9418 w 115702"/>
              <a:gd name="connsiteY44" fmla="*/ 49694 h 67153"/>
              <a:gd name="connsiteX45" fmla="*/ 12108 w 115702"/>
              <a:gd name="connsiteY45" fmla="*/ 55066 h 67153"/>
              <a:gd name="connsiteX46" fmla="*/ 5381 w 115702"/>
              <a:gd name="connsiteY46" fmla="*/ 57752 h 67153"/>
              <a:gd name="connsiteX47" fmla="*/ 0 w 115702"/>
              <a:gd name="connsiteY47" fmla="*/ 57752 h 67153"/>
              <a:gd name="connsiteX48" fmla="*/ 0 w 115702"/>
              <a:gd name="connsiteY48" fmla="*/ 53723 h 67153"/>
              <a:gd name="connsiteX49" fmla="*/ 2691 w 115702"/>
              <a:gd name="connsiteY49" fmla="*/ 52380 h 67153"/>
              <a:gd name="connsiteX50" fmla="*/ 5381 w 115702"/>
              <a:gd name="connsiteY50" fmla="*/ 52380 h 67153"/>
              <a:gd name="connsiteX51" fmla="*/ 5381 w 115702"/>
              <a:gd name="connsiteY51" fmla="*/ 47008 h 67153"/>
              <a:gd name="connsiteX52" fmla="*/ 6727 w 115702"/>
              <a:gd name="connsiteY52" fmla="*/ 38949 h 67153"/>
              <a:gd name="connsiteX53" fmla="*/ 13454 w 115702"/>
              <a:gd name="connsiteY53" fmla="*/ 28204 h 67153"/>
              <a:gd name="connsiteX54" fmla="*/ 17490 w 115702"/>
              <a:gd name="connsiteY54" fmla="*/ 26862 h 67153"/>
              <a:gd name="connsiteX55" fmla="*/ 22872 w 115702"/>
              <a:gd name="connsiteY55" fmla="*/ 20146 h 67153"/>
              <a:gd name="connsiteX56" fmla="*/ 26908 w 115702"/>
              <a:gd name="connsiteY56" fmla="*/ 18803 h 67153"/>
              <a:gd name="connsiteX57" fmla="*/ 25562 w 115702"/>
              <a:gd name="connsiteY57" fmla="*/ 13431 h 67153"/>
              <a:gd name="connsiteX58" fmla="*/ 20181 w 115702"/>
              <a:gd name="connsiteY58" fmla="*/ 10745 h 67153"/>
              <a:gd name="connsiteX59" fmla="*/ 24217 w 115702"/>
              <a:gd name="connsiteY59" fmla="*/ 6715 h 67153"/>
              <a:gd name="connsiteX60" fmla="*/ 29598 w 115702"/>
              <a:gd name="connsiteY60" fmla="*/ 6715 h 67153"/>
              <a:gd name="connsiteX61" fmla="*/ 30944 w 115702"/>
              <a:gd name="connsiteY61" fmla="*/ 9401 h 67153"/>
              <a:gd name="connsiteX62" fmla="*/ 36325 w 115702"/>
              <a:gd name="connsiteY62" fmla="*/ 10745 h 6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15702" h="67153">
                <a:moveTo>
                  <a:pt x="44398" y="8058"/>
                </a:moveTo>
                <a:lnTo>
                  <a:pt x="48434" y="9401"/>
                </a:lnTo>
                <a:lnTo>
                  <a:pt x="53815" y="6715"/>
                </a:lnTo>
                <a:lnTo>
                  <a:pt x="59196" y="8058"/>
                </a:lnTo>
                <a:lnTo>
                  <a:pt x="61887" y="5372"/>
                </a:lnTo>
                <a:lnTo>
                  <a:pt x="60542" y="2686"/>
                </a:lnTo>
                <a:lnTo>
                  <a:pt x="65923" y="0"/>
                </a:lnTo>
                <a:lnTo>
                  <a:pt x="68614" y="5372"/>
                </a:lnTo>
                <a:lnTo>
                  <a:pt x="71305" y="6715"/>
                </a:lnTo>
                <a:lnTo>
                  <a:pt x="73996" y="4029"/>
                </a:lnTo>
                <a:lnTo>
                  <a:pt x="78032" y="4029"/>
                </a:lnTo>
                <a:lnTo>
                  <a:pt x="84759" y="9401"/>
                </a:lnTo>
                <a:lnTo>
                  <a:pt x="90140" y="13431"/>
                </a:lnTo>
                <a:lnTo>
                  <a:pt x="90140" y="17460"/>
                </a:lnTo>
                <a:lnTo>
                  <a:pt x="88795" y="21489"/>
                </a:lnTo>
                <a:lnTo>
                  <a:pt x="90140" y="24175"/>
                </a:lnTo>
                <a:lnTo>
                  <a:pt x="96867" y="24175"/>
                </a:lnTo>
                <a:lnTo>
                  <a:pt x="100903" y="22832"/>
                </a:lnTo>
                <a:lnTo>
                  <a:pt x="104940" y="28204"/>
                </a:lnTo>
                <a:lnTo>
                  <a:pt x="110321" y="24175"/>
                </a:lnTo>
                <a:lnTo>
                  <a:pt x="114357" y="24175"/>
                </a:lnTo>
                <a:lnTo>
                  <a:pt x="115702" y="28204"/>
                </a:lnTo>
                <a:lnTo>
                  <a:pt x="111667" y="34920"/>
                </a:lnTo>
                <a:lnTo>
                  <a:pt x="114357" y="42978"/>
                </a:lnTo>
                <a:lnTo>
                  <a:pt x="103594" y="45665"/>
                </a:lnTo>
                <a:lnTo>
                  <a:pt x="102249" y="55066"/>
                </a:lnTo>
                <a:lnTo>
                  <a:pt x="98213" y="51037"/>
                </a:lnTo>
                <a:lnTo>
                  <a:pt x="94176" y="51037"/>
                </a:lnTo>
                <a:lnTo>
                  <a:pt x="82068" y="48351"/>
                </a:lnTo>
                <a:lnTo>
                  <a:pt x="82068" y="55066"/>
                </a:lnTo>
                <a:lnTo>
                  <a:pt x="76687" y="64468"/>
                </a:lnTo>
                <a:lnTo>
                  <a:pt x="73996" y="59095"/>
                </a:lnTo>
                <a:lnTo>
                  <a:pt x="65923" y="55066"/>
                </a:lnTo>
                <a:lnTo>
                  <a:pt x="67269" y="49694"/>
                </a:lnTo>
                <a:lnTo>
                  <a:pt x="60542" y="45665"/>
                </a:lnTo>
                <a:lnTo>
                  <a:pt x="51125" y="61781"/>
                </a:lnTo>
                <a:lnTo>
                  <a:pt x="44398" y="59095"/>
                </a:lnTo>
                <a:lnTo>
                  <a:pt x="34980" y="67154"/>
                </a:lnTo>
                <a:lnTo>
                  <a:pt x="29598" y="64468"/>
                </a:lnTo>
                <a:lnTo>
                  <a:pt x="28253" y="60438"/>
                </a:lnTo>
                <a:lnTo>
                  <a:pt x="25562" y="57752"/>
                </a:lnTo>
                <a:lnTo>
                  <a:pt x="22872" y="51037"/>
                </a:lnTo>
                <a:lnTo>
                  <a:pt x="21526" y="47008"/>
                </a:lnTo>
                <a:lnTo>
                  <a:pt x="13454" y="45665"/>
                </a:lnTo>
                <a:lnTo>
                  <a:pt x="9418" y="49694"/>
                </a:lnTo>
                <a:lnTo>
                  <a:pt x="12108" y="55066"/>
                </a:lnTo>
                <a:lnTo>
                  <a:pt x="5381" y="57752"/>
                </a:lnTo>
                <a:lnTo>
                  <a:pt x="0" y="57752"/>
                </a:lnTo>
                <a:lnTo>
                  <a:pt x="0" y="53723"/>
                </a:lnTo>
                <a:lnTo>
                  <a:pt x="2691" y="52380"/>
                </a:lnTo>
                <a:lnTo>
                  <a:pt x="5381" y="52380"/>
                </a:lnTo>
                <a:lnTo>
                  <a:pt x="5381" y="47008"/>
                </a:lnTo>
                <a:lnTo>
                  <a:pt x="6727" y="38949"/>
                </a:lnTo>
                <a:lnTo>
                  <a:pt x="13454" y="28204"/>
                </a:lnTo>
                <a:lnTo>
                  <a:pt x="17490" y="26862"/>
                </a:lnTo>
                <a:lnTo>
                  <a:pt x="22872" y="20146"/>
                </a:lnTo>
                <a:lnTo>
                  <a:pt x="26908" y="18803"/>
                </a:lnTo>
                <a:lnTo>
                  <a:pt x="25562" y="13431"/>
                </a:lnTo>
                <a:lnTo>
                  <a:pt x="20181" y="10745"/>
                </a:lnTo>
                <a:lnTo>
                  <a:pt x="24217" y="6715"/>
                </a:lnTo>
                <a:lnTo>
                  <a:pt x="29598" y="6715"/>
                </a:lnTo>
                <a:lnTo>
                  <a:pt x="30944" y="9401"/>
                </a:lnTo>
                <a:lnTo>
                  <a:pt x="36325" y="1074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608" name="Graphic 5">
            <a:extLst>
              <a:ext uri="{FF2B5EF4-FFF2-40B4-BE49-F238E27FC236}">
                <a16:creationId xmlns:a16="http://schemas.microsoft.com/office/drawing/2014/main" id="{31F9B380-4222-34BA-51EF-697F81F183F6}"/>
              </a:ext>
            </a:extLst>
          </p:cNvPr>
          <p:cNvGrpSpPr/>
          <p:nvPr/>
        </p:nvGrpSpPr>
        <p:grpSpPr>
          <a:xfrm>
            <a:off x="7181622" y="2748739"/>
            <a:ext cx="18835" cy="41635"/>
            <a:chOff x="7181622" y="2748739"/>
            <a:chExt cx="18835" cy="41635"/>
          </a:xfrm>
          <a:solidFill>
            <a:srgbClr val="E5E5E4"/>
          </a:solidFill>
        </p:grpSpPr>
        <p:sp>
          <p:nvSpPr>
            <p:cNvPr id="609" name="Freeform 608">
              <a:extLst>
                <a:ext uri="{FF2B5EF4-FFF2-40B4-BE49-F238E27FC236}">
                  <a16:creationId xmlns:a16="http://schemas.microsoft.com/office/drawing/2014/main" id="{3D7D9388-BCF8-F78A-B782-846BE178CD57}"/>
                </a:ext>
              </a:extLst>
            </p:cNvPr>
            <p:cNvSpPr/>
            <p:nvPr/>
          </p:nvSpPr>
          <p:spPr>
            <a:xfrm>
              <a:off x="7191040" y="2780973"/>
              <a:ext cx="4035" cy="9401"/>
            </a:xfrm>
            <a:custGeom>
              <a:avLst/>
              <a:gdLst>
                <a:gd name="connsiteX0" fmla="*/ 0 w 4035"/>
                <a:gd name="connsiteY0" fmla="*/ 0 h 9401"/>
                <a:gd name="connsiteX1" fmla="*/ 4036 w 4035"/>
                <a:gd name="connsiteY1" fmla="*/ 9401 h 9401"/>
                <a:gd name="connsiteX2" fmla="*/ 4036 w 4035"/>
                <a:gd name="connsiteY2" fmla="*/ 4029 h 9401"/>
                <a:gd name="connsiteX3" fmla="*/ 4036 w 4035"/>
                <a:gd name="connsiteY3" fmla="*/ 1343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9401">
                  <a:moveTo>
                    <a:pt x="0" y="0"/>
                  </a:moveTo>
                  <a:lnTo>
                    <a:pt x="4036" y="9401"/>
                  </a:lnTo>
                  <a:lnTo>
                    <a:pt x="4036" y="4029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10" name="Freeform 609">
              <a:extLst>
                <a:ext uri="{FF2B5EF4-FFF2-40B4-BE49-F238E27FC236}">
                  <a16:creationId xmlns:a16="http://schemas.microsoft.com/office/drawing/2014/main" id="{459DCBFD-FA79-7FDB-C6F8-2AD4F6E8516B}"/>
                </a:ext>
              </a:extLst>
            </p:cNvPr>
            <p:cNvSpPr/>
            <p:nvPr/>
          </p:nvSpPr>
          <p:spPr>
            <a:xfrm>
              <a:off x="7191040" y="2768885"/>
              <a:ext cx="4035" cy="5372"/>
            </a:xfrm>
            <a:custGeom>
              <a:avLst/>
              <a:gdLst>
                <a:gd name="connsiteX0" fmla="*/ 2691 w 4035"/>
                <a:gd name="connsiteY0" fmla="*/ 0 h 5372"/>
                <a:gd name="connsiteX1" fmla="*/ 0 w 4035"/>
                <a:gd name="connsiteY1" fmla="*/ 1343 h 5372"/>
                <a:gd name="connsiteX2" fmla="*/ 4036 w 4035"/>
                <a:gd name="connsiteY2" fmla="*/ 5372 h 5372"/>
                <a:gd name="connsiteX3" fmla="*/ 4036 w 4035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5372">
                  <a:moveTo>
                    <a:pt x="2691" y="0"/>
                  </a:moveTo>
                  <a:lnTo>
                    <a:pt x="0" y="1343"/>
                  </a:lnTo>
                  <a:lnTo>
                    <a:pt x="4036" y="5372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11" name="Freeform 610">
              <a:extLst>
                <a:ext uri="{FF2B5EF4-FFF2-40B4-BE49-F238E27FC236}">
                  <a16:creationId xmlns:a16="http://schemas.microsoft.com/office/drawing/2014/main" id="{CF6F8AD0-C896-3B60-AEB5-BF8250060798}"/>
                </a:ext>
              </a:extLst>
            </p:cNvPr>
            <p:cNvSpPr/>
            <p:nvPr/>
          </p:nvSpPr>
          <p:spPr>
            <a:xfrm>
              <a:off x="7181622" y="2754111"/>
              <a:ext cx="4036" cy="5372"/>
            </a:xfrm>
            <a:custGeom>
              <a:avLst/>
              <a:gdLst>
                <a:gd name="connsiteX0" fmla="*/ 0 w 4036"/>
                <a:gd name="connsiteY0" fmla="*/ 0 h 5372"/>
                <a:gd name="connsiteX1" fmla="*/ 1345 w 4036"/>
                <a:gd name="connsiteY1" fmla="*/ 4029 h 5372"/>
                <a:gd name="connsiteX2" fmla="*/ 4036 w 4036"/>
                <a:gd name="connsiteY2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5372">
                  <a:moveTo>
                    <a:pt x="0" y="0"/>
                  </a:moveTo>
                  <a:lnTo>
                    <a:pt x="1345" y="4029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12" name="Freeform 611">
              <a:extLst>
                <a:ext uri="{FF2B5EF4-FFF2-40B4-BE49-F238E27FC236}">
                  <a16:creationId xmlns:a16="http://schemas.microsoft.com/office/drawing/2014/main" id="{8B6F6676-3EFA-5849-FFE3-51D843AD4E79}"/>
                </a:ext>
              </a:extLst>
            </p:cNvPr>
            <p:cNvSpPr/>
            <p:nvPr/>
          </p:nvSpPr>
          <p:spPr>
            <a:xfrm>
              <a:off x="7197767" y="2748739"/>
              <a:ext cx="2690" cy="2686"/>
            </a:xfrm>
            <a:custGeom>
              <a:avLst/>
              <a:gdLst>
                <a:gd name="connsiteX0" fmla="*/ 0 w 2690"/>
                <a:gd name="connsiteY0" fmla="*/ 0 h 2686"/>
                <a:gd name="connsiteX1" fmla="*/ 2691 w 2690"/>
                <a:gd name="connsiteY1" fmla="*/ 2686 h 2686"/>
                <a:gd name="connsiteX2" fmla="*/ 1345 w 2690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0" y="0"/>
                  </a:moveTo>
                  <a:lnTo>
                    <a:pt x="2691" y="2686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13" name="Freeform 612">
              <a:extLst>
                <a:ext uri="{FF2B5EF4-FFF2-40B4-BE49-F238E27FC236}">
                  <a16:creationId xmlns:a16="http://schemas.microsoft.com/office/drawing/2014/main" id="{5E5C5B61-FBBB-F268-0ACA-0675713EF7F1}"/>
                </a:ext>
              </a:extLst>
            </p:cNvPr>
            <p:cNvSpPr/>
            <p:nvPr/>
          </p:nvSpPr>
          <p:spPr>
            <a:xfrm>
              <a:off x="7189695" y="2748739"/>
              <a:ext cx="8072" cy="6715"/>
            </a:xfrm>
            <a:custGeom>
              <a:avLst/>
              <a:gdLst>
                <a:gd name="connsiteX0" fmla="*/ 0 w 8072"/>
                <a:gd name="connsiteY0" fmla="*/ 0 h 6715"/>
                <a:gd name="connsiteX1" fmla="*/ 2691 w 8072"/>
                <a:gd name="connsiteY1" fmla="*/ 0 h 6715"/>
                <a:gd name="connsiteX2" fmla="*/ 8072 w 8072"/>
                <a:gd name="connsiteY2" fmla="*/ 2686 h 6715"/>
                <a:gd name="connsiteX3" fmla="*/ 8072 w 8072"/>
                <a:gd name="connsiteY3" fmla="*/ 6715 h 6715"/>
                <a:gd name="connsiteX4" fmla="*/ 4036 w 8072"/>
                <a:gd name="connsiteY4" fmla="*/ 5372 h 6715"/>
                <a:gd name="connsiteX5" fmla="*/ 0 w 8072"/>
                <a:gd name="connsiteY5" fmla="*/ 0 h 6715"/>
                <a:gd name="connsiteX6" fmla="*/ 0 w 8072"/>
                <a:gd name="connsiteY6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6715">
                  <a:moveTo>
                    <a:pt x="0" y="0"/>
                  </a:moveTo>
                  <a:lnTo>
                    <a:pt x="2691" y="0"/>
                  </a:lnTo>
                  <a:lnTo>
                    <a:pt x="8072" y="2686"/>
                  </a:lnTo>
                  <a:lnTo>
                    <a:pt x="8072" y="6715"/>
                  </a:lnTo>
                  <a:lnTo>
                    <a:pt x="4036" y="537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14" name="Freeform 613">
              <a:extLst>
                <a:ext uri="{FF2B5EF4-FFF2-40B4-BE49-F238E27FC236}">
                  <a16:creationId xmlns:a16="http://schemas.microsoft.com/office/drawing/2014/main" id="{9B7F9D88-381F-F9DD-A88C-27D2589E6267}"/>
                </a:ext>
              </a:extLst>
            </p:cNvPr>
            <p:cNvSpPr/>
            <p:nvPr/>
          </p:nvSpPr>
          <p:spPr>
            <a:xfrm>
              <a:off x="7185659" y="2748739"/>
              <a:ext cx="12108" cy="14773"/>
            </a:xfrm>
            <a:custGeom>
              <a:avLst/>
              <a:gdLst>
                <a:gd name="connsiteX0" fmla="*/ 1345 w 12108"/>
                <a:gd name="connsiteY0" fmla="*/ 0 h 14773"/>
                <a:gd name="connsiteX1" fmla="*/ 8072 w 12108"/>
                <a:gd name="connsiteY1" fmla="*/ 10745 h 14773"/>
                <a:gd name="connsiteX2" fmla="*/ 12108 w 12108"/>
                <a:gd name="connsiteY2" fmla="*/ 14774 h 14773"/>
                <a:gd name="connsiteX3" fmla="*/ 8072 w 12108"/>
                <a:gd name="connsiteY3" fmla="*/ 14774 h 14773"/>
                <a:gd name="connsiteX4" fmla="*/ 1345 w 12108"/>
                <a:gd name="connsiteY4" fmla="*/ 8058 h 14773"/>
                <a:gd name="connsiteX5" fmla="*/ 0 w 12108"/>
                <a:gd name="connsiteY5" fmla="*/ 2686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8" h="14773">
                  <a:moveTo>
                    <a:pt x="1345" y="0"/>
                  </a:moveTo>
                  <a:lnTo>
                    <a:pt x="8072" y="10745"/>
                  </a:lnTo>
                  <a:lnTo>
                    <a:pt x="12108" y="14774"/>
                  </a:lnTo>
                  <a:lnTo>
                    <a:pt x="8072" y="14774"/>
                  </a:lnTo>
                  <a:lnTo>
                    <a:pt x="1345" y="8058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615" name="Freeform 614">
            <a:extLst>
              <a:ext uri="{FF2B5EF4-FFF2-40B4-BE49-F238E27FC236}">
                <a16:creationId xmlns:a16="http://schemas.microsoft.com/office/drawing/2014/main" id="{834194D9-7444-F279-F409-3324BE8A8CA8}"/>
              </a:ext>
            </a:extLst>
          </p:cNvPr>
          <p:cNvSpPr/>
          <p:nvPr/>
        </p:nvSpPr>
        <p:spPr>
          <a:xfrm>
            <a:off x="7100900" y="3022727"/>
            <a:ext cx="103594" cy="136993"/>
          </a:xfrm>
          <a:custGeom>
            <a:avLst/>
            <a:gdLst>
              <a:gd name="connsiteX0" fmla="*/ 22872 w 103594"/>
              <a:gd name="connsiteY0" fmla="*/ 135651 h 136993"/>
              <a:gd name="connsiteX1" fmla="*/ 16145 w 103594"/>
              <a:gd name="connsiteY1" fmla="*/ 136994 h 136993"/>
              <a:gd name="connsiteX2" fmla="*/ 17490 w 103594"/>
              <a:gd name="connsiteY2" fmla="*/ 134308 h 136993"/>
              <a:gd name="connsiteX3" fmla="*/ 13454 w 103594"/>
              <a:gd name="connsiteY3" fmla="*/ 134308 h 136993"/>
              <a:gd name="connsiteX4" fmla="*/ 20181 w 103594"/>
              <a:gd name="connsiteY4" fmla="*/ 131622 h 136993"/>
              <a:gd name="connsiteX5" fmla="*/ 21526 w 103594"/>
              <a:gd name="connsiteY5" fmla="*/ 127592 h 136993"/>
              <a:gd name="connsiteX6" fmla="*/ 12109 w 103594"/>
              <a:gd name="connsiteY6" fmla="*/ 131622 h 136993"/>
              <a:gd name="connsiteX7" fmla="*/ 6727 w 103594"/>
              <a:gd name="connsiteY7" fmla="*/ 131622 h 136993"/>
              <a:gd name="connsiteX8" fmla="*/ 9418 w 103594"/>
              <a:gd name="connsiteY8" fmla="*/ 128935 h 136993"/>
              <a:gd name="connsiteX9" fmla="*/ 18836 w 103594"/>
              <a:gd name="connsiteY9" fmla="*/ 123563 h 136993"/>
              <a:gd name="connsiteX10" fmla="*/ 6727 w 103594"/>
              <a:gd name="connsiteY10" fmla="*/ 127592 h 136993"/>
              <a:gd name="connsiteX11" fmla="*/ 6727 w 103594"/>
              <a:gd name="connsiteY11" fmla="*/ 123563 h 136993"/>
              <a:gd name="connsiteX12" fmla="*/ 1345 w 103594"/>
              <a:gd name="connsiteY12" fmla="*/ 123563 h 136993"/>
              <a:gd name="connsiteX13" fmla="*/ 4036 w 103594"/>
              <a:gd name="connsiteY13" fmla="*/ 118191 h 136993"/>
              <a:gd name="connsiteX14" fmla="*/ 10763 w 103594"/>
              <a:gd name="connsiteY14" fmla="*/ 116848 h 136993"/>
              <a:gd name="connsiteX15" fmla="*/ 16145 w 103594"/>
              <a:gd name="connsiteY15" fmla="*/ 112818 h 136993"/>
              <a:gd name="connsiteX16" fmla="*/ 0 w 103594"/>
              <a:gd name="connsiteY16" fmla="*/ 114162 h 136993"/>
              <a:gd name="connsiteX17" fmla="*/ 0 w 103594"/>
              <a:gd name="connsiteY17" fmla="*/ 111475 h 136993"/>
              <a:gd name="connsiteX18" fmla="*/ 6727 w 103594"/>
              <a:gd name="connsiteY18" fmla="*/ 107446 h 136993"/>
              <a:gd name="connsiteX19" fmla="*/ 8072 w 103594"/>
              <a:gd name="connsiteY19" fmla="*/ 108789 h 136993"/>
              <a:gd name="connsiteX20" fmla="*/ 9418 w 103594"/>
              <a:gd name="connsiteY20" fmla="*/ 107446 h 136993"/>
              <a:gd name="connsiteX21" fmla="*/ 12109 w 103594"/>
              <a:gd name="connsiteY21" fmla="*/ 110132 h 136993"/>
              <a:gd name="connsiteX22" fmla="*/ 16145 w 103594"/>
              <a:gd name="connsiteY22" fmla="*/ 108789 h 136993"/>
              <a:gd name="connsiteX23" fmla="*/ 14799 w 103594"/>
              <a:gd name="connsiteY23" fmla="*/ 108789 h 136993"/>
              <a:gd name="connsiteX24" fmla="*/ 16145 w 103594"/>
              <a:gd name="connsiteY24" fmla="*/ 106103 h 136993"/>
              <a:gd name="connsiteX25" fmla="*/ 13454 w 103594"/>
              <a:gd name="connsiteY25" fmla="*/ 103417 h 136993"/>
              <a:gd name="connsiteX26" fmla="*/ 18836 w 103594"/>
              <a:gd name="connsiteY26" fmla="*/ 102074 h 136993"/>
              <a:gd name="connsiteX27" fmla="*/ 21526 w 103594"/>
              <a:gd name="connsiteY27" fmla="*/ 98045 h 136993"/>
              <a:gd name="connsiteX28" fmla="*/ 29598 w 103594"/>
              <a:gd name="connsiteY28" fmla="*/ 98045 h 136993"/>
              <a:gd name="connsiteX29" fmla="*/ 41707 w 103594"/>
              <a:gd name="connsiteY29" fmla="*/ 95358 h 136993"/>
              <a:gd name="connsiteX30" fmla="*/ 36325 w 103594"/>
              <a:gd name="connsiteY30" fmla="*/ 94015 h 136993"/>
              <a:gd name="connsiteX31" fmla="*/ 36325 w 103594"/>
              <a:gd name="connsiteY31" fmla="*/ 92672 h 136993"/>
              <a:gd name="connsiteX32" fmla="*/ 30944 w 103594"/>
              <a:gd name="connsiteY32" fmla="*/ 96702 h 136993"/>
              <a:gd name="connsiteX33" fmla="*/ 25562 w 103594"/>
              <a:gd name="connsiteY33" fmla="*/ 96702 h 136993"/>
              <a:gd name="connsiteX34" fmla="*/ 22872 w 103594"/>
              <a:gd name="connsiteY34" fmla="*/ 95358 h 136993"/>
              <a:gd name="connsiteX35" fmla="*/ 17490 w 103594"/>
              <a:gd name="connsiteY35" fmla="*/ 98045 h 136993"/>
              <a:gd name="connsiteX36" fmla="*/ 13454 w 103594"/>
              <a:gd name="connsiteY36" fmla="*/ 98045 h 136993"/>
              <a:gd name="connsiteX37" fmla="*/ 22872 w 103594"/>
              <a:gd name="connsiteY37" fmla="*/ 91329 h 136993"/>
              <a:gd name="connsiteX38" fmla="*/ 26908 w 103594"/>
              <a:gd name="connsiteY38" fmla="*/ 85957 h 136993"/>
              <a:gd name="connsiteX39" fmla="*/ 24217 w 103594"/>
              <a:gd name="connsiteY39" fmla="*/ 85957 h 136993"/>
              <a:gd name="connsiteX40" fmla="*/ 29598 w 103594"/>
              <a:gd name="connsiteY40" fmla="*/ 77899 h 136993"/>
              <a:gd name="connsiteX41" fmla="*/ 33634 w 103594"/>
              <a:gd name="connsiteY41" fmla="*/ 79241 h 136993"/>
              <a:gd name="connsiteX42" fmla="*/ 37671 w 103594"/>
              <a:gd name="connsiteY42" fmla="*/ 75212 h 136993"/>
              <a:gd name="connsiteX43" fmla="*/ 24217 w 103594"/>
              <a:gd name="connsiteY43" fmla="*/ 75212 h 136993"/>
              <a:gd name="connsiteX44" fmla="*/ 22872 w 103594"/>
              <a:gd name="connsiteY44" fmla="*/ 68497 h 136993"/>
              <a:gd name="connsiteX45" fmla="*/ 16145 w 103594"/>
              <a:gd name="connsiteY45" fmla="*/ 69840 h 136993"/>
              <a:gd name="connsiteX46" fmla="*/ 18836 w 103594"/>
              <a:gd name="connsiteY46" fmla="*/ 67154 h 136993"/>
              <a:gd name="connsiteX47" fmla="*/ 14799 w 103594"/>
              <a:gd name="connsiteY47" fmla="*/ 68497 h 136993"/>
              <a:gd name="connsiteX48" fmla="*/ 10763 w 103594"/>
              <a:gd name="connsiteY48" fmla="*/ 65811 h 136993"/>
              <a:gd name="connsiteX49" fmla="*/ 13454 w 103594"/>
              <a:gd name="connsiteY49" fmla="*/ 64468 h 136993"/>
              <a:gd name="connsiteX50" fmla="*/ 12109 w 103594"/>
              <a:gd name="connsiteY50" fmla="*/ 60438 h 136993"/>
              <a:gd name="connsiteX51" fmla="*/ 20181 w 103594"/>
              <a:gd name="connsiteY51" fmla="*/ 60438 h 136993"/>
              <a:gd name="connsiteX52" fmla="*/ 17490 w 103594"/>
              <a:gd name="connsiteY52" fmla="*/ 57752 h 136993"/>
              <a:gd name="connsiteX53" fmla="*/ 18836 w 103594"/>
              <a:gd name="connsiteY53" fmla="*/ 55066 h 136993"/>
              <a:gd name="connsiteX54" fmla="*/ 25562 w 103594"/>
              <a:gd name="connsiteY54" fmla="*/ 53723 h 136993"/>
              <a:gd name="connsiteX55" fmla="*/ 22872 w 103594"/>
              <a:gd name="connsiteY55" fmla="*/ 49694 h 136993"/>
              <a:gd name="connsiteX56" fmla="*/ 17490 w 103594"/>
              <a:gd name="connsiteY56" fmla="*/ 51037 h 136993"/>
              <a:gd name="connsiteX57" fmla="*/ 10763 w 103594"/>
              <a:gd name="connsiteY57" fmla="*/ 45665 h 136993"/>
              <a:gd name="connsiteX58" fmla="*/ 17490 w 103594"/>
              <a:gd name="connsiteY58" fmla="*/ 45665 h 136993"/>
              <a:gd name="connsiteX59" fmla="*/ 17490 w 103594"/>
              <a:gd name="connsiteY59" fmla="*/ 48351 h 136993"/>
              <a:gd name="connsiteX60" fmla="*/ 20181 w 103594"/>
              <a:gd name="connsiteY60" fmla="*/ 48351 h 136993"/>
              <a:gd name="connsiteX61" fmla="*/ 18836 w 103594"/>
              <a:gd name="connsiteY61" fmla="*/ 44322 h 136993"/>
              <a:gd name="connsiteX62" fmla="*/ 17490 w 103594"/>
              <a:gd name="connsiteY62" fmla="*/ 42978 h 136993"/>
              <a:gd name="connsiteX63" fmla="*/ 17490 w 103594"/>
              <a:gd name="connsiteY63" fmla="*/ 38949 h 136993"/>
              <a:gd name="connsiteX64" fmla="*/ 13454 w 103594"/>
              <a:gd name="connsiteY64" fmla="*/ 41635 h 136993"/>
              <a:gd name="connsiteX65" fmla="*/ 14799 w 103594"/>
              <a:gd name="connsiteY65" fmla="*/ 34920 h 136993"/>
              <a:gd name="connsiteX66" fmla="*/ 21526 w 103594"/>
              <a:gd name="connsiteY66" fmla="*/ 36263 h 136993"/>
              <a:gd name="connsiteX67" fmla="*/ 21526 w 103594"/>
              <a:gd name="connsiteY67" fmla="*/ 34920 h 136993"/>
              <a:gd name="connsiteX68" fmla="*/ 33634 w 103594"/>
              <a:gd name="connsiteY68" fmla="*/ 36263 h 136993"/>
              <a:gd name="connsiteX69" fmla="*/ 34980 w 103594"/>
              <a:gd name="connsiteY69" fmla="*/ 40292 h 136993"/>
              <a:gd name="connsiteX70" fmla="*/ 37671 w 103594"/>
              <a:gd name="connsiteY70" fmla="*/ 37606 h 136993"/>
              <a:gd name="connsiteX71" fmla="*/ 41707 w 103594"/>
              <a:gd name="connsiteY71" fmla="*/ 38949 h 136993"/>
              <a:gd name="connsiteX72" fmla="*/ 49779 w 103594"/>
              <a:gd name="connsiteY72" fmla="*/ 37606 h 136993"/>
              <a:gd name="connsiteX73" fmla="*/ 47088 w 103594"/>
              <a:gd name="connsiteY73" fmla="*/ 34920 h 136993"/>
              <a:gd name="connsiteX74" fmla="*/ 53815 w 103594"/>
              <a:gd name="connsiteY74" fmla="*/ 32234 h 136993"/>
              <a:gd name="connsiteX75" fmla="*/ 60542 w 103594"/>
              <a:gd name="connsiteY75" fmla="*/ 25518 h 136993"/>
              <a:gd name="connsiteX76" fmla="*/ 56506 w 103594"/>
              <a:gd name="connsiteY76" fmla="*/ 25518 h 136993"/>
              <a:gd name="connsiteX77" fmla="*/ 52470 w 103594"/>
              <a:gd name="connsiteY77" fmla="*/ 26862 h 136993"/>
              <a:gd name="connsiteX78" fmla="*/ 53815 w 103594"/>
              <a:gd name="connsiteY78" fmla="*/ 25518 h 136993"/>
              <a:gd name="connsiteX79" fmla="*/ 47088 w 103594"/>
              <a:gd name="connsiteY79" fmla="*/ 25518 h 136993"/>
              <a:gd name="connsiteX80" fmla="*/ 45743 w 103594"/>
              <a:gd name="connsiteY80" fmla="*/ 21489 h 136993"/>
              <a:gd name="connsiteX81" fmla="*/ 51125 w 103594"/>
              <a:gd name="connsiteY81" fmla="*/ 20146 h 136993"/>
              <a:gd name="connsiteX82" fmla="*/ 51125 w 103594"/>
              <a:gd name="connsiteY82" fmla="*/ 18803 h 136993"/>
              <a:gd name="connsiteX83" fmla="*/ 55161 w 103594"/>
              <a:gd name="connsiteY83" fmla="*/ 18803 h 136993"/>
              <a:gd name="connsiteX84" fmla="*/ 55161 w 103594"/>
              <a:gd name="connsiteY84" fmla="*/ 16117 h 136993"/>
              <a:gd name="connsiteX85" fmla="*/ 52470 w 103594"/>
              <a:gd name="connsiteY85" fmla="*/ 14774 h 136993"/>
              <a:gd name="connsiteX86" fmla="*/ 53815 w 103594"/>
              <a:gd name="connsiteY86" fmla="*/ 10745 h 136993"/>
              <a:gd name="connsiteX87" fmla="*/ 56506 w 103594"/>
              <a:gd name="connsiteY87" fmla="*/ 10745 h 136993"/>
              <a:gd name="connsiteX88" fmla="*/ 56506 w 103594"/>
              <a:gd name="connsiteY88" fmla="*/ 6715 h 136993"/>
              <a:gd name="connsiteX89" fmla="*/ 63233 w 103594"/>
              <a:gd name="connsiteY89" fmla="*/ 5372 h 136993"/>
              <a:gd name="connsiteX90" fmla="*/ 65924 w 103594"/>
              <a:gd name="connsiteY90" fmla="*/ 8058 h 136993"/>
              <a:gd name="connsiteX91" fmla="*/ 69960 w 103594"/>
              <a:gd name="connsiteY91" fmla="*/ 8058 h 136993"/>
              <a:gd name="connsiteX92" fmla="*/ 67269 w 103594"/>
              <a:gd name="connsiteY92" fmla="*/ 4029 h 136993"/>
              <a:gd name="connsiteX93" fmla="*/ 71305 w 103594"/>
              <a:gd name="connsiteY93" fmla="*/ 4029 h 136993"/>
              <a:gd name="connsiteX94" fmla="*/ 73996 w 103594"/>
              <a:gd name="connsiteY94" fmla="*/ 8058 h 136993"/>
              <a:gd name="connsiteX95" fmla="*/ 71305 w 103594"/>
              <a:gd name="connsiteY95" fmla="*/ 10745 h 136993"/>
              <a:gd name="connsiteX96" fmla="*/ 71305 w 103594"/>
              <a:gd name="connsiteY96" fmla="*/ 14774 h 136993"/>
              <a:gd name="connsiteX97" fmla="*/ 73996 w 103594"/>
              <a:gd name="connsiteY97" fmla="*/ 9401 h 136993"/>
              <a:gd name="connsiteX98" fmla="*/ 73996 w 103594"/>
              <a:gd name="connsiteY98" fmla="*/ 2686 h 136993"/>
              <a:gd name="connsiteX99" fmla="*/ 79378 w 103594"/>
              <a:gd name="connsiteY99" fmla="*/ 2686 h 136993"/>
              <a:gd name="connsiteX100" fmla="*/ 76687 w 103594"/>
              <a:gd name="connsiteY100" fmla="*/ 0 h 136993"/>
              <a:gd name="connsiteX101" fmla="*/ 80723 w 103594"/>
              <a:gd name="connsiteY101" fmla="*/ 2686 h 136993"/>
              <a:gd name="connsiteX102" fmla="*/ 86104 w 103594"/>
              <a:gd name="connsiteY102" fmla="*/ 5372 h 136993"/>
              <a:gd name="connsiteX103" fmla="*/ 82068 w 103594"/>
              <a:gd name="connsiteY103" fmla="*/ 8058 h 136993"/>
              <a:gd name="connsiteX104" fmla="*/ 76687 w 103594"/>
              <a:gd name="connsiteY104" fmla="*/ 12088 h 136993"/>
              <a:gd name="connsiteX105" fmla="*/ 79378 w 103594"/>
              <a:gd name="connsiteY105" fmla="*/ 12088 h 136993"/>
              <a:gd name="connsiteX106" fmla="*/ 76687 w 103594"/>
              <a:gd name="connsiteY106" fmla="*/ 14774 h 136993"/>
              <a:gd name="connsiteX107" fmla="*/ 72651 w 103594"/>
              <a:gd name="connsiteY107" fmla="*/ 16117 h 136993"/>
              <a:gd name="connsiteX108" fmla="*/ 71305 w 103594"/>
              <a:gd name="connsiteY108" fmla="*/ 21489 h 136993"/>
              <a:gd name="connsiteX109" fmla="*/ 65924 w 103594"/>
              <a:gd name="connsiteY109" fmla="*/ 21489 h 136993"/>
              <a:gd name="connsiteX110" fmla="*/ 60542 w 103594"/>
              <a:gd name="connsiteY110" fmla="*/ 33577 h 136993"/>
              <a:gd name="connsiteX111" fmla="*/ 71305 w 103594"/>
              <a:gd name="connsiteY111" fmla="*/ 42978 h 136993"/>
              <a:gd name="connsiteX112" fmla="*/ 75341 w 103594"/>
              <a:gd name="connsiteY112" fmla="*/ 42978 h 136993"/>
              <a:gd name="connsiteX113" fmla="*/ 76687 w 103594"/>
              <a:gd name="connsiteY113" fmla="*/ 36263 h 136993"/>
              <a:gd name="connsiteX114" fmla="*/ 79378 w 103594"/>
              <a:gd name="connsiteY114" fmla="*/ 33577 h 136993"/>
              <a:gd name="connsiteX115" fmla="*/ 87449 w 103594"/>
              <a:gd name="connsiteY115" fmla="*/ 37606 h 136993"/>
              <a:gd name="connsiteX116" fmla="*/ 91486 w 103594"/>
              <a:gd name="connsiteY116" fmla="*/ 47008 h 136993"/>
              <a:gd name="connsiteX117" fmla="*/ 95522 w 103594"/>
              <a:gd name="connsiteY117" fmla="*/ 48351 h 136993"/>
              <a:gd name="connsiteX118" fmla="*/ 102249 w 103594"/>
              <a:gd name="connsiteY118" fmla="*/ 51037 h 136993"/>
              <a:gd name="connsiteX119" fmla="*/ 98213 w 103594"/>
              <a:gd name="connsiteY119" fmla="*/ 51037 h 136993"/>
              <a:gd name="connsiteX120" fmla="*/ 96867 w 103594"/>
              <a:gd name="connsiteY120" fmla="*/ 53723 h 136993"/>
              <a:gd name="connsiteX121" fmla="*/ 100903 w 103594"/>
              <a:gd name="connsiteY121" fmla="*/ 56409 h 136993"/>
              <a:gd name="connsiteX122" fmla="*/ 99558 w 103594"/>
              <a:gd name="connsiteY122" fmla="*/ 61781 h 136993"/>
              <a:gd name="connsiteX123" fmla="*/ 102249 w 103594"/>
              <a:gd name="connsiteY123" fmla="*/ 67154 h 136993"/>
              <a:gd name="connsiteX124" fmla="*/ 102249 w 103594"/>
              <a:gd name="connsiteY124" fmla="*/ 72526 h 136993"/>
              <a:gd name="connsiteX125" fmla="*/ 99558 w 103594"/>
              <a:gd name="connsiteY125" fmla="*/ 75212 h 136993"/>
              <a:gd name="connsiteX126" fmla="*/ 102249 w 103594"/>
              <a:gd name="connsiteY126" fmla="*/ 76555 h 136993"/>
              <a:gd name="connsiteX127" fmla="*/ 103594 w 103594"/>
              <a:gd name="connsiteY127" fmla="*/ 88643 h 136993"/>
              <a:gd name="connsiteX128" fmla="*/ 102249 w 103594"/>
              <a:gd name="connsiteY128" fmla="*/ 94015 h 136993"/>
              <a:gd name="connsiteX129" fmla="*/ 98213 w 103594"/>
              <a:gd name="connsiteY129" fmla="*/ 98045 h 136993"/>
              <a:gd name="connsiteX130" fmla="*/ 99558 w 103594"/>
              <a:gd name="connsiteY130" fmla="*/ 102074 h 136993"/>
              <a:gd name="connsiteX131" fmla="*/ 95522 w 103594"/>
              <a:gd name="connsiteY131" fmla="*/ 107446 h 136993"/>
              <a:gd name="connsiteX132" fmla="*/ 91486 w 103594"/>
              <a:gd name="connsiteY132" fmla="*/ 108789 h 136993"/>
              <a:gd name="connsiteX133" fmla="*/ 96867 w 103594"/>
              <a:gd name="connsiteY133" fmla="*/ 115504 h 136993"/>
              <a:gd name="connsiteX134" fmla="*/ 90140 w 103594"/>
              <a:gd name="connsiteY134" fmla="*/ 115504 h 136993"/>
              <a:gd name="connsiteX135" fmla="*/ 86104 w 103594"/>
              <a:gd name="connsiteY135" fmla="*/ 114162 h 136993"/>
              <a:gd name="connsiteX136" fmla="*/ 83414 w 103594"/>
              <a:gd name="connsiteY136" fmla="*/ 116848 h 136993"/>
              <a:gd name="connsiteX137" fmla="*/ 80723 w 103594"/>
              <a:gd name="connsiteY137" fmla="*/ 112818 h 136993"/>
              <a:gd name="connsiteX138" fmla="*/ 79378 w 103594"/>
              <a:gd name="connsiteY138" fmla="*/ 116848 h 136993"/>
              <a:gd name="connsiteX139" fmla="*/ 65924 w 103594"/>
              <a:gd name="connsiteY139" fmla="*/ 118191 h 136993"/>
              <a:gd name="connsiteX140" fmla="*/ 64578 w 103594"/>
              <a:gd name="connsiteY140" fmla="*/ 123563 h 136993"/>
              <a:gd name="connsiteX141" fmla="*/ 60542 w 103594"/>
              <a:gd name="connsiteY141" fmla="*/ 122220 h 136993"/>
              <a:gd name="connsiteX142" fmla="*/ 56506 w 103594"/>
              <a:gd name="connsiteY142" fmla="*/ 127592 h 136993"/>
              <a:gd name="connsiteX143" fmla="*/ 51125 w 103594"/>
              <a:gd name="connsiteY143" fmla="*/ 127592 h 136993"/>
              <a:gd name="connsiteX144" fmla="*/ 52470 w 103594"/>
              <a:gd name="connsiteY144" fmla="*/ 124906 h 136993"/>
              <a:gd name="connsiteX145" fmla="*/ 47088 w 103594"/>
              <a:gd name="connsiteY145" fmla="*/ 124906 h 136993"/>
              <a:gd name="connsiteX146" fmla="*/ 49779 w 103594"/>
              <a:gd name="connsiteY146" fmla="*/ 128935 h 136993"/>
              <a:gd name="connsiteX147" fmla="*/ 43052 w 103594"/>
              <a:gd name="connsiteY147" fmla="*/ 134308 h 136993"/>
              <a:gd name="connsiteX148" fmla="*/ 34980 w 103594"/>
              <a:gd name="connsiteY148" fmla="*/ 135651 h 136993"/>
              <a:gd name="connsiteX149" fmla="*/ 25562 w 103594"/>
              <a:gd name="connsiteY149" fmla="*/ 136994 h 13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03594" h="136993">
                <a:moveTo>
                  <a:pt x="22872" y="135651"/>
                </a:moveTo>
                <a:lnTo>
                  <a:pt x="16145" y="136994"/>
                </a:lnTo>
                <a:lnTo>
                  <a:pt x="17490" y="134308"/>
                </a:lnTo>
                <a:lnTo>
                  <a:pt x="13454" y="134308"/>
                </a:lnTo>
                <a:lnTo>
                  <a:pt x="20181" y="131622"/>
                </a:lnTo>
                <a:lnTo>
                  <a:pt x="21526" y="127592"/>
                </a:lnTo>
                <a:lnTo>
                  <a:pt x="12109" y="131622"/>
                </a:lnTo>
                <a:lnTo>
                  <a:pt x="6727" y="131622"/>
                </a:lnTo>
                <a:lnTo>
                  <a:pt x="9418" y="128935"/>
                </a:lnTo>
                <a:lnTo>
                  <a:pt x="18836" y="123563"/>
                </a:lnTo>
                <a:lnTo>
                  <a:pt x="6727" y="127592"/>
                </a:lnTo>
                <a:lnTo>
                  <a:pt x="6727" y="123563"/>
                </a:lnTo>
                <a:lnTo>
                  <a:pt x="1345" y="123563"/>
                </a:lnTo>
                <a:lnTo>
                  <a:pt x="4036" y="118191"/>
                </a:lnTo>
                <a:lnTo>
                  <a:pt x="10763" y="116848"/>
                </a:lnTo>
                <a:lnTo>
                  <a:pt x="16145" y="112818"/>
                </a:lnTo>
                <a:lnTo>
                  <a:pt x="0" y="114162"/>
                </a:lnTo>
                <a:lnTo>
                  <a:pt x="0" y="111475"/>
                </a:lnTo>
                <a:lnTo>
                  <a:pt x="6727" y="107446"/>
                </a:lnTo>
                <a:lnTo>
                  <a:pt x="8072" y="108789"/>
                </a:lnTo>
                <a:lnTo>
                  <a:pt x="9418" y="107446"/>
                </a:lnTo>
                <a:lnTo>
                  <a:pt x="12109" y="110132"/>
                </a:lnTo>
                <a:lnTo>
                  <a:pt x="16145" y="108789"/>
                </a:lnTo>
                <a:lnTo>
                  <a:pt x="14799" y="108789"/>
                </a:lnTo>
                <a:lnTo>
                  <a:pt x="16145" y="106103"/>
                </a:lnTo>
                <a:lnTo>
                  <a:pt x="13454" y="103417"/>
                </a:lnTo>
                <a:lnTo>
                  <a:pt x="18836" y="102074"/>
                </a:lnTo>
                <a:lnTo>
                  <a:pt x="21526" y="98045"/>
                </a:lnTo>
                <a:lnTo>
                  <a:pt x="29598" y="98045"/>
                </a:lnTo>
                <a:lnTo>
                  <a:pt x="41707" y="95358"/>
                </a:lnTo>
                <a:lnTo>
                  <a:pt x="36325" y="94015"/>
                </a:lnTo>
                <a:lnTo>
                  <a:pt x="36325" y="92672"/>
                </a:lnTo>
                <a:lnTo>
                  <a:pt x="30944" y="96702"/>
                </a:lnTo>
                <a:lnTo>
                  <a:pt x="25562" y="96702"/>
                </a:lnTo>
                <a:lnTo>
                  <a:pt x="22872" y="95358"/>
                </a:lnTo>
                <a:lnTo>
                  <a:pt x="17490" y="98045"/>
                </a:lnTo>
                <a:lnTo>
                  <a:pt x="13454" y="98045"/>
                </a:lnTo>
                <a:lnTo>
                  <a:pt x="22872" y="91329"/>
                </a:lnTo>
                <a:lnTo>
                  <a:pt x="26908" y="85957"/>
                </a:lnTo>
                <a:lnTo>
                  <a:pt x="24217" y="85957"/>
                </a:lnTo>
                <a:lnTo>
                  <a:pt x="29598" y="77899"/>
                </a:lnTo>
                <a:lnTo>
                  <a:pt x="33634" y="79241"/>
                </a:lnTo>
                <a:lnTo>
                  <a:pt x="37671" y="75212"/>
                </a:lnTo>
                <a:lnTo>
                  <a:pt x="24217" y="75212"/>
                </a:lnTo>
                <a:lnTo>
                  <a:pt x="22872" y="68497"/>
                </a:lnTo>
                <a:lnTo>
                  <a:pt x="16145" y="69840"/>
                </a:lnTo>
                <a:lnTo>
                  <a:pt x="18836" y="67154"/>
                </a:lnTo>
                <a:lnTo>
                  <a:pt x="14799" y="68497"/>
                </a:lnTo>
                <a:lnTo>
                  <a:pt x="10763" y="65811"/>
                </a:lnTo>
                <a:lnTo>
                  <a:pt x="13454" y="64468"/>
                </a:lnTo>
                <a:lnTo>
                  <a:pt x="12109" y="60438"/>
                </a:lnTo>
                <a:lnTo>
                  <a:pt x="20181" y="60438"/>
                </a:lnTo>
                <a:lnTo>
                  <a:pt x="17490" y="57752"/>
                </a:lnTo>
                <a:lnTo>
                  <a:pt x="18836" y="55066"/>
                </a:lnTo>
                <a:lnTo>
                  <a:pt x="25562" y="53723"/>
                </a:lnTo>
                <a:lnTo>
                  <a:pt x="22872" y="49694"/>
                </a:lnTo>
                <a:lnTo>
                  <a:pt x="17490" y="51037"/>
                </a:lnTo>
                <a:lnTo>
                  <a:pt x="10763" y="45665"/>
                </a:lnTo>
                <a:lnTo>
                  <a:pt x="17490" y="45665"/>
                </a:lnTo>
                <a:lnTo>
                  <a:pt x="17490" y="48351"/>
                </a:lnTo>
                <a:lnTo>
                  <a:pt x="20181" y="48351"/>
                </a:lnTo>
                <a:lnTo>
                  <a:pt x="18836" y="44322"/>
                </a:lnTo>
                <a:lnTo>
                  <a:pt x="17490" y="42978"/>
                </a:lnTo>
                <a:lnTo>
                  <a:pt x="17490" y="38949"/>
                </a:lnTo>
                <a:lnTo>
                  <a:pt x="13454" y="41635"/>
                </a:lnTo>
                <a:lnTo>
                  <a:pt x="14799" y="34920"/>
                </a:lnTo>
                <a:lnTo>
                  <a:pt x="21526" y="36263"/>
                </a:lnTo>
                <a:lnTo>
                  <a:pt x="21526" y="34920"/>
                </a:lnTo>
                <a:lnTo>
                  <a:pt x="33634" y="36263"/>
                </a:lnTo>
                <a:lnTo>
                  <a:pt x="34980" y="40292"/>
                </a:lnTo>
                <a:lnTo>
                  <a:pt x="37671" y="37606"/>
                </a:lnTo>
                <a:lnTo>
                  <a:pt x="41707" y="38949"/>
                </a:lnTo>
                <a:lnTo>
                  <a:pt x="49779" y="37606"/>
                </a:lnTo>
                <a:lnTo>
                  <a:pt x="47088" y="34920"/>
                </a:lnTo>
                <a:lnTo>
                  <a:pt x="53815" y="32234"/>
                </a:lnTo>
                <a:lnTo>
                  <a:pt x="60542" y="25518"/>
                </a:lnTo>
                <a:lnTo>
                  <a:pt x="56506" y="25518"/>
                </a:lnTo>
                <a:lnTo>
                  <a:pt x="52470" y="26862"/>
                </a:lnTo>
                <a:lnTo>
                  <a:pt x="53815" y="25518"/>
                </a:lnTo>
                <a:lnTo>
                  <a:pt x="47088" y="25518"/>
                </a:lnTo>
                <a:lnTo>
                  <a:pt x="45743" y="21489"/>
                </a:lnTo>
                <a:lnTo>
                  <a:pt x="51125" y="20146"/>
                </a:lnTo>
                <a:lnTo>
                  <a:pt x="51125" y="18803"/>
                </a:lnTo>
                <a:lnTo>
                  <a:pt x="55161" y="18803"/>
                </a:lnTo>
                <a:lnTo>
                  <a:pt x="55161" y="16117"/>
                </a:lnTo>
                <a:lnTo>
                  <a:pt x="52470" y="14774"/>
                </a:lnTo>
                <a:lnTo>
                  <a:pt x="53815" y="10745"/>
                </a:lnTo>
                <a:lnTo>
                  <a:pt x="56506" y="10745"/>
                </a:lnTo>
                <a:lnTo>
                  <a:pt x="56506" y="6715"/>
                </a:lnTo>
                <a:lnTo>
                  <a:pt x="63233" y="5372"/>
                </a:lnTo>
                <a:lnTo>
                  <a:pt x="65924" y="8058"/>
                </a:lnTo>
                <a:lnTo>
                  <a:pt x="69960" y="8058"/>
                </a:lnTo>
                <a:lnTo>
                  <a:pt x="67269" y="4029"/>
                </a:lnTo>
                <a:lnTo>
                  <a:pt x="71305" y="4029"/>
                </a:lnTo>
                <a:lnTo>
                  <a:pt x="73996" y="8058"/>
                </a:lnTo>
                <a:lnTo>
                  <a:pt x="71305" y="10745"/>
                </a:lnTo>
                <a:lnTo>
                  <a:pt x="71305" y="14774"/>
                </a:lnTo>
                <a:lnTo>
                  <a:pt x="73996" y="9401"/>
                </a:lnTo>
                <a:lnTo>
                  <a:pt x="73996" y="2686"/>
                </a:lnTo>
                <a:lnTo>
                  <a:pt x="79378" y="2686"/>
                </a:lnTo>
                <a:lnTo>
                  <a:pt x="76687" y="0"/>
                </a:lnTo>
                <a:lnTo>
                  <a:pt x="80723" y="2686"/>
                </a:lnTo>
                <a:lnTo>
                  <a:pt x="86104" y="5372"/>
                </a:lnTo>
                <a:lnTo>
                  <a:pt x="82068" y="8058"/>
                </a:lnTo>
                <a:lnTo>
                  <a:pt x="76687" y="12088"/>
                </a:lnTo>
                <a:lnTo>
                  <a:pt x="79378" y="12088"/>
                </a:lnTo>
                <a:lnTo>
                  <a:pt x="76687" y="14774"/>
                </a:lnTo>
                <a:lnTo>
                  <a:pt x="72651" y="16117"/>
                </a:lnTo>
                <a:lnTo>
                  <a:pt x="71305" y="21489"/>
                </a:lnTo>
                <a:lnTo>
                  <a:pt x="65924" y="21489"/>
                </a:lnTo>
                <a:lnTo>
                  <a:pt x="60542" y="33577"/>
                </a:lnTo>
                <a:lnTo>
                  <a:pt x="71305" y="42978"/>
                </a:lnTo>
                <a:lnTo>
                  <a:pt x="75341" y="42978"/>
                </a:lnTo>
                <a:lnTo>
                  <a:pt x="76687" y="36263"/>
                </a:lnTo>
                <a:lnTo>
                  <a:pt x="79378" y="33577"/>
                </a:lnTo>
                <a:lnTo>
                  <a:pt x="87449" y="37606"/>
                </a:lnTo>
                <a:lnTo>
                  <a:pt x="91486" y="47008"/>
                </a:lnTo>
                <a:lnTo>
                  <a:pt x="95522" y="48351"/>
                </a:lnTo>
                <a:lnTo>
                  <a:pt x="102249" y="51037"/>
                </a:lnTo>
                <a:lnTo>
                  <a:pt x="98213" y="51037"/>
                </a:lnTo>
                <a:lnTo>
                  <a:pt x="96867" y="53723"/>
                </a:lnTo>
                <a:lnTo>
                  <a:pt x="100903" y="56409"/>
                </a:lnTo>
                <a:lnTo>
                  <a:pt x="99558" y="61781"/>
                </a:lnTo>
                <a:lnTo>
                  <a:pt x="102249" y="67154"/>
                </a:lnTo>
                <a:lnTo>
                  <a:pt x="102249" y="72526"/>
                </a:lnTo>
                <a:lnTo>
                  <a:pt x="99558" y="75212"/>
                </a:lnTo>
                <a:lnTo>
                  <a:pt x="102249" y="76555"/>
                </a:lnTo>
                <a:lnTo>
                  <a:pt x="103594" y="88643"/>
                </a:lnTo>
                <a:lnTo>
                  <a:pt x="102249" y="94015"/>
                </a:lnTo>
                <a:lnTo>
                  <a:pt x="98213" y="98045"/>
                </a:lnTo>
                <a:lnTo>
                  <a:pt x="99558" y="102074"/>
                </a:lnTo>
                <a:lnTo>
                  <a:pt x="95522" y="107446"/>
                </a:lnTo>
                <a:lnTo>
                  <a:pt x="91486" y="108789"/>
                </a:lnTo>
                <a:lnTo>
                  <a:pt x="96867" y="115504"/>
                </a:lnTo>
                <a:lnTo>
                  <a:pt x="90140" y="115504"/>
                </a:lnTo>
                <a:lnTo>
                  <a:pt x="86104" y="114162"/>
                </a:lnTo>
                <a:lnTo>
                  <a:pt x="83414" y="116848"/>
                </a:lnTo>
                <a:lnTo>
                  <a:pt x="80723" y="112818"/>
                </a:lnTo>
                <a:lnTo>
                  <a:pt x="79378" y="116848"/>
                </a:lnTo>
                <a:lnTo>
                  <a:pt x="65924" y="118191"/>
                </a:lnTo>
                <a:lnTo>
                  <a:pt x="64578" y="123563"/>
                </a:lnTo>
                <a:lnTo>
                  <a:pt x="60542" y="122220"/>
                </a:lnTo>
                <a:lnTo>
                  <a:pt x="56506" y="127592"/>
                </a:lnTo>
                <a:lnTo>
                  <a:pt x="51125" y="127592"/>
                </a:lnTo>
                <a:lnTo>
                  <a:pt x="52470" y="124906"/>
                </a:lnTo>
                <a:lnTo>
                  <a:pt x="47088" y="124906"/>
                </a:lnTo>
                <a:lnTo>
                  <a:pt x="49779" y="128935"/>
                </a:lnTo>
                <a:lnTo>
                  <a:pt x="43052" y="134308"/>
                </a:lnTo>
                <a:lnTo>
                  <a:pt x="34980" y="135651"/>
                </a:lnTo>
                <a:lnTo>
                  <a:pt x="25562" y="136994"/>
                </a:lnTo>
                <a:close/>
              </a:path>
            </a:pathLst>
          </a:custGeom>
          <a:solidFill>
            <a:srgbClr val="72C3BE"/>
          </a:solidFill>
          <a:ln w="336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16" name="Freeform 615">
            <a:extLst>
              <a:ext uri="{FF2B5EF4-FFF2-40B4-BE49-F238E27FC236}">
                <a16:creationId xmlns:a16="http://schemas.microsoft.com/office/drawing/2014/main" id="{20565ADE-FE1F-7214-9554-1406647D9CEF}"/>
              </a:ext>
            </a:extLst>
          </p:cNvPr>
          <p:cNvSpPr/>
          <p:nvPr/>
        </p:nvSpPr>
        <p:spPr>
          <a:xfrm>
            <a:off x="7699592" y="3662031"/>
            <a:ext cx="8072" cy="8058"/>
          </a:xfrm>
          <a:custGeom>
            <a:avLst/>
            <a:gdLst>
              <a:gd name="connsiteX0" fmla="*/ 8072 w 8072"/>
              <a:gd name="connsiteY0" fmla="*/ 1343 h 8058"/>
              <a:gd name="connsiteX1" fmla="*/ 8072 w 8072"/>
              <a:gd name="connsiteY1" fmla="*/ 5372 h 8058"/>
              <a:gd name="connsiteX2" fmla="*/ 4036 w 8072"/>
              <a:gd name="connsiteY2" fmla="*/ 8059 h 8058"/>
              <a:gd name="connsiteX3" fmla="*/ 0 w 8072"/>
              <a:gd name="connsiteY3" fmla="*/ 4029 h 8058"/>
              <a:gd name="connsiteX4" fmla="*/ 0 w 8072"/>
              <a:gd name="connsiteY4" fmla="*/ 0 h 8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2" h="8058">
                <a:moveTo>
                  <a:pt x="8072" y="1343"/>
                </a:moveTo>
                <a:lnTo>
                  <a:pt x="8072" y="5372"/>
                </a:lnTo>
                <a:lnTo>
                  <a:pt x="4036" y="8059"/>
                </a:lnTo>
                <a:lnTo>
                  <a:pt x="0" y="4029"/>
                </a:lnTo>
                <a:lnTo>
                  <a:pt x="0" y="0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617" name="Graphic 5">
            <a:extLst>
              <a:ext uri="{FF2B5EF4-FFF2-40B4-BE49-F238E27FC236}">
                <a16:creationId xmlns:a16="http://schemas.microsoft.com/office/drawing/2014/main" id="{E86663BB-BDE9-52FB-72CA-0F38AACE0765}"/>
              </a:ext>
            </a:extLst>
          </p:cNvPr>
          <p:cNvGrpSpPr/>
          <p:nvPr/>
        </p:nvGrpSpPr>
        <p:grpSpPr>
          <a:xfrm>
            <a:off x="7500477" y="3308802"/>
            <a:ext cx="295982" cy="333082"/>
            <a:chOff x="7500477" y="3308802"/>
            <a:chExt cx="295982" cy="333082"/>
          </a:xfrm>
          <a:solidFill>
            <a:srgbClr val="E5E5E4"/>
          </a:solidFill>
        </p:grpSpPr>
        <p:sp>
          <p:nvSpPr>
            <p:cNvPr id="618" name="Freeform 617">
              <a:extLst>
                <a:ext uri="{FF2B5EF4-FFF2-40B4-BE49-F238E27FC236}">
                  <a16:creationId xmlns:a16="http://schemas.microsoft.com/office/drawing/2014/main" id="{30D7A580-6264-849F-E86A-796AC6BD00E8}"/>
                </a:ext>
              </a:extLst>
            </p:cNvPr>
            <p:cNvSpPr/>
            <p:nvPr/>
          </p:nvSpPr>
          <p:spPr>
            <a:xfrm>
              <a:off x="7500477" y="3308802"/>
              <a:ext cx="295982" cy="295476"/>
            </a:xfrm>
            <a:custGeom>
              <a:avLst/>
              <a:gdLst>
                <a:gd name="connsiteX0" fmla="*/ 21526 w 295982"/>
                <a:gd name="connsiteY0" fmla="*/ 106103 h 295476"/>
                <a:gd name="connsiteX1" fmla="*/ 20181 w 295982"/>
                <a:gd name="connsiteY1" fmla="*/ 100731 h 295476"/>
                <a:gd name="connsiteX2" fmla="*/ 22872 w 295982"/>
                <a:gd name="connsiteY2" fmla="*/ 92672 h 295476"/>
                <a:gd name="connsiteX3" fmla="*/ 14799 w 295982"/>
                <a:gd name="connsiteY3" fmla="*/ 92672 h 295476"/>
                <a:gd name="connsiteX4" fmla="*/ 6727 w 295982"/>
                <a:gd name="connsiteY4" fmla="*/ 87300 h 295476"/>
                <a:gd name="connsiteX5" fmla="*/ 5381 w 295982"/>
                <a:gd name="connsiteY5" fmla="*/ 73869 h 295476"/>
                <a:gd name="connsiteX6" fmla="*/ 0 w 295982"/>
                <a:gd name="connsiteY6" fmla="*/ 67154 h 295476"/>
                <a:gd name="connsiteX7" fmla="*/ 2691 w 295982"/>
                <a:gd name="connsiteY7" fmla="*/ 63125 h 295476"/>
                <a:gd name="connsiteX8" fmla="*/ 9418 w 295982"/>
                <a:gd name="connsiteY8" fmla="*/ 61781 h 295476"/>
                <a:gd name="connsiteX9" fmla="*/ 10763 w 295982"/>
                <a:gd name="connsiteY9" fmla="*/ 53723 h 295476"/>
                <a:gd name="connsiteX10" fmla="*/ 5381 w 295982"/>
                <a:gd name="connsiteY10" fmla="*/ 48351 h 295476"/>
                <a:gd name="connsiteX11" fmla="*/ 5381 w 295982"/>
                <a:gd name="connsiteY11" fmla="*/ 42978 h 295476"/>
                <a:gd name="connsiteX12" fmla="*/ 6727 w 295982"/>
                <a:gd name="connsiteY12" fmla="*/ 40292 h 295476"/>
                <a:gd name="connsiteX13" fmla="*/ 13454 w 295982"/>
                <a:gd name="connsiteY13" fmla="*/ 42978 h 295476"/>
                <a:gd name="connsiteX14" fmla="*/ 22872 w 295982"/>
                <a:gd name="connsiteY14" fmla="*/ 34920 h 295476"/>
                <a:gd name="connsiteX15" fmla="*/ 29598 w 295982"/>
                <a:gd name="connsiteY15" fmla="*/ 37606 h 295476"/>
                <a:gd name="connsiteX16" fmla="*/ 39016 w 295982"/>
                <a:gd name="connsiteY16" fmla="*/ 21489 h 295476"/>
                <a:gd name="connsiteX17" fmla="*/ 45743 w 295982"/>
                <a:gd name="connsiteY17" fmla="*/ 25518 h 295476"/>
                <a:gd name="connsiteX18" fmla="*/ 44397 w 295982"/>
                <a:gd name="connsiteY18" fmla="*/ 30891 h 295476"/>
                <a:gd name="connsiteX19" fmla="*/ 52470 w 295982"/>
                <a:gd name="connsiteY19" fmla="*/ 34920 h 295476"/>
                <a:gd name="connsiteX20" fmla="*/ 55161 w 295982"/>
                <a:gd name="connsiteY20" fmla="*/ 40292 h 295476"/>
                <a:gd name="connsiteX21" fmla="*/ 60542 w 295982"/>
                <a:gd name="connsiteY21" fmla="*/ 30891 h 295476"/>
                <a:gd name="connsiteX22" fmla="*/ 60542 w 295982"/>
                <a:gd name="connsiteY22" fmla="*/ 24175 h 295476"/>
                <a:gd name="connsiteX23" fmla="*/ 72650 w 295982"/>
                <a:gd name="connsiteY23" fmla="*/ 26862 h 295476"/>
                <a:gd name="connsiteX24" fmla="*/ 76687 w 295982"/>
                <a:gd name="connsiteY24" fmla="*/ 26862 h 295476"/>
                <a:gd name="connsiteX25" fmla="*/ 80723 w 295982"/>
                <a:gd name="connsiteY25" fmla="*/ 30891 h 295476"/>
                <a:gd name="connsiteX26" fmla="*/ 82068 w 295982"/>
                <a:gd name="connsiteY26" fmla="*/ 21489 h 295476"/>
                <a:gd name="connsiteX27" fmla="*/ 92831 w 295982"/>
                <a:gd name="connsiteY27" fmla="*/ 18803 h 295476"/>
                <a:gd name="connsiteX28" fmla="*/ 90140 w 295982"/>
                <a:gd name="connsiteY28" fmla="*/ 10744 h 295476"/>
                <a:gd name="connsiteX29" fmla="*/ 95522 w 295982"/>
                <a:gd name="connsiteY29" fmla="*/ 4029 h 295476"/>
                <a:gd name="connsiteX30" fmla="*/ 103594 w 295982"/>
                <a:gd name="connsiteY30" fmla="*/ 8058 h 295476"/>
                <a:gd name="connsiteX31" fmla="*/ 117048 w 295982"/>
                <a:gd name="connsiteY31" fmla="*/ 0 h 295476"/>
                <a:gd name="connsiteX32" fmla="*/ 122429 w 295982"/>
                <a:gd name="connsiteY32" fmla="*/ 1343 h 295476"/>
                <a:gd name="connsiteX33" fmla="*/ 131847 w 295982"/>
                <a:gd name="connsiteY33" fmla="*/ 1343 h 295476"/>
                <a:gd name="connsiteX34" fmla="*/ 130502 w 295982"/>
                <a:gd name="connsiteY34" fmla="*/ 6715 h 295476"/>
                <a:gd name="connsiteX35" fmla="*/ 143955 w 295982"/>
                <a:gd name="connsiteY35" fmla="*/ 13431 h 295476"/>
                <a:gd name="connsiteX36" fmla="*/ 160100 w 295982"/>
                <a:gd name="connsiteY36" fmla="*/ 16117 h 295476"/>
                <a:gd name="connsiteX37" fmla="*/ 168172 w 295982"/>
                <a:gd name="connsiteY37" fmla="*/ 16117 h 295476"/>
                <a:gd name="connsiteX38" fmla="*/ 172208 w 295982"/>
                <a:gd name="connsiteY38" fmla="*/ 18803 h 295476"/>
                <a:gd name="connsiteX39" fmla="*/ 165481 w 295982"/>
                <a:gd name="connsiteY39" fmla="*/ 28204 h 295476"/>
                <a:gd name="connsiteX40" fmla="*/ 168172 w 295982"/>
                <a:gd name="connsiteY40" fmla="*/ 32234 h 295476"/>
                <a:gd name="connsiteX41" fmla="*/ 164136 w 295982"/>
                <a:gd name="connsiteY41" fmla="*/ 37606 h 295476"/>
                <a:gd name="connsiteX42" fmla="*/ 165481 w 295982"/>
                <a:gd name="connsiteY42" fmla="*/ 45665 h 295476"/>
                <a:gd name="connsiteX43" fmla="*/ 160100 w 295982"/>
                <a:gd name="connsiteY43" fmla="*/ 44321 h 295476"/>
                <a:gd name="connsiteX44" fmla="*/ 156064 w 295982"/>
                <a:gd name="connsiteY44" fmla="*/ 45665 h 295476"/>
                <a:gd name="connsiteX45" fmla="*/ 152027 w 295982"/>
                <a:gd name="connsiteY45" fmla="*/ 49694 h 295476"/>
                <a:gd name="connsiteX46" fmla="*/ 146646 w 295982"/>
                <a:gd name="connsiteY46" fmla="*/ 49694 h 295476"/>
                <a:gd name="connsiteX47" fmla="*/ 141265 w 295982"/>
                <a:gd name="connsiteY47" fmla="*/ 55066 h 295476"/>
                <a:gd name="connsiteX48" fmla="*/ 135883 w 295982"/>
                <a:gd name="connsiteY48" fmla="*/ 55066 h 295476"/>
                <a:gd name="connsiteX49" fmla="*/ 133192 w 295982"/>
                <a:gd name="connsiteY49" fmla="*/ 59095 h 295476"/>
                <a:gd name="connsiteX50" fmla="*/ 135883 w 295982"/>
                <a:gd name="connsiteY50" fmla="*/ 64468 h 295476"/>
                <a:gd name="connsiteX51" fmla="*/ 139919 w 295982"/>
                <a:gd name="connsiteY51" fmla="*/ 69840 h 295476"/>
                <a:gd name="connsiteX52" fmla="*/ 135883 w 295982"/>
                <a:gd name="connsiteY52" fmla="*/ 75212 h 295476"/>
                <a:gd name="connsiteX53" fmla="*/ 133192 w 295982"/>
                <a:gd name="connsiteY53" fmla="*/ 77898 h 295476"/>
                <a:gd name="connsiteX54" fmla="*/ 137229 w 295982"/>
                <a:gd name="connsiteY54" fmla="*/ 83271 h 295476"/>
                <a:gd name="connsiteX55" fmla="*/ 137229 w 295982"/>
                <a:gd name="connsiteY55" fmla="*/ 91329 h 295476"/>
                <a:gd name="connsiteX56" fmla="*/ 139919 w 295982"/>
                <a:gd name="connsiteY56" fmla="*/ 95358 h 295476"/>
                <a:gd name="connsiteX57" fmla="*/ 152027 w 295982"/>
                <a:gd name="connsiteY57" fmla="*/ 100731 h 295476"/>
                <a:gd name="connsiteX58" fmla="*/ 157409 w 295982"/>
                <a:gd name="connsiteY58" fmla="*/ 104760 h 295476"/>
                <a:gd name="connsiteX59" fmla="*/ 161445 w 295982"/>
                <a:gd name="connsiteY59" fmla="*/ 108789 h 295476"/>
                <a:gd name="connsiteX60" fmla="*/ 177590 w 295982"/>
                <a:gd name="connsiteY60" fmla="*/ 126249 h 295476"/>
                <a:gd name="connsiteX61" fmla="*/ 178935 w 295982"/>
                <a:gd name="connsiteY61" fmla="*/ 130278 h 295476"/>
                <a:gd name="connsiteX62" fmla="*/ 180280 w 295982"/>
                <a:gd name="connsiteY62" fmla="*/ 131621 h 295476"/>
                <a:gd name="connsiteX63" fmla="*/ 180280 w 295982"/>
                <a:gd name="connsiteY63" fmla="*/ 136994 h 295476"/>
                <a:gd name="connsiteX64" fmla="*/ 184317 w 295982"/>
                <a:gd name="connsiteY64" fmla="*/ 142366 h 295476"/>
                <a:gd name="connsiteX65" fmla="*/ 188353 w 295982"/>
                <a:gd name="connsiteY65" fmla="*/ 146395 h 295476"/>
                <a:gd name="connsiteX66" fmla="*/ 192389 w 295982"/>
                <a:gd name="connsiteY66" fmla="*/ 153111 h 295476"/>
                <a:gd name="connsiteX67" fmla="*/ 200461 w 295982"/>
                <a:gd name="connsiteY67" fmla="*/ 158483 h 295476"/>
                <a:gd name="connsiteX68" fmla="*/ 204497 w 295982"/>
                <a:gd name="connsiteY68" fmla="*/ 162512 h 295476"/>
                <a:gd name="connsiteX69" fmla="*/ 208533 w 295982"/>
                <a:gd name="connsiteY69" fmla="*/ 163855 h 295476"/>
                <a:gd name="connsiteX70" fmla="*/ 212569 w 295982"/>
                <a:gd name="connsiteY70" fmla="*/ 165198 h 295476"/>
                <a:gd name="connsiteX71" fmla="*/ 221987 w 295982"/>
                <a:gd name="connsiteY71" fmla="*/ 165198 h 295476"/>
                <a:gd name="connsiteX72" fmla="*/ 226023 w 295982"/>
                <a:gd name="connsiteY72" fmla="*/ 166541 h 295476"/>
                <a:gd name="connsiteX73" fmla="*/ 232750 w 295982"/>
                <a:gd name="connsiteY73" fmla="*/ 165198 h 295476"/>
                <a:gd name="connsiteX74" fmla="*/ 236786 w 295982"/>
                <a:gd name="connsiteY74" fmla="*/ 167885 h 295476"/>
                <a:gd name="connsiteX75" fmla="*/ 235441 w 295982"/>
                <a:gd name="connsiteY75" fmla="*/ 170571 h 295476"/>
                <a:gd name="connsiteX76" fmla="*/ 228714 w 295982"/>
                <a:gd name="connsiteY76" fmla="*/ 175943 h 295476"/>
                <a:gd name="connsiteX77" fmla="*/ 228714 w 295982"/>
                <a:gd name="connsiteY77" fmla="*/ 178629 h 295476"/>
                <a:gd name="connsiteX78" fmla="*/ 231405 w 295982"/>
                <a:gd name="connsiteY78" fmla="*/ 182658 h 295476"/>
                <a:gd name="connsiteX79" fmla="*/ 236786 w 295982"/>
                <a:gd name="connsiteY79" fmla="*/ 182658 h 295476"/>
                <a:gd name="connsiteX80" fmla="*/ 247549 w 295982"/>
                <a:gd name="connsiteY80" fmla="*/ 184002 h 295476"/>
                <a:gd name="connsiteX81" fmla="*/ 267730 w 295982"/>
                <a:gd name="connsiteY81" fmla="*/ 194746 h 295476"/>
                <a:gd name="connsiteX82" fmla="*/ 275802 w 295982"/>
                <a:gd name="connsiteY82" fmla="*/ 201462 h 295476"/>
                <a:gd name="connsiteX83" fmla="*/ 281184 w 295982"/>
                <a:gd name="connsiteY83" fmla="*/ 206834 h 295476"/>
                <a:gd name="connsiteX84" fmla="*/ 289256 w 295982"/>
                <a:gd name="connsiteY84" fmla="*/ 209520 h 295476"/>
                <a:gd name="connsiteX85" fmla="*/ 293292 w 295982"/>
                <a:gd name="connsiteY85" fmla="*/ 212206 h 295476"/>
                <a:gd name="connsiteX86" fmla="*/ 295983 w 295982"/>
                <a:gd name="connsiteY86" fmla="*/ 214892 h 295476"/>
                <a:gd name="connsiteX87" fmla="*/ 294637 w 295982"/>
                <a:gd name="connsiteY87" fmla="*/ 221608 h 295476"/>
                <a:gd name="connsiteX88" fmla="*/ 291947 w 295982"/>
                <a:gd name="connsiteY88" fmla="*/ 225637 h 295476"/>
                <a:gd name="connsiteX89" fmla="*/ 293292 w 295982"/>
                <a:gd name="connsiteY89" fmla="*/ 229666 h 295476"/>
                <a:gd name="connsiteX90" fmla="*/ 291947 w 295982"/>
                <a:gd name="connsiteY90" fmla="*/ 231009 h 295476"/>
                <a:gd name="connsiteX91" fmla="*/ 290601 w 295982"/>
                <a:gd name="connsiteY91" fmla="*/ 232352 h 295476"/>
                <a:gd name="connsiteX92" fmla="*/ 286565 w 295982"/>
                <a:gd name="connsiteY92" fmla="*/ 229666 h 295476"/>
                <a:gd name="connsiteX93" fmla="*/ 282529 w 295982"/>
                <a:gd name="connsiteY93" fmla="*/ 225637 h 295476"/>
                <a:gd name="connsiteX94" fmla="*/ 281184 w 295982"/>
                <a:gd name="connsiteY94" fmla="*/ 221608 h 295476"/>
                <a:gd name="connsiteX95" fmla="*/ 281184 w 295982"/>
                <a:gd name="connsiteY95" fmla="*/ 217578 h 295476"/>
                <a:gd name="connsiteX96" fmla="*/ 278493 w 295982"/>
                <a:gd name="connsiteY96" fmla="*/ 214892 h 295476"/>
                <a:gd name="connsiteX97" fmla="*/ 270421 w 295982"/>
                <a:gd name="connsiteY97" fmla="*/ 214892 h 295476"/>
                <a:gd name="connsiteX98" fmla="*/ 269075 w 295982"/>
                <a:gd name="connsiteY98" fmla="*/ 212206 h 295476"/>
                <a:gd name="connsiteX99" fmla="*/ 263694 w 295982"/>
                <a:gd name="connsiteY99" fmla="*/ 210863 h 295476"/>
                <a:gd name="connsiteX100" fmla="*/ 261003 w 295982"/>
                <a:gd name="connsiteY100" fmla="*/ 210863 h 295476"/>
                <a:gd name="connsiteX101" fmla="*/ 258312 w 295982"/>
                <a:gd name="connsiteY101" fmla="*/ 212206 h 295476"/>
                <a:gd name="connsiteX102" fmla="*/ 255622 w 295982"/>
                <a:gd name="connsiteY102" fmla="*/ 218921 h 295476"/>
                <a:gd name="connsiteX103" fmla="*/ 252931 w 295982"/>
                <a:gd name="connsiteY103" fmla="*/ 221608 h 295476"/>
                <a:gd name="connsiteX104" fmla="*/ 252931 w 295982"/>
                <a:gd name="connsiteY104" fmla="*/ 225637 h 295476"/>
                <a:gd name="connsiteX105" fmla="*/ 252931 w 295982"/>
                <a:gd name="connsiteY105" fmla="*/ 228323 h 295476"/>
                <a:gd name="connsiteX106" fmla="*/ 248895 w 295982"/>
                <a:gd name="connsiteY106" fmla="*/ 231009 h 295476"/>
                <a:gd name="connsiteX107" fmla="*/ 248895 w 295982"/>
                <a:gd name="connsiteY107" fmla="*/ 235038 h 295476"/>
                <a:gd name="connsiteX108" fmla="*/ 250240 w 295982"/>
                <a:gd name="connsiteY108" fmla="*/ 237725 h 295476"/>
                <a:gd name="connsiteX109" fmla="*/ 254276 w 295982"/>
                <a:gd name="connsiteY109" fmla="*/ 239068 h 295476"/>
                <a:gd name="connsiteX110" fmla="*/ 262348 w 295982"/>
                <a:gd name="connsiteY110" fmla="*/ 245783 h 295476"/>
                <a:gd name="connsiteX111" fmla="*/ 263694 w 295982"/>
                <a:gd name="connsiteY111" fmla="*/ 248469 h 295476"/>
                <a:gd name="connsiteX112" fmla="*/ 262348 w 295982"/>
                <a:gd name="connsiteY112" fmla="*/ 255185 h 295476"/>
                <a:gd name="connsiteX113" fmla="*/ 263694 w 295982"/>
                <a:gd name="connsiteY113" fmla="*/ 257871 h 295476"/>
                <a:gd name="connsiteX114" fmla="*/ 262348 w 295982"/>
                <a:gd name="connsiteY114" fmla="*/ 261900 h 295476"/>
                <a:gd name="connsiteX115" fmla="*/ 258312 w 295982"/>
                <a:gd name="connsiteY115" fmla="*/ 261900 h 295476"/>
                <a:gd name="connsiteX116" fmla="*/ 252931 w 295982"/>
                <a:gd name="connsiteY116" fmla="*/ 267272 h 295476"/>
                <a:gd name="connsiteX117" fmla="*/ 252931 w 295982"/>
                <a:gd name="connsiteY117" fmla="*/ 279360 h 295476"/>
                <a:gd name="connsiteX118" fmla="*/ 246204 w 295982"/>
                <a:gd name="connsiteY118" fmla="*/ 284732 h 295476"/>
                <a:gd name="connsiteX119" fmla="*/ 244859 w 295982"/>
                <a:gd name="connsiteY119" fmla="*/ 290105 h 295476"/>
                <a:gd name="connsiteX120" fmla="*/ 240822 w 295982"/>
                <a:gd name="connsiteY120" fmla="*/ 295477 h 295476"/>
                <a:gd name="connsiteX121" fmla="*/ 234095 w 295982"/>
                <a:gd name="connsiteY121" fmla="*/ 295477 h 295476"/>
                <a:gd name="connsiteX122" fmla="*/ 227369 w 295982"/>
                <a:gd name="connsiteY122" fmla="*/ 290105 h 295476"/>
                <a:gd name="connsiteX123" fmla="*/ 227369 w 295982"/>
                <a:gd name="connsiteY123" fmla="*/ 286075 h 295476"/>
                <a:gd name="connsiteX124" fmla="*/ 228714 w 295982"/>
                <a:gd name="connsiteY124" fmla="*/ 284732 h 295476"/>
                <a:gd name="connsiteX125" fmla="*/ 231405 w 295982"/>
                <a:gd name="connsiteY125" fmla="*/ 282046 h 295476"/>
                <a:gd name="connsiteX126" fmla="*/ 235441 w 295982"/>
                <a:gd name="connsiteY126" fmla="*/ 279360 h 295476"/>
                <a:gd name="connsiteX127" fmla="*/ 235441 w 295982"/>
                <a:gd name="connsiteY127" fmla="*/ 273988 h 295476"/>
                <a:gd name="connsiteX128" fmla="*/ 235441 w 295982"/>
                <a:gd name="connsiteY128" fmla="*/ 268615 h 295476"/>
                <a:gd name="connsiteX129" fmla="*/ 236786 w 295982"/>
                <a:gd name="connsiteY129" fmla="*/ 268615 h 295476"/>
                <a:gd name="connsiteX130" fmla="*/ 238132 w 295982"/>
                <a:gd name="connsiteY130" fmla="*/ 267272 h 295476"/>
                <a:gd name="connsiteX131" fmla="*/ 242168 w 295982"/>
                <a:gd name="connsiteY131" fmla="*/ 264586 h 295476"/>
                <a:gd name="connsiteX132" fmla="*/ 242168 w 295982"/>
                <a:gd name="connsiteY132" fmla="*/ 259214 h 295476"/>
                <a:gd name="connsiteX133" fmla="*/ 238132 w 295982"/>
                <a:gd name="connsiteY133" fmla="*/ 255185 h 295476"/>
                <a:gd name="connsiteX134" fmla="*/ 236786 w 295982"/>
                <a:gd name="connsiteY134" fmla="*/ 245783 h 295476"/>
                <a:gd name="connsiteX135" fmla="*/ 234095 w 295982"/>
                <a:gd name="connsiteY135" fmla="*/ 243097 h 295476"/>
                <a:gd name="connsiteX136" fmla="*/ 232750 w 295982"/>
                <a:gd name="connsiteY136" fmla="*/ 235038 h 295476"/>
                <a:gd name="connsiteX137" fmla="*/ 230059 w 295982"/>
                <a:gd name="connsiteY137" fmla="*/ 226980 h 295476"/>
                <a:gd name="connsiteX138" fmla="*/ 226023 w 295982"/>
                <a:gd name="connsiteY138" fmla="*/ 224294 h 295476"/>
                <a:gd name="connsiteX139" fmla="*/ 223333 w 295982"/>
                <a:gd name="connsiteY139" fmla="*/ 225637 h 295476"/>
                <a:gd name="connsiteX140" fmla="*/ 216606 w 295982"/>
                <a:gd name="connsiteY140" fmla="*/ 224294 h 295476"/>
                <a:gd name="connsiteX141" fmla="*/ 215260 w 295982"/>
                <a:gd name="connsiteY141" fmla="*/ 220265 h 295476"/>
                <a:gd name="connsiteX142" fmla="*/ 209879 w 295982"/>
                <a:gd name="connsiteY142" fmla="*/ 220265 h 295476"/>
                <a:gd name="connsiteX143" fmla="*/ 207188 w 295982"/>
                <a:gd name="connsiteY143" fmla="*/ 217578 h 295476"/>
                <a:gd name="connsiteX144" fmla="*/ 208533 w 295982"/>
                <a:gd name="connsiteY144" fmla="*/ 214892 h 295476"/>
                <a:gd name="connsiteX145" fmla="*/ 208533 w 295982"/>
                <a:gd name="connsiteY145" fmla="*/ 209520 h 295476"/>
                <a:gd name="connsiteX146" fmla="*/ 205842 w 295982"/>
                <a:gd name="connsiteY146" fmla="*/ 205491 h 295476"/>
                <a:gd name="connsiteX147" fmla="*/ 200461 w 295982"/>
                <a:gd name="connsiteY147" fmla="*/ 205491 h 295476"/>
                <a:gd name="connsiteX148" fmla="*/ 196425 w 295982"/>
                <a:gd name="connsiteY148" fmla="*/ 205491 h 295476"/>
                <a:gd name="connsiteX149" fmla="*/ 196425 w 295982"/>
                <a:gd name="connsiteY149" fmla="*/ 201462 h 295476"/>
                <a:gd name="connsiteX150" fmla="*/ 192389 w 295982"/>
                <a:gd name="connsiteY150" fmla="*/ 200118 h 295476"/>
                <a:gd name="connsiteX151" fmla="*/ 189698 w 295982"/>
                <a:gd name="connsiteY151" fmla="*/ 201462 h 295476"/>
                <a:gd name="connsiteX152" fmla="*/ 185662 w 295982"/>
                <a:gd name="connsiteY152" fmla="*/ 198775 h 295476"/>
                <a:gd name="connsiteX153" fmla="*/ 180280 w 295982"/>
                <a:gd name="connsiteY153" fmla="*/ 189374 h 295476"/>
                <a:gd name="connsiteX154" fmla="*/ 174899 w 295982"/>
                <a:gd name="connsiteY154" fmla="*/ 189374 h 295476"/>
                <a:gd name="connsiteX155" fmla="*/ 169518 w 295982"/>
                <a:gd name="connsiteY155" fmla="*/ 186688 h 295476"/>
                <a:gd name="connsiteX156" fmla="*/ 166827 w 295982"/>
                <a:gd name="connsiteY156" fmla="*/ 189374 h 295476"/>
                <a:gd name="connsiteX157" fmla="*/ 161445 w 295982"/>
                <a:gd name="connsiteY157" fmla="*/ 189374 h 295476"/>
                <a:gd name="connsiteX158" fmla="*/ 161445 w 295982"/>
                <a:gd name="connsiteY158" fmla="*/ 185344 h 295476"/>
                <a:gd name="connsiteX159" fmla="*/ 156064 w 295982"/>
                <a:gd name="connsiteY159" fmla="*/ 182658 h 295476"/>
                <a:gd name="connsiteX160" fmla="*/ 152027 w 295982"/>
                <a:gd name="connsiteY160" fmla="*/ 181315 h 295476"/>
                <a:gd name="connsiteX161" fmla="*/ 141265 w 295982"/>
                <a:gd name="connsiteY161" fmla="*/ 174600 h 295476"/>
                <a:gd name="connsiteX162" fmla="*/ 130502 w 295982"/>
                <a:gd name="connsiteY162" fmla="*/ 161169 h 295476"/>
                <a:gd name="connsiteX163" fmla="*/ 127811 w 295982"/>
                <a:gd name="connsiteY163" fmla="*/ 159826 h 295476"/>
                <a:gd name="connsiteX164" fmla="*/ 126465 w 295982"/>
                <a:gd name="connsiteY164" fmla="*/ 155797 h 295476"/>
                <a:gd name="connsiteX165" fmla="*/ 121084 w 295982"/>
                <a:gd name="connsiteY165" fmla="*/ 149081 h 295476"/>
                <a:gd name="connsiteX166" fmla="*/ 114357 w 295982"/>
                <a:gd name="connsiteY166" fmla="*/ 149081 h 295476"/>
                <a:gd name="connsiteX167" fmla="*/ 113012 w 295982"/>
                <a:gd name="connsiteY167" fmla="*/ 143709 h 295476"/>
                <a:gd name="connsiteX168" fmla="*/ 106285 w 295982"/>
                <a:gd name="connsiteY168" fmla="*/ 136994 h 295476"/>
                <a:gd name="connsiteX169" fmla="*/ 102249 w 295982"/>
                <a:gd name="connsiteY169" fmla="*/ 132965 h 295476"/>
                <a:gd name="connsiteX170" fmla="*/ 96867 w 295982"/>
                <a:gd name="connsiteY170" fmla="*/ 128935 h 295476"/>
                <a:gd name="connsiteX171" fmla="*/ 96867 w 295982"/>
                <a:gd name="connsiteY171" fmla="*/ 122220 h 295476"/>
                <a:gd name="connsiteX172" fmla="*/ 92831 w 295982"/>
                <a:gd name="connsiteY172" fmla="*/ 119534 h 295476"/>
                <a:gd name="connsiteX173" fmla="*/ 92831 w 295982"/>
                <a:gd name="connsiteY173" fmla="*/ 115504 h 295476"/>
                <a:gd name="connsiteX174" fmla="*/ 87449 w 295982"/>
                <a:gd name="connsiteY174" fmla="*/ 107446 h 295476"/>
                <a:gd name="connsiteX175" fmla="*/ 86104 w 295982"/>
                <a:gd name="connsiteY175" fmla="*/ 103417 h 295476"/>
                <a:gd name="connsiteX176" fmla="*/ 83414 w 295982"/>
                <a:gd name="connsiteY176" fmla="*/ 100731 h 295476"/>
                <a:gd name="connsiteX177" fmla="*/ 82068 w 295982"/>
                <a:gd name="connsiteY177" fmla="*/ 96702 h 295476"/>
                <a:gd name="connsiteX178" fmla="*/ 73996 w 295982"/>
                <a:gd name="connsiteY178" fmla="*/ 94015 h 295476"/>
                <a:gd name="connsiteX179" fmla="*/ 68614 w 295982"/>
                <a:gd name="connsiteY179" fmla="*/ 91329 h 295476"/>
                <a:gd name="connsiteX180" fmla="*/ 52470 w 295982"/>
                <a:gd name="connsiteY180" fmla="*/ 87300 h 295476"/>
                <a:gd name="connsiteX181" fmla="*/ 39016 w 295982"/>
                <a:gd name="connsiteY181" fmla="*/ 94015 h 295476"/>
                <a:gd name="connsiteX182" fmla="*/ 39016 w 295982"/>
                <a:gd name="connsiteY182" fmla="*/ 98044 h 295476"/>
                <a:gd name="connsiteX183" fmla="*/ 33634 w 295982"/>
                <a:gd name="connsiteY183" fmla="*/ 104760 h 295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</a:cxnLst>
              <a:rect l="l" t="t" r="r" b="b"/>
              <a:pathLst>
                <a:path w="295982" h="295476">
                  <a:moveTo>
                    <a:pt x="21526" y="106103"/>
                  </a:moveTo>
                  <a:lnTo>
                    <a:pt x="20181" y="100731"/>
                  </a:lnTo>
                  <a:lnTo>
                    <a:pt x="22872" y="92672"/>
                  </a:lnTo>
                  <a:lnTo>
                    <a:pt x="14799" y="92672"/>
                  </a:lnTo>
                  <a:lnTo>
                    <a:pt x="6727" y="87300"/>
                  </a:lnTo>
                  <a:lnTo>
                    <a:pt x="5381" y="73869"/>
                  </a:lnTo>
                  <a:lnTo>
                    <a:pt x="0" y="67154"/>
                  </a:lnTo>
                  <a:lnTo>
                    <a:pt x="2691" y="63125"/>
                  </a:lnTo>
                  <a:lnTo>
                    <a:pt x="9418" y="61781"/>
                  </a:lnTo>
                  <a:lnTo>
                    <a:pt x="10763" y="53723"/>
                  </a:lnTo>
                  <a:lnTo>
                    <a:pt x="5381" y="48351"/>
                  </a:lnTo>
                  <a:lnTo>
                    <a:pt x="5381" y="42978"/>
                  </a:lnTo>
                  <a:lnTo>
                    <a:pt x="6727" y="40292"/>
                  </a:lnTo>
                  <a:lnTo>
                    <a:pt x="13454" y="42978"/>
                  </a:lnTo>
                  <a:lnTo>
                    <a:pt x="22872" y="34920"/>
                  </a:lnTo>
                  <a:lnTo>
                    <a:pt x="29598" y="37606"/>
                  </a:lnTo>
                  <a:lnTo>
                    <a:pt x="39016" y="21489"/>
                  </a:lnTo>
                  <a:lnTo>
                    <a:pt x="45743" y="25518"/>
                  </a:lnTo>
                  <a:lnTo>
                    <a:pt x="44397" y="30891"/>
                  </a:lnTo>
                  <a:lnTo>
                    <a:pt x="52470" y="34920"/>
                  </a:lnTo>
                  <a:lnTo>
                    <a:pt x="55161" y="40292"/>
                  </a:lnTo>
                  <a:lnTo>
                    <a:pt x="60542" y="30891"/>
                  </a:lnTo>
                  <a:lnTo>
                    <a:pt x="60542" y="24175"/>
                  </a:lnTo>
                  <a:lnTo>
                    <a:pt x="72650" y="26862"/>
                  </a:lnTo>
                  <a:lnTo>
                    <a:pt x="76687" y="26862"/>
                  </a:lnTo>
                  <a:lnTo>
                    <a:pt x="80723" y="30891"/>
                  </a:lnTo>
                  <a:lnTo>
                    <a:pt x="82068" y="21489"/>
                  </a:lnTo>
                  <a:lnTo>
                    <a:pt x="92831" y="18803"/>
                  </a:lnTo>
                  <a:lnTo>
                    <a:pt x="90140" y="10744"/>
                  </a:lnTo>
                  <a:lnTo>
                    <a:pt x="95522" y="4029"/>
                  </a:lnTo>
                  <a:lnTo>
                    <a:pt x="103594" y="8058"/>
                  </a:lnTo>
                  <a:lnTo>
                    <a:pt x="117048" y="0"/>
                  </a:lnTo>
                  <a:lnTo>
                    <a:pt x="122429" y="1343"/>
                  </a:lnTo>
                  <a:lnTo>
                    <a:pt x="131847" y="1343"/>
                  </a:lnTo>
                  <a:lnTo>
                    <a:pt x="130502" y="6715"/>
                  </a:lnTo>
                  <a:lnTo>
                    <a:pt x="143955" y="13431"/>
                  </a:lnTo>
                  <a:lnTo>
                    <a:pt x="160100" y="16117"/>
                  </a:lnTo>
                  <a:lnTo>
                    <a:pt x="168172" y="16117"/>
                  </a:lnTo>
                  <a:lnTo>
                    <a:pt x="172208" y="18803"/>
                  </a:lnTo>
                  <a:lnTo>
                    <a:pt x="165481" y="28204"/>
                  </a:lnTo>
                  <a:lnTo>
                    <a:pt x="168172" y="32234"/>
                  </a:lnTo>
                  <a:lnTo>
                    <a:pt x="164136" y="37606"/>
                  </a:lnTo>
                  <a:lnTo>
                    <a:pt x="165481" y="45665"/>
                  </a:lnTo>
                  <a:lnTo>
                    <a:pt x="160100" y="44321"/>
                  </a:lnTo>
                  <a:lnTo>
                    <a:pt x="156064" y="45665"/>
                  </a:lnTo>
                  <a:lnTo>
                    <a:pt x="152027" y="49694"/>
                  </a:lnTo>
                  <a:lnTo>
                    <a:pt x="146646" y="49694"/>
                  </a:lnTo>
                  <a:lnTo>
                    <a:pt x="141265" y="55066"/>
                  </a:lnTo>
                  <a:lnTo>
                    <a:pt x="135883" y="55066"/>
                  </a:lnTo>
                  <a:lnTo>
                    <a:pt x="133192" y="59095"/>
                  </a:lnTo>
                  <a:lnTo>
                    <a:pt x="135883" y="64468"/>
                  </a:lnTo>
                  <a:lnTo>
                    <a:pt x="139919" y="69840"/>
                  </a:lnTo>
                  <a:lnTo>
                    <a:pt x="135883" y="75212"/>
                  </a:lnTo>
                  <a:lnTo>
                    <a:pt x="133192" y="77898"/>
                  </a:lnTo>
                  <a:lnTo>
                    <a:pt x="137229" y="83271"/>
                  </a:lnTo>
                  <a:lnTo>
                    <a:pt x="137229" y="91329"/>
                  </a:lnTo>
                  <a:lnTo>
                    <a:pt x="139919" y="95358"/>
                  </a:lnTo>
                  <a:lnTo>
                    <a:pt x="152027" y="100731"/>
                  </a:lnTo>
                  <a:lnTo>
                    <a:pt x="157409" y="104760"/>
                  </a:lnTo>
                  <a:lnTo>
                    <a:pt x="161445" y="108789"/>
                  </a:lnTo>
                  <a:lnTo>
                    <a:pt x="177590" y="126249"/>
                  </a:lnTo>
                  <a:lnTo>
                    <a:pt x="178935" y="130278"/>
                  </a:lnTo>
                  <a:lnTo>
                    <a:pt x="180280" y="131621"/>
                  </a:lnTo>
                  <a:lnTo>
                    <a:pt x="180280" y="136994"/>
                  </a:lnTo>
                  <a:lnTo>
                    <a:pt x="184317" y="142366"/>
                  </a:lnTo>
                  <a:lnTo>
                    <a:pt x="188353" y="146395"/>
                  </a:lnTo>
                  <a:lnTo>
                    <a:pt x="192389" y="153111"/>
                  </a:lnTo>
                  <a:lnTo>
                    <a:pt x="200461" y="158483"/>
                  </a:lnTo>
                  <a:lnTo>
                    <a:pt x="204497" y="162512"/>
                  </a:lnTo>
                  <a:lnTo>
                    <a:pt x="208533" y="163855"/>
                  </a:lnTo>
                  <a:lnTo>
                    <a:pt x="212569" y="165198"/>
                  </a:lnTo>
                  <a:lnTo>
                    <a:pt x="221987" y="165198"/>
                  </a:lnTo>
                  <a:lnTo>
                    <a:pt x="226023" y="166541"/>
                  </a:lnTo>
                  <a:lnTo>
                    <a:pt x="232750" y="165198"/>
                  </a:lnTo>
                  <a:lnTo>
                    <a:pt x="236786" y="167885"/>
                  </a:lnTo>
                  <a:lnTo>
                    <a:pt x="235441" y="170571"/>
                  </a:lnTo>
                  <a:lnTo>
                    <a:pt x="228714" y="175943"/>
                  </a:lnTo>
                  <a:lnTo>
                    <a:pt x="228714" y="178629"/>
                  </a:lnTo>
                  <a:lnTo>
                    <a:pt x="231405" y="182658"/>
                  </a:lnTo>
                  <a:lnTo>
                    <a:pt x="236786" y="182658"/>
                  </a:lnTo>
                  <a:lnTo>
                    <a:pt x="247549" y="184002"/>
                  </a:lnTo>
                  <a:lnTo>
                    <a:pt x="267730" y="194746"/>
                  </a:lnTo>
                  <a:lnTo>
                    <a:pt x="275802" y="201462"/>
                  </a:lnTo>
                  <a:lnTo>
                    <a:pt x="281184" y="206834"/>
                  </a:lnTo>
                  <a:lnTo>
                    <a:pt x="289256" y="209520"/>
                  </a:lnTo>
                  <a:lnTo>
                    <a:pt x="293292" y="212206"/>
                  </a:lnTo>
                  <a:lnTo>
                    <a:pt x="295983" y="214892"/>
                  </a:lnTo>
                  <a:lnTo>
                    <a:pt x="294637" y="221608"/>
                  </a:lnTo>
                  <a:lnTo>
                    <a:pt x="291947" y="225637"/>
                  </a:lnTo>
                  <a:lnTo>
                    <a:pt x="293292" y="229666"/>
                  </a:lnTo>
                  <a:lnTo>
                    <a:pt x="291947" y="231009"/>
                  </a:lnTo>
                  <a:lnTo>
                    <a:pt x="290601" y="232352"/>
                  </a:lnTo>
                  <a:lnTo>
                    <a:pt x="286565" y="229666"/>
                  </a:lnTo>
                  <a:lnTo>
                    <a:pt x="282529" y="225637"/>
                  </a:lnTo>
                  <a:lnTo>
                    <a:pt x="281184" y="221608"/>
                  </a:lnTo>
                  <a:lnTo>
                    <a:pt x="281184" y="217578"/>
                  </a:lnTo>
                  <a:lnTo>
                    <a:pt x="278493" y="214892"/>
                  </a:lnTo>
                  <a:lnTo>
                    <a:pt x="270421" y="214892"/>
                  </a:lnTo>
                  <a:lnTo>
                    <a:pt x="269075" y="212206"/>
                  </a:lnTo>
                  <a:lnTo>
                    <a:pt x="263694" y="210863"/>
                  </a:lnTo>
                  <a:lnTo>
                    <a:pt x="261003" y="210863"/>
                  </a:lnTo>
                  <a:lnTo>
                    <a:pt x="258312" y="212206"/>
                  </a:lnTo>
                  <a:lnTo>
                    <a:pt x="255622" y="218921"/>
                  </a:lnTo>
                  <a:lnTo>
                    <a:pt x="252931" y="221608"/>
                  </a:lnTo>
                  <a:lnTo>
                    <a:pt x="252931" y="225637"/>
                  </a:lnTo>
                  <a:lnTo>
                    <a:pt x="252931" y="228323"/>
                  </a:lnTo>
                  <a:lnTo>
                    <a:pt x="248895" y="231009"/>
                  </a:lnTo>
                  <a:lnTo>
                    <a:pt x="248895" y="235038"/>
                  </a:lnTo>
                  <a:lnTo>
                    <a:pt x="250240" y="237725"/>
                  </a:lnTo>
                  <a:lnTo>
                    <a:pt x="254276" y="239068"/>
                  </a:lnTo>
                  <a:lnTo>
                    <a:pt x="262348" y="245783"/>
                  </a:lnTo>
                  <a:lnTo>
                    <a:pt x="263694" y="248469"/>
                  </a:lnTo>
                  <a:lnTo>
                    <a:pt x="262348" y="255185"/>
                  </a:lnTo>
                  <a:lnTo>
                    <a:pt x="263694" y="257871"/>
                  </a:lnTo>
                  <a:lnTo>
                    <a:pt x="262348" y="261900"/>
                  </a:lnTo>
                  <a:lnTo>
                    <a:pt x="258312" y="261900"/>
                  </a:lnTo>
                  <a:lnTo>
                    <a:pt x="252931" y="267272"/>
                  </a:lnTo>
                  <a:lnTo>
                    <a:pt x="252931" y="279360"/>
                  </a:lnTo>
                  <a:lnTo>
                    <a:pt x="246204" y="284732"/>
                  </a:lnTo>
                  <a:lnTo>
                    <a:pt x="244859" y="290105"/>
                  </a:lnTo>
                  <a:lnTo>
                    <a:pt x="240822" y="295477"/>
                  </a:lnTo>
                  <a:lnTo>
                    <a:pt x="234095" y="295477"/>
                  </a:lnTo>
                  <a:lnTo>
                    <a:pt x="227369" y="290105"/>
                  </a:lnTo>
                  <a:lnTo>
                    <a:pt x="227369" y="286075"/>
                  </a:lnTo>
                  <a:lnTo>
                    <a:pt x="228714" y="284732"/>
                  </a:lnTo>
                  <a:lnTo>
                    <a:pt x="231405" y="282046"/>
                  </a:lnTo>
                  <a:lnTo>
                    <a:pt x="235441" y="279360"/>
                  </a:lnTo>
                  <a:lnTo>
                    <a:pt x="235441" y="273988"/>
                  </a:lnTo>
                  <a:lnTo>
                    <a:pt x="235441" y="268615"/>
                  </a:lnTo>
                  <a:lnTo>
                    <a:pt x="236786" y="268615"/>
                  </a:lnTo>
                  <a:lnTo>
                    <a:pt x="238132" y="267272"/>
                  </a:lnTo>
                  <a:lnTo>
                    <a:pt x="242168" y="264586"/>
                  </a:lnTo>
                  <a:lnTo>
                    <a:pt x="242168" y="259214"/>
                  </a:lnTo>
                  <a:lnTo>
                    <a:pt x="238132" y="255185"/>
                  </a:lnTo>
                  <a:lnTo>
                    <a:pt x="236786" y="245783"/>
                  </a:lnTo>
                  <a:lnTo>
                    <a:pt x="234095" y="243097"/>
                  </a:lnTo>
                  <a:lnTo>
                    <a:pt x="232750" y="235038"/>
                  </a:lnTo>
                  <a:lnTo>
                    <a:pt x="230059" y="226980"/>
                  </a:lnTo>
                  <a:lnTo>
                    <a:pt x="226023" y="224294"/>
                  </a:lnTo>
                  <a:lnTo>
                    <a:pt x="223333" y="225637"/>
                  </a:lnTo>
                  <a:lnTo>
                    <a:pt x="216606" y="224294"/>
                  </a:lnTo>
                  <a:lnTo>
                    <a:pt x="215260" y="220265"/>
                  </a:lnTo>
                  <a:lnTo>
                    <a:pt x="209879" y="220265"/>
                  </a:lnTo>
                  <a:lnTo>
                    <a:pt x="207188" y="217578"/>
                  </a:lnTo>
                  <a:lnTo>
                    <a:pt x="208533" y="214892"/>
                  </a:lnTo>
                  <a:lnTo>
                    <a:pt x="208533" y="209520"/>
                  </a:lnTo>
                  <a:lnTo>
                    <a:pt x="205842" y="205491"/>
                  </a:lnTo>
                  <a:lnTo>
                    <a:pt x="200461" y="205491"/>
                  </a:lnTo>
                  <a:lnTo>
                    <a:pt x="196425" y="205491"/>
                  </a:lnTo>
                  <a:lnTo>
                    <a:pt x="196425" y="201462"/>
                  </a:lnTo>
                  <a:lnTo>
                    <a:pt x="192389" y="200118"/>
                  </a:lnTo>
                  <a:lnTo>
                    <a:pt x="189698" y="201462"/>
                  </a:lnTo>
                  <a:lnTo>
                    <a:pt x="185662" y="198775"/>
                  </a:lnTo>
                  <a:lnTo>
                    <a:pt x="180280" y="189374"/>
                  </a:lnTo>
                  <a:lnTo>
                    <a:pt x="174899" y="189374"/>
                  </a:lnTo>
                  <a:lnTo>
                    <a:pt x="169518" y="186688"/>
                  </a:lnTo>
                  <a:lnTo>
                    <a:pt x="166827" y="189374"/>
                  </a:lnTo>
                  <a:lnTo>
                    <a:pt x="161445" y="189374"/>
                  </a:lnTo>
                  <a:lnTo>
                    <a:pt x="161445" y="185344"/>
                  </a:lnTo>
                  <a:lnTo>
                    <a:pt x="156064" y="182658"/>
                  </a:lnTo>
                  <a:lnTo>
                    <a:pt x="152027" y="181315"/>
                  </a:lnTo>
                  <a:lnTo>
                    <a:pt x="141265" y="174600"/>
                  </a:lnTo>
                  <a:lnTo>
                    <a:pt x="130502" y="161169"/>
                  </a:lnTo>
                  <a:lnTo>
                    <a:pt x="127811" y="159826"/>
                  </a:lnTo>
                  <a:lnTo>
                    <a:pt x="126465" y="155797"/>
                  </a:lnTo>
                  <a:lnTo>
                    <a:pt x="121084" y="149081"/>
                  </a:lnTo>
                  <a:lnTo>
                    <a:pt x="114357" y="149081"/>
                  </a:lnTo>
                  <a:lnTo>
                    <a:pt x="113012" y="143709"/>
                  </a:lnTo>
                  <a:lnTo>
                    <a:pt x="106285" y="136994"/>
                  </a:lnTo>
                  <a:lnTo>
                    <a:pt x="102249" y="132965"/>
                  </a:lnTo>
                  <a:lnTo>
                    <a:pt x="96867" y="128935"/>
                  </a:lnTo>
                  <a:lnTo>
                    <a:pt x="96867" y="122220"/>
                  </a:lnTo>
                  <a:lnTo>
                    <a:pt x="92831" y="119534"/>
                  </a:lnTo>
                  <a:lnTo>
                    <a:pt x="92831" y="115504"/>
                  </a:lnTo>
                  <a:lnTo>
                    <a:pt x="87449" y="107446"/>
                  </a:lnTo>
                  <a:lnTo>
                    <a:pt x="86104" y="103417"/>
                  </a:lnTo>
                  <a:lnTo>
                    <a:pt x="83414" y="100731"/>
                  </a:lnTo>
                  <a:lnTo>
                    <a:pt x="82068" y="96702"/>
                  </a:lnTo>
                  <a:lnTo>
                    <a:pt x="73996" y="94015"/>
                  </a:lnTo>
                  <a:lnTo>
                    <a:pt x="68614" y="91329"/>
                  </a:lnTo>
                  <a:lnTo>
                    <a:pt x="52470" y="87300"/>
                  </a:lnTo>
                  <a:lnTo>
                    <a:pt x="39016" y="94015"/>
                  </a:lnTo>
                  <a:lnTo>
                    <a:pt x="39016" y="98044"/>
                  </a:lnTo>
                  <a:lnTo>
                    <a:pt x="33634" y="10476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19" name="Freeform 618">
              <a:extLst>
                <a:ext uri="{FF2B5EF4-FFF2-40B4-BE49-F238E27FC236}">
                  <a16:creationId xmlns:a16="http://schemas.microsoft.com/office/drawing/2014/main" id="{F1B5ABEE-FEA8-47A3-51CB-1CBF9D313099}"/>
                </a:ext>
              </a:extLst>
            </p:cNvPr>
            <p:cNvSpPr/>
            <p:nvPr/>
          </p:nvSpPr>
          <p:spPr>
            <a:xfrm>
              <a:off x="7540838" y="3495490"/>
              <a:ext cx="4035" cy="6715"/>
            </a:xfrm>
            <a:custGeom>
              <a:avLst/>
              <a:gdLst>
                <a:gd name="connsiteX0" fmla="*/ 0 w 4035"/>
                <a:gd name="connsiteY0" fmla="*/ 6715 h 6715"/>
                <a:gd name="connsiteX1" fmla="*/ 1345 w 4035"/>
                <a:gd name="connsiteY1" fmla="*/ 6715 h 6715"/>
                <a:gd name="connsiteX2" fmla="*/ 1345 w 4035"/>
                <a:gd name="connsiteY2" fmla="*/ 4029 h 6715"/>
                <a:gd name="connsiteX3" fmla="*/ 4036 w 4035"/>
                <a:gd name="connsiteY3" fmla="*/ 1343 h 6715"/>
                <a:gd name="connsiteX4" fmla="*/ 2691 w 4035"/>
                <a:gd name="connsiteY4" fmla="*/ 0 h 6715"/>
                <a:gd name="connsiteX5" fmla="*/ 1345 w 4035"/>
                <a:gd name="connsiteY5" fmla="*/ 2686 h 6715"/>
                <a:gd name="connsiteX6" fmla="*/ 0 w 4035"/>
                <a:gd name="connsiteY6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5" h="6715">
                  <a:moveTo>
                    <a:pt x="0" y="6715"/>
                  </a:moveTo>
                  <a:lnTo>
                    <a:pt x="1345" y="6715"/>
                  </a:lnTo>
                  <a:lnTo>
                    <a:pt x="1345" y="4029"/>
                  </a:lnTo>
                  <a:lnTo>
                    <a:pt x="4036" y="1343"/>
                  </a:lnTo>
                  <a:lnTo>
                    <a:pt x="2691" y="0"/>
                  </a:lnTo>
                  <a:lnTo>
                    <a:pt x="1345" y="2686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0" name="Freeform 619">
              <a:extLst>
                <a:ext uri="{FF2B5EF4-FFF2-40B4-BE49-F238E27FC236}">
                  <a16:creationId xmlns:a16="http://schemas.microsoft.com/office/drawing/2014/main" id="{1C24DF38-7178-1960-DC84-67F070A9C16E}"/>
                </a:ext>
              </a:extLst>
            </p:cNvPr>
            <p:cNvSpPr/>
            <p:nvPr/>
          </p:nvSpPr>
          <p:spPr>
            <a:xfrm>
              <a:off x="7606761" y="3459227"/>
              <a:ext cx="2690" cy="2686"/>
            </a:xfrm>
            <a:custGeom>
              <a:avLst/>
              <a:gdLst>
                <a:gd name="connsiteX0" fmla="*/ 0 w 2690"/>
                <a:gd name="connsiteY0" fmla="*/ 1343 h 2686"/>
                <a:gd name="connsiteX1" fmla="*/ 2691 w 2690"/>
                <a:gd name="connsiteY1" fmla="*/ 2686 h 2686"/>
                <a:gd name="connsiteX2" fmla="*/ 2691 w 2690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0" y="1343"/>
                  </a:moveTo>
                  <a:lnTo>
                    <a:pt x="2691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1" name="Freeform 620">
              <a:extLst>
                <a:ext uri="{FF2B5EF4-FFF2-40B4-BE49-F238E27FC236}">
                  <a16:creationId xmlns:a16="http://schemas.microsoft.com/office/drawing/2014/main" id="{95267541-343A-BD37-D8E6-135D3C5F5135}"/>
                </a:ext>
              </a:extLst>
            </p:cNvPr>
            <p:cNvSpPr/>
            <p:nvPr/>
          </p:nvSpPr>
          <p:spPr>
            <a:xfrm>
              <a:off x="7583890" y="3441767"/>
              <a:ext cx="12108" cy="6715"/>
            </a:xfrm>
            <a:custGeom>
              <a:avLst/>
              <a:gdLst>
                <a:gd name="connsiteX0" fmla="*/ 2691 w 12108"/>
                <a:gd name="connsiteY0" fmla="*/ 4029 h 6715"/>
                <a:gd name="connsiteX1" fmla="*/ 0 w 12108"/>
                <a:gd name="connsiteY1" fmla="*/ 5372 h 6715"/>
                <a:gd name="connsiteX2" fmla="*/ 2691 w 12108"/>
                <a:gd name="connsiteY2" fmla="*/ 6715 h 6715"/>
                <a:gd name="connsiteX3" fmla="*/ 8072 w 12108"/>
                <a:gd name="connsiteY3" fmla="*/ 5372 h 6715"/>
                <a:gd name="connsiteX4" fmla="*/ 12108 w 12108"/>
                <a:gd name="connsiteY4" fmla="*/ 5372 h 6715"/>
                <a:gd name="connsiteX5" fmla="*/ 12108 w 12108"/>
                <a:gd name="connsiteY5" fmla="*/ 2686 h 6715"/>
                <a:gd name="connsiteX6" fmla="*/ 9417 w 12108"/>
                <a:gd name="connsiteY6" fmla="*/ 0 h 6715"/>
                <a:gd name="connsiteX7" fmla="*/ 8072 w 12108"/>
                <a:gd name="connsiteY7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8" h="6715">
                  <a:moveTo>
                    <a:pt x="2691" y="4029"/>
                  </a:moveTo>
                  <a:lnTo>
                    <a:pt x="0" y="5372"/>
                  </a:lnTo>
                  <a:lnTo>
                    <a:pt x="2691" y="6715"/>
                  </a:lnTo>
                  <a:lnTo>
                    <a:pt x="8072" y="5372"/>
                  </a:lnTo>
                  <a:lnTo>
                    <a:pt x="12108" y="5372"/>
                  </a:lnTo>
                  <a:lnTo>
                    <a:pt x="12108" y="2686"/>
                  </a:lnTo>
                  <a:lnTo>
                    <a:pt x="9417" y="0"/>
                  </a:lnTo>
                  <a:lnTo>
                    <a:pt x="8072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2" name="Freeform 621">
              <a:extLst>
                <a:ext uri="{FF2B5EF4-FFF2-40B4-BE49-F238E27FC236}">
                  <a16:creationId xmlns:a16="http://schemas.microsoft.com/office/drawing/2014/main" id="{05E7E73F-24BD-B787-1AA0-BAD3AB2B077D}"/>
                </a:ext>
              </a:extLst>
            </p:cNvPr>
            <p:cNvSpPr/>
            <p:nvPr/>
          </p:nvSpPr>
          <p:spPr>
            <a:xfrm>
              <a:off x="7539493" y="3496833"/>
              <a:ext cx="40361" cy="75212"/>
            </a:xfrm>
            <a:custGeom>
              <a:avLst/>
              <a:gdLst>
                <a:gd name="connsiteX0" fmla="*/ 14799 w 40361"/>
                <a:gd name="connsiteY0" fmla="*/ 75212 h 75212"/>
                <a:gd name="connsiteX1" fmla="*/ 16145 w 40361"/>
                <a:gd name="connsiteY1" fmla="*/ 73869 h 75212"/>
                <a:gd name="connsiteX2" fmla="*/ 18835 w 40361"/>
                <a:gd name="connsiteY2" fmla="*/ 75212 h 75212"/>
                <a:gd name="connsiteX3" fmla="*/ 22872 w 40361"/>
                <a:gd name="connsiteY3" fmla="*/ 73869 h 75212"/>
                <a:gd name="connsiteX4" fmla="*/ 22872 w 40361"/>
                <a:gd name="connsiteY4" fmla="*/ 68497 h 75212"/>
                <a:gd name="connsiteX5" fmla="*/ 25562 w 40361"/>
                <a:gd name="connsiteY5" fmla="*/ 64468 h 75212"/>
                <a:gd name="connsiteX6" fmla="*/ 29598 w 40361"/>
                <a:gd name="connsiteY6" fmla="*/ 64468 h 75212"/>
                <a:gd name="connsiteX7" fmla="*/ 33634 w 40361"/>
                <a:gd name="connsiteY7" fmla="*/ 68497 h 75212"/>
                <a:gd name="connsiteX8" fmla="*/ 36325 w 40361"/>
                <a:gd name="connsiteY8" fmla="*/ 68497 h 75212"/>
                <a:gd name="connsiteX9" fmla="*/ 37671 w 40361"/>
                <a:gd name="connsiteY9" fmla="*/ 64468 h 75212"/>
                <a:gd name="connsiteX10" fmla="*/ 37671 w 40361"/>
                <a:gd name="connsiteY10" fmla="*/ 55066 h 75212"/>
                <a:gd name="connsiteX11" fmla="*/ 39016 w 40361"/>
                <a:gd name="connsiteY11" fmla="*/ 52380 h 75212"/>
                <a:gd name="connsiteX12" fmla="*/ 37671 w 40361"/>
                <a:gd name="connsiteY12" fmla="*/ 41635 h 75212"/>
                <a:gd name="connsiteX13" fmla="*/ 40361 w 40361"/>
                <a:gd name="connsiteY13" fmla="*/ 32234 h 75212"/>
                <a:gd name="connsiteX14" fmla="*/ 33634 w 40361"/>
                <a:gd name="connsiteY14" fmla="*/ 26862 h 75212"/>
                <a:gd name="connsiteX15" fmla="*/ 39016 w 40361"/>
                <a:gd name="connsiteY15" fmla="*/ 22832 h 75212"/>
                <a:gd name="connsiteX16" fmla="*/ 39016 w 40361"/>
                <a:gd name="connsiteY16" fmla="*/ 18803 h 75212"/>
                <a:gd name="connsiteX17" fmla="*/ 37671 w 40361"/>
                <a:gd name="connsiteY17" fmla="*/ 12088 h 75212"/>
                <a:gd name="connsiteX18" fmla="*/ 34980 w 40361"/>
                <a:gd name="connsiteY18" fmla="*/ 9401 h 75212"/>
                <a:gd name="connsiteX19" fmla="*/ 30944 w 40361"/>
                <a:gd name="connsiteY19" fmla="*/ 2686 h 75212"/>
                <a:gd name="connsiteX20" fmla="*/ 29598 w 40361"/>
                <a:gd name="connsiteY20" fmla="*/ 4029 h 75212"/>
                <a:gd name="connsiteX21" fmla="*/ 24217 w 40361"/>
                <a:gd name="connsiteY21" fmla="*/ 0 h 75212"/>
                <a:gd name="connsiteX22" fmla="*/ 20181 w 40361"/>
                <a:gd name="connsiteY22" fmla="*/ 1343 h 75212"/>
                <a:gd name="connsiteX23" fmla="*/ 10763 w 40361"/>
                <a:gd name="connsiteY23" fmla="*/ 12088 h 75212"/>
                <a:gd name="connsiteX24" fmla="*/ 6727 w 40361"/>
                <a:gd name="connsiteY24" fmla="*/ 12088 h 75212"/>
                <a:gd name="connsiteX25" fmla="*/ 1345 w 40361"/>
                <a:gd name="connsiteY25" fmla="*/ 8058 h 75212"/>
                <a:gd name="connsiteX26" fmla="*/ 1345 w 40361"/>
                <a:gd name="connsiteY26" fmla="*/ 14774 h 75212"/>
                <a:gd name="connsiteX27" fmla="*/ 0 w 40361"/>
                <a:gd name="connsiteY27" fmla="*/ 17460 h 75212"/>
                <a:gd name="connsiteX28" fmla="*/ 4036 w 40361"/>
                <a:gd name="connsiteY28" fmla="*/ 21489 h 75212"/>
                <a:gd name="connsiteX29" fmla="*/ 5381 w 40361"/>
                <a:gd name="connsiteY29" fmla="*/ 25518 h 75212"/>
                <a:gd name="connsiteX30" fmla="*/ 8072 w 40361"/>
                <a:gd name="connsiteY30" fmla="*/ 29548 h 75212"/>
                <a:gd name="connsiteX31" fmla="*/ 8072 w 40361"/>
                <a:gd name="connsiteY31" fmla="*/ 34920 h 75212"/>
                <a:gd name="connsiteX32" fmla="*/ 5381 w 40361"/>
                <a:gd name="connsiteY32" fmla="*/ 38949 h 75212"/>
                <a:gd name="connsiteX33" fmla="*/ 6727 w 40361"/>
                <a:gd name="connsiteY33" fmla="*/ 41635 h 75212"/>
                <a:gd name="connsiteX34" fmla="*/ 12108 w 40361"/>
                <a:gd name="connsiteY34" fmla="*/ 42978 h 75212"/>
                <a:gd name="connsiteX35" fmla="*/ 12108 w 40361"/>
                <a:gd name="connsiteY35" fmla="*/ 44321 h 75212"/>
                <a:gd name="connsiteX36" fmla="*/ 8072 w 40361"/>
                <a:gd name="connsiteY36" fmla="*/ 48351 h 75212"/>
                <a:gd name="connsiteX37" fmla="*/ 6727 w 40361"/>
                <a:gd name="connsiteY37" fmla="*/ 57752 h 75212"/>
                <a:gd name="connsiteX38" fmla="*/ 8072 w 40361"/>
                <a:gd name="connsiteY38" fmla="*/ 60438 h 75212"/>
                <a:gd name="connsiteX39" fmla="*/ 10763 w 40361"/>
                <a:gd name="connsiteY39" fmla="*/ 71183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0361" h="75212">
                  <a:moveTo>
                    <a:pt x="14799" y="75212"/>
                  </a:moveTo>
                  <a:lnTo>
                    <a:pt x="16145" y="73869"/>
                  </a:lnTo>
                  <a:lnTo>
                    <a:pt x="18835" y="75212"/>
                  </a:lnTo>
                  <a:lnTo>
                    <a:pt x="22872" y="73869"/>
                  </a:lnTo>
                  <a:lnTo>
                    <a:pt x="22872" y="68497"/>
                  </a:lnTo>
                  <a:lnTo>
                    <a:pt x="25562" y="64468"/>
                  </a:lnTo>
                  <a:lnTo>
                    <a:pt x="29598" y="64468"/>
                  </a:lnTo>
                  <a:lnTo>
                    <a:pt x="33634" y="68497"/>
                  </a:lnTo>
                  <a:lnTo>
                    <a:pt x="36325" y="68497"/>
                  </a:lnTo>
                  <a:lnTo>
                    <a:pt x="37671" y="64468"/>
                  </a:lnTo>
                  <a:lnTo>
                    <a:pt x="37671" y="55066"/>
                  </a:lnTo>
                  <a:lnTo>
                    <a:pt x="39016" y="52380"/>
                  </a:lnTo>
                  <a:lnTo>
                    <a:pt x="37671" y="41635"/>
                  </a:lnTo>
                  <a:lnTo>
                    <a:pt x="40361" y="32234"/>
                  </a:lnTo>
                  <a:lnTo>
                    <a:pt x="33634" y="26862"/>
                  </a:lnTo>
                  <a:lnTo>
                    <a:pt x="39016" y="22832"/>
                  </a:lnTo>
                  <a:lnTo>
                    <a:pt x="39016" y="18803"/>
                  </a:lnTo>
                  <a:lnTo>
                    <a:pt x="37671" y="12088"/>
                  </a:lnTo>
                  <a:lnTo>
                    <a:pt x="34980" y="9401"/>
                  </a:lnTo>
                  <a:lnTo>
                    <a:pt x="30944" y="2686"/>
                  </a:lnTo>
                  <a:lnTo>
                    <a:pt x="29598" y="4029"/>
                  </a:lnTo>
                  <a:lnTo>
                    <a:pt x="24217" y="0"/>
                  </a:lnTo>
                  <a:lnTo>
                    <a:pt x="20181" y="1343"/>
                  </a:lnTo>
                  <a:lnTo>
                    <a:pt x="10763" y="12088"/>
                  </a:lnTo>
                  <a:lnTo>
                    <a:pt x="6727" y="12088"/>
                  </a:lnTo>
                  <a:lnTo>
                    <a:pt x="1345" y="8058"/>
                  </a:lnTo>
                  <a:lnTo>
                    <a:pt x="1345" y="14774"/>
                  </a:lnTo>
                  <a:lnTo>
                    <a:pt x="0" y="17460"/>
                  </a:lnTo>
                  <a:lnTo>
                    <a:pt x="4036" y="21489"/>
                  </a:lnTo>
                  <a:lnTo>
                    <a:pt x="5381" y="25518"/>
                  </a:lnTo>
                  <a:lnTo>
                    <a:pt x="8072" y="29548"/>
                  </a:lnTo>
                  <a:lnTo>
                    <a:pt x="8072" y="34920"/>
                  </a:lnTo>
                  <a:lnTo>
                    <a:pt x="5381" y="38949"/>
                  </a:lnTo>
                  <a:lnTo>
                    <a:pt x="6727" y="41635"/>
                  </a:lnTo>
                  <a:lnTo>
                    <a:pt x="12108" y="42978"/>
                  </a:lnTo>
                  <a:lnTo>
                    <a:pt x="12108" y="44321"/>
                  </a:lnTo>
                  <a:lnTo>
                    <a:pt x="8072" y="48351"/>
                  </a:lnTo>
                  <a:lnTo>
                    <a:pt x="6727" y="57752"/>
                  </a:lnTo>
                  <a:lnTo>
                    <a:pt x="8072" y="60438"/>
                  </a:lnTo>
                  <a:lnTo>
                    <a:pt x="10763" y="7118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3" name="Freeform 622">
              <a:extLst>
                <a:ext uri="{FF2B5EF4-FFF2-40B4-BE49-F238E27FC236}">
                  <a16:creationId xmlns:a16="http://schemas.microsoft.com/office/drawing/2014/main" id="{390ABA1E-6EE2-10AD-44C0-41A3BB4E33C5}"/>
                </a:ext>
              </a:extLst>
            </p:cNvPr>
            <p:cNvSpPr/>
            <p:nvPr/>
          </p:nvSpPr>
          <p:spPr>
            <a:xfrm>
              <a:off x="7651159" y="3590848"/>
              <a:ext cx="75340" cy="51036"/>
            </a:xfrm>
            <a:custGeom>
              <a:avLst/>
              <a:gdLst>
                <a:gd name="connsiteX0" fmla="*/ 67269 w 75340"/>
                <a:gd name="connsiteY0" fmla="*/ 49694 h 51036"/>
                <a:gd name="connsiteX1" fmla="*/ 67269 w 75340"/>
                <a:gd name="connsiteY1" fmla="*/ 42978 h 51036"/>
                <a:gd name="connsiteX2" fmla="*/ 69959 w 75340"/>
                <a:gd name="connsiteY2" fmla="*/ 40292 h 51036"/>
                <a:gd name="connsiteX3" fmla="*/ 68614 w 75340"/>
                <a:gd name="connsiteY3" fmla="*/ 34920 h 51036"/>
                <a:gd name="connsiteX4" fmla="*/ 64578 w 75340"/>
                <a:gd name="connsiteY4" fmla="*/ 28204 h 51036"/>
                <a:gd name="connsiteX5" fmla="*/ 68614 w 75340"/>
                <a:gd name="connsiteY5" fmla="*/ 16117 h 51036"/>
                <a:gd name="connsiteX6" fmla="*/ 73996 w 75340"/>
                <a:gd name="connsiteY6" fmla="*/ 10744 h 51036"/>
                <a:gd name="connsiteX7" fmla="*/ 75341 w 75340"/>
                <a:gd name="connsiteY7" fmla="*/ 4029 h 51036"/>
                <a:gd name="connsiteX8" fmla="*/ 71305 w 75340"/>
                <a:gd name="connsiteY8" fmla="*/ 0 h 51036"/>
                <a:gd name="connsiteX9" fmla="*/ 64578 w 75340"/>
                <a:gd name="connsiteY9" fmla="*/ 5372 h 51036"/>
                <a:gd name="connsiteX10" fmla="*/ 61887 w 75340"/>
                <a:gd name="connsiteY10" fmla="*/ 5372 h 51036"/>
                <a:gd name="connsiteX11" fmla="*/ 56506 w 75340"/>
                <a:gd name="connsiteY11" fmla="*/ 2686 h 51036"/>
                <a:gd name="connsiteX12" fmla="*/ 51124 w 75340"/>
                <a:gd name="connsiteY12" fmla="*/ 8058 h 51036"/>
                <a:gd name="connsiteX13" fmla="*/ 39016 w 75340"/>
                <a:gd name="connsiteY13" fmla="*/ 6715 h 51036"/>
                <a:gd name="connsiteX14" fmla="*/ 29598 w 75340"/>
                <a:gd name="connsiteY14" fmla="*/ 10744 h 51036"/>
                <a:gd name="connsiteX15" fmla="*/ 22871 w 75340"/>
                <a:gd name="connsiteY15" fmla="*/ 9401 h 51036"/>
                <a:gd name="connsiteX16" fmla="*/ 17490 w 75340"/>
                <a:gd name="connsiteY16" fmla="*/ 5372 h 51036"/>
                <a:gd name="connsiteX17" fmla="*/ 12108 w 75340"/>
                <a:gd name="connsiteY17" fmla="*/ 6715 h 51036"/>
                <a:gd name="connsiteX18" fmla="*/ 8072 w 75340"/>
                <a:gd name="connsiteY18" fmla="*/ 8058 h 51036"/>
                <a:gd name="connsiteX19" fmla="*/ 6727 w 75340"/>
                <a:gd name="connsiteY19" fmla="*/ 6715 h 51036"/>
                <a:gd name="connsiteX20" fmla="*/ 0 w 75340"/>
                <a:gd name="connsiteY20" fmla="*/ 9401 h 51036"/>
                <a:gd name="connsiteX21" fmla="*/ 0 w 75340"/>
                <a:gd name="connsiteY21" fmla="*/ 17460 h 51036"/>
                <a:gd name="connsiteX22" fmla="*/ 5381 w 75340"/>
                <a:gd name="connsiteY22" fmla="*/ 22832 h 51036"/>
                <a:gd name="connsiteX23" fmla="*/ 10763 w 75340"/>
                <a:gd name="connsiteY23" fmla="*/ 21489 h 51036"/>
                <a:gd name="connsiteX24" fmla="*/ 20181 w 75340"/>
                <a:gd name="connsiteY24" fmla="*/ 28204 h 51036"/>
                <a:gd name="connsiteX25" fmla="*/ 25562 w 75340"/>
                <a:gd name="connsiteY25" fmla="*/ 29548 h 51036"/>
                <a:gd name="connsiteX26" fmla="*/ 30943 w 75340"/>
                <a:gd name="connsiteY26" fmla="*/ 34920 h 51036"/>
                <a:gd name="connsiteX27" fmla="*/ 41706 w 75340"/>
                <a:gd name="connsiteY27" fmla="*/ 38949 h 51036"/>
                <a:gd name="connsiteX28" fmla="*/ 44397 w 75340"/>
                <a:gd name="connsiteY28" fmla="*/ 37606 h 51036"/>
                <a:gd name="connsiteX29" fmla="*/ 49779 w 75340"/>
                <a:gd name="connsiteY29" fmla="*/ 41635 h 51036"/>
                <a:gd name="connsiteX30" fmla="*/ 51124 w 75340"/>
                <a:gd name="connsiteY30" fmla="*/ 45665 h 51036"/>
                <a:gd name="connsiteX31" fmla="*/ 63232 w 75340"/>
                <a:gd name="connsiteY31" fmla="*/ 51037 h 5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5340" h="51036">
                  <a:moveTo>
                    <a:pt x="67269" y="49694"/>
                  </a:moveTo>
                  <a:lnTo>
                    <a:pt x="67269" y="42978"/>
                  </a:lnTo>
                  <a:lnTo>
                    <a:pt x="69959" y="40292"/>
                  </a:lnTo>
                  <a:lnTo>
                    <a:pt x="68614" y="34920"/>
                  </a:lnTo>
                  <a:lnTo>
                    <a:pt x="64578" y="28204"/>
                  </a:lnTo>
                  <a:lnTo>
                    <a:pt x="68614" y="16117"/>
                  </a:lnTo>
                  <a:lnTo>
                    <a:pt x="73996" y="10744"/>
                  </a:lnTo>
                  <a:lnTo>
                    <a:pt x="75341" y="4029"/>
                  </a:lnTo>
                  <a:lnTo>
                    <a:pt x="71305" y="0"/>
                  </a:lnTo>
                  <a:lnTo>
                    <a:pt x="64578" y="5372"/>
                  </a:lnTo>
                  <a:lnTo>
                    <a:pt x="61887" y="5372"/>
                  </a:lnTo>
                  <a:lnTo>
                    <a:pt x="56506" y="2686"/>
                  </a:lnTo>
                  <a:lnTo>
                    <a:pt x="51124" y="8058"/>
                  </a:lnTo>
                  <a:lnTo>
                    <a:pt x="39016" y="6715"/>
                  </a:lnTo>
                  <a:lnTo>
                    <a:pt x="29598" y="10744"/>
                  </a:lnTo>
                  <a:lnTo>
                    <a:pt x="22871" y="9401"/>
                  </a:lnTo>
                  <a:lnTo>
                    <a:pt x="17490" y="5372"/>
                  </a:lnTo>
                  <a:lnTo>
                    <a:pt x="12108" y="6715"/>
                  </a:lnTo>
                  <a:lnTo>
                    <a:pt x="8072" y="8058"/>
                  </a:lnTo>
                  <a:lnTo>
                    <a:pt x="6727" y="6715"/>
                  </a:lnTo>
                  <a:lnTo>
                    <a:pt x="0" y="9401"/>
                  </a:lnTo>
                  <a:lnTo>
                    <a:pt x="0" y="17460"/>
                  </a:lnTo>
                  <a:lnTo>
                    <a:pt x="5381" y="22832"/>
                  </a:lnTo>
                  <a:lnTo>
                    <a:pt x="10763" y="21489"/>
                  </a:lnTo>
                  <a:lnTo>
                    <a:pt x="20181" y="28204"/>
                  </a:lnTo>
                  <a:lnTo>
                    <a:pt x="25562" y="29548"/>
                  </a:lnTo>
                  <a:lnTo>
                    <a:pt x="30943" y="34920"/>
                  </a:lnTo>
                  <a:lnTo>
                    <a:pt x="41706" y="38949"/>
                  </a:lnTo>
                  <a:lnTo>
                    <a:pt x="44397" y="37606"/>
                  </a:lnTo>
                  <a:lnTo>
                    <a:pt x="49779" y="41635"/>
                  </a:lnTo>
                  <a:lnTo>
                    <a:pt x="51124" y="45665"/>
                  </a:lnTo>
                  <a:lnTo>
                    <a:pt x="63232" y="5103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624" name="Graphic 5">
            <a:extLst>
              <a:ext uri="{FF2B5EF4-FFF2-40B4-BE49-F238E27FC236}">
                <a16:creationId xmlns:a16="http://schemas.microsoft.com/office/drawing/2014/main" id="{0C19025E-4750-9A38-D0FB-CFF21CFF6B0F}"/>
              </a:ext>
            </a:extLst>
          </p:cNvPr>
          <p:cNvGrpSpPr/>
          <p:nvPr/>
        </p:nvGrpSpPr>
        <p:grpSpPr>
          <a:xfrm>
            <a:off x="7125117" y="3414905"/>
            <a:ext cx="321544" cy="241753"/>
            <a:chOff x="7125117" y="3414905"/>
            <a:chExt cx="321544" cy="241753"/>
          </a:xfrm>
          <a:solidFill>
            <a:srgbClr val="E5E5E4"/>
          </a:solidFill>
        </p:grpSpPr>
        <p:sp>
          <p:nvSpPr>
            <p:cNvPr id="625" name="Freeform 624">
              <a:extLst>
                <a:ext uri="{FF2B5EF4-FFF2-40B4-BE49-F238E27FC236}">
                  <a16:creationId xmlns:a16="http://schemas.microsoft.com/office/drawing/2014/main" id="{832B2B17-DB1D-AE18-FFF4-E3BD675349E3}"/>
                </a:ext>
              </a:extLst>
            </p:cNvPr>
            <p:cNvSpPr/>
            <p:nvPr/>
          </p:nvSpPr>
          <p:spPr>
            <a:xfrm>
              <a:off x="7125117" y="3414905"/>
              <a:ext cx="291946" cy="241753"/>
            </a:xfrm>
            <a:custGeom>
              <a:avLst/>
              <a:gdLst>
                <a:gd name="connsiteX0" fmla="*/ 181626 w 291946"/>
                <a:gd name="connsiteY0" fmla="*/ 12088 h 241753"/>
                <a:gd name="connsiteX1" fmla="*/ 185662 w 291946"/>
                <a:gd name="connsiteY1" fmla="*/ 14774 h 241753"/>
                <a:gd name="connsiteX2" fmla="*/ 185662 w 291946"/>
                <a:gd name="connsiteY2" fmla="*/ 16117 h 241753"/>
                <a:gd name="connsiteX3" fmla="*/ 188353 w 291946"/>
                <a:gd name="connsiteY3" fmla="*/ 16117 h 241753"/>
                <a:gd name="connsiteX4" fmla="*/ 189698 w 291946"/>
                <a:gd name="connsiteY4" fmla="*/ 21489 h 241753"/>
                <a:gd name="connsiteX5" fmla="*/ 188353 w 291946"/>
                <a:gd name="connsiteY5" fmla="*/ 25518 h 241753"/>
                <a:gd name="connsiteX6" fmla="*/ 196425 w 291946"/>
                <a:gd name="connsiteY6" fmla="*/ 24175 h 241753"/>
                <a:gd name="connsiteX7" fmla="*/ 207188 w 291946"/>
                <a:gd name="connsiteY7" fmla="*/ 28205 h 241753"/>
                <a:gd name="connsiteX8" fmla="*/ 212569 w 291946"/>
                <a:gd name="connsiteY8" fmla="*/ 33577 h 241753"/>
                <a:gd name="connsiteX9" fmla="*/ 217951 w 291946"/>
                <a:gd name="connsiteY9" fmla="*/ 30891 h 241753"/>
                <a:gd name="connsiteX10" fmla="*/ 223333 w 291946"/>
                <a:gd name="connsiteY10" fmla="*/ 36263 h 241753"/>
                <a:gd name="connsiteX11" fmla="*/ 230059 w 291946"/>
                <a:gd name="connsiteY11" fmla="*/ 36263 h 241753"/>
                <a:gd name="connsiteX12" fmla="*/ 234095 w 291946"/>
                <a:gd name="connsiteY12" fmla="*/ 37606 h 241753"/>
                <a:gd name="connsiteX13" fmla="*/ 238131 w 291946"/>
                <a:gd name="connsiteY13" fmla="*/ 32234 h 241753"/>
                <a:gd name="connsiteX14" fmla="*/ 250240 w 291946"/>
                <a:gd name="connsiteY14" fmla="*/ 32234 h 241753"/>
                <a:gd name="connsiteX15" fmla="*/ 254276 w 291946"/>
                <a:gd name="connsiteY15" fmla="*/ 34920 h 241753"/>
                <a:gd name="connsiteX16" fmla="*/ 261003 w 291946"/>
                <a:gd name="connsiteY16" fmla="*/ 33577 h 241753"/>
                <a:gd name="connsiteX17" fmla="*/ 269075 w 291946"/>
                <a:gd name="connsiteY17" fmla="*/ 37606 h 241753"/>
                <a:gd name="connsiteX18" fmla="*/ 281184 w 291946"/>
                <a:gd name="connsiteY18" fmla="*/ 36263 h 241753"/>
                <a:gd name="connsiteX19" fmla="*/ 289256 w 291946"/>
                <a:gd name="connsiteY19" fmla="*/ 41635 h 241753"/>
                <a:gd name="connsiteX20" fmla="*/ 291946 w 291946"/>
                <a:gd name="connsiteY20" fmla="*/ 42978 h 241753"/>
                <a:gd name="connsiteX21" fmla="*/ 291946 w 291946"/>
                <a:gd name="connsiteY21" fmla="*/ 45665 h 241753"/>
                <a:gd name="connsiteX22" fmla="*/ 287911 w 291946"/>
                <a:gd name="connsiteY22" fmla="*/ 48351 h 241753"/>
                <a:gd name="connsiteX23" fmla="*/ 289256 w 291946"/>
                <a:gd name="connsiteY23" fmla="*/ 56409 h 241753"/>
                <a:gd name="connsiteX24" fmla="*/ 289256 w 291946"/>
                <a:gd name="connsiteY24" fmla="*/ 63125 h 241753"/>
                <a:gd name="connsiteX25" fmla="*/ 286565 w 291946"/>
                <a:gd name="connsiteY25" fmla="*/ 68497 h 241753"/>
                <a:gd name="connsiteX26" fmla="*/ 277148 w 291946"/>
                <a:gd name="connsiteY26" fmla="*/ 73869 h 241753"/>
                <a:gd name="connsiteX27" fmla="*/ 273111 w 291946"/>
                <a:gd name="connsiteY27" fmla="*/ 79241 h 241753"/>
                <a:gd name="connsiteX28" fmla="*/ 265039 w 291946"/>
                <a:gd name="connsiteY28" fmla="*/ 81928 h 241753"/>
                <a:gd name="connsiteX29" fmla="*/ 255622 w 291946"/>
                <a:gd name="connsiteY29" fmla="*/ 81928 h 241753"/>
                <a:gd name="connsiteX30" fmla="*/ 248895 w 291946"/>
                <a:gd name="connsiteY30" fmla="*/ 85957 h 241753"/>
                <a:gd name="connsiteX31" fmla="*/ 243513 w 291946"/>
                <a:gd name="connsiteY31" fmla="*/ 88643 h 241753"/>
                <a:gd name="connsiteX32" fmla="*/ 246204 w 291946"/>
                <a:gd name="connsiteY32" fmla="*/ 91329 h 241753"/>
                <a:gd name="connsiteX33" fmla="*/ 244858 w 291946"/>
                <a:gd name="connsiteY33" fmla="*/ 96702 h 241753"/>
                <a:gd name="connsiteX34" fmla="*/ 240822 w 291946"/>
                <a:gd name="connsiteY34" fmla="*/ 99388 h 241753"/>
                <a:gd name="connsiteX35" fmla="*/ 240822 w 291946"/>
                <a:gd name="connsiteY35" fmla="*/ 99388 h 241753"/>
                <a:gd name="connsiteX36" fmla="*/ 242168 w 291946"/>
                <a:gd name="connsiteY36" fmla="*/ 98045 h 241753"/>
                <a:gd name="connsiteX37" fmla="*/ 239477 w 291946"/>
                <a:gd name="connsiteY37" fmla="*/ 96702 h 241753"/>
                <a:gd name="connsiteX38" fmla="*/ 232750 w 291946"/>
                <a:gd name="connsiteY38" fmla="*/ 108789 h 241753"/>
                <a:gd name="connsiteX39" fmla="*/ 227369 w 291946"/>
                <a:gd name="connsiteY39" fmla="*/ 111475 h 241753"/>
                <a:gd name="connsiteX40" fmla="*/ 217951 w 291946"/>
                <a:gd name="connsiteY40" fmla="*/ 127592 h 241753"/>
                <a:gd name="connsiteX41" fmla="*/ 215260 w 291946"/>
                <a:gd name="connsiteY41" fmla="*/ 131622 h 241753"/>
                <a:gd name="connsiteX42" fmla="*/ 219296 w 291946"/>
                <a:gd name="connsiteY42" fmla="*/ 139680 h 241753"/>
                <a:gd name="connsiteX43" fmla="*/ 220642 w 291946"/>
                <a:gd name="connsiteY43" fmla="*/ 145052 h 241753"/>
                <a:gd name="connsiteX44" fmla="*/ 224678 w 291946"/>
                <a:gd name="connsiteY44" fmla="*/ 147738 h 241753"/>
                <a:gd name="connsiteX45" fmla="*/ 231405 w 291946"/>
                <a:gd name="connsiteY45" fmla="*/ 157140 h 241753"/>
                <a:gd name="connsiteX46" fmla="*/ 226023 w 291946"/>
                <a:gd name="connsiteY46" fmla="*/ 162512 h 241753"/>
                <a:gd name="connsiteX47" fmla="*/ 217951 w 291946"/>
                <a:gd name="connsiteY47" fmla="*/ 165199 h 241753"/>
                <a:gd name="connsiteX48" fmla="*/ 217951 w 291946"/>
                <a:gd name="connsiteY48" fmla="*/ 170571 h 241753"/>
                <a:gd name="connsiteX49" fmla="*/ 209879 w 291946"/>
                <a:gd name="connsiteY49" fmla="*/ 182659 h 241753"/>
                <a:gd name="connsiteX50" fmla="*/ 208533 w 291946"/>
                <a:gd name="connsiteY50" fmla="*/ 190717 h 241753"/>
                <a:gd name="connsiteX51" fmla="*/ 211224 w 291946"/>
                <a:gd name="connsiteY51" fmla="*/ 193403 h 241753"/>
                <a:gd name="connsiteX52" fmla="*/ 208533 w 291946"/>
                <a:gd name="connsiteY52" fmla="*/ 196089 h 241753"/>
                <a:gd name="connsiteX53" fmla="*/ 199116 w 291946"/>
                <a:gd name="connsiteY53" fmla="*/ 196089 h 241753"/>
                <a:gd name="connsiteX54" fmla="*/ 182971 w 291946"/>
                <a:gd name="connsiteY54" fmla="*/ 204148 h 241753"/>
                <a:gd name="connsiteX55" fmla="*/ 182971 w 291946"/>
                <a:gd name="connsiteY55" fmla="*/ 209520 h 241753"/>
                <a:gd name="connsiteX56" fmla="*/ 176244 w 291946"/>
                <a:gd name="connsiteY56" fmla="*/ 218922 h 241753"/>
                <a:gd name="connsiteX57" fmla="*/ 170863 w 291946"/>
                <a:gd name="connsiteY57" fmla="*/ 216235 h 241753"/>
                <a:gd name="connsiteX58" fmla="*/ 165481 w 291946"/>
                <a:gd name="connsiteY58" fmla="*/ 212206 h 241753"/>
                <a:gd name="connsiteX59" fmla="*/ 162791 w 291946"/>
                <a:gd name="connsiteY59" fmla="*/ 216235 h 241753"/>
                <a:gd name="connsiteX60" fmla="*/ 158754 w 291946"/>
                <a:gd name="connsiteY60" fmla="*/ 220265 h 241753"/>
                <a:gd name="connsiteX61" fmla="*/ 154718 w 291946"/>
                <a:gd name="connsiteY61" fmla="*/ 217578 h 241753"/>
                <a:gd name="connsiteX62" fmla="*/ 150682 w 291946"/>
                <a:gd name="connsiteY62" fmla="*/ 217578 h 241753"/>
                <a:gd name="connsiteX63" fmla="*/ 146646 w 291946"/>
                <a:gd name="connsiteY63" fmla="*/ 221608 h 241753"/>
                <a:gd name="connsiteX64" fmla="*/ 139919 w 291946"/>
                <a:gd name="connsiteY64" fmla="*/ 220265 h 241753"/>
                <a:gd name="connsiteX65" fmla="*/ 129156 w 291946"/>
                <a:gd name="connsiteY65" fmla="*/ 217578 h 241753"/>
                <a:gd name="connsiteX66" fmla="*/ 125120 w 291946"/>
                <a:gd name="connsiteY66" fmla="*/ 220265 h 241753"/>
                <a:gd name="connsiteX67" fmla="*/ 115702 w 291946"/>
                <a:gd name="connsiteY67" fmla="*/ 221608 h 241753"/>
                <a:gd name="connsiteX68" fmla="*/ 107630 w 291946"/>
                <a:gd name="connsiteY68" fmla="*/ 229666 h 241753"/>
                <a:gd name="connsiteX69" fmla="*/ 98212 w 291946"/>
                <a:gd name="connsiteY69" fmla="*/ 231009 h 241753"/>
                <a:gd name="connsiteX70" fmla="*/ 94176 w 291946"/>
                <a:gd name="connsiteY70" fmla="*/ 233695 h 241753"/>
                <a:gd name="connsiteX71" fmla="*/ 94176 w 291946"/>
                <a:gd name="connsiteY71" fmla="*/ 237725 h 241753"/>
                <a:gd name="connsiteX72" fmla="*/ 86104 w 291946"/>
                <a:gd name="connsiteY72" fmla="*/ 241754 h 241753"/>
                <a:gd name="connsiteX73" fmla="*/ 78032 w 291946"/>
                <a:gd name="connsiteY73" fmla="*/ 240411 h 241753"/>
                <a:gd name="connsiteX74" fmla="*/ 69959 w 291946"/>
                <a:gd name="connsiteY74" fmla="*/ 232352 h 241753"/>
                <a:gd name="connsiteX75" fmla="*/ 64578 w 291946"/>
                <a:gd name="connsiteY75" fmla="*/ 220265 h 241753"/>
                <a:gd name="connsiteX76" fmla="*/ 65923 w 291946"/>
                <a:gd name="connsiteY76" fmla="*/ 218922 h 241753"/>
                <a:gd name="connsiteX77" fmla="*/ 55161 w 291946"/>
                <a:gd name="connsiteY77" fmla="*/ 208177 h 241753"/>
                <a:gd name="connsiteX78" fmla="*/ 47088 w 291946"/>
                <a:gd name="connsiteY78" fmla="*/ 206834 h 241753"/>
                <a:gd name="connsiteX79" fmla="*/ 43052 w 291946"/>
                <a:gd name="connsiteY79" fmla="*/ 205491 h 241753"/>
                <a:gd name="connsiteX80" fmla="*/ 43052 w 291946"/>
                <a:gd name="connsiteY80" fmla="*/ 200118 h 241753"/>
                <a:gd name="connsiteX81" fmla="*/ 39016 w 291946"/>
                <a:gd name="connsiteY81" fmla="*/ 194746 h 241753"/>
                <a:gd name="connsiteX82" fmla="*/ 45743 w 291946"/>
                <a:gd name="connsiteY82" fmla="*/ 184002 h 241753"/>
                <a:gd name="connsiteX83" fmla="*/ 52470 w 291946"/>
                <a:gd name="connsiteY83" fmla="*/ 178629 h 241753"/>
                <a:gd name="connsiteX84" fmla="*/ 52470 w 291946"/>
                <a:gd name="connsiteY84" fmla="*/ 173257 h 241753"/>
                <a:gd name="connsiteX85" fmla="*/ 47088 w 291946"/>
                <a:gd name="connsiteY85" fmla="*/ 173257 h 241753"/>
                <a:gd name="connsiteX86" fmla="*/ 43052 w 291946"/>
                <a:gd name="connsiteY86" fmla="*/ 165199 h 241753"/>
                <a:gd name="connsiteX87" fmla="*/ 51124 w 291946"/>
                <a:gd name="connsiteY87" fmla="*/ 157140 h 241753"/>
                <a:gd name="connsiteX88" fmla="*/ 51124 w 291946"/>
                <a:gd name="connsiteY88" fmla="*/ 146395 h 241753"/>
                <a:gd name="connsiteX89" fmla="*/ 44397 w 291946"/>
                <a:gd name="connsiteY89" fmla="*/ 142366 h 241753"/>
                <a:gd name="connsiteX90" fmla="*/ 37670 w 291946"/>
                <a:gd name="connsiteY90" fmla="*/ 130278 h 241753"/>
                <a:gd name="connsiteX91" fmla="*/ 44397 w 291946"/>
                <a:gd name="connsiteY91" fmla="*/ 128935 h 241753"/>
                <a:gd name="connsiteX92" fmla="*/ 48434 w 291946"/>
                <a:gd name="connsiteY92" fmla="*/ 130278 h 241753"/>
                <a:gd name="connsiteX93" fmla="*/ 55161 w 291946"/>
                <a:gd name="connsiteY93" fmla="*/ 120877 h 241753"/>
                <a:gd name="connsiteX94" fmla="*/ 51124 w 291946"/>
                <a:gd name="connsiteY94" fmla="*/ 116848 h 241753"/>
                <a:gd name="connsiteX95" fmla="*/ 56506 w 291946"/>
                <a:gd name="connsiteY95" fmla="*/ 111475 h 241753"/>
                <a:gd name="connsiteX96" fmla="*/ 57851 w 291946"/>
                <a:gd name="connsiteY96" fmla="*/ 95359 h 241753"/>
                <a:gd name="connsiteX97" fmla="*/ 56506 w 291946"/>
                <a:gd name="connsiteY97" fmla="*/ 88643 h 241753"/>
                <a:gd name="connsiteX98" fmla="*/ 65923 w 291946"/>
                <a:gd name="connsiteY98" fmla="*/ 79241 h 241753"/>
                <a:gd name="connsiteX99" fmla="*/ 69959 w 291946"/>
                <a:gd name="connsiteY99" fmla="*/ 79241 h 241753"/>
                <a:gd name="connsiteX100" fmla="*/ 71305 w 291946"/>
                <a:gd name="connsiteY100" fmla="*/ 73869 h 241753"/>
                <a:gd name="connsiteX101" fmla="*/ 65923 w 291946"/>
                <a:gd name="connsiteY101" fmla="*/ 65811 h 241753"/>
                <a:gd name="connsiteX102" fmla="*/ 64578 w 291946"/>
                <a:gd name="connsiteY102" fmla="*/ 59095 h 241753"/>
                <a:gd name="connsiteX103" fmla="*/ 52470 w 291946"/>
                <a:gd name="connsiteY103" fmla="*/ 57752 h 241753"/>
                <a:gd name="connsiteX104" fmla="*/ 47088 w 291946"/>
                <a:gd name="connsiteY104" fmla="*/ 63125 h 241753"/>
                <a:gd name="connsiteX105" fmla="*/ 32289 w 291946"/>
                <a:gd name="connsiteY105" fmla="*/ 60438 h 241753"/>
                <a:gd name="connsiteX106" fmla="*/ 24217 w 291946"/>
                <a:gd name="connsiteY106" fmla="*/ 64468 h 241753"/>
                <a:gd name="connsiteX107" fmla="*/ 21526 w 291946"/>
                <a:gd name="connsiteY107" fmla="*/ 60438 h 241753"/>
                <a:gd name="connsiteX108" fmla="*/ 22871 w 291946"/>
                <a:gd name="connsiteY108" fmla="*/ 55066 h 241753"/>
                <a:gd name="connsiteX109" fmla="*/ 18835 w 291946"/>
                <a:gd name="connsiteY109" fmla="*/ 53723 h 241753"/>
                <a:gd name="connsiteX110" fmla="*/ 6727 w 291946"/>
                <a:gd name="connsiteY110" fmla="*/ 55066 h 241753"/>
                <a:gd name="connsiteX111" fmla="*/ 6727 w 291946"/>
                <a:gd name="connsiteY111" fmla="*/ 53723 h 241753"/>
                <a:gd name="connsiteX112" fmla="*/ 13454 w 291946"/>
                <a:gd name="connsiteY112" fmla="*/ 48351 h 241753"/>
                <a:gd name="connsiteX113" fmla="*/ 9417 w 291946"/>
                <a:gd name="connsiteY113" fmla="*/ 47008 h 241753"/>
                <a:gd name="connsiteX114" fmla="*/ 12108 w 291946"/>
                <a:gd name="connsiteY114" fmla="*/ 44322 h 241753"/>
                <a:gd name="connsiteX115" fmla="*/ 10763 w 291946"/>
                <a:gd name="connsiteY115" fmla="*/ 42978 h 241753"/>
                <a:gd name="connsiteX116" fmla="*/ 12108 w 291946"/>
                <a:gd name="connsiteY116" fmla="*/ 37606 h 241753"/>
                <a:gd name="connsiteX117" fmla="*/ 8072 w 291946"/>
                <a:gd name="connsiteY117" fmla="*/ 41635 h 241753"/>
                <a:gd name="connsiteX118" fmla="*/ 6727 w 291946"/>
                <a:gd name="connsiteY118" fmla="*/ 40292 h 241753"/>
                <a:gd name="connsiteX119" fmla="*/ 8072 w 291946"/>
                <a:gd name="connsiteY119" fmla="*/ 33577 h 241753"/>
                <a:gd name="connsiteX120" fmla="*/ 5381 w 291946"/>
                <a:gd name="connsiteY120" fmla="*/ 32234 h 241753"/>
                <a:gd name="connsiteX121" fmla="*/ 5381 w 291946"/>
                <a:gd name="connsiteY121" fmla="*/ 29548 h 241753"/>
                <a:gd name="connsiteX122" fmla="*/ 2691 w 291946"/>
                <a:gd name="connsiteY122" fmla="*/ 30891 h 241753"/>
                <a:gd name="connsiteX123" fmla="*/ 0 w 291946"/>
                <a:gd name="connsiteY123" fmla="*/ 25518 h 241753"/>
                <a:gd name="connsiteX124" fmla="*/ 2691 w 291946"/>
                <a:gd name="connsiteY124" fmla="*/ 20146 h 241753"/>
                <a:gd name="connsiteX125" fmla="*/ 12108 w 291946"/>
                <a:gd name="connsiteY125" fmla="*/ 16117 h 241753"/>
                <a:gd name="connsiteX126" fmla="*/ 14799 w 291946"/>
                <a:gd name="connsiteY126" fmla="*/ 17460 h 241753"/>
                <a:gd name="connsiteX127" fmla="*/ 22871 w 291946"/>
                <a:gd name="connsiteY127" fmla="*/ 16117 h 241753"/>
                <a:gd name="connsiteX128" fmla="*/ 26908 w 291946"/>
                <a:gd name="connsiteY128" fmla="*/ 13431 h 241753"/>
                <a:gd name="connsiteX129" fmla="*/ 24217 w 291946"/>
                <a:gd name="connsiteY129" fmla="*/ 10745 h 241753"/>
                <a:gd name="connsiteX130" fmla="*/ 24217 w 291946"/>
                <a:gd name="connsiteY130" fmla="*/ 6715 h 241753"/>
                <a:gd name="connsiteX131" fmla="*/ 33634 w 291946"/>
                <a:gd name="connsiteY131" fmla="*/ 1343 h 241753"/>
                <a:gd name="connsiteX132" fmla="*/ 34980 w 291946"/>
                <a:gd name="connsiteY132" fmla="*/ 2686 h 241753"/>
                <a:gd name="connsiteX133" fmla="*/ 39016 w 291946"/>
                <a:gd name="connsiteY133" fmla="*/ 0 h 241753"/>
                <a:gd name="connsiteX134" fmla="*/ 45743 w 291946"/>
                <a:gd name="connsiteY134" fmla="*/ 1343 h 241753"/>
                <a:gd name="connsiteX135" fmla="*/ 51124 w 291946"/>
                <a:gd name="connsiteY135" fmla="*/ 8059 h 241753"/>
                <a:gd name="connsiteX136" fmla="*/ 56506 w 291946"/>
                <a:gd name="connsiteY136" fmla="*/ 4029 h 241753"/>
                <a:gd name="connsiteX137" fmla="*/ 61887 w 291946"/>
                <a:gd name="connsiteY137" fmla="*/ 4029 h 241753"/>
                <a:gd name="connsiteX138" fmla="*/ 68614 w 291946"/>
                <a:gd name="connsiteY138" fmla="*/ 6715 h 241753"/>
                <a:gd name="connsiteX139" fmla="*/ 75341 w 291946"/>
                <a:gd name="connsiteY139" fmla="*/ 4029 h 241753"/>
                <a:gd name="connsiteX140" fmla="*/ 83413 w 291946"/>
                <a:gd name="connsiteY140" fmla="*/ 1343 h 241753"/>
                <a:gd name="connsiteX141" fmla="*/ 84759 w 291946"/>
                <a:gd name="connsiteY141" fmla="*/ 4029 h 241753"/>
                <a:gd name="connsiteX142" fmla="*/ 91485 w 291946"/>
                <a:gd name="connsiteY142" fmla="*/ 8059 h 241753"/>
                <a:gd name="connsiteX143" fmla="*/ 110321 w 291946"/>
                <a:gd name="connsiteY143" fmla="*/ 10745 h 241753"/>
                <a:gd name="connsiteX144" fmla="*/ 118393 w 291946"/>
                <a:gd name="connsiteY144" fmla="*/ 12088 h 241753"/>
                <a:gd name="connsiteX145" fmla="*/ 130501 w 291946"/>
                <a:gd name="connsiteY145" fmla="*/ 6715 h 241753"/>
                <a:gd name="connsiteX146" fmla="*/ 139919 w 291946"/>
                <a:gd name="connsiteY146" fmla="*/ 8059 h 241753"/>
                <a:gd name="connsiteX147" fmla="*/ 141265 w 291946"/>
                <a:gd name="connsiteY147" fmla="*/ 12088 h 241753"/>
                <a:gd name="connsiteX148" fmla="*/ 150682 w 291946"/>
                <a:gd name="connsiteY148" fmla="*/ 13431 h 241753"/>
                <a:gd name="connsiteX149" fmla="*/ 156064 w 291946"/>
                <a:gd name="connsiteY149" fmla="*/ 8059 h 241753"/>
                <a:gd name="connsiteX150" fmla="*/ 160100 w 291946"/>
                <a:gd name="connsiteY150" fmla="*/ 8059 h 241753"/>
                <a:gd name="connsiteX151" fmla="*/ 173554 w 291946"/>
                <a:gd name="connsiteY151" fmla="*/ 16117 h 241753"/>
                <a:gd name="connsiteX152" fmla="*/ 176244 w 291946"/>
                <a:gd name="connsiteY152" fmla="*/ 12088 h 241753"/>
                <a:gd name="connsiteX153" fmla="*/ 181626 w 291946"/>
                <a:gd name="connsiteY153" fmla="*/ 12088 h 241753"/>
                <a:gd name="connsiteX154" fmla="*/ 181626 w 291946"/>
                <a:gd name="connsiteY154" fmla="*/ 12088 h 241753"/>
                <a:gd name="connsiteX155" fmla="*/ 181626 w 291946"/>
                <a:gd name="connsiteY155" fmla="*/ 12088 h 241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291946" h="241753">
                  <a:moveTo>
                    <a:pt x="181626" y="12088"/>
                  </a:moveTo>
                  <a:lnTo>
                    <a:pt x="185662" y="14774"/>
                  </a:lnTo>
                  <a:lnTo>
                    <a:pt x="185662" y="16117"/>
                  </a:lnTo>
                  <a:lnTo>
                    <a:pt x="188353" y="16117"/>
                  </a:lnTo>
                  <a:lnTo>
                    <a:pt x="189698" y="21489"/>
                  </a:lnTo>
                  <a:lnTo>
                    <a:pt x="188353" y="25518"/>
                  </a:lnTo>
                  <a:lnTo>
                    <a:pt x="196425" y="24175"/>
                  </a:lnTo>
                  <a:lnTo>
                    <a:pt x="207188" y="28205"/>
                  </a:lnTo>
                  <a:lnTo>
                    <a:pt x="212569" y="33577"/>
                  </a:lnTo>
                  <a:lnTo>
                    <a:pt x="217951" y="30891"/>
                  </a:lnTo>
                  <a:lnTo>
                    <a:pt x="223333" y="36263"/>
                  </a:lnTo>
                  <a:lnTo>
                    <a:pt x="230059" y="36263"/>
                  </a:lnTo>
                  <a:lnTo>
                    <a:pt x="234095" y="37606"/>
                  </a:lnTo>
                  <a:lnTo>
                    <a:pt x="238131" y="32234"/>
                  </a:lnTo>
                  <a:lnTo>
                    <a:pt x="250240" y="32234"/>
                  </a:lnTo>
                  <a:lnTo>
                    <a:pt x="254276" y="34920"/>
                  </a:lnTo>
                  <a:lnTo>
                    <a:pt x="261003" y="33577"/>
                  </a:lnTo>
                  <a:lnTo>
                    <a:pt x="269075" y="37606"/>
                  </a:lnTo>
                  <a:lnTo>
                    <a:pt x="281184" y="36263"/>
                  </a:lnTo>
                  <a:lnTo>
                    <a:pt x="289256" y="41635"/>
                  </a:lnTo>
                  <a:lnTo>
                    <a:pt x="291946" y="42978"/>
                  </a:lnTo>
                  <a:lnTo>
                    <a:pt x="291946" y="45665"/>
                  </a:lnTo>
                  <a:lnTo>
                    <a:pt x="287911" y="48351"/>
                  </a:lnTo>
                  <a:lnTo>
                    <a:pt x="289256" y="56409"/>
                  </a:lnTo>
                  <a:lnTo>
                    <a:pt x="289256" y="63125"/>
                  </a:lnTo>
                  <a:lnTo>
                    <a:pt x="286565" y="68497"/>
                  </a:lnTo>
                  <a:lnTo>
                    <a:pt x="277148" y="73869"/>
                  </a:lnTo>
                  <a:lnTo>
                    <a:pt x="273111" y="79241"/>
                  </a:lnTo>
                  <a:lnTo>
                    <a:pt x="265039" y="81928"/>
                  </a:lnTo>
                  <a:lnTo>
                    <a:pt x="255622" y="81928"/>
                  </a:lnTo>
                  <a:lnTo>
                    <a:pt x="248895" y="85957"/>
                  </a:lnTo>
                  <a:lnTo>
                    <a:pt x="243513" y="88643"/>
                  </a:lnTo>
                  <a:lnTo>
                    <a:pt x="246204" y="91329"/>
                  </a:lnTo>
                  <a:lnTo>
                    <a:pt x="244858" y="96702"/>
                  </a:lnTo>
                  <a:lnTo>
                    <a:pt x="240822" y="99388"/>
                  </a:lnTo>
                  <a:lnTo>
                    <a:pt x="240822" y="99388"/>
                  </a:lnTo>
                  <a:lnTo>
                    <a:pt x="242168" y="98045"/>
                  </a:lnTo>
                  <a:lnTo>
                    <a:pt x="239477" y="96702"/>
                  </a:lnTo>
                  <a:lnTo>
                    <a:pt x="232750" y="108789"/>
                  </a:lnTo>
                  <a:lnTo>
                    <a:pt x="227369" y="111475"/>
                  </a:lnTo>
                  <a:lnTo>
                    <a:pt x="217951" y="127592"/>
                  </a:lnTo>
                  <a:lnTo>
                    <a:pt x="215260" y="131622"/>
                  </a:lnTo>
                  <a:lnTo>
                    <a:pt x="219296" y="139680"/>
                  </a:lnTo>
                  <a:lnTo>
                    <a:pt x="220642" y="145052"/>
                  </a:lnTo>
                  <a:lnTo>
                    <a:pt x="224678" y="147738"/>
                  </a:lnTo>
                  <a:lnTo>
                    <a:pt x="231405" y="157140"/>
                  </a:lnTo>
                  <a:lnTo>
                    <a:pt x="226023" y="162512"/>
                  </a:lnTo>
                  <a:lnTo>
                    <a:pt x="217951" y="165199"/>
                  </a:lnTo>
                  <a:lnTo>
                    <a:pt x="217951" y="170571"/>
                  </a:lnTo>
                  <a:lnTo>
                    <a:pt x="209879" y="182659"/>
                  </a:lnTo>
                  <a:lnTo>
                    <a:pt x="208533" y="190717"/>
                  </a:lnTo>
                  <a:lnTo>
                    <a:pt x="211224" y="193403"/>
                  </a:lnTo>
                  <a:lnTo>
                    <a:pt x="208533" y="196089"/>
                  </a:lnTo>
                  <a:lnTo>
                    <a:pt x="199116" y="196089"/>
                  </a:lnTo>
                  <a:lnTo>
                    <a:pt x="182971" y="204148"/>
                  </a:lnTo>
                  <a:lnTo>
                    <a:pt x="182971" y="209520"/>
                  </a:lnTo>
                  <a:lnTo>
                    <a:pt x="176244" y="218922"/>
                  </a:lnTo>
                  <a:lnTo>
                    <a:pt x="170863" y="216235"/>
                  </a:lnTo>
                  <a:lnTo>
                    <a:pt x="165481" y="212206"/>
                  </a:lnTo>
                  <a:lnTo>
                    <a:pt x="162791" y="216235"/>
                  </a:lnTo>
                  <a:lnTo>
                    <a:pt x="158754" y="220265"/>
                  </a:lnTo>
                  <a:lnTo>
                    <a:pt x="154718" y="217578"/>
                  </a:lnTo>
                  <a:lnTo>
                    <a:pt x="150682" y="217578"/>
                  </a:lnTo>
                  <a:lnTo>
                    <a:pt x="146646" y="221608"/>
                  </a:lnTo>
                  <a:lnTo>
                    <a:pt x="139919" y="220265"/>
                  </a:lnTo>
                  <a:lnTo>
                    <a:pt x="129156" y="217578"/>
                  </a:lnTo>
                  <a:lnTo>
                    <a:pt x="125120" y="220265"/>
                  </a:lnTo>
                  <a:lnTo>
                    <a:pt x="115702" y="221608"/>
                  </a:lnTo>
                  <a:lnTo>
                    <a:pt x="107630" y="229666"/>
                  </a:lnTo>
                  <a:lnTo>
                    <a:pt x="98212" y="231009"/>
                  </a:lnTo>
                  <a:lnTo>
                    <a:pt x="94176" y="233695"/>
                  </a:lnTo>
                  <a:lnTo>
                    <a:pt x="94176" y="237725"/>
                  </a:lnTo>
                  <a:lnTo>
                    <a:pt x="86104" y="241754"/>
                  </a:lnTo>
                  <a:lnTo>
                    <a:pt x="78032" y="240411"/>
                  </a:lnTo>
                  <a:lnTo>
                    <a:pt x="69959" y="232352"/>
                  </a:lnTo>
                  <a:lnTo>
                    <a:pt x="64578" y="220265"/>
                  </a:lnTo>
                  <a:lnTo>
                    <a:pt x="65923" y="218922"/>
                  </a:lnTo>
                  <a:lnTo>
                    <a:pt x="55161" y="208177"/>
                  </a:lnTo>
                  <a:lnTo>
                    <a:pt x="47088" y="206834"/>
                  </a:lnTo>
                  <a:lnTo>
                    <a:pt x="43052" y="205491"/>
                  </a:lnTo>
                  <a:lnTo>
                    <a:pt x="43052" y="200118"/>
                  </a:lnTo>
                  <a:lnTo>
                    <a:pt x="39016" y="194746"/>
                  </a:lnTo>
                  <a:lnTo>
                    <a:pt x="45743" y="184002"/>
                  </a:lnTo>
                  <a:lnTo>
                    <a:pt x="52470" y="178629"/>
                  </a:lnTo>
                  <a:lnTo>
                    <a:pt x="52470" y="173257"/>
                  </a:lnTo>
                  <a:lnTo>
                    <a:pt x="47088" y="173257"/>
                  </a:lnTo>
                  <a:lnTo>
                    <a:pt x="43052" y="165199"/>
                  </a:lnTo>
                  <a:lnTo>
                    <a:pt x="51124" y="157140"/>
                  </a:lnTo>
                  <a:lnTo>
                    <a:pt x="51124" y="146395"/>
                  </a:lnTo>
                  <a:lnTo>
                    <a:pt x="44397" y="142366"/>
                  </a:lnTo>
                  <a:lnTo>
                    <a:pt x="37670" y="130278"/>
                  </a:lnTo>
                  <a:lnTo>
                    <a:pt x="44397" y="128935"/>
                  </a:lnTo>
                  <a:lnTo>
                    <a:pt x="48434" y="130278"/>
                  </a:lnTo>
                  <a:lnTo>
                    <a:pt x="55161" y="120877"/>
                  </a:lnTo>
                  <a:lnTo>
                    <a:pt x="51124" y="116848"/>
                  </a:lnTo>
                  <a:lnTo>
                    <a:pt x="56506" y="111475"/>
                  </a:lnTo>
                  <a:lnTo>
                    <a:pt x="57851" y="95359"/>
                  </a:lnTo>
                  <a:lnTo>
                    <a:pt x="56506" y="88643"/>
                  </a:lnTo>
                  <a:lnTo>
                    <a:pt x="65923" y="79241"/>
                  </a:lnTo>
                  <a:lnTo>
                    <a:pt x="69959" y="79241"/>
                  </a:lnTo>
                  <a:lnTo>
                    <a:pt x="71305" y="73869"/>
                  </a:lnTo>
                  <a:lnTo>
                    <a:pt x="65923" y="65811"/>
                  </a:lnTo>
                  <a:lnTo>
                    <a:pt x="64578" y="59095"/>
                  </a:lnTo>
                  <a:lnTo>
                    <a:pt x="52470" y="57752"/>
                  </a:lnTo>
                  <a:lnTo>
                    <a:pt x="47088" y="63125"/>
                  </a:lnTo>
                  <a:lnTo>
                    <a:pt x="32289" y="60438"/>
                  </a:lnTo>
                  <a:lnTo>
                    <a:pt x="24217" y="64468"/>
                  </a:lnTo>
                  <a:lnTo>
                    <a:pt x="21526" y="60438"/>
                  </a:lnTo>
                  <a:lnTo>
                    <a:pt x="22871" y="55066"/>
                  </a:lnTo>
                  <a:lnTo>
                    <a:pt x="18835" y="53723"/>
                  </a:lnTo>
                  <a:lnTo>
                    <a:pt x="6727" y="55066"/>
                  </a:lnTo>
                  <a:lnTo>
                    <a:pt x="6727" y="53723"/>
                  </a:lnTo>
                  <a:lnTo>
                    <a:pt x="13454" y="48351"/>
                  </a:lnTo>
                  <a:lnTo>
                    <a:pt x="9417" y="47008"/>
                  </a:lnTo>
                  <a:lnTo>
                    <a:pt x="12108" y="44322"/>
                  </a:lnTo>
                  <a:lnTo>
                    <a:pt x="10763" y="42978"/>
                  </a:lnTo>
                  <a:lnTo>
                    <a:pt x="12108" y="37606"/>
                  </a:lnTo>
                  <a:lnTo>
                    <a:pt x="8072" y="41635"/>
                  </a:lnTo>
                  <a:lnTo>
                    <a:pt x="6727" y="40292"/>
                  </a:lnTo>
                  <a:lnTo>
                    <a:pt x="8072" y="33577"/>
                  </a:lnTo>
                  <a:lnTo>
                    <a:pt x="5381" y="32234"/>
                  </a:lnTo>
                  <a:lnTo>
                    <a:pt x="5381" y="29548"/>
                  </a:lnTo>
                  <a:lnTo>
                    <a:pt x="2691" y="30891"/>
                  </a:lnTo>
                  <a:lnTo>
                    <a:pt x="0" y="25518"/>
                  </a:lnTo>
                  <a:lnTo>
                    <a:pt x="2691" y="20146"/>
                  </a:lnTo>
                  <a:lnTo>
                    <a:pt x="12108" y="16117"/>
                  </a:lnTo>
                  <a:lnTo>
                    <a:pt x="14799" y="17460"/>
                  </a:lnTo>
                  <a:lnTo>
                    <a:pt x="22871" y="16117"/>
                  </a:lnTo>
                  <a:lnTo>
                    <a:pt x="26908" y="13431"/>
                  </a:lnTo>
                  <a:lnTo>
                    <a:pt x="24217" y="10745"/>
                  </a:lnTo>
                  <a:lnTo>
                    <a:pt x="24217" y="6715"/>
                  </a:lnTo>
                  <a:lnTo>
                    <a:pt x="33634" y="1343"/>
                  </a:lnTo>
                  <a:lnTo>
                    <a:pt x="34980" y="2686"/>
                  </a:lnTo>
                  <a:lnTo>
                    <a:pt x="39016" y="0"/>
                  </a:lnTo>
                  <a:lnTo>
                    <a:pt x="45743" y="1343"/>
                  </a:lnTo>
                  <a:lnTo>
                    <a:pt x="51124" y="8059"/>
                  </a:lnTo>
                  <a:lnTo>
                    <a:pt x="56506" y="4029"/>
                  </a:lnTo>
                  <a:lnTo>
                    <a:pt x="61887" y="4029"/>
                  </a:lnTo>
                  <a:lnTo>
                    <a:pt x="68614" y="6715"/>
                  </a:lnTo>
                  <a:lnTo>
                    <a:pt x="75341" y="4029"/>
                  </a:lnTo>
                  <a:lnTo>
                    <a:pt x="83413" y="1343"/>
                  </a:lnTo>
                  <a:lnTo>
                    <a:pt x="84759" y="4029"/>
                  </a:lnTo>
                  <a:lnTo>
                    <a:pt x="91485" y="8059"/>
                  </a:lnTo>
                  <a:lnTo>
                    <a:pt x="110321" y="10745"/>
                  </a:lnTo>
                  <a:lnTo>
                    <a:pt x="118393" y="12088"/>
                  </a:lnTo>
                  <a:lnTo>
                    <a:pt x="130501" y="6715"/>
                  </a:lnTo>
                  <a:lnTo>
                    <a:pt x="139919" y="8059"/>
                  </a:lnTo>
                  <a:lnTo>
                    <a:pt x="141265" y="12088"/>
                  </a:lnTo>
                  <a:lnTo>
                    <a:pt x="150682" y="13431"/>
                  </a:lnTo>
                  <a:lnTo>
                    <a:pt x="156064" y="8059"/>
                  </a:lnTo>
                  <a:lnTo>
                    <a:pt x="160100" y="8059"/>
                  </a:lnTo>
                  <a:lnTo>
                    <a:pt x="173554" y="16117"/>
                  </a:lnTo>
                  <a:lnTo>
                    <a:pt x="176244" y="12088"/>
                  </a:lnTo>
                  <a:lnTo>
                    <a:pt x="181626" y="12088"/>
                  </a:lnTo>
                  <a:lnTo>
                    <a:pt x="181626" y="12088"/>
                  </a:lnTo>
                  <a:lnTo>
                    <a:pt x="181626" y="120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6" name="Freeform 625">
              <a:extLst>
                <a:ext uri="{FF2B5EF4-FFF2-40B4-BE49-F238E27FC236}">
                  <a16:creationId xmlns:a16="http://schemas.microsoft.com/office/drawing/2014/main" id="{14F804F4-2FE7-09FA-CC28-08374DC060EF}"/>
                </a:ext>
              </a:extLst>
            </p:cNvPr>
            <p:cNvSpPr/>
            <p:nvPr/>
          </p:nvSpPr>
          <p:spPr>
            <a:xfrm>
              <a:off x="7431862" y="3535782"/>
              <a:ext cx="14799" cy="8058"/>
            </a:xfrm>
            <a:custGeom>
              <a:avLst/>
              <a:gdLst>
                <a:gd name="connsiteX0" fmla="*/ 0 w 14799"/>
                <a:gd name="connsiteY0" fmla="*/ 5372 h 8058"/>
                <a:gd name="connsiteX1" fmla="*/ 8072 w 14799"/>
                <a:gd name="connsiteY1" fmla="*/ 5372 h 8058"/>
                <a:gd name="connsiteX2" fmla="*/ 13454 w 14799"/>
                <a:gd name="connsiteY2" fmla="*/ 8059 h 8058"/>
                <a:gd name="connsiteX3" fmla="*/ 14799 w 14799"/>
                <a:gd name="connsiteY3" fmla="*/ 5372 h 8058"/>
                <a:gd name="connsiteX4" fmla="*/ 9418 w 14799"/>
                <a:gd name="connsiteY4" fmla="*/ 0 h 8058"/>
                <a:gd name="connsiteX5" fmla="*/ 1345 w 14799"/>
                <a:gd name="connsiteY5" fmla="*/ 1343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99" h="8058">
                  <a:moveTo>
                    <a:pt x="0" y="5372"/>
                  </a:moveTo>
                  <a:lnTo>
                    <a:pt x="8072" y="5372"/>
                  </a:lnTo>
                  <a:lnTo>
                    <a:pt x="13454" y="8059"/>
                  </a:lnTo>
                  <a:lnTo>
                    <a:pt x="14799" y="5372"/>
                  </a:lnTo>
                  <a:lnTo>
                    <a:pt x="9418" y="0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7" name="Freeform 626">
              <a:extLst>
                <a:ext uri="{FF2B5EF4-FFF2-40B4-BE49-F238E27FC236}">
                  <a16:creationId xmlns:a16="http://schemas.microsoft.com/office/drawing/2014/main" id="{530C99D6-45E7-AE5D-CEF5-CFF89E8B4E7B}"/>
                </a:ext>
              </a:extLst>
            </p:cNvPr>
            <p:cNvSpPr/>
            <p:nvPr/>
          </p:nvSpPr>
          <p:spPr>
            <a:xfrm>
              <a:off x="7407646" y="3545183"/>
              <a:ext cx="17489" cy="13430"/>
            </a:xfrm>
            <a:custGeom>
              <a:avLst/>
              <a:gdLst>
                <a:gd name="connsiteX0" fmla="*/ 9417 w 17489"/>
                <a:gd name="connsiteY0" fmla="*/ 13431 h 13430"/>
                <a:gd name="connsiteX1" fmla="*/ 12108 w 17489"/>
                <a:gd name="connsiteY1" fmla="*/ 6715 h 13430"/>
                <a:gd name="connsiteX2" fmla="*/ 17490 w 17489"/>
                <a:gd name="connsiteY2" fmla="*/ 1343 h 13430"/>
                <a:gd name="connsiteX3" fmla="*/ 12108 w 17489"/>
                <a:gd name="connsiteY3" fmla="*/ 0 h 13430"/>
                <a:gd name="connsiteX4" fmla="*/ 6727 w 17489"/>
                <a:gd name="connsiteY4" fmla="*/ 0 h 13430"/>
                <a:gd name="connsiteX5" fmla="*/ 1345 w 17489"/>
                <a:gd name="connsiteY5" fmla="*/ 2686 h 13430"/>
                <a:gd name="connsiteX6" fmla="*/ 0 w 17489"/>
                <a:gd name="connsiteY6" fmla="*/ 8059 h 13430"/>
                <a:gd name="connsiteX7" fmla="*/ 5381 w 17489"/>
                <a:gd name="connsiteY7" fmla="*/ 940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489" h="13430">
                  <a:moveTo>
                    <a:pt x="9417" y="13431"/>
                  </a:moveTo>
                  <a:lnTo>
                    <a:pt x="12108" y="6715"/>
                  </a:lnTo>
                  <a:lnTo>
                    <a:pt x="17490" y="1343"/>
                  </a:lnTo>
                  <a:lnTo>
                    <a:pt x="12108" y="0"/>
                  </a:lnTo>
                  <a:lnTo>
                    <a:pt x="6727" y="0"/>
                  </a:lnTo>
                  <a:lnTo>
                    <a:pt x="1345" y="2686"/>
                  </a:lnTo>
                  <a:lnTo>
                    <a:pt x="0" y="8059"/>
                  </a:lnTo>
                  <a:lnTo>
                    <a:pt x="5381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8" name="Freeform 627">
              <a:extLst>
                <a:ext uri="{FF2B5EF4-FFF2-40B4-BE49-F238E27FC236}">
                  <a16:creationId xmlns:a16="http://schemas.microsoft.com/office/drawing/2014/main" id="{3CA77E11-8A96-4CE4-BC07-A94AF36F5250}"/>
                </a:ext>
              </a:extLst>
            </p:cNvPr>
            <p:cNvSpPr/>
            <p:nvPr/>
          </p:nvSpPr>
          <p:spPr>
            <a:xfrm>
              <a:off x="7382084" y="3565330"/>
              <a:ext cx="9417" cy="9401"/>
            </a:xfrm>
            <a:custGeom>
              <a:avLst/>
              <a:gdLst>
                <a:gd name="connsiteX0" fmla="*/ 4036 w 9417"/>
                <a:gd name="connsiteY0" fmla="*/ 9401 h 9401"/>
                <a:gd name="connsiteX1" fmla="*/ 6727 w 9417"/>
                <a:gd name="connsiteY1" fmla="*/ 5372 h 9401"/>
                <a:gd name="connsiteX2" fmla="*/ 9417 w 9417"/>
                <a:gd name="connsiteY2" fmla="*/ 2686 h 9401"/>
                <a:gd name="connsiteX3" fmla="*/ 6727 w 9417"/>
                <a:gd name="connsiteY3" fmla="*/ 0 h 9401"/>
                <a:gd name="connsiteX4" fmla="*/ 0 w 9417"/>
                <a:gd name="connsiteY4" fmla="*/ 1343 h 9401"/>
                <a:gd name="connsiteX5" fmla="*/ 0 w 9417"/>
                <a:gd name="connsiteY5" fmla="*/ 6715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9401">
                  <a:moveTo>
                    <a:pt x="4036" y="9401"/>
                  </a:moveTo>
                  <a:lnTo>
                    <a:pt x="6727" y="5372"/>
                  </a:lnTo>
                  <a:lnTo>
                    <a:pt x="9417" y="2686"/>
                  </a:lnTo>
                  <a:lnTo>
                    <a:pt x="6727" y="0"/>
                  </a:lnTo>
                  <a:lnTo>
                    <a:pt x="0" y="1343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629" name="Freeform 628">
            <a:extLst>
              <a:ext uri="{FF2B5EF4-FFF2-40B4-BE49-F238E27FC236}">
                <a16:creationId xmlns:a16="http://schemas.microsoft.com/office/drawing/2014/main" id="{8A212393-4352-068A-C115-188EC199F976}"/>
              </a:ext>
            </a:extLst>
          </p:cNvPr>
          <p:cNvSpPr/>
          <p:nvPr/>
        </p:nvSpPr>
        <p:spPr>
          <a:xfrm>
            <a:off x="7115699" y="3467285"/>
            <a:ext cx="80722" cy="161169"/>
          </a:xfrm>
          <a:custGeom>
            <a:avLst/>
            <a:gdLst>
              <a:gd name="connsiteX0" fmla="*/ 52470 w 80722"/>
              <a:gd name="connsiteY0" fmla="*/ 154454 h 161169"/>
              <a:gd name="connsiteX1" fmla="*/ 51125 w 80722"/>
              <a:gd name="connsiteY1" fmla="*/ 155797 h 161169"/>
              <a:gd name="connsiteX2" fmla="*/ 44398 w 80722"/>
              <a:gd name="connsiteY2" fmla="*/ 157140 h 161169"/>
              <a:gd name="connsiteX3" fmla="*/ 36325 w 80722"/>
              <a:gd name="connsiteY3" fmla="*/ 161169 h 161169"/>
              <a:gd name="connsiteX4" fmla="*/ 32289 w 80722"/>
              <a:gd name="connsiteY4" fmla="*/ 158483 h 161169"/>
              <a:gd name="connsiteX5" fmla="*/ 21526 w 80722"/>
              <a:gd name="connsiteY5" fmla="*/ 154454 h 161169"/>
              <a:gd name="connsiteX6" fmla="*/ 13454 w 80722"/>
              <a:gd name="connsiteY6" fmla="*/ 158483 h 161169"/>
              <a:gd name="connsiteX7" fmla="*/ 12108 w 80722"/>
              <a:gd name="connsiteY7" fmla="*/ 157140 h 161169"/>
              <a:gd name="connsiteX8" fmla="*/ 13454 w 80722"/>
              <a:gd name="connsiteY8" fmla="*/ 154454 h 161169"/>
              <a:gd name="connsiteX9" fmla="*/ 16145 w 80722"/>
              <a:gd name="connsiteY9" fmla="*/ 145052 h 161169"/>
              <a:gd name="connsiteX10" fmla="*/ 16145 w 80722"/>
              <a:gd name="connsiteY10" fmla="*/ 131622 h 161169"/>
              <a:gd name="connsiteX11" fmla="*/ 18835 w 80722"/>
              <a:gd name="connsiteY11" fmla="*/ 124906 h 161169"/>
              <a:gd name="connsiteX12" fmla="*/ 16145 w 80722"/>
              <a:gd name="connsiteY12" fmla="*/ 118191 h 161169"/>
              <a:gd name="connsiteX13" fmla="*/ 18835 w 80722"/>
              <a:gd name="connsiteY13" fmla="*/ 114162 h 161169"/>
              <a:gd name="connsiteX14" fmla="*/ 12108 w 80722"/>
              <a:gd name="connsiteY14" fmla="*/ 114162 h 161169"/>
              <a:gd name="connsiteX15" fmla="*/ 8072 w 80722"/>
              <a:gd name="connsiteY15" fmla="*/ 118191 h 161169"/>
              <a:gd name="connsiteX16" fmla="*/ 6727 w 80722"/>
              <a:gd name="connsiteY16" fmla="*/ 115505 h 161169"/>
              <a:gd name="connsiteX17" fmla="*/ 6727 w 80722"/>
              <a:gd name="connsiteY17" fmla="*/ 110132 h 161169"/>
              <a:gd name="connsiteX18" fmla="*/ 14799 w 80722"/>
              <a:gd name="connsiteY18" fmla="*/ 106103 h 161169"/>
              <a:gd name="connsiteX19" fmla="*/ 13454 w 80722"/>
              <a:gd name="connsiteY19" fmla="*/ 103417 h 161169"/>
              <a:gd name="connsiteX20" fmla="*/ 13454 w 80722"/>
              <a:gd name="connsiteY20" fmla="*/ 100731 h 161169"/>
              <a:gd name="connsiteX21" fmla="*/ 8072 w 80722"/>
              <a:gd name="connsiteY21" fmla="*/ 103417 h 161169"/>
              <a:gd name="connsiteX22" fmla="*/ 5381 w 80722"/>
              <a:gd name="connsiteY22" fmla="*/ 107446 h 161169"/>
              <a:gd name="connsiteX23" fmla="*/ 1345 w 80722"/>
              <a:gd name="connsiteY23" fmla="*/ 107446 h 161169"/>
              <a:gd name="connsiteX24" fmla="*/ 0 w 80722"/>
              <a:gd name="connsiteY24" fmla="*/ 103417 h 161169"/>
              <a:gd name="connsiteX25" fmla="*/ 4036 w 80722"/>
              <a:gd name="connsiteY25" fmla="*/ 88643 h 161169"/>
              <a:gd name="connsiteX26" fmla="*/ 10763 w 80722"/>
              <a:gd name="connsiteY26" fmla="*/ 79242 h 161169"/>
              <a:gd name="connsiteX27" fmla="*/ 10763 w 80722"/>
              <a:gd name="connsiteY27" fmla="*/ 73869 h 161169"/>
              <a:gd name="connsiteX28" fmla="*/ 16145 w 80722"/>
              <a:gd name="connsiteY28" fmla="*/ 65811 h 161169"/>
              <a:gd name="connsiteX29" fmla="*/ 17490 w 80722"/>
              <a:gd name="connsiteY29" fmla="*/ 56409 h 161169"/>
              <a:gd name="connsiteX30" fmla="*/ 20181 w 80722"/>
              <a:gd name="connsiteY30" fmla="*/ 49694 h 161169"/>
              <a:gd name="connsiteX31" fmla="*/ 22872 w 80722"/>
              <a:gd name="connsiteY31" fmla="*/ 47008 h 161169"/>
              <a:gd name="connsiteX32" fmla="*/ 18835 w 80722"/>
              <a:gd name="connsiteY32" fmla="*/ 42979 h 161169"/>
              <a:gd name="connsiteX33" fmla="*/ 21526 w 80722"/>
              <a:gd name="connsiteY33" fmla="*/ 34920 h 161169"/>
              <a:gd name="connsiteX34" fmla="*/ 20181 w 80722"/>
              <a:gd name="connsiteY34" fmla="*/ 32234 h 161169"/>
              <a:gd name="connsiteX35" fmla="*/ 21526 w 80722"/>
              <a:gd name="connsiteY35" fmla="*/ 16117 h 161169"/>
              <a:gd name="connsiteX36" fmla="*/ 18835 w 80722"/>
              <a:gd name="connsiteY36" fmla="*/ 6715 h 161169"/>
              <a:gd name="connsiteX37" fmla="*/ 17490 w 80722"/>
              <a:gd name="connsiteY37" fmla="*/ 2686 h 161169"/>
              <a:gd name="connsiteX38" fmla="*/ 29598 w 80722"/>
              <a:gd name="connsiteY38" fmla="*/ 0 h 161169"/>
              <a:gd name="connsiteX39" fmla="*/ 33634 w 80722"/>
              <a:gd name="connsiteY39" fmla="*/ 1343 h 161169"/>
              <a:gd name="connsiteX40" fmla="*/ 32289 w 80722"/>
              <a:gd name="connsiteY40" fmla="*/ 6715 h 161169"/>
              <a:gd name="connsiteX41" fmla="*/ 34980 w 80722"/>
              <a:gd name="connsiteY41" fmla="*/ 10745 h 161169"/>
              <a:gd name="connsiteX42" fmla="*/ 43052 w 80722"/>
              <a:gd name="connsiteY42" fmla="*/ 6715 h 161169"/>
              <a:gd name="connsiteX43" fmla="*/ 57851 w 80722"/>
              <a:gd name="connsiteY43" fmla="*/ 9402 h 161169"/>
              <a:gd name="connsiteX44" fmla="*/ 63233 w 80722"/>
              <a:gd name="connsiteY44" fmla="*/ 4029 h 161169"/>
              <a:gd name="connsiteX45" fmla="*/ 75341 w 80722"/>
              <a:gd name="connsiteY45" fmla="*/ 5372 h 161169"/>
              <a:gd name="connsiteX46" fmla="*/ 75341 w 80722"/>
              <a:gd name="connsiteY46" fmla="*/ 12088 h 161169"/>
              <a:gd name="connsiteX47" fmla="*/ 80723 w 80722"/>
              <a:gd name="connsiteY47" fmla="*/ 20146 h 161169"/>
              <a:gd name="connsiteX48" fmla="*/ 79377 w 80722"/>
              <a:gd name="connsiteY48" fmla="*/ 25519 h 161169"/>
              <a:gd name="connsiteX49" fmla="*/ 75341 w 80722"/>
              <a:gd name="connsiteY49" fmla="*/ 25519 h 161169"/>
              <a:gd name="connsiteX50" fmla="*/ 65923 w 80722"/>
              <a:gd name="connsiteY50" fmla="*/ 33577 h 161169"/>
              <a:gd name="connsiteX51" fmla="*/ 67269 w 80722"/>
              <a:gd name="connsiteY51" fmla="*/ 40292 h 161169"/>
              <a:gd name="connsiteX52" fmla="*/ 67269 w 80722"/>
              <a:gd name="connsiteY52" fmla="*/ 57752 h 161169"/>
              <a:gd name="connsiteX53" fmla="*/ 60542 w 80722"/>
              <a:gd name="connsiteY53" fmla="*/ 63125 h 161169"/>
              <a:gd name="connsiteX54" fmla="*/ 65923 w 80722"/>
              <a:gd name="connsiteY54" fmla="*/ 67154 h 161169"/>
              <a:gd name="connsiteX55" fmla="*/ 59196 w 80722"/>
              <a:gd name="connsiteY55" fmla="*/ 76556 h 161169"/>
              <a:gd name="connsiteX56" fmla="*/ 53815 w 80722"/>
              <a:gd name="connsiteY56" fmla="*/ 76556 h 161169"/>
              <a:gd name="connsiteX57" fmla="*/ 48434 w 80722"/>
              <a:gd name="connsiteY57" fmla="*/ 77899 h 161169"/>
              <a:gd name="connsiteX58" fmla="*/ 55161 w 80722"/>
              <a:gd name="connsiteY58" fmla="*/ 89986 h 161169"/>
              <a:gd name="connsiteX59" fmla="*/ 60542 w 80722"/>
              <a:gd name="connsiteY59" fmla="*/ 94015 h 161169"/>
              <a:gd name="connsiteX60" fmla="*/ 60542 w 80722"/>
              <a:gd name="connsiteY60" fmla="*/ 104760 h 161169"/>
              <a:gd name="connsiteX61" fmla="*/ 52470 w 80722"/>
              <a:gd name="connsiteY61" fmla="*/ 112819 h 161169"/>
              <a:gd name="connsiteX62" fmla="*/ 56506 w 80722"/>
              <a:gd name="connsiteY62" fmla="*/ 120877 h 161169"/>
              <a:gd name="connsiteX63" fmla="*/ 61887 w 80722"/>
              <a:gd name="connsiteY63" fmla="*/ 120877 h 161169"/>
              <a:gd name="connsiteX64" fmla="*/ 61887 w 80722"/>
              <a:gd name="connsiteY64" fmla="*/ 126249 h 161169"/>
              <a:gd name="connsiteX65" fmla="*/ 55161 w 80722"/>
              <a:gd name="connsiteY65" fmla="*/ 130279 h 161169"/>
              <a:gd name="connsiteX66" fmla="*/ 48434 w 80722"/>
              <a:gd name="connsiteY66" fmla="*/ 142366 h 161169"/>
              <a:gd name="connsiteX67" fmla="*/ 52470 w 80722"/>
              <a:gd name="connsiteY67" fmla="*/ 147738 h 16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80722" h="161169">
                <a:moveTo>
                  <a:pt x="52470" y="154454"/>
                </a:moveTo>
                <a:lnTo>
                  <a:pt x="51125" y="155797"/>
                </a:lnTo>
                <a:lnTo>
                  <a:pt x="44398" y="157140"/>
                </a:lnTo>
                <a:lnTo>
                  <a:pt x="36325" y="161169"/>
                </a:lnTo>
                <a:lnTo>
                  <a:pt x="32289" y="158483"/>
                </a:lnTo>
                <a:lnTo>
                  <a:pt x="21526" y="154454"/>
                </a:lnTo>
                <a:lnTo>
                  <a:pt x="13454" y="158483"/>
                </a:lnTo>
                <a:lnTo>
                  <a:pt x="12108" y="157140"/>
                </a:lnTo>
                <a:lnTo>
                  <a:pt x="13454" y="154454"/>
                </a:lnTo>
                <a:lnTo>
                  <a:pt x="16145" y="145052"/>
                </a:lnTo>
                <a:lnTo>
                  <a:pt x="16145" y="131622"/>
                </a:lnTo>
                <a:lnTo>
                  <a:pt x="18835" y="124906"/>
                </a:lnTo>
                <a:lnTo>
                  <a:pt x="16145" y="118191"/>
                </a:lnTo>
                <a:lnTo>
                  <a:pt x="18835" y="114162"/>
                </a:lnTo>
                <a:lnTo>
                  <a:pt x="12108" y="114162"/>
                </a:lnTo>
                <a:lnTo>
                  <a:pt x="8072" y="118191"/>
                </a:lnTo>
                <a:lnTo>
                  <a:pt x="6727" y="115505"/>
                </a:lnTo>
                <a:lnTo>
                  <a:pt x="6727" y="110132"/>
                </a:lnTo>
                <a:lnTo>
                  <a:pt x="14799" y="106103"/>
                </a:lnTo>
                <a:lnTo>
                  <a:pt x="13454" y="103417"/>
                </a:lnTo>
                <a:lnTo>
                  <a:pt x="13454" y="100731"/>
                </a:lnTo>
                <a:lnTo>
                  <a:pt x="8072" y="103417"/>
                </a:lnTo>
                <a:lnTo>
                  <a:pt x="5381" y="107446"/>
                </a:lnTo>
                <a:lnTo>
                  <a:pt x="1345" y="107446"/>
                </a:lnTo>
                <a:lnTo>
                  <a:pt x="0" y="103417"/>
                </a:lnTo>
                <a:lnTo>
                  <a:pt x="4036" y="88643"/>
                </a:lnTo>
                <a:lnTo>
                  <a:pt x="10763" y="79242"/>
                </a:lnTo>
                <a:lnTo>
                  <a:pt x="10763" y="73869"/>
                </a:lnTo>
                <a:lnTo>
                  <a:pt x="16145" y="65811"/>
                </a:lnTo>
                <a:lnTo>
                  <a:pt x="17490" y="56409"/>
                </a:lnTo>
                <a:lnTo>
                  <a:pt x="20181" y="49694"/>
                </a:lnTo>
                <a:lnTo>
                  <a:pt x="22872" y="47008"/>
                </a:lnTo>
                <a:lnTo>
                  <a:pt x="18835" y="42979"/>
                </a:lnTo>
                <a:lnTo>
                  <a:pt x="21526" y="34920"/>
                </a:lnTo>
                <a:lnTo>
                  <a:pt x="20181" y="32234"/>
                </a:lnTo>
                <a:lnTo>
                  <a:pt x="21526" y="16117"/>
                </a:lnTo>
                <a:lnTo>
                  <a:pt x="18835" y="6715"/>
                </a:lnTo>
                <a:lnTo>
                  <a:pt x="17490" y="2686"/>
                </a:lnTo>
                <a:lnTo>
                  <a:pt x="29598" y="0"/>
                </a:lnTo>
                <a:lnTo>
                  <a:pt x="33634" y="1343"/>
                </a:lnTo>
                <a:lnTo>
                  <a:pt x="32289" y="6715"/>
                </a:lnTo>
                <a:lnTo>
                  <a:pt x="34980" y="10745"/>
                </a:lnTo>
                <a:lnTo>
                  <a:pt x="43052" y="6715"/>
                </a:lnTo>
                <a:lnTo>
                  <a:pt x="57851" y="9402"/>
                </a:lnTo>
                <a:lnTo>
                  <a:pt x="63233" y="4029"/>
                </a:lnTo>
                <a:lnTo>
                  <a:pt x="75341" y="5372"/>
                </a:lnTo>
                <a:lnTo>
                  <a:pt x="75341" y="12088"/>
                </a:lnTo>
                <a:lnTo>
                  <a:pt x="80723" y="20146"/>
                </a:lnTo>
                <a:lnTo>
                  <a:pt x="79377" y="25519"/>
                </a:lnTo>
                <a:lnTo>
                  <a:pt x="75341" y="25519"/>
                </a:lnTo>
                <a:lnTo>
                  <a:pt x="65923" y="33577"/>
                </a:lnTo>
                <a:lnTo>
                  <a:pt x="67269" y="40292"/>
                </a:lnTo>
                <a:lnTo>
                  <a:pt x="67269" y="57752"/>
                </a:lnTo>
                <a:lnTo>
                  <a:pt x="60542" y="63125"/>
                </a:lnTo>
                <a:lnTo>
                  <a:pt x="65923" y="67154"/>
                </a:lnTo>
                <a:lnTo>
                  <a:pt x="59196" y="76556"/>
                </a:lnTo>
                <a:lnTo>
                  <a:pt x="53815" y="76556"/>
                </a:lnTo>
                <a:lnTo>
                  <a:pt x="48434" y="77899"/>
                </a:lnTo>
                <a:lnTo>
                  <a:pt x="55161" y="89986"/>
                </a:lnTo>
                <a:lnTo>
                  <a:pt x="60542" y="94015"/>
                </a:lnTo>
                <a:lnTo>
                  <a:pt x="60542" y="104760"/>
                </a:lnTo>
                <a:lnTo>
                  <a:pt x="52470" y="112819"/>
                </a:lnTo>
                <a:lnTo>
                  <a:pt x="56506" y="120877"/>
                </a:lnTo>
                <a:lnTo>
                  <a:pt x="61887" y="120877"/>
                </a:lnTo>
                <a:lnTo>
                  <a:pt x="61887" y="126249"/>
                </a:lnTo>
                <a:lnTo>
                  <a:pt x="55161" y="130279"/>
                </a:lnTo>
                <a:lnTo>
                  <a:pt x="48434" y="142366"/>
                </a:lnTo>
                <a:lnTo>
                  <a:pt x="52470" y="14773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630" name="Graphic 5">
            <a:extLst>
              <a:ext uri="{FF2B5EF4-FFF2-40B4-BE49-F238E27FC236}">
                <a16:creationId xmlns:a16="http://schemas.microsoft.com/office/drawing/2014/main" id="{EBB480D2-95CE-A554-3ADC-782EAB3EC044}"/>
              </a:ext>
            </a:extLst>
          </p:cNvPr>
          <p:cNvGrpSpPr/>
          <p:nvPr/>
        </p:nvGrpSpPr>
        <p:grpSpPr>
          <a:xfrm>
            <a:off x="7823367" y="3474000"/>
            <a:ext cx="226023" cy="216235"/>
            <a:chOff x="7823367" y="3474000"/>
            <a:chExt cx="226023" cy="216235"/>
          </a:xfrm>
          <a:solidFill>
            <a:srgbClr val="E5E5E4"/>
          </a:solidFill>
        </p:grpSpPr>
        <p:sp>
          <p:nvSpPr>
            <p:cNvPr id="631" name="Freeform 630">
              <a:extLst>
                <a:ext uri="{FF2B5EF4-FFF2-40B4-BE49-F238E27FC236}">
                  <a16:creationId xmlns:a16="http://schemas.microsoft.com/office/drawing/2014/main" id="{883D8B46-B23D-6529-41EE-9D6DEC90619D}"/>
                </a:ext>
              </a:extLst>
            </p:cNvPr>
            <p:cNvSpPr/>
            <p:nvPr/>
          </p:nvSpPr>
          <p:spPr>
            <a:xfrm>
              <a:off x="7838166" y="3474000"/>
              <a:ext cx="158754" cy="173257"/>
            </a:xfrm>
            <a:custGeom>
              <a:avLst/>
              <a:gdLst>
                <a:gd name="connsiteX0" fmla="*/ 154718 w 158754"/>
                <a:gd name="connsiteY0" fmla="*/ 0 h 173257"/>
                <a:gd name="connsiteX1" fmla="*/ 152027 w 158754"/>
                <a:gd name="connsiteY1" fmla="*/ 0 h 173257"/>
                <a:gd name="connsiteX2" fmla="*/ 145301 w 158754"/>
                <a:gd name="connsiteY2" fmla="*/ 4029 h 173257"/>
                <a:gd name="connsiteX3" fmla="*/ 145301 w 158754"/>
                <a:gd name="connsiteY3" fmla="*/ 9402 h 173257"/>
                <a:gd name="connsiteX4" fmla="*/ 146646 w 158754"/>
                <a:gd name="connsiteY4" fmla="*/ 14774 h 173257"/>
                <a:gd name="connsiteX5" fmla="*/ 143955 w 158754"/>
                <a:gd name="connsiteY5" fmla="*/ 17460 h 173257"/>
                <a:gd name="connsiteX6" fmla="*/ 133192 w 158754"/>
                <a:gd name="connsiteY6" fmla="*/ 16117 h 173257"/>
                <a:gd name="connsiteX7" fmla="*/ 127811 w 158754"/>
                <a:gd name="connsiteY7" fmla="*/ 18803 h 173257"/>
                <a:gd name="connsiteX8" fmla="*/ 122429 w 158754"/>
                <a:gd name="connsiteY8" fmla="*/ 16117 h 173257"/>
                <a:gd name="connsiteX9" fmla="*/ 118393 w 158754"/>
                <a:gd name="connsiteY9" fmla="*/ 16117 h 173257"/>
                <a:gd name="connsiteX10" fmla="*/ 114357 w 158754"/>
                <a:gd name="connsiteY10" fmla="*/ 18803 h 173257"/>
                <a:gd name="connsiteX11" fmla="*/ 108976 w 158754"/>
                <a:gd name="connsiteY11" fmla="*/ 18803 h 173257"/>
                <a:gd name="connsiteX12" fmla="*/ 108976 w 158754"/>
                <a:gd name="connsiteY12" fmla="*/ 14774 h 173257"/>
                <a:gd name="connsiteX13" fmla="*/ 102249 w 158754"/>
                <a:gd name="connsiteY13" fmla="*/ 14774 h 173257"/>
                <a:gd name="connsiteX14" fmla="*/ 95522 w 158754"/>
                <a:gd name="connsiteY14" fmla="*/ 13431 h 173257"/>
                <a:gd name="connsiteX15" fmla="*/ 91485 w 158754"/>
                <a:gd name="connsiteY15" fmla="*/ 17460 h 173257"/>
                <a:gd name="connsiteX16" fmla="*/ 84759 w 158754"/>
                <a:gd name="connsiteY16" fmla="*/ 20146 h 173257"/>
                <a:gd name="connsiteX17" fmla="*/ 76686 w 158754"/>
                <a:gd name="connsiteY17" fmla="*/ 20146 h 173257"/>
                <a:gd name="connsiteX18" fmla="*/ 73996 w 158754"/>
                <a:gd name="connsiteY18" fmla="*/ 17460 h 173257"/>
                <a:gd name="connsiteX19" fmla="*/ 69959 w 158754"/>
                <a:gd name="connsiteY19" fmla="*/ 21489 h 173257"/>
                <a:gd name="connsiteX20" fmla="*/ 65923 w 158754"/>
                <a:gd name="connsiteY20" fmla="*/ 21489 h 173257"/>
                <a:gd name="connsiteX21" fmla="*/ 59196 w 158754"/>
                <a:gd name="connsiteY21" fmla="*/ 25519 h 173257"/>
                <a:gd name="connsiteX22" fmla="*/ 45743 w 158754"/>
                <a:gd name="connsiteY22" fmla="*/ 24175 h 173257"/>
                <a:gd name="connsiteX23" fmla="*/ 40361 w 158754"/>
                <a:gd name="connsiteY23" fmla="*/ 26862 h 173257"/>
                <a:gd name="connsiteX24" fmla="*/ 40361 w 158754"/>
                <a:gd name="connsiteY24" fmla="*/ 29548 h 173257"/>
                <a:gd name="connsiteX25" fmla="*/ 33634 w 158754"/>
                <a:gd name="connsiteY25" fmla="*/ 32234 h 173257"/>
                <a:gd name="connsiteX26" fmla="*/ 22871 w 158754"/>
                <a:gd name="connsiteY26" fmla="*/ 38949 h 173257"/>
                <a:gd name="connsiteX27" fmla="*/ 21526 w 158754"/>
                <a:gd name="connsiteY27" fmla="*/ 45665 h 173257"/>
                <a:gd name="connsiteX28" fmla="*/ 17490 w 158754"/>
                <a:gd name="connsiteY28" fmla="*/ 53723 h 173257"/>
                <a:gd name="connsiteX29" fmla="*/ 8072 w 158754"/>
                <a:gd name="connsiteY29" fmla="*/ 56409 h 173257"/>
                <a:gd name="connsiteX30" fmla="*/ 6727 w 158754"/>
                <a:gd name="connsiteY30" fmla="*/ 63125 h 173257"/>
                <a:gd name="connsiteX31" fmla="*/ 4036 w 158754"/>
                <a:gd name="connsiteY31" fmla="*/ 69840 h 173257"/>
                <a:gd name="connsiteX32" fmla="*/ 0 w 158754"/>
                <a:gd name="connsiteY32" fmla="*/ 72526 h 173257"/>
                <a:gd name="connsiteX33" fmla="*/ 1345 w 158754"/>
                <a:gd name="connsiteY33" fmla="*/ 72526 h 173257"/>
                <a:gd name="connsiteX34" fmla="*/ 1345 w 158754"/>
                <a:gd name="connsiteY34" fmla="*/ 80585 h 173257"/>
                <a:gd name="connsiteX35" fmla="*/ 10763 w 158754"/>
                <a:gd name="connsiteY35" fmla="*/ 87300 h 173257"/>
                <a:gd name="connsiteX36" fmla="*/ 16144 w 158754"/>
                <a:gd name="connsiteY36" fmla="*/ 95359 h 173257"/>
                <a:gd name="connsiteX37" fmla="*/ 18835 w 158754"/>
                <a:gd name="connsiteY37" fmla="*/ 95359 h 173257"/>
                <a:gd name="connsiteX38" fmla="*/ 17490 w 158754"/>
                <a:gd name="connsiteY38" fmla="*/ 98045 h 173257"/>
                <a:gd name="connsiteX39" fmla="*/ 25562 w 158754"/>
                <a:gd name="connsiteY39" fmla="*/ 107446 h 173257"/>
                <a:gd name="connsiteX40" fmla="*/ 26908 w 158754"/>
                <a:gd name="connsiteY40" fmla="*/ 115505 h 173257"/>
                <a:gd name="connsiteX41" fmla="*/ 30943 w 158754"/>
                <a:gd name="connsiteY41" fmla="*/ 116848 h 173257"/>
                <a:gd name="connsiteX42" fmla="*/ 34980 w 158754"/>
                <a:gd name="connsiteY42" fmla="*/ 111475 h 173257"/>
                <a:gd name="connsiteX43" fmla="*/ 39016 w 158754"/>
                <a:gd name="connsiteY43" fmla="*/ 115505 h 173257"/>
                <a:gd name="connsiteX44" fmla="*/ 44397 w 158754"/>
                <a:gd name="connsiteY44" fmla="*/ 116848 h 173257"/>
                <a:gd name="connsiteX45" fmla="*/ 47088 w 158754"/>
                <a:gd name="connsiteY45" fmla="*/ 112819 h 173257"/>
                <a:gd name="connsiteX46" fmla="*/ 51124 w 158754"/>
                <a:gd name="connsiteY46" fmla="*/ 112819 h 173257"/>
                <a:gd name="connsiteX47" fmla="*/ 57851 w 158754"/>
                <a:gd name="connsiteY47" fmla="*/ 116848 h 173257"/>
                <a:gd name="connsiteX48" fmla="*/ 63232 w 158754"/>
                <a:gd name="connsiteY48" fmla="*/ 115505 h 173257"/>
                <a:gd name="connsiteX49" fmla="*/ 63232 w 158754"/>
                <a:gd name="connsiteY49" fmla="*/ 119534 h 173257"/>
                <a:gd name="connsiteX50" fmla="*/ 65923 w 158754"/>
                <a:gd name="connsiteY50" fmla="*/ 118191 h 173257"/>
                <a:gd name="connsiteX51" fmla="*/ 69959 w 158754"/>
                <a:gd name="connsiteY51" fmla="*/ 120877 h 173257"/>
                <a:gd name="connsiteX52" fmla="*/ 75341 w 158754"/>
                <a:gd name="connsiteY52" fmla="*/ 122220 h 173257"/>
                <a:gd name="connsiteX53" fmla="*/ 71305 w 158754"/>
                <a:gd name="connsiteY53" fmla="*/ 123563 h 173257"/>
                <a:gd name="connsiteX54" fmla="*/ 67269 w 158754"/>
                <a:gd name="connsiteY54" fmla="*/ 127592 h 173257"/>
                <a:gd name="connsiteX55" fmla="*/ 64578 w 158754"/>
                <a:gd name="connsiteY55" fmla="*/ 124906 h 173257"/>
                <a:gd name="connsiteX56" fmla="*/ 59196 w 158754"/>
                <a:gd name="connsiteY56" fmla="*/ 123563 h 173257"/>
                <a:gd name="connsiteX57" fmla="*/ 48434 w 158754"/>
                <a:gd name="connsiteY57" fmla="*/ 116848 h 173257"/>
                <a:gd name="connsiteX58" fmla="*/ 44397 w 158754"/>
                <a:gd name="connsiteY58" fmla="*/ 118191 h 173257"/>
                <a:gd name="connsiteX59" fmla="*/ 40361 w 158754"/>
                <a:gd name="connsiteY59" fmla="*/ 120877 h 173257"/>
                <a:gd name="connsiteX60" fmla="*/ 34980 w 158754"/>
                <a:gd name="connsiteY60" fmla="*/ 119534 h 173257"/>
                <a:gd name="connsiteX61" fmla="*/ 32289 w 158754"/>
                <a:gd name="connsiteY61" fmla="*/ 123563 h 173257"/>
                <a:gd name="connsiteX62" fmla="*/ 29598 w 158754"/>
                <a:gd name="connsiteY62" fmla="*/ 124906 h 173257"/>
                <a:gd name="connsiteX63" fmla="*/ 26908 w 158754"/>
                <a:gd name="connsiteY63" fmla="*/ 128935 h 173257"/>
                <a:gd name="connsiteX64" fmla="*/ 32289 w 158754"/>
                <a:gd name="connsiteY64" fmla="*/ 135651 h 173257"/>
                <a:gd name="connsiteX65" fmla="*/ 39016 w 158754"/>
                <a:gd name="connsiteY65" fmla="*/ 138337 h 173257"/>
                <a:gd name="connsiteX66" fmla="*/ 44397 w 158754"/>
                <a:gd name="connsiteY66" fmla="*/ 143709 h 173257"/>
                <a:gd name="connsiteX67" fmla="*/ 44397 w 158754"/>
                <a:gd name="connsiteY67" fmla="*/ 146396 h 173257"/>
                <a:gd name="connsiteX68" fmla="*/ 43052 w 158754"/>
                <a:gd name="connsiteY68" fmla="*/ 149082 h 173257"/>
                <a:gd name="connsiteX69" fmla="*/ 43052 w 158754"/>
                <a:gd name="connsiteY69" fmla="*/ 154454 h 173257"/>
                <a:gd name="connsiteX70" fmla="*/ 47088 w 158754"/>
                <a:gd name="connsiteY70" fmla="*/ 159826 h 173257"/>
                <a:gd name="connsiteX71" fmla="*/ 51124 w 158754"/>
                <a:gd name="connsiteY71" fmla="*/ 163856 h 173257"/>
                <a:gd name="connsiteX72" fmla="*/ 52470 w 158754"/>
                <a:gd name="connsiteY72" fmla="*/ 161169 h 173257"/>
                <a:gd name="connsiteX73" fmla="*/ 51124 w 158754"/>
                <a:gd name="connsiteY73" fmla="*/ 158483 h 173257"/>
                <a:gd name="connsiteX74" fmla="*/ 52470 w 158754"/>
                <a:gd name="connsiteY74" fmla="*/ 153111 h 173257"/>
                <a:gd name="connsiteX75" fmla="*/ 55161 w 158754"/>
                <a:gd name="connsiteY75" fmla="*/ 159826 h 173257"/>
                <a:gd name="connsiteX76" fmla="*/ 61887 w 158754"/>
                <a:gd name="connsiteY76" fmla="*/ 162512 h 173257"/>
                <a:gd name="connsiteX77" fmla="*/ 63232 w 158754"/>
                <a:gd name="connsiteY77" fmla="*/ 165199 h 173257"/>
                <a:gd name="connsiteX78" fmla="*/ 61887 w 158754"/>
                <a:gd name="connsiteY78" fmla="*/ 170571 h 173257"/>
                <a:gd name="connsiteX79" fmla="*/ 64578 w 158754"/>
                <a:gd name="connsiteY79" fmla="*/ 173257 h 173257"/>
                <a:gd name="connsiteX80" fmla="*/ 64578 w 158754"/>
                <a:gd name="connsiteY80" fmla="*/ 166542 h 173257"/>
                <a:gd name="connsiteX81" fmla="*/ 67269 w 158754"/>
                <a:gd name="connsiteY81" fmla="*/ 161169 h 173257"/>
                <a:gd name="connsiteX82" fmla="*/ 72650 w 158754"/>
                <a:gd name="connsiteY82" fmla="*/ 161169 h 173257"/>
                <a:gd name="connsiteX83" fmla="*/ 73996 w 158754"/>
                <a:gd name="connsiteY83" fmla="*/ 165199 h 173257"/>
                <a:gd name="connsiteX84" fmla="*/ 82068 w 158754"/>
                <a:gd name="connsiteY84" fmla="*/ 170571 h 173257"/>
                <a:gd name="connsiteX85" fmla="*/ 78032 w 158754"/>
                <a:gd name="connsiteY85" fmla="*/ 165199 h 173257"/>
                <a:gd name="connsiteX86" fmla="*/ 79377 w 158754"/>
                <a:gd name="connsiteY86" fmla="*/ 161169 h 173257"/>
                <a:gd name="connsiteX87" fmla="*/ 76686 w 158754"/>
                <a:gd name="connsiteY87" fmla="*/ 155797 h 173257"/>
                <a:gd name="connsiteX88" fmla="*/ 72650 w 158754"/>
                <a:gd name="connsiteY88" fmla="*/ 147738 h 173257"/>
                <a:gd name="connsiteX89" fmla="*/ 69959 w 158754"/>
                <a:gd name="connsiteY89" fmla="*/ 143709 h 173257"/>
                <a:gd name="connsiteX90" fmla="*/ 69959 w 158754"/>
                <a:gd name="connsiteY90" fmla="*/ 141023 h 173257"/>
                <a:gd name="connsiteX91" fmla="*/ 72650 w 158754"/>
                <a:gd name="connsiteY91" fmla="*/ 141023 h 173257"/>
                <a:gd name="connsiteX92" fmla="*/ 79377 w 158754"/>
                <a:gd name="connsiteY92" fmla="*/ 143709 h 173257"/>
                <a:gd name="connsiteX93" fmla="*/ 76686 w 158754"/>
                <a:gd name="connsiteY93" fmla="*/ 146396 h 173257"/>
                <a:gd name="connsiteX94" fmla="*/ 79377 w 158754"/>
                <a:gd name="connsiteY94" fmla="*/ 147738 h 173257"/>
                <a:gd name="connsiteX95" fmla="*/ 82068 w 158754"/>
                <a:gd name="connsiteY95" fmla="*/ 145052 h 173257"/>
                <a:gd name="connsiteX96" fmla="*/ 87449 w 158754"/>
                <a:gd name="connsiteY96" fmla="*/ 146396 h 173257"/>
                <a:gd name="connsiteX97" fmla="*/ 87449 w 158754"/>
                <a:gd name="connsiteY97" fmla="*/ 145052 h 173257"/>
                <a:gd name="connsiteX98" fmla="*/ 86104 w 158754"/>
                <a:gd name="connsiteY98" fmla="*/ 142366 h 173257"/>
                <a:gd name="connsiteX99" fmla="*/ 84759 w 158754"/>
                <a:gd name="connsiteY99" fmla="*/ 141023 h 173257"/>
                <a:gd name="connsiteX100" fmla="*/ 83413 w 158754"/>
                <a:gd name="connsiteY100" fmla="*/ 139680 h 173257"/>
                <a:gd name="connsiteX101" fmla="*/ 78032 w 158754"/>
                <a:gd name="connsiteY101" fmla="*/ 136994 h 173257"/>
                <a:gd name="connsiteX102" fmla="*/ 79377 w 158754"/>
                <a:gd name="connsiteY102" fmla="*/ 134308 h 173257"/>
                <a:gd name="connsiteX103" fmla="*/ 73996 w 158754"/>
                <a:gd name="connsiteY103" fmla="*/ 130279 h 173257"/>
                <a:gd name="connsiteX104" fmla="*/ 79377 w 158754"/>
                <a:gd name="connsiteY104" fmla="*/ 128935 h 173257"/>
                <a:gd name="connsiteX105" fmla="*/ 83413 w 158754"/>
                <a:gd name="connsiteY105" fmla="*/ 128935 h 173257"/>
                <a:gd name="connsiteX106" fmla="*/ 86104 w 158754"/>
                <a:gd name="connsiteY106" fmla="*/ 126249 h 173257"/>
                <a:gd name="connsiteX107" fmla="*/ 92831 w 158754"/>
                <a:gd name="connsiteY107" fmla="*/ 131622 h 173257"/>
                <a:gd name="connsiteX108" fmla="*/ 94176 w 158754"/>
                <a:gd name="connsiteY108" fmla="*/ 134308 h 173257"/>
                <a:gd name="connsiteX109" fmla="*/ 99558 w 158754"/>
                <a:gd name="connsiteY109" fmla="*/ 134308 h 173257"/>
                <a:gd name="connsiteX110" fmla="*/ 99558 w 158754"/>
                <a:gd name="connsiteY110" fmla="*/ 131622 h 173257"/>
                <a:gd name="connsiteX111" fmla="*/ 95522 w 158754"/>
                <a:gd name="connsiteY111" fmla="*/ 124906 h 173257"/>
                <a:gd name="connsiteX112" fmla="*/ 96867 w 158754"/>
                <a:gd name="connsiteY112" fmla="*/ 119534 h 173257"/>
                <a:gd name="connsiteX113" fmla="*/ 95522 w 158754"/>
                <a:gd name="connsiteY113" fmla="*/ 115505 h 173257"/>
                <a:gd name="connsiteX114" fmla="*/ 83413 w 158754"/>
                <a:gd name="connsiteY114" fmla="*/ 108789 h 173257"/>
                <a:gd name="connsiteX115" fmla="*/ 79377 w 158754"/>
                <a:gd name="connsiteY115" fmla="*/ 107446 h 173257"/>
                <a:gd name="connsiteX116" fmla="*/ 78032 w 158754"/>
                <a:gd name="connsiteY116" fmla="*/ 104760 h 173257"/>
                <a:gd name="connsiteX117" fmla="*/ 73996 w 158754"/>
                <a:gd name="connsiteY117" fmla="*/ 104760 h 173257"/>
                <a:gd name="connsiteX118" fmla="*/ 72650 w 158754"/>
                <a:gd name="connsiteY118" fmla="*/ 102074 h 173257"/>
                <a:gd name="connsiteX119" fmla="*/ 67269 w 158754"/>
                <a:gd name="connsiteY119" fmla="*/ 100731 h 173257"/>
                <a:gd name="connsiteX120" fmla="*/ 61887 w 158754"/>
                <a:gd name="connsiteY120" fmla="*/ 96702 h 173257"/>
                <a:gd name="connsiteX121" fmla="*/ 67269 w 158754"/>
                <a:gd name="connsiteY121" fmla="*/ 96702 h 173257"/>
                <a:gd name="connsiteX122" fmla="*/ 71305 w 158754"/>
                <a:gd name="connsiteY122" fmla="*/ 92672 h 173257"/>
                <a:gd name="connsiteX123" fmla="*/ 71305 w 158754"/>
                <a:gd name="connsiteY123" fmla="*/ 89986 h 173257"/>
                <a:gd name="connsiteX124" fmla="*/ 65923 w 158754"/>
                <a:gd name="connsiteY124" fmla="*/ 88643 h 173257"/>
                <a:gd name="connsiteX125" fmla="*/ 68614 w 158754"/>
                <a:gd name="connsiteY125" fmla="*/ 84614 h 173257"/>
                <a:gd name="connsiteX126" fmla="*/ 67269 w 158754"/>
                <a:gd name="connsiteY126" fmla="*/ 81928 h 173257"/>
                <a:gd name="connsiteX127" fmla="*/ 72650 w 158754"/>
                <a:gd name="connsiteY127" fmla="*/ 83271 h 173257"/>
                <a:gd name="connsiteX128" fmla="*/ 75341 w 158754"/>
                <a:gd name="connsiteY128" fmla="*/ 85957 h 173257"/>
                <a:gd name="connsiteX129" fmla="*/ 73996 w 158754"/>
                <a:gd name="connsiteY129" fmla="*/ 88643 h 173257"/>
                <a:gd name="connsiteX130" fmla="*/ 73996 w 158754"/>
                <a:gd name="connsiteY130" fmla="*/ 91329 h 173257"/>
                <a:gd name="connsiteX131" fmla="*/ 76686 w 158754"/>
                <a:gd name="connsiteY131" fmla="*/ 89986 h 173257"/>
                <a:gd name="connsiteX132" fmla="*/ 79377 w 158754"/>
                <a:gd name="connsiteY132" fmla="*/ 84614 h 173257"/>
                <a:gd name="connsiteX133" fmla="*/ 75341 w 158754"/>
                <a:gd name="connsiteY133" fmla="*/ 80585 h 173257"/>
                <a:gd name="connsiteX134" fmla="*/ 67269 w 158754"/>
                <a:gd name="connsiteY134" fmla="*/ 71183 h 173257"/>
                <a:gd name="connsiteX135" fmla="*/ 64578 w 158754"/>
                <a:gd name="connsiteY135" fmla="*/ 68497 h 173257"/>
                <a:gd name="connsiteX136" fmla="*/ 63232 w 158754"/>
                <a:gd name="connsiteY136" fmla="*/ 64468 h 173257"/>
                <a:gd name="connsiteX137" fmla="*/ 57851 w 158754"/>
                <a:gd name="connsiteY137" fmla="*/ 59096 h 173257"/>
                <a:gd name="connsiteX138" fmla="*/ 59196 w 158754"/>
                <a:gd name="connsiteY138" fmla="*/ 56409 h 173257"/>
                <a:gd name="connsiteX139" fmla="*/ 59196 w 158754"/>
                <a:gd name="connsiteY139" fmla="*/ 47008 h 173257"/>
                <a:gd name="connsiteX140" fmla="*/ 61887 w 158754"/>
                <a:gd name="connsiteY140" fmla="*/ 41635 h 173257"/>
                <a:gd name="connsiteX141" fmla="*/ 68614 w 158754"/>
                <a:gd name="connsiteY141" fmla="*/ 40292 h 173257"/>
                <a:gd name="connsiteX142" fmla="*/ 68614 w 158754"/>
                <a:gd name="connsiteY142" fmla="*/ 45665 h 173257"/>
                <a:gd name="connsiteX143" fmla="*/ 65923 w 158754"/>
                <a:gd name="connsiteY143" fmla="*/ 45665 h 173257"/>
                <a:gd name="connsiteX144" fmla="*/ 65923 w 158754"/>
                <a:gd name="connsiteY144" fmla="*/ 48351 h 173257"/>
                <a:gd name="connsiteX145" fmla="*/ 73996 w 158754"/>
                <a:gd name="connsiteY145" fmla="*/ 52380 h 173257"/>
                <a:gd name="connsiteX146" fmla="*/ 75341 w 158754"/>
                <a:gd name="connsiteY146" fmla="*/ 57752 h 173257"/>
                <a:gd name="connsiteX147" fmla="*/ 80723 w 158754"/>
                <a:gd name="connsiteY147" fmla="*/ 61782 h 173257"/>
                <a:gd name="connsiteX148" fmla="*/ 86104 w 158754"/>
                <a:gd name="connsiteY148" fmla="*/ 61782 h 173257"/>
                <a:gd name="connsiteX149" fmla="*/ 82068 w 158754"/>
                <a:gd name="connsiteY149" fmla="*/ 59096 h 173257"/>
                <a:gd name="connsiteX150" fmla="*/ 79377 w 158754"/>
                <a:gd name="connsiteY150" fmla="*/ 55066 h 173257"/>
                <a:gd name="connsiteX151" fmla="*/ 80723 w 158754"/>
                <a:gd name="connsiteY151" fmla="*/ 52380 h 173257"/>
                <a:gd name="connsiteX152" fmla="*/ 86104 w 158754"/>
                <a:gd name="connsiteY152" fmla="*/ 53723 h 173257"/>
                <a:gd name="connsiteX153" fmla="*/ 90140 w 158754"/>
                <a:gd name="connsiteY153" fmla="*/ 59096 h 173257"/>
                <a:gd name="connsiteX154" fmla="*/ 94176 w 158754"/>
                <a:gd name="connsiteY154" fmla="*/ 60438 h 173257"/>
                <a:gd name="connsiteX155" fmla="*/ 95522 w 158754"/>
                <a:gd name="connsiteY155" fmla="*/ 56409 h 173257"/>
                <a:gd name="connsiteX156" fmla="*/ 91485 w 158754"/>
                <a:gd name="connsiteY156" fmla="*/ 53723 h 173257"/>
                <a:gd name="connsiteX157" fmla="*/ 88795 w 158754"/>
                <a:gd name="connsiteY157" fmla="*/ 52380 h 173257"/>
                <a:gd name="connsiteX158" fmla="*/ 88795 w 158754"/>
                <a:gd name="connsiteY158" fmla="*/ 49694 h 173257"/>
                <a:gd name="connsiteX159" fmla="*/ 98212 w 158754"/>
                <a:gd name="connsiteY159" fmla="*/ 49694 h 173257"/>
                <a:gd name="connsiteX160" fmla="*/ 100903 w 158754"/>
                <a:gd name="connsiteY160" fmla="*/ 53723 h 173257"/>
                <a:gd name="connsiteX161" fmla="*/ 103594 w 158754"/>
                <a:gd name="connsiteY161" fmla="*/ 52380 h 173257"/>
                <a:gd name="connsiteX162" fmla="*/ 98212 w 158754"/>
                <a:gd name="connsiteY162" fmla="*/ 47008 h 173257"/>
                <a:gd name="connsiteX163" fmla="*/ 91485 w 158754"/>
                <a:gd name="connsiteY163" fmla="*/ 45665 h 173257"/>
                <a:gd name="connsiteX164" fmla="*/ 87449 w 158754"/>
                <a:gd name="connsiteY164" fmla="*/ 40292 h 173257"/>
                <a:gd name="connsiteX165" fmla="*/ 90140 w 158754"/>
                <a:gd name="connsiteY165" fmla="*/ 37606 h 173257"/>
                <a:gd name="connsiteX166" fmla="*/ 95522 w 158754"/>
                <a:gd name="connsiteY166" fmla="*/ 38949 h 173257"/>
                <a:gd name="connsiteX167" fmla="*/ 99558 w 158754"/>
                <a:gd name="connsiteY167" fmla="*/ 36263 h 173257"/>
                <a:gd name="connsiteX168" fmla="*/ 100903 w 158754"/>
                <a:gd name="connsiteY168" fmla="*/ 29548 h 173257"/>
                <a:gd name="connsiteX169" fmla="*/ 104939 w 158754"/>
                <a:gd name="connsiteY169" fmla="*/ 28205 h 173257"/>
                <a:gd name="connsiteX170" fmla="*/ 110321 w 158754"/>
                <a:gd name="connsiteY170" fmla="*/ 32234 h 173257"/>
                <a:gd name="connsiteX171" fmla="*/ 114357 w 158754"/>
                <a:gd name="connsiteY171" fmla="*/ 33577 h 173257"/>
                <a:gd name="connsiteX172" fmla="*/ 119738 w 158754"/>
                <a:gd name="connsiteY172" fmla="*/ 28205 h 173257"/>
                <a:gd name="connsiteX173" fmla="*/ 119738 w 158754"/>
                <a:gd name="connsiteY173" fmla="*/ 25519 h 173257"/>
                <a:gd name="connsiteX174" fmla="*/ 122429 w 158754"/>
                <a:gd name="connsiteY174" fmla="*/ 25519 h 173257"/>
                <a:gd name="connsiteX175" fmla="*/ 125120 w 158754"/>
                <a:gd name="connsiteY175" fmla="*/ 29548 h 173257"/>
                <a:gd name="connsiteX176" fmla="*/ 135883 w 158754"/>
                <a:gd name="connsiteY176" fmla="*/ 29548 h 173257"/>
                <a:gd name="connsiteX177" fmla="*/ 143955 w 158754"/>
                <a:gd name="connsiteY177" fmla="*/ 32234 h 173257"/>
                <a:gd name="connsiteX178" fmla="*/ 149337 w 158754"/>
                <a:gd name="connsiteY178" fmla="*/ 30891 h 173257"/>
                <a:gd name="connsiteX179" fmla="*/ 153373 w 158754"/>
                <a:gd name="connsiteY179" fmla="*/ 24175 h 173257"/>
                <a:gd name="connsiteX180" fmla="*/ 152027 w 158754"/>
                <a:gd name="connsiteY180" fmla="*/ 18803 h 173257"/>
                <a:gd name="connsiteX181" fmla="*/ 158754 w 158754"/>
                <a:gd name="connsiteY181" fmla="*/ 14774 h 173257"/>
                <a:gd name="connsiteX182" fmla="*/ 158754 w 158754"/>
                <a:gd name="connsiteY182" fmla="*/ 8059 h 173257"/>
                <a:gd name="connsiteX183" fmla="*/ 153373 w 158754"/>
                <a:gd name="connsiteY183" fmla="*/ 6715 h 1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</a:cxnLst>
              <a:rect l="l" t="t" r="r" b="b"/>
              <a:pathLst>
                <a:path w="158754" h="173257">
                  <a:moveTo>
                    <a:pt x="154718" y="0"/>
                  </a:moveTo>
                  <a:lnTo>
                    <a:pt x="152027" y="0"/>
                  </a:lnTo>
                  <a:lnTo>
                    <a:pt x="145301" y="4029"/>
                  </a:lnTo>
                  <a:lnTo>
                    <a:pt x="145301" y="9402"/>
                  </a:lnTo>
                  <a:lnTo>
                    <a:pt x="146646" y="14774"/>
                  </a:lnTo>
                  <a:lnTo>
                    <a:pt x="143955" y="17460"/>
                  </a:lnTo>
                  <a:lnTo>
                    <a:pt x="133192" y="16117"/>
                  </a:lnTo>
                  <a:lnTo>
                    <a:pt x="127811" y="18803"/>
                  </a:lnTo>
                  <a:lnTo>
                    <a:pt x="122429" y="16117"/>
                  </a:lnTo>
                  <a:lnTo>
                    <a:pt x="118393" y="16117"/>
                  </a:lnTo>
                  <a:lnTo>
                    <a:pt x="114357" y="18803"/>
                  </a:lnTo>
                  <a:lnTo>
                    <a:pt x="108976" y="18803"/>
                  </a:lnTo>
                  <a:lnTo>
                    <a:pt x="108976" y="14774"/>
                  </a:lnTo>
                  <a:lnTo>
                    <a:pt x="102249" y="14774"/>
                  </a:lnTo>
                  <a:lnTo>
                    <a:pt x="95522" y="13431"/>
                  </a:lnTo>
                  <a:lnTo>
                    <a:pt x="91485" y="17460"/>
                  </a:lnTo>
                  <a:lnTo>
                    <a:pt x="84759" y="20146"/>
                  </a:lnTo>
                  <a:lnTo>
                    <a:pt x="76686" y="20146"/>
                  </a:lnTo>
                  <a:lnTo>
                    <a:pt x="73996" y="17460"/>
                  </a:lnTo>
                  <a:lnTo>
                    <a:pt x="69959" y="21489"/>
                  </a:lnTo>
                  <a:lnTo>
                    <a:pt x="65923" y="21489"/>
                  </a:lnTo>
                  <a:lnTo>
                    <a:pt x="59196" y="25519"/>
                  </a:lnTo>
                  <a:lnTo>
                    <a:pt x="45743" y="24175"/>
                  </a:lnTo>
                  <a:lnTo>
                    <a:pt x="40361" y="26862"/>
                  </a:lnTo>
                  <a:lnTo>
                    <a:pt x="40361" y="29548"/>
                  </a:lnTo>
                  <a:lnTo>
                    <a:pt x="33634" y="32234"/>
                  </a:lnTo>
                  <a:lnTo>
                    <a:pt x="22871" y="38949"/>
                  </a:lnTo>
                  <a:lnTo>
                    <a:pt x="21526" y="45665"/>
                  </a:lnTo>
                  <a:lnTo>
                    <a:pt x="17490" y="53723"/>
                  </a:lnTo>
                  <a:lnTo>
                    <a:pt x="8072" y="56409"/>
                  </a:lnTo>
                  <a:lnTo>
                    <a:pt x="6727" y="63125"/>
                  </a:lnTo>
                  <a:lnTo>
                    <a:pt x="4036" y="69840"/>
                  </a:lnTo>
                  <a:lnTo>
                    <a:pt x="0" y="72526"/>
                  </a:lnTo>
                  <a:lnTo>
                    <a:pt x="1345" y="72526"/>
                  </a:lnTo>
                  <a:lnTo>
                    <a:pt x="1345" y="80585"/>
                  </a:lnTo>
                  <a:lnTo>
                    <a:pt x="10763" y="87300"/>
                  </a:lnTo>
                  <a:lnTo>
                    <a:pt x="16144" y="95359"/>
                  </a:lnTo>
                  <a:lnTo>
                    <a:pt x="18835" y="95359"/>
                  </a:lnTo>
                  <a:lnTo>
                    <a:pt x="17490" y="98045"/>
                  </a:lnTo>
                  <a:lnTo>
                    <a:pt x="25562" y="107446"/>
                  </a:lnTo>
                  <a:lnTo>
                    <a:pt x="26908" y="115505"/>
                  </a:lnTo>
                  <a:lnTo>
                    <a:pt x="30943" y="116848"/>
                  </a:lnTo>
                  <a:lnTo>
                    <a:pt x="34980" y="111475"/>
                  </a:lnTo>
                  <a:lnTo>
                    <a:pt x="39016" y="115505"/>
                  </a:lnTo>
                  <a:lnTo>
                    <a:pt x="44397" y="116848"/>
                  </a:lnTo>
                  <a:lnTo>
                    <a:pt x="47088" y="112819"/>
                  </a:lnTo>
                  <a:lnTo>
                    <a:pt x="51124" y="112819"/>
                  </a:lnTo>
                  <a:lnTo>
                    <a:pt x="57851" y="116848"/>
                  </a:lnTo>
                  <a:lnTo>
                    <a:pt x="63232" y="115505"/>
                  </a:lnTo>
                  <a:lnTo>
                    <a:pt x="63232" y="119534"/>
                  </a:lnTo>
                  <a:lnTo>
                    <a:pt x="65923" y="118191"/>
                  </a:lnTo>
                  <a:lnTo>
                    <a:pt x="69959" y="120877"/>
                  </a:lnTo>
                  <a:lnTo>
                    <a:pt x="75341" y="122220"/>
                  </a:lnTo>
                  <a:lnTo>
                    <a:pt x="71305" y="123563"/>
                  </a:lnTo>
                  <a:lnTo>
                    <a:pt x="67269" y="127592"/>
                  </a:lnTo>
                  <a:lnTo>
                    <a:pt x="64578" y="124906"/>
                  </a:lnTo>
                  <a:lnTo>
                    <a:pt x="59196" y="123563"/>
                  </a:lnTo>
                  <a:lnTo>
                    <a:pt x="48434" y="116848"/>
                  </a:lnTo>
                  <a:lnTo>
                    <a:pt x="44397" y="118191"/>
                  </a:lnTo>
                  <a:lnTo>
                    <a:pt x="40361" y="120877"/>
                  </a:lnTo>
                  <a:lnTo>
                    <a:pt x="34980" y="119534"/>
                  </a:lnTo>
                  <a:lnTo>
                    <a:pt x="32289" y="123563"/>
                  </a:lnTo>
                  <a:lnTo>
                    <a:pt x="29598" y="124906"/>
                  </a:lnTo>
                  <a:lnTo>
                    <a:pt x="26908" y="128935"/>
                  </a:lnTo>
                  <a:lnTo>
                    <a:pt x="32289" y="135651"/>
                  </a:lnTo>
                  <a:lnTo>
                    <a:pt x="39016" y="138337"/>
                  </a:lnTo>
                  <a:lnTo>
                    <a:pt x="44397" y="143709"/>
                  </a:lnTo>
                  <a:lnTo>
                    <a:pt x="44397" y="146396"/>
                  </a:lnTo>
                  <a:lnTo>
                    <a:pt x="43052" y="149082"/>
                  </a:lnTo>
                  <a:lnTo>
                    <a:pt x="43052" y="154454"/>
                  </a:lnTo>
                  <a:lnTo>
                    <a:pt x="47088" y="159826"/>
                  </a:lnTo>
                  <a:lnTo>
                    <a:pt x="51124" y="163856"/>
                  </a:lnTo>
                  <a:lnTo>
                    <a:pt x="52470" y="161169"/>
                  </a:lnTo>
                  <a:lnTo>
                    <a:pt x="51124" y="158483"/>
                  </a:lnTo>
                  <a:lnTo>
                    <a:pt x="52470" y="153111"/>
                  </a:lnTo>
                  <a:lnTo>
                    <a:pt x="55161" y="159826"/>
                  </a:lnTo>
                  <a:lnTo>
                    <a:pt x="61887" y="162512"/>
                  </a:lnTo>
                  <a:lnTo>
                    <a:pt x="63232" y="165199"/>
                  </a:lnTo>
                  <a:lnTo>
                    <a:pt x="61887" y="170571"/>
                  </a:lnTo>
                  <a:lnTo>
                    <a:pt x="64578" y="173257"/>
                  </a:lnTo>
                  <a:lnTo>
                    <a:pt x="64578" y="166542"/>
                  </a:lnTo>
                  <a:lnTo>
                    <a:pt x="67269" y="161169"/>
                  </a:lnTo>
                  <a:lnTo>
                    <a:pt x="72650" y="161169"/>
                  </a:lnTo>
                  <a:lnTo>
                    <a:pt x="73996" y="165199"/>
                  </a:lnTo>
                  <a:lnTo>
                    <a:pt x="82068" y="170571"/>
                  </a:lnTo>
                  <a:lnTo>
                    <a:pt x="78032" y="165199"/>
                  </a:lnTo>
                  <a:lnTo>
                    <a:pt x="79377" y="161169"/>
                  </a:lnTo>
                  <a:lnTo>
                    <a:pt x="76686" y="155797"/>
                  </a:lnTo>
                  <a:lnTo>
                    <a:pt x="72650" y="147738"/>
                  </a:lnTo>
                  <a:lnTo>
                    <a:pt x="69959" y="143709"/>
                  </a:lnTo>
                  <a:lnTo>
                    <a:pt x="69959" y="141023"/>
                  </a:lnTo>
                  <a:lnTo>
                    <a:pt x="72650" y="141023"/>
                  </a:lnTo>
                  <a:lnTo>
                    <a:pt x="79377" y="143709"/>
                  </a:lnTo>
                  <a:lnTo>
                    <a:pt x="76686" y="146396"/>
                  </a:lnTo>
                  <a:lnTo>
                    <a:pt x="79377" y="147738"/>
                  </a:lnTo>
                  <a:lnTo>
                    <a:pt x="82068" y="145052"/>
                  </a:lnTo>
                  <a:lnTo>
                    <a:pt x="87449" y="146396"/>
                  </a:lnTo>
                  <a:lnTo>
                    <a:pt x="87449" y="145052"/>
                  </a:lnTo>
                  <a:lnTo>
                    <a:pt x="86104" y="142366"/>
                  </a:lnTo>
                  <a:lnTo>
                    <a:pt x="84759" y="141023"/>
                  </a:lnTo>
                  <a:lnTo>
                    <a:pt x="83413" y="139680"/>
                  </a:lnTo>
                  <a:lnTo>
                    <a:pt x="78032" y="136994"/>
                  </a:lnTo>
                  <a:lnTo>
                    <a:pt x="79377" y="134308"/>
                  </a:lnTo>
                  <a:lnTo>
                    <a:pt x="73996" y="130279"/>
                  </a:lnTo>
                  <a:lnTo>
                    <a:pt x="79377" y="128935"/>
                  </a:lnTo>
                  <a:lnTo>
                    <a:pt x="83413" y="128935"/>
                  </a:lnTo>
                  <a:lnTo>
                    <a:pt x="86104" y="126249"/>
                  </a:lnTo>
                  <a:lnTo>
                    <a:pt x="92831" y="131622"/>
                  </a:lnTo>
                  <a:lnTo>
                    <a:pt x="94176" y="134308"/>
                  </a:lnTo>
                  <a:lnTo>
                    <a:pt x="99558" y="134308"/>
                  </a:lnTo>
                  <a:lnTo>
                    <a:pt x="99558" y="131622"/>
                  </a:lnTo>
                  <a:lnTo>
                    <a:pt x="95522" y="124906"/>
                  </a:lnTo>
                  <a:lnTo>
                    <a:pt x="96867" y="119534"/>
                  </a:lnTo>
                  <a:lnTo>
                    <a:pt x="95522" y="115505"/>
                  </a:lnTo>
                  <a:lnTo>
                    <a:pt x="83413" y="108789"/>
                  </a:lnTo>
                  <a:lnTo>
                    <a:pt x="79377" y="107446"/>
                  </a:lnTo>
                  <a:lnTo>
                    <a:pt x="78032" y="104760"/>
                  </a:lnTo>
                  <a:lnTo>
                    <a:pt x="73996" y="104760"/>
                  </a:lnTo>
                  <a:lnTo>
                    <a:pt x="72650" y="102074"/>
                  </a:lnTo>
                  <a:lnTo>
                    <a:pt x="67269" y="100731"/>
                  </a:lnTo>
                  <a:lnTo>
                    <a:pt x="61887" y="96702"/>
                  </a:lnTo>
                  <a:lnTo>
                    <a:pt x="67269" y="96702"/>
                  </a:lnTo>
                  <a:lnTo>
                    <a:pt x="71305" y="92672"/>
                  </a:lnTo>
                  <a:lnTo>
                    <a:pt x="71305" y="89986"/>
                  </a:lnTo>
                  <a:lnTo>
                    <a:pt x="65923" y="88643"/>
                  </a:lnTo>
                  <a:lnTo>
                    <a:pt x="68614" y="84614"/>
                  </a:lnTo>
                  <a:lnTo>
                    <a:pt x="67269" y="81928"/>
                  </a:lnTo>
                  <a:lnTo>
                    <a:pt x="72650" y="83271"/>
                  </a:lnTo>
                  <a:lnTo>
                    <a:pt x="75341" y="85957"/>
                  </a:lnTo>
                  <a:lnTo>
                    <a:pt x="73996" y="88643"/>
                  </a:lnTo>
                  <a:lnTo>
                    <a:pt x="73996" y="91329"/>
                  </a:lnTo>
                  <a:lnTo>
                    <a:pt x="76686" y="89986"/>
                  </a:lnTo>
                  <a:lnTo>
                    <a:pt x="79377" y="84614"/>
                  </a:lnTo>
                  <a:lnTo>
                    <a:pt x="75341" y="80585"/>
                  </a:lnTo>
                  <a:lnTo>
                    <a:pt x="67269" y="71183"/>
                  </a:lnTo>
                  <a:lnTo>
                    <a:pt x="64578" y="68497"/>
                  </a:lnTo>
                  <a:lnTo>
                    <a:pt x="63232" y="64468"/>
                  </a:lnTo>
                  <a:lnTo>
                    <a:pt x="57851" y="59096"/>
                  </a:lnTo>
                  <a:lnTo>
                    <a:pt x="59196" y="56409"/>
                  </a:lnTo>
                  <a:lnTo>
                    <a:pt x="59196" y="47008"/>
                  </a:lnTo>
                  <a:lnTo>
                    <a:pt x="61887" y="41635"/>
                  </a:lnTo>
                  <a:lnTo>
                    <a:pt x="68614" y="40292"/>
                  </a:lnTo>
                  <a:lnTo>
                    <a:pt x="68614" y="45665"/>
                  </a:lnTo>
                  <a:lnTo>
                    <a:pt x="65923" y="45665"/>
                  </a:lnTo>
                  <a:lnTo>
                    <a:pt x="65923" y="48351"/>
                  </a:lnTo>
                  <a:lnTo>
                    <a:pt x="73996" y="52380"/>
                  </a:lnTo>
                  <a:lnTo>
                    <a:pt x="75341" y="57752"/>
                  </a:lnTo>
                  <a:lnTo>
                    <a:pt x="80723" y="61782"/>
                  </a:lnTo>
                  <a:lnTo>
                    <a:pt x="86104" y="61782"/>
                  </a:lnTo>
                  <a:lnTo>
                    <a:pt x="82068" y="59096"/>
                  </a:lnTo>
                  <a:lnTo>
                    <a:pt x="79377" y="55066"/>
                  </a:lnTo>
                  <a:lnTo>
                    <a:pt x="80723" y="52380"/>
                  </a:lnTo>
                  <a:lnTo>
                    <a:pt x="86104" y="53723"/>
                  </a:lnTo>
                  <a:lnTo>
                    <a:pt x="90140" y="59096"/>
                  </a:lnTo>
                  <a:lnTo>
                    <a:pt x="94176" y="60438"/>
                  </a:lnTo>
                  <a:lnTo>
                    <a:pt x="95522" y="56409"/>
                  </a:lnTo>
                  <a:lnTo>
                    <a:pt x="91485" y="53723"/>
                  </a:lnTo>
                  <a:lnTo>
                    <a:pt x="88795" y="52380"/>
                  </a:lnTo>
                  <a:lnTo>
                    <a:pt x="88795" y="49694"/>
                  </a:lnTo>
                  <a:lnTo>
                    <a:pt x="98212" y="49694"/>
                  </a:lnTo>
                  <a:lnTo>
                    <a:pt x="100903" y="53723"/>
                  </a:lnTo>
                  <a:lnTo>
                    <a:pt x="103594" y="52380"/>
                  </a:lnTo>
                  <a:lnTo>
                    <a:pt x="98212" y="47008"/>
                  </a:lnTo>
                  <a:lnTo>
                    <a:pt x="91485" y="45665"/>
                  </a:lnTo>
                  <a:lnTo>
                    <a:pt x="87449" y="40292"/>
                  </a:lnTo>
                  <a:lnTo>
                    <a:pt x="90140" y="37606"/>
                  </a:lnTo>
                  <a:lnTo>
                    <a:pt x="95522" y="38949"/>
                  </a:lnTo>
                  <a:lnTo>
                    <a:pt x="99558" y="36263"/>
                  </a:lnTo>
                  <a:lnTo>
                    <a:pt x="100903" y="29548"/>
                  </a:lnTo>
                  <a:lnTo>
                    <a:pt x="104939" y="28205"/>
                  </a:lnTo>
                  <a:lnTo>
                    <a:pt x="110321" y="32234"/>
                  </a:lnTo>
                  <a:lnTo>
                    <a:pt x="114357" y="33577"/>
                  </a:lnTo>
                  <a:lnTo>
                    <a:pt x="119738" y="28205"/>
                  </a:lnTo>
                  <a:lnTo>
                    <a:pt x="119738" y="25519"/>
                  </a:lnTo>
                  <a:lnTo>
                    <a:pt x="122429" y="25519"/>
                  </a:lnTo>
                  <a:lnTo>
                    <a:pt x="125120" y="29548"/>
                  </a:lnTo>
                  <a:lnTo>
                    <a:pt x="135883" y="29548"/>
                  </a:lnTo>
                  <a:lnTo>
                    <a:pt x="143955" y="32234"/>
                  </a:lnTo>
                  <a:lnTo>
                    <a:pt x="149337" y="30891"/>
                  </a:lnTo>
                  <a:lnTo>
                    <a:pt x="153373" y="24175"/>
                  </a:lnTo>
                  <a:lnTo>
                    <a:pt x="152027" y="18803"/>
                  </a:lnTo>
                  <a:lnTo>
                    <a:pt x="158754" y="14774"/>
                  </a:lnTo>
                  <a:lnTo>
                    <a:pt x="158754" y="8059"/>
                  </a:lnTo>
                  <a:lnTo>
                    <a:pt x="153373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2" name="Freeform 631">
              <a:extLst>
                <a:ext uri="{FF2B5EF4-FFF2-40B4-BE49-F238E27FC236}">
                  <a16:creationId xmlns:a16="http://schemas.microsoft.com/office/drawing/2014/main" id="{9572DCB8-E124-4753-C46A-E3DBB3B1C446}"/>
                </a:ext>
              </a:extLst>
            </p:cNvPr>
            <p:cNvSpPr/>
            <p:nvPr/>
          </p:nvSpPr>
          <p:spPr>
            <a:xfrm>
              <a:off x="7930997" y="3668746"/>
              <a:ext cx="71304" cy="21489"/>
            </a:xfrm>
            <a:custGeom>
              <a:avLst/>
              <a:gdLst>
                <a:gd name="connsiteX0" fmla="*/ 4036 w 71304"/>
                <a:gd name="connsiteY0" fmla="*/ 5372 h 21489"/>
                <a:gd name="connsiteX1" fmla="*/ 1345 w 71304"/>
                <a:gd name="connsiteY1" fmla="*/ 2686 h 21489"/>
                <a:gd name="connsiteX2" fmla="*/ 1345 w 71304"/>
                <a:gd name="connsiteY2" fmla="*/ 6715 h 21489"/>
                <a:gd name="connsiteX3" fmla="*/ 0 w 71304"/>
                <a:gd name="connsiteY3" fmla="*/ 9402 h 21489"/>
                <a:gd name="connsiteX4" fmla="*/ 0 w 71304"/>
                <a:gd name="connsiteY4" fmla="*/ 13431 h 21489"/>
                <a:gd name="connsiteX5" fmla="*/ 4036 w 71304"/>
                <a:gd name="connsiteY5" fmla="*/ 14774 h 21489"/>
                <a:gd name="connsiteX6" fmla="*/ 13454 w 71304"/>
                <a:gd name="connsiteY6" fmla="*/ 13431 h 21489"/>
                <a:gd name="connsiteX7" fmla="*/ 16145 w 71304"/>
                <a:gd name="connsiteY7" fmla="*/ 14774 h 21489"/>
                <a:gd name="connsiteX8" fmla="*/ 20181 w 71304"/>
                <a:gd name="connsiteY8" fmla="*/ 13431 h 21489"/>
                <a:gd name="connsiteX9" fmla="*/ 25562 w 71304"/>
                <a:gd name="connsiteY9" fmla="*/ 14774 h 21489"/>
                <a:gd name="connsiteX10" fmla="*/ 30943 w 71304"/>
                <a:gd name="connsiteY10" fmla="*/ 18803 h 21489"/>
                <a:gd name="connsiteX11" fmla="*/ 32289 w 71304"/>
                <a:gd name="connsiteY11" fmla="*/ 21489 h 21489"/>
                <a:gd name="connsiteX12" fmla="*/ 37670 w 71304"/>
                <a:gd name="connsiteY12" fmla="*/ 21489 h 21489"/>
                <a:gd name="connsiteX13" fmla="*/ 43052 w 71304"/>
                <a:gd name="connsiteY13" fmla="*/ 18803 h 21489"/>
                <a:gd name="connsiteX14" fmla="*/ 49779 w 71304"/>
                <a:gd name="connsiteY14" fmla="*/ 18803 h 21489"/>
                <a:gd name="connsiteX15" fmla="*/ 59196 w 71304"/>
                <a:gd name="connsiteY15" fmla="*/ 18803 h 21489"/>
                <a:gd name="connsiteX16" fmla="*/ 65923 w 71304"/>
                <a:gd name="connsiteY16" fmla="*/ 18803 h 21489"/>
                <a:gd name="connsiteX17" fmla="*/ 68614 w 71304"/>
                <a:gd name="connsiteY17" fmla="*/ 16117 h 21489"/>
                <a:gd name="connsiteX18" fmla="*/ 71305 w 71304"/>
                <a:gd name="connsiteY18" fmla="*/ 13431 h 21489"/>
                <a:gd name="connsiteX19" fmla="*/ 69960 w 71304"/>
                <a:gd name="connsiteY19" fmla="*/ 9402 h 21489"/>
                <a:gd name="connsiteX20" fmla="*/ 69960 w 71304"/>
                <a:gd name="connsiteY20" fmla="*/ 6715 h 21489"/>
                <a:gd name="connsiteX21" fmla="*/ 68614 w 71304"/>
                <a:gd name="connsiteY21" fmla="*/ 9402 h 21489"/>
                <a:gd name="connsiteX22" fmla="*/ 68614 w 71304"/>
                <a:gd name="connsiteY22" fmla="*/ 12088 h 21489"/>
                <a:gd name="connsiteX23" fmla="*/ 65923 w 71304"/>
                <a:gd name="connsiteY23" fmla="*/ 14774 h 21489"/>
                <a:gd name="connsiteX24" fmla="*/ 63233 w 71304"/>
                <a:gd name="connsiteY24" fmla="*/ 12088 h 21489"/>
                <a:gd name="connsiteX25" fmla="*/ 60542 w 71304"/>
                <a:gd name="connsiteY25" fmla="*/ 13431 h 21489"/>
                <a:gd name="connsiteX26" fmla="*/ 57851 w 71304"/>
                <a:gd name="connsiteY26" fmla="*/ 13431 h 21489"/>
                <a:gd name="connsiteX27" fmla="*/ 57851 w 71304"/>
                <a:gd name="connsiteY27" fmla="*/ 10745 h 21489"/>
                <a:gd name="connsiteX28" fmla="*/ 56506 w 71304"/>
                <a:gd name="connsiteY28" fmla="*/ 6715 h 21489"/>
                <a:gd name="connsiteX29" fmla="*/ 53815 w 71304"/>
                <a:gd name="connsiteY29" fmla="*/ 6715 h 21489"/>
                <a:gd name="connsiteX30" fmla="*/ 47088 w 71304"/>
                <a:gd name="connsiteY30" fmla="*/ 6715 h 21489"/>
                <a:gd name="connsiteX31" fmla="*/ 41707 w 71304"/>
                <a:gd name="connsiteY31" fmla="*/ 4029 h 21489"/>
                <a:gd name="connsiteX32" fmla="*/ 34980 w 71304"/>
                <a:gd name="connsiteY32" fmla="*/ 4029 h 21489"/>
                <a:gd name="connsiteX33" fmla="*/ 28253 w 71304"/>
                <a:gd name="connsiteY33" fmla="*/ 8059 h 21489"/>
                <a:gd name="connsiteX34" fmla="*/ 24217 w 71304"/>
                <a:gd name="connsiteY34" fmla="*/ 9402 h 21489"/>
                <a:gd name="connsiteX35" fmla="*/ 20181 w 71304"/>
                <a:gd name="connsiteY35" fmla="*/ 6715 h 21489"/>
                <a:gd name="connsiteX36" fmla="*/ 17490 w 71304"/>
                <a:gd name="connsiteY36" fmla="*/ 5372 h 21489"/>
                <a:gd name="connsiteX37" fmla="*/ 14799 w 71304"/>
                <a:gd name="connsiteY37" fmla="*/ 5372 h 21489"/>
                <a:gd name="connsiteX38" fmla="*/ 16145 w 71304"/>
                <a:gd name="connsiteY38" fmla="*/ 4029 h 21489"/>
                <a:gd name="connsiteX39" fmla="*/ 14799 w 71304"/>
                <a:gd name="connsiteY39" fmla="*/ 0 h 21489"/>
                <a:gd name="connsiteX40" fmla="*/ 10763 w 71304"/>
                <a:gd name="connsiteY40" fmla="*/ 0 h 21489"/>
                <a:gd name="connsiteX41" fmla="*/ 12108 w 71304"/>
                <a:gd name="connsiteY41" fmla="*/ 2686 h 21489"/>
                <a:gd name="connsiteX42" fmla="*/ 13454 w 71304"/>
                <a:gd name="connsiteY42" fmla="*/ 2686 h 21489"/>
                <a:gd name="connsiteX43" fmla="*/ 12108 w 71304"/>
                <a:gd name="connsiteY43" fmla="*/ 4029 h 21489"/>
                <a:gd name="connsiteX44" fmla="*/ 8072 w 71304"/>
                <a:gd name="connsiteY44" fmla="*/ 4029 h 21489"/>
                <a:gd name="connsiteX45" fmla="*/ 6727 w 71304"/>
                <a:gd name="connsiteY45" fmla="*/ 0 h 21489"/>
                <a:gd name="connsiteX46" fmla="*/ 5381 w 71304"/>
                <a:gd name="connsiteY46" fmla="*/ 0 h 21489"/>
                <a:gd name="connsiteX47" fmla="*/ 5381 w 71304"/>
                <a:gd name="connsiteY47" fmla="*/ 2686 h 21489"/>
                <a:gd name="connsiteX48" fmla="*/ 5381 w 71304"/>
                <a:gd name="connsiteY48" fmla="*/ 5372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1304" h="21489">
                  <a:moveTo>
                    <a:pt x="4036" y="5372"/>
                  </a:moveTo>
                  <a:lnTo>
                    <a:pt x="1345" y="2686"/>
                  </a:lnTo>
                  <a:lnTo>
                    <a:pt x="1345" y="6715"/>
                  </a:lnTo>
                  <a:lnTo>
                    <a:pt x="0" y="9402"/>
                  </a:lnTo>
                  <a:lnTo>
                    <a:pt x="0" y="13431"/>
                  </a:lnTo>
                  <a:lnTo>
                    <a:pt x="4036" y="14774"/>
                  </a:lnTo>
                  <a:lnTo>
                    <a:pt x="13454" y="13431"/>
                  </a:lnTo>
                  <a:lnTo>
                    <a:pt x="16145" y="14774"/>
                  </a:lnTo>
                  <a:lnTo>
                    <a:pt x="20181" y="13431"/>
                  </a:lnTo>
                  <a:lnTo>
                    <a:pt x="25562" y="14774"/>
                  </a:lnTo>
                  <a:lnTo>
                    <a:pt x="30943" y="18803"/>
                  </a:lnTo>
                  <a:lnTo>
                    <a:pt x="32289" y="21489"/>
                  </a:lnTo>
                  <a:lnTo>
                    <a:pt x="37670" y="21489"/>
                  </a:lnTo>
                  <a:lnTo>
                    <a:pt x="43052" y="18803"/>
                  </a:lnTo>
                  <a:lnTo>
                    <a:pt x="49779" y="18803"/>
                  </a:lnTo>
                  <a:lnTo>
                    <a:pt x="59196" y="18803"/>
                  </a:lnTo>
                  <a:lnTo>
                    <a:pt x="65923" y="18803"/>
                  </a:lnTo>
                  <a:lnTo>
                    <a:pt x="68614" y="16117"/>
                  </a:lnTo>
                  <a:lnTo>
                    <a:pt x="71305" y="13431"/>
                  </a:lnTo>
                  <a:lnTo>
                    <a:pt x="69960" y="9402"/>
                  </a:lnTo>
                  <a:lnTo>
                    <a:pt x="69960" y="6715"/>
                  </a:lnTo>
                  <a:lnTo>
                    <a:pt x="68614" y="9402"/>
                  </a:lnTo>
                  <a:lnTo>
                    <a:pt x="68614" y="12088"/>
                  </a:lnTo>
                  <a:lnTo>
                    <a:pt x="65923" y="14774"/>
                  </a:lnTo>
                  <a:lnTo>
                    <a:pt x="63233" y="12088"/>
                  </a:lnTo>
                  <a:lnTo>
                    <a:pt x="60542" y="13431"/>
                  </a:lnTo>
                  <a:lnTo>
                    <a:pt x="57851" y="13431"/>
                  </a:lnTo>
                  <a:lnTo>
                    <a:pt x="57851" y="10745"/>
                  </a:lnTo>
                  <a:lnTo>
                    <a:pt x="56506" y="6715"/>
                  </a:lnTo>
                  <a:lnTo>
                    <a:pt x="53815" y="6715"/>
                  </a:lnTo>
                  <a:lnTo>
                    <a:pt x="47088" y="6715"/>
                  </a:lnTo>
                  <a:lnTo>
                    <a:pt x="41707" y="4029"/>
                  </a:lnTo>
                  <a:lnTo>
                    <a:pt x="34980" y="4029"/>
                  </a:lnTo>
                  <a:lnTo>
                    <a:pt x="28253" y="8059"/>
                  </a:lnTo>
                  <a:lnTo>
                    <a:pt x="24217" y="9402"/>
                  </a:lnTo>
                  <a:lnTo>
                    <a:pt x="20181" y="6715"/>
                  </a:lnTo>
                  <a:lnTo>
                    <a:pt x="17490" y="5372"/>
                  </a:lnTo>
                  <a:lnTo>
                    <a:pt x="14799" y="5372"/>
                  </a:lnTo>
                  <a:lnTo>
                    <a:pt x="16145" y="4029"/>
                  </a:lnTo>
                  <a:lnTo>
                    <a:pt x="14799" y="0"/>
                  </a:lnTo>
                  <a:lnTo>
                    <a:pt x="10763" y="0"/>
                  </a:lnTo>
                  <a:lnTo>
                    <a:pt x="12108" y="2686"/>
                  </a:lnTo>
                  <a:lnTo>
                    <a:pt x="13454" y="2686"/>
                  </a:lnTo>
                  <a:lnTo>
                    <a:pt x="12108" y="4029"/>
                  </a:lnTo>
                  <a:lnTo>
                    <a:pt x="8072" y="4029"/>
                  </a:lnTo>
                  <a:lnTo>
                    <a:pt x="6727" y="0"/>
                  </a:lnTo>
                  <a:lnTo>
                    <a:pt x="5381" y="0"/>
                  </a:lnTo>
                  <a:lnTo>
                    <a:pt x="5381" y="2686"/>
                  </a:lnTo>
                  <a:lnTo>
                    <a:pt x="538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3" name="Freeform 632">
              <a:extLst>
                <a:ext uri="{FF2B5EF4-FFF2-40B4-BE49-F238E27FC236}">
                  <a16:creationId xmlns:a16="http://schemas.microsoft.com/office/drawing/2014/main" id="{6DF24BDB-D4F6-B179-FC5F-021CEF70DAD3}"/>
                </a:ext>
              </a:extLst>
            </p:cNvPr>
            <p:cNvSpPr/>
            <p:nvPr/>
          </p:nvSpPr>
          <p:spPr>
            <a:xfrm>
              <a:off x="7823367" y="3542497"/>
              <a:ext cx="13453" cy="13430"/>
            </a:xfrm>
            <a:custGeom>
              <a:avLst/>
              <a:gdLst>
                <a:gd name="connsiteX0" fmla="*/ 6727 w 13453"/>
                <a:gd name="connsiteY0" fmla="*/ 1343 h 13430"/>
                <a:gd name="connsiteX1" fmla="*/ 6727 w 13453"/>
                <a:gd name="connsiteY1" fmla="*/ 6715 h 13430"/>
                <a:gd name="connsiteX2" fmla="*/ 10763 w 13453"/>
                <a:gd name="connsiteY2" fmla="*/ 9401 h 13430"/>
                <a:gd name="connsiteX3" fmla="*/ 13454 w 13453"/>
                <a:gd name="connsiteY3" fmla="*/ 10745 h 13430"/>
                <a:gd name="connsiteX4" fmla="*/ 13454 w 13453"/>
                <a:gd name="connsiteY4" fmla="*/ 12088 h 13430"/>
                <a:gd name="connsiteX5" fmla="*/ 13454 w 13453"/>
                <a:gd name="connsiteY5" fmla="*/ 13431 h 13430"/>
                <a:gd name="connsiteX6" fmla="*/ 8072 w 13453"/>
                <a:gd name="connsiteY6" fmla="*/ 12088 h 13430"/>
                <a:gd name="connsiteX7" fmla="*/ 4036 w 13453"/>
                <a:gd name="connsiteY7" fmla="*/ 6715 h 13430"/>
                <a:gd name="connsiteX8" fmla="*/ 4036 w 13453"/>
                <a:gd name="connsiteY8" fmla="*/ 5372 h 13430"/>
                <a:gd name="connsiteX9" fmla="*/ 1345 w 13453"/>
                <a:gd name="connsiteY9" fmla="*/ 4029 h 13430"/>
                <a:gd name="connsiteX10" fmla="*/ 0 w 13453"/>
                <a:gd name="connsiteY10" fmla="*/ 1343 h 13430"/>
                <a:gd name="connsiteX11" fmla="*/ 5381 w 13453"/>
                <a:gd name="connsiteY11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453" h="13430">
                  <a:moveTo>
                    <a:pt x="6727" y="1343"/>
                  </a:moveTo>
                  <a:lnTo>
                    <a:pt x="6727" y="6715"/>
                  </a:lnTo>
                  <a:lnTo>
                    <a:pt x="10763" y="9401"/>
                  </a:lnTo>
                  <a:lnTo>
                    <a:pt x="13454" y="10745"/>
                  </a:lnTo>
                  <a:lnTo>
                    <a:pt x="13454" y="12088"/>
                  </a:lnTo>
                  <a:lnTo>
                    <a:pt x="13454" y="13431"/>
                  </a:lnTo>
                  <a:lnTo>
                    <a:pt x="8072" y="12088"/>
                  </a:lnTo>
                  <a:lnTo>
                    <a:pt x="4036" y="6715"/>
                  </a:lnTo>
                  <a:lnTo>
                    <a:pt x="4036" y="5372"/>
                  </a:lnTo>
                  <a:lnTo>
                    <a:pt x="1345" y="4029"/>
                  </a:lnTo>
                  <a:lnTo>
                    <a:pt x="0" y="1343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4" name="Freeform 633">
              <a:extLst>
                <a:ext uri="{FF2B5EF4-FFF2-40B4-BE49-F238E27FC236}">
                  <a16:creationId xmlns:a16="http://schemas.microsoft.com/office/drawing/2014/main" id="{CAD9C215-392C-EF71-24EC-78D538DD4D9B}"/>
                </a:ext>
              </a:extLst>
            </p:cNvPr>
            <p:cNvSpPr/>
            <p:nvPr/>
          </p:nvSpPr>
          <p:spPr>
            <a:xfrm>
              <a:off x="7850275" y="3574731"/>
              <a:ext cx="5381" cy="6715"/>
            </a:xfrm>
            <a:custGeom>
              <a:avLst/>
              <a:gdLst>
                <a:gd name="connsiteX0" fmla="*/ 0 w 5381"/>
                <a:gd name="connsiteY0" fmla="*/ 5372 h 6715"/>
                <a:gd name="connsiteX1" fmla="*/ 0 w 5381"/>
                <a:gd name="connsiteY1" fmla="*/ 4029 h 6715"/>
                <a:gd name="connsiteX2" fmla="*/ 2691 w 5381"/>
                <a:gd name="connsiteY2" fmla="*/ 0 h 6715"/>
                <a:gd name="connsiteX3" fmla="*/ 4036 w 5381"/>
                <a:gd name="connsiteY3" fmla="*/ 0 h 6715"/>
                <a:gd name="connsiteX4" fmla="*/ 5381 w 5381"/>
                <a:gd name="connsiteY4" fmla="*/ 4029 h 6715"/>
                <a:gd name="connsiteX5" fmla="*/ 4036 w 5381"/>
                <a:gd name="connsiteY5" fmla="*/ 6715 h 6715"/>
                <a:gd name="connsiteX6" fmla="*/ 1345 w 5381"/>
                <a:gd name="connsiteY6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6715">
                  <a:moveTo>
                    <a:pt x="0" y="5372"/>
                  </a:moveTo>
                  <a:lnTo>
                    <a:pt x="0" y="4029"/>
                  </a:lnTo>
                  <a:lnTo>
                    <a:pt x="2691" y="0"/>
                  </a:lnTo>
                  <a:lnTo>
                    <a:pt x="4036" y="0"/>
                  </a:lnTo>
                  <a:lnTo>
                    <a:pt x="5381" y="4029"/>
                  </a:lnTo>
                  <a:lnTo>
                    <a:pt x="4036" y="6715"/>
                  </a:lnTo>
                  <a:lnTo>
                    <a:pt x="1345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5" name="Freeform 634">
              <a:extLst>
                <a:ext uri="{FF2B5EF4-FFF2-40B4-BE49-F238E27FC236}">
                  <a16:creationId xmlns:a16="http://schemas.microsoft.com/office/drawing/2014/main" id="{443FECA8-ACA8-B4C6-A737-BC5DC895D1C4}"/>
                </a:ext>
              </a:extLst>
            </p:cNvPr>
            <p:cNvSpPr/>
            <p:nvPr/>
          </p:nvSpPr>
          <p:spPr>
            <a:xfrm>
              <a:off x="7846239" y="3582790"/>
              <a:ext cx="13453" cy="17460"/>
            </a:xfrm>
            <a:custGeom>
              <a:avLst/>
              <a:gdLst>
                <a:gd name="connsiteX0" fmla="*/ 5381 w 13453"/>
                <a:gd name="connsiteY0" fmla="*/ 6715 h 17460"/>
                <a:gd name="connsiteX1" fmla="*/ 5381 w 13453"/>
                <a:gd name="connsiteY1" fmla="*/ 0 h 17460"/>
                <a:gd name="connsiteX2" fmla="*/ 8072 w 13453"/>
                <a:gd name="connsiteY2" fmla="*/ 2686 h 17460"/>
                <a:gd name="connsiteX3" fmla="*/ 9417 w 13453"/>
                <a:gd name="connsiteY3" fmla="*/ 5372 h 17460"/>
                <a:gd name="connsiteX4" fmla="*/ 9417 w 13453"/>
                <a:gd name="connsiteY4" fmla="*/ 8059 h 17460"/>
                <a:gd name="connsiteX5" fmla="*/ 10763 w 13453"/>
                <a:gd name="connsiteY5" fmla="*/ 10745 h 17460"/>
                <a:gd name="connsiteX6" fmla="*/ 12108 w 13453"/>
                <a:gd name="connsiteY6" fmla="*/ 13431 h 17460"/>
                <a:gd name="connsiteX7" fmla="*/ 13454 w 13453"/>
                <a:gd name="connsiteY7" fmla="*/ 14774 h 17460"/>
                <a:gd name="connsiteX8" fmla="*/ 10763 w 13453"/>
                <a:gd name="connsiteY8" fmla="*/ 17460 h 17460"/>
                <a:gd name="connsiteX9" fmla="*/ 8072 w 13453"/>
                <a:gd name="connsiteY9" fmla="*/ 14774 h 17460"/>
                <a:gd name="connsiteX10" fmla="*/ 4036 w 13453"/>
                <a:gd name="connsiteY10" fmla="*/ 14774 h 17460"/>
                <a:gd name="connsiteX11" fmla="*/ 4036 w 13453"/>
                <a:gd name="connsiteY11" fmla="*/ 12088 h 17460"/>
                <a:gd name="connsiteX12" fmla="*/ 4036 w 13453"/>
                <a:gd name="connsiteY12" fmla="*/ 10745 h 17460"/>
                <a:gd name="connsiteX13" fmla="*/ 4036 w 13453"/>
                <a:gd name="connsiteY13" fmla="*/ 13431 h 17460"/>
                <a:gd name="connsiteX14" fmla="*/ 2691 w 13453"/>
                <a:gd name="connsiteY14" fmla="*/ 14774 h 17460"/>
                <a:gd name="connsiteX15" fmla="*/ 0 w 13453"/>
                <a:gd name="connsiteY15" fmla="*/ 12088 h 17460"/>
                <a:gd name="connsiteX16" fmla="*/ 0 w 13453"/>
                <a:gd name="connsiteY16" fmla="*/ 6715 h 17460"/>
                <a:gd name="connsiteX17" fmla="*/ 2691 w 13453"/>
                <a:gd name="connsiteY17" fmla="*/ 5372 h 1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53" h="17460">
                  <a:moveTo>
                    <a:pt x="5381" y="6715"/>
                  </a:moveTo>
                  <a:lnTo>
                    <a:pt x="5381" y="0"/>
                  </a:lnTo>
                  <a:lnTo>
                    <a:pt x="8072" y="2686"/>
                  </a:lnTo>
                  <a:lnTo>
                    <a:pt x="9417" y="5372"/>
                  </a:lnTo>
                  <a:lnTo>
                    <a:pt x="9417" y="8059"/>
                  </a:lnTo>
                  <a:lnTo>
                    <a:pt x="10763" y="10745"/>
                  </a:lnTo>
                  <a:lnTo>
                    <a:pt x="12108" y="13431"/>
                  </a:lnTo>
                  <a:lnTo>
                    <a:pt x="13454" y="14774"/>
                  </a:lnTo>
                  <a:lnTo>
                    <a:pt x="10763" y="17460"/>
                  </a:lnTo>
                  <a:lnTo>
                    <a:pt x="8072" y="14774"/>
                  </a:lnTo>
                  <a:lnTo>
                    <a:pt x="4036" y="14774"/>
                  </a:lnTo>
                  <a:lnTo>
                    <a:pt x="4036" y="12088"/>
                  </a:lnTo>
                  <a:lnTo>
                    <a:pt x="4036" y="10745"/>
                  </a:lnTo>
                  <a:lnTo>
                    <a:pt x="4036" y="13431"/>
                  </a:lnTo>
                  <a:lnTo>
                    <a:pt x="2691" y="14774"/>
                  </a:lnTo>
                  <a:lnTo>
                    <a:pt x="0" y="12088"/>
                  </a:lnTo>
                  <a:lnTo>
                    <a:pt x="0" y="6715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6" name="Freeform 635">
              <a:extLst>
                <a:ext uri="{FF2B5EF4-FFF2-40B4-BE49-F238E27FC236}">
                  <a16:creationId xmlns:a16="http://schemas.microsoft.com/office/drawing/2014/main" id="{A8E9A827-1366-ABDF-461C-002DB8F9FBB0}"/>
                </a:ext>
              </a:extLst>
            </p:cNvPr>
            <p:cNvSpPr/>
            <p:nvPr/>
          </p:nvSpPr>
          <p:spPr>
            <a:xfrm>
              <a:off x="7852966" y="3602936"/>
              <a:ext cx="9417" cy="8058"/>
            </a:xfrm>
            <a:custGeom>
              <a:avLst/>
              <a:gdLst>
                <a:gd name="connsiteX0" fmla="*/ 8072 w 9417"/>
                <a:gd name="connsiteY0" fmla="*/ 4029 h 8058"/>
                <a:gd name="connsiteX1" fmla="*/ 9417 w 9417"/>
                <a:gd name="connsiteY1" fmla="*/ 6715 h 8058"/>
                <a:gd name="connsiteX2" fmla="*/ 6727 w 9417"/>
                <a:gd name="connsiteY2" fmla="*/ 6715 h 8058"/>
                <a:gd name="connsiteX3" fmla="*/ 5381 w 9417"/>
                <a:gd name="connsiteY3" fmla="*/ 8059 h 8058"/>
                <a:gd name="connsiteX4" fmla="*/ 2691 w 9417"/>
                <a:gd name="connsiteY4" fmla="*/ 6715 h 8058"/>
                <a:gd name="connsiteX5" fmla="*/ 0 w 9417"/>
                <a:gd name="connsiteY5" fmla="*/ 4029 h 8058"/>
                <a:gd name="connsiteX6" fmla="*/ 0 w 9417"/>
                <a:gd name="connsiteY6" fmla="*/ 1343 h 8058"/>
                <a:gd name="connsiteX7" fmla="*/ 2691 w 9417"/>
                <a:gd name="connsiteY7" fmla="*/ 0 h 8058"/>
                <a:gd name="connsiteX8" fmla="*/ 5381 w 9417"/>
                <a:gd name="connsiteY8" fmla="*/ 1343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17" h="8058">
                  <a:moveTo>
                    <a:pt x="8072" y="4029"/>
                  </a:moveTo>
                  <a:lnTo>
                    <a:pt x="9417" y="6715"/>
                  </a:lnTo>
                  <a:lnTo>
                    <a:pt x="6727" y="6715"/>
                  </a:lnTo>
                  <a:lnTo>
                    <a:pt x="5381" y="8059"/>
                  </a:lnTo>
                  <a:lnTo>
                    <a:pt x="2691" y="6715"/>
                  </a:lnTo>
                  <a:lnTo>
                    <a:pt x="0" y="4029"/>
                  </a:lnTo>
                  <a:lnTo>
                    <a:pt x="0" y="1343"/>
                  </a:lnTo>
                  <a:lnTo>
                    <a:pt x="2691" y="0"/>
                  </a:lnTo>
                  <a:lnTo>
                    <a:pt x="538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7" name="Freeform 636">
              <a:extLst>
                <a:ext uri="{FF2B5EF4-FFF2-40B4-BE49-F238E27FC236}">
                  <a16:creationId xmlns:a16="http://schemas.microsoft.com/office/drawing/2014/main" id="{5C094078-77E9-05EB-FD8D-3F8A2EF93495}"/>
                </a:ext>
              </a:extLst>
            </p:cNvPr>
            <p:cNvSpPr/>
            <p:nvPr/>
          </p:nvSpPr>
          <p:spPr>
            <a:xfrm>
              <a:off x="8021138" y="3660688"/>
              <a:ext cx="1345" cy="4029"/>
            </a:xfrm>
            <a:custGeom>
              <a:avLst/>
              <a:gdLst>
                <a:gd name="connsiteX0" fmla="*/ 1345 w 1345"/>
                <a:gd name="connsiteY0" fmla="*/ 4029 h 4029"/>
                <a:gd name="connsiteX1" fmla="*/ 0 w 1345"/>
                <a:gd name="connsiteY1" fmla="*/ 2686 h 4029"/>
                <a:gd name="connsiteX2" fmla="*/ 1345 w 1345"/>
                <a:gd name="connsiteY2" fmla="*/ 0 h 4029"/>
                <a:gd name="connsiteX3" fmla="*/ 1345 w 1345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" h="4029">
                  <a:moveTo>
                    <a:pt x="1345" y="4029"/>
                  </a:moveTo>
                  <a:lnTo>
                    <a:pt x="0" y="2686"/>
                  </a:lnTo>
                  <a:lnTo>
                    <a:pt x="1345" y="0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8" name="Freeform 637">
              <a:extLst>
                <a:ext uri="{FF2B5EF4-FFF2-40B4-BE49-F238E27FC236}">
                  <a16:creationId xmlns:a16="http://schemas.microsoft.com/office/drawing/2014/main" id="{CA3FE6CD-E628-3424-B9D1-3528354984C7}"/>
                </a:ext>
              </a:extLst>
            </p:cNvPr>
            <p:cNvSpPr/>
            <p:nvPr/>
          </p:nvSpPr>
          <p:spPr>
            <a:xfrm>
              <a:off x="8018447" y="3666060"/>
              <a:ext cx="6726" cy="12087"/>
            </a:xfrm>
            <a:custGeom>
              <a:avLst/>
              <a:gdLst>
                <a:gd name="connsiteX0" fmla="*/ 2691 w 6726"/>
                <a:gd name="connsiteY0" fmla="*/ 12088 h 12087"/>
                <a:gd name="connsiteX1" fmla="*/ 1345 w 6726"/>
                <a:gd name="connsiteY1" fmla="*/ 6715 h 12087"/>
                <a:gd name="connsiteX2" fmla="*/ 0 w 6726"/>
                <a:gd name="connsiteY2" fmla="*/ 2686 h 12087"/>
                <a:gd name="connsiteX3" fmla="*/ 2691 w 6726"/>
                <a:gd name="connsiteY3" fmla="*/ 0 h 12087"/>
                <a:gd name="connsiteX4" fmla="*/ 4036 w 6726"/>
                <a:gd name="connsiteY4" fmla="*/ 2686 h 12087"/>
                <a:gd name="connsiteX5" fmla="*/ 6727 w 6726"/>
                <a:gd name="connsiteY5" fmla="*/ 5372 h 12087"/>
                <a:gd name="connsiteX6" fmla="*/ 4036 w 6726"/>
                <a:gd name="connsiteY6" fmla="*/ 10745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12087">
                  <a:moveTo>
                    <a:pt x="2691" y="12088"/>
                  </a:moveTo>
                  <a:lnTo>
                    <a:pt x="1345" y="6715"/>
                  </a:lnTo>
                  <a:lnTo>
                    <a:pt x="0" y="2686"/>
                  </a:lnTo>
                  <a:lnTo>
                    <a:pt x="2691" y="0"/>
                  </a:lnTo>
                  <a:lnTo>
                    <a:pt x="4036" y="2686"/>
                  </a:lnTo>
                  <a:lnTo>
                    <a:pt x="6727" y="5372"/>
                  </a:lnTo>
                  <a:lnTo>
                    <a:pt x="4036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9" name="Freeform 638">
              <a:extLst>
                <a:ext uri="{FF2B5EF4-FFF2-40B4-BE49-F238E27FC236}">
                  <a16:creationId xmlns:a16="http://schemas.microsoft.com/office/drawing/2014/main" id="{527E50C7-B5B8-27A2-B563-4DBA55F59795}"/>
                </a:ext>
              </a:extLst>
            </p:cNvPr>
            <p:cNvSpPr/>
            <p:nvPr/>
          </p:nvSpPr>
          <p:spPr>
            <a:xfrm>
              <a:off x="8033246" y="3644571"/>
              <a:ext cx="16144" cy="17459"/>
            </a:xfrm>
            <a:custGeom>
              <a:avLst/>
              <a:gdLst>
                <a:gd name="connsiteX0" fmla="*/ 1345 w 16144"/>
                <a:gd name="connsiteY0" fmla="*/ 17460 h 17459"/>
                <a:gd name="connsiteX1" fmla="*/ 0 w 16144"/>
                <a:gd name="connsiteY1" fmla="*/ 16117 h 17459"/>
                <a:gd name="connsiteX2" fmla="*/ 1345 w 16144"/>
                <a:gd name="connsiteY2" fmla="*/ 13431 h 17459"/>
                <a:gd name="connsiteX3" fmla="*/ 0 w 16144"/>
                <a:gd name="connsiteY3" fmla="*/ 12088 h 17459"/>
                <a:gd name="connsiteX4" fmla="*/ 1345 w 16144"/>
                <a:gd name="connsiteY4" fmla="*/ 9401 h 17459"/>
                <a:gd name="connsiteX5" fmla="*/ 6727 w 16144"/>
                <a:gd name="connsiteY5" fmla="*/ 4029 h 17459"/>
                <a:gd name="connsiteX6" fmla="*/ 12108 w 16144"/>
                <a:gd name="connsiteY6" fmla="*/ 2686 h 17459"/>
                <a:gd name="connsiteX7" fmla="*/ 16144 w 16144"/>
                <a:gd name="connsiteY7" fmla="*/ 0 h 17459"/>
                <a:gd name="connsiteX8" fmla="*/ 16144 w 16144"/>
                <a:gd name="connsiteY8" fmla="*/ 4029 h 17459"/>
                <a:gd name="connsiteX9" fmla="*/ 13454 w 16144"/>
                <a:gd name="connsiteY9" fmla="*/ 4029 h 17459"/>
                <a:gd name="connsiteX10" fmla="*/ 12108 w 16144"/>
                <a:gd name="connsiteY10" fmla="*/ 8058 h 17459"/>
                <a:gd name="connsiteX11" fmla="*/ 10763 w 16144"/>
                <a:gd name="connsiteY11" fmla="*/ 9401 h 17459"/>
                <a:gd name="connsiteX12" fmla="*/ 12108 w 16144"/>
                <a:gd name="connsiteY12" fmla="*/ 12088 h 17459"/>
                <a:gd name="connsiteX13" fmla="*/ 9417 w 16144"/>
                <a:gd name="connsiteY13" fmla="*/ 12088 h 17459"/>
                <a:gd name="connsiteX14" fmla="*/ 6727 w 16144"/>
                <a:gd name="connsiteY14" fmla="*/ 14774 h 17459"/>
                <a:gd name="connsiteX15" fmla="*/ 4036 w 16144"/>
                <a:gd name="connsiteY15" fmla="*/ 17460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144" h="17459">
                  <a:moveTo>
                    <a:pt x="1345" y="17460"/>
                  </a:moveTo>
                  <a:lnTo>
                    <a:pt x="0" y="16117"/>
                  </a:lnTo>
                  <a:lnTo>
                    <a:pt x="1345" y="13431"/>
                  </a:lnTo>
                  <a:lnTo>
                    <a:pt x="0" y="12088"/>
                  </a:lnTo>
                  <a:lnTo>
                    <a:pt x="1345" y="9401"/>
                  </a:lnTo>
                  <a:lnTo>
                    <a:pt x="6727" y="4029"/>
                  </a:lnTo>
                  <a:lnTo>
                    <a:pt x="12108" y="2686"/>
                  </a:lnTo>
                  <a:lnTo>
                    <a:pt x="16144" y="0"/>
                  </a:lnTo>
                  <a:lnTo>
                    <a:pt x="16144" y="4029"/>
                  </a:lnTo>
                  <a:lnTo>
                    <a:pt x="13454" y="4029"/>
                  </a:lnTo>
                  <a:lnTo>
                    <a:pt x="12108" y="8058"/>
                  </a:lnTo>
                  <a:lnTo>
                    <a:pt x="10763" y="9401"/>
                  </a:lnTo>
                  <a:lnTo>
                    <a:pt x="12108" y="12088"/>
                  </a:lnTo>
                  <a:lnTo>
                    <a:pt x="9417" y="12088"/>
                  </a:lnTo>
                  <a:lnTo>
                    <a:pt x="6727" y="14774"/>
                  </a:lnTo>
                  <a:lnTo>
                    <a:pt x="4036" y="1746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0" name="Freeform 639">
              <a:extLst>
                <a:ext uri="{FF2B5EF4-FFF2-40B4-BE49-F238E27FC236}">
                  <a16:creationId xmlns:a16="http://schemas.microsoft.com/office/drawing/2014/main" id="{2652A804-1AA5-58B0-E982-3BC9EF1A4844}"/>
                </a:ext>
              </a:extLst>
            </p:cNvPr>
            <p:cNvSpPr/>
            <p:nvPr/>
          </p:nvSpPr>
          <p:spPr>
            <a:xfrm>
              <a:off x="7996921" y="3640542"/>
              <a:ext cx="6726" cy="4029"/>
            </a:xfrm>
            <a:custGeom>
              <a:avLst/>
              <a:gdLst>
                <a:gd name="connsiteX0" fmla="*/ 2691 w 6726"/>
                <a:gd name="connsiteY0" fmla="*/ 4029 h 4029"/>
                <a:gd name="connsiteX1" fmla="*/ 0 w 6726"/>
                <a:gd name="connsiteY1" fmla="*/ 2686 h 4029"/>
                <a:gd name="connsiteX2" fmla="*/ 1345 w 6726"/>
                <a:gd name="connsiteY2" fmla="*/ 1343 h 4029"/>
                <a:gd name="connsiteX3" fmla="*/ 5381 w 6726"/>
                <a:gd name="connsiteY3" fmla="*/ 0 h 4029"/>
                <a:gd name="connsiteX4" fmla="*/ 6727 w 6726"/>
                <a:gd name="connsiteY4" fmla="*/ 1343 h 4029"/>
                <a:gd name="connsiteX5" fmla="*/ 5381 w 6726"/>
                <a:gd name="connsiteY5" fmla="*/ 4029 h 4029"/>
                <a:gd name="connsiteX6" fmla="*/ 2691 w 6726"/>
                <a:gd name="connsiteY6" fmla="*/ 4029 h 4029"/>
                <a:gd name="connsiteX7" fmla="*/ 2691 w 6726"/>
                <a:gd name="connsiteY7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4029">
                  <a:moveTo>
                    <a:pt x="2691" y="4029"/>
                  </a:moveTo>
                  <a:lnTo>
                    <a:pt x="0" y="2686"/>
                  </a:lnTo>
                  <a:lnTo>
                    <a:pt x="1345" y="1343"/>
                  </a:lnTo>
                  <a:lnTo>
                    <a:pt x="5381" y="0"/>
                  </a:lnTo>
                  <a:lnTo>
                    <a:pt x="6727" y="1343"/>
                  </a:lnTo>
                  <a:lnTo>
                    <a:pt x="5381" y="4029"/>
                  </a:lnTo>
                  <a:cubicBezTo>
                    <a:pt x="6727" y="2686"/>
                    <a:pt x="2691" y="4029"/>
                    <a:pt x="2691" y="4029"/>
                  </a:cubicBez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1" name="Freeform 640">
              <a:extLst>
                <a:ext uri="{FF2B5EF4-FFF2-40B4-BE49-F238E27FC236}">
                  <a16:creationId xmlns:a16="http://schemas.microsoft.com/office/drawing/2014/main" id="{1EBADC3D-4E6D-28D9-329F-838E9FAC6E5D}"/>
                </a:ext>
              </a:extLst>
            </p:cNvPr>
            <p:cNvSpPr/>
            <p:nvPr/>
          </p:nvSpPr>
          <p:spPr>
            <a:xfrm>
              <a:off x="7998266" y="3604279"/>
              <a:ext cx="14799" cy="6715"/>
            </a:xfrm>
            <a:custGeom>
              <a:avLst/>
              <a:gdLst>
                <a:gd name="connsiteX0" fmla="*/ 1345 w 14799"/>
                <a:gd name="connsiteY0" fmla="*/ 4029 h 6715"/>
                <a:gd name="connsiteX1" fmla="*/ 5381 w 14799"/>
                <a:gd name="connsiteY1" fmla="*/ 0 h 6715"/>
                <a:gd name="connsiteX2" fmla="*/ 8072 w 14799"/>
                <a:gd name="connsiteY2" fmla="*/ 1343 h 6715"/>
                <a:gd name="connsiteX3" fmla="*/ 12108 w 14799"/>
                <a:gd name="connsiteY3" fmla="*/ 4029 h 6715"/>
                <a:gd name="connsiteX4" fmla="*/ 12108 w 14799"/>
                <a:gd name="connsiteY4" fmla="*/ 2686 h 6715"/>
                <a:gd name="connsiteX5" fmla="*/ 13454 w 14799"/>
                <a:gd name="connsiteY5" fmla="*/ 2686 h 6715"/>
                <a:gd name="connsiteX6" fmla="*/ 14799 w 14799"/>
                <a:gd name="connsiteY6" fmla="*/ 4029 h 6715"/>
                <a:gd name="connsiteX7" fmla="*/ 12108 w 14799"/>
                <a:gd name="connsiteY7" fmla="*/ 5372 h 6715"/>
                <a:gd name="connsiteX8" fmla="*/ 10763 w 14799"/>
                <a:gd name="connsiteY8" fmla="*/ 6715 h 6715"/>
                <a:gd name="connsiteX9" fmla="*/ 8072 w 14799"/>
                <a:gd name="connsiteY9" fmla="*/ 6715 h 6715"/>
                <a:gd name="connsiteX10" fmla="*/ 5381 w 14799"/>
                <a:gd name="connsiteY10" fmla="*/ 5372 h 6715"/>
                <a:gd name="connsiteX11" fmla="*/ 2691 w 14799"/>
                <a:gd name="connsiteY11" fmla="*/ 5372 h 6715"/>
                <a:gd name="connsiteX12" fmla="*/ 0 w 14799"/>
                <a:gd name="connsiteY12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99" h="6715">
                  <a:moveTo>
                    <a:pt x="1345" y="4029"/>
                  </a:moveTo>
                  <a:lnTo>
                    <a:pt x="5381" y="0"/>
                  </a:lnTo>
                  <a:lnTo>
                    <a:pt x="8072" y="1343"/>
                  </a:lnTo>
                  <a:lnTo>
                    <a:pt x="12108" y="4029"/>
                  </a:lnTo>
                  <a:lnTo>
                    <a:pt x="12108" y="2686"/>
                  </a:lnTo>
                  <a:lnTo>
                    <a:pt x="13454" y="2686"/>
                  </a:lnTo>
                  <a:lnTo>
                    <a:pt x="14799" y="4029"/>
                  </a:lnTo>
                  <a:lnTo>
                    <a:pt x="12108" y="5372"/>
                  </a:lnTo>
                  <a:lnTo>
                    <a:pt x="10763" y="6715"/>
                  </a:lnTo>
                  <a:lnTo>
                    <a:pt x="8072" y="6715"/>
                  </a:lnTo>
                  <a:lnTo>
                    <a:pt x="5381" y="5372"/>
                  </a:lnTo>
                  <a:lnTo>
                    <a:pt x="2691" y="5372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2" name="Freeform 641">
              <a:extLst>
                <a:ext uri="{FF2B5EF4-FFF2-40B4-BE49-F238E27FC236}">
                  <a16:creationId xmlns:a16="http://schemas.microsoft.com/office/drawing/2014/main" id="{A1CBC14C-A076-3E57-2E95-852E1201DA40}"/>
                </a:ext>
              </a:extLst>
            </p:cNvPr>
            <p:cNvSpPr/>
            <p:nvPr/>
          </p:nvSpPr>
          <p:spPr>
            <a:xfrm>
              <a:off x="7983467" y="3578760"/>
              <a:ext cx="8072" cy="14773"/>
            </a:xfrm>
            <a:custGeom>
              <a:avLst/>
              <a:gdLst>
                <a:gd name="connsiteX0" fmla="*/ 8072 w 8072"/>
                <a:gd name="connsiteY0" fmla="*/ 2686 h 14773"/>
                <a:gd name="connsiteX1" fmla="*/ 8072 w 8072"/>
                <a:gd name="connsiteY1" fmla="*/ 8059 h 14773"/>
                <a:gd name="connsiteX2" fmla="*/ 8072 w 8072"/>
                <a:gd name="connsiteY2" fmla="*/ 12088 h 14773"/>
                <a:gd name="connsiteX3" fmla="*/ 4036 w 8072"/>
                <a:gd name="connsiteY3" fmla="*/ 14774 h 14773"/>
                <a:gd name="connsiteX4" fmla="*/ 1345 w 8072"/>
                <a:gd name="connsiteY4" fmla="*/ 12088 h 14773"/>
                <a:gd name="connsiteX5" fmla="*/ 1345 w 8072"/>
                <a:gd name="connsiteY5" fmla="*/ 10745 h 14773"/>
                <a:gd name="connsiteX6" fmla="*/ 2691 w 8072"/>
                <a:gd name="connsiteY6" fmla="*/ 9401 h 14773"/>
                <a:gd name="connsiteX7" fmla="*/ 2691 w 8072"/>
                <a:gd name="connsiteY7" fmla="*/ 5372 h 14773"/>
                <a:gd name="connsiteX8" fmla="*/ 0 w 8072"/>
                <a:gd name="connsiteY8" fmla="*/ 2686 h 14773"/>
                <a:gd name="connsiteX9" fmla="*/ 0 w 8072"/>
                <a:gd name="connsiteY9" fmla="*/ 1343 h 14773"/>
                <a:gd name="connsiteX10" fmla="*/ 2691 w 8072"/>
                <a:gd name="connsiteY10" fmla="*/ 0 h 14773"/>
                <a:gd name="connsiteX11" fmla="*/ 6727 w 8072"/>
                <a:gd name="connsiteY11" fmla="*/ 1343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72" h="14773">
                  <a:moveTo>
                    <a:pt x="8072" y="2686"/>
                  </a:moveTo>
                  <a:lnTo>
                    <a:pt x="8072" y="8059"/>
                  </a:lnTo>
                  <a:lnTo>
                    <a:pt x="8072" y="12088"/>
                  </a:lnTo>
                  <a:lnTo>
                    <a:pt x="4036" y="14774"/>
                  </a:lnTo>
                  <a:lnTo>
                    <a:pt x="1345" y="12088"/>
                  </a:lnTo>
                  <a:lnTo>
                    <a:pt x="1345" y="10745"/>
                  </a:lnTo>
                  <a:lnTo>
                    <a:pt x="2691" y="9401"/>
                  </a:lnTo>
                  <a:lnTo>
                    <a:pt x="2691" y="5372"/>
                  </a:lnTo>
                  <a:lnTo>
                    <a:pt x="0" y="2686"/>
                  </a:lnTo>
                  <a:lnTo>
                    <a:pt x="0" y="1343"/>
                  </a:lnTo>
                  <a:lnTo>
                    <a:pt x="2691" y="0"/>
                  </a:lnTo>
                  <a:lnTo>
                    <a:pt x="6727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3" name="Freeform 642">
              <a:extLst>
                <a:ext uri="{FF2B5EF4-FFF2-40B4-BE49-F238E27FC236}">
                  <a16:creationId xmlns:a16="http://schemas.microsoft.com/office/drawing/2014/main" id="{74393AC4-9B58-AB5E-7FB5-BF65000DF98E}"/>
                </a:ext>
              </a:extLst>
            </p:cNvPr>
            <p:cNvSpPr/>
            <p:nvPr/>
          </p:nvSpPr>
          <p:spPr>
            <a:xfrm>
              <a:off x="7979431" y="3554585"/>
              <a:ext cx="18835" cy="13430"/>
            </a:xfrm>
            <a:custGeom>
              <a:avLst/>
              <a:gdLst>
                <a:gd name="connsiteX0" fmla="*/ 4036 w 18835"/>
                <a:gd name="connsiteY0" fmla="*/ 10745 h 13430"/>
                <a:gd name="connsiteX1" fmla="*/ 0 w 18835"/>
                <a:gd name="connsiteY1" fmla="*/ 8059 h 13430"/>
                <a:gd name="connsiteX2" fmla="*/ 2691 w 18835"/>
                <a:gd name="connsiteY2" fmla="*/ 4029 h 13430"/>
                <a:gd name="connsiteX3" fmla="*/ 8072 w 18835"/>
                <a:gd name="connsiteY3" fmla="*/ 2686 h 13430"/>
                <a:gd name="connsiteX4" fmla="*/ 12108 w 18835"/>
                <a:gd name="connsiteY4" fmla="*/ 0 h 13430"/>
                <a:gd name="connsiteX5" fmla="*/ 17490 w 18835"/>
                <a:gd name="connsiteY5" fmla="*/ 0 h 13430"/>
                <a:gd name="connsiteX6" fmla="*/ 17490 w 18835"/>
                <a:gd name="connsiteY6" fmla="*/ 1343 h 13430"/>
                <a:gd name="connsiteX7" fmla="*/ 16144 w 18835"/>
                <a:gd name="connsiteY7" fmla="*/ 4029 h 13430"/>
                <a:gd name="connsiteX8" fmla="*/ 17490 w 18835"/>
                <a:gd name="connsiteY8" fmla="*/ 4029 h 13430"/>
                <a:gd name="connsiteX9" fmla="*/ 18835 w 18835"/>
                <a:gd name="connsiteY9" fmla="*/ 8059 h 13430"/>
                <a:gd name="connsiteX10" fmla="*/ 18835 w 18835"/>
                <a:gd name="connsiteY10" fmla="*/ 13431 h 13430"/>
                <a:gd name="connsiteX11" fmla="*/ 13454 w 18835"/>
                <a:gd name="connsiteY11" fmla="*/ 13431 h 13430"/>
                <a:gd name="connsiteX12" fmla="*/ 9417 w 18835"/>
                <a:gd name="connsiteY12" fmla="*/ 12088 h 13430"/>
                <a:gd name="connsiteX13" fmla="*/ 12108 w 18835"/>
                <a:gd name="connsiteY13" fmla="*/ 9402 h 13430"/>
                <a:gd name="connsiteX14" fmla="*/ 13454 w 18835"/>
                <a:gd name="connsiteY14" fmla="*/ 8059 h 13430"/>
                <a:gd name="connsiteX15" fmla="*/ 13454 w 18835"/>
                <a:gd name="connsiteY15" fmla="*/ 4029 h 13430"/>
                <a:gd name="connsiteX16" fmla="*/ 10763 w 18835"/>
                <a:gd name="connsiteY16" fmla="*/ 5372 h 13430"/>
                <a:gd name="connsiteX17" fmla="*/ 9417 w 18835"/>
                <a:gd name="connsiteY17" fmla="*/ 8059 h 13430"/>
                <a:gd name="connsiteX18" fmla="*/ 8072 w 18835"/>
                <a:gd name="connsiteY18" fmla="*/ 10745 h 13430"/>
                <a:gd name="connsiteX19" fmla="*/ 5381 w 18835"/>
                <a:gd name="connsiteY19" fmla="*/ 12088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835" h="13430">
                  <a:moveTo>
                    <a:pt x="4036" y="10745"/>
                  </a:moveTo>
                  <a:lnTo>
                    <a:pt x="0" y="8059"/>
                  </a:lnTo>
                  <a:lnTo>
                    <a:pt x="2691" y="4029"/>
                  </a:lnTo>
                  <a:lnTo>
                    <a:pt x="8072" y="2686"/>
                  </a:lnTo>
                  <a:lnTo>
                    <a:pt x="12108" y="0"/>
                  </a:lnTo>
                  <a:lnTo>
                    <a:pt x="17490" y="0"/>
                  </a:lnTo>
                  <a:lnTo>
                    <a:pt x="17490" y="1343"/>
                  </a:lnTo>
                  <a:lnTo>
                    <a:pt x="16144" y="4029"/>
                  </a:lnTo>
                  <a:lnTo>
                    <a:pt x="17490" y="4029"/>
                  </a:lnTo>
                  <a:lnTo>
                    <a:pt x="18835" y="8059"/>
                  </a:lnTo>
                  <a:lnTo>
                    <a:pt x="18835" y="13431"/>
                  </a:lnTo>
                  <a:lnTo>
                    <a:pt x="13454" y="13431"/>
                  </a:lnTo>
                  <a:lnTo>
                    <a:pt x="9417" y="12088"/>
                  </a:lnTo>
                  <a:lnTo>
                    <a:pt x="12108" y="9402"/>
                  </a:lnTo>
                  <a:lnTo>
                    <a:pt x="13454" y="8059"/>
                  </a:lnTo>
                  <a:lnTo>
                    <a:pt x="13454" y="4029"/>
                  </a:lnTo>
                  <a:lnTo>
                    <a:pt x="10763" y="5372"/>
                  </a:lnTo>
                  <a:lnTo>
                    <a:pt x="9417" y="8059"/>
                  </a:lnTo>
                  <a:lnTo>
                    <a:pt x="8072" y="10745"/>
                  </a:lnTo>
                  <a:lnTo>
                    <a:pt x="5381" y="120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4" name="Freeform 643">
              <a:extLst>
                <a:ext uri="{FF2B5EF4-FFF2-40B4-BE49-F238E27FC236}">
                  <a16:creationId xmlns:a16="http://schemas.microsoft.com/office/drawing/2014/main" id="{51C5D039-439D-3103-50FB-8DEE5169C5C2}"/>
                </a:ext>
              </a:extLst>
            </p:cNvPr>
            <p:cNvSpPr/>
            <p:nvPr/>
          </p:nvSpPr>
          <p:spPr>
            <a:xfrm>
              <a:off x="7971359" y="3516979"/>
              <a:ext cx="6726" cy="4029"/>
            </a:xfrm>
            <a:custGeom>
              <a:avLst/>
              <a:gdLst>
                <a:gd name="connsiteX0" fmla="*/ 0 w 6726"/>
                <a:gd name="connsiteY0" fmla="*/ 1343 h 4029"/>
                <a:gd name="connsiteX1" fmla="*/ 0 w 6726"/>
                <a:gd name="connsiteY1" fmla="*/ 0 h 4029"/>
                <a:gd name="connsiteX2" fmla="*/ 4036 w 6726"/>
                <a:gd name="connsiteY2" fmla="*/ 0 h 4029"/>
                <a:gd name="connsiteX3" fmla="*/ 6727 w 6726"/>
                <a:gd name="connsiteY3" fmla="*/ 0 h 4029"/>
                <a:gd name="connsiteX4" fmla="*/ 6727 w 6726"/>
                <a:gd name="connsiteY4" fmla="*/ 2686 h 4029"/>
                <a:gd name="connsiteX5" fmla="*/ 4036 w 6726"/>
                <a:gd name="connsiteY5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4029">
                  <a:moveTo>
                    <a:pt x="0" y="1343"/>
                  </a:moveTo>
                  <a:lnTo>
                    <a:pt x="0" y="0"/>
                  </a:lnTo>
                  <a:lnTo>
                    <a:pt x="4036" y="0"/>
                  </a:lnTo>
                  <a:lnTo>
                    <a:pt x="6727" y="0"/>
                  </a:lnTo>
                  <a:lnTo>
                    <a:pt x="6727" y="2686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5" name="Freeform 644">
              <a:extLst>
                <a:ext uri="{FF2B5EF4-FFF2-40B4-BE49-F238E27FC236}">
                  <a16:creationId xmlns:a16="http://schemas.microsoft.com/office/drawing/2014/main" id="{B34C23B3-2D52-A214-972E-990C4D6E58FC}"/>
                </a:ext>
              </a:extLst>
            </p:cNvPr>
            <p:cNvSpPr/>
            <p:nvPr/>
          </p:nvSpPr>
          <p:spPr>
            <a:xfrm>
              <a:off x="7957905" y="3530410"/>
              <a:ext cx="13453" cy="10744"/>
            </a:xfrm>
            <a:custGeom>
              <a:avLst/>
              <a:gdLst>
                <a:gd name="connsiteX0" fmla="*/ 1345 w 13453"/>
                <a:gd name="connsiteY0" fmla="*/ 1343 h 10744"/>
                <a:gd name="connsiteX1" fmla="*/ 5381 w 13453"/>
                <a:gd name="connsiteY1" fmla="*/ 1343 h 10744"/>
                <a:gd name="connsiteX2" fmla="*/ 8072 w 13453"/>
                <a:gd name="connsiteY2" fmla="*/ 2686 h 10744"/>
                <a:gd name="connsiteX3" fmla="*/ 10763 w 13453"/>
                <a:gd name="connsiteY3" fmla="*/ 0 h 10744"/>
                <a:gd name="connsiteX4" fmla="*/ 13454 w 13453"/>
                <a:gd name="connsiteY4" fmla="*/ 1343 h 10744"/>
                <a:gd name="connsiteX5" fmla="*/ 9418 w 13453"/>
                <a:gd name="connsiteY5" fmla="*/ 5372 h 10744"/>
                <a:gd name="connsiteX6" fmla="*/ 9418 w 13453"/>
                <a:gd name="connsiteY6" fmla="*/ 10744 h 10744"/>
                <a:gd name="connsiteX7" fmla="*/ 5381 w 13453"/>
                <a:gd name="connsiteY7" fmla="*/ 9401 h 10744"/>
                <a:gd name="connsiteX8" fmla="*/ 4036 w 13453"/>
                <a:gd name="connsiteY8" fmla="*/ 9401 h 10744"/>
                <a:gd name="connsiteX9" fmla="*/ 1345 w 13453"/>
                <a:gd name="connsiteY9" fmla="*/ 8058 h 10744"/>
                <a:gd name="connsiteX10" fmla="*/ 0 w 13453"/>
                <a:gd name="connsiteY10" fmla="*/ 4029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3" h="10744">
                  <a:moveTo>
                    <a:pt x="1345" y="1343"/>
                  </a:moveTo>
                  <a:lnTo>
                    <a:pt x="5381" y="1343"/>
                  </a:lnTo>
                  <a:lnTo>
                    <a:pt x="8072" y="2686"/>
                  </a:lnTo>
                  <a:lnTo>
                    <a:pt x="10763" y="0"/>
                  </a:lnTo>
                  <a:lnTo>
                    <a:pt x="13454" y="1343"/>
                  </a:lnTo>
                  <a:lnTo>
                    <a:pt x="9418" y="5372"/>
                  </a:lnTo>
                  <a:lnTo>
                    <a:pt x="9418" y="10744"/>
                  </a:lnTo>
                  <a:lnTo>
                    <a:pt x="5381" y="9401"/>
                  </a:lnTo>
                  <a:lnTo>
                    <a:pt x="4036" y="9401"/>
                  </a:lnTo>
                  <a:lnTo>
                    <a:pt x="1345" y="8058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6" name="Freeform 645">
              <a:extLst>
                <a:ext uri="{FF2B5EF4-FFF2-40B4-BE49-F238E27FC236}">
                  <a16:creationId xmlns:a16="http://schemas.microsoft.com/office/drawing/2014/main" id="{05B58A45-D205-BBBA-911E-3C7C01919FC4}"/>
                </a:ext>
              </a:extLst>
            </p:cNvPr>
            <p:cNvSpPr/>
            <p:nvPr/>
          </p:nvSpPr>
          <p:spPr>
            <a:xfrm>
              <a:off x="7945796" y="3508920"/>
              <a:ext cx="6726" cy="6715"/>
            </a:xfrm>
            <a:custGeom>
              <a:avLst/>
              <a:gdLst>
                <a:gd name="connsiteX0" fmla="*/ 1345 w 6726"/>
                <a:gd name="connsiteY0" fmla="*/ 1343 h 6715"/>
                <a:gd name="connsiteX1" fmla="*/ 2691 w 6726"/>
                <a:gd name="connsiteY1" fmla="*/ 0 h 6715"/>
                <a:gd name="connsiteX2" fmla="*/ 6727 w 6726"/>
                <a:gd name="connsiteY2" fmla="*/ 1343 h 6715"/>
                <a:gd name="connsiteX3" fmla="*/ 6727 w 6726"/>
                <a:gd name="connsiteY3" fmla="*/ 5372 h 6715"/>
                <a:gd name="connsiteX4" fmla="*/ 4036 w 6726"/>
                <a:gd name="connsiteY4" fmla="*/ 6715 h 6715"/>
                <a:gd name="connsiteX5" fmla="*/ 2691 w 6726"/>
                <a:gd name="connsiteY5" fmla="*/ 5372 h 6715"/>
                <a:gd name="connsiteX6" fmla="*/ 0 w 6726"/>
                <a:gd name="connsiteY6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6715">
                  <a:moveTo>
                    <a:pt x="1345" y="1343"/>
                  </a:moveTo>
                  <a:lnTo>
                    <a:pt x="2691" y="0"/>
                  </a:lnTo>
                  <a:lnTo>
                    <a:pt x="6727" y="1343"/>
                  </a:lnTo>
                  <a:lnTo>
                    <a:pt x="6727" y="5372"/>
                  </a:lnTo>
                  <a:lnTo>
                    <a:pt x="4036" y="6715"/>
                  </a:lnTo>
                  <a:lnTo>
                    <a:pt x="2691" y="5372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7" name="Freeform 646">
              <a:extLst>
                <a:ext uri="{FF2B5EF4-FFF2-40B4-BE49-F238E27FC236}">
                  <a16:creationId xmlns:a16="http://schemas.microsoft.com/office/drawing/2014/main" id="{E3C9C39B-9511-069B-8849-DBEE26ACBCBE}"/>
                </a:ext>
              </a:extLst>
            </p:cNvPr>
            <p:cNvSpPr/>
            <p:nvPr/>
          </p:nvSpPr>
          <p:spPr>
            <a:xfrm>
              <a:off x="7922925" y="3561300"/>
              <a:ext cx="5381" cy="6715"/>
            </a:xfrm>
            <a:custGeom>
              <a:avLst/>
              <a:gdLst>
                <a:gd name="connsiteX0" fmla="*/ 0 w 5381"/>
                <a:gd name="connsiteY0" fmla="*/ 0 h 6715"/>
                <a:gd name="connsiteX1" fmla="*/ 2691 w 5381"/>
                <a:gd name="connsiteY1" fmla="*/ 0 h 6715"/>
                <a:gd name="connsiteX2" fmla="*/ 5381 w 5381"/>
                <a:gd name="connsiteY2" fmla="*/ 1343 h 6715"/>
                <a:gd name="connsiteX3" fmla="*/ 5381 w 5381"/>
                <a:gd name="connsiteY3" fmla="*/ 4029 h 6715"/>
                <a:gd name="connsiteX4" fmla="*/ 5381 w 5381"/>
                <a:gd name="connsiteY4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0" y="0"/>
                  </a:moveTo>
                  <a:lnTo>
                    <a:pt x="2691" y="0"/>
                  </a:lnTo>
                  <a:lnTo>
                    <a:pt x="5381" y="1343"/>
                  </a:lnTo>
                  <a:lnTo>
                    <a:pt x="5381" y="4029"/>
                  </a:lnTo>
                  <a:lnTo>
                    <a:pt x="538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8" name="Freeform 647">
              <a:extLst>
                <a:ext uri="{FF2B5EF4-FFF2-40B4-BE49-F238E27FC236}">
                  <a16:creationId xmlns:a16="http://schemas.microsoft.com/office/drawing/2014/main" id="{42463D73-6661-69CF-E943-A30AF8092A16}"/>
                </a:ext>
              </a:extLst>
            </p:cNvPr>
            <p:cNvSpPr/>
            <p:nvPr/>
          </p:nvSpPr>
          <p:spPr>
            <a:xfrm>
              <a:off x="7918889" y="3561300"/>
              <a:ext cx="2690" cy="2686"/>
            </a:xfrm>
            <a:custGeom>
              <a:avLst/>
              <a:gdLst>
                <a:gd name="connsiteX0" fmla="*/ 0 w 2690"/>
                <a:gd name="connsiteY0" fmla="*/ 1343 h 2686"/>
                <a:gd name="connsiteX1" fmla="*/ 1345 w 2690"/>
                <a:gd name="connsiteY1" fmla="*/ 0 h 2686"/>
                <a:gd name="connsiteX2" fmla="*/ 2691 w 2690"/>
                <a:gd name="connsiteY2" fmla="*/ 0 h 2686"/>
                <a:gd name="connsiteX3" fmla="*/ 1345 w 2690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0" y="1343"/>
                  </a:moveTo>
                  <a:lnTo>
                    <a:pt x="1345" y="0"/>
                  </a:lnTo>
                  <a:lnTo>
                    <a:pt x="2691" y="0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9" name="Freeform 648">
              <a:extLst>
                <a:ext uri="{FF2B5EF4-FFF2-40B4-BE49-F238E27FC236}">
                  <a16:creationId xmlns:a16="http://schemas.microsoft.com/office/drawing/2014/main" id="{5F3F9B36-0BDE-B7D9-E030-54CF9031C456}"/>
                </a:ext>
              </a:extLst>
            </p:cNvPr>
            <p:cNvSpPr/>
            <p:nvPr/>
          </p:nvSpPr>
          <p:spPr>
            <a:xfrm>
              <a:off x="7948487" y="3568016"/>
              <a:ext cx="6726" cy="8058"/>
            </a:xfrm>
            <a:custGeom>
              <a:avLst/>
              <a:gdLst>
                <a:gd name="connsiteX0" fmla="*/ 0 w 6726"/>
                <a:gd name="connsiteY0" fmla="*/ 0 h 8058"/>
                <a:gd name="connsiteX1" fmla="*/ 1345 w 6726"/>
                <a:gd name="connsiteY1" fmla="*/ 0 h 8058"/>
                <a:gd name="connsiteX2" fmla="*/ 4036 w 6726"/>
                <a:gd name="connsiteY2" fmla="*/ 1343 h 8058"/>
                <a:gd name="connsiteX3" fmla="*/ 6727 w 6726"/>
                <a:gd name="connsiteY3" fmla="*/ 2686 h 8058"/>
                <a:gd name="connsiteX4" fmla="*/ 6727 w 6726"/>
                <a:gd name="connsiteY4" fmla="*/ 6715 h 8058"/>
                <a:gd name="connsiteX5" fmla="*/ 5382 w 6726"/>
                <a:gd name="connsiteY5" fmla="*/ 8059 h 8058"/>
                <a:gd name="connsiteX6" fmla="*/ 4036 w 6726"/>
                <a:gd name="connsiteY6" fmla="*/ 4029 h 8058"/>
                <a:gd name="connsiteX7" fmla="*/ 2691 w 6726"/>
                <a:gd name="connsiteY7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8058">
                  <a:moveTo>
                    <a:pt x="0" y="0"/>
                  </a:moveTo>
                  <a:lnTo>
                    <a:pt x="1345" y="0"/>
                  </a:lnTo>
                  <a:lnTo>
                    <a:pt x="4036" y="1343"/>
                  </a:lnTo>
                  <a:lnTo>
                    <a:pt x="6727" y="2686"/>
                  </a:lnTo>
                  <a:lnTo>
                    <a:pt x="6727" y="6715"/>
                  </a:lnTo>
                  <a:lnTo>
                    <a:pt x="5382" y="8059"/>
                  </a:lnTo>
                  <a:lnTo>
                    <a:pt x="4036" y="4029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0" name="Freeform 649">
              <a:extLst>
                <a:ext uri="{FF2B5EF4-FFF2-40B4-BE49-F238E27FC236}">
                  <a16:creationId xmlns:a16="http://schemas.microsoft.com/office/drawing/2014/main" id="{8F1C8940-F487-CD36-0392-01380EEBA110}"/>
                </a:ext>
              </a:extLst>
            </p:cNvPr>
            <p:cNvSpPr/>
            <p:nvPr/>
          </p:nvSpPr>
          <p:spPr>
            <a:xfrm>
              <a:off x="7988848" y="3610994"/>
              <a:ext cx="6726" cy="6715"/>
            </a:xfrm>
            <a:custGeom>
              <a:avLst/>
              <a:gdLst>
                <a:gd name="connsiteX0" fmla="*/ 1345 w 6726"/>
                <a:gd name="connsiteY0" fmla="*/ 6715 h 6715"/>
                <a:gd name="connsiteX1" fmla="*/ 0 w 6726"/>
                <a:gd name="connsiteY1" fmla="*/ 4029 h 6715"/>
                <a:gd name="connsiteX2" fmla="*/ 1345 w 6726"/>
                <a:gd name="connsiteY2" fmla="*/ 1343 h 6715"/>
                <a:gd name="connsiteX3" fmla="*/ 6727 w 6726"/>
                <a:gd name="connsiteY3" fmla="*/ 0 h 6715"/>
                <a:gd name="connsiteX4" fmla="*/ 5382 w 6726"/>
                <a:gd name="connsiteY4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6715">
                  <a:moveTo>
                    <a:pt x="1345" y="6715"/>
                  </a:moveTo>
                  <a:lnTo>
                    <a:pt x="0" y="4029"/>
                  </a:lnTo>
                  <a:lnTo>
                    <a:pt x="1345" y="1343"/>
                  </a:lnTo>
                  <a:lnTo>
                    <a:pt x="6727" y="0"/>
                  </a:lnTo>
                  <a:lnTo>
                    <a:pt x="538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1" name="Freeform 650">
              <a:extLst>
                <a:ext uri="{FF2B5EF4-FFF2-40B4-BE49-F238E27FC236}">
                  <a16:creationId xmlns:a16="http://schemas.microsoft.com/office/drawing/2014/main" id="{FB4DEF90-534E-9207-CA09-D194ED4E6031}"/>
                </a:ext>
              </a:extLst>
            </p:cNvPr>
            <p:cNvSpPr/>
            <p:nvPr/>
          </p:nvSpPr>
          <p:spPr>
            <a:xfrm>
              <a:off x="7947142" y="3639199"/>
              <a:ext cx="6726" cy="4029"/>
            </a:xfrm>
            <a:custGeom>
              <a:avLst/>
              <a:gdLst>
                <a:gd name="connsiteX0" fmla="*/ 0 w 6726"/>
                <a:gd name="connsiteY0" fmla="*/ 4029 h 4029"/>
                <a:gd name="connsiteX1" fmla="*/ 2691 w 6726"/>
                <a:gd name="connsiteY1" fmla="*/ 0 h 4029"/>
                <a:gd name="connsiteX2" fmla="*/ 6727 w 6726"/>
                <a:gd name="connsiteY2" fmla="*/ 0 h 4029"/>
                <a:gd name="connsiteX3" fmla="*/ 5381 w 6726"/>
                <a:gd name="connsiteY3" fmla="*/ 4029 h 4029"/>
                <a:gd name="connsiteX4" fmla="*/ 2691 w 6726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4029">
                  <a:moveTo>
                    <a:pt x="0" y="4029"/>
                  </a:moveTo>
                  <a:lnTo>
                    <a:pt x="2691" y="0"/>
                  </a:lnTo>
                  <a:lnTo>
                    <a:pt x="6727" y="0"/>
                  </a:lnTo>
                  <a:lnTo>
                    <a:pt x="5381" y="4029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2" name="Freeform 651">
              <a:extLst>
                <a:ext uri="{FF2B5EF4-FFF2-40B4-BE49-F238E27FC236}">
                  <a16:creationId xmlns:a16="http://schemas.microsoft.com/office/drawing/2014/main" id="{A0D81AD9-6803-35B1-F362-6BDF66BEFDF7}"/>
                </a:ext>
              </a:extLst>
            </p:cNvPr>
            <p:cNvSpPr/>
            <p:nvPr/>
          </p:nvSpPr>
          <p:spPr>
            <a:xfrm>
              <a:off x="7949832" y="3625768"/>
              <a:ext cx="2690" cy="2686"/>
            </a:xfrm>
            <a:custGeom>
              <a:avLst/>
              <a:gdLst>
                <a:gd name="connsiteX0" fmla="*/ 0 w 2690"/>
                <a:gd name="connsiteY0" fmla="*/ 1343 h 2686"/>
                <a:gd name="connsiteX1" fmla="*/ 2691 w 2690"/>
                <a:gd name="connsiteY1" fmla="*/ 0 h 2686"/>
                <a:gd name="connsiteX2" fmla="*/ 2691 w 2690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0" y="1343"/>
                  </a:moveTo>
                  <a:lnTo>
                    <a:pt x="2691" y="0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3" name="Freeform 652">
              <a:extLst>
                <a:ext uri="{FF2B5EF4-FFF2-40B4-BE49-F238E27FC236}">
                  <a16:creationId xmlns:a16="http://schemas.microsoft.com/office/drawing/2014/main" id="{F8F60E0A-8765-8C12-5C4D-80F0226FD3AD}"/>
                </a:ext>
              </a:extLst>
            </p:cNvPr>
            <p:cNvSpPr/>
            <p:nvPr/>
          </p:nvSpPr>
          <p:spPr>
            <a:xfrm>
              <a:off x="7948487" y="3619053"/>
              <a:ext cx="2690" cy="4029"/>
            </a:xfrm>
            <a:custGeom>
              <a:avLst/>
              <a:gdLst>
                <a:gd name="connsiteX0" fmla="*/ 0 w 2690"/>
                <a:gd name="connsiteY0" fmla="*/ 4029 h 4029"/>
                <a:gd name="connsiteX1" fmla="*/ 0 w 2690"/>
                <a:gd name="connsiteY1" fmla="*/ 0 h 4029"/>
                <a:gd name="connsiteX2" fmla="*/ 2691 w 2690"/>
                <a:gd name="connsiteY2" fmla="*/ 1343 h 4029"/>
                <a:gd name="connsiteX3" fmla="*/ 2691 w 2690"/>
                <a:gd name="connsiteY3" fmla="*/ 4029 h 4029"/>
                <a:gd name="connsiteX4" fmla="*/ 0 w 2690"/>
                <a:gd name="connsiteY4" fmla="*/ 4029 h 4029"/>
                <a:gd name="connsiteX5" fmla="*/ 0 w 2690"/>
                <a:gd name="connsiteY5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" h="4029">
                  <a:moveTo>
                    <a:pt x="0" y="4029"/>
                  </a:moveTo>
                  <a:lnTo>
                    <a:pt x="0" y="0"/>
                  </a:lnTo>
                  <a:lnTo>
                    <a:pt x="2691" y="1343"/>
                  </a:lnTo>
                  <a:lnTo>
                    <a:pt x="2691" y="4029"/>
                  </a:lnTo>
                  <a:cubicBezTo>
                    <a:pt x="2691" y="2686"/>
                    <a:pt x="0" y="4029"/>
                    <a:pt x="0" y="4029"/>
                  </a:cubicBez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4" name="Freeform 653">
              <a:extLst>
                <a:ext uri="{FF2B5EF4-FFF2-40B4-BE49-F238E27FC236}">
                  <a16:creationId xmlns:a16="http://schemas.microsoft.com/office/drawing/2014/main" id="{6C528D32-1AD5-9623-B09D-6FF1B66EE229}"/>
                </a:ext>
              </a:extLst>
            </p:cNvPr>
            <p:cNvSpPr/>
            <p:nvPr/>
          </p:nvSpPr>
          <p:spPr>
            <a:xfrm>
              <a:off x="7945796" y="3612337"/>
              <a:ext cx="2690" cy="4029"/>
            </a:xfrm>
            <a:custGeom>
              <a:avLst/>
              <a:gdLst>
                <a:gd name="connsiteX0" fmla="*/ 0 w 2690"/>
                <a:gd name="connsiteY0" fmla="*/ 4029 h 4029"/>
                <a:gd name="connsiteX1" fmla="*/ 0 w 2690"/>
                <a:gd name="connsiteY1" fmla="*/ 2686 h 4029"/>
                <a:gd name="connsiteX2" fmla="*/ 1345 w 2690"/>
                <a:gd name="connsiteY2" fmla="*/ 0 h 4029"/>
                <a:gd name="connsiteX3" fmla="*/ 2691 w 2690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0" y="4029"/>
                  </a:moveTo>
                  <a:lnTo>
                    <a:pt x="0" y="2686"/>
                  </a:lnTo>
                  <a:lnTo>
                    <a:pt x="1345" y="0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5" name="Freeform 654">
              <a:extLst>
                <a:ext uri="{FF2B5EF4-FFF2-40B4-BE49-F238E27FC236}">
                  <a16:creationId xmlns:a16="http://schemas.microsoft.com/office/drawing/2014/main" id="{8C2614AA-E119-956B-A54C-00E8D841ABF6}"/>
                </a:ext>
              </a:extLst>
            </p:cNvPr>
            <p:cNvSpPr/>
            <p:nvPr/>
          </p:nvSpPr>
          <p:spPr>
            <a:xfrm>
              <a:off x="7967323" y="3625768"/>
              <a:ext cx="5381" cy="6715"/>
            </a:xfrm>
            <a:custGeom>
              <a:avLst/>
              <a:gdLst>
                <a:gd name="connsiteX0" fmla="*/ 2691 w 5381"/>
                <a:gd name="connsiteY0" fmla="*/ 6715 h 6715"/>
                <a:gd name="connsiteX1" fmla="*/ 0 w 5381"/>
                <a:gd name="connsiteY1" fmla="*/ 4029 h 6715"/>
                <a:gd name="connsiteX2" fmla="*/ 1345 w 5381"/>
                <a:gd name="connsiteY2" fmla="*/ 0 h 6715"/>
                <a:gd name="connsiteX3" fmla="*/ 4036 w 5381"/>
                <a:gd name="connsiteY3" fmla="*/ 0 h 6715"/>
                <a:gd name="connsiteX4" fmla="*/ 5381 w 5381"/>
                <a:gd name="connsiteY4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2691" y="6715"/>
                  </a:moveTo>
                  <a:lnTo>
                    <a:pt x="0" y="4029"/>
                  </a:lnTo>
                  <a:lnTo>
                    <a:pt x="1345" y="0"/>
                  </a:lnTo>
                  <a:lnTo>
                    <a:pt x="4036" y="0"/>
                  </a:lnTo>
                  <a:lnTo>
                    <a:pt x="538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6" name="Freeform 655">
              <a:extLst>
                <a:ext uri="{FF2B5EF4-FFF2-40B4-BE49-F238E27FC236}">
                  <a16:creationId xmlns:a16="http://schemas.microsoft.com/office/drawing/2014/main" id="{ABC976BE-029E-885B-6AA0-066D7A35CE1D}"/>
                </a:ext>
              </a:extLst>
            </p:cNvPr>
            <p:cNvSpPr/>
            <p:nvPr/>
          </p:nvSpPr>
          <p:spPr>
            <a:xfrm>
              <a:off x="7974049" y="3624425"/>
              <a:ext cx="6726" cy="6715"/>
            </a:xfrm>
            <a:custGeom>
              <a:avLst/>
              <a:gdLst>
                <a:gd name="connsiteX0" fmla="*/ 1345 w 6726"/>
                <a:gd name="connsiteY0" fmla="*/ 6715 h 6715"/>
                <a:gd name="connsiteX1" fmla="*/ 0 w 6726"/>
                <a:gd name="connsiteY1" fmla="*/ 4029 h 6715"/>
                <a:gd name="connsiteX2" fmla="*/ 4036 w 6726"/>
                <a:gd name="connsiteY2" fmla="*/ 0 h 6715"/>
                <a:gd name="connsiteX3" fmla="*/ 6727 w 6726"/>
                <a:gd name="connsiteY3" fmla="*/ 1343 h 6715"/>
                <a:gd name="connsiteX4" fmla="*/ 6727 w 6726"/>
                <a:gd name="connsiteY4" fmla="*/ 4029 h 6715"/>
                <a:gd name="connsiteX5" fmla="*/ 4036 w 6726"/>
                <a:gd name="connsiteY5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6715">
                  <a:moveTo>
                    <a:pt x="1345" y="6715"/>
                  </a:moveTo>
                  <a:lnTo>
                    <a:pt x="0" y="4029"/>
                  </a:lnTo>
                  <a:lnTo>
                    <a:pt x="4036" y="0"/>
                  </a:lnTo>
                  <a:lnTo>
                    <a:pt x="6727" y="1343"/>
                  </a:lnTo>
                  <a:lnTo>
                    <a:pt x="6727" y="4029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7" name="Freeform 656">
              <a:extLst>
                <a:ext uri="{FF2B5EF4-FFF2-40B4-BE49-F238E27FC236}">
                  <a16:creationId xmlns:a16="http://schemas.microsoft.com/office/drawing/2014/main" id="{7EB53468-027C-F13A-987A-2C2CAFCF60A2}"/>
                </a:ext>
              </a:extLst>
            </p:cNvPr>
            <p:cNvSpPr/>
            <p:nvPr/>
          </p:nvSpPr>
          <p:spPr>
            <a:xfrm>
              <a:off x="7974049" y="3617710"/>
              <a:ext cx="2690" cy="1342"/>
            </a:xfrm>
            <a:custGeom>
              <a:avLst/>
              <a:gdLst>
                <a:gd name="connsiteX0" fmla="*/ 0 w 2690"/>
                <a:gd name="connsiteY0" fmla="*/ 1343 h 1342"/>
                <a:gd name="connsiteX1" fmla="*/ 0 w 2690"/>
                <a:gd name="connsiteY1" fmla="*/ 0 h 1342"/>
                <a:gd name="connsiteX2" fmla="*/ 2691 w 2690"/>
                <a:gd name="connsiteY2" fmla="*/ 0 h 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1342">
                  <a:moveTo>
                    <a:pt x="0" y="1343"/>
                  </a:moveTo>
                  <a:lnTo>
                    <a:pt x="0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8" name="Freeform 657">
              <a:extLst>
                <a:ext uri="{FF2B5EF4-FFF2-40B4-BE49-F238E27FC236}">
                  <a16:creationId xmlns:a16="http://schemas.microsoft.com/office/drawing/2014/main" id="{D61141A5-5DF7-01CA-6FE7-4244D3B8ED59}"/>
                </a:ext>
              </a:extLst>
            </p:cNvPr>
            <p:cNvSpPr/>
            <p:nvPr/>
          </p:nvSpPr>
          <p:spPr>
            <a:xfrm>
              <a:off x="7967323" y="3612337"/>
              <a:ext cx="5381" cy="4029"/>
            </a:xfrm>
            <a:custGeom>
              <a:avLst/>
              <a:gdLst>
                <a:gd name="connsiteX0" fmla="*/ 0 w 5381"/>
                <a:gd name="connsiteY0" fmla="*/ 0 h 4029"/>
                <a:gd name="connsiteX1" fmla="*/ 2691 w 5381"/>
                <a:gd name="connsiteY1" fmla="*/ 0 h 4029"/>
                <a:gd name="connsiteX2" fmla="*/ 4036 w 5381"/>
                <a:gd name="connsiteY2" fmla="*/ 2686 h 4029"/>
                <a:gd name="connsiteX3" fmla="*/ 5381 w 5381"/>
                <a:gd name="connsiteY3" fmla="*/ 4029 h 4029"/>
                <a:gd name="connsiteX4" fmla="*/ 1345 w 5381"/>
                <a:gd name="connsiteY4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4029">
                  <a:moveTo>
                    <a:pt x="0" y="0"/>
                  </a:moveTo>
                  <a:lnTo>
                    <a:pt x="2691" y="0"/>
                  </a:lnTo>
                  <a:lnTo>
                    <a:pt x="4036" y="2686"/>
                  </a:lnTo>
                  <a:lnTo>
                    <a:pt x="5381" y="4029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9" name="Freeform 658">
              <a:extLst>
                <a:ext uri="{FF2B5EF4-FFF2-40B4-BE49-F238E27FC236}">
                  <a16:creationId xmlns:a16="http://schemas.microsoft.com/office/drawing/2014/main" id="{5136E977-BB94-8028-3A8D-55F27D7F7EBB}"/>
                </a:ext>
              </a:extLst>
            </p:cNvPr>
            <p:cNvSpPr/>
            <p:nvPr/>
          </p:nvSpPr>
          <p:spPr>
            <a:xfrm>
              <a:off x="7953869" y="3602936"/>
              <a:ext cx="10762" cy="9401"/>
            </a:xfrm>
            <a:custGeom>
              <a:avLst/>
              <a:gdLst>
                <a:gd name="connsiteX0" fmla="*/ 1345 w 10762"/>
                <a:gd name="connsiteY0" fmla="*/ 0 h 9401"/>
                <a:gd name="connsiteX1" fmla="*/ 4036 w 10762"/>
                <a:gd name="connsiteY1" fmla="*/ 0 h 9401"/>
                <a:gd name="connsiteX2" fmla="*/ 6727 w 10762"/>
                <a:gd name="connsiteY2" fmla="*/ 2686 h 9401"/>
                <a:gd name="connsiteX3" fmla="*/ 10763 w 10762"/>
                <a:gd name="connsiteY3" fmla="*/ 6715 h 9401"/>
                <a:gd name="connsiteX4" fmla="*/ 10763 w 10762"/>
                <a:gd name="connsiteY4" fmla="*/ 9401 h 9401"/>
                <a:gd name="connsiteX5" fmla="*/ 8072 w 10762"/>
                <a:gd name="connsiteY5" fmla="*/ 9401 h 9401"/>
                <a:gd name="connsiteX6" fmla="*/ 2691 w 10762"/>
                <a:gd name="connsiteY6" fmla="*/ 4029 h 9401"/>
                <a:gd name="connsiteX7" fmla="*/ 0 w 10762"/>
                <a:gd name="connsiteY7" fmla="*/ 2686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62" h="9401">
                  <a:moveTo>
                    <a:pt x="1345" y="0"/>
                  </a:moveTo>
                  <a:lnTo>
                    <a:pt x="4036" y="0"/>
                  </a:lnTo>
                  <a:lnTo>
                    <a:pt x="6727" y="2686"/>
                  </a:lnTo>
                  <a:lnTo>
                    <a:pt x="10763" y="6715"/>
                  </a:lnTo>
                  <a:lnTo>
                    <a:pt x="10763" y="9401"/>
                  </a:lnTo>
                  <a:lnTo>
                    <a:pt x="8072" y="9401"/>
                  </a:lnTo>
                  <a:lnTo>
                    <a:pt x="2691" y="4029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60" name="Freeform 659">
              <a:extLst>
                <a:ext uri="{FF2B5EF4-FFF2-40B4-BE49-F238E27FC236}">
                  <a16:creationId xmlns:a16="http://schemas.microsoft.com/office/drawing/2014/main" id="{ABCAD8EE-0BDF-E416-739A-E2B2DAE41687}"/>
                </a:ext>
              </a:extLst>
            </p:cNvPr>
            <p:cNvSpPr/>
            <p:nvPr/>
          </p:nvSpPr>
          <p:spPr>
            <a:xfrm>
              <a:off x="7906781" y="3566673"/>
              <a:ext cx="45742" cy="36263"/>
            </a:xfrm>
            <a:custGeom>
              <a:avLst/>
              <a:gdLst>
                <a:gd name="connsiteX0" fmla="*/ 0 w 45742"/>
                <a:gd name="connsiteY0" fmla="*/ 4029 h 36263"/>
                <a:gd name="connsiteX1" fmla="*/ 4036 w 45742"/>
                <a:gd name="connsiteY1" fmla="*/ 1343 h 36263"/>
                <a:gd name="connsiteX2" fmla="*/ 10763 w 45742"/>
                <a:gd name="connsiteY2" fmla="*/ 0 h 36263"/>
                <a:gd name="connsiteX3" fmla="*/ 14799 w 45742"/>
                <a:gd name="connsiteY3" fmla="*/ 4029 h 36263"/>
                <a:gd name="connsiteX4" fmla="*/ 18835 w 45742"/>
                <a:gd name="connsiteY4" fmla="*/ 6715 h 36263"/>
                <a:gd name="connsiteX5" fmla="*/ 22871 w 45742"/>
                <a:gd name="connsiteY5" fmla="*/ 8058 h 36263"/>
                <a:gd name="connsiteX6" fmla="*/ 24217 w 45742"/>
                <a:gd name="connsiteY6" fmla="*/ 9401 h 36263"/>
                <a:gd name="connsiteX7" fmla="*/ 26908 w 45742"/>
                <a:gd name="connsiteY7" fmla="*/ 9401 h 36263"/>
                <a:gd name="connsiteX8" fmla="*/ 28253 w 45742"/>
                <a:gd name="connsiteY8" fmla="*/ 9401 h 36263"/>
                <a:gd name="connsiteX9" fmla="*/ 33634 w 45742"/>
                <a:gd name="connsiteY9" fmla="*/ 14774 h 36263"/>
                <a:gd name="connsiteX10" fmla="*/ 36325 w 45742"/>
                <a:gd name="connsiteY10" fmla="*/ 18803 h 36263"/>
                <a:gd name="connsiteX11" fmla="*/ 36325 w 45742"/>
                <a:gd name="connsiteY11" fmla="*/ 21489 h 36263"/>
                <a:gd name="connsiteX12" fmla="*/ 37670 w 45742"/>
                <a:gd name="connsiteY12" fmla="*/ 24175 h 36263"/>
                <a:gd name="connsiteX13" fmla="*/ 36325 w 45742"/>
                <a:gd name="connsiteY13" fmla="*/ 28204 h 36263"/>
                <a:gd name="connsiteX14" fmla="*/ 40361 w 45742"/>
                <a:gd name="connsiteY14" fmla="*/ 30891 h 36263"/>
                <a:gd name="connsiteX15" fmla="*/ 41706 w 45742"/>
                <a:gd name="connsiteY15" fmla="*/ 29548 h 36263"/>
                <a:gd name="connsiteX16" fmla="*/ 45743 w 45742"/>
                <a:gd name="connsiteY16" fmla="*/ 30891 h 36263"/>
                <a:gd name="connsiteX17" fmla="*/ 44397 w 45742"/>
                <a:gd name="connsiteY17" fmla="*/ 36263 h 36263"/>
                <a:gd name="connsiteX18" fmla="*/ 41706 w 45742"/>
                <a:gd name="connsiteY18" fmla="*/ 34920 h 36263"/>
                <a:gd name="connsiteX19" fmla="*/ 39016 w 45742"/>
                <a:gd name="connsiteY19" fmla="*/ 36263 h 36263"/>
                <a:gd name="connsiteX20" fmla="*/ 36325 w 45742"/>
                <a:gd name="connsiteY20" fmla="*/ 33577 h 36263"/>
                <a:gd name="connsiteX21" fmla="*/ 34979 w 45742"/>
                <a:gd name="connsiteY21" fmla="*/ 30891 h 36263"/>
                <a:gd name="connsiteX22" fmla="*/ 34979 w 45742"/>
                <a:gd name="connsiteY22" fmla="*/ 28204 h 36263"/>
                <a:gd name="connsiteX23" fmla="*/ 32289 w 45742"/>
                <a:gd name="connsiteY23" fmla="*/ 25518 h 36263"/>
                <a:gd name="connsiteX24" fmla="*/ 29598 w 45742"/>
                <a:gd name="connsiteY24" fmla="*/ 21489 h 36263"/>
                <a:gd name="connsiteX25" fmla="*/ 28253 w 45742"/>
                <a:gd name="connsiteY25" fmla="*/ 18803 h 36263"/>
                <a:gd name="connsiteX26" fmla="*/ 24217 w 45742"/>
                <a:gd name="connsiteY26" fmla="*/ 18803 h 36263"/>
                <a:gd name="connsiteX27" fmla="*/ 20181 w 45742"/>
                <a:gd name="connsiteY27" fmla="*/ 16117 h 36263"/>
                <a:gd name="connsiteX28" fmla="*/ 17490 w 45742"/>
                <a:gd name="connsiteY28" fmla="*/ 13431 h 36263"/>
                <a:gd name="connsiteX29" fmla="*/ 14799 w 45742"/>
                <a:gd name="connsiteY29" fmla="*/ 12088 h 36263"/>
                <a:gd name="connsiteX30" fmla="*/ 13454 w 45742"/>
                <a:gd name="connsiteY30" fmla="*/ 9401 h 36263"/>
                <a:gd name="connsiteX31" fmla="*/ 10763 w 45742"/>
                <a:gd name="connsiteY31" fmla="*/ 8058 h 36263"/>
                <a:gd name="connsiteX32" fmla="*/ 9417 w 45742"/>
                <a:gd name="connsiteY32" fmla="*/ 6715 h 36263"/>
                <a:gd name="connsiteX33" fmla="*/ 6727 w 45742"/>
                <a:gd name="connsiteY33" fmla="*/ 5372 h 36263"/>
                <a:gd name="connsiteX34" fmla="*/ 2691 w 45742"/>
                <a:gd name="connsiteY34" fmla="*/ 5372 h 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5742" h="36263">
                  <a:moveTo>
                    <a:pt x="0" y="4029"/>
                  </a:moveTo>
                  <a:lnTo>
                    <a:pt x="4036" y="1343"/>
                  </a:lnTo>
                  <a:lnTo>
                    <a:pt x="10763" y="0"/>
                  </a:lnTo>
                  <a:lnTo>
                    <a:pt x="14799" y="4029"/>
                  </a:lnTo>
                  <a:lnTo>
                    <a:pt x="18835" y="6715"/>
                  </a:lnTo>
                  <a:lnTo>
                    <a:pt x="22871" y="8058"/>
                  </a:lnTo>
                  <a:lnTo>
                    <a:pt x="24217" y="9401"/>
                  </a:lnTo>
                  <a:lnTo>
                    <a:pt x="26908" y="9401"/>
                  </a:lnTo>
                  <a:lnTo>
                    <a:pt x="28253" y="9401"/>
                  </a:lnTo>
                  <a:lnTo>
                    <a:pt x="33634" y="14774"/>
                  </a:lnTo>
                  <a:lnTo>
                    <a:pt x="36325" y="18803"/>
                  </a:lnTo>
                  <a:lnTo>
                    <a:pt x="36325" y="21489"/>
                  </a:lnTo>
                  <a:lnTo>
                    <a:pt x="37670" y="24175"/>
                  </a:lnTo>
                  <a:lnTo>
                    <a:pt x="36325" y="28204"/>
                  </a:lnTo>
                  <a:lnTo>
                    <a:pt x="40361" y="30891"/>
                  </a:lnTo>
                  <a:lnTo>
                    <a:pt x="41706" y="29548"/>
                  </a:lnTo>
                  <a:lnTo>
                    <a:pt x="45743" y="30891"/>
                  </a:lnTo>
                  <a:lnTo>
                    <a:pt x="44397" y="36263"/>
                  </a:lnTo>
                  <a:lnTo>
                    <a:pt x="41706" y="34920"/>
                  </a:lnTo>
                  <a:lnTo>
                    <a:pt x="39016" y="36263"/>
                  </a:lnTo>
                  <a:lnTo>
                    <a:pt x="36325" y="33577"/>
                  </a:lnTo>
                  <a:lnTo>
                    <a:pt x="34979" y="30891"/>
                  </a:lnTo>
                  <a:lnTo>
                    <a:pt x="34979" y="28204"/>
                  </a:lnTo>
                  <a:lnTo>
                    <a:pt x="32289" y="25518"/>
                  </a:lnTo>
                  <a:lnTo>
                    <a:pt x="29598" y="21489"/>
                  </a:lnTo>
                  <a:lnTo>
                    <a:pt x="28253" y="18803"/>
                  </a:lnTo>
                  <a:lnTo>
                    <a:pt x="24217" y="18803"/>
                  </a:lnTo>
                  <a:lnTo>
                    <a:pt x="20181" y="16117"/>
                  </a:lnTo>
                  <a:lnTo>
                    <a:pt x="17490" y="13431"/>
                  </a:lnTo>
                  <a:lnTo>
                    <a:pt x="14799" y="12088"/>
                  </a:lnTo>
                  <a:lnTo>
                    <a:pt x="13454" y="9401"/>
                  </a:lnTo>
                  <a:lnTo>
                    <a:pt x="10763" y="8058"/>
                  </a:lnTo>
                  <a:lnTo>
                    <a:pt x="9417" y="6715"/>
                  </a:lnTo>
                  <a:lnTo>
                    <a:pt x="6727" y="5372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61" name="Freeform 660">
              <a:extLst>
                <a:ext uri="{FF2B5EF4-FFF2-40B4-BE49-F238E27FC236}">
                  <a16:creationId xmlns:a16="http://schemas.microsoft.com/office/drawing/2014/main" id="{D0B0E501-D3C9-F4CE-8B78-A7410E355CEA}"/>
                </a:ext>
              </a:extLst>
            </p:cNvPr>
            <p:cNvSpPr/>
            <p:nvPr/>
          </p:nvSpPr>
          <p:spPr>
            <a:xfrm>
              <a:off x="7913508" y="3647257"/>
              <a:ext cx="5381" cy="10744"/>
            </a:xfrm>
            <a:custGeom>
              <a:avLst/>
              <a:gdLst>
                <a:gd name="connsiteX0" fmla="*/ 1345 w 5381"/>
                <a:gd name="connsiteY0" fmla="*/ 1343 h 10744"/>
                <a:gd name="connsiteX1" fmla="*/ 1345 w 5381"/>
                <a:gd name="connsiteY1" fmla="*/ 0 h 10744"/>
                <a:gd name="connsiteX2" fmla="*/ 2691 w 5381"/>
                <a:gd name="connsiteY2" fmla="*/ 2686 h 10744"/>
                <a:gd name="connsiteX3" fmla="*/ 5381 w 5381"/>
                <a:gd name="connsiteY3" fmla="*/ 6715 h 10744"/>
                <a:gd name="connsiteX4" fmla="*/ 4036 w 5381"/>
                <a:gd name="connsiteY4" fmla="*/ 10745 h 10744"/>
                <a:gd name="connsiteX5" fmla="*/ 1345 w 5381"/>
                <a:gd name="connsiteY5" fmla="*/ 9401 h 10744"/>
                <a:gd name="connsiteX6" fmla="*/ 1345 w 5381"/>
                <a:gd name="connsiteY6" fmla="*/ 6715 h 10744"/>
                <a:gd name="connsiteX7" fmla="*/ 0 w 5381"/>
                <a:gd name="connsiteY7" fmla="*/ 4029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10744">
                  <a:moveTo>
                    <a:pt x="1345" y="1343"/>
                  </a:moveTo>
                  <a:lnTo>
                    <a:pt x="1345" y="0"/>
                  </a:lnTo>
                  <a:lnTo>
                    <a:pt x="2691" y="2686"/>
                  </a:lnTo>
                  <a:lnTo>
                    <a:pt x="5381" y="6715"/>
                  </a:lnTo>
                  <a:lnTo>
                    <a:pt x="4036" y="10745"/>
                  </a:lnTo>
                  <a:lnTo>
                    <a:pt x="1345" y="9401"/>
                  </a:lnTo>
                  <a:lnTo>
                    <a:pt x="1345" y="671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62" name="Freeform 661">
              <a:extLst>
                <a:ext uri="{FF2B5EF4-FFF2-40B4-BE49-F238E27FC236}">
                  <a16:creationId xmlns:a16="http://schemas.microsoft.com/office/drawing/2014/main" id="{5A891CBE-C317-6D39-03EE-34DB14523E50}"/>
                </a:ext>
              </a:extLst>
            </p:cNvPr>
            <p:cNvSpPr/>
            <p:nvPr/>
          </p:nvSpPr>
          <p:spPr>
            <a:xfrm>
              <a:off x="7913508" y="3643228"/>
              <a:ext cx="2690" cy="2686"/>
            </a:xfrm>
            <a:custGeom>
              <a:avLst/>
              <a:gdLst>
                <a:gd name="connsiteX0" fmla="*/ 1345 w 2690"/>
                <a:gd name="connsiteY0" fmla="*/ 0 h 2686"/>
                <a:gd name="connsiteX1" fmla="*/ 2691 w 2690"/>
                <a:gd name="connsiteY1" fmla="*/ 2686 h 2686"/>
                <a:gd name="connsiteX2" fmla="*/ 0 w 2690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1345" y="0"/>
                  </a:moveTo>
                  <a:lnTo>
                    <a:pt x="2691" y="2686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663" name="Graphic 5">
            <a:extLst>
              <a:ext uri="{FF2B5EF4-FFF2-40B4-BE49-F238E27FC236}">
                <a16:creationId xmlns:a16="http://schemas.microsoft.com/office/drawing/2014/main" id="{7C7C2822-FC01-50BC-188A-23A6F3345CC3}"/>
              </a:ext>
            </a:extLst>
          </p:cNvPr>
          <p:cNvGrpSpPr/>
          <p:nvPr/>
        </p:nvGrpSpPr>
        <p:grpSpPr>
          <a:xfrm>
            <a:off x="8444931" y="3460570"/>
            <a:ext cx="142609" cy="116847"/>
            <a:chOff x="8444931" y="3460570"/>
            <a:chExt cx="142609" cy="116847"/>
          </a:xfrm>
          <a:solidFill>
            <a:srgbClr val="E5E5E4"/>
          </a:solidFill>
        </p:grpSpPr>
        <p:sp>
          <p:nvSpPr>
            <p:cNvPr id="664" name="Freeform 663">
              <a:extLst>
                <a:ext uri="{FF2B5EF4-FFF2-40B4-BE49-F238E27FC236}">
                  <a16:creationId xmlns:a16="http://schemas.microsoft.com/office/drawing/2014/main" id="{B864AEC0-0862-161D-F600-5199A187D28D}"/>
                </a:ext>
              </a:extLst>
            </p:cNvPr>
            <p:cNvSpPr/>
            <p:nvPr/>
          </p:nvSpPr>
          <p:spPr>
            <a:xfrm>
              <a:off x="8446276" y="3460570"/>
              <a:ext cx="141264" cy="116847"/>
            </a:xfrm>
            <a:custGeom>
              <a:avLst/>
              <a:gdLst>
                <a:gd name="connsiteX0" fmla="*/ 0 w 141264"/>
                <a:gd name="connsiteY0" fmla="*/ 24175 h 116847"/>
                <a:gd name="connsiteX1" fmla="*/ 0 w 141264"/>
                <a:gd name="connsiteY1" fmla="*/ 18803 h 116847"/>
                <a:gd name="connsiteX2" fmla="*/ 9418 w 141264"/>
                <a:gd name="connsiteY2" fmla="*/ 16117 h 116847"/>
                <a:gd name="connsiteX3" fmla="*/ 24217 w 141264"/>
                <a:gd name="connsiteY3" fmla="*/ 24175 h 116847"/>
                <a:gd name="connsiteX4" fmla="*/ 34980 w 141264"/>
                <a:gd name="connsiteY4" fmla="*/ 24175 h 116847"/>
                <a:gd name="connsiteX5" fmla="*/ 43052 w 141264"/>
                <a:gd name="connsiteY5" fmla="*/ 29548 h 116847"/>
                <a:gd name="connsiteX6" fmla="*/ 45743 w 141264"/>
                <a:gd name="connsiteY6" fmla="*/ 20146 h 116847"/>
                <a:gd name="connsiteX7" fmla="*/ 41707 w 141264"/>
                <a:gd name="connsiteY7" fmla="*/ 14774 h 116847"/>
                <a:gd name="connsiteX8" fmla="*/ 34980 w 141264"/>
                <a:gd name="connsiteY8" fmla="*/ 10745 h 116847"/>
                <a:gd name="connsiteX9" fmla="*/ 37671 w 141264"/>
                <a:gd name="connsiteY9" fmla="*/ 1343 h 116847"/>
                <a:gd name="connsiteX10" fmla="*/ 44398 w 141264"/>
                <a:gd name="connsiteY10" fmla="*/ 1343 h 116847"/>
                <a:gd name="connsiteX11" fmla="*/ 56506 w 141264"/>
                <a:gd name="connsiteY11" fmla="*/ 12088 h 116847"/>
                <a:gd name="connsiteX12" fmla="*/ 60542 w 141264"/>
                <a:gd name="connsiteY12" fmla="*/ 17460 h 116847"/>
                <a:gd name="connsiteX13" fmla="*/ 72651 w 141264"/>
                <a:gd name="connsiteY13" fmla="*/ 18803 h 116847"/>
                <a:gd name="connsiteX14" fmla="*/ 73996 w 141264"/>
                <a:gd name="connsiteY14" fmla="*/ 14774 h 116847"/>
                <a:gd name="connsiteX15" fmla="*/ 82068 w 141264"/>
                <a:gd name="connsiteY15" fmla="*/ 10745 h 116847"/>
                <a:gd name="connsiteX16" fmla="*/ 91486 w 141264"/>
                <a:gd name="connsiteY16" fmla="*/ 0 h 116847"/>
                <a:gd name="connsiteX17" fmla="*/ 96867 w 141264"/>
                <a:gd name="connsiteY17" fmla="*/ 2686 h 116847"/>
                <a:gd name="connsiteX18" fmla="*/ 104940 w 141264"/>
                <a:gd name="connsiteY18" fmla="*/ 13431 h 116847"/>
                <a:gd name="connsiteX19" fmla="*/ 104940 w 141264"/>
                <a:gd name="connsiteY19" fmla="*/ 18803 h 116847"/>
                <a:gd name="connsiteX20" fmla="*/ 108976 w 141264"/>
                <a:gd name="connsiteY20" fmla="*/ 25519 h 116847"/>
                <a:gd name="connsiteX21" fmla="*/ 117048 w 141264"/>
                <a:gd name="connsiteY21" fmla="*/ 32234 h 116847"/>
                <a:gd name="connsiteX22" fmla="*/ 118393 w 141264"/>
                <a:gd name="connsiteY22" fmla="*/ 36263 h 116847"/>
                <a:gd name="connsiteX23" fmla="*/ 123775 w 141264"/>
                <a:gd name="connsiteY23" fmla="*/ 40292 h 116847"/>
                <a:gd name="connsiteX24" fmla="*/ 130502 w 141264"/>
                <a:gd name="connsiteY24" fmla="*/ 40292 h 116847"/>
                <a:gd name="connsiteX25" fmla="*/ 137229 w 141264"/>
                <a:gd name="connsiteY25" fmla="*/ 42979 h 116847"/>
                <a:gd name="connsiteX26" fmla="*/ 141265 w 141264"/>
                <a:gd name="connsiteY26" fmla="*/ 48351 h 116847"/>
                <a:gd name="connsiteX27" fmla="*/ 137229 w 141264"/>
                <a:gd name="connsiteY27" fmla="*/ 48351 h 116847"/>
                <a:gd name="connsiteX28" fmla="*/ 133193 w 141264"/>
                <a:gd name="connsiteY28" fmla="*/ 51037 h 116847"/>
                <a:gd name="connsiteX29" fmla="*/ 126466 w 141264"/>
                <a:gd name="connsiteY29" fmla="*/ 51037 h 116847"/>
                <a:gd name="connsiteX30" fmla="*/ 118393 w 141264"/>
                <a:gd name="connsiteY30" fmla="*/ 57752 h 116847"/>
                <a:gd name="connsiteX31" fmla="*/ 119739 w 141264"/>
                <a:gd name="connsiteY31" fmla="*/ 64468 h 116847"/>
                <a:gd name="connsiteX32" fmla="*/ 119739 w 141264"/>
                <a:gd name="connsiteY32" fmla="*/ 69840 h 116847"/>
                <a:gd name="connsiteX33" fmla="*/ 118393 w 141264"/>
                <a:gd name="connsiteY33" fmla="*/ 72526 h 116847"/>
                <a:gd name="connsiteX34" fmla="*/ 117048 w 141264"/>
                <a:gd name="connsiteY34" fmla="*/ 77899 h 116847"/>
                <a:gd name="connsiteX35" fmla="*/ 118393 w 141264"/>
                <a:gd name="connsiteY35" fmla="*/ 80585 h 116847"/>
                <a:gd name="connsiteX36" fmla="*/ 118393 w 141264"/>
                <a:gd name="connsiteY36" fmla="*/ 84614 h 116847"/>
                <a:gd name="connsiteX37" fmla="*/ 117048 w 141264"/>
                <a:gd name="connsiteY37" fmla="*/ 85957 h 116847"/>
                <a:gd name="connsiteX38" fmla="*/ 117048 w 141264"/>
                <a:gd name="connsiteY38" fmla="*/ 95359 h 116847"/>
                <a:gd name="connsiteX39" fmla="*/ 115702 w 141264"/>
                <a:gd name="connsiteY39" fmla="*/ 98045 h 116847"/>
                <a:gd name="connsiteX40" fmla="*/ 113012 w 141264"/>
                <a:gd name="connsiteY40" fmla="*/ 95359 h 116847"/>
                <a:gd name="connsiteX41" fmla="*/ 115702 w 141264"/>
                <a:gd name="connsiteY41" fmla="*/ 89986 h 116847"/>
                <a:gd name="connsiteX42" fmla="*/ 111667 w 141264"/>
                <a:gd name="connsiteY42" fmla="*/ 85957 h 116847"/>
                <a:gd name="connsiteX43" fmla="*/ 108976 w 141264"/>
                <a:gd name="connsiteY43" fmla="*/ 88643 h 116847"/>
                <a:gd name="connsiteX44" fmla="*/ 107630 w 141264"/>
                <a:gd name="connsiteY44" fmla="*/ 92672 h 116847"/>
                <a:gd name="connsiteX45" fmla="*/ 110321 w 141264"/>
                <a:gd name="connsiteY45" fmla="*/ 99388 h 116847"/>
                <a:gd name="connsiteX46" fmla="*/ 108976 w 141264"/>
                <a:gd name="connsiteY46" fmla="*/ 103417 h 116847"/>
                <a:gd name="connsiteX47" fmla="*/ 110321 w 141264"/>
                <a:gd name="connsiteY47" fmla="*/ 106103 h 116847"/>
                <a:gd name="connsiteX48" fmla="*/ 110321 w 141264"/>
                <a:gd name="connsiteY48" fmla="*/ 115505 h 116847"/>
                <a:gd name="connsiteX49" fmla="*/ 107630 w 141264"/>
                <a:gd name="connsiteY49" fmla="*/ 116848 h 116847"/>
                <a:gd name="connsiteX50" fmla="*/ 103594 w 141264"/>
                <a:gd name="connsiteY50" fmla="*/ 115505 h 116847"/>
                <a:gd name="connsiteX51" fmla="*/ 102249 w 141264"/>
                <a:gd name="connsiteY51" fmla="*/ 112819 h 116847"/>
                <a:gd name="connsiteX52" fmla="*/ 98213 w 141264"/>
                <a:gd name="connsiteY52" fmla="*/ 110132 h 116847"/>
                <a:gd name="connsiteX53" fmla="*/ 88795 w 141264"/>
                <a:gd name="connsiteY53" fmla="*/ 100731 h 116847"/>
                <a:gd name="connsiteX54" fmla="*/ 96867 w 141264"/>
                <a:gd name="connsiteY54" fmla="*/ 95359 h 116847"/>
                <a:gd name="connsiteX55" fmla="*/ 91486 w 141264"/>
                <a:gd name="connsiteY55" fmla="*/ 91329 h 116847"/>
                <a:gd name="connsiteX56" fmla="*/ 90140 w 141264"/>
                <a:gd name="connsiteY56" fmla="*/ 88643 h 116847"/>
                <a:gd name="connsiteX57" fmla="*/ 92831 w 141264"/>
                <a:gd name="connsiteY57" fmla="*/ 87300 h 116847"/>
                <a:gd name="connsiteX58" fmla="*/ 90140 w 141264"/>
                <a:gd name="connsiteY58" fmla="*/ 83271 h 116847"/>
                <a:gd name="connsiteX59" fmla="*/ 87449 w 141264"/>
                <a:gd name="connsiteY59" fmla="*/ 79242 h 116847"/>
                <a:gd name="connsiteX60" fmla="*/ 84759 w 141264"/>
                <a:gd name="connsiteY60" fmla="*/ 79242 h 116847"/>
                <a:gd name="connsiteX61" fmla="*/ 84759 w 141264"/>
                <a:gd name="connsiteY61" fmla="*/ 76556 h 116847"/>
                <a:gd name="connsiteX62" fmla="*/ 82068 w 141264"/>
                <a:gd name="connsiteY62" fmla="*/ 76556 h 116847"/>
                <a:gd name="connsiteX63" fmla="*/ 76687 w 141264"/>
                <a:gd name="connsiteY63" fmla="*/ 80585 h 116847"/>
                <a:gd name="connsiteX64" fmla="*/ 73996 w 141264"/>
                <a:gd name="connsiteY64" fmla="*/ 81928 h 116847"/>
                <a:gd name="connsiteX65" fmla="*/ 69960 w 141264"/>
                <a:gd name="connsiteY65" fmla="*/ 85957 h 116847"/>
                <a:gd name="connsiteX66" fmla="*/ 67269 w 141264"/>
                <a:gd name="connsiteY66" fmla="*/ 87300 h 116847"/>
                <a:gd name="connsiteX67" fmla="*/ 63233 w 141264"/>
                <a:gd name="connsiteY67" fmla="*/ 94015 h 116847"/>
                <a:gd name="connsiteX68" fmla="*/ 60542 w 141264"/>
                <a:gd name="connsiteY68" fmla="*/ 94015 h 116847"/>
                <a:gd name="connsiteX69" fmla="*/ 57851 w 141264"/>
                <a:gd name="connsiteY69" fmla="*/ 96702 h 116847"/>
                <a:gd name="connsiteX70" fmla="*/ 57851 w 141264"/>
                <a:gd name="connsiteY70" fmla="*/ 99388 h 116847"/>
                <a:gd name="connsiteX71" fmla="*/ 52470 w 141264"/>
                <a:gd name="connsiteY71" fmla="*/ 100731 h 116847"/>
                <a:gd name="connsiteX72" fmla="*/ 48434 w 141264"/>
                <a:gd name="connsiteY72" fmla="*/ 99388 h 116847"/>
                <a:gd name="connsiteX73" fmla="*/ 49779 w 141264"/>
                <a:gd name="connsiteY73" fmla="*/ 99388 h 116847"/>
                <a:gd name="connsiteX74" fmla="*/ 49779 w 141264"/>
                <a:gd name="connsiteY74" fmla="*/ 94015 h 116847"/>
                <a:gd name="connsiteX75" fmla="*/ 51125 w 141264"/>
                <a:gd name="connsiteY75" fmla="*/ 91329 h 116847"/>
                <a:gd name="connsiteX76" fmla="*/ 47088 w 141264"/>
                <a:gd name="connsiteY76" fmla="*/ 84614 h 116847"/>
                <a:gd name="connsiteX77" fmla="*/ 53815 w 141264"/>
                <a:gd name="connsiteY77" fmla="*/ 83271 h 116847"/>
                <a:gd name="connsiteX78" fmla="*/ 48434 w 141264"/>
                <a:gd name="connsiteY78" fmla="*/ 77899 h 116847"/>
                <a:gd name="connsiteX79" fmla="*/ 40361 w 141264"/>
                <a:gd name="connsiteY79" fmla="*/ 77899 h 116847"/>
                <a:gd name="connsiteX80" fmla="*/ 28253 w 141264"/>
                <a:gd name="connsiteY80" fmla="*/ 71183 h 116847"/>
                <a:gd name="connsiteX81" fmla="*/ 25562 w 141264"/>
                <a:gd name="connsiteY81" fmla="*/ 63125 h 116847"/>
                <a:gd name="connsiteX82" fmla="*/ 28253 w 141264"/>
                <a:gd name="connsiteY82" fmla="*/ 60438 h 116847"/>
                <a:gd name="connsiteX83" fmla="*/ 28253 w 141264"/>
                <a:gd name="connsiteY83" fmla="*/ 55066 h 116847"/>
                <a:gd name="connsiteX84" fmla="*/ 17490 w 141264"/>
                <a:gd name="connsiteY84" fmla="*/ 45665 h 116847"/>
                <a:gd name="connsiteX85" fmla="*/ 17490 w 141264"/>
                <a:gd name="connsiteY85" fmla="*/ 40292 h 116847"/>
                <a:gd name="connsiteX86" fmla="*/ 18836 w 141264"/>
                <a:gd name="connsiteY86" fmla="*/ 34920 h 116847"/>
                <a:gd name="connsiteX87" fmla="*/ 14799 w 141264"/>
                <a:gd name="connsiteY87" fmla="*/ 29548 h 116847"/>
                <a:gd name="connsiteX88" fmla="*/ 4036 w 141264"/>
                <a:gd name="connsiteY88" fmla="*/ 28205 h 116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1264" h="116847">
                  <a:moveTo>
                    <a:pt x="0" y="24175"/>
                  </a:moveTo>
                  <a:lnTo>
                    <a:pt x="0" y="18803"/>
                  </a:lnTo>
                  <a:lnTo>
                    <a:pt x="9418" y="16117"/>
                  </a:lnTo>
                  <a:lnTo>
                    <a:pt x="24217" y="24175"/>
                  </a:lnTo>
                  <a:lnTo>
                    <a:pt x="34980" y="24175"/>
                  </a:lnTo>
                  <a:lnTo>
                    <a:pt x="43052" y="29548"/>
                  </a:lnTo>
                  <a:lnTo>
                    <a:pt x="45743" y="20146"/>
                  </a:lnTo>
                  <a:lnTo>
                    <a:pt x="41707" y="14774"/>
                  </a:lnTo>
                  <a:lnTo>
                    <a:pt x="34980" y="10745"/>
                  </a:lnTo>
                  <a:lnTo>
                    <a:pt x="37671" y="1343"/>
                  </a:lnTo>
                  <a:lnTo>
                    <a:pt x="44398" y="1343"/>
                  </a:lnTo>
                  <a:lnTo>
                    <a:pt x="56506" y="12088"/>
                  </a:lnTo>
                  <a:lnTo>
                    <a:pt x="60542" y="17460"/>
                  </a:lnTo>
                  <a:lnTo>
                    <a:pt x="72651" y="18803"/>
                  </a:lnTo>
                  <a:lnTo>
                    <a:pt x="73996" y="14774"/>
                  </a:lnTo>
                  <a:lnTo>
                    <a:pt x="82068" y="10745"/>
                  </a:lnTo>
                  <a:lnTo>
                    <a:pt x="91486" y="0"/>
                  </a:lnTo>
                  <a:lnTo>
                    <a:pt x="96867" y="2686"/>
                  </a:lnTo>
                  <a:lnTo>
                    <a:pt x="104940" y="13431"/>
                  </a:lnTo>
                  <a:lnTo>
                    <a:pt x="104940" y="18803"/>
                  </a:lnTo>
                  <a:lnTo>
                    <a:pt x="108976" y="25519"/>
                  </a:lnTo>
                  <a:lnTo>
                    <a:pt x="117048" y="32234"/>
                  </a:lnTo>
                  <a:lnTo>
                    <a:pt x="118393" y="36263"/>
                  </a:lnTo>
                  <a:lnTo>
                    <a:pt x="123775" y="40292"/>
                  </a:lnTo>
                  <a:lnTo>
                    <a:pt x="130502" y="40292"/>
                  </a:lnTo>
                  <a:lnTo>
                    <a:pt x="137229" y="42979"/>
                  </a:lnTo>
                  <a:lnTo>
                    <a:pt x="141265" y="48351"/>
                  </a:lnTo>
                  <a:lnTo>
                    <a:pt x="137229" y="48351"/>
                  </a:lnTo>
                  <a:lnTo>
                    <a:pt x="133193" y="51037"/>
                  </a:lnTo>
                  <a:lnTo>
                    <a:pt x="126466" y="51037"/>
                  </a:lnTo>
                  <a:lnTo>
                    <a:pt x="118393" y="57752"/>
                  </a:lnTo>
                  <a:lnTo>
                    <a:pt x="119739" y="64468"/>
                  </a:lnTo>
                  <a:lnTo>
                    <a:pt x="119739" y="69840"/>
                  </a:lnTo>
                  <a:lnTo>
                    <a:pt x="118393" y="72526"/>
                  </a:lnTo>
                  <a:lnTo>
                    <a:pt x="117048" y="77899"/>
                  </a:lnTo>
                  <a:lnTo>
                    <a:pt x="118393" y="80585"/>
                  </a:lnTo>
                  <a:lnTo>
                    <a:pt x="118393" y="84614"/>
                  </a:lnTo>
                  <a:lnTo>
                    <a:pt x="117048" y="85957"/>
                  </a:lnTo>
                  <a:lnTo>
                    <a:pt x="117048" y="95359"/>
                  </a:lnTo>
                  <a:lnTo>
                    <a:pt x="115702" y="98045"/>
                  </a:lnTo>
                  <a:lnTo>
                    <a:pt x="113012" y="95359"/>
                  </a:lnTo>
                  <a:lnTo>
                    <a:pt x="115702" y="89986"/>
                  </a:lnTo>
                  <a:lnTo>
                    <a:pt x="111667" y="85957"/>
                  </a:lnTo>
                  <a:lnTo>
                    <a:pt x="108976" y="88643"/>
                  </a:lnTo>
                  <a:lnTo>
                    <a:pt x="107630" y="92672"/>
                  </a:lnTo>
                  <a:lnTo>
                    <a:pt x="110321" y="99388"/>
                  </a:lnTo>
                  <a:lnTo>
                    <a:pt x="108976" y="103417"/>
                  </a:lnTo>
                  <a:lnTo>
                    <a:pt x="110321" y="106103"/>
                  </a:lnTo>
                  <a:lnTo>
                    <a:pt x="110321" y="115505"/>
                  </a:lnTo>
                  <a:lnTo>
                    <a:pt x="107630" y="116848"/>
                  </a:lnTo>
                  <a:lnTo>
                    <a:pt x="103594" y="115505"/>
                  </a:lnTo>
                  <a:lnTo>
                    <a:pt x="102249" y="112819"/>
                  </a:lnTo>
                  <a:lnTo>
                    <a:pt x="98213" y="110132"/>
                  </a:lnTo>
                  <a:lnTo>
                    <a:pt x="88795" y="100731"/>
                  </a:lnTo>
                  <a:lnTo>
                    <a:pt x="96867" y="95359"/>
                  </a:lnTo>
                  <a:lnTo>
                    <a:pt x="91486" y="91329"/>
                  </a:lnTo>
                  <a:lnTo>
                    <a:pt x="90140" y="88643"/>
                  </a:lnTo>
                  <a:lnTo>
                    <a:pt x="92831" y="87300"/>
                  </a:lnTo>
                  <a:lnTo>
                    <a:pt x="90140" y="83271"/>
                  </a:lnTo>
                  <a:lnTo>
                    <a:pt x="87449" y="79242"/>
                  </a:lnTo>
                  <a:lnTo>
                    <a:pt x="84759" y="79242"/>
                  </a:lnTo>
                  <a:lnTo>
                    <a:pt x="84759" y="76556"/>
                  </a:lnTo>
                  <a:lnTo>
                    <a:pt x="82068" y="76556"/>
                  </a:lnTo>
                  <a:lnTo>
                    <a:pt x="76687" y="80585"/>
                  </a:lnTo>
                  <a:lnTo>
                    <a:pt x="73996" y="81928"/>
                  </a:lnTo>
                  <a:lnTo>
                    <a:pt x="69960" y="85957"/>
                  </a:lnTo>
                  <a:lnTo>
                    <a:pt x="67269" y="87300"/>
                  </a:lnTo>
                  <a:lnTo>
                    <a:pt x="63233" y="94015"/>
                  </a:lnTo>
                  <a:lnTo>
                    <a:pt x="60542" y="94015"/>
                  </a:lnTo>
                  <a:lnTo>
                    <a:pt x="57851" y="96702"/>
                  </a:lnTo>
                  <a:lnTo>
                    <a:pt x="57851" y="99388"/>
                  </a:lnTo>
                  <a:lnTo>
                    <a:pt x="52470" y="100731"/>
                  </a:lnTo>
                  <a:lnTo>
                    <a:pt x="48434" y="99388"/>
                  </a:lnTo>
                  <a:lnTo>
                    <a:pt x="49779" y="99388"/>
                  </a:lnTo>
                  <a:lnTo>
                    <a:pt x="49779" y="94015"/>
                  </a:lnTo>
                  <a:lnTo>
                    <a:pt x="51125" y="91329"/>
                  </a:lnTo>
                  <a:lnTo>
                    <a:pt x="47088" y="84614"/>
                  </a:lnTo>
                  <a:lnTo>
                    <a:pt x="53815" y="83271"/>
                  </a:lnTo>
                  <a:lnTo>
                    <a:pt x="48434" y="77899"/>
                  </a:lnTo>
                  <a:lnTo>
                    <a:pt x="40361" y="77899"/>
                  </a:lnTo>
                  <a:lnTo>
                    <a:pt x="28253" y="71183"/>
                  </a:lnTo>
                  <a:lnTo>
                    <a:pt x="25562" y="63125"/>
                  </a:lnTo>
                  <a:lnTo>
                    <a:pt x="28253" y="60438"/>
                  </a:lnTo>
                  <a:lnTo>
                    <a:pt x="28253" y="55066"/>
                  </a:lnTo>
                  <a:lnTo>
                    <a:pt x="17490" y="45665"/>
                  </a:lnTo>
                  <a:lnTo>
                    <a:pt x="17490" y="40292"/>
                  </a:lnTo>
                  <a:lnTo>
                    <a:pt x="18836" y="34920"/>
                  </a:lnTo>
                  <a:lnTo>
                    <a:pt x="14799" y="29548"/>
                  </a:lnTo>
                  <a:lnTo>
                    <a:pt x="4036" y="2820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65" name="Freeform 664">
              <a:extLst>
                <a:ext uri="{FF2B5EF4-FFF2-40B4-BE49-F238E27FC236}">
                  <a16:creationId xmlns:a16="http://schemas.microsoft.com/office/drawing/2014/main" id="{A39D15D1-844C-027A-9428-0CB3B358A6E8}"/>
                </a:ext>
              </a:extLst>
            </p:cNvPr>
            <p:cNvSpPr/>
            <p:nvPr/>
          </p:nvSpPr>
          <p:spPr>
            <a:xfrm>
              <a:off x="8444931" y="3530410"/>
              <a:ext cx="44397" cy="34919"/>
            </a:xfrm>
            <a:custGeom>
              <a:avLst/>
              <a:gdLst>
                <a:gd name="connsiteX0" fmla="*/ 44397 w 44397"/>
                <a:gd name="connsiteY0" fmla="*/ 30891 h 34919"/>
                <a:gd name="connsiteX1" fmla="*/ 33634 w 44397"/>
                <a:gd name="connsiteY1" fmla="*/ 13431 h 34919"/>
                <a:gd name="connsiteX2" fmla="*/ 26908 w 44397"/>
                <a:gd name="connsiteY2" fmla="*/ 12088 h 34919"/>
                <a:gd name="connsiteX3" fmla="*/ 22871 w 44397"/>
                <a:gd name="connsiteY3" fmla="*/ 4029 h 34919"/>
                <a:gd name="connsiteX4" fmla="*/ 17490 w 44397"/>
                <a:gd name="connsiteY4" fmla="*/ 4029 h 34919"/>
                <a:gd name="connsiteX5" fmla="*/ 14799 w 44397"/>
                <a:gd name="connsiteY5" fmla="*/ 5372 h 34919"/>
                <a:gd name="connsiteX6" fmla="*/ 8072 w 44397"/>
                <a:gd name="connsiteY6" fmla="*/ 0 h 34919"/>
                <a:gd name="connsiteX7" fmla="*/ 4036 w 44397"/>
                <a:gd name="connsiteY7" fmla="*/ 1343 h 34919"/>
                <a:gd name="connsiteX8" fmla="*/ 0 w 44397"/>
                <a:gd name="connsiteY8" fmla="*/ 1343 h 34919"/>
                <a:gd name="connsiteX9" fmla="*/ 0 w 44397"/>
                <a:gd name="connsiteY9" fmla="*/ 4029 h 34919"/>
                <a:gd name="connsiteX10" fmla="*/ 1345 w 44397"/>
                <a:gd name="connsiteY10" fmla="*/ 4029 h 34919"/>
                <a:gd name="connsiteX11" fmla="*/ 5381 w 44397"/>
                <a:gd name="connsiteY11" fmla="*/ 8058 h 34919"/>
                <a:gd name="connsiteX12" fmla="*/ 9417 w 44397"/>
                <a:gd name="connsiteY12" fmla="*/ 8058 h 34919"/>
                <a:gd name="connsiteX13" fmla="*/ 10763 w 44397"/>
                <a:gd name="connsiteY13" fmla="*/ 12088 h 34919"/>
                <a:gd name="connsiteX14" fmla="*/ 10763 w 44397"/>
                <a:gd name="connsiteY14" fmla="*/ 16117 h 34919"/>
                <a:gd name="connsiteX15" fmla="*/ 21526 w 44397"/>
                <a:gd name="connsiteY15" fmla="*/ 22832 h 34919"/>
                <a:gd name="connsiteX16" fmla="*/ 22871 w 44397"/>
                <a:gd name="connsiteY16" fmla="*/ 26862 h 34919"/>
                <a:gd name="connsiteX17" fmla="*/ 29598 w 44397"/>
                <a:gd name="connsiteY17" fmla="*/ 30891 h 34919"/>
                <a:gd name="connsiteX18" fmla="*/ 36325 w 44397"/>
                <a:gd name="connsiteY18" fmla="*/ 30891 h 34919"/>
                <a:gd name="connsiteX19" fmla="*/ 43052 w 44397"/>
                <a:gd name="connsiteY19" fmla="*/ 34920 h 34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4397" h="34919">
                  <a:moveTo>
                    <a:pt x="44397" y="30891"/>
                  </a:moveTo>
                  <a:lnTo>
                    <a:pt x="33634" y="13431"/>
                  </a:lnTo>
                  <a:lnTo>
                    <a:pt x="26908" y="12088"/>
                  </a:lnTo>
                  <a:lnTo>
                    <a:pt x="22871" y="4029"/>
                  </a:lnTo>
                  <a:lnTo>
                    <a:pt x="17490" y="4029"/>
                  </a:lnTo>
                  <a:lnTo>
                    <a:pt x="14799" y="5372"/>
                  </a:lnTo>
                  <a:lnTo>
                    <a:pt x="8072" y="0"/>
                  </a:lnTo>
                  <a:lnTo>
                    <a:pt x="4036" y="1343"/>
                  </a:lnTo>
                  <a:lnTo>
                    <a:pt x="0" y="1343"/>
                  </a:lnTo>
                  <a:lnTo>
                    <a:pt x="0" y="4029"/>
                  </a:lnTo>
                  <a:lnTo>
                    <a:pt x="1345" y="4029"/>
                  </a:lnTo>
                  <a:lnTo>
                    <a:pt x="5381" y="8058"/>
                  </a:lnTo>
                  <a:lnTo>
                    <a:pt x="9417" y="8058"/>
                  </a:lnTo>
                  <a:lnTo>
                    <a:pt x="10763" y="12088"/>
                  </a:lnTo>
                  <a:lnTo>
                    <a:pt x="10763" y="16117"/>
                  </a:lnTo>
                  <a:lnTo>
                    <a:pt x="21526" y="22832"/>
                  </a:lnTo>
                  <a:lnTo>
                    <a:pt x="22871" y="26862"/>
                  </a:lnTo>
                  <a:lnTo>
                    <a:pt x="29598" y="30891"/>
                  </a:lnTo>
                  <a:lnTo>
                    <a:pt x="36325" y="30891"/>
                  </a:lnTo>
                  <a:lnTo>
                    <a:pt x="43052" y="3492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666" name="Freeform 665">
            <a:extLst>
              <a:ext uri="{FF2B5EF4-FFF2-40B4-BE49-F238E27FC236}">
                <a16:creationId xmlns:a16="http://schemas.microsoft.com/office/drawing/2014/main" id="{66E3D18C-A5D4-F1DA-8B7F-89E453C65321}"/>
              </a:ext>
            </a:extLst>
          </p:cNvPr>
          <p:cNvSpPr/>
          <p:nvPr/>
        </p:nvSpPr>
        <p:spPr>
          <a:xfrm>
            <a:off x="8432823" y="3534439"/>
            <a:ext cx="532769" cy="427098"/>
          </a:xfrm>
          <a:custGeom>
            <a:avLst/>
            <a:gdLst>
              <a:gd name="connsiteX0" fmla="*/ 12109 w 532769"/>
              <a:gd name="connsiteY0" fmla="*/ 0 h 427098"/>
              <a:gd name="connsiteX1" fmla="*/ 13454 w 532769"/>
              <a:gd name="connsiteY1" fmla="*/ 0 h 427098"/>
              <a:gd name="connsiteX2" fmla="*/ 17490 w 532769"/>
              <a:gd name="connsiteY2" fmla="*/ 4029 h 427098"/>
              <a:gd name="connsiteX3" fmla="*/ 21526 w 532769"/>
              <a:gd name="connsiteY3" fmla="*/ 4029 h 427098"/>
              <a:gd name="connsiteX4" fmla="*/ 22872 w 532769"/>
              <a:gd name="connsiteY4" fmla="*/ 8059 h 427098"/>
              <a:gd name="connsiteX5" fmla="*/ 22872 w 532769"/>
              <a:gd name="connsiteY5" fmla="*/ 12088 h 427098"/>
              <a:gd name="connsiteX6" fmla="*/ 33634 w 532769"/>
              <a:gd name="connsiteY6" fmla="*/ 18803 h 427098"/>
              <a:gd name="connsiteX7" fmla="*/ 34980 w 532769"/>
              <a:gd name="connsiteY7" fmla="*/ 22832 h 427098"/>
              <a:gd name="connsiteX8" fmla="*/ 41707 w 532769"/>
              <a:gd name="connsiteY8" fmla="*/ 26862 h 427098"/>
              <a:gd name="connsiteX9" fmla="*/ 48434 w 532769"/>
              <a:gd name="connsiteY9" fmla="*/ 26862 h 427098"/>
              <a:gd name="connsiteX10" fmla="*/ 55161 w 532769"/>
              <a:gd name="connsiteY10" fmla="*/ 30891 h 427098"/>
              <a:gd name="connsiteX11" fmla="*/ 56506 w 532769"/>
              <a:gd name="connsiteY11" fmla="*/ 26862 h 427098"/>
              <a:gd name="connsiteX12" fmla="*/ 56506 w 532769"/>
              <a:gd name="connsiteY12" fmla="*/ 26862 h 427098"/>
              <a:gd name="connsiteX13" fmla="*/ 61887 w 532769"/>
              <a:gd name="connsiteY13" fmla="*/ 25519 h 427098"/>
              <a:gd name="connsiteX14" fmla="*/ 65924 w 532769"/>
              <a:gd name="connsiteY14" fmla="*/ 26862 h 427098"/>
              <a:gd name="connsiteX15" fmla="*/ 71305 w 532769"/>
              <a:gd name="connsiteY15" fmla="*/ 25519 h 427098"/>
              <a:gd name="connsiteX16" fmla="*/ 71305 w 532769"/>
              <a:gd name="connsiteY16" fmla="*/ 22832 h 427098"/>
              <a:gd name="connsiteX17" fmla="*/ 73996 w 532769"/>
              <a:gd name="connsiteY17" fmla="*/ 20146 h 427098"/>
              <a:gd name="connsiteX18" fmla="*/ 76687 w 532769"/>
              <a:gd name="connsiteY18" fmla="*/ 20146 h 427098"/>
              <a:gd name="connsiteX19" fmla="*/ 80723 w 532769"/>
              <a:gd name="connsiteY19" fmla="*/ 13431 h 427098"/>
              <a:gd name="connsiteX20" fmla="*/ 83414 w 532769"/>
              <a:gd name="connsiteY20" fmla="*/ 12088 h 427098"/>
              <a:gd name="connsiteX21" fmla="*/ 87449 w 532769"/>
              <a:gd name="connsiteY21" fmla="*/ 8059 h 427098"/>
              <a:gd name="connsiteX22" fmla="*/ 90140 w 532769"/>
              <a:gd name="connsiteY22" fmla="*/ 6715 h 427098"/>
              <a:gd name="connsiteX23" fmla="*/ 95522 w 532769"/>
              <a:gd name="connsiteY23" fmla="*/ 2686 h 427098"/>
              <a:gd name="connsiteX24" fmla="*/ 98213 w 532769"/>
              <a:gd name="connsiteY24" fmla="*/ 2686 h 427098"/>
              <a:gd name="connsiteX25" fmla="*/ 98213 w 532769"/>
              <a:gd name="connsiteY25" fmla="*/ 5372 h 427098"/>
              <a:gd name="connsiteX26" fmla="*/ 100903 w 532769"/>
              <a:gd name="connsiteY26" fmla="*/ 5372 h 427098"/>
              <a:gd name="connsiteX27" fmla="*/ 103594 w 532769"/>
              <a:gd name="connsiteY27" fmla="*/ 9402 h 427098"/>
              <a:gd name="connsiteX28" fmla="*/ 106285 w 532769"/>
              <a:gd name="connsiteY28" fmla="*/ 13431 h 427098"/>
              <a:gd name="connsiteX29" fmla="*/ 103594 w 532769"/>
              <a:gd name="connsiteY29" fmla="*/ 14774 h 427098"/>
              <a:gd name="connsiteX30" fmla="*/ 104940 w 532769"/>
              <a:gd name="connsiteY30" fmla="*/ 17460 h 427098"/>
              <a:gd name="connsiteX31" fmla="*/ 110321 w 532769"/>
              <a:gd name="connsiteY31" fmla="*/ 21489 h 427098"/>
              <a:gd name="connsiteX32" fmla="*/ 102249 w 532769"/>
              <a:gd name="connsiteY32" fmla="*/ 26862 h 427098"/>
              <a:gd name="connsiteX33" fmla="*/ 111667 w 532769"/>
              <a:gd name="connsiteY33" fmla="*/ 36263 h 427098"/>
              <a:gd name="connsiteX34" fmla="*/ 115702 w 532769"/>
              <a:gd name="connsiteY34" fmla="*/ 38949 h 427098"/>
              <a:gd name="connsiteX35" fmla="*/ 117048 w 532769"/>
              <a:gd name="connsiteY35" fmla="*/ 41635 h 427098"/>
              <a:gd name="connsiteX36" fmla="*/ 121084 w 532769"/>
              <a:gd name="connsiteY36" fmla="*/ 42979 h 427098"/>
              <a:gd name="connsiteX37" fmla="*/ 123775 w 532769"/>
              <a:gd name="connsiteY37" fmla="*/ 41635 h 427098"/>
              <a:gd name="connsiteX38" fmla="*/ 123775 w 532769"/>
              <a:gd name="connsiteY38" fmla="*/ 42979 h 427098"/>
              <a:gd name="connsiteX39" fmla="*/ 127811 w 532769"/>
              <a:gd name="connsiteY39" fmla="*/ 48351 h 427098"/>
              <a:gd name="connsiteX40" fmla="*/ 127811 w 532769"/>
              <a:gd name="connsiteY40" fmla="*/ 55066 h 427098"/>
              <a:gd name="connsiteX41" fmla="*/ 127811 w 532769"/>
              <a:gd name="connsiteY41" fmla="*/ 60438 h 427098"/>
              <a:gd name="connsiteX42" fmla="*/ 129156 w 532769"/>
              <a:gd name="connsiteY42" fmla="*/ 63125 h 427098"/>
              <a:gd name="connsiteX43" fmla="*/ 133193 w 532769"/>
              <a:gd name="connsiteY43" fmla="*/ 63125 h 427098"/>
              <a:gd name="connsiteX44" fmla="*/ 137229 w 532769"/>
              <a:gd name="connsiteY44" fmla="*/ 68497 h 427098"/>
              <a:gd name="connsiteX45" fmla="*/ 143955 w 532769"/>
              <a:gd name="connsiteY45" fmla="*/ 68497 h 427098"/>
              <a:gd name="connsiteX46" fmla="*/ 147991 w 532769"/>
              <a:gd name="connsiteY46" fmla="*/ 69840 h 427098"/>
              <a:gd name="connsiteX47" fmla="*/ 154718 w 532769"/>
              <a:gd name="connsiteY47" fmla="*/ 68497 h 427098"/>
              <a:gd name="connsiteX48" fmla="*/ 160100 w 532769"/>
              <a:gd name="connsiteY48" fmla="*/ 72526 h 427098"/>
              <a:gd name="connsiteX49" fmla="*/ 164136 w 532769"/>
              <a:gd name="connsiteY49" fmla="*/ 72526 h 427098"/>
              <a:gd name="connsiteX50" fmla="*/ 165482 w 532769"/>
              <a:gd name="connsiteY50" fmla="*/ 77899 h 427098"/>
              <a:gd name="connsiteX51" fmla="*/ 169518 w 532769"/>
              <a:gd name="connsiteY51" fmla="*/ 83271 h 427098"/>
              <a:gd name="connsiteX52" fmla="*/ 182971 w 532769"/>
              <a:gd name="connsiteY52" fmla="*/ 88643 h 427098"/>
              <a:gd name="connsiteX53" fmla="*/ 188353 w 532769"/>
              <a:gd name="connsiteY53" fmla="*/ 88643 h 427098"/>
              <a:gd name="connsiteX54" fmla="*/ 204497 w 532769"/>
              <a:gd name="connsiteY54" fmla="*/ 92672 h 427098"/>
              <a:gd name="connsiteX55" fmla="*/ 212570 w 532769"/>
              <a:gd name="connsiteY55" fmla="*/ 92672 h 427098"/>
              <a:gd name="connsiteX56" fmla="*/ 230059 w 532769"/>
              <a:gd name="connsiteY56" fmla="*/ 88643 h 427098"/>
              <a:gd name="connsiteX57" fmla="*/ 242168 w 532769"/>
              <a:gd name="connsiteY57" fmla="*/ 85957 h 427098"/>
              <a:gd name="connsiteX58" fmla="*/ 256967 w 532769"/>
              <a:gd name="connsiteY58" fmla="*/ 87300 h 427098"/>
              <a:gd name="connsiteX59" fmla="*/ 263694 w 532769"/>
              <a:gd name="connsiteY59" fmla="*/ 88643 h 427098"/>
              <a:gd name="connsiteX60" fmla="*/ 265039 w 532769"/>
              <a:gd name="connsiteY60" fmla="*/ 81928 h 427098"/>
              <a:gd name="connsiteX61" fmla="*/ 261003 w 532769"/>
              <a:gd name="connsiteY61" fmla="*/ 76556 h 427098"/>
              <a:gd name="connsiteX62" fmla="*/ 258312 w 532769"/>
              <a:gd name="connsiteY62" fmla="*/ 69840 h 427098"/>
              <a:gd name="connsiteX63" fmla="*/ 263694 w 532769"/>
              <a:gd name="connsiteY63" fmla="*/ 67154 h 427098"/>
              <a:gd name="connsiteX64" fmla="*/ 277148 w 532769"/>
              <a:gd name="connsiteY64" fmla="*/ 65811 h 427098"/>
              <a:gd name="connsiteX65" fmla="*/ 278493 w 532769"/>
              <a:gd name="connsiteY65" fmla="*/ 59096 h 427098"/>
              <a:gd name="connsiteX66" fmla="*/ 282529 w 532769"/>
              <a:gd name="connsiteY66" fmla="*/ 55066 h 427098"/>
              <a:gd name="connsiteX67" fmla="*/ 286565 w 532769"/>
              <a:gd name="connsiteY67" fmla="*/ 53723 h 427098"/>
              <a:gd name="connsiteX68" fmla="*/ 297328 w 532769"/>
              <a:gd name="connsiteY68" fmla="*/ 45665 h 427098"/>
              <a:gd name="connsiteX69" fmla="*/ 308092 w 532769"/>
              <a:gd name="connsiteY69" fmla="*/ 42979 h 427098"/>
              <a:gd name="connsiteX70" fmla="*/ 317509 w 532769"/>
              <a:gd name="connsiteY70" fmla="*/ 45665 h 427098"/>
              <a:gd name="connsiteX71" fmla="*/ 320200 w 532769"/>
              <a:gd name="connsiteY71" fmla="*/ 38949 h 427098"/>
              <a:gd name="connsiteX72" fmla="*/ 325581 w 532769"/>
              <a:gd name="connsiteY72" fmla="*/ 37606 h 427098"/>
              <a:gd name="connsiteX73" fmla="*/ 330963 w 532769"/>
              <a:gd name="connsiteY73" fmla="*/ 40292 h 427098"/>
              <a:gd name="connsiteX74" fmla="*/ 336344 w 532769"/>
              <a:gd name="connsiteY74" fmla="*/ 38949 h 427098"/>
              <a:gd name="connsiteX75" fmla="*/ 345762 w 532769"/>
              <a:gd name="connsiteY75" fmla="*/ 47008 h 427098"/>
              <a:gd name="connsiteX76" fmla="*/ 353834 w 532769"/>
              <a:gd name="connsiteY76" fmla="*/ 49694 h 427098"/>
              <a:gd name="connsiteX77" fmla="*/ 368634 w 532769"/>
              <a:gd name="connsiteY77" fmla="*/ 59096 h 427098"/>
              <a:gd name="connsiteX78" fmla="*/ 372670 w 532769"/>
              <a:gd name="connsiteY78" fmla="*/ 59096 h 427098"/>
              <a:gd name="connsiteX79" fmla="*/ 376705 w 532769"/>
              <a:gd name="connsiteY79" fmla="*/ 56409 h 427098"/>
              <a:gd name="connsiteX80" fmla="*/ 387469 w 532769"/>
              <a:gd name="connsiteY80" fmla="*/ 60438 h 427098"/>
              <a:gd name="connsiteX81" fmla="*/ 392850 w 532769"/>
              <a:gd name="connsiteY81" fmla="*/ 60438 h 427098"/>
              <a:gd name="connsiteX82" fmla="*/ 394196 w 532769"/>
              <a:gd name="connsiteY82" fmla="*/ 68497 h 427098"/>
              <a:gd name="connsiteX83" fmla="*/ 396886 w 532769"/>
              <a:gd name="connsiteY83" fmla="*/ 69840 h 427098"/>
              <a:gd name="connsiteX84" fmla="*/ 402268 w 532769"/>
              <a:gd name="connsiteY84" fmla="*/ 69840 h 427098"/>
              <a:gd name="connsiteX85" fmla="*/ 411685 w 532769"/>
              <a:gd name="connsiteY85" fmla="*/ 71183 h 427098"/>
              <a:gd name="connsiteX86" fmla="*/ 422449 w 532769"/>
              <a:gd name="connsiteY86" fmla="*/ 85957 h 427098"/>
              <a:gd name="connsiteX87" fmla="*/ 433211 w 532769"/>
              <a:gd name="connsiteY87" fmla="*/ 87300 h 427098"/>
              <a:gd name="connsiteX88" fmla="*/ 439938 w 532769"/>
              <a:gd name="connsiteY88" fmla="*/ 89986 h 427098"/>
              <a:gd name="connsiteX89" fmla="*/ 443974 w 532769"/>
              <a:gd name="connsiteY89" fmla="*/ 96702 h 427098"/>
              <a:gd name="connsiteX90" fmla="*/ 442629 w 532769"/>
              <a:gd name="connsiteY90" fmla="*/ 100731 h 427098"/>
              <a:gd name="connsiteX91" fmla="*/ 445320 w 532769"/>
              <a:gd name="connsiteY91" fmla="*/ 107446 h 427098"/>
              <a:gd name="connsiteX92" fmla="*/ 445320 w 532769"/>
              <a:gd name="connsiteY92" fmla="*/ 111475 h 427098"/>
              <a:gd name="connsiteX93" fmla="*/ 446665 w 532769"/>
              <a:gd name="connsiteY93" fmla="*/ 115505 h 427098"/>
              <a:gd name="connsiteX94" fmla="*/ 446665 w 532769"/>
              <a:gd name="connsiteY94" fmla="*/ 123563 h 427098"/>
              <a:gd name="connsiteX95" fmla="*/ 446665 w 532769"/>
              <a:gd name="connsiteY95" fmla="*/ 126249 h 427098"/>
              <a:gd name="connsiteX96" fmla="*/ 445320 w 532769"/>
              <a:gd name="connsiteY96" fmla="*/ 130279 h 427098"/>
              <a:gd name="connsiteX97" fmla="*/ 449356 w 532769"/>
              <a:gd name="connsiteY97" fmla="*/ 135651 h 427098"/>
              <a:gd name="connsiteX98" fmla="*/ 448011 w 532769"/>
              <a:gd name="connsiteY98" fmla="*/ 136994 h 427098"/>
              <a:gd name="connsiteX99" fmla="*/ 448011 w 532769"/>
              <a:gd name="connsiteY99" fmla="*/ 139680 h 427098"/>
              <a:gd name="connsiteX100" fmla="*/ 441284 w 532769"/>
              <a:gd name="connsiteY100" fmla="*/ 143709 h 427098"/>
              <a:gd name="connsiteX101" fmla="*/ 435902 w 532769"/>
              <a:gd name="connsiteY101" fmla="*/ 146396 h 427098"/>
              <a:gd name="connsiteX102" fmla="*/ 437247 w 532769"/>
              <a:gd name="connsiteY102" fmla="*/ 149082 h 427098"/>
              <a:gd name="connsiteX103" fmla="*/ 442629 w 532769"/>
              <a:gd name="connsiteY103" fmla="*/ 153111 h 427098"/>
              <a:gd name="connsiteX104" fmla="*/ 437247 w 532769"/>
              <a:gd name="connsiteY104" fmla="*/ 159826 h 427098"/>
              <a:gd name="connsiteX105" fmla="*/ 438593 w 532769"/>
              <a:gd name="connsiteY105" fmla="*/ 161169 h 427098"/>
              <a:gd name="connsiteX106" fmla="*/ 439938 w 532769"/>
              <a:gd name="connsiteY106" fmla="*/ 170571 h 427098"/>
              <a:gd name="connsiteX107" fmla="*/ 439938 w 532769"/>
              <a:gd name="connsiteY107" fmla="*/ 174600 h 427098"/>
              <a:gd name="connsiteX108" fmla="*/ 449356 w 532769"/>
              <a:gd name="connsiteY108" fmla="*/ 177286 h 427098"/>
              <a:gd name="connsiteX109" fmla="*/ 450701 w 532769"/>
              <a:gd name="connsiteY109" fmla="*/ 177286 h 427098"/>
              <a:gd name="connsiteX110" fmla="*/ 442629 w 532769"/>
              <a:gd name="connsiteY110" fmla="*/ 186688 h 427098"/>
              <a:gd name="connsiteX111" fmla="*/ 441284 w 532769"/>
              <a:gd name="connsiteY111" fmla="*/ 193403 h 427098"/>
              <a:gd name="connsiteX112" fmla="*/ 449356 w 532769"/>
              <a:gd name="connsiteY112" fmla="*/ 206834 h 427098"/>
              <a:gd name="connsiteX113" fmla="*/ 452047 w 532769"/>
              <a:gd name="connsiteY113" fmla="*/ 218922 h 427098"/>
              <a:gd name="connsiteX114" fmla="*/ 450701 w 532769"/>
              <a:gd name="connsiteY114" fmla="*/ 222951 h 427098"/>
              <a:gd name="connsiteX115" fmla="*/ 453392 w 532769"/>
              <a:gd name="connsiteY115" fmla="*/ 228323 h 427098"/>
              <a:gd name="connsiteX116" fmla="*/ 453392 w 532769"/>
              <a:gd name="connsiteY116" fmla="*/ 237725 h 427098"/>
              <a:gd name="connsiteX117" fmla="*/ 476264 w 532769"/>
              <a:gd name="connsiteY117" fmla="*/ 237725 h 427098"/>
              <a:gd name="connsiteX118" fmla="*/ 480300 w 532769"/>
              <a:gd name="connsiteY118" fmla="*/ 247126 h 427098"/>
              <a:gd name="connsiteX119" fmla="*/ 480300 w 532769"/>
              <a:gd name="connsiteY119" fmla="*/ 253842 h 427098"/>
              <a:gd name="connsiteX120" fmla="*/ 482991 w 532769"/>
              <a:gd name="connsiteY120" fmla="*/ 264586 h 427098"/>
              <a:gd name="connsiteX121" fmla="*/ 480300 w 532769"/>
              <a:gd name="connsiteY121" fmla="*/ 267272 h 427098"/>
              <a:gd name="connsiteX122" fmla="*/ 461464 w 532769"/>
              <a:gd name="connsiteY122" fmla="*/ 294134 h 427098"/>
              <a:gd name="connsiteX123" fmla="*/ 474918 w 532769"/>
              <a:gd name="connsiteY123" fmla="*/ 311594 h 427098"/>
              <a:gd name="connsiteX124" fmla="*/ 477609 w 532769"/>
              <a:gd name="connsiteY124" fmla="*/ 318309 h 427098"/>
              <a:gd name="connsiteX125" fmla="*/ 484336 w 532769"/>
              <a:gd name="connsiteY125" fmla="*/ 325025 h 427098"/>
              <a:gd name="connsiteX126" fmla="*/ 491062 w 532769"/>
              <a:gd name="connsiteY126" fmla="*/ 327711 h 427098"/>
              <a:gd name="connsiteX127" fmla="*/ 493753 w 532769"/>
              <a:gd name="connsiteY127" fmla="*/ 330397 h 427098"/>
              <a:gd name="connsiteX128" fmla="*/ 501826 w 532769"/>
              <a:gd name="connsiteY128" fmla="*/ 331740 h 427098"/>
              <a:gd name="connsiteX129" fmla="*/ 507207 w 532769"/>
              <a:gd name="connsiteY129" fmla="*/ 333083 h 427098"/>
              <a:gd name="connsiteX130" fmla="*/ 507207 w 532769"/>
              <a:gd name="connsiteY130" fmla="*/ 335769 h 427098"/>
              <a:gd name="connsiteX131" fmla="*/ 515280 w 532769"/>
              <a:gd name="connsiteY131" fmla="*/ 337112 h 427098"/>
              <a:gd name="connsiteX132" fmla="*/ 515280 w 532769"/>
              <a:gd name="connsiteY132" fmla="*/ 345171 h 427098"/>
              <a:gd name="connsiteX133" fmla="*/ 516625 w 532769"/>
              <a:gd name="connsiteY133" fmla="*/ 351886 h 427098"/>
              <a:gd name="connsiteX134" fmla="*/ 516625 w 532769"/>
              <a:gd name="connsiteY134" fmla="*/ 358602 h 427098"/>
              <a:gd name="connsiteX135" fmla="*/ 517970 w 532769"/>
              <a:gd name="connsiteY135" fmla="*/ 363974 h 427098"/>
              <a:gd name="connsiteX136" fmla="*/ 524697 w 532769"/>
              <a:gd name="connsiteY136" fmla="*/ 362631 h 427098"/>
              <a:gd name="connsiteX137" fmla="*/ 531424 w 532769"/>
              <a:gd name="connsiteY137" fmla="*/ 368003 h 427098"/>
              <a:gd name="connsiteX138" fmla="*/ 532769 w 532769"/>
              <a:gd name="connsiteY138" fmla="*/ 377405 h 427098"/>
              <a:gd name="connsiteX139" fmla="*/ 528733 w 532769"/>
              <a:gd name="connsiteY139" fmla="*/ 381434 h 427098"/>
              <a:gd name="connsiteX140" fmla="*/ 522006 w 532769"/>
              <a:gd name="connsiteY140" fmla="*/ 378748 h 427098"/>
              <a:gd name="connsiteX141" fmla="*/ 508553 w 532769"/>
              <a:gd name="connsiteY141" fmla="*/ 382777 h 427098"/>
              <a:gd name="connsiteX142" fmla="*/ 507207 w 532769"/>
              <a:gd name="connsiteY142" fmla="*/ 385463 h 427098"/>
              <a:gd name="connsiteX143" fmla="*/ 499135 w 532769"/>
              <a:gd name="connsiteY143" fmla="*/ 388149 h 427098"/>
              <a:gd name="connsiteX144" fmla="*/ 496444 w 532769"/>
              <a:gd name="connsiteY144" fmla="*/ 393522 h 427098"/>
              <a:gd name="connsiteX145" fmla="*/ 497789 w 532769"/>
              <a:gd name="connsiteY145" fmla="*/ 397551 h 427098"/>
              <a:gd name="connsiteX146" fmla="*/ 493753 w 532769"/>
              <a:gd name="connsiteY146" fmla="*/ 402923 h 427098"/>
              <a:gd name="connsiteX147" fmla="*/ 496444 w 532769"/>
              <a:gd name="connsiteY147" fmla="*/ 409638 h 427098"/>
              <a:gd name="connsiteX148" fmla="*/ 495099 w 532769"/>
              <a:gd name="connsiteY148" fmla="*/ 419040 h 427098"/>
              <a:gd name="connsiteX149" fmla="*/ 495099 w 532769"/>
              <a:gd name="connsiteY149" fmla="*/ 423069 h 427098"/>
              <a:gd name="connsiteX150" fmla="*/ 493753 w 532769"/>
              <a:gd name="connsiteY150" fmla="*/ 423069 h 427098"/>
              <a:gd name="connsiteX151" fmla="*/ 492408 w 532769"/>
              <a:gd name="connsiteY151" fmla="*/ 425756 h 427098"/>
              <a:gd name="connsiteX152" fmla="*/ 488372 w 532769"/>
              <a:gd name="connsiteY152" fmla="*/ 427099 h 427098"/>
              <a:gd name="connsiteX153" fmla="*/ 480300 w 532769"/>
              <a:gd name="connsiteY153" fmla="*/ 424412 h 427098"/>
              <a:gd name="connsiteX154" fmla="*/ 473573 w 532769"/>
              <a:gd name="connsiteY154" fmla="*/ 421726 h 427098"/>
              <a:gd name="connsiteX155" fmla="*/ 470882 w 532769"/>
              <a:gd name="connsiteY155" fmla="*/ 417697 h 427098"/>
              <a:gd name="connsiteX156" fmla="*/ 466846 w 532769"/>
              <a:gd name="connsiteY156" fmla="*/ 417697 h 427098"/>
              <a:gd name="connsiteX157" fmla="*/ 466846 w 532769"/>
              <a:gd name="connsiteY157" fmla="*/ 423069 h 427098"/>
              <a:gd name="connsiteX158" fmla="*/ 464155 w 532769"/>
              <a:gd name="connsiteY158" fmla="*/ 423069 h 427098"/>
              <a:gd name="connsiteX159" fmla="*/ 460119 w 532769"/>
              <a:gd name="connsiteY159" fmla="*/ 419040 h 427098"/>
              <a:gd name="connsiteX160" fmla="*/ 458774 w 532769"/>
              <a:gd name="connsiteY160" fmla="*/ 420383 h 427098"/>
              <a:gd name="connsiteX161" fmla="*/ 453392 w 532769"/>
              <a:gd name="connsiteY161" fmla="*/ 419040 h 427098"/>
              <a:gd name="connsiteX162" fmla="*/ 442629 w 532769"/>
              <a:gd name="connsiteY162" fmla="*/ 419040 h 427098"/>
              <a:gd name="connsiteX163" fmla="*/ 434557 w 532769"/>
              <a:gd name="connsiteY163" fmla="*/ 415011 h 427098"/>
              <a:gd name="connsiteX164" fmla="*/ 419758 w 532769"/>
              <a:gd name="connsiteY164" fmla="*/ 416354 h 427098"/>
              <a:gd name="connsiteX165" fmla="*/ 413031 w 532769"/>
              <a:gd name="connsiteY165" fmla="*/ 409638 h 427098"/>
              <a:gd name="connsiteX166" fmla="*/ 411685 w 532769"/>
              <a:gd name="connsiteY166" fmla="*/ 409638 h 427098"/>
              <a:gd name="connsiteX167" fmla="*/ 404958 w 532769"/>
              <a:gd name="connsiteY167" fmla="*/ 413668 h 427098"/>
              <a:gd name="connsiteX168" fmla="*/ 399577 w 532769"/>
              <a:gd name="connsiteY168" fmla="*/ 410982 h 427098"/>
              <a:gd name="connsiteX169" fmla="*/ 394196 w 532769"/>
              <a:gd name="connsiteY169" fmla="*/ 410982 h 427098"/>
              <a:gd name="connsiteX170" fmla="*/ 380742 w 532769"/>
              <a:gd name="connsiteY170" fmla="*/ 410982 h 427098"/>
              <a:gd name="connsiteX171" fmla="*/ 379396 w 532769"/>
              <a:gd name="connsiteY171" fmla="*/ 408296 h 427098"/>
              <a:gd name="connsiteX172" fmla="*/ 376705 w 532769"/>
              <a:gd name="connsiteY172" fmla="*/ 405609 h 427098"/>
              <a:gd name="connsiteX173" fmla="*/ 376705 w 532769"/>
              <a:gd name="connsiteY173" fmla="*/ 398894 h 427098"/>
              <a:gd name="connsiteX174" fmla="*/ 371324 w 532769"/>
              <a:gd name="connsiteY174" fmla="*/ 389492 h 427098"/>
              <a:gd name="connsiteX175" fmla="*/ 368634 w 532769"/>
              <a:gd name="connsiteY175" fmla="*/ 380091 h 427098"/>
              <a:gd name="connsiteX176" fmla="*/ 363252 w 532769"/>
              <a:gd name="connsiteY176" fmla="*/ 373375 h 427098"/>
              <a:gd name="connsiteX177" fmla="*/ 363252 w 532769"/>
              <a:gd name="connsiteY177" fmla="*/ 370689 h 427098"/>
              <a:gd name="connsiteX178" fmla="*/ 360561 w 532769"/>
              <a:gd name="connsiteY178" fmla="*/ 370689 h 427098"/>
              <a:gd name="connsiteX179" fmla="*/ 360561 w 532769"/>
              <a:gd name="connsiteY179" fmla="*/ 369346 h 427098"/>
              <a:gd name="connsiteX180" fmla="*/ 352489 w 532769"/>
              <a:gd name="connsiteY180" fmla="*/ 368003 h 427098"/>
              <a:gd name="connsiteX181" fmla="*/ 347107 w 532769"/>
              <a:gd name="connsiteY181" fmla="*/ 369346 h 427098"/>
              <a:gd name="connsiteX182" fmla="*/ 340381 w 532769"/>
              <a:gd name="connsiteY182" fmla="*/ 374719 h 427098"/>
              <a:gd name="connsiteX183" fmla="*/ 334999 w 532769"/>
              <a:gd name="connsiteY183" fmla="*/ 374719 h 427098"/>
              <a:gd name="connsiteX184" fmla="*/ 333654 w 532769"/>
              <a:gd name="connsiteY184" fmla="*/ 372032 h 427098"/>
              <a:gd name="connsiteX185" fmla="*/ 333654 w 532769"/>
              <a:gd name="connsiteY185" fmla="*/ 376062 h 427098"/>
              <a:gd name="connsiteX186" fmla="*/ 322890 w 532769"/>
              <a:gd name="connsiteY186" fmla="*/ 382777 h 427098"/>
              <a:gd name="connsiteX187" fmla="*/ 313473 w 532769"/>
              <a:gd name="connsiteY187" fmla="*/ 389492 h 427098"/>
              <a:gd name="connsiteX188" fmla="*/ 304055 w 532769"/>
              <a:gd name="connsiteY188" fmla="*/ 382777 h 427098"/>
              <a:gd name="connsiteX189" fmla="*/ 294638 w 532769"/>
              <a:gd name="connsiteY189" fmla="*/ 380091 h 427098"/>
              <a:gd name="connsiteX190" fmla="*/ 289256 w 532769"/>
              <a:gd name="connsiteY190" fmla="*/ 381434 h 427098"/>
              <a:gd name="connsiteX191" fmla="*/ 286565 w 532769"/>
              <a:gd name="connsiteY191" fmla="*/ 382777 h 427098"/>
              <a:gd name="connsiteX192" fmla="*/ 277148 w 532769"/>
              <a:gd name="connsiteY192" fmla="*/ 374719 h 427098"/>
              <a:gd name="connsiteX193" fmla="*/ 273112 w 532769"/>
              <a:gd name="connsiteY193" fmla="*/ 374719 h 427098"/>
              <a:gd name="connsiteX194" fmla="*/ 269075 w 532769"/>
              <a:gd name="connsiteY194" fmla="*/ 372032 h 427098"/>
              <a:gd name="connsiteX195" fmla="*/ 262348 w 532769"/>
              <a:gd name="connsiteY195" fmla="*/ 370689 h 427098"/>
              <a:gd name="connsiteX196" fmla="*/ 254277 w 532769"/>
              <a:gd name="connsiteY196" fmla="*/ 362631 h 427098"/>
              <a:gd name="connsiteX197" fmla="*/ 258312 w 532769"/>
              <a:gd name="connsiteY197" fmla="*/ 358602 h 427098"/>
              <a:gd name="connsiteX198" fmla="*/ 256967 w 532769"/>
              <a:gd name="connsiteY198" fmla="*/ 357259 h 427098"/>
              <a:gd name="connsiteX199" fmla="*/ 252931 w 532769"/>
              <a:gd name="connsiteY199" fmla="*/ 355915 h 427098"/>
              <a:gd name="connsiteX200" fmla="*/ 251586 w 532769"/>
              <a:gd name="connsiteY200" fmla="*/ 354572 h 427098"/>
              <a:gd name="connsiteX201" fmla="*/ 243513 w 532769"/>
              <a:gd name="connsiteY201" fmla="*/ 354572 h 427098"/>
              <a:gd name="connsiteX202" fmla="*/ 239477 w 532769"/>
              <a:gd name="connsiteY202" fmla="*/ 351886 h 427098"/>
              <a:gd name="connsiteX203" fmla="*/ 234096 w 532769"/>
              <a:gd name="connsiteY203" fmla="*/ 349200 h 427098"/>
              <a:gd name="connsiteX204" fmla="*/ 224678 w 532769"/>
              <a:gd name="connsiteY204" fmla="*/ 350543 h 427098"/>
              <a:gd name="connsiteX205" fmla="*/ 219297 w 532769"/>
              <a:gd name="connsiteY205" fmla="*/ 346514 h 427098"/>
              <a:gd name="connsiteX206" fmla="*/ 211224 w 532769"/>
              <a:gd name="connsiteY206" fmla="*/ 329054 h 427098"/>
              <a:gd name="connsiteX207" fmla="*/ 209879 w 532769"/>
              <a:gd name="connsiteY207" fmla="*/ 325025 h 427098"/>
              <a:gd name="connsiteX208" fmla="*/ 207188 w 532769"/>
              <a:gd name="connsiteY208" fmla="*/ 326368 h 427098"/>
              <a:gd name="connsiteX209" fmla="*/ 203152 w 532769"/>
              <a:gd name="connsiteY209" fmla="*/ 322338 h 427098"/>
              <a:gd name="connsiteX210" fmla="*/ 204497 w 532769"/>
              <a:gd name="connsiteY210" fmla="*/ 320996 h 427098"/>
              <a:gd name="connsiteX211" fmla="*/ 205843 w 532769"/>
              <a:gd name="connsiteY211" fmla="*/ 322338 h 427098"/>
              <a:gd name="connsiteX212" fmla="*/ 207188 w 532769"/>
              <a:gd name="connsiteY212" fmla="*/ 322338 h 427098"/>
              <a:gd name="connsiteX213" fmla="*/ 204497 w 532769"/>
              <a:gd name="connsiteY213" fmla="*/ 316966 h 427098"/>
              <a:gd name="connsiteX214" fmla="*/ 200461 w 532769"/>
              <a:gd name="connsiteY214" fmla="*/ 318309 h 427098"/>
              <a:gd name="connsiteX215" fmla="*/ 197771 w 532769"/>
              <a:gd name="connsiteY215" fmla="*/ 316966 h 427098"/>
              <a:gd name="connsiteX216" fmla="*/ 197771 w 532769"/>
              <a:gd name="connsiteY216" fmla="*/ 308908 h 427098"/>
              <a:gd name="connsiteX217" fmla="*/ 188353 w 532769"/>
              <a:gd name="connsiteY217" fmla="*/ 296820 h 427098"/>
              <a:gd name="connsiteX218" fmla="*/ 187008 w 532769"/>
              <a:gd name="connsiteY218" fmla="*/ 291448 h 427098"/>
              <a:gd name="connsiteX219" fmla="*/ 181626 w 532769"/>
              <a:gd name="connsiteY219" fmla="*/ 284732 h 427098"/>
              <a:gd name="connsiteX220" fmla="*/ 178935 w 532769"/>
              <a:gd name="connsiteY220" fmla="*/ 283389 h 427098"/>
              <a:gd name="connsiteX221" fmla="*/ 170863 w 532769"/>
              <a:gd name="connsiteY221" fmla="*/ 290105 h 427098"/>
              <a:gd name="connsiteX222" fmla="*/ 168172 w 532769"/>
              <a:gd name="connsiteY222" fmla="*/ 290105 h 427098"/>
              <a:gd name="connsiteX223" fmla="*/ 165482 w 532769"/>
              <a:gd name="connsiteY223" fmla="*/ 284732 h 427098"/>
              <a:gd name="connsiteX224" fmla="*/ 164136 w 532769"/>
              <a:gd name="connsiteY224" fmla="*/ 286075 h 427098"/>
              <a:gd name="connsiteX225" fmla="*/ 157409 w 532769"/>
              <a:gd name="connsiteY225" fmla="*/ 283389 h 427098"/>
              <a:gd name="connsiteX226" fmla="*/ 158755 w 532769"/>
              <a:gd name="connsiteY226" fmla="*/ 280703 h 427098"/>
              <a:gd name="connsiteX227" fmla="*/ 160100 w 532769"/>
              <a:gd name="connsiteY227" fmla="*/ 278017 h 427098"/>
              <a:gd name="connsiteX228" fmla="*/ 158755 w 532769"/>
              <a:gd name="connsiteY228" fmla="*/ 279360 h 427098"/>
              <a:gd name="connsiteX229" fmla="*/ 154718 w 532769"/>
              <a:gd name="connsiteY229" fmla="*/ 279360 h 427098"/>
              <a:gd name="connsiteX230" fmla="*/ 152028 w 532769"/>
              <a:gd name="connsiteY230" fmla="*/ 279360 h 427098"/>
              <a:gd name="connsiteX231" fmla="*/ 156064 w 532769"/>
              <a:gd name="connsiteY231" fmla="*/ 282046 h 427098"/>
              <a:gd name="connsiteX232" fmla="*/ 154718 w 532769"/>
              <a:gd name="connsiteY232" fmla="*/ 287419 h 427098"/>
              <a:gd name="connsiteX233" fmla="*/ 152028 w 532769"/>
              <a:gd name="connsiteY233" fmla="*/ 288762 h 427098"/>
              <a:gd name="connsiteX234" fmla="*/ 149337 w 532769"/>
              <a:gd name="connsiteY234" fmla="*/ 290105 h 427098"/>
              <a:gd name="connsiteX235" fmla="*/ 145301 w 532769"/>
              <a:gd name="connsiteY235" fmla="*/ 284732 h 427098"/>
              <a:gd name="connsiteX236" fmla="*/ 145301 w 532769"/>
              <a:gd name="connsiteY236" fmla="*/ 283389 h 427098"/>
              <a:gd name="connsiteX237" fmla="*/ 142610 w 532769"/>
              <a:gd name="connsiteY237" fmla="*/ 284732 h 427098"/>
              <a:gd name="connsiteX238" fmla="*/ 141265 w 532769"/>
              <a:gd name="connsiteY238" fmla="*/ 282046 h 427098"/>
              <a:gd name="connsiteX239" fmla="*/ 135883 w 532769"/>
              <a:gd name="connsiteY239" fmla="*/ 280703 h 427098"/>
              <a:gd name="connsiteX240" fmla="*/ 130502 w 532769"/>
              <a:gd name="connsiteY240" fmla="*/ 276674 h 427098"/>
              <a:gd name="connsiteX241" fmla="*/ 129156 w 532769"/>
              <a:gd name="connsiteY241" fmla="*/ 260557 h 427098"/>
              <a:gd name="connsiteX242" fmla="*/ 121084 w 532769"/>
              <a:gd name="connsiteY242" fmla="*/ 260557 h 427098"/>
              <a:gd name="connsiteX243" fmla="*/ 118393 w 532769"/>
              <a:gd name="connsiteY243" fmla="*/ 253842 h 427098"/>
              <a:gd name="connsiteX244" fmla="*/ 119739 w 532769"/>
              <a:gd name="connsiteY244" fmla="*/ 247126 h 427098"/>
              <a:gd name="connsiteX245" fmla="*/ 125120 w 532769"/>
              <a:gd name="connsiteY245" fmla="*/ 241754 h 427098"/>
              <a:gd name="connsiteX246" fmla="*/ 119739 w 532769"/>
              <a:gd name="connsiteY246" fmla="*/ 229666 h 427098"/>
              <a:gd name="connsiteX247" fmla="*/ 114357 w 532769"/>
              <a:gd name="connsiteY247" fmla="*/ 226980 h 427098"/>
              <a:gd name="connsiteX248" fmla="*/ 110321 w 532769"/>
              <a:gd name="connsiteY248" fmla="*/ 217579 h 427098"/>
              <a:gd name="connsiteX249" fmla="*/ 106285 w 532769"/>
              <a:gd name="connsiteY249" fmla="*/ 216235 h 427098"/>
              <a:gd name="connsiteX250" fmla="*/ 103594 w 532769"/>
              <a:gd name="connsiteY250" fmla="*/ 217579 h 427098"/>
              <a:gd name="connsiteX251" fmla="*/ 84759 w 532769"/>
              <a:gd name="connsiteY251" fmla="*/ 204148 h 427098"/>
              <a:gd name="connsiteX252" fmla="*/ 79378 w 532769"/>
              <a:gd name="connsiteY252" fmla="*/ 204148 h 427098"/>
              <a:gd name="connsiteX253" fmla="*/ 76687 w 532769"/>
              <a:gd name="connsiteY253" fmla="*/ 206834 h 427098"/>
              <a:gd name="connsiteX254" fmla="*/ 71305 w 532769"/>
              <a:gd name="connsiteY254" fmla="*/ 202805 h 427098"/>
              <a:gd name="connsiteX255" fmla="*/ 72651 w 532769"/>
              <a:gd name="connsiteY255" fmla="*/ 198775 h 427098"/>
              <a:gd name="connsiteX256" fmla="*/ 71305 w 532769"/>
              <a:gd name="connsiteY256" fmla="*/ 197432 h 427098"/>
              <a:gd name="connsiteX257" fmla="*/ 73996 w 532769"/>
              <a:gd name="connsiteY257" fmla="*/ 192060 h 427098"/>
              <a:gd name="connsiteX258" fmla="*/ 68614 w 532769"/>
              <a:gd name="connsiteY258" fmla="*/ 186688 h 427098"/>
              <a:gd name="connsiteX259" fmla="*/ 67269 w 532769"/>
              <a:gd name="connsiteY259" fmla="*/ 184002 h 427098"/>
              <a:gd name="connsiteX260" fmla="*/ 61887 w 532769"/>
              <a:gd name="connsiteY260" fmla="*/ 182659 h 427098"/>
              <a:gd name="connsiteX261" fmla="*/ 57851 w 532769"/>
              <a:gd name="connsiteY261" fmla="*/ 178629 h 427098"/>
              <a:gd name="connsiteX262" fmla="*/ 55161 w 532769"/>
              <a:gd name="connsiteY262" fmla="*/ 178629 h 427098"/>
              <a:gd name="connsiteX263" fmla="*/ 55161 w 532769"/>
              <a:gd name="connsiteY263" fmla="*/ 174600 h 427098"/>
              <a:gd name="connsiteX264" fmla="*/ 56506 w 532769"/>
              <a:gd name="connsiteY264" fmla="*/ 171914 h 427098"/>
              <a:gd name="connsiteX265" fmla="*/ 55161 w 532769"/>
              <a:gd name="connsiteY265" fmla="*/ 169228 h 427098"/>
              <a:gd name="connsiteX266" fmla="*/ 56506 w 532769"/>
              <a:gd name="connsiteY266" fmla="*/ 166542 h 427098"/>
              <a:gd name="connsiteX267" fmla="*/ 56506 w 532769"/>
              <a:gd name="connsiteY267" fmla="*/ 155797 h 427098"/>
              <a:gd name="connsiteX268" fmla="*/ 59197 w 532769"/>
              <a:gd name="connsiteY268" fmla="*/ 154454 h 427098"/>
              <a:gd name="connsiteX269" fmla="*/ 60542 w 532769"/>
              <a:gd name="connsiteY269" fmla="*/ 146396 h 427098"/>
              <a:gd name="connsiteX270" fmla="*/ 64578 w 532769"/>
              <a:gd name="connsiteY270" fmla="*/ 146396 h 427098"/>
              <a:gd name="connsiteX271" fmla="*/ 67269 w 532769"/>
              <a:gd name="connsiteY271" fmla="*/ 145052 h 427098"/>
              <a:gd name="connsiteX272" fmla="*/ 67269 w 532769"/>
              <a:gd name="connsiteY272" fmla="*/ 135651 h 427098"/>
              <a:gd name="connsiteX273" fmla="*/ 64578 w 532769"/>
              <a:gd name="connsiteY273" fmla="*/ 134308 h 427098"/>
              <a:gd name="connsiteX274" fmla="*/ 64578 w 532769"/>
              <a:gd name="connsiteY274" fmla="*/ 127592 h 427098"/>
              <a:gd name="connsiteX275" fmla="*/ 67269 w 532769"/>
              <a:gd name="connsiteY275" fmla="*/ 126249 h 427098"/>
              <a:gd name="connsiteX276" fmla="*/ 72651 w 532769"/>
              <a:gd name="connsiteY276" fmla="*/ 124906 h 427098"/>
              <a:gd name="connsiteX277" fmla="*/ 73996 w 532769"/>
              <a:gd name="connsiteY277" fmla="*/ 123563 h 427098"/>
              <a:gd name="connsiteX278" fmla="*/ 72651 w 532769"/>
              <a:gd name="connsiteY278" fmla="*/ 122220 h 427098"/>
              <a:gd name="connsiteX279" fmla="*/ 68614 w 532769"/>
              <a:gd name="connsiteY279" fmla="*/ 120877 h 427098"/>
              <a:gd name="connsiteX280" fmla="*/ 63233 w 532769"/>
              <a:gd name="connsiteY280" fmla="*/ 120877 h 427098"/>
              <a:gd name="connsiteX281" fmla="*/ 59197 w 532769"/>
              <a:gd name="connsiteY281" fmla="*/ 120877 h 427098"/>
              <a:gd name="connsiteX282" fmla="*/ 49779 w 532769"/>
              <a:gd name="connsiteY282" fmla="*/ 115505 h 427098"/>
              <a:gd name="connsiteX283" fmla="*/ 47088 w 532769"/>
              <a:gd name="connsiteY283" fmla="*/ 114162 h 427098"/>
              <a:gd name="connsiteX284" fmla="*/ 41707 w 532769"/>
              <a:gd name="connsiteY284" fmla="*/ 111475 h 427098"/>
              <a:gd name="connsiteX285" fmla="*/ 39016 w 532769"/>
              <a:gd name="connsiteY285" fmla="*/ 106103 h 427098"/>
              <a:gd name="connsiteX286" fmla="*/ 36325 w 532769"/>
              <a:gd name="connsiteY286" fmla="*/ 102074 h 427098"/>
              <a:gd name="connsiteX287" fmla="*/ 32289 w 532769"/>
              <a:gd name="connsiteY287" fmla="*/ 100731 h 427098"/>
              <a:gd name="connsiteX288" fmla="*/ 30944 w 532769"/>
              <a:gd name="connsiteY288" fmla="*/ 95359 h 427098"/>
              <a:gd name="connsiteX289" fmla="*/ 30944 w 532769"/>
              <a:gd name="connsiteY289" fmla="*/ 91329 h 427098"/>
              <a:gd name="connsiteX290" fmla="*/ 28253 w 532769"/>
              <a:gd name="connsiteY290" fmla="*/ 84614 h 427098"/>
              <a:gd name="connsiteX291" fmla="*/ 22872 w 532769"/>
              <a:gd name="connsiteY291" fmla="*/ 84614 h 427098"/>
              <a:gd name="connsiteX292" fmla="*/ 22872 w 532769"/>
              <a:gd name="connsiteY292" fmla="*/ 84614 h 427098"/>
              <a:gd name="connsiteX293" fmla="*/ 24217 w 532769"/>
              <a:gd name="connsiteY293" fmla="*/ 80585 h 427098"/>
              <a:gd name="connsiteX294" fmla="*/ 21526 w 532769"/>
              <a:gd name="connsiteY294" fmla="*/ 73869 h 427098"/>
              <a:gd name="connsiteX295" fmla="*/ 16145 w 532769"/>
              <a:gd name="connsiteY295" fmla="*/ 63125 h 427098"/>
              <a:gd name="connsiteX296" fmla="*/ 9418 w 532769"/>
              <a:gd name="connsiteY296" fmla="*/ 61782 h 427098"/>
              <a:gd name="connsiteX297" fmla="*/ 9418 w 532769"/>
              <a:gd name="connsiteY297" fmla="*/ 57752 h 427098"/>
              <a:gd name="connsiteX298" fmla="*/ 9418 w 532769"/>
              <a:gd name="connsiteY298" fmla="*/ 51037 h 427098"/>
              <a:gd name="connsiteX299" fmla="*/ 12109 w 532769"/>
              <a:gd name="connsiteY299" fmla="*/ 42979 h 427098"/>
              <a:gd name="connsiteX300" fmla="*/ 10763 w 532769"/>
              <a:gd name="connsiteY300" fmla="*/ 40292 h 427098"/>
              <a:gd name="connsiteX301" fmla="*/ 5382 w 532769"/>
              <a:gd name="connsiteY301" fmla="*/ 38949 h 427098"/>
              <a:gd name="connsiteX302" fmla="*/ 4036 w 532769"/>
              <a:gd name="connsiteY302" fmla="*/ 32234 h 427098"/>
              <a:gd name="connsiteX303" fmla="*/ 5382 w 532769"/>
              <a:gd name="connsiteY303" fmla="*/ 26862 h 427098"/>
              <a:gd name="connsiteX304" fmla="*/ 2691 w 532769"/>
              <a:gd name="connsiteY304" fmla="*/ 17460 h 427098"/>
              <a:gd name="connsiteX305" fmla="*/ 0 w 532769"/>
              <a:gd name="connsiteY305" fmla="*/ 12088 h 427098"/>
              <a:gd name="connsiteX306" fmla="*/ 0 w 532769"/>
              <a:gd name="connsiteY306" fmla="*/ 9402 h 427098"/>
              <a:gd name="connsiteX307" fmla="*/ 8072 w 532769"/>
              <a:gd name="connsiteY307" fmla="*/ 9402 h 427098"/>
              <a:gd name="connsiteX308" fmla="*/ 9418 w 532769"/>
              <a:gd name="connsiteY308" fmla="*/ 2686 h 427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</a:cxnLst>
            <a:rect l="l" t="t" r="r" b="b"/>
            <a:pathLst>
              <a:path w="532769" h="427098">
                <a:moveTo>
                  <a:pt x="12109" y="0"/>
                </a:moveTo>
                <a:lnTo>
                  <a:pt x="13454" y="0"/>
                </a:lnTo>
                <a:lnTo>
                  <a:pt x="17490" y="4029"/>
                </a:lnTo>
                <a:lnTo>
                  <a:pt x="21526" y="4029"/>
                </a:lnTo>
                <a:lnTo>
                  <a:pt x="22872" y="8059"/>
                </a:lnTo>
                <a:lnTo>
                  <a:pt x="22872" y="12088"/>
                </a:lnTo>
                <a:lnTo>
                  <a:pt x="33634" y="18803"/>
                </a:lnTo>
                <a:lnTo>
                  <a:pt x="34980" y="22832"/>
                </a:lnTo>
                <a:lnTo>
                  <a:pt x="41707" y="26862"/>
                </a:lnTo>
                <a:lnTo>
                  <a:pt x="48434" y="26862"/>
                </a:lnTo>
                <a:lnTo>
                  <a:pt x="55161" y="30891"/>
                </a:lnTo>
                <a:lnTo>
                  <a:pt x="56506" y="26862"/>
                </a:lnTo>
                <a:lnTo>
                  <a:pt x="56506" y="26862"/>
                </a:lnTo>
                <a:lnTo>
                  <a:pt x="61887" y="25519"/>
                </a:lnTo>
                <a:lnTo>
                  <a:pt x="65924" y="26862"/>
                </a:lnTo>
                <a:lnTo>
                  <a:pt x="71305" y="25519"/>
                </a:lnTo>
                <a:lnTo>
                  <a:pt x="71305" y="22832"/>
                </a:lnTo>
                <a:lnTo>
                  <a:pt x="73996" y="20146"/>
                </a:lnTo>
                <a:lnTo>
                  <a:pt x="76687" y="20146"/>
                </a:lnTo>
                <a:lnTo>
                  <a:pt x="80723" y="13431"/>
                </a:lnTo>
                <a:lnTo>
                  <a:pt x="83414" y="12088"/>
                </a:lnTo>
                <a:lnTo>
                  <a:pt x="87449" y="8059"/>
                </a:lnTo>
                <a:lnTo>
                  <a:pt x="90140" y="6715"/>
                </a:lnTo>
                <a:lnTo>
                  <a:pt x="95522" y="2686"/>
                </a:lnTo>
                <a:lnTo>
                  <a:pt x="98213" y="2686"/>
                </a:lnTo>
                <a:lnTo>
                  <a:pt x="98213" y="5372"/>
                </a:lnTo>
                <a:lnTo>
                  <a:pt x="100903" y="5372"/>
                </a:lnTo>
                <a:lnTo>
                  <a:pt x="103594" y="9402"/>
                </a:lnTo>
                <a:lnTo>
                  <a:pt x="106285" y="13431"/>
                </a:lnTo>
                <a:lnTo>
                  <a:pt x="103594" y="14774"/>
                </a:lnTo>
                <a:lnTo>
                  <a:pt x="104940" y="17460"/>
                </a:lnTo>
                <a:lnTo>
                  <a:pt x="110321" y="21489"/>
                </a:lnTo>
                <a:lnTo>
                  <a:pt x="102249" y="26862"/>
                </a:lnTo>
                <a:lnTo>
                  <a:pt x="111667" y="36263"/>
                </a:lnTo>
                <a:lnTo>
                  <a:pt x="115702" y="38949"/>
                </a:lnTo>
                <a:lnTo>
                  <a:pt x="117048" y="41635"/>
                </a:lnTo>
                <a:lnTo>
                  <a:pt x="121084" y="42979"/>
                </a:lnTo>
                <a:lnTo>
                  <a:pt x="123775" y="41635"/>
                </a:lnTo>
                <a:lnTo>
                  <a:pt x="123775" y="42979"/>
                </a:lnTo>
                <a:lnTo>
                  <a:pt x="127811" y="48351"/>
                </a:lnTo>
                <a:lnTo>
                  <a:pt x="127811" y="55066"/>
                </a:lnTo>
                <a:lnTo>
                  <a:pt x="127811" y="60438"/>
                </a:lnTo>
                <a:lnTo>
                  <a:pt x="129156" y="63125"/>
                </a:lnTo>
                <a:lnTo>
                  <a:pt x="133193" y="63125"/>
                </a:lnTo>
                <a:lnTo>
                  <a:pt x="137229" y="68497"/>
                </a:lnTo>
                <a:lnTo>
                  <a:pt x="143955" y="68497"/>
                </a:lnTo>
                <a:lnTo>
                  <a:pt x="147991" y="69840"/>
                </a:lnTo>
                <a:lnTo>
                  <a:pt x="154718" y="68497"/>
                </a:lnTo>
                <a:lnTo>
                  <a:pt x="160100" y="72526"/>
                </a:lnTo>
                <a:lnTo>
                  <a:pt x="164136" y="72526"/>
                </a:lnTo>
                <a:lnTo>
                  <a:pt x="165482" y="77899"/>
                </a:lnTo>
                <a:lnTo>
                  <a:pt x="169518" y="83271"/>
                </a:lnTo>
                <a:lnTo>
                  <a:pt x="182971" y="88643"/>
                </a:lnTo>
                <a:lnTo>
                  <a:pt x="188353" y="88643"/>
                </a:lnTo>
                <a:lnTo>
                  <a:pt x="204497" y="92672"/>
                </a:lnTo>
                <a:lnTo>
                  <a:pt x="212570" y="92672"/>
                </a:lnTo>
                <a:lnTo>
                  <a:pt x="230059" y="88643"/>
                </a:lnTo>
                <a:lnTo>
                  <a:pt x="242168" y="85957"/>
                </a:lnTo>
                <a:lnTo>
                  <a:pt x="256967" y="87300"/>
                </a:lnTo>
                <a:lnTo>
                  <a:pt x="263694" y="88643"/>
                </a:lnTo>
                <a:lnTo>
                  <a:pt x="265039" y="81928"/>
                </a:lnTo>
                <a:lnTo>
                  <a:pt x="261003" y="76556"/>
                </a:lnTo>
                <a:lnTo>
                  <a:pt x="258312" y="69840"/>
                </a:lnTo>
                <a:lnTo>
                  <a:pt x="263694" y="67154"/>
                </a:lnTo>
                <a:lnTo>
                  <a:pt x="277148" y="65811"/>
                </a:lnTo>
                <a:lnTo>
                  <a:pt x="278493" y="59096"/>
                </a:lnTo>
                <a:lnTo>
                  <a:pt x="282529" y="55066"/>
                </a:lnTo>
                <a:lnTo>
                  <a:pt x="286565" y="53723"/>
                </a:lnTo>
                <a:lnTo>
                  <a:pt x="297328" y="45665"/>
                </a:lnTo>
                <a:lnTo>
                  <a:pt x="308092" y="42979"/>
                </a:lnTo>
                <a:lnTo>
                  <a:pt x="317509" y="45665"/>
                </a:lnTo>
                <a:lnTo>
                  <a:pt x="320200" y="38949"/>
                </a:lnTo>
                <a:lnTo>
                  <a:pt x="325581" y="37606"/>
                </a:lnTo>
                <a:lnTo>
                  <a:pt x="330963" y="40292"/>
                </a:lnTo>
                <a:lnTo>
                  <a:pt x="336344" y="38949"/>
                </a:lnTo>
                <a:lnTo>
                  <a:pt x="345762" y="47008"/>
                </a:lnTo>
                <a:lnTo>
                  <a:pt x="353834" y="49694"/>
                </a:lnTo>
                <a:lnTo>
                  <a:pt x="368634" y="59096"/>
                </a:lnTo>
                <a:lnTo>
                  <a:pt x="372670" y="59096"/>
                </a:lnTo>
                <a:lnTo>
                  <a:pt x="376705" y="56409"/>
                </a:lnTo>
                <a:lnTo>
                  <a:pt x="387469" y="60438"/>
                </a:lnTo>
                <a:lnTo>
                  <a:pt x="392850" y="60438"/>
                </a:lnTo>
                <a:lnTo>
                  <a:pt x="394196" y="68497"/>
                </a:lnTo>
                <a:lnTo>
                  <a:pt x="396886" y="69840"/>
                </a:lnTo>
                <a:lnTo>
                  <a:pt x="402268" y="69840"/>
                </a:lnTo>
                <a:lnTo>
                  <a:pt x="411685" y="71183"/>
                </a:lnTo>
                <a:lnTo>
                  <a:pt x="422449" y="85957"/>
                </a:lnTo>
                <a:lnTo>
                  <a:pt x="433211" y="87300"/>
                </a:lnTo>
                <a:lnTo>
                  <a:pt x="439938" y="89986"/>
                </a:lnTo>
                <a:lnTo>
                  <a:pt x="443974" y="96702"/>
                </a:lnTo>
                <a:lnTo>
                  <a:pt x="442629" y="100731"/>
                </a:lnTo>
                <a:lnTo>
                  <a:pt x="445320" y="107446"/>
                </a:lnTo>
                <a:lnTo>
                  <a:pt x="445320" y="111475"/>
                </a:lnTo>
                <a:lnTo>
                  <a:pt x="446665" y="115505"/>
                </a:lnTo>
                <a:lnTo>
                  <a:pt x="446665" y="123563"/>
                </a:lnTo>
                <a:lnTo>
                  <a:pt x="446665" y="126249"/>
                </a:lnTo>
                <a:lnTo>
                  <a:pt x="445320" y="130279"/>
                </a:lnTo>
                <a:lnTo>
                  <a:pt x="449356" y="135651"/>
                </a:lnTo>
                <a:lnTo>
                  <a:pt x="448011" y="136994"/>
                </a:lnTo>
                <a:lnTo>
                  <a:pt x="448011" y="139680"/>
                </a:lnTo>
                <a:lnTo>
                  <a:pt x="441284" y="143709"/>
                </a:lnTo>
                <a:lnTo>
                  <a:pt x="435902" y="146396"/>
                </a:lnTo>
                <a:lnTo>
                  <a:pt x="437247" y="149082"/>
                </a:lnTo>
                <a:lnTo>
                  <a:pt x="442629" y="153111"/>
                </a:lnTo>
                <a:lnTo>
                  <a:pt x="437247" y="159826"/>
                </a:lnTo>
                <a:lnTo>
                  <a:pt x="438593" y="161169"/>
                </a:lnTo>
                <a:lnTo>
                  <a:pt x="439938" y="170571"/>
                </a:lnTo>
                <a:lnTo>
                  <a:pt x="439938" y="174600"/>
                </a:lnTo>
                <a:lnTo>
                  <a:pt x="449356" y="177286"/>
                </a:lnTo>
                <a:lnTo>
                  <a:pt x="450701" y="177286"/>
                </a:lnTo>
                <a:lnTo>
                  <a:pt x="442629" y="186688"/>
                </a:lnTo>
                <a:lnTo>
                  <a:pt x="441284" y="193403"/>
                </a:lnTo>
                <a:lnTo>
                  <a:pt x="449356" y="206834"/>
                </a:lnTo>
                <a:lnTo>
                  <a:pt x="452047" y="218922"/>
                </a:lnTo>
                <a:lnTo>
                  <a:pt x="450701" y="222951"/>
                </a:lnTo>
                <a:lnTo>
                  <a:pt x="453392" y="228323"/>
                </a:lnTo>
                <a:lnTo>
                  <a:pt x="453392" y="237725"/>
                </a:lnTo>
                <a:lnTo>
                  <a:pt x="476264" y="237725"/>
                </a:lnTo>
                <a:lnTo>
                  <a:pt x="480300" y="247126"/>
                </a:lnTo>
                <a:lnTo>
                  <a:pt x="480300" y="253842"/>
                </a:lnTo>
                <a:lnTo>
                  <a:pt x="482991" y="264586"/>
                </a:lnTo>
                <a:lnTo>
                  <a:pt x="480300" y="267272"/>
                </a:lnTo>
                <a:lnTo>
                  <a:pt x="461464" y="294134"/>
                </a:lnTo>
                <a:lnTo>
                  <a:pt x="474918" y="311594"/>
                </a:lnTo>
                <a:lnTo>
                  <a:pt x="477609" y="318309"/>
                </a:lnTo>
                <a:lnTo>
                  <a:pt x="484336" y="325025"/>
                </a:lnTo>
                <a:lnTo>
                  <a:pt x="491062" y="327711"/>
                </a:lnTo>
                <a:lnTo>
                  <a:pt x="493753" y="330397"/>
                </a:lnTo>
                <a:lnTo>
                  <a:pt x="501826" y="331740"/>
                </a:lnTo>
                <a:lnTo>
                  <a:pt x="507207" y="333083"/>
                </a:lnTo>
                <a:lnTo>
                  <a:pt x="507207" y="335769"/>
                </a:lnTo>
                <a:lnTo>
                  <a:pt x="515280" y="337112"/>
                </a:lnTo>
                <a:lnTo>
                  <a:pt x="515280" y="345171"/>
                </a:lnTo>
                <a:lnTo>
                  <a:pt x="516625" y="351886"/>
                </a:lnTo>
                <a:lnTo>
                  <a:pt x="516625" y="358602"/>
                </a:lnTo>
                <a:lnTo>
                  <a:pt x="517970" y="363974"/>
                </a:lnTo>
                <a:lnTo>
                  <a:pt x="524697" y="362631"/>
                </a:lnTo>
                <a:lnTo>
                  <a:pt x="531424" y="368003"/>
                </a:lnTo>
                <a:lnTo>
                  <a:pt x="532769" y="377405"/>
                </a:lnTo>
                <a:lnTo>
                  <a:pt x="528733" y="381434"/>
                </a:lnTo>
                <a:lnTo>
                  <a:pt x="522006" y="378748"/>
                </a:lnTo>
                <a:lnTo>
                  <a:pt x="508553" y="382777"/>
                </a:lnTo>
                <a:lnTo>
                  <a:pt x="507207" y="385463"/>
                </a:lnTo>
                <a:lnTo>
                  <a:pt x="499135" y="388149"/>
                </a:lnTo>
                <a:lnTo>
                  <a:pt x="496444" y="393522"/>
                </a:lnTo>
                <a:lnTo>
                  <a:pt x="497789" y="397551"/>
                </a:lnTo>
                <a:lnTo>
                  <a:pt x="493753" y="402923"/>
                </a:lnTo>
                <a:lnTo>
                  <a:pt x="496444" y="409638"/>
                </a:lnTo>
                <a:lnTo>
                  <a:pt x="495099" y="419040"/>
                </a:lnTo>
                <a:lnTo>
                  <a:pt x="495099" y="423069"/>
                </a:lnTo>
                <a:lnTo>
                  <a:pt x="493753" y="423069"/>
                </a:lnTo>
                <a:lnTo>
                  <a:pt x="492408" y="425756"/>
                </a:lnTo>
                <a:lnTo>
                  <a:pt x="488372" y="427099"/>
                </a:lnTo>
                <a:lnTo>
                  <a:pt x="480300" y="424412"/>
                </a:lnTo>
                <a:lnTo>
                  <a:pt x="473573" y="421726"/>
                </a:lnTo>
                <a:lnTo>
                  <a:pt x="470882" y="417697"/>
                </a:lnTo>
                <a:lnTo>
                  <a:pt x="466846" y="417697"/>
                </a:lnTo>
                <a:lnTo>
                  <a:pt x="466846" y="423069"/>
                </a:lnTo>
                <a:lnTo>
                  <a:pt x="464155" y="423069"/>
                </a:lnTo>
                <a:lnTo>
                  <a:pt x="460119" y="419040"/>
                </a:lnTo>
                <a:lnTo>
                  <a:pt x="458774" y="420383"/>
                </a:lnTo>
                <a:lnTo>
                  <a:pt x="453392" y="419040"/>
                </a:lnTo>
                <a:lnTo>
                  <a:pt x="442629" y="419040"/>
                </a:lnTo>
                <a:lnTo>
                  <a:pt x="434557" y="415011"/>
                </a:lnTo>
                <a:lnTo>
                  <a:pt x="419758" y="416354"/>
                </a:lnTo>
                <a:lnTo>
                  <a:pt x="413031" y="409638"/>
                </a:lnTo>
                <a:lnTo>
                  <a:pt x="411685" y="409638"/>
                </a:lnTo>
                <a:lnTo>
                  <a:pt x="404958" y="413668"/>
                </a:lnTo>
                <a:lnTo>
                  <a:pt x="399577" y="410982"/>
                </a:lnTo>
                <a:lnTo>
                  <a:pt x="394196" y="410982"/>
                </a:lnTo>
                <a:lnTo>
                  <a:pt x="380742" y="410982"/>
                </a:lnTo>
                <a:lnTo>
                  <a:pt x="379396" y="408296"/>
                </a:lnTo>
                <a:lnTo>
                  <a:pt x="376705" y="405609"/>
                </a:lnTo>
                <a:lnTo>
                  <a:pt x="376705" y="398894"/>
                </a:lnTo>
                <a:lnTo>
                  <a:pt x="371324" y="389492"/>
                </a:lnTo>
                <a:lnTo>
                  <a:pt x="368634" y="380091"/>
                </a:lnTo>
                <a:lnTo>
                  <a:pt x="363252" y="373375"/>
                </a:lnTo>
                <a:lnTo>
                  <a:pt x="363252" y="370689"/>
                </a:lnTo>
                <a:lnTo>
                  <a:pt x="360561" y="370689"/>
                </a:lnTo>
                <a:lnTo>
                  <a:pt x="360561" y="369346"/>
                </a:lnTo>
                <a:lnTo>
                  <a:pt x="352489" y="368003"/>
                </a:lnTo>
                <a:lnTo>
                  <a:pt x="347107" y="369346"/>
                </a:lnTo>
                <a:lnTo>
                  <a:pt x="340381" y="374719"/>
                </a:lnTo>
                <a:lnTo>
                  <a:pt x="334999" y="374719"/>
                </a:lnTo>
                <a:lnTo>
                  <a:pt x="333654" y="372032"/>
                </a:lnTo>
                <a:lnTo>
                  <a:pt x="333654" y="376062"/>
                </a:lnTo>
                <a:lnTo>
                  <a:pt x="322890" y="382777"/>
                </a:lnTo>
                <a:lnTo>
                  <a:pt x="313473" y="389492"/>
                </a:lnTo>
                <a:lnTo>
                  <a:pt x="304055" y="382777"/>
                </a:lnTo>
                <a:lnTo>
                  <a:pt x="294638" y="380091"/>
                </a:lnTo>
                <a:lnTo>
                  <a:pt x="289256" y="381434"/>
                </a:lnTo>
                <a:lnTo>
                  <a:pt x="286565" y="382777"/>
                </a:lnTo>
                <a:lnTo>
                  <a:pt x="277148" y="374719"/>
                </a:lnTo>
                <a:lnTo>
                  <a:pt x="273112" y="374719"/>
                </a:lnTo>
                <a:lnTo>
                  <a:pt x="269075" y="372032"/>
                </a:lnTo>
                <a:lnTo>
                  <a:pt x="262348" y="370689"/>
                </a:lnTo>
                <a:lnTo>
                  <a:pt x="254277" y="362631"/>
                </a:lnTo>
                <a:lnTo>
                  <a:pt x="258312" y="358602"/>
                </a:lnTo>
                <a:lnTo>
                  <a:pt x="256967" y="357259"/>
                </a:lnTo>
                <a:lnTo>
                  <a:pt x="252931" y="355915"/>
                </a:lnTo>
                <a:lnTo>
                  <a:pt x="251586" y="354572"/>
                </a:lnTo>
                <a:lnTo>
                  <a:pt x="243513" y="354572"/>
                </a:lnTo>
                <a:lnTo>
                  <a:pt x="239477" y="351886"/>
                </a:lnTo>
                <a:lnTo>
                  <a:pt x="234096" y="349200"/>
                </a:lnTo>
                <a:lnTo>
                  <a:pt x="224678" y="350543"/>
                </a:lnTo>
                <a:lnTo>
                  <a:pt x="219297" y="346514"/>
                </a:lnTo>
                <a:lnTo>
                  <a:pt x="211224" y="329054"/>
                </a:lnTo>
                <a:lnTo>
                  <a:pt x="209879" y="325025"/>
                </a:lnTo>
                <a:lnTo>
                  <a:pt x="207188" y="326368"/>
                </a:lnTo>
                <a:lnTo>
                  <a:pt x="203152" y="322338"/>
                </a:lnTo>
                <a:lnTo>
                  <a:pt x="204497" y="320996"/>
                </a:lnTo>
                <a:lnTo>
                  <a:pt x="205843" y="322338"/>
                </a:lnTo>
                <a:lnTo>
                  <a:pt x="207188" y="322338"/>
                </a:lnTo>
                <a:lnTo>
                  <a:pt x="204497" y="316966"/>
                </a:lnTo>
                <a:lnTo>
                  <a:pt x="200461" y="318309"/>
                </a:lnTo>
                <a:lnTo>
                  <a:pt x="197771" y="316966"/>
                </a:lnTo>
                <a:lnTo>
                  <a:pt x="197771" y="308908"/>
                </a:lnTo>
                <a:lnTo>
                  <a:pt x="188353" y="296820"/>
                </a:lnTo>
                <a:lnTo>
                  <a:pt x="187008" y="291448"/>
                </a:lnTo>
                <a:lnTo>
                  <a:pt x="181626" y="284732"/>
                </a:lnTo>
                <a:lnTo>
                  <a:pt x="178935" y="283389"/>
                </a:lnTo>
                <a:lnTo>
                  <a:pt x="170863" y="290105"/>
                </a:lnTo>
                <a:lnTo>
                  <a:pt x="168172" y="290105"/>
                </a:lnTo>
                <a:lnTo>
                  <a:pt x="165482" y="284732"/>
                </a:lnTo>
                <a:lnTo>
                  <a:pt x="164136" y="286075"/>
                </a:lnTo>
                <a:lnTo>
                  <a:pt x="157409" y="283389"/>
                </a:lnTo>
                <a:lnTo>
                  <a:pt x="158755" y="280703"/>
                </a:lnTo>
                <a:lnTo>
                  <a:pt x="160100" y="278017"/>
                </a:lnTo>
                <a:lnTo>
                  <a:pt x="158755" y="279360"/>
                </a:lnTo>
                <a:lnTo>
                  <a:pt x="154718" y="279360"/>
                </a:lnTo>
                <a:lnTo>
                  <a:pt x="152028" y="279360"/>
                </a:lnTo>
                <a:lnTo>
                  <a:pt x="156064" y="282046"/>
                </a:lnTo>
                <a:lnTo>
                  <a:pt x="154718" y="287419"/>
                </a:lnTo>
                <a:lnTo>
                  <a:pt x="152028" y="288762"/>
                </a:lnTo>
                <a:lnTo>
                  <a:pt x="149337" y="290105"/>
                </a:lnTo>
                <a:lnTo>
                  <a:pt x="145301" y="284732"/>
                </a:lnTo>
                <a:lnTo>
                  <a:pt x="145301" y="283389"/>
                </a:lnTo>
                <a:lnTo>
                  <a:pt x="142610" y="284732"/>
                </a:lnTo>
                <a:lnTo>
                  <a:pt x="141265" y="282046"/>
                </a:lnTo>
                <a:lnTo>
                  <a:pt x="135883" y="280703"/>
                </a:lnTo>
                <a:lnTo>
                  <a:pt x="130502" y="276674"/>
                </a:lnTo>
                <a:lnTo>
                  <a:pt x="129156" y="260557"/>
                </a:lnTo>
                <a:lnTo>
                  <a:pt x="121084" y="260557"/>
                </a:lnTo>
                <a:lnTo>
                  <a:pt x="118393" y="253842"/>
                </a:lnTo>
                <a:lnTo>
                  <a:pt x="119739" y="247126"/>
                </a:lnTo>
                <a:lnTo>
                  <a:pt x="125120" y="241754"/>
                </a:lnTo>
                <a:lnTo>
                  <a:pt x="119739" y="229666"/>
                </a:lnTo>
                <a:lnTo>
                  <a:pt x="114357" y="226980"/>
                </a:lnTo>
                <a:lnTo>
                  <a:pt x="110321" y="217579"/>
                </a:lnTo>
                <a:lnTo>
                  <a:pt x="106285" y="216235"/>
                </a:lnTo>
                <a:lnTo>
                  <a:pt x="103594" y="217579"/>
                </a:lnTo>
                <a:lnTo>
                  <a:pt x="84759" y="204148"/>
                </a:lnTo>
                <a:lnTo>
                  <a:pt x="79378" y="204148"/>
                </a:lnTo>
                <a:lnTo>
                  <a:pt x="76687" y="206834"/>
                </a:lnTo>
                <a:lnTo>
                  <a:pt x="71305" y="202805"/>
                </a:lnTo>
                <a:lnTo>
                  <a:pt x="72651" y="198775"/>
                </a:lnTo>
                <a:lnTo>
                  <a:pt x="71305" y="197432"/>
                </a:lnTo>
                <a:lnTo>
                  <a:pt x="73996" y="192060"/>
                </a:lnTo>
                <a:lnTo>
                  <a:pt x="68614" y="186688"/>
                </a:lnTo>
                <a:lnTo>
                  <a:pt x="67269" y="184002"/>
                </a:lnTo>
                <a:lnTo>
                  <a:pt x="61887" y="182659"/>
                </a:lnTo>
                <a:lnTo>
                  <a:pt x="57851" y="178629"/>
                </a:lnTo>
                <a:lnTo>
                  <a:pt x="55161" y="178629"/>
                </a:lnTo>
                <a:lnTo>
                  <a:pt x="55161" y="174600"/>
                </a:lnTo>
                <a:lnTo>
                  <a:pt x="56506" y="171914"/>
                </a:lnTo>
                <a:lnTo>
                  <a:pt x="55161" y="169228"/>
                </a:lnTo>
                <a:lnTo>
                  <a:pt x="56506" y="166542"/>
                </a:lnTo>
                <a:lnTo>
                  <a:pt x="56506" y="155797"/>
                </a:lnTo>
                <a:lnTo>
                  <a:pt x="59197" y="154454"/>
                </a:lnTo>
                <a:lnTo>
                  <a:pt x="60542" y="146396"/>
                </a:lnTo>
                <a:lnTo>
                  <a:pt x="64578" y="146396"/>
                </a:lnTo>
                <a:lnTo>
                  <a:pt x="67269" y="145052"/>
                </a:lnTo>
                <a:lnTo>
                  <a:pt x="67269" y="135651"/>
                </a:lnTo>
                <a:lnTo>
                  <a:pt x="64578" y="134308"/>
                </a:lnTo>
                <a:lnTo>
                  <a:pt x="64578" y="127592"/>
                </a:lnTo>
                <a:lnTo>
                  <a:pt x="67269" y="126249"/>
                </a:lnTo>
                <a:lnTo>
                  <a:pt x="72651" y="124906"/>
                </a:lnTo>
                <a:lnTo>
                  <a:pt x="73996" y="123563"/>
                </a:lnTo>
                <a:lnTo>
                  <a:pt x="72651" y="122220"/>
                </a:lnTo>
                <a:lnTo>
                  <a:pt x="68614" y="120877"/>
                </a:lnTo>
                <a:lnTo>
                  <a:pt x="63233" y="120877"/>
                </a:lnTo>
                <a:lnTo>
                  <a:pt x="59197" y="120877"/>
                </a:lnTo>
                <a:lnTo>
                  <a:pt x="49779" y="115505"/>
                </a:lnTo>
                <a:lnTo>
                  <a:pt x="47088" y="114162"/>
                </a:lnTo>
                <a:lnTo>
                  <a:pt x="41707" y="111475"/>
                </a:lnTo>
                <a:lnTo>
                  <a:pt x="39016" y="106103"/>
                </a:lnTo>
                <a:lnTo>
                  <a:pt x="36325" y="102074"/>
                </a:lnTo>
                <a:lnTo>
                  <a:pt x="32289" y="100731"/>
                </a:lnTo>
                <a:lnTo>
                  <a:pt x="30944" y="95359"/>
                </a:lnTo>
                <a:lnTo>
                  <a:pt x="30944" y="91329"/>
                </a:lnTo>
                <a:lnTo>
                  <a:pt x="28253" y="84614"/>
                </a:lnTo>
                <a:lnTo>
                  <a:pt x="22872" y="84614"/>
                </a:lnTo>
                <a:lnTo>
                  <a:pt x="22872" y="84614"/>
                </a:lnTo>
                <a:lnTo>
                  <a:pt x="24217" y="80585"/>
                </a:lnTo>
                <a:lnTo>
                  <a:pt x="21526" y="73869"/>
                </a:lnTo>
                <a:lnTo>
                  <a:pt x="16145" y="63125"/>
                </a:lnTo>
                <a:lnTo>
                  <a:pt x="9418" y="61782"/>
                </a:lnTo>
                <a:lnTo>
                  <a:pt x="9418" y="57752"/>
                </a:lnTo>
                <a:lnTo>
                  <a:pt x="9418" y="51037"/>
                </a:lnTo>
                <a:lnTo>
                  <a:pt x="12109" y="42979"/>
                </a:lnTo>
                <a:lnTo>
                  <a:pt x="10763" y="40292"/>
                </a:lnTo>
                <a:lnTo>
                  <a:pt x="5382" y="38949"/>
                </a:lnTo>
                <a:lnTo>
                  <a:pt x="4036" y="32234"/>
                </a:lnTo>
                <a:lnTo>
                  <a:pt x="5382" y="26862"/>
                </a:lnTo>
                <a:lnTo>
                  <a:pt x="2691" y="17460"/>
                </a:lnTo>
                <a:lnTo>
                  <a:pt x="0" y="12088"/>
                </a:lnTo>
                <a:lnTo>
                  <a:pt x="0" y="9402"/>
                </a:lnTo>
                <a:lnTo>
                  <a:pt x="8072" y="9402"/>
                </a:lnTo>
                <a:lnTo>
                  <a:pt x="9418" y="2686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67" name="Freeform 666">
            <a:extLst>
              <a:ext uri="{FF2B5EF4-FFF2-40B4-BE49-F238E27FC236}">
                <a16:creationId xmlns:a16="http://schemas.microsoft.com/office/drawing/2014/main" id="{F37D6F2E-169F-C6A1-BD3C-EE76DE53CA15}"/>
              </a:ext>
            </a:extLst>
          </p:cNvPr>
          <p:cNvSpPr/>
          <p:nvPr/>
        </p:nvSpPr>
        <p:spPr>
          <a:xfrm>
            <a:off x="8407260" y="3482059"/>
            <a:ext cx="92830" cy="79241"/>
          </a:xfrm>
          <a:custGeom>
            <a:avLst/>
            <a:gdLst>
              <a:gd name="connsiteX0" fmla="*/ 0 w 92830"/>
              <a:gd name="connsiteY0" fmla="*/ 5372 h 79241"/>
              <a:gd name="connsiteX1" fmla="*/ 8072 w 92830"/>
              <a:gd name="connsiteY1" fmla="*/ 2686 h 79241"/>
              <a:gd name="connsiteX2" fmla="*/ 18835 w 92830"/>
              <a:gd name="connsiteY2" fmla="*/ 0 h 79241"/>
              <a:gd name="connsiteX3" fmla="*/ 22872 w 92830"/>
              <a:gd name="connsiteY3" fmla="*/ 1343 h 79241"/>
              <a:gd name="connsiteX4" fmla="*/ 37671 w 92830"/>
              <a:gd name="connsiteY4" fmla="*/ 1343 h 79241"/>
              <a:gd name="connsiteX5" fmla="*/ 43052 w 92830"/>
              <a:gd name="connsiteY5" fmla="*/ 6715 h 79241"/>
              <a:gd name="connsiteX6" fmla="*/ 53815 w 92830"/>
              <a:gd name="connsiteY6" fmla="*/ 8059 h 79241"/>
              <a:gd name="connsiteX7" fmla="*/ 57851 w 92830"/>
              <a:gd name="connsiteY7" fmla="*/ 13431 h 79241"/>
              <a:gd name="connsiteX8" fmla="*/ 56506 w 92830"/>
              <a:gd name="connsiteY8" fmla="*/ 18803 h 79241"/>
              <a:gd name="connsiteX9" fmla="*/ 56506 w 92830"/>
              <a:gd name="connsiteY9" fmla="*/ 24175 h 79241"/>
              <a:gd name="connsiteX10" fmla="*/ 67269 w 92830"/>
              <a:gd name="connsiteY10" fmla="*/ 33577 h 79241"/>
              <a:gd name="connsiteX11" fmla="*/ 67269 w 92830"/>
              <a:gd name="connsiteY11" fmla="*/ 38949 h 79241"/>
              <a:gd name="connsiteX12" fmla="*/ 64578 w 92830"/>
              <a:gd name="connsiteY12" fmla="*/ 41635 h 79241"/>
              <a:gd name="connsiteX13" fmla="*/ 67269 w 92830"/>
              <a:gd name="connsiteY13" fmla="*/ 49694 h 79241"/>
              <a:gd name="connsiteX14" fmla="*/ 79377 w 92830"/>
              <a:gd name="connsiteY14" fmla="*/ 56409 h 79241"/>
              <a:gd name="connsiteX15" fmla="*/ 87449 w 92830"/>
              <a:gd name="connsiteY15" fmla="*/ 56409 h 79241"/>
              <a:gd name="connsiteX16" fmla="*/ 92831 w 92830"/>
              <a:gd name="connsiteY16" fmla="*/ 61782 h 79241"/>
              <a:gd name="connsiteX17" fmla="*/ 86104 w 92830"/>
              <a:gd name="connsiteY17" fmla="*/ 63125 h 79241"/>
              <a:gd name="connsiteX18" fmla="*/ 90140 w 92830"/>
              <a:gd name="connsiteY18" fmla="*/ 69840 h 79241"/>
              <a:gd name="connsiteX19" fmla="*/ 88795 w 92830"/>
              <a:gd name="connsiteY19" fmla="*/ 72526 h 79241"/>
              <a:gd name="connsiteX20" fmla="*/ 88795 w 92830"/>
              <a:gd name="connsiteY20" fmla="*/ 77899 h 79241"/>
              <a:gd name="connsiteX21" fmla="*/ 82068 w 92830"/>
              <a:gd name="connsiteY21" fmla="*/ 79241 h 79241"/>
              <a:gd name="connsiteX22" fmla="*/ 71305 w 92830"/>
              <a:gd name="connsiteY22" fmla="*/ 61782 h 79241"/>
              <a:gd name="connsiteX23" fmla="*/ 64578 w 92830"/>
              <a:gd name="connsiteY23" fmla="*/ 60438 h 79241"/>
              <a:gd name="connsiteX24" fmla="*/ 60542 w 92830"/>
              <a:gd name="connsiteY24" fmla="*/ 52380 h 79241"/>
              <a:gd name="connsiteX25" fmla="*/ 55161 w 92830"/>
              <a:gd name="connsiteY25" fmla="*/ 52380 h 79241"/>
              <a:gd name="connsiteX26" fmla="*/ 52470 w 92830"/>
              <a:gd name="connsiteY26" fmla="*/ 53723 h 79241"/>
              <a:gd name="connsiteX27" fmla="*/ 45743 w 92830"/>
              <a:gd name="connsiteY27" fmla="*/ 48351 h 79241"/>
              <a:gd name="connsiteX28" fmla="*/ 41707 w 92830"/>
              <a:gd name="connsiteY28" fmla="*/ 49694 h 79241"/>
              <a:gd name="connsiteX29" fmla="*/ 37671 w 92830"/>
              <a:gd name="connsiteY29" fmla="*/ 49694 h 79241"/>
              <a:gd name="connsiteX30" fmla="*/ 34980 w 92830"/>
              <a:gd name="connsiteY30" fmla="*/ 47008 h 79241"/>
              <a:gd name="connsiteX31" fmla="*/ 30944 w 92830"/>
              <a:gd name="connsiteY31" fmla="*/ 42978 h 79241"/>
              <a:gd name="connsiteX32" fmla="*/ 25562 w 92830"/>
              <a:gd name="connsiteY32" fmla="*/ 42978 h 79241"/>
              <a:gd name="connsiteX33" fmla="*/ 17490 w 92830"/>
              <a:gd name="connsiteY33" fmla="*/ 42978 h 79241"/>
              <a:gd name="connsiteX34" fmla="*/ 10763 w 92830"/>
              <a:gd name="connsiteY34" fmla="*/ 38949 h 79241"/>
              <a:gd name="connsiteX35" fmla="*/ 9418 w 92830"/>
              <a:gd name="connsiteY35" fmla="*/ 28205 h 79241"/>
              <a:gd name="connsiteX36" fmla="*/ 12108 w 92830"/>
              <a:gd name="connsiteY36" fmla="*/ 20146 h 79241"/>
              <a:gd name="connsiteX37" fmla="*/ 8072 w 92830"/>
              <a:gd name="connsiteY37" fmla="*/ 14774 h 79241"/>
              <a:gd name="connsiteX38" fmla="*/ 4036 w 92830"/>
              <a:gd name="connsiteY38" fmla="*/ 13431 h 79241"/>
              <a:gd name="connsiteX39" fmla="*/ 4036 w 92830"/>
              <a:gd name="connsiteY39" fmla="*/ 10745 h 79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2830" h="79241">
                <a:moveTo>
                  <a:pt x="0" y="5372"/>
                </a:moveTo>
                <a:lnTo>
                  <a:pt x="8072" y="2686"/>
                </a:lnTo>
                <a:lnTo>
                  <a:pt x="18835" y="0"/>
                </a:lnTo>
                <a:lnTo>
                  <a:pt x="22872" y="1343"/>
                </a:lnTo>
                <a:lnTo>
                  <a:pt x="37671" y="1343"/>
                </a:lnTo>
                <a:lnTo>
                  <a:pt x="43052" y="6715"/>
                </a:lnTo>
                <a:lnTo>
                  <a:pt x="53815" y="8059"/>
                </a:lnTo>
                <a:lnTo>
                  <a:pt x="57851" y="13431"/>
                </a:lnTo>
                <a:lnTo>
                  <a:pt x="56506" y="18803"/>
                </a:lnTo>
                <a:lnTo>
                  <a:pt x="56506" y="24175"/>
                </a:lnTo>
                <a:lnTo>
                  <a:pt x="67269" y="33577"/>
                </a:lnTo>
                <a:lnTo>
                  <a:pt x="67269" y="38949"/>
                </a:lnTo>
                <a:lnTo>
                  <a:pt x="64578" y="41635"/>
                </a:lnTo>
                <a:lnTo>
                  <a:pt x="67269" y="49694"/>
                </a:lnTo>
                <a:lnTo>
                  <a:pt x="79377" y="56409"/>
                </a:lnTo>
                <a:lnTo>
                  <a:pt x="87449" y="56409"/>
                </a:lnTo>
                <a:lnTo>
                  <a:pt x="92831" y="61782"/>
                </a:lnTo>
                <a:lnTo>
                  <a:pt x="86104" y="63125"/>
                </a:lnTo>
                <a:lnTo>
                  <a:pt x="90140" y="69840"/>
                </a:lnTo>
                <a:lnTo>
                  <a:pt x="88795" y="72526"/>
                </a:lnTo>
                <a:lnTo>
                  <a:pt x="88795" y="77899"/>
                </a:lnTo>
                <a:lnTo>
                  <a:pt x="82068" y="79241"/>
                </a:lnTo>
                <a:lnTo>
                  <a:pt x="71305" y="61782"/>
                </a:lnTo>
                <a:lnTo>
                  <a:pt x="64578" y="60438"/>
                </a:lnTo>
                <a:lnTo>
                  <a:pt x="60542" y="52380"/>
                </a:lnTo>
                <a:lnTo>
                  <a:pt x="55161" y="52380"/>
                </a:lnTo>
                <a:lnTo>
                  <a:pt x="52470" y="53723"/>
                </a:lnTo>
                <a:lnTo>
                  <a:pt x="45743" y="48351"/>
                </a:lnTo>
                <a:lnTo>
                  <a:pt x="41707" y="49694"/>
                </a:lnTo>
                <a:lnTo>
                  <a:pt x="37671" y="49694"/>
                </a:lnTo>
                <a:lnTo>
                  <a:pt x="34980" y="47008"/>
                </a:lnTo>
                <a:lnTo>
                  <a:pt x="30944" y="42978"/>
                </a:lnTo>
                <a:lnTo>
                  <a:pt x="25562" y="42978"/>
                </a:lnTo>
                <a:lnTo>
                  <a:pt x="17490" y="42978"/>
                </a:lnTo>
                <a:lnTo>
                  <a:pt x="10763" y="38949"/>
                </a:lnTo>
                <a:lnTo>
                  <a:pt x="9418" y="28205"/>
                </a:lnTo>
                <a:lnTo>
                  <a:pt x="12108" y="20146"/>
                </a:lnTo>
                <a:lnTo>
                  <a:pt x="8072" y="14774"/>
                </a:lnTo>
                <a:lnTo>
                  <a:pt x="4036" y="13431"/>
                </a:lnTo>
                <a:lnTo>
                  <a:pt x="4036" y="1074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668" name="Graphic 5">
            <a:extLst>
              <a:ext uri="{FF2B5EF4-FFF2-40B4-BE49-F238E27FC236}">
                <a16:creationId xmlns:a16="http://schemas.microsoft.com/office/drawing/2014/main" id="{0CF99A2B-9FBF-7FEC-228E-A6BECB4E6E93}"/>
              </a:ext>
            </a:extLst>
          </p:cNvPr>
          <p:cNvGrpSpPr/>
          <p:nvPr/>
        </p:nvGrpSpPr>
        <p:grpSpPr>
          <a:xfrm>
            <a:off x="7974049" y="3463256"/>
            <a:ext cx="482990" cy="193402"/>
            <a:chOff x="7974049" y="3463256"/>
            <a:chExt cx="482990" cy="193402"/>
          </a:xfrm>
          <a:solidFill>
            <a:srgbClr val="E5E5E4"/>
          </a:solidFill>
        </p:grpSpPr>
        <p:sp>
          <p:nvSpPr>
            <p:cNvPr id="669" name="Freeform 668">
              <a:extLst>
                <a:ext uri="{FF2B5EF4-FFF2-40B4-BE49-F238E27FC236}">
                  <a16:creationId xmlns:a16="http://schemas.microsoft.com/office/drawing/2014/main" id="{B4DAA178-85C1-09EF-92AE-A97263E03BC5}"/>
                </a:ext>
              </a:extLst>
            </p:cNvPr>
            <p:cNvSpPr/>
            <p:nvPr/>
          </p:nvSpPr>
          <p:spPr>
            <a:xfrm>
              <a:off x="7982121" y="3464599"/>
              <a:ext cx="71305" cy="63124"/>
            </a:xfrm>
            <a:custGeom>
              <a:avLst/>
              <a:gdLst>
                <a:gd name="connsiteX0" fmla="*/ 0 w 71305"/>
                <a:gd name="connsiteY0" fmla="*/ 41635 h 63124"/>
                <a:gd name="connsiteX1" fmla="*/ 5382 w 71305"/>
                <a:gd name="connsiteY1" fmla="*/ 40292 h 63124"/>
                <a:gd name="connsiteX2" fmla="*/ 9418 w 71305"/>
                <a:gd name="connsiteY2" fmla="*/ 33577 h 63124"/>
                <a:gd name="connsiteX3" fmla="*/ 8072 w 71305"/>
                <a:gd name="connsiteY3" fmla="*/ 28205 h 63124"/>
                <a:gd name="connsiteX4" fmla="*/ 14799 w 71305"/>
                <a:gd name="connsiteY4" fmla="*/ 24175 h 63124"/>
                <a:gd name="connsiteX5" fmla="*/ 14799 w 71305"/>
                <a:gd name="connsiteY5" fmla="*/ 17460 h 63124"/>
                <a:gd name="connsiteX6" fmla="*/ 9418 w 71305"/>
                <a:gd name="connsiteY6" fmla="*/ 16117 h 63124"/>
                <a:gd name="connsiteX7" fmla="*/ 10763 w 71305"/>
                <a:gd name="connsiteY7" fmla="*/ 8059 h 63124"/>
                <a:gd name="connsiteX8" fmla="*/ 14799 w 71305"/>
                <a:gd name="connsiteY8" fmla="*/ 4029 h 63124"/>
                <a:gd name="connsiteX9" fmla="*/ 18836 w 71305"/>
                <a:gd name="connsiteY9" fmla="*/ 4029 h 63124"/>
                <a:gd name="connsiteX10" fmla="*/ 21526 w 71305"/>
                <a:gd name="connsiteY10" fmla="*/ 0 h 63124"/>
                <a:gd name="connsiteX11" fmla="*/ 29598 w 71305"/>
                <a:gd name="connsiteY11" fmla="*/ 0 h 63124"/>
                <a:gd name="connsiteX12" fmla="*/ 36325 w 71305"/>
                <a:gd name="connsiteY12" fmla="*/ 5372 h 63124"/>
                <a:gd name="connsiteX13" fmla="*/ 40361 w 71305"/>
                <a:gd name="connsiteY13" fmla="*/ 2686 h 63124"/>
                <a:gd name="connsiteX14" fmla="*/ 45743 w 71305"/>
                <a:gd name="connsiteY14" fmla="*/ 4029 h 63124"/>
                <a:gd name="connsiteX15" fmla="*/ 47088 w 71305"/>
                <a:gd name="connsiteY15" fmla="*/ 13431 h 63124"/>
                <a:gd name="connsiteX16" fmla="*/ 55161 w 71305"/>
                <a:gd name="connsiteY16" fmla="*/ 20146 h 63124"/>
                <a:gd name="connsiteX17" fmla="*/ 60542 w 71305"/>
                <a:gd name="connsiteY17" fmla="*/ 21489 h 63124"/>
                <a:gd name="connsiteX18" fmla="*/ 65924 w 71305"/>
                <a:gd name="connsiteY18" fmla="*/ 26862 h 63124"/>
                <a:gd name="connsiteX19" fmla="*/ 71305 w 71305"/>
                <a:gd name="connsiteY19" fmla="*/ 29548 h 63124"/>
                <a:gd name="connsiteX20" fmla="*/ 71305 w 71305"/>
                <a:gd name="connsiteY20" fmla="*/ 33577 h 63124"/>
                <a:gd name="connsiteX21" fmla="*/ 67269 w 71305"/>
                <a:gd name="connsiteY21" fmla="*/ 37606 h 63124"/>
                <a:gd name="connsiteX22" fmla="*/ 60542 w 71305"/>
                <a:gd name="connsiteY22" fmla="*/ 37606 h 63124"/>
                <a:gd name="connsiteX23" fmla="*/ 56506 w 71305"/>
                <a:gd name="connsiteY23" fmla="*/ 36263 h 63124"/>
                <a:gd name="connsiteX24" fmla="*/ 51125 w 71305"/>
                <a:gd name="connsiteY24" fmla="*/ 36263 h 63124"/>
                <a:gd name="connsiteX25" fmla="*/ 48434 w 71305"/>
                <a:gd name="connsiteY25" fmla="*/ 37606 h 63124"/>
                <a:gd name="connsiteX26" fmla="*/ 40361 w 71305"/>
                <a:gd name="connsiteY26" fmla="*/ 37606 h 63124"/>
                <a:gd name="connsiteX27" fmla="*/ 34980 w 71305"/>
                <a:gd name="connsiteY27" fmla="*/ 38949 h 63124"/>
                <a:gd name="connsiteX28" fmla="*/ 32289 w 71305"/>
                <a:gd name="connsiteY28" fmla="*/ 47008 h 63124"/>
                <a:gd name="connsiteX29" fmla="*/ 18836 w 71305"/>
                <a:gd name="connsiteY29" fmla="*/ 53723 h 63124"/>
                <a:gd name="connsiteX30" fmla="*/ 8072 w 71305"/>
                <a:gd name="connsiteY30" fmla="*/ 63125 h 63124"/>
                <a:gd name="connsiteX31" fmla="*/ 6727 w 71305"/>
                <a:gd name="connsiteY31" fmla="*/ 59096 h 63124"/>
                <a:gd name="connsiteX32" fmla="*/ 9418 w 71305"/>
                <a:gd name="connsiteY32" fmla="*/ 52380 h 63124"/>
                <a:gd name="connsiteX33" fmla="*/ 12109 w 71305"/>
                <a:gd name="connsiteY33" fmla="*/ 51037 h 63124"/>
                <a:gd name="connsiteX34" fmla="*/ 17490 w 71305"/>
                <a:gd name="connsiteY34" fmla="*/ 48351 h 63124"/>
                <a:gd name="connsiteX35" fmla="*/ 13454 w 71305"/>
                <a:gd name="connsiteY35" fmla="*/ 48351 h 63124"/>
                <a:gd name="connsiteX36" fmla="*/ 9418 w 71305"/>
                <a:gd name="connsiteY36" fmla="*/ 48351 h 63124"/>
                <a:gd name="connsiteX37" fmla="*/ 6727 w 71305"/>
                <a:gd name="connsiteY37" fmla="*/ 48351 h 63124"/>
                <a:gd name="connsiteX38" fmla="*/ 2691 w 71305"/>
                <a:gd name="connsiteY38" fmla="*/ 45665 h 63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1305" h="63124">
                  <a:moveTo>
                    <a:pt x="0" y="41635"/>
                  </a:moveTo>
                  <a:lnTo>
                    <a:pt x="5382" y="40292"/>
                  </a:lnTo>
                  <a:lnTo>
                    <a:pt x="9418" y="33577"/>
                  </a:lnTo>
                  <a:lnTo>
                    <a:pt x="8072" y="28205"/>
                  </a:lnTo>
                  <a:lnTo>
                    <a:pt x="14799" y="24175"/>
                  </a:lnTo>
                  <a:lnTo>
                    <a:pt x="14799" y="17460"/>
                  </a:lnTo>
                  <a:lnTo>
                    <a:pt x="9418" y="16117"/>
                  </a:lnTo>
                  <a:lnTo>
                    <a:pt x="10763" y="8059"/>
                  </a:lnTo>
                  <a:lnTo>
                    <a:pt x="14799" y="4029"/>
                  </a:lnTo>
                  <a:lnTo>
                    <a:pt x="18836" y="4029"/>
                  </a:lnTo>
                  <a:lnTo>
                    <a:pt x="21526" y="0"/>
                  </a:lnTo>
                  <a:lnTo>
                    <a:pt x="29598" y="0"/>
                  </a:lnTo>
                  <a:lnTo>
                    <a:pt x="36325" y="5372"/>
                  </a:lnTo>
                  <a:lnTo>
                    <a:pt x="40361" y="2686"/>
                  </a:lnTo>
                  <a:lnTo>
                    <a:pt x="45743" y="4029"/>
                  </a:lnTo>
                  <a:lnTo>
                    <a:pt x="47088" y="13431"/>
                  </a:lnTo>
                  <a:lnTo>
                    <a:pt x="55161" y="20146"/>
                  </a:lnTo>
                  <a:lnTo>
                    <a:pt x="60542" y="21489"/>
                  </a:lnTo>
                  <a:lnTo>
                    <a:pt x="65924" y="26862"/>
                  </a:lnTo>
                  <a:lnTo>
                    <a:pt x="71305" y="29548"/>
                  </a:lnTo>
                  <a:lnTo>
                    <a:pt x="71305" y="33577"/>
                  </a:lnTo>
                  <a:lnTo>
                    <a:pt x="67269" y="37606"/>
                  </a:lnTo>
                  <a:lnTo>
                    <a:pt x="60542" y="37606"/>
                  </a:lnTo>
                  <a:lnTo>
                    <a:pt x="56506" y="36263"/>
                  </a:lnTo>
                  <a:lnTo>
                    <a:pt x="51125" y="36263"/>
                  </a:lnTo>
                  <a:lnTo>
                    <a:pt x="48434" y="37606"/>
                  </a:lnTo>
                  <a:lnTo>
                    <a:pt x="40361" y="37606"/>
                  </a:lnTo>
                  <a:lnTo>
                    <a:pt x="34980" y="38949"/>
                  </a:lnTo>
                  <a:lnTo>
                    <a:pt x="32289" y="47008"/>
                  </a:lnTo>
                  <a:lnTo>
                    <a:pt x="18836" y="53723"/>
                  </a:lnTo>
                  <a:lnTo>
                    <a:pt x="8072" y="63125"/>
                  </a:lnTo>
                  <a:lnTo>
                    <a:pt x="6727" y="59096"/>
                  </a:lnTo>
                  <a:lnTo>
                    <a:pt x="9418" y="52380"/>
                  </a:lnTo>
                  <a:lnTo>
                    <a:pt x="12109" y="51037"/>
                  </a:lnTo>
                  <a:lnTo>
                    <a:pt x="17490" y="48351"/>
                  </a:lnTo>
                  <a:lnTo>
                    <a:pt x="13454" y="48351"/>
                  </a:lnTo>
                  <a:lnTo>
                    <a:pt x="9418" y="48351"/>
                  </a:lnTo>
                  <a:lnTo>
                    <a:pt x="6727" y="48351"/>
                  </a:lnTo>
                  <a:lnTo>
                    <a:pt x="2691" y="4566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70" name="Freeform 669">
              <a:extLst>
                <a:ext uri="{FF2B5EF4-FFF2-40B4-BE49-F238E27FC236}">
                  <a16:creationId xmlns:a16="http://schemas.microsoft.com/office/drawing/2014/main" id="{79AAE8E8-DB6A-13AB-9424-C48B303946D2}"/>
                </a:ext>
              </a:extLst>
            </p:cNvPr>
            <p:cNvSpPr/>
            <p:nvPr/>
          </p:nvSpPr>
          <p:spPr>
            <a:xfrm>
              <a:off x="7987503" y="3463256"/>
              <a:ext cx="469536" cy="193402"/>
            </a:xfrm>
            <a:custGeom>
              <a:avLst/>
              <a:gdLst>
                <a:gd name="connsiteX0" fmla="*/ 375360 w 469536"/>
                <a:gd name="connsiteY0" fmla="*/ 10744 h 193402"/>
                <a:gd name="connsiteX1" fmla="*/ 374015 w 469536"/>
                <a:gd name="connsiteY1" fmla="*/ 13431 h 193402"/>
                <a:gd name="connsiteX2" fmla="*/ 371324 w 469536"/>
                <a:gd name="connsiteY2" fmla="*/ 20146 h 193402"/>
                <a:gd name="connsiteX3" fmla="*/ 364597 w 469536"/>
                <a:gd name="connsiteY3" fmla="*/ 22832 h 193402"/>
                <a:gd name="connsiteX4" fmla="*/ 356525 w 469536"/>
                <a:gd name="connsiteY4" fmla="*/ 28204 h 193402"/>
                <a:gd name="connsiteX5" fmla="*/ 355179 w 469536"/>
                <a:gd name="connsiteY5" fmla="*/ 30891 h 193402"/>
                <a:gd name="connsiteX6" fmla="*/ 347107 w 469536"/>
                <a:gd name="connsiteY6" fmla="*/ 32234 h 193402"/>
                <a:gd name="connsiteX7" fmla="*/ 343071 w 469536"/>
                <a:gd name="connsiteY7" fmla="*/ 34920 h 193402"/>
                <a:gd name="connsiteX8" fmla="*/ 332308 w 469536"/>
                <a:gd name="connsiteY8" fmla="*/ 32234 h 193402"/>
                <a:gd name="connsiteX9" fmla="*/ 329617 w 469536"/>
                <a:gd name="connsiteY9" fmla="*/ 30891 h 193402"/>
                <a:gd name="connsiteX10" fmla="*/ 325581 w 469536"/>
                <a:gd name="connsiteY10" fmla="*/ 30891 h 193402"/>
                <a:gd name="connsiteX11" fmla="*/ 324235 w 469536"/>
                <a:gd name="connsiteY11" fmla="*/ 29548 h 193402"/>
                <a:gd name="connsiteX12" fmla="*/ 318854 w 469536"/>
                <a:gd name="connsiteY12" fmla="*/ 30891 h 193402"/>
                <a:gd name="connsiteX13" fmla="*/ 309437 w 469536"/>
                <a:gd name="connsiteY13" fmla="*/ 30891 h 193402"/>
                <a:gd name="connsiteX14" fmla="*/ 298673 w 469536"/>
                <a:gd name="connsiteY14" fmla="*/ 36263 h 193402"/>
                <a:gd name="connsiteX15" fmla="*/ 290601 w 469536"/>
                <a:gd name="connsiteY15" fmla="*/ 34920 h 193402"/>
                <a:gd name="connsiteX16" fmla="*/ 283874 w 469536"/>
                <a:gd name="connsiteY16" fmla="*/ 30891 h 193402"/>
                <a:gd name="connsiteX17" fmla="*/ 281184 w 469536"/>
                <a:gd name="connsiteY17" fmla="*/ 32234 h 193402"/>
                <a:gd name="connsiteX18" fmla="*/ 270420 w 469536"/>
                <a:gd name="connsiteY18" fmla="*/ 26862 h 193402"/>
                <a:gd name="connsiteX19" fmla="*/ 266384 w 469536"/>
                <a:gd name="connsiteY19" fmla="*/ 26862 h 193402"/>
                <a:gd name="connsiteX20" fmla="*/ 256967 w 469536"/>
                <a:gd name="connsiteY20" fmla="*/ 20146 h 193402"/>
                <a:gd name="connsiteX21" fmla="*/ 254276 w 469536"/>
                <a:gd name="connsiteY21" fmla="*/ 20146 h 193402"/>
                <a:gd name="connsiteX22" fmla="*/ 251585 w 469536"/>
                <a:gd name="connsiteY22" fmla="*/ 24175 h 193402"/>
                <a:gd name="connsiteX23" fmla="*/ 247549 w 469536"/>
                <a:gd name="connsiteY23" fmla="*/ 22832 h 193402"/>
                <a:gd name="connsiteX24" fmla="*/ 242168 w 469536"/>
                <a:gd name="connsiteY24" fmla="*/ 17460 h 193402"/>
                <a:gd name="connsiteX25" fmla="*/ 242168 w 469536"/>
                <a:gd name="connsiteY25" fmla="*/ 10744 h 193402"/>
                <a:gd name="connsiteX26" fmla="*/ 238131 w 469536"/>
                <a:gd name="connsiteY26" fmla="*/ 6715 h 193402"/>
                <a:gd name="connsiteX27" fmla="*/ 234095 w 469536"/>
                <a:gd name="connsiteY27" fmla="*/ 8058 h 193402"/>
                <a:gd name="connsiteX28" fmla="*/ 228714 w 469536"/>
                <a:gd name="connsiteY28" fmla="*/ 13431 h 193402"/>
                <a:gd name="connsiteX29" fmla="*/ 226023 w 469536"/>
                <a:gd name="connsiteY29" fmla="*/ 13431 h 193402"/>
                <a:gd name="connsiteX30" fmla="*/ 223332 w 469536"/>
                <a:gd name="connsiteY30" fmla="*/ 14774 h 193402"/>
                <a:gd name="connsiteX31" fmla="*/ 213915 w 469536"/>
                <a:gd name="connsiteY31" fmla="*/ 5372 h 193402"/>
                <a:gd name="connsiteX32" fmla="*/ 213915 w 469536"/>
                <a:gd name="connsiteY32" fmla="*/ 1343 h 193402"/>
                <a:gd name="connsiteX33" fmla="*/ 212569 w 469536"/>
                <a:gd name="connsiteY33" fmla="*/ 0 h 193402"/>
                <a:gd name="connsiteX34" fmla="*/ 205842 w 469536"/>
                <a:gd name="connsiteY34" fmla="*/ 4029 h 193402"/>
                <a:gd name="connsiteX35" fmla="*/ 197770 w 469536"/>
                <a:gd name="connsiteY35" fmla="*/ 4029 h 193402"/>
                <a:gd name="connsiteX36" fmla="*/ 193734 w 469536"/>
                <a:gd name="connsiteY36" fmla="*/ 1343 h 193402"/>
                <a:gd name="connsiteX37" fmla="*/ 188353 w 469536"/>
                <a:gd name="connsiteY37" fmla="*/ 4029 h 193402"/>
                <a:gd name="connsiteX38" fmla="*/ 176244 w 469536"/>
                <a:gd name="connsiteY38" fmla="*/ 2686 h 193402"/>
                <a:gd name="connsiteX39" fmla="*/ 169517 w 469536"/>
                <a:gd name="connsiteY39" fmla="*/ 4029 h 193402"/>
                <a:gd name="connsiteX40" fmla="*/ 157409 w 469536"/>
                <a:gd name="connsiteY40" fmla="*/ 9401 h 193402"/>
                <a:gd name="connsiteX41" fmla="*/ 152027 w 469536"/>
                <a:gd name="connsiteY41" fmla="*/ 10744 h 193402"/>
                <a:gd name="connsiteX42" fmla="*/ 142610 w 469536"/>
                <a:gd name="connsiteY42" fmla="*/ 12088 h 193402"/>
                <a:gd name="connsiteX43" fmla="*/ 139919 w 469536"/>
                <a:gd name="connsiteY43" fmla="*/ 16117 h 193402"/>
                <a:gd name="connsiteX44" fmla="*/ 134538 w 469536"/>
                <a:gd name="connsiteY44" fmla="*/ 16117 h 193402"/>
                <a:gd name="connsiteX45" fmla="*/ 130501 w 469536"/>
                <a:gd name="connsiteY45" fmla="*/ 21489 h 193402"/>
                <a:gd name="connsiteX46" fmla="*/ 127811 w 469536"/>
                <a:gd name="connsiteY46" fmla="*/ 22832 h 193402"/>
                <a:gd name="connsiteX47" fmla="*/ 125120 w 469536"/>
                <a:gd name="connsiteY47" fmla="*/ 28204 h 193402"/>
                <a:gd name="connsiteX48" fmla="*/ 123774 w 469536"/>
                <a:gd name="connsiteY48" fmla="*/ 30891 h 193402"/>
                <a:gd name="connsiteX49" fmla="*/ 123774 w 469536"/>
                <a:gd name="connsiteY49" fmla="*/ 33577 h 193402"/>
                <a:gd name="connsiteX50" fmla="*/ 114357 w 469536"/>
                <a:gd name="connsiteY50" fmla="*/ 33577 h 193402"/>
                <a:gd name="connsiteX51" fmla="*/ 100903 w 469536"/>
                <a:gd name="connsiteY51" fmla="*/ 28204 h 193402"/>
                <a:gd name="connsiteX52" fmla="*/ 96867 w 469536"/>
                <a:gd name="connsiteY52" fmla="*/ 28204 h 193402"/>
                <a:gd name="connsiteX53" fmla="*/ 92831 w 469536"/>
                <a:gd name="connsiteY53" fmla="*/ 30891 h 193402"/>
                <a:gd name="connsiteX54" fmla="*/ 87449 w 469536"/>
                <a:gd name="connsiteY54" fmla="*/ 29548 h 193402"/>
                <a:gd name="connsiteX55" fmla="*/ 79377 w 469536"/>
                <a:gd name="connsiteY55" fmla="*/ 32234 h 193402"/>
                <a:gd name="connsiteX56" fmla="*/ 75341 w 469536"/>
                <a:gd name="connsiteY56" fmla="*/ 30891 h 193402"/>
                <a:gd name="connsiteX57" fmla="*/ 69959 w 469536"/>
                <a:gd name="connsiteY57" fmla="*/ 32234 h 193402"/>
                <a:gd name="connsiteX58" fmla="*/ 68614 w 469536"/>
                <a:gd name="connsiteY58" fmla="*/ 36263 h 193402"/>
                <a:gd name="connsiteX59" fmla="*/ 72650 w 469536"/>
                <a:gd name="connsiteY59" fmla="*/ 42978 h 193402"/>
                <a:gd name="connsiteX60" fmla="*/ 80723 w 469536"/>
                <a:gd name="connsiteY60" fmla="*/ 44321 h 193402"/>
                <a:gd name="connsiteX61" fmla="*/ 86104 w 469536"/>
                <a:gd name="connsiteY61" fmla="*/ 44321 h 193402"/>
                <a:gd name="connsiteX62" fmla="*/ 84759 w 469536"/>
                <a:gd name="connsiteY62" fmla="*/ 47008 h 193402"/>
                <a:gd name="connsiteX63" fmla="*/ 75341 w 469536"/>
                <a:gd name="connsiteY63" fmla="*/ 47008 h 193402"/>
                <a:gd name="connsiteX64" fmla="*/ 65923 w 469536"/>
                <a:gd name="connsiteY64" fmla="*/ 51037 h 193402"/>
                <a:gd name="connsiteX65" fmla="*/ 61887 w 469536"/>
                <a:gd name="connsiteY65" fmla="*/ 55066 h 193402"/>
                <a:gd name="connsiteX66" fmla="*/ 64578 w 469536"/>
                <a:gd name="connsiteY66" fmla="*/ 57752 h 193402"/>
                <a:gd name="connsiteX67" fmla="*/ 68614 w 469536"/>
                <a:gd name="connsiteY67" fmla="*/ 55066 h 193402"/>
                <a:gd name="connsiteX68" fmla="*/ 71305 w 469536"/>
                <a:gd name="connsiteY68" fmla="*/ 59095 h 193402"/>
                <a:gd name="connsiteX69" fmla="*/ 67269 w 469536"/>
                <a:gd name="connsiteY69" fmla="*/ 60438 h 193402"/>
                <a:gd name="connsiteX70" fmla="*/ 55160 w 469536"/>
                <a:gd name="connsiteY70" fmla="*/ 60438 h 193402"/>
                <a:gd name="connsiteX71" fmla="*/ 49779 w 469536"/>
                <a:gd name="connsiteY71" fmla="*/ 57752 h 193402"/>
                <a:gd name="connsiteX72" fmla="*/ 43052 w 469536"/>
                <a:gd name="connsiteY72" fmla="*/ 60438 h 193402"/>
                <a:gd name="connsiteX73" fmla="*/ 40361 w 469536"/>
                <a:gd name="connsiteY73" fmla="*/ 56409 h 193402"/>
                <a:gd name="connsiteX74" fmla="*/ 37670 w 469536"/>
                <a:gd name="connsiteY74" fmla="*/ 56409 h 193402"/>
                <a:gd name="connsiteX75" fmla="*/ 32289 w 469536"/>
                <a:gd name="connsiteY75" fmla="*/ 61781 h 193402"/>
                <a:gd name="connsiteX76" fmla="*/ 28253 w 469536"/>
                <a:gd name="connsiteY76" fmla="*/ 60438 h 193402"/>
                <a:gd name="connsiteX77" fmla="*/ 22871 w 469536"/>
                <a:gd name="connsiteY77" fmla="*/ 56409 h 193402"/>
                <a:gd name="connsiteX78" fmla="*/ 16144 w 469536"/>
                <a:gd name="connsiteY78" fmla="*/ 56409 h 193402"/>
                <a:gd name="connsiteX79" fmla="*/ 4036 w 469536"/>
                <a:gd name="connsiteY79" fmla="*/ 64468 h 193402"/>
                <a:gd name="connsiteX80" fmla="*/ 2691 w 469536"/>
                <a:gd name="connsiteY80" fmla="*/ 69840 h 193402"/>
                <a:gd name="connsiteX81" fmla="*/ 0 w 469536"/>
                <a:gd name="connsiteY81" fmla="*/ 73869 h 193402"/>
                <a:gd name="connsiteX82" fmla="*/ 2691 w 469536"/>
                <a:gd name="connsiteY82" fmla="*/ 77898 h 193402"/>
                <a:gd name="connsiteX83" fmla="*/ 2691 w 469536"/>
                <a:gd name="connsiteY83" fmla="*/ 83271 h 193402"/>
                <a:gd name="connsiteX84" fmla="*/ 0 w 469536"/>
                <a:gd name="connsiteY84" fmla="*/ 84614 h 193402"/>
                <a:gd name="connsiteX85" fmla="*/ 2691 w 469536"/>
                <a:gd name="connsiteY85" fmla="*/ 88643 h 193402"/>
                <a:gd name="connsiteX86" fmla="*/ 9417 w 469536"/>
                <a:gd name="connsiteY86" fmla="*/ 85957 h 193402"/>
                <a:gd name="connsiteX87" fmla="*/ 10763 w 469536"/>
                <a:gd name="connsiteY87" fmla="*/ 87300 h 193402"/>
                <a:gd name="connsiteX88" fmla="*/ 16144 w 469536"/>
                <a:gd name="connsiteY88" fmla="*/ 85957 h 193402"/>
                <a:gd name="connsiteX89" fmla="*/ 22871 w 469536"/>
                <a:gd name="connsiteY89" fmla="*/ 85957 h 193402"/>
                <a:gd name="connsiteX90" fmla="*/ 16144 w 469536"/>
                <a:gd name="connsiteY90" fmla="*/ 91329 h 193402"/>
                <a:gd name="connsiteX91" fmla="*/ 17490 w 469536"/>
                <a:gd name="connsiteY91" fmla="*/ 95358 h 193402"/>
                <a:gd name="connsiteX92" fmla="*/ 20181 w 469536"/>
                <a:gd name="connsiteY92" fmla="*/ 99388 h 193402"/>
                <a:gd name="connsiteX93" fmla="*/ 20181 w 469536"/>
                <a:gd name="connsiteY93" fmla="*/ 102074 h 193402"/>
                <a:gd name="connsiteX94" fmla="*/ 18835 w 469536"/>
                <a:gd name="connsiteY94" fmla="*/ 104760 h 193402"/>
                <a:gd name="connsiteX95" fmla="*/ 21526 w 469536"/>
                <a:gd name="connsiteY95" fmla="*/ 106103 h 193402"/>
                <a:gd name="connsiteX96" fmla="*/ 25562 w 469536"/>
                <a:gd name="connsiteY96" fmla="*/ 103417 h 193402"/>
                <a:gd name="connsiteX97" fmla="*/ 25562 w 469536"/>
                <a:gd name="connsiteY97" fmla="*/ 106103 h 193402"/>
                <a:gd name="connsiteX98" fmla="*/ 22871 w 469536"/>
                <a:gd name="connsiteY98" fmla="*/ 108789 h 193402"/>
                <a:gd name="connsiteX99" fmla="*/ 16144 w 469536"/>
                <a:gd name="connsiteY99" fmla="*/ 112818 h 193402"/>
                <a:gd name="connsiteX100" fmla="*/ 18835 w 469536"/>
                <a:gd name="connsiteY100" fmla="*/ 114162 h 193402"/>
                <a:gd name="connsiteX101" fmla="*/ 22871 w 469536"/>
                <a:gd name="connsiteY101" fmla="*/ 114162 h 193402"/>
                <a:gd name="connsiteX102" fmla="*/ 18835 w 469536"/>
                <a:gd name="connsiteY102" fmla="*/ 116848 h 193402"/>
                <a:gd name="connsiteX103" fmla="*/ 16144 w 469536"/>
                <a:gd name="connsiteY103" fmla="*/ 122220 h 193402"/>
                <a:gd name="connsiteX104" fmla="*/ 13454 w 469536"/>
                <a:gd name="connsiteY104" fmla="*/ 122220 h 193402"/>
                <a:gd name="connsiteX105" fmla="*/ 10763 w 469536"/>
                <a:gd name="connsiteY105" fmla="*/ 115504 h 193402"/>
                <a:gd name="connsiteX106" fmla="*/ 9417 w 469536"/>
                <a:gd name="connsiteY106" fmla="*/ 114162 h 193402"/>
                <a:gd name="connsiteX107" fmla="*/ 8072 w 469536"/>
                <a:gd name="connsiteY107" fmla="*/ 118191 h 193402"/>
                <a:gd name="connsiteX108" fmla="*/ 9417 w 469536"/>
                <a:gd name="connsiteY108" fmla="*/ 123563 h 193402"/>
                <a:gd name="connsiteX109" fmla="*/ 8072 w 469536"/>
                <a:gd name="connsiteY109" fmla="*/ 124906 h 193402"/>
                <a:gd name="connsiteX110" fmla="*/ 8072 w 469536"/>
                <a:gd name="connsiteY110" fmla="*/ 128935 h 193402"/>
                <a:gd name="connsiteX111" fmla="*/ 12108 w 469536"/>
                <a:gd name="connsiteY111" fmla="*/ 131621 h 193402"/>
                <a:gd name="connsiteX112" fmla="*/ 13454 w 469536"/>
                <a:gd name="connsiteY112" fmla="*/ 130278 h 193402"/>
                <a:gd name="connsiteX113" fmla="*/ 18835 w 469536"/>
                <a:gd name="connsiteY113" fmla="*/ 134308 h 193402"/>
                <a:gd name="connsiteX114" fmla="*/ 22871 w 469536"/>
                <a:gd name="connsiteY114" fmla="*/ 132965 h 193402"/>
                <a:gd name="connsiteX115" fmla="*/ 28253 w 469536"/>
                <a:gd name="connsiteY115" fmla="*/ 136994 h 193402"/>
                <a:gd name="connsiteX116" fmla="*/ 29598 w 469536"/>
                <a:gd name="connsiteY116" fmla="*/ 143709 h 193402"/>
                <a:gd name="connsiteX117" fmla="*/ 25562 w 469536"/>
                <a:gd name="connsiteY117" fmla="*/ 147738 h 193402"/>
                <a:gd name="connsiteX118" fmla="*/ 29598 w 469536"/>
                <a:gd name="connsiteY118" fmla="*/ 150425 h 193402"/>
                <a:gd name="connsiteX119" fmla="*/ 29598 w 469536"/>
                <a:gd name="connsiteY119" fmla="*/ 153111 h 193402"/>
                <a:gd name="connsiteX120" fmla="*/ 32289 w 469536"/>
                <a:gd name="connsiteY120" fmla="*/ 153111 h 193402"/>
                <a:gd name="connsiteX121" fmla="*/ 39016 w 469536"/>
                <a:gd name="connsiteY121" fmla="*/ 159826 h 193402"/>
                <a:gd name="connsiteX122" fmla="*/ 37670 w 469536"/>
                <a:gd name="connsiteY122" fmla="*/ 163855 h 193402"/>
                <a:gd name="connsiteX123" fmla="*/ 32289 w 469536"/>
                <a:gd name="connsiteY123" fmla="*/ 162512 h 193402"/>
                <a:gd name="connsiteX124" fmla="*/ 32289 w 469536"/>
                <a:gd name="connsiteY124" fmla="*/ 165198 h 193402"/>
                <a:gd name="connsiteX125" fmla="*/ 34979 w 469536"/>
                <a:gd name="connsiteY125" fmla="*/ 166541 h 193402"/>
                <a:gd name="connsiteX126" fmla="*/ 43052 w 469536"/>
                <a:gd name="connsiteY126" fmla="*/ 165198 h 193402"/>
                <a:gd name="connsiteX127" fmla="*/ 53815 w 469536"/>
                <a:gd name="connsiteY127" fmla="*/ 165198 h 193402"/>
                <a:gd name="connsiteX128" fmla="*/ 53815 w 469536"/>
                <a:gd name="connsiteY128" fmla="*/ 167885 h 193402"/>
                <a:gd name="connsiteX129" fmla="*/ 51124 w 469536"/>
                <a:gd name="connsiteY129" fmla="*/ 170571 h 193402"/>
                <a:gd name="connsiteX130" fmla="*/ 44397 w 469536"/>
                <a:gd name="connsiteY130" fmla="*/ 171914 h 193402"/>
                <a:gd name="connsiteX131" fmla="*/ 36325 w 469536"/>
                <a:gd name="connsiteY131" fmla="*/ 171914 h 193402"/>
                <a:gd name="connsiteX132" fmla="*/ 34979 w 469536"/>
                <a:gd name="connsiteY132" fmla="*/ 174600 h 193402"/>
                <a:gd name="connsiteX133" fmla="*/ 37670 w 469536"/>
                <a:gd name="connsiteY133" fmla="*/ 175943 h 193402"/>
                <a:gd name="connsiteX134" fmla="*/ 41706 w 469536"/>
                <a:gd name="connsiteY134" fmla="*/ 174600 h 193402"/>
                <a:gd name="connsiteX135" fmla="*/ 48433 w 469536"/>
                <a:gd name="connsiteY135" fmla="*/ 174600 h 193402"/>
                <a:gd name="connsiteX136" fmla="*/ 51124 w 469536"/>
                <a:gd name="connsiteY136" fmla="*/ 173257 h 193402"/>
                <a:gd name="connsiteX137" fmla="*/ 51124 w 469536"/>
                <a:gd name="connsiteY137" fmla="*/ 177286 h 193402"/>
                <a:gd name="connsiteX138" fmla="*/ 52470 w 469536"/>
                <a:gd name="connsiteY138" fmla="*/ 178629 h 193402"/>
                <a:gd name="connsiteX139" fmla="*/ 55160 w 469536"/>
                <a:gd name="connsiteY139" fmla="*/ 174600 h 193402"/>
                <a:gd name="connsiteX140" fmla="*/ 59196 w 469536"/>
                <a:gd name="connsiteY140" fmla="*/ 170571 h 193402"/>
                <a:gd name="connsiteX141" fmla="*/ 63232 w 469536"/>
                <a:gd name="connsiteY141" fmla="*/ 170571 h 193402"/>
                <a:gd name="connsiteX142" fmla="*/ 64578 w 469536"/>
                <a:gd name="connsiteY142" fmla="*/ 173257 h 193402"/>
                <a:gd name="connsiteX143" fmla="*/ 68614 w 469536"/>
                <a:gd name="connsiteY143" fmla="*/ 173257 h 193402"/>
                <a:gd name="connsiteX144" fmla="*/ 72650 w 469536"/>
                <a:gd name="connsiteY144" fmla="*/ 175943 h 193402"/>
                <a:gd name="connsiteX145" fmla="*/ 75341 w 469536"/>
                <a:gd name="connsiteY145" fmla="*/ 171914 h 193402"/>
                <a:gd name="connsiteX146" fmla="*/ 79377 w 469536"/>
                <a:gd name="connsiteY146" fmla="*/ 173257 h 193402"/>
                <a:gd name="connsiteX147" fmla="*/ 79377 w 469536"/>
                <a:gd name="connsiteY147" fmla="*/ 175943 h 193402"/>
                <a:gd name="connsiteX148" fmla="*/ 76686 w 469536"/>
                <a:gd name="connsiteY148" fmla="*/ 177286 h 193402"/>
                <a:gd name="connsiteX149" fmla="*/ 79377 w 469536"/>
                <a:gd name="connsiteY149" fmla="*/ 179972 h 193402"/>
                <a:gd name="connsiteX150" fmla="*/ 79377 w 469536"/>
                <a:gd name="connsiteY150" fmla="*/ 184002 h 193402"/>
                <a:gd name="connsiteX151" fmla="*/ 84759 w 469536"/>
                <a:gd name="connsiteY151" fmla="*/ 188031 h 193402"/>
                <a:gd name="connsiteX152" fmla="*/ 87449 w 469536"/>
                <a:gd name="connsiteY152" fmla="*/ 188031 h 193402"/>
                <a:gd name="connsiteX153" fmla="*/ 92831 w 469536"/>
                <a:gd name="connsiteY153" fmla="*/ 189374 h 193402"/>
                <a:gd name="connsiteX154" fmla="*/ 99558 w 469536"/>
                <a:gd name="connsiteY154" fmla="*/ 189374 h 193402"/>
                <a:gd name="connsiteX155" fmla="*/ 102248 w 469536"/>
                <a:gd name="connsiteY155" fmla="*/ 186688 h 193402"/>
                <a:gd name="connsiteX156" fmla="*/ 107630 w 469536"/>
                <a:gd name="connsiteY156" fmla="*/ 186688 h 193402"/>
                <a:gd name="connsiteX157" fmla="*/ 110321 w 469536"/>
                <a:gd name="connsiteY157" fmla="*/ 184002 h 193402"/>
                <a:gd name="connsiteX158" fmla="*/ 115702 w 469536"/>
                <a:gd name="connsiteY158" fmla="*/ 186688 h 193402"/>
                <a:gd name="connsiteX159" fmla="*/ 118393 w 469536"/>
                <a:gd name="connsiteY159" fmla="*/ 184002 h 193402"/>
                <a:gd name="connsiteX160" fmla="*/ 118393 w 469536"/>
                <a:gd name="connsiteY160" fmla="*/ 178629 h 193402"/>
                <a:gd name="connsiteX161" fmla="*/ 118393 w 469536"/>
                <a:gd name="connsiteY161" fmla="*/ 175943 h 193402"/>
                <a:gd name="connsiteX162" fmla="*/ 118393 w 469536"/>
                <a:gd name="connsiteY162" fmla="*/ 169228 h 193402"/>
                <a:gd name="connsiteX163" fmla="*/ 129156 w 469536"/>
                <a:gd name="connsiteY163" fmla="*/ 169228 h 193402"/>
                <a:gd name="connsiteX164" fmla="*/ 138574 w 469536"/>
                <a:gd name="connsiteY164" fmla="*/ 169228 h 193402"/>
                <a:gd name="connsiteX165" fmla="*/ 150682 w 469536"/>
                <a:gd name="connsiteY165" fmla="*/ 175943 h 193402"/>
                <a:gd name="connsiteX166" fmla="*/ 154718 w 469536"/>
                <a:gd name="connsiteY166" fmla="*/ 175943 h 193402"/>
                <a:gd name="connsiteX167" fmla="*/ 164136 w 469536"/>
                <a:gd name="connsiteY167" fmla="*/ 186688 h 193402"/>
                <a:gd name="connsiteX168" fmla="*/ 170863 w 469536"/>
                <a:gd name="connsiteY168" fmla="*/ 192060 h 193402"/>
                <a:gd name="connsiteX169" fmla="*/ 193734 w 469536"/>
                <a:gd name="connsiteY169" fmla="*/ 188031 h 193402"/>
                <a:gd name="connsiteX170" fmla="*/ 201806 w 469536"/>
                <a:gd name="connsiteY170" fmla="*/ 185344 h 193402"/>
                <a:gd name="connsiteX171" fmla="*/ 203152 w 469536"/>
                <a:gd name="connsiteY171" fmla="*/ 185344 h 193402"/>
                <a:gd name="connsiteX172" fmla="*/ 204497 w 469536"/>
                <a:gd name="connsiteY172" fmla="*/ 186688 h 193402"/>
                <a:gd name="connsiteX173" fmla="*/ 208533 w 469536"/>
                <a:gd name="connsiteY173" fmla="*/ 184002 h 193402"/>
                <a:gd name="connsiteX174" fmla="*/ 209878 w 469536"/>
                <a:gd name="connsiteY174" fmla="*/ 179972 h 193402"/>
                <a:gd name="connsiteX175" fmla="*/ 220642 w 469536"/>
                <a:gd name="connsiteY175" fmla="*/ 167885 h 193402"/>
                <a:gd name="connsiteX176" fmla="*/ 223332 w 469536"/>
                <a:gd name="connsiteY176" fmla="*/ 166541 h 193402"/>
                <a:gd name="connsiteX177" fmla="*/ 234095 w 469536"/>
                <a:gd name="connsiteY177" fmla="*/ 170571 h 193402"/>
                <a:gd name="connsiteX178" fmla="*/ 240822 w 469536"/>
                <a:gd name="connsiteY178" fmla="*/ 173257 h 193402"/>
                <a:gd name="connsiteX179" fmla="*/ 248895 w 469536"/>
                <a:gd name="connsiteY179" fmla="*/ 171914 h 193402"/>
                <a:gd name="connsiteX180" fmla="*/ 248895 w 469536"/>
                <a:gd name="connsiteY180" fmla="*/ 169228 h 193402"/>
                <a:gd name="connsiteX181" fmla="*/ 254276 w 469536"/>
                <a:gd name="connsiteY181" fmla="*/ 165198 h 193402"/>
                <a:gd name="connsiteX182" fmla="*/ 259658 w 469536"/>
                <a:gd name="connsiteY182" fmla="*/ 166541 h 193402"/>
                <a:gd name="connsiteX183" fmla="*/ 259658 w 469536"/>
                <a:gd name="connsiteY183" fmla="*/ 170571 h 193402"/>
                <a:gd name="connsiteX184" fmla="*/ 255622 w 469536"/>
                <a:gd name="connsiteY184" fmla="*/ 177286 h 193402"/>
                <a:gd name="connsiteX185" fmla="*/ 250240 w 469536"/>
                <a:gd name="connsiteY185" fmla="*/ 181315 h 193402"/>
                <a:gd name="connsiteX186" fmla="*/ 250240 w 469536"/>
                <a:gd name="connsiteY186" fmla="*/ 184002 h 193402"/>
                <a:gd name="connsiteX187" fmla="*/ 255622 w 469536"/>
                <a:gd name="connsiteY187" fmla="*/ 189374 h 193402"/>
                <a:gd name="connsiteX188" fmla="*/ 254276 w 469536"/>
                <a:gd name="connsiteY188" fmla="*/ 192060 h 193402"/>
                <a:gd name="connsiteX189" fmla="*/ 259658 w 469536"/>
                <a:gd name="connsiteY189" fmla="*/ 193403 h 193402"/>
                <a:gd name="connsiteX190" fmla="*/ 265039 w 469536"/>
                <a:gd name="connsiteY190" fmla="*/ 192060 h 193402"/>
                <a:gd name="connsiteX191" fmla="*/ 270420 w 469536"/>
                <a:gd name="connsiteY191" fmla="*/ 190717 h 193402"/>
                <a:gd name="connsiteX192" fmla="*/ 269075 w 469536"/>
                <a:gd name="connsiteY192" fmla="*/ 185344 h 193402"/>
                <a:gd name="connsiteX193" fmla="*/ 273111 w 469536"/>
                <a:gd name="connsiteY193" fmla="*/ 182658 h 193402"/>
                <a:gd name="connsiteX194" fmla="*/ 273111 w 469536"/>
                <a:gd name="connsiteY194" fmla="*/ 173257 h 193402"/>
                <a:gd name="connsiteX195" fmla="*/ 274457 w 469536"/>
                <a:gd name="connsiteY195" fmla="*/ 169228 h 193402"/>
                <a:gd name="connsiteX196" fmla="*/ 282529 w 469536"/>
                <a:gd name="connsiteY196" fmla="*/ 170571 h 193402"/>
                <a:gd name="connsiteX197" fmla="*/ 286565 w 469536"/>
                <a:gd name="connsiteY197" fmla="*/ 171914 h 193402"/>
                <a:gd name="connsiteX198" fmla="*/ 298673 w 469536"/>
                <a:gd name="connsiteY198" fmla="*/ 166541 h 193402"/>
                <a:gd name="connsiteX199" fmla="*/ 301364 w 469536"/>
                <a:gd name="connsiteY199" fmla="*/ 166541 h 193402"/>
                <a:gd name="connsiteX200" fmla="*/ 305400 w 469536"/>
                <a:gd name="connsiteY200" fmla="*/ 165198 h 193402"/>
                <a:gd name="connsiteX201" fmla="*/ 318854 w 469536"/>
                <a:gd name="connsiteY201" fmla="*/ 162512 h 193402"/>
                <a:gd name="connsiteX202" fmla="*/ 324235 w 469536"/>
                <a:gd name="connsiteY202" fmla="*/ 165198 h 193402"/>
                <a:gd name="connsiteX203" fmla="*/ 326926 w 469536"/>
                <a:gd name="connsiteY203" fmla="*/ 166541 h 193402"/>
                <a:gd name="connsiteX204" fmla="*/ 334999 w 469536"/>
                <a:gd name="connsiteY204" fmla="*/ 167885 h 193402"/>
                <a:gd name="connsiteX205" fmla="*/ 347107 w 469536"/>
                <a:gd name="connsiteY205" fmla="*/ 169228 h 193402"/>
                <a:gd name="connsiteX206" fmla="*/ 348452 w 469536"/>
                <a:gd name="connsiteY206" fmla="*/ 166541 h 193402"/>
                <a:gd name="connsiteX207" fmla="*/ 355179 w 469536"/>
                <a:gd name="connsiteY207" fmla="*/ 165198 h 193402"/>
                <a:gd name="connsiteX208" fmla="*/ 359215 w 469536"/>
                <a:gd name="connsiteY208" fmla="*/ 159826 h 193402"/>
                <a:gd name="connsiteX209" fmla="*/ 367288 w 469536"/>
                <a:gd name="connsiteY209" fmla="*/ 157140 h 193402"/>
                <a:gd name="connsiteX210" fmla="*/ 374015 w 469536"/>
                <a:gd name="connsiteY210" fmla="*/ 157140 h 193402"/>
                <a:gd name="connsiteX211" fmla="*/ 379396 w 469536"/>
                <a:gd name="connsiteY211" fmla="*/ 157140 h 193402"/>
                <a:gd name="connsiteX212" fmla="*/ 392850 w 469536"/>
                <a:gd name="connsiteY212" fmla="*/ 157140 h 193402"/>
                <a:gd name="connsiteX213" fmla="*/ 402268 w 469536"/>
                <a:gd name="connsiteY213" fmla="*/ 154454 h 193402"/>
                <a:gd name="connsiteX214" fmla="*/ 410340 w 469536"/>
                <a:gd name="connsiteY214" fmla="*/ 153111 h 193402"/>
                <a:gd name="connsiteX215" fmla="*/ 411685 w 469536"/>
                <a:gd name="connsiteY215" fmla="*/ 155797 h 193402"/>
                <a:gd name="connsiteX216" fmla="*/ 419757 w 469536"/>
                <a:gd name="connsiteY216" fmla="*/ 149081 h 193402"/>
                <a:gd name="connsiteX217" fmla="*/ 425139 w 469536"/>
                <a:gd name="connsiteY217" fmla="*/ 149081 h 193402"/>
                <a:gd name="connsiteX218" fmla="*/ 427830 w 469536"/>
                <a:gd name="connsiteY218" fmla="*/ 147738 h 193402"/>
                <a:gd name="connsiteX219" fmla="*/ 438592 w 469536"/>
                <a:gd name="connsiteY219" fmla="*/ 147738 h 193402"/>
                <a:gd name="connsiteX220" fmla="*/ 448010 w 469536"/>
                <a:gd name="connsiteY220" fmla="*/ 149081 h 193402"/>
                <a:gd name="connsiteX221" fmla="*/ 454737 w 469536"/>
                <a:gd name="connsiteY221" fmla="*/ 147738 h 193402"/>
                <a:gd name="connsiteX222" fmla="*/ 457428 w 469536"/>
                <a:gd name="connsiteY222" fmla="*/ 150425 h 193402"/>
                <a:gd name="connsiteX223" fmla="*/ 457428 w 469536"/>
                <a:gd name="connsiteY223" fmla="*/ 154454 h 193402"/>
                <a:gd name="connsiteX224" fmla="*/ 462809 w 469536"/>
                <a:gd name="connsiteY224" fmla="*/ 157140 h 193402"/>
                <a:gd name="connsiteX225" fmla="*/ 468191 w 469536"/>
                <a:gd name="connsiteY225" fmla="*/ 155797 h 193402"/>
                <a:gd name="connsiteX226" fmla="*/ 469536 w 469536"/>
                <a:gd name="connsiteY226" fmla="*/ 151768 h 193402"/>
                <a:gd name="connsiteX227" fmla="*/ 466845 w 469536"/>
                <a:gd name="connsiteY227" fmla="*/ 145052 h 193402"/>
                <a:gd name="connsiteX228" fmla="*/ 461464 w 469536"/>
                <a:gd name="connsiteY228" fmla="*/ 134308 h 193402"/>
                <a:gd name="connsiteX229" fmla="*/ 454737 w 469536"/>
                <a:gd name="connsiteY229" fmla="*/ 132965 h 193402"/>
                <a:gd name="connsiteX230" fmla="*/ 454737 w 469536"/>
                <a:gd name="connsiteY230" fmla="*/ 128935 h 193402"/>
                <a:gd name="connsiteX231" fmla="*/ 454737 w 469536"/>
                <a:gd name="connsiteY231" fmla="*/ 122220 h 193402"/>
                <a:gd name="connsiteX232" fmla="*/ 457428 w 469536"/>
                <a:gd name="connsiteY232" fmla="*/ 114162 h 193402"/>
                <a:gd name="connsiteX233" fmla="*/ 456083 w 469536"/>
                <a:gd name="connsiteY233" fmla="*/ 111475 h 193402"/>
                <a:gd name="connsiteX234" fmla="*/ 450701 w 469536"/>
                <a:gd name="connsiteY234" fmla="*/ 110132 h 193402"/>
                <a:gd name="connsiteX235" fmla="*/ 449356 w 469536"/>
                <a:gd name="connsiteY235" fmla="*/ 103417 h 193402"/>
                <a:gd name="connsiteX236" fmla="*/ 450701 w 469536"/>
                <a:gd name="connsiteY236" fmla="*/ 98044 h 193402"/>
                <a:gd name="connsiteX237" fmla="*/ 448010 w 469536"/>
                <a:gd name="connsiteY237" fmla="*/ 88643 h 193402"/>
                <a:gd name="connsiteX238" fmla="*/ 445319 w 469536"/>
                <a:gd name="connsiteY238" fmla="*/ 83271 h 193402"/>
                <a:gd name="connsiteX239" fmla="*/ 445319 w 469536"/>
                <a:gd name="connsiteY239" fmla="*/ 80585 h 193402"/>
                <a:gd name="connsiteX240" fmla="*/ 453392 w 469536"/>
                <a:gd name="connsiteY240" fmla="*/ 80585 h 193402"/>
                <a:gd name="connsiteX241" fmla="*/ 454737 w 469536"/>
                <a:gd name="connsiteY241" fmla="*/ 73869 h 193402"/>
                <a:gd name="connsiteX242" fmla="*/ 457428 w 469536"/>
                <a:gd name="connsiteY242" fmla="*/ 71183 h 193402"/>
                <a:gd name="connsiteX243" fmla="*/ 454737 w 469536"/>
                <a:gd name="connsiteY243" fmla="*/ 65811 h 193402"/>
                <a:gd name="connsiteX244" fmla="*/ 450701 w 469536"/>
                <a:gd name="connsiteY244" fmla="*/ 61781 h 193402"/>
                <a:gd name="connsiteX245" fmla="*/ 445319 w 469536"/>
                <a:gd name="connsiteY245" fmla="*/ 61781 h 193402"/>
                <a:gd name="connsiteX246" fmla="*/ 437247 w 469536"/>
                <a:gd name="connsiteY246" fmla="*/ 61781 h 193402"/>
                <a:gd name="connsiteX247" fmla="*/ 430521 w 469536"/>
                <a:gd name="connsiteY247" fmla="*/ 57752 h 193402"/>
                <a:gd name="connsiteX248" fmla="*/ 429175 w 469536"/>
                <a:gd name="connsiteY248" fmla="*/ 47008 h 193402"/>
                <a:gd name="connsiteX249" fmla="*/ 431866 w 469536"/>
                <a:gd name="connsiteY249" fmla="*/ 38949 h 193402"/>
                <a:gd name="connsiteX250" fmla="*/ 427830 w 469536"/>
                <a:gd name="connsiteY250" fmla="*/ 33577 h 193402"/>
                <a:gd name="connsiteX251" fmla="*/ 423794 w 469536"/>
                <a:gd name="connsiteY251" fmla="*/ 32234 h 193402"/>
                <a:gd name="connsiteX252" fmla="*/ 423794 w 469536"/>
                <a:gd name="connsiteY252" fmla="*/ 29548 h 193402"/>
                <a:gd name="connsiteX253" fmla="*/ 418412 w 469536"/>
                <a:gd name="connsiteY253" fmla="*/ 24175 h 193402"/>
                <a:gd name="connsiteX254" fmla="*/ 414376 w 469536"/>
                <a:gd name="connsiteY254" fmla="*/ 22832 h 193402"/>
                <a:gd name="connsiteX255" fmla="*/ 403613 w 469536"/>
                <a:gd name="connsiteY255" fmla="*/ 13431 h 193402"/>
                <a:gd name="connsiteX256" fmla="*/ 399577 w 469536"/>
                <a:gd name="connsiteY256" fmla="*/ 13431 h 193402"/>
                <a:gd name="connsiteX257" fmla="*/ 395541 w 469536"/>
                <a:gd name="connsiteY257" fmla="*/ 16117 h 193402"/>
                <a:gd name="connsiteX258" fmla="*/ 392850 w 469536"/>
                <a:gd name="connsiteY258" fmla="*/ 16117 h 193402"/>
                <a:gd name="connsiteX259" fmla="*/ 386123 w 469536"/>
                <a:gd name="connsiteY259" fmla="*/ 13431 h 193402"/>
                <a:gd name="connsiteX260" fmla="*/ 383432 w 469536"/>
                <a:gd name="connsiteY260" fmla="*/ 17460 h 193402"/>
                <a:gd name="connsiteX261" fmla="*/ 380741 w 469536"/>
                <a:gd name="connsiteY261" fmla="*/ 16117 h 193402"/>
                <a:gd name="connsiteX262" fmla="*/ 379396 w 469536"/>
                <a:gd name="connsiteY262" fmla="*/ 10744 h 193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</a:cxnLst>
              <a:rect l="l" t="t" r="r" b="b"/>
              <a:pathLst>
                <a:path w="469536" h="193402">
                  <a:moveTo>
                    <a:pt x="375360" y="10744"/>
                  </a:moveTo>
                  <a:lnTo>
                    <a:pt x="374015" y="13431"/>
                  </a:lnTo>
                  <a:lnTo>
                    <a:pt x="371324" y="20146"/>
                  </a:lnTo>
                  <a:lnTo>
                    <a:pt x="364597" y="22832"/>
                  </a:lnTo>
                  <a:lnTo>
                    <a:pt x="356525" y="28204"/>
                  </a:lnTo>
                  <a:lnTo>
                    <a:pt x="355179" y="30891"/>
                  </a:lnTo>
                  <a:lnTo>
                    <a:pt x="347107" y="32234"/>
                  </a:lnTo>
                  <a:lnTo>
                    <a:pt x="343071" y="34920"/>
                  </a:lnTo>
                  <a:lnTo>
                    <a:pt x="332308" y="32234"/>
                  </a:lnTo>
                  <a:lnTo>
                    <a:pt x="329617" y="30891"/>
                  </a:lnTo>
                  <a:lnTo>
                    <a:pt x="325581" y="30891"/>
                  </a:lnTo>
                  <a:lnTo>
                    <a:pt x="324235" y="29548"/>
                  </a:lnTo>
                  <a:lnTo>
                    <a:pt x="318854" y="30891"/>
                  </a:lnTo>
                  <a:lnTo>
                    <a:pt x="309437" y="30891"/>
                  </a:lnTo>
                  <a:lnTo>
                    <a:pt x="298673" y="36263"/>
                  </a:lnTo>
                  <a:lnTo>
                    <a:pt x="290601" y="34920"/>
                  </a:lnTo>
                  <a:lnTo>
                    <a:pt x="283874" y="30891"/>
                  </a:lnTo>
                  <a:lnTo>
                    <a:pt x="281184" y="32234"/>
                  </a:lnTo>
                  <a:lnTo>
                    <a:pt x="270420" y="26862"/>
                  </a:lnTo>
                  <a:lnTo>
                    <a:pt x="266384" y="26862"/>
                  </a:lnTo>
                  <a:lnTo>
                    <a:pt x="256967" y="20146"/>
                  </a:lnTo>
                  <a:lnTo>
                    <a:pt x="254276" y="20146"/>
                  </a:lnTo>
                  <a:lnTo>
                    <a:pt x="251585" y="24175"/>
                  </a:lnTo>
                  <a:lnTo>
                    <a:pt x="247549" y="22832"/>
                  </a:lnTo>
                  <a:lnTo>
                    <a:pt x="242168" y="17460"/>
                  </a:lnTo>
                  <a:lnTo>
                    <a:pt x="242168" y="10744"/>
                  </a:lnTo>
                  <a:lnTo>
                    <a:pt x="238131" y="6715"/>
                  </a:lnTo>
                  <a:lnTo>
                    <a:pt x="234095" y="8058"/>
                  </a:lnTo>
                  <a:lnTo>
                    <a:pt x="228714" y="13431"/>
                  </a:lnTo>
                  <a:lnTo>
                    <a:pt x="226023" y="13431"/>
                  </a:lnTo>
                  <a:lnTo>
                    <a:pt x="223332" y="14774"/>
                  </a:lnTo>
                  <a:lnTo>
                    <a:pt x="213915" y="5372"/>
                  </a:lnTo>
                  <a:lnTo>
                    <a:pt x="213915" y="1343"/>
                  </a:lnTo>
                  <a:lnTo>
                    <a:pt x="212569" y="0"/>
                  </a:lnTo>
                  <a:lnTo>
                    <a:pt x="205842" y="4029"/>
                  </a:lnTo>
                  <a:lnTo>
                    <a:pt x="197770" y="4029"/>
                  </a:lnTo>
                  <a:lnTo>
                    <a:pt x="193734" y="1343"/>
                  </a:lnTo>
                  <a:lnTo>
                    <a:pt x="188353" y="4029"/>
                  </a:lnTo>
                  <a:lnTo>
                    <a:pt x="176244" y="2686"/>
                  </a:lnTo>
                  <a:lnTo>
                    <a:pt x="169517" y="4029"/>
                  </a:lnTo>
                  <a:lnTo>
                    <a:pt x="157409" y="9401"/>
                  </a:lnTo>
                  <a:lnTo>
                    <a:pt x="152027" y="10744"/>
                  </a:lnTo>
                  <a:lnTo>
                    <a:pt x="142610" y="12088"/>
                  </a:lnTo>
                  <a:lnTo>
                    <a:pt x="139919" y="16117"/>
                  </a:lnTo>
                  <a:lnTo>
                    <a:pt x="134538" y="16117"/>
                  </a:lnTo>
                  <a:lnTo>
                    <a:pt x="130501" y="21489"/>
                  </a:lnTo>
                  <a:lnTo>
                    <a:pt x="127811" y="22832"/>
                  </a:lnTo>
                  <a:lnTo>
                    <a:pt x="125120" y="28204"/>
                  </a:lnTo>
                  <a:lnTo>
                    <a:pt x="123774" y="30891"/>
                  </a:lnTo>
                  <a:lnTo>
                    <a:pt x="123774" y="33577"/>
                  </a:lnTo>
                  <a:lnTo>
                    <a:pt x="114357" y="33577"/>
                  </a:lnTo>
                  <a:lnTo>
                    <a:pt x="100903" y="28204"/>
                  </a:lnTo>
                  <a:lnTo>
                    <a:pt x="96867" y="28204"/>
                  </a:lnTo>
                  <a:lnTo>
                    <a:pt x="92831" y="30891"/>
                  </a:lnTo>
                  <a:lnTo>
                    <a:pt x="87449" y="29548"/>
                  </a:lnTo>
                  <a:lnTo>
                    <a:pt x="79377" y="32234"/>
                  </a:lnTo>
                  <a:lnTo>
                    <a:pt x="75341" y="30891"/>
                  </a:lnTo>
                  <a:lnTo>
                    <a:pt x="69959" y="32234"/>
                  </a:lnTo>
                  <a:lnTo>
                    <a:pt x="68614" y="36263"/>
                  </a:lnTo>
                  <a:lnTo>
                    <a:pt x="72650" y="42978"/>
                  </a:lnTo>
                  <a:lnTo>
                    <a:pt x="80723" y="44321"/>
                  </a:lnTo>
                  <a:lnTo>
                    <a:pt x="86104" y="44321"/>
                  </a:lnTo>
                  <a:lnTo>
                    <a:pt x="84759" y="47008"/>
                  </a:lnTo>
                  <a:lnTo>
                    <a:pt x="75341" y="47008"/>
                  </a:lnTo>
                  <a:lnTo>
                    <a:pt x="65923" y="51037"/>
                  </a:lnTo>
                  <a:lnTo>
                    <a:pt x="61887" y="55066"/>
                  </a:lnTo>
                  <a:lnTo>
                    <a:pt x="64578" y="57752"/>
                  </a:lnTo>
                  <a:lnTo>
                    <a:pt x="68614" y="55066"/>
                  </a:lnTo>
                  <a:lnTo>
                    <a:pt x="71305" y="59095"/>
                  </a:lnTo>
                  <a:lnTo>
                    <a:pt x="67269" y="60438"/>
                  </a:lnTo>
                  <a:lnTo>
                    <a:pt x="55160" y="60438"/>
                  </a:lnTo>
                  <a:lnTo>
                    <a:pt x="49779" y="57752"/>
                  </a:lnTo>
                  <a:lnTo>
                    <a:pt x="43052" y="60438"/>
                  </a:lnTo>
                  <a:lnTo>
                    <a:pt x="40361" y="56409"/>
                  </a:lnTo>
                  <a:lnTo>
                    <a:pt x="37670" y="56409"/>
                  </a:lnTo>
                  <a:lnTo>
                    <a:pt x="32289" y="61781"/>
                  </a:lnTo>
                  <a:lnTo>
                    <a:pt x="28253" y="60438"/>
                  </a:lnTo>
                  <a:lnTo>
                    <a:pt x="22871" y="56409"/>
                  </a:lnTo>
                  <a:lnTo>
                    <a:pt x="16144" y="56409"/>
                  </a:lnTo>
                  <a:lnTo>
                    <a:pt x="4036" y="64468"/>
                  </a:lnTo>
                  <a:lnTo>
                    <a:pt x="2691" y="69840"/>
                  </a:lnTo>
                  <a:lnTo>
                    <a:pt x="0" y="73869"/>
                  </a:lnTo>
                  <a:lnTo>
                    <a:pt x="2691" y="77898"/>
                  </a:lnTo>
                  <a:lnTo>
                    <a:pt x="2691" y="83271"/>
                  </a:lnTo>
                  <a:lnTo>
                    <a:pt x="0" y="84614"/>
                  </a:lnTo>
                  <a:lnTo>
                    <a:pt x="2691" y="88643"/>
                  </a:lnTo>
                  <a:lnTo>
                    <a:pt x="9417" y="85957"/>
                  </a:lnTo>
                  <a:lnTo>
                    <a:pt x="10763" y="87300"/>
                  </a:lnTo>
                  <a:lnTo>
                    <a:pt x="16144" y="85957"/>
                  </a:lnTo>
                  <a:lnTo>
                    <a:pt x="22871" y="85957"/>
                  </a:lnTo>
                  <a:lnTo>
                    <a:pt x="16144" y="91329"/>
                  </a:lnTo>
                  <a:lnTo>
                    <a:pt x="17490" y="95358"/>
                  </a:lnTo>
                  <a:lnTo>
                    <a:pt x="20181" y="99388"/>
                  </a:lnTo>
                  <a:lnTo>
                    <a:pt x="20181" y="102074"/>
                  </a:lnTo>
                  <a:lnTo>
                    <a:pt x="18835" y="104760"/>
                  </a:lnTo>
                  <a:lnTo>
                    <a:pt x="21526" y="106103"/>
                  </a:lnTo>
                  <a:lnTo>
                    <a:pt x="25562" y="103417"/>
                  </a:lnTo>
                  <a:lnTo>
                    <a:pt x="25562" y="106103"/>
                  </a:lnTo>
                  <a:lnTo>
                    <a:pt x="22871" y="108789"/>
                  </a:lnTo>
                  <a:lnTo>
                    <a:pt x="16144" y="112818"/>
                  </a:lnTo>
                  <a:lnTo>
                    <a:pt x="18835" y="114162"/>
                  </a:lnTo>
                  <a:lnTo>
                    <a:pt x="22871" y="114162"/>
                  </a:lnTo>
                  <a:lnTo>
                    <a:pt x="18835" y="116848"/>
                  </a:lnTo>
                  <a:lnTo>
                    <a:pt x="16144" y="122220"/>
                  </a:lnTo>
                  <a:lnTo>
                    <a:pt x="13454" y="122220"/>
                  </a:lnTo>
                  <a:lnTo>
                    <a:pt x="10763" y="115504"/>
                  </a:lnTo>
                  <a:lnTo>
                    <a:pt x="9417" y="114162"/>
                  </a:lnTo>
                  <a:lnTo>
                    <a:pt x="8072" y="118191"/>
                  </a:lnTo>
                  <a:lnTo>
                    <a:pt x="9417" y="123563"/>
                  </a:lnTo>
                  <a:lnTo>
                    <a:pt x="8072" y="124906"/>
                  </a:lnTo>
                  <a:lnTo>
                    <a:pt x="8072" y="128935"/>
                  </a:lnTo>
                  <a:lnTo>
                    <a:pt x="12108" y="131621"/>
                  </a:lnTo>
                  <a:lnTo>
                    <a:pt x="13454" y="130278"/>
                  </a:lnTo>
                  <a:lnTo>
                    <a:pt x="18835" y="134308"/>
                  </a:lnTo>
                  <a:lnTo>
                    <a:pt x="22871" y="132965"/>
                  </a:lnTo>
                  <a:lnTo>
                    <a:pt x="28253" y="136994"/>
                  </a:lnTo>
                  <a:lnTo>
                    <a:pt x="29598" y="143709"/>
                  </a:lnTo>
                  <a:lnTo>
                    <a:pt x="25562" y="147738"/>
                  </a:lnTo>
                  <a:lnTo>
                    <a:pt x="29598" y="150425"/>
                  </a:lnTo>
                  <a:lnTo>
                    <a:pt x="29598" y="153111"/>
                  </a:lnTo>
                  <a:lnTo>
                    <a:pt x="32289" y="153111"/>
                  </a:lnTo>
                  <a:lnTo>
                    <a:pt x="39016" y="159826"/>
                  </a:lnTo>
                  <a:lnTo>
                    <a:pt x="37670" y="163855"/>
                  </a:lnTo>
                  <a:lnTo>
                    <a:pt x="32289" y="162512"/>
                  </a:lnTo>
                  <a:lnTo>
                    <a:pt x="32289" y="165198"/>
                  </a:lnTo>
                  <a:lnTo>
                    <a:pt x="34979" y="166541"/>
                  </a:lnTo>
                  <a:lnTo>
                    <a:pt x="43052" y="165198"/>
                  </a:lnTo>
                  <a:lnTo>
                    <a:pt x="53815" y="165198"/>
                  </a:lnTo>
                  <a:lnTo>
                    <a:pt x="53815" y="167885"/>
                  </a:lnTo>
                  <a:lnTo>
                    <a:pt x="51124" y="170571"/>
                  </a:lnTo>
                  <a:lnTo>
                    <a:pt x="44397" y="171914"/>
                  </a:lnTo>
                  <a:lnTo>
                    <a:pt x="36325" y="171914"/>
                  </a:lnTo>
                  <a:lnTo>
                    <a:pt x="34979" y="174600"/>
                  </a:lnTo>
                  <a:lnTo>
                    <a:pt x="37670" y="175943"/>
                  </a:lnTo>
                  <a:lnTo>
                    <a:pt x="41706" y="174600"/>
                  </a:lnTo>
                  <a:lnTo>
                    <a:pt x="48433" y="174600"/>
                  </a:lnTo>
                  <a:lnTo>
                    <a:pt x="51124" y="173257"/>
                  </a:lnTo>
                  <a:lnTo>
                    <a:pt x="51124" y="177286"/>
                  </a:lnTo>
                  <a:lnTo>
                    <a:pt x="52470" y="178629"/>
                  </a:lnTo>
                  <a:lnTo>
                    <a:pt x="55160" y="174600"/>
                  </a:lnTo>
                  <a:lnTo>
                    <a:pt x="59196" y="170571"/>
                  </a:lnTo>
                  <a:lnTo>
                    <a:pt x="63232" y="170571"/>
                  </a:lnTo>
                  <a:lnTo>
                    <a:pt x="64578" y="173257"/>
                  </a:lnTo>
                  <a:lnTo>
                    <a:pt x="68614" y="173257"/>
                  </a:lnTo>
                  <a:lnTo>
                    <a:pt x="72650" y="175943"/>
                  </a:lnTo>
                  <a:lnTo>
                    <a:pt x="75341" y="171914"/>
                  </a:lnTo>
                  <a:lnTo>
                    <a:pt x="79377" y="173257"/>
                  </a:lnTo>
                  <a:lnTo>
                    <a:pt x="79377" y="175943"/>
                  </a:lnTo>
                  <a:lnTo>
                    <a:pt x="76686" y="177286"/>
                  </a:lnTo>
                  <a:lnTo>
                    <a:pt x="79377" y="179972"/>
                  </a:lnTo>
                  <a:lnTo>
                    <a:pt x="79377" y="184002"/>
                  </a:lnTo>
                  <a:lnTo>
                    <a:pt x="84759" y="188031"/>
                  </a:lnTo>
                  <a:lnTo>
                    <a:pt x="87449" y="188031"/>
                  </a:lnTo>
                  <a:lnTo>
                    <a:pt x="92831" y="189374"/>
                  </a:lnTo>
                  <a:lnTo>
                    <a:pt x="99558" y="189374"/>
                  </a:lnTo>
                  <a:lnTo>
                    <a:pt x="102248" y="186688"/>
                  </a:lnTo>
                  <a:lnTo>
                    <a:pt x="107630" y="186688"/>
                  </a:lnTo>
                  <a:lnTo>
                    <a:pt x="110321" y="184002"/>
                  </a:lnTo>
                  <a:lnTo>
                    <a:pt x="115702" y="186688"/>
                  </a:lnTo>
                  <a:lnTo>
                    <a:pt x="118393" y="184002"/>
                  </a:lnTo>
                  <a:lnTo>
                    <a:pt x="118393" y="178629"/>
                  </a:lnTo>
                  <a:lnTo>
                    <a:pt x="118393" y="175943"/>
                  </a:lnTo>
                  <a:lnTo>
                    <a:pt x="118393" y="169228"/>
                  </a:lnTo>
                  <a:lnTo>
                    <a:pt x="129156" y="169228"/>
                  </a:lnTo>
                  <a:lnTo>
                    <a:pt x="138574" y="169228"/>
                  </a:lnTo>
                  <a:lnTo>
                    <a:pt x="150682" y="175943"/>
                  </a:lnTo>
                  <a:lnTo>
                    <a:pt x="154718" y="175943"/>
                  </a:lnTo>
                  <a:lnTo>
                    <a:pt x="164136" y="186688"/>
                  </a:lnTo>
                  <a:lnTo>
                    <a:pt x="170863" y="192060"/>
                  </a:lnTo>
                  <a:lnTo>
                    <a:pt x="193734" y="188031"/>
                  </a:lnTo>
                  <a:lnTo>
                    <a:pt x="201806" y="185344"/>
                  </a:lnTo>
                  <a:lnTo>
                    <a:pt x="203152" y="185344"/>
                  </a:lnTo>
                  <a:lnTo>
                    <a:pt x="204497" y="186688"/>
                  </a:lnTo>
                  <a:lnTo>
                    <a:pt x="208533" y="184002"/>
                  </a:lnTo>
                  <a:lnTo>
                    <a:pt x="209878" y="179972"/>
                  </a:lnTo>
                  <a:lnTo>
                    <a:pt x="220642" y="167885"/>
                  </a:lnTo>
                  <a:lnTo>
                    <a:pt x="223332" y="166541"/>
                  </a:lnTo>
                  <a:lnTo>
                    <a:pt x="234095" y="170571"/>
                  </a:lnTo>
                  <a:lnTo>
                    <a:pt x="240822" y="173257"/>
                  </a:lnTo>
                  <a:lnTo>
                    <a:pt x="248895" y="171914"/>
                  </a:lnTo>
                  <a:lnTo>
                    <a:pt x="248895" y="169228"/>
                  </a:lnTo>
                  <a:lnTo>
                    <a:pt x="254276" y="165198"/>
                  </a:lnTo>
                  <a:lnTo>
                    <a:pt x="259658" y="166541"/>
                  </a:lnTo>
                  <a:lnTo>
                    <a:pt x="259658" y="170571"/>
                  </a:lnTo>
                  <a:lnTo>
                    <a:pt x="255622" y="177286"/>
                  </a:lnTo>
                  <a:lnTo>
                    <a:pt x="250240" y="181315"/>
                  </a:lnTo>
                  <a:lnTo>
                    <a:pt x="250240" y="184002"/>
                  </a:lnTo>
                  <a:lnTo>
                    <a:pt x="255622" y="189374"/>
                  </a:lnTo>
                  <a:lnTo>
                    <a:pt x="254276" y="192060"/>
                  </a:lnTo>
                  <a:lnTo>
                    <a:pt x="259658" y="193403"/>
                  </a:lnTo>
                  <a:lnTo>
                    <a:pt x="265039" y="192060"/>
                  </a:lnTo>
                  <a:lnTo>
                    <a:pt x="270420" y="190717"/>
                  </a:lnTo>
                  <a:lnTo>
                    <a:pt x="269075" y="185344"/>
                  </a:lnTo>
                  <a:lnTo>
                    <a:pt x="273111" y="182658"/>
                  </a:lnTo>
                  <a:lnTo>
                    <a:pt x="273111" y="173257"/>
                  </a:lnTo>
                  <a:lnTo>
                    <a:pt x="274457" y="169228"/>
                  </a:lnTo>
                  <a:lnTo>
                    <a:pt x="282529" y="170571"/>
                  </a:lnTo>
                  <a:lnTo>
                    <a:pt x="286565" y="171914"/>
                  </a:lnTo>
                  <a:lnTo>
                    <a:pt x="298673" y="166541"/>
                  </a:lnTo>
                  <a:lnTo>
                    <a:pt x="301364" y="166541"/>
                  </a:lnTo>
                  <a:lnTo>
                    <a:pt x="305400" y="165198"/>
                  </a:lnTo>
                  <a:lnTo>
                    <a:pt x="318854" y="162512"/>
                  </a:lnTo>
                  <a:lnTo>
                    <a:pt x="324235" y="165198"/>
                  </a:lnTo>
                  <a:lnTo>
                    <a:pt x="326926" y="166541"/>
                  </a:lnTo>
                  <a:lnTo>
                    <a:pt x="334999" y="167885"/>
                  </a:lnTo>
                  <a:lnTo>
                    <a:pt x="347107" y="169228"/>
                  </a:lnTo>
                  <a:lnTo>
                    <a:pt x="348452" y="166541"/>
                  </a:lnTo>
                  <a:lnTo>
                    <a:pt x="355179" y="165198"/>
                  </a:lnTo>
                  <a:lnTo>
                    <a:pt x="359215" y="159826"/>
                  </a:lnTo>
                  <a:lnTo>
                    <a:pt x="367288" y="157140"/>
                  </a:lnTo>
                  <a:lnTo>
                    <a:pt x="374015" y="157140"/>
                  </a:lnTo>
                  <a:lnTo>
                    <a:pt x="379396" y="157140"/>
                  </a:lnTo>
                  <a:lnTo>
                    <a:pt x="392850" y="157140"/>
                  </a:lnTo>
                  <a:lnTo>
                    <a:pt x="402268" y="154454"/>
                  </a:lnTo>
                  <a:lnTo>
                    <a:pt x="410340" y="153111"/>
                  </a:lnTo>
                  <a:lnTo>
                    <a:pt x="411685" y="155797"/>
                  </a:lnTo>
                  <a:lnTo>
                    <a:pt x="419757" y="149081"/>
                  </a:lnTo>
                  <a:lnTo>
                    <a:pt x="425139" y="149081"/>
                  </a:lnTo>
                  <a:lnTo>
                    <a:pt x="427830" y="147738"/>
                  </a:lnTo>
                  <a:lnTo>
                    <a:pt x="438592" y="147738"/>
                  </a:lnTo>
                  <a:lnTo>
                    <a:pt x="448010" y="149081"/>
                  </a:lnTo>
                  <a:lnTo>
                    <a:pt x="454737" y="147738"/>
                  </a:lnTo>
                  <a:lnTo>
                    <a:pt x="457428" y="150425"/>
                  </a:lnTo>
                  <a:lnTo>
                    <a:pt x="457428" y="154454"/>
                  </a:lnTo>
                  <a:lnTo>
                    <a:pt x="462809" y="157140"/>
                  </a:lnTo>
                  <a:lnTo>
                    <a:pt x="468191" y="155797"/>
                  </a:lnTo>
                  <a:lnTo>
                    <a:pt x="469536" y="151768"/>
                  </a:lnTo>
                  <a:lnTo>
                    <a:pt x="466845" y="145052"/>
                  </a:lnTo>
                  <a:lnTo>
                    <a:pt x="461464" y="134308"/>
                  </a:lnTo>
                  <a:lnTo>
                    <a:pt x="454737" y="132965"/>
                  </a:lnTo>
                  <a:lnTo>
                    <a:pt x="454737" y="128935"/>
                  </a:lnTo>
                  <a:lnTo>
                    <a:pt x="454737" y="122220"/>
                  </a:lnTo>
                  <a:lnTo>
                    <a:pt x="457428" y="114162"/>
                  </a:lnTo>
                  <a:lnTo>
                    <a:pt x="456083" y="111475"/>
                  </a:lnTo>
                  <a:lnTo>
                    <a:pt x="450701" y="110132"/>
                  </a:lnTo>
                  <a:lnTo>
                    <a:pt x="449356" y="103417"/>
                  </a:lnTo>
                  <a:lnTo>
                    <a:pt x="450701" y="98044"/>
                  </a:lnTo>
                  <a:lnTo>
                    <a:pt x="448010" y="88643"/>
                  </a:lnTo>
                  <a:lnTo>
                    <a:pt x="445319" y="83271"/>
                  </a:lnTo>
                  <a:lnTo>
                    <a:pt x="445319" y="80585"/>
                  </a:lnTo>
                  <a:lnTo>
                    <a:pt x="453392" y="80585"/>
                  </a:lnTo>
                  <a:lnTo>
                    <a:pt x="454737" y="73869"/>
                  </a:lnTo>
                  <a:lnTo>
                    <a:pt x="457428" y="71183"/>
                  </a:lnTo>
                  <a:lnTo>
                    <a:pt x="454737" y="65811"/>
                  </a:lnTo>
                  <a:lnTo>
                    <a:pt x="450701" y="61781"/>
                  </a:lnTo>
                  <a:lnTo>
                    <a:pt x="445319" y="61781"/>
                  </a:lnTo>
                  <a:lnTo>
                    <a:pt x="437247" y="61781"/>
                  </a:lnTo>
                  <a:lnTo>
                    <a:pt x="430521" y="57752"/>
                  </a:lnTo>
                  <a:lnTo>
                    <a:pt x="429175" y="47008"/>
                  </a:lnTo>
                  <a:lnTo>
                    <a:pt x="431866" y="38949"/>
                  </a:lnTo>
                  <a:lnTo>
                    <a:pt x="427830" y="33577"/>
                  </a:lnTo>
                  <a:lnTo>
                    <a:pt x="423794" y="32234"/>
                  </a:lnTo>
                  <a:lnTo>
                    <a:pt x="423794" y="29548"/>
                  </a:lnTo>
                  <a:lnTo>
                    <a:pt x="418412" y="24175"/>
                  </a:lnTo>
                  <a:lnTo>
                    <a:pt x="414376" y="22832"/>
                  </a:lnTo>
                  <a:lnTo>
                    <a:pt x="403613" y="13431"/>
                  </a:lnTo>
                  <a:lnTo>
                    <a:pt x="399577" y="13431"/>
                  </a:lnTo>
                  <a:lnTo>
                    <a:pt x="395541" y="16117"/>
                  </a:lnTo>
                  <a:lnTo>
                    <a:pt x="392850" y="16117"/>
                  </a:lnTo>
                  <a:lnTo>
                    <a:pt x="386123" y="13431"/>
                  </a:lnTo>
                  <a:lnTo>
                    <a:pt x="383432" y="17460"/>
                  </a:lnTo>
                  <a:lnTo>
                    <a:pt x="380741" y="16117"/>
                  </a:lnTo>
                  <a:lnTo>
                    <a:pt x="379396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71" name="Freeform 670">
              <a:extLst>
                <a:ext uri="{FF2B5EF4-FFF2-40B4-BE49-F238E27FC236}">
                  <a16:creationId xmlns:a16="http://schemas.microsoft.com/office/drawing/2014/main" id="{DDB26E33-F0B3-0A7E-2789-7AAABCD409C0}"/>
                </a:ext>
              </a:extLst>
            </p:cNvPr>
            <p:cNvSpPr/>
            <p:nvPr/>
          </p:nvSpPr>
          <p:spPr>
            <a:xfrm>
              <a:off x="8031900" y="3640542"/>
              <a:ext cx="5381" cy="2686"/>
            </a:xfrm>
            <a:custGeom>
              <a:avLst/>
              <a:gdLst>
                <a:gd name="connsiteX0" fmla="*/ 0 w 5381"/>
                <a:gd name="connsiteY0" fmla="*/ 1343 h 2686"/>
                <a:gd name="connsiteX1" fmla="*/ 1345 w 5381"/>
                <a:gd name="connsiteY1" fmla="*/ 0 h 2686"/>
                <a:gd name="connsiteX2" fmla="*/ 4036 w 5381"/>
                <a:gd name="connsiteY2" fmla="*/ 0 h 2686"/>
                <a:gd name="connsiteX3" fmla="*/ 5381 w 5381"/>
                <a:gd name="connsiteY3" fmla="*/ 1343 h 2686"/>
                <a:gd name="connsiteX4" fmla="*/ 2691 w 5381"/>
                <a:gd name="connsiteY4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2686">
                  <a:moveTo>
                    <a:pt x="0" y="1343"/>
                  </a:moveTo>
                  <a:lnTo>
                    <a:pt x="1345" y="0"/>
                  </a:lnTo>
                  <a:lnTo>
                    <a:pt x="4036" y="0"/>
                  </a:lnTo>
                  <a:lnTo>
                    <a:pt x="5381" y="1343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72" name="Freeform 671">
              <a:extLst>
                <a:ext uri="{FF2B5EF4-FFF2-40B4-BE49-F238E27FC236}">
                  <a16:creationId xmlns:a16="http://schemas.microsoft.com/office/drawing/2014/main" id="{DE9513BA-1AC4-B3D5-6659-BC76D1EADF4D}"/>
                </a:ext>
              </a:extLst>
            </p:cNvPr>
            <p:cNvSpPr/>
            <p:nvPr/>
          </p:nvSpPr>
          <p:spPr>
            <a:xfrm>
              <a:off x="7974049" y="3522351"/>
              <a:ext cx="10762" cy="5372"/>
            </a:xfrm>
            <a:custGeom>
              <a:avLst/>
              <a:gdLst>
                <a:gd name="connsiteX0" fmla="*/ 0 w 10762"/>
                <a:gd name="connsiteY0" fmla="*/ 4029 h 5372"/>
                <a:gd name="connsiteX1" fmla="*/ 4036 w 10762"/>
                <a:gd name="connsiteY1" fmla="*/ 5372 h 5372"/>
                <a:gd name="connsiteX2" fmla="*/ 9417 w 10762"/>
                <a:gd name="connsiteY2" fmla="*/ 4029 h 5372"/>
                <a:gd name="connsiteX3" fmla="*/ 10763 w 10762"/>
                <a:gd name="connsiteY3" fmla="*/ 1343 h 5372"/>
                <a:gd name="connsiteX4" fmla="*/ 8072 w 10762"/>
                <a:gd name="connsiteY4" fmla="*/ 0 h 5372"/>
                <a:gd name="connsiteX5" fmla="*/ 5381 w 10762"/>
                <a:gd name="connsiteY5" fmla="*/ 1343 h 5372"/>
                <a:gd name="connsiteX6" fmla="*/ 1345 w 10762"/>
                <a:gd name="connsiteY6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62" h="5372">
                  <a:moveTo>
                    <a:pt x="0" y="4029"/>
                  </a:moveTo>
                  <a:lnTo>
                    <a:pt x="4036" y="5372"/>
                  </a:lnTo>
                  <a:lnTo>
                    <a:pt x="9417" y="4029"/>
                  </a:lnTo>
                  <a:lnTo>
                    <a:pt x="10763" y="1343"/>
                  </a:lnTo>
                  <a:lnTo>
                    <a:pt x="8072" y="0"/>
                  </a:lnTo>
                  <a:lnTo>
                    <a:pt x="5381" y="1343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673" name="Freeform 672">
            <a:extLst>
              <a:ext uri="{FF2B5EF4-FFF2-40B4-BE49-F238E27FC236}">
                <a16:creationId xmlns:a16="http://schemas.microsoft.com/office/drawing/2014/main" id="{A282D9BB-1BE9-2280-3315-445791E63DAC}"/>
              </a:ext>
            </a:extLst>
          </p:cNvPr>
          <p:cNvSpPr/>
          <p:nvPr/>
        </p:nvSpPr>
        <p:spPr>
          <a:xfrm>
            <a:off x="8322502" y="3610994"/>
            <a:ext cx="252930" cy="240410"/>
          </a:xfrm>
          <a:custGeom>
            <a:avLst/>
            <a:gdLst>
              <a:gd name="connsiteX0" fmla="*/ 250240 w 252930"/>
              <a:gd name="connsiteY0" fmla="*/ 208177 h 240410"/>
              <a:gd name="connsiteX1" fmla="*/ 247549 w 252930"/>
              <a:gd name="connsiteY1" fmla="*/ 214892 h 240410"/>
              <a:gd name="connsiteX2" fmla="*/ 244858 w 252930"/>
              <a:gd name="connsiteY2" fmla="*/ 213549 h 240410"/>
              <a:gd name="connsiteX3" fmla="*/ 239477 w 252930"/>
              <a:gd name="connsiteY3" fmla="*/ 214892 h 240410"/>
              <a:gd name="connsiteX4" fmla="*/ 230059 w 252930"/>
              <a:gd name="connsiteY4" fmla="*/ 212206 h 240410"/>
              <a:gd name="connsiteX5" fmla="*/ 219296 w 252930"/>
              <a:gd name="connsiteY5" fmla="*/ 217578 h 240410"/>
              <a:gd name="connsiteX6" fmla="*/ 213915 w 252930"/>
              <a:gd name="connsiteY6" fmla="*/ 229666 h 240410"/>
              <a:gd name="connsiteX7" fmla="*/ 207188 w 252930"/>
              <a:gd name="connsiteY7" fmla="*/ 240411 h 240410"/>
              <a:gd name="connsiteX8" fmla="*/ 158754 w 252930"/>
              <a:gd name="connsiteY8" fmla="*/ 240411 h 240410"/>
              <a:gd name="connsiteX9" fmla="*/ 37670 w 252930"/>
              <a:gd name="connsiteY9" fmla="*/ 155797 h 240410"/>
              <a:gd name="connsiteX10" fmla="*/ 13454 w 252930"/>
              <a:gd name="connsiteY10" fmla="*/ 153111 h 240410"/>
              <a:gd name="connsiteX11" fmla="*/ 0 w 252930"/>
              <a:gd name="connsiteY11" fmla="*/ 119534 h 240410"/>
              <a:gd name="connsiteX12" fmla="*/ 0 w 252930"/>
              <a:gd name="connsiteY12" fmla="*/ 119534 h 240410"/>
              <a:gd name="connsiteX13" fmla="*/ 1345 w 252930"/>
              <a:gd name="connsiteY13" fmla="*/ 119534 h 240410"/>
              <a:gd name="connsiteX14" fmla="*/ 47088 w 252930"/>
              <a:gd name="connsiteY14" fmla="*/ 85957 h 240410"/>
              <a:gd name="connsiteX15" fmla="*/ 49779 w 252930"/>
              <a:gd name="connsiteY15" fmla="*/ 81928 h 240410"/>
              <a:gd name="connsiteX16" fmla="*/ 53815 w 252930"/>
              <a:gd name="connsiteY16" fmla="*/ 76555 h 240410"/>
              <a:gd name="connsiteX17" fmla="*/ 53815 w 252930"/>
              <a:gd name="connsiteY17" fmla="*/ 68497 h 240410"/>
              <a:gd name="connsiteX18" fmla="*/ 52470 w 252930"/>
              <a:gd name="connsiteY18" fmla="*/ 64468 h 240410"/>
              <a:gd name="connsiteX19" fmla="*/ 56506 w 252930"/>
              <a:gd name="connsiteY19" fmla="*/ 56409 h 240410"/>
              <a:gd name="connsiteX20" fmla="*/ 56506 w 252930"/>
              <a:gd name="connsiteY20" fmla="*/ 47008 h 240410"/>
              <a:gd name="connsiteX21" fmla="*/ 52470 w 252930"/>
              <a:gd name="connsiteY21" fmla="*/ 37606 h 240410"/>
              <a:gd name="connsiteX22" fmla="*/ 52470 w 252930"/>
              <a:gd name="connsiteY22" fmla="*/ 29548 h 240410"/>
              <a:gd name="connsiteX23" fmla="*/ 56506 w 252930"/>
              <a:gd name="connsiteY23" fmla="*/ 20146 h 240410"/>
              <a:gd name="connsiteX24" fmla="*/ 67269 w 252930"/>
              <a:gd name="connsiteY24" fmla="*/ 18803 h 240410"/>
              <a:gd name="connsiteX25" fmla="*/ 72650 w 252930"/>
              <a:gd name="connsiteY25" fmla="*/ 13431 h 240410"/>
              <a:gd name="connsiteX26" fmla="*/ 75341 w 252930"/>
              <a:gd name="connsiteY26" fmla="*/ 13431 h 240410"/>
              <a:gd name="connsiteX27" fmla="*/ 78032 w 252930"/>
              <a:gd name="connsiteY27" fmla="*/ 8058 h 240410"/>
              <a:gd name="connsiteX28" fmla="*/ 76686 w 252930"/>
              <a:gd name="connsiteY28" fmla="*/ 8058 h 240410"/>
              <a:gd name="connsiteX29" fmla="*/ 84759 w 252930"/>
              <a:gd name="connsiteY29" fmla="*/ 1343 h 240410"/>
              <a:gd name="connsiteX30" fmla="*/ 90140 w 252930"/>
              <a:gd name="connsiteY30" fmla="*/ 1343 h 240410"/>
              <a:gd name="connsiteX31" fmla="*/ 92831 w 252930"/>
              <a:gd name="connsiteY31" fmla="*/ 0 h 240410"/>
              <a:gd name="connsiteX32" fmla="*/ 103594 w 252930"/>
              <a:gd name="connsiteY32" fmla="*/ 0 h 240410"/>
              <a:gd name="connsiteX33" fmla="*/ 113012 w 252930"/>
              <a:gd name="connsiteY33" fmla="*/ 1343 h 240410"/>
              <a:gd name="connsiteX34" fmla="*/ 119738 w 252930"/>
              <a:gd name="connsiteY34" fmla="*/ 0 h 240410"/>
              <a:gd name="connsiteX35" fmla="*/ 122429 w 252930"/>
              <a:gd name="connsiteY35" fmla="*/ 2686 h 240410"/>
              <a:gd name="connsiteX36" fmla="*/ 122429 w 252930"/>
              <a:gd name="connsiteY36" fmla="*/ 6715 h 240410"/>
              <a:gd name="connsiteX37" fmla="*/ 127811 w 252930"/>
              <a:gd name="connsiteY37" fmla="*/ 9401 h 240410"/>
              <a:gd name="connsiteX38" fmla="*/ 133192 w 252930"/>
              <a:gd name="connsiteY38" fmla="*/ 8058 h 240410"/>
              <a:gd name="connsiteX39" fmla="*/ 138574 w 252930"/>
              <a:gd name="connsiteY39" fmla="*/ 8058 h 240410"/>
              <a:gd name="connsiteX40" fmla="*/ 141265 w 252930"/>
              <a:gd name="connsiteY40" fmla="*/ 14774 h 240410"/>
              <a:gd name="connsiteX41" fmla="*/ 141265 w 252930"/>
              <a:gd name="connsiteY41" fmla="*/ 18803 h 240410"/>
              <a:gd name="connsiteX42" fmla="*/ 142610 w 252930"/>
              <a:gd name="connsiteY42" fmla="*/ 24175 h 240410"/>
              <a:gd name="connsiteX43" fmla="*/ 146646 w 252930"/>
              <a:gd name="connsiteY43" fmla="*/ 25518 h 240410"/>
              <a:gd name="connsiteX44" fmla="*/ 149337 w 252930"/>
              <a:gd name="connsiteY44" fmla="*/ 29548 h 240410"/>
              <a:gd name="connsiteX45" fmla="*/ 152027 w 252930"/>
              <a:gd name="connsiteY45" fmla="*/ 34920 h 240410"/>
              <a:gd name="connsiteX46" fmla="*/ 157409 w 252930"/>
              <a:gd name="connsiteY46" fmla="*/ 37606 h 240410"/>
              <a:gd name="connsiteX47" fmla="*/ 160100 w 252930"/>
              <a:gd name="connsiteY47" fmla="*/ 38949 h 240410"/>
              <a:gd name="connsiteX48" fmla="*/ 169518 w 252930"/>
              <a:gd name="connsiteY48" fmla="*/ 44321 h 240410"/>
              <a:gd name="connsiteX49" fmla="*/ 173554 w 252930"/>
              <a:gd name="connsiteY49" fmla="*/ 44321 h 240410"/>
              <a:gd name="connsiteX50" fmla="*/ 178935 w 252930"/>
              <a:gd name="connsiteY50" fmla="*/ 44321 h 240410"/>
              <a:gd name="connsiteX51" fmla="*/ 182971 w 252930"/>
              <a:gd name="connsiteY51" fmla="*/ 45665 h 240410"/>
              <a:gd name="connsiteX52" fmla="*/ 184316 w 252930"/>
              <a:gd name="connsiteY52" fmla="*/ 47008 h 240410"/>
              <a:gd name="connsiteX53" fmla="*/ 182971 w 252930"/>
              <a:gd name="connsiteY53" fmla="*/ 48351 h 240410"/>
              <a:gd name="connsiteX54" fmla="*/ 177589 w 252930"/>
              <a:gd name="connsiteY54" fmla="*/ 49694 h 240410"/>
              <a:gd name="connsiteX55" fmla="*/ 174899 w 252930"/>
              <a:gd name="connsiteY55" fmla="*/ 51037 h 240410"/>
              <a:gd name="connsiteX56" fmla="*/ 174899 w 252930"/>
              <a:gd name="connsiteY56" fmla="*/ 57752 h 240410"/>
              <a:gd name="connsiteX57" fmla="*/ 177589 w 252930"/>
              <a:gd name="connsiteY57" fmla="*/ 59095 h 240410"/>
              <a:gd name="connsiteX58" fmla="*/ 177589 w 252930"/>
              <a:gd name="connsiteY58" fmla="*/ 68497 h 240410"/>
              <a:gd name="connsiteX59" fmla="*/ 174899 w 252930"/>
              <a:gd name="connsiteY59" fmla="*/ 69840 h 240410"/>
              <a:gd name="connsiteX60" fmla="*/ 170863 w 252930"/>
              <a:gd name="connsiteY60" fmla="*/ 69840 h 240410"/>
              <a:gd name="connsiteX61" fmla="*/ 169518 w 252930"/>
              <a:gd name="connsiteY61" fmla="*/ 77898 h 240410"/>
              <a:gd name="connsiteX62" fmla="*/ 166827 w 252930"/>
              <a:gd name="connsiteY62" fmla="*/ 79241 h 240410"/>
              <a:gd name="connsiteX63" fmla="*/ 166827 w 252930"/>
              <a:gd name="connsiteY63" fmla="*/ 89986 h 240410"/>
              <a:gd name="connsiteX64" fmla="*/ 165481 w 252930"/>
              <a:gd name="connsiteY64" fmla="*/ 92672 h 240410"/>
              <a:gd name="connsiteX65" fmla="*/ 166827 w 252930"/>
              <a:gd name="connsiteY65" fmla="*/ 95358 h 240410"/>
              <a:gd name="connsiteX66" fmla="*/ 165481 w 252930"/>
              <a:gd name="connsiteY66" fmla="*/ 98044 h 240410"/>
              <a:gd name="connsiteX67" fmla="*/ 165481 w 252930"/>
              <a:gd name="connsiteY67" fmla="*/ 102074 h 240410"/>
              <a:gd name="connsiteX68" fmla="*/ 168172 w 252930"/>
              <a:gd name="connsiteY68" fmla="*/ 102074 h 240410"/>
              <a:gd name="connsiteX69" fmla="*/ 172208 w 252930"/>
              <a:gd name="connsiteY69" fmla="*/ 106103 h 240410"/>
              <a:gd name="connsiteX70" fmla="*/ 177589 w 252930"/>
              <a:gd name="connsiteY70" fmla="*/ 107446 h 240410"/>
              <a:gd name="connsiteX71" fmla="*/ 178935 w 252930"/>
              <a:gd name="connsiteY71" fmla="*/ 110132 h 240410"/>
              <a:gd name="connsiteX72" fmla="*/ 184316 w 252930"/>
              <a:gd name="connsiteY72" fmla="*/ 115504 h 240410"/>
              <a:gd name="connsiteX73" fmla="*/ 181626 w 252930"/>
              <a:gd name="connsiteY73" fmla="*/ 120877 h 240410"/>
              <a:gd name="connsiteX74" fmla="*/ 182971 w 252930"/>
              <a:gd name="connsiteY74" fmla="*/ 122220 h 240410"/>
              <a:gd name="connsiteX75" fmla="*/ 181626 w 252930"/>
              <a:gd name="connsiteY75" fmla="*/ 126249 h 240410"/>
              <a:gd name="connsiteX76" fmla="*/ 187007 w 252930"/>
              <a:gd name="connsiteY76" fmla="*/ 130278 h 240410"/>
              <a:gd name="connsiteX77" fmla="*/ 189698 w 252930"/>
              <a:gd name="connsiteY77" fmla="*/ 127592 h 240410"/>
              <a:gd name="connsiteX78" fmla="*/ 195080 w 252930"/>
              <a:gd name="connsiteY78" fmla="*/ 127592 h 240410"/>
              <a:gd name="connsiteX79" fmla="*/ 213915 w 252930"/>
              <a:gd name="connsiteY79" fmla="*/ 141023 h 240410"/>
              <a:gd name="connsiteX80" fmla="*/ 216606 w 252930"/>
              <a:gd name="connsiteY80" fmla="*/ 139680 h 240410"/>
              <a:gd name="connsiteX81" fmla="*/ 220642 w 252930"/>
              <a:gd name="connsiteY81" fmla="*/ 141023 h 240410"/>
              <a:gd name="connsiteX82" fmla="*/ 224678 w 252930"/>
              <a:gd name="connsiteY82" fmla="*/ 150425 h 240410"/>
              <a:gd name="connsiteX83" fmla="*/ 230059 w 252930"/>
              <a:gd name="connsiteY83" fmla="*/ 153111 h 240410"/>
              <a:gd name="connsiteX84" fmla="*/ 235441 w 252930"/>
              <a:gd name="connsiteY84" fmla="*/ 165198 h 240410"/>
              <a:gd name="connsiteX85" fmla="*/ 230059 w 252930"/>
              <a:gd name="connsiteY85" fmla="*/ 170571 h 240410"/>
              <a:gd name="connsiteX86" fmla="*/ 228714 w 252930"/>
              <a:gd name="connsiteY86" fmla="*/ 177286 h 240410"/>
              <a:gd name="connsiteX87" fmla="*/ 231405 w 252930"/>
              <a:gd name="connsiteY87" fmla="*/ 184002 h 240410"/>
              <a:gd name="connsiteX88" fmla="*/ 239477 w 252930"/>
              <a:gd name="connsiteY88" fmla="*/ 184002 h 240410"/>
              <a:gd name="connsiteX89" fmla="*/ 240822 w 252930"/>
              <a:gd name="connsiteY89" fmla="*/ 200118 h 240410"/>
              <a:gd name="connsiteX90" fmla="*/ 246204 w 252930"/>
              <a:gd name="connsiteY90" fmla="*/ 204148 h 240410"/>
              <a:gd name="connsiteX91" fmla="*/ 251585 w 252930"/>
              <a:gd name="connsiteY91" fmla="*/ 205491 h 240410"/>
              <a:gd name="connsiteX92" fmla="*/ 252931 w 252930"/>
              <a:gd name="connsiteY92" fmla="*/ 208177 h 24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52930" h="240410">
                <a:moveTo>
                  <a:pt x="250240" y="208177"/>
                </a:moveTo>
                <a:lnTo>
                  <a:pt x="247549" y="214892"/>
                </a:lnTo>
                <a:lnTo>
                  <a:pt x="244858" y="213549"/>
                </a:lnTo>
                <a:lnTo>
                  <a:pt x="239477" y="214892"/>
                </a:lnTo>
                <a:lnTo>
                  <a:pt x="230059" y="212206"/>
                </a:lnTo>
                <a:lnTo>
                  <a:pt x="219296" y="217578"/>
                </a:lnTo>
                <a:lnTo>
                  <a:pt x="213915" y="229666"/>
                </a:lnTo>
                <a:lnTo>
                  <a:pt x="207188" y="240411"/>
                </a:lnTo>
                <a:lnTo>
                  <a:pt x="158754" y="240411"/>
                </a:lnTo>
                <a:lnTo>
                  <a:pt x="37670" y="155797"/>
                </a:lnTo>
                <a:lnTo>
                  <a:pt x="13454" y="153111"/>
                </a:lnTo>
                <a:lnTo>
                  <a:pt x="0" y="119534"/>
                </a:lnTo>
                <a:lnTo>
                  <a:pt x="0" y="119534"/>
                </a:lnTo>
                <a:lnTo>
                  <a:pt x="1345" y="119534"/>
                </a:lnTo>
                <a:lnTo>
                  <a:pt x="47088" y="85957"/>
                </a:lnTo>
                <a:lnTo>
                  <a:pt x="49779" y="81928"/>
                </a:lnTo>
                <a:lnTo>
                  <a:pt x="53815" y="76555"/>
                </a:lnTo>
                <a:lnTo>
                  <a:pt x="53815" y="68497"/>
                </a:lnTo>
                <a:lnTo>
                  <a:pt x="52470" y="64468"/>
                </a:lnTo>
                <a:lnTo>
                  <a:pt x="56506" y="56409"/>
                </a:lnTo>
                <a:lnTo>
                  <a:pt x="56506" y="47008"/>
                </a:lnTo>
                <a:lnTo>
                  <a:pt x="52470" y="37606"/>
                </a:lnTo>
                <a:lnTo>
                  <a:pt x="52470" y="29548"/>
                </a:lnTo>
                <a:lnTo>
                  <a:pt x="56506" y="20146"/>
                </a:lnTo>
                <a:lnTo>
                  <a:pt x="67269" y="18803"/>
                </a:lnTo>
                <a:lnTo>
                  <a:pt x="72650" y="13431"/>
                </a:lnTo>
                <a:lnTo>
                  <a:pt x="75341" y="13431"/>
                </a:lnTo>
                <a:lnTo>
                  <a:pt x="78032" y="8058"/>
                </a:lnTo>
                <a:lnTo>
                  <a:pt x="76686" y="8058"/>
                </a:lnTo>
                <a:lnTo>
                  <a:pt x="84759" y="1343"/>
                </a:lnTo>
                <a:lnTo>
                  <a:pt x="90140" y="1343"/>
                </a:lnTo>
                <a:lnTo>
                  <a:pt x="92831" y="0"/>
                </a:lnTo>
                <a:lnTo>
                  <a:pt x="103594" y="0"/>
                </a:lnTo>
                <a:lnTo>
                  <a:pt x="113012" y="1343"/>
                </a:lnTo>
                <a:lnTo>
                  <a:pt x="119738" y="0"/>
                </a:lnTo>
                <a:lnTo>
                  <a:pt x="122429" y="2686"/>
                </a:lnTo>
                <a:lnTo>
                  <a:pt x="122429" y="6715"/>
                </a:lnTo>
                <a:lnTo>
                  <a:pt x="127811" y="9401"/>
                </a:lnTo>
                <a:lnTo>
                  <a:pt x="133192" y="8058"/>
                </a:lnTo>
                <a:lnTo>
                  <a:pt x="138574" y="8058"/>
                </a:lnTo>
                <a:lnTo>
                  <a:pt x="141265" y="14774"/>
                </a:lnTo>
                <a:lnTo>
                  <a:pt x="141265" y="18803"/>
                </a:lnTo>
                <a:lnTo>
                  <a:pt x="142610" y="24175"/>
                </a:lnTo>
                <a:lnTo>
                  <a:pt x="146646" y="25518"/>
                </a:lnTo>
                <a:lnTo>
                  <a:pt x="149337" y="29548"/>
                </a:lnTo>
                <a:lnTo>
                  <a:pt x="152027" y="34920"/>
                </a:lnTo>
                <a:lnTo>
                  <a:pt x="157409" y="37606"/>
                </a:lnTo>
                <a:lnTo>
                  <a:pt x="160100" y="38949"/>
                </a:lnTo>
                <a:lnTo>
                  <a:pt x="169518" y="44321"/>
                </a:lnTo>
                <a:lnTo>
                  <a:pt x="173554" y="44321"/>
                </a:lnTo>
                <a:lnTo>
                  <a:pt x="178935" y="44321"/>
                </a:lnTo>
                <a:lnTo>
                  <a:pt x="182971" y="45665"/>
                </a:lnTo>
                <a:lnTo>
                  <a:pt x="184316" y="47008"/>
                </a:lnTo>
                <a:lnTo>
                  <a:pt x="182971" y="48351"/>
                </a:lnTo>
                <a:lnTo>
                  <a:pt x="177589" y="49694"/>
                </a:lnTo>
                <a:lnTo>
                  <a:pt x="174899" y="51037"/>
                </a:lnTo>
                <a:lnTo>
                  <a:pt x="174899" y="57752"/>
                </a:lnTo>
                <a:lnTo>
                  <a:pt x="177589" y="59095"/>
                </a:lnTo>
                <a:lnTo>
                  <a:pt x="177589" y="68497"/>
                </a:lnTo>
                <a:lnTo>
                  <a:pt x="174899" y="69840"/>
                </a:lnTo>
                <a:lnTo>
                  <a:pt x="170863" y="69840"/>
                </a:lnTo>
                <a:lnTo>
                  <a:pt x="169518" y="77898"/>
                </a:lnTo>
                <a:lnTo>
                  <a:pt x="166827" y="79241"/>
                </a:lnTo>
                <a:lnTo>
                  <a:pt x="166827" y="89986"/>
                </a:lnTo>
                <a:lnTo>
                  <a:pt x="165481" y="92672"/>
                </a:lnTo>
                <a:lnTo>
                  <a:pt x="166827" y="95358"/>
                </a:lnTo>
                <a:lnTo>
                  <a:pt x="165481" y="98044"/>
                </a:lnTo>
                <a:lnTo>
                  <a:pt x="165481" y="102074"/>
                </a:lnTo>
                <a:lnTo>
                  <a:pt x="168172" y="102074"/>
                </a:lnTo>
                <a:lnTo>
                  <a:pt x="172208" y="106103"/>
                </a:lnTo>
                <a:lnTo>
                  <a:pt x="177589" y="107446"/>
                </a:lnTo>
                <a:lnTo>
                  <a:pt x="178935" y="110132"/>
                </a:lnTo>
                <a:lnTo>
                  <a:pt x="184316" y="115504"/>
                </a:lnTo>
                <a:lnTo>
                  <a:pt x="181626" y="120877"/>
                </a:lnTo>
                <a:lnTo>
                  <a:pt x="182971" y="122220"/>
                </a:lnTo>
                <a:lnTo>
                  <a:pt x="181626" y="126249"/>
                </a:lnTo>
                <a:lnTo>
                  <a:pt x="187007" y="130278"/>
                </a:lnTo>
                <a:lnTo>
                  <a:pt x="189698" y="127592"/>
                </a:lnTo>
                <a:lnTo>
                  <a:pt x="195080" y="127592"/>
                </a:lnTo>
                <a:lnTo>
                  <a:pt x="213915" y="141023"/>
                </a:lnTo>
                <a:lnTo>
                  <a:pt x="216606" y="139680"/>
                </a:lnTo>
                <a:lnTo>
                  <a:pt x="220642" y="141023"/>
                </a:lnTo>
                <a:lnTo>
                  <a:pt x="224678" y="150425"/>
                </a:lnTo>
                <a:lnTo>
                  <a:pt x="230059" y="153111"/>
                </a:lnTo>
                <a:lnTo>
                  <a:pt x="235441" y="165198"/>
                </a:lnTo>
                <a:lnTo>
                  <a:pt x="230059" y="170571"/>
                </a:lnTo>
                <a:lnTo>
                  <a:pt x="228714" y="177286"/>
                </a:lnTo>
                <a:lnTo>
                  <a:pt x="231405" y="184002"/>
                </a:lnTo>
                <a:lnTo>
                  <a:pt x="239477" y="184002"/>
                </a:lnTo>
                <a:lnTo>
                  <a:pt x="240822" y="200118"/>
                </a:lnTo>
                <a:lnTo>
                  <a:pt x="246204" y="204148"/>
                </a:lnTo>
                <a:lnTo>
                  <a:pt x="251585" y="205491"/>
                </a:lnTo>
                <a:lnTo>
                  <a:pt x="252931" y="208177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74" name="Freeform 673">
            <a:extLst>
              <a:ext uri="{FF2B5EF4-FFF2-40B4-BE49-F238E27FC236}">
                <a16:creationId xmlns:a16="http://schemas.microsoft.com/office/drawing/2014/main" id="{38C4B9A0-68FB-6CDA-BA01-BFBD4E36B9F4}"/>
              </a:ext>
            </a:extLst>
          </p:cNvPr>
          <p:cNvSpPr/>
          <p:nvPr/>
        </p:nvSpPr>
        <p:spPr>
          <a:xfrm>
            <a:off x="8529690" y="3823200"/>
            <a:ext cx="44397" cy="45664"/>
          </a:xfrm>
          <a:custGeom>
            <a:avLst/>
            <a:gdLst>
              <a:gd name="connsiteX0" fmla="*/ 0 w 44397"/>
              <a:gd name="connsiteY0" fmla="*/ 28205 h 45664"/>
              <a:gd name="connsiteX1" fmla="*/ 6727 w 44397"/>
              <a:gd name="connsiteY1" fmla="*/ 17460 h 45664"/>
              <a:gd name="connsiteX2" fmla="*/ 12108 w 44397"/>
              <a:gd name="connsiteY2" fmla="*/ 5372 h 45664"/>
              <a:gd name="connsiteX3" fmla="*/ 22872 w 44397"/>
              <a:gd name="connsiteY3" fmla="*/ 0 h 45664"/>
              <a:gd name="connsiteX4" fmla="*/ 32289 w 44397"/>
              <a:gd name="connsiteY4" fmla="*/ 2686 h 45664"/>
              <a:gd name="connsiteX5" fmla="*/ 37670 w 44397"/>
              <a:gd name="connsiteY5" fmla="*/ 1343 h 45664"/>
              <a:gd name="connsiteX6" fmla="*/ 40361 w 44397"/>
              <a:gd name="connsiteY6" fmla="*/ 2686 h 45664"/>
              <a:gd name="connsiteX7" fmla="*/ 40361 w 44397"/>
              <a:gd name="connsiteY7" fmla="*/ 4029 h 45664"/>
              <a:gd name="connsiteX8" fmla="*/ 43052 w 44397"/>
              <a:gd name="connsiteY8" fmla="*/ 16117 h 45664"/>
              <a:gd name="connsiteX9" fmla="*/ 28253 w 44397"/>
              <a:gd name="connsiteY9" fmla="*/ 18803 h 45664"/>
              <a:gd name="connsiteX10" fmla="*/ 37670 w 44397"/>
              <a:gd name="connsiteY10" fmla="*/ 25519 h 45664"/>
              <a:gd name="connsiteX11" fmla="*/ 39016 w 44397"/>
              <a:gd name="connsiteY11" fmla="*/ 22832 h 45664"/>
              <a:gd name="connsiteX12" fmla="*/ 40361 w 44397"/>
              <a:gd name="connsiteY12" fmla="*/ 26862 h 45664"/>
              <a:gd name="connsiteX13" fmla="*/ 41707 w 44397"/>
              <a:gd name="connsiteY13" fmla="*/ 30891 h 45664"/>
              <a:gd name="connsiteX14" fmla="*/ 44397 w 44397"/>
              <a:gd name="connsiteY14" fmla="*/ 33577 h 45664"/>
              <a:gd name="connsiteX15" fmla="*/ 43052 w 44397"/>
              <a:gd name="connsiteY15" fmla="*/ 33577 h 45664"/>
              <a:gd name="connsiteX16" fmla="*/ 41707 w 44397"/>
              <a:gd name="connsiteY16" fmla="*/ 34920 h 45664"/>
              <a:gd name="connsiteX17" fmla="*/ 44397 w 44397"/>
              <a:gd name="connsiteY17" fmla="*/ 38949 h 45664"/>
              <a:gd name="connsiteX18" fmla="*/ 29598 w 44397"/>
              <a:gd name="connsiteY18" fmla="*/ 45665 h 45664"/>
              <a:gd name="connsiteX19" fmla="*/ 26908 w 44397"/>
              <a:gd name="connsiteY19" fmla="*/ 36263 h 45664"/>
              <a:gd name="connsiteX20" fmla="*/ 4036 w 44397"/>
              <a:gd name="connsiteY20" fmla="*/ 29548 h 4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397" h="45664">
                <a:moveTo>
                  <a:pt x="0" y="28205"/>
                </a:moveTo>
                <a:lnTo>
                  <a:pt x="6727" y="17460"/>
                </a:lnTo>
                <a:lnTo>
                  <a:pt x="12108" y="5372"/>
                </a:lnTo>
                <a:lnTo>
                  <a:pt x="22872" y="0"/>
                </a:lnTo>
                <a:lnTo>
                  <a:pt x="32289" y="2686"/>
                </a:lnTo>
                <a:lnTo>
                  <a:pt x="37670" y="1343"/>
                </a:lnTo>
                <a:lnTo>
                  <a:pt x="40361" y="2686"/>
                </a:lnTo>
                <a:lnTo>
                  <a:pt x="40361" y="4029"/>
                </a:lnTo>
                <a:lnTo>
                  <a:pt x="43052" y="16117"/>
                </a:lnTo>
                <a:lnTo>
                  <a:pt x="28253" y="18803"/>
                </a:lnTo>
                <a:lnTo>
                  <a:pt x="37670" y="25519"/>
                </a:lnTo>
                <a:lnTo>
                  <a:pt x="39016" y="22832"/>
                </a:lnTo>
                <a:lnTo>
                  <a:pt x="40361" y="26862"/>
                </a:lnTo>
                <a:lnTo>
                  <a:pt x="41707" y="30891"/>
                </a:lnTo>
                <a:lnTo>
                  <a:pt x="44397" y="33577"/>
                </a:lnTo>
                <a:lnTo>
                  <a:pt x="43052" y="33577"/>
                </a:lnTo>
                <a:lnTo>
                  <a:pt x="41707" y="34920"/>
                </a:lnTo>
                <a:lnTo>
                  <a:pt x="44397" y="38949"/>
                </a:lnTo>
                <a:lnTo>
                  <a:pt x="29598" y="45665"/>
                </a:lnTo>
                <a:lnTo>
                  <a:pt x="26908" y="36263"/>
                </a:lnTo>
                <a:lnTo>
                  <a:pt x="4036" y="2954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75" name="Freeform 674">
            <a:extLst>
              <a:ext uri="{FF2B5EF4-FFF2-40B4-BE49-F238E27FC236}">
                <a16:creationId xmlns:a16="http://schemas.microsoft.com/office/drawing/2014/main" id="{7F1246C5-4F5A-0AD6-ACC8-6C5D641C5778}"/>
              </a:ext>
            </a:extLst>
          </p:cNvPr>
          <p:cNvSpPr/>
          <p:nvPr/>
        </p:nvSpPr>
        <p:spPr>
          <a:xfrm>
            <a:off x="8152984" y="3666060"/>
            <a:ext cx="57851" cy="33576"/>
          </a:xfrm>
          <a:custGeom>
            <a:avLst/>
            <a:gdLst>
              <a:gd name="connsiteX0" fmla="*/ 9418 w 57851"/>
              <a:gd name="connsiteY0" fmla="*/ 32234 h 33576"/>
              <a:gd name="connsiteX1" fmla="*/ 2691 w 57851"/>
              <a:gd name="connsiteY1" fmla="*/ 28205 h 33576"/>
              <a:gd name="connsiteX2" fmla="*/ 0 w 57851"/>
              <a:gd name="connsiteY2" fmla="*/ 22832 h 33576"/>
              <a:gd name="connsiteX3" fmla="*/ 0 w 57851"/>
              <a:gd name="connsiteY3" fmla="*/ 17460 h 33576"/>
              <a:gd name="connsiteX4" fmla="*/ 2691 w 57851"/>
              <a:gd name="connsiteY4" fmla="*/ 17460 h 33576"/>
              <a:gd name="connsiteX5" fmla="*/ 6727 w 57851"/>
              <a:gd name="connsiteY5" fmla="*/ 13431 h 33576"/>
              <a:gd name="connsiteX6" fmla="*/ 10763 w 57851"/>
              <a:gd name="connsiteY6" fmla="*/ 14774 h 33576"/>
              <a:gd name="connsiteX7" fmla="*/ 14799 w 57851"/>
              <a:gd name="connsiteY7" fmla="*/ 13431 h 33576"/>
              <a:gd name="connsiteX8" fmla="*/ 16145 w 57851"/>
              <a:gd name="connsiteY8" fmla="*/ 10745 h 33576"/>
              <a:gd name="connsiteX9" fmla="*/ 16145 w 57851"/>
              <a:gd name="connsiteY9" fmla="*/ 8059 h 33576"/>
              <a:gd name="connsiteX10" fmla="*/ 21526 w 57851"/>
              <a:gd name="connsiteY10" fmla="*/ 8059 h 33576"/>
              <a:gd name="connsiteX11" fmla="*/ 26908 w 57851"/>
              <a:gd name="connsiteY11" fmla="*/ 9401 h 33576"/>
              <a:gd name="connsiteX12" fmla="*/ 33634 w 57851"/>
              <a:gd name="connsiteY12" fmla="*/ 9401 h 33576"/>
              <a:gd name="connsiteX13" fmla="*/ 44397 w 57851"/>
              <a:gd name="connsiteY13" fmla="*/ 5372 h 33576"/>
              <a:gd name="connsiteX14" fmla="*/ 52470 w 57851"/>
              <a:gd name="connsiteY14" fmla="*/ 0 h 33576"/>
              <a:gd name="connsiteX15" fmla="*/ 56506 w 57851"/>
              <a:gd name="connsiteY15" fmla="*/ 0 h 33576"/>
              <a:gd name="connsiteX16" fmla="*/ 57851 w 57851"/>
              <a:gd name="connsiteY16" fmla="*/ 1343 h 33576"/>
              <a:gd name="connsiteX17" fmla="*/ 55161 w 57851"/>
              <a:gd name="connsiteY17" fmla="*/ 4029 h 33576"/>
              <a:gd name="connsiteX18" fmla="*/ 48434 w 57851"/>
              <a:gd name="connsiteY18" fmla="*/ 6715 h 33576"/>
              <a:gd name="connsiteX19" fmla="*/ 43052 w 57851"/>
              <a:gd name="connsiteY19" fmla="*/ 13431 h 33576"/>
              <a:gd name="connsiteX20" fmla="*/ 44397 w 57851"/>
              <a:gd name="connsiteY20" fmla="*/ 18803 h 33576"/>
              <a:gd name="connsiteX21" fmla="*/ 44397 w 57851"/>
              <a:gd name="connsiteY21" fmla="*/ 22832 h 33576"/>
              <a:gd name="connsiteX22" fmla="*/ 37670 w 57851"/>
              <a:gd name="connsiteY22" fmla="*/ 22832 h 33576"/>
              <a:gd name="connsiteX23" fmla="*/ 33634 w 57851"/>
              <a:gd name="connsiteY23" fmla="*/ 24175 h 33576"/>
              <a:gd name="connsiteX24" fmla="*/ 28253 w 57851"/>
              <a:gd name="connsiteY24" fmla="*/ 29548 h 33576"/>
              <a:gd name="connsiteX25" fmla="*/ 22872 w 57851"/>
              <a:gd name="connsiteY25" fmla="*/ 30891 h 33576"/>
              <a:gd name="connsiteX26" fmla="*/ 18835 w 57851"/>
              <a:gd name="connsiteY26" fmla="*/ 33577 h 33576"/>
              <a:gd name="connsiteX27" fmla="*/ 16145 w 57851"/>
              <a:gd name="connsiteY27" fmla="*/ 32234 h 33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7851" h="33576">
                <a:moveTo>
                  <a:pt x="9418" y="32234"/>
                </a:moveTo>
                <a:lnTo>
                  <a:pt x="2691" y="28205"/>
                </a:lnTo>
                <a:lnTo>
                  <a:pt x="0" y="22832"/>
                </a:lnTo>
                <a:lnTo>
                  <a:pt x="0" y="17460"/>
                </a:lnTo>
                <a:lnTo>
                  <a:pt x="2691" y="17460"/>
                </a:lnTo>
                <a:lnTo>
                  <a:pt x="6727" y="13431"/>
                </a:lnTo>
                <a:lnTo>
                  <a:pt x="10763" y="14774"/>
                </a:lnTo>
                <a:lnTo>
                  <a:pt x="14799" y="13431"/>
                </a:lnTo>
                <a:lnTo>
                  <a:pt x="16145" y="10745"/>
                </a:lnTo>
                <a:lnTo>
                  <a:pt x="16145" y="8059"/>
                </a:lnTo>
                <a:lnTo>
                  <a:pt x="21526" y="8059"/>
                </a:lnTo>
                <a:lnTo>
                  <a:pt x="26908" y="9401"/>
                </a:lnTo>
                <a:lnTo>
                  <a:pt x="33634" y="9401"/>
                </a:lnTo>
                <a:lnTo>
                  <a:pt x="44397" y="5372"/>
                </a:lnTo>
                <a:lnTo>
                  <a:pt x="52470" y="0"/>
                </a:lnTo>
                <a:lnTo>
                  <a:pt x="56506" y="0"/>
                </a:lnTo>
                <a:lnTo>
                  <a:pt x="57851" y="1343"/>
                </a:lnTo>
                <a:lnTo>
                  <a:pt x="55161" y="4029"/>
                </a:lnTo>
                <a:lnTo>
                  <a:pt x="48434" y="6715"/>
                </a:lnTo>
                <a:lnTo>
                  <a:pt x="43052" y="13431"/>
                </a:lnTo>
                <a:lnTo>
                  <a:pt x="44397" y="18803"/>
                </a:lnTo>
                <a:lnTo>
                  <a:pt x="44397" y="22832"/>
                </a:lnTo>
                <a:lnTo>
                  <a:pt x="37670" y="22832"/>
                </a:lnTo>
                <a:lnTo>
                  <a:pt x="33634" y="24175"/>
                </a:lnTo>
                <a:lnTo>
                  <a:pt x="28253" y="29548"/>
                </a:lnTo>
                <a:lnTo>
                  <a:pt x="22872" y="30891"/>
                </a:lnTo>
                <a:lnTo>
                  <a:pt x="18835" y="33577"/>
                </a:lnTo>
                <a:lnTo>
                  <a:pt x="16145" y="3223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76" name="Freeform 675">
            <a:extLst>
              <a:ext uri="{FF2B5EF4-FFF2-40B4-BE49-F238E27FC236}">
                <a16:creationId xmlns:a16="http://schemas.microsoft.com/office/drawing/2014/main" id="{A3C68F69-CA68-FAD7-4355-6CE01BA39606}"/>
              </a:ext>
            </a:extLst>
          </p:cNvPr>
          <p:cNvSpPr/>
          <p:nvPr/>
        </p:nvSpPr>
        <p:spPr>
          <a:xfrm>
            <a:off x="8237743" y="3616367"/>
            <a:ext cx="162790" cy="146395"/>
          </a:xfrm>
          <a:custGeom>
            <a:avLst/>
            <a:gdLst>
              <a:gd name="connsiteX0" fmla="*/ 84759 w 162790"/>
              <a:gd name="connsiteY0" fmla="*/ 114162 h 146395"/>
              <a:gd name="connsiteX1" fmla="*/ 33634 w 162790"/>
              <a:gd name="connsiteY1" fmla="*/ 146395 h 146395"/>
              <a:gd name="connsiteX2" fmla="*/ 30944 w 162790"/>
              <a:gd name="connsiteY2" fmla="*/ 143709 h 146395"/>
              <a:gd name="connsiteX3" fmla="*/ 28253 w 162790"/>
              <a:gd name="connsiteY3" fmla="*/ 143709 h 146395"/>
              <a:gd name="connsiteX4" fmla="*/ 22872 w 162790"/>
              <a:gd name="connsiteY4" fmla="*/ 139680 h 146395"/>
              <a:gd name="connsiteX5" fmla="*/ 14799 w 162790"/>
              <a:gd name="connsiteY5" fmla="*/ 135651 h 146395"/>
              <a:gd name="connsiteX6" fmla="*/ 12109 w 162790"/>
              <a:gd name="connsiteY6" fmla="*/ 135651 h 146395"/>
              <a:gd name="connsiteX7" fmla="*/ 13454 w 162790"/>
              <a:gd name="connsiteY7" fmla="*/ 131622 h 146395"/>
              <a:gd name="connsiteX8" fmla="*/ 13454 w 162790"/>
              <a:gd name="connsiteY8" fmla="*/ 122220 h 146395"/>
              <a:gd name="connsiteX9" fmla="*/ 9418 w 162790"/>
              <a:gd name="connsiteY9" fmla="*/ 118191 h 146395"/>
              <a:gd name="connsiteX10" fmla="*/ 8072 w 162790"/>
              <a:gd name="connsiteY10" fmla="*/ 116848 h 146395"/>
              <a:gd name="connsiteX11" fmla="*/ 9418 w 162790"/>
              <a:gd name="connsiteY11" fmla="*/ 116848 h 146395"/>
              <a:gd name="connsiteX12" fmla="*/ 12109 w 162790"/>
              <a:gd name="connsiteY12" fmla="*/ 111475 h 146395"/>
              <a:gd name="connsiteX13" fmla="*/ 14799 w 162790"/>
              <a:gd name="connsiteY13" fmla="*/ 103417 h 146395"/>
              <a:gd name="connsiteX14" fmla="*/ 20181 w 162790"/>
              <a:gd name="connsiteY14" fmla="*/ 100731 h 146395"/>
              <a:gd name="connsiteX15" fmla="*/ 22872 w 162790"/>
              <a:gd name="connsiteY15" fmla="*/ 100731 h 146395"/>
              <a:gd name="connsiteX16" fmla="*/ 25562 w 162790"/>
              <a:gd name="connsiteY16" fmla="*/ 99388 h 146395"/>
              <a:gd name="connsiteX17" fmla="*/ 22872 w 162790"/>
              <a:gd name="connsiteY17" fmla="*/ 95359 h 146395"/>
              <a:gd name="connsiteX18" fmla="*/ 24217 w 162790"/>
              <a:gd name="connsiteY18" fmla="*/ 88643 h 146395"/>
              <a:gd name="connsiteX19" fmla="*/ 18836 w 162790"/>
              <a:gd name="connsiteY19" fmla="*/ 85957 h 146395"/>
              <a:gd name="connsiteX20" fmla="*/ 16145 w 162790"/>
              <a:gd name="connsiteY20" fmla="*/ 80585 h 146395"/>
              <a:gd name="connsiteX21" fmla="*/ 5382 w 162790"/>
              <a:gd name="connsiteY21" fmla="*/ 80585 h 146395"/>
              <a:gd name="connsiteX22" fmla="*/ 6727 w 162790"/>
              <a:gd name="connsiteY22" fmla="*/ 69840 h 146395"/>
              <a:gd name="connsiteX23" fmla="*/ 8072 w 162790"/>
              <a:gd name="connsiteY23" fmla="*/ 64468 h 146395"/>
              <a:gd name="connsiteX24" fmla="*/ 5382 w 162790"/>
              <a:gd name="connsiteY24" fmla="*/ 57752 h 146395"/>
              <a:gd name="connsiteX25" fmla="*/ 1345 w 162790"/>
              <a:gd name="connsiteY25" fmla="*/ 49694 h 146395"/>
              <a:gd name="connsiteX26" fmla="*/ 0 w 162790"/>
              <a:gd name="connsiteY26" fmla="*/ 41635 h 146395"/>
              <a:gd name="connsiteX27" fmla="*/ 4036 w 162790"/>
              <a:gd name="connsiteY27" fmla="*/ 40292 h 146395"/>
              <a:gd name="connsiteX28" fmla="*/ 4036 w 162790"/>
              <a:gd name="connsiteY28" fmla="*/ 38949 h 146395"/>
              <a:gd name="connsiteX29" fmla="*/ 9418 w 162790"/>
              <a:gd name="connsiteY29" fmla="*/ 40292 h 146395"/>
              <a:gd name="connsiteX30" fmla="*/ 14799 w 162790"/>
              <a:gd name="connsiteY30" fmla="*/ 38949 h 146395"/>
              <a:gd name="connsiteX31" fmla="*/ 20181 w 162790"/>
              <a:gd name="connsiteY31" fmla="*/ 37606 h 146395"/>
              <a:gd name="connsiteX32" fmla="*/ 18836 w 162790"/>
              <a:gd name="connsiteY32" fmla="*/ 32234 h 146395"/>
              <a:gd name="connsiteX33" fmla="*/ 22872 w 162790"/>
              <a:gd name="connsiteY33" fmla="*/ 29548 h 146395"/>
              <a:gd name="connsiteX34" fmla="*/ 22872 w 162790"/>
              <a:gd name="connsiteY34" fmla="*/ 20146 h 146395"/>
              <a:gd name="connsiteX35" fmla="*/ 24217 w 162790"/>
              <a:gd name="connsiteY35" fmla="*/ 16117 h 146395"/>
              <a:gd name="connsiteX36" fmla="*/ 32289 w 162790"/>
              <a:gd name="connsiteY36" fmla="*/ 17460 h 146395"/>
              <a:gd name="connsiteX37" fmla="*/ 36325 w 162790"/>
              <a:gd name="connsiteY37" fmla="*/ 18803 h 146395"/>
              <a:gd name="connsiteX38" fmla="*/ 48434 w 162790"/>
              <a:gd name="connsiteY38" fmla="*/ 13431 h 146395"/>
              <a:gd name="connsiteX39" fmla="*/ 51125 w 162790"/>
              <a:gd name="connsiteY39" fmla="*/ 13431 h 146395"/>
              <a:gd name="connsiteX40" fmla="*/ 55161 w 162790"/>
              <a:gd name="connsiteY40" fmla="*/ 12088 h 146395"/>
              <a:gd name="connsiteX41" fmla="*/ 68614 w 162790"/>
              <a:gd name="connsiteY41" fmla="*/ 9401 h 146395"/>
              <a:gd name="connsiteX42" fmla="*/ 73996 w 162790"/>
              <a:gd name="connsiteY42" fmla="*/ 12088 h 146395"/>
              <a:gd name="connsiteX43" fmla="*/ 76687 w 162790"/>
              <a:gd name="connsiteY43" fmla="*/ 13431 h 146395"/>
              <a:gd name="connsiteX44" fmla="*/ 84759 w 162790"/>
              <a:gd name="connsiteY44" fmla="*/ 14774 h 146395"/>
              <a:gd name="connsiteX45" fmla="*/ 96867 w 162790"/>
              <a:gd name="connsiteY45" fmla="*/ 16117 h 146395"/>
              <a:gd name="connsiteX46" fmla="*/ 98213 w 162790"/>
              <a:gd name="connsiteY46" fmla="*/ 13431 h 146395"/>
              <a:gd name="connsiteX47" fmla="*/ 104940 w 162790"/>
              <a:gd name="connsiteY47" fmla="*/ 12088 h 146395"/>
              <a:gd name="connsiteX48" fmla="*/ 108976 w 162790"/>
              <a:gd name="connsiteY48" fmla="*/ 6715 h 146395"/>
              <a:gd name="connsiteX49" fmla="*/ 117048 w 162790"/>
              <a:gd name="connsiteY49" fmla="*/ 4029 h 146395"/>
              <a:gd name="connsiteX50" fmla="*/ 123775 w 162790"/>
              <a:gd name="connsiteY50" fmla="*/ 4029 h 146395"/>
              <a:gd name="connsiteX51" fmla="*/ 129156 w 162790"/>
              <a:gd name="connsiteY51" fmla="*/ 4029 h 146395"/>
              <a:gd name="connsiteX52" fmla="*/ 142610 w 162790"/>
              <a:gd name="connsiteY52" fmla="*/ 4029 h 146395"/>
              <a:gd name="connsiteX53" fmla="*/ 152028 w 162790"/>
              <a:gd name="connsiteY53" fmla="*/ 1343 h 146395"/>
              <a:gd name="connsiteX54" fmla="*/ 160100 w 162790"/>
              <a:gd name="connsiteY54" fmla="*/ 0 h 146395"/>
              <a:gd name="connsiteX55" fmla="*/ 162791 w 162790"/>
              <a:gd name="connsiteY55" fmla="*/ 2686 h 146395"/>
              <a:gd name="connsiteX56" fmla="*/ 160100 w 162790"/>
              <a:gd name="connsiteY56" fmla="*/ 8059 h 146395"/>
              <a:gd name="connsiteX57" fmla="*/ 157409 w 162790"/>
              <a:gd name="connsiteY57" fmla="*/ 8059 h 146395"/>
              <a:gd name="connsiteX58" fmla="*/ 152028 w 162790"/>
              <a:gd name="connsiteY58" fmla="*/ 13431 h 146395"/>
              <a:gd name="connsiteX59" fmla="*/ 141265 w 162790"/>
              <a:gd name="connsiteY59" fmla="*/ 14774 h 146395"/>
              <a:gd name="connsiteX60" fmla="*/ 137229 w 162790"/>
              <a:gd name="connsiteY60" fmla="*/ 24175 h 146395"/>
              <a:gd name="connsiteX61" fmla="*/ 137229 w 162790"/>
              <a:gd name="connsiteY61" fmla="*/ 32234 h 146395"/>
              <a:gd name="connsiteX62" fmla="*/ 141265 w 162790"/>
              <a:gd name="connsiteY62" fmla="*/ 41635 h 146395"/>
              <a:gd name="connsiteX63" fmla="*/ 141265 w 162790"/>
              <a:gd name="connsiteY63" fmla="*/ 51037 h 146395"/>
              <a:gd name="connsiteX64" fmla="*/ 137229 w 162790"/>
              <a:gd name="connsiteY64" fmla="*/ 59095 h 146395"/>
              <a:gd name="connsiteX65" fmla="*/ 138574 w 162790"/>
              <a:gd name="connsiteY65" fmla="*/ 63125 h 146395"/>
              <a:gd name="connsiteX66" fmla="*/ 138574 w 162790"/>
              <a:gd name="connsiteY66" fmla="*/ 71183 h 146395"/>
              <a:gd name="connsiteX67" fmla="*/ 134538 w 162790"/>
              <a:gd name="connsiteY67" fmla="*/ 76555 h 146395"/>
              <a:gd name="connsiteX68" fmla="*/ 131847 w 162790"/>
              <a:gd name="connsiteY68" fmla="*/ 80585 h 146395"/>
              <a:gd name="connsiteX69" fmla="*/ 86104 w 162790"/>
              <a:gd name="connsiteY69" fmla="*/ 114162 h 1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62790" h="146395">
                <a:moveTo>
                  <a:pt x="84759" y="114162"/>
                </a:moveTo>
                <a:lnTo>
                  <a:pt x="33634" y="146395"/>
                </a:lnTo>
                <a:lnTo>
                  <a:pt x="30944" y="143709"/>
                </a:lnTo>
                <a:lnTo>
                  <a:pt x="28253" y="143709"/>
                </a:lnTo>
                <a:lnTo>
                  <a:pt x="22872" y="139680"/>
                </a:lnTo>
                <a:lnTo>
                  <a:pt x="14799" y="135651"/>
                </a:lnTo>
                <a:lnTo>
                  <a:pt x="12109" y="135651"/>
                </a:lnTo>
                <a:lnTo>
                  <a:pt x="13454" y="131622"/>
                </a:lnTo>
                <a:lnTo>
                  <a:pt x="13454" y="122220"/>
                </a:lnTo>
                <a:lnTo>
                  <a:pt x="9418" y="118191"/>
                </a:lnTo>
                <a:lnTo>
                  <a:pt x="8072" y="116848"/>
                </a:lnTo>
                <a:lnTo>
                  <a:pt x="9418" y="116848"/>
                </a:lnTo>
                <a:lnTo>
                  <a:pt x="12109" y="111475"/>
                </a:lnTo>
                <a:lnTo>
                  <a:pt x="14799" y="103417"/>
                </a:lnTo>
                <a:lnTo>
                  <a:pt x="20181" y="100731"/>
                </a:lnTo>
                <a:lnTo>
                  <a:pt x="22872" y="100731"/>
                </a:lnTo>
                <a:lnTo>
                  <a:pt x="25562" y="99388"/>
                </a:lnTo>
                <a:lnTo>
                  <a:pt x="22872" y="95359"/>
                </a:lnTo>
                <a:lnTo>
                  <a:pt x="24217" y="88643"/>
                </a:lnTo>
                <a:lnTo>
                  <a:pt x="18836" y="85957"/>
                </a:lnTo>
                <a:lnTo>
                  <a:pt x="16145" y="80585"/>
                </a:lnTo>
                <a:lnTo>
                  <a:pt x="5382" y="80585"/>
                </a:lnTo>
                <a:lnTo>
                  <a:pt x="6727" y="69840"/>
                </a:lnTo>
                <a:lnTo>
                  <a:pt x="8072" y="64468"/>
                </a:lnTo>
                <a:lnTo>
                  <a:pt x="5382" y="57752"/>
                </a:lnTo>
                <a:lnTo>
                  <a:pt x="1345" y="49694"/>
                </a:lnTo>
                <a:lnTo>
                  <a:pt x="0" y="41635"/>
                </a:lnTo>
                <a:lnTo>
                  <a:pt x="4036" y="40292"/>
                </a:lnTo>
                <a:lnTo>
                  <a:pt x="4036" y="38949"/>
                </a:lnTo>
                <a:lnTo>
                  <a:pt x="9418" y="40292"/>
                </a:lnTo>
                <a:lnTo>
                  <a:pt x="14799" y="38949"/>
                </a:lnTo>
                <a:lnTo>
                  <a:pt x="20181" y="37606"/>
                </a:lnTo>
                <a:lnTo>
                  <a:pt x="18836" y="32234"/>
                </a:lnTo>
                <a:lnTo>
                  <a:pt x="22872" y="29548"/>
                </a:lnTo>
                <a:lnTo>
                  <a:pt x="22872" y="20146"/>
                </a:lnTo>
                <a:lnTo>
                  <a:pt x="24217" y="16117"/>
                </a:lnTo>
                <a:lnTo>
                  <a:pt x="32289" y="17460"/>
                </a:lnTo>
                <a:lnTo>
                  <a:pt x="36325" y="18803"/>
                </a:lnTo>
                <a:lnTo>
                  <a:pt x="48434" y="13431"/>
                </a:lnTo>
                <a:lnTo>
                  <a:pt x="51125" y="13431"/>
                </a:lnTo>
                <a:lnTo>
                  <a:pt x="55161" y="12088"/>
                </a:lnTo>
                <a:lnTo>
                  <a:pt x="68614" y="9401"/>
                </a:lnTo>
                <a:lnTo>
                  <a:pt x="73996" y="12088"/>
                </a:lnTo>
                <a:lnTo>
                  <a:pt x="76687" y="13431"/>
                </a:lnTo>
                <a:lnTo>
                  <a:pt x="84759" y="14774"/>
                </a:lnTo>
                <a:lnTo>
                  <a:pt x="96867" y="16117"/>
                </a:lnTo>
                <a:lnTo>
                  <a:pt x="98213" y="13431"/>
                </a:lnTo>
                <a:lnTo>
                  <a:pt x="104940" y="12088"/>
                </a:lnTo>
                <a:lnTo>
                  <a:pt x="108976" y="6715"/>
                </a:lnTo>
                <a:lnTo>
                  <a:pt x="117048" y="4029"/>
                </a:lnTo>
                <a:lnTo>
                  <a:pt x="123775" y="4029"/>
                </a:lnTo>
                <a:lnTo>
                  <a:pt x="129156" y="4029"/>
                </a:lnTo>
                <a:lnTo>
                  <a:pt x="142610" y="4029"/>
                </a:lnTo>
                <a:lnTo>
                  <a:pt x="152028" y="1343"/>
                </a:lnTo>
                <a:lnTo>
                  <a:pt x="160100" y="0"/>
                </a:lnTo>
                <a:lnTo>
                  <a:pt x="162791" y="2686"/>
                </a:lnTo>
                <a:lnTo>
                  <a:pt x="160100" y="8059"/>
                </a:lnTo>
                <a:lnTo>
                  <a:pt x="157409" y="8059"/>
                </a:lnTo>
                <a:lnTo>
                  <a:pt x="152028" y="13431"/>
                </a:lnTo>
                <a:lnTo>
                  <a:pt x="141265" y="14774"/>
                </a:lnTo>
                <a:lnTo>
                  <a:pt x="137229" y="24175"/>
                </a:lnTo>
                <a:lnTo>
                  <a:pt x="137229" y="32234"/>
                </a:lnTo>
                <a:lnTo>
                  <a:pt x="141265" y="41635"/>
                </a:lnTo>
                <a:lnTo>
                  <a:pt x="141265" y="51037"/>
                </a:lnTo>
                <a:lnTo>
                  <a:pt x="137229" y="59095"/>
                </a:lnTo>
                <a:lnTo>
                  <a:pt x="138574" y="63125"/>
                </a:lnTo>
                <a:lnTo>
                  <a:pt x="138574" y="71183"/>
                </a:lnTo>
                <a:lnTo>
                  <a:pt x="134538" y="76555"/>
                </a:lnTo>
                <a:lnTo>
                  <a:pt x="131847" y="80585"/>
                </a:lnTo>
                <a:lnTo>
                  <a:pt x="86104" y="11416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77" name="Freeform 676">
            <a:extLst>
              <a:ext uri="{FF2B5EF4-FFF2-40B4-BE49-F238E27FC236}">
                <a16:creationId xmlns:a16="http://schemas.microsoft.com/office/drawing/2014/main" id="{40218C0A-BFE9-AA60-AB78-A2E5924EFFBC}"/>
              </a:ext>
            </a:extLst>
          </p:cNvPr>
          <p:cNvSpPr/>
          <p:nvPr/>
        </p:nvSpPr>
        <p:spPr>
          <a:xfrm>
            <a:off x="8205454" y="3733214"/>
            <a:ext cx="40361" cy="114161"/>
          </a:xfrm>
          <a:custGeom>
            <a:avLst/>
            <a:gdLst>
              <a:gd name="connsiteX0" fmla="*/ 21526 w 40361"/>
              <a:gd name="connsiteY0" fmla="*/ 104760 h 114161"/>
              <a:gd name="connsiteX1" fmla="*/ 24217 w 40361"/>
              <a:gd name="connsiteY1" fmla="*/ 99388 h 114161"/>
              <a:gd name="connsiteX2" fmla="*/ 18835 w 40361"/>
              <a:gd name="connsiteY2" fmla="*/ 85957 h 114161"/>
              <a:gd name="connsiteX3" fmla="*/ 10763 w 40361"/>
              <a:gd name="connsiteY3" fmla="*/ 73869 h 114161"/>
              <a:gd name="connsiteX4" fmla="*/ 8072 w 40361"/>
              <a:gd name="connsiteY4" fmla="*/ 64468 h 114161"/>
              <a:gd name="connsiteX5" fmla="*/ 2691 w 40361"/>
              <a:gd name="connsiteY5" fmla="*/ 57752 h 114161"/>
              <a:gd name="connsiteX6" fmla="*/ 0 w 40361"/>
              <a:gd name="connsiteY6" fmla="*/ 56409 h 114161"/>
              <a:gd name="connsiteX7" fmla="*/ 8072 w 40361"/>
              <a:gd name="connsiteY7" fmla="*/ 45665 h 114161"/>
              <a:gd name="connsiteX8" fmla="*/ 16145 w 40361"/>
              <a:gd name="connsiteY8" fmla="*/ 29548 h 114161"/>
              <a:gd name="connsiteX9" fmla="*/ 17490 w 40361"/>
              <a:gd name="connsiteY9" fmla="*/ 10745 h 114161"/>
              <a:gd name="connsiteX10" fmla="*/ 22872 w 40361"/>
              <a:gd name="connsiteY10" fmla="*/ 5372 h 114161"/>
              <a:gd name="connsiteX11" fmla="*/ 26908 w 40361"/>
              <a:gd name="connsiteY11" fmla="*/ 5372 h 114161"/>
              <a:gd name="connsiteX12" fmla="*/ 34980 w 40361"/>
              <a:gd name="connsiteY12" fmla="*/ 5372 h 114161"/>
              <a:gd name="connsiteX13" fmla="*/ 37671 w 40361"/>
              <a:gd name="connsiteY13" fmla="*/ 0 h 114161"/>
              <a:gd name="connsiteX14" fmla="*/ 40361 w 40361"/>
              <a:gd name="connsiteY14" fmla="*/ 0 h 114161"/>
              <a:gd name="connsiteX15" fmla="*/ 39016 w 40361"/>
              <a:gd name="connsiteY15" fmla="*/ 2686 h 114161"/>
              <a:gd name="connsiteX16" fmla="*/ 37671 w 40361"/>
              <a:gd name="connsiteY16" fmla="*/ 9401 h 114161"/>
              <a:gd name="connsiteX17" fmla="*/ 36325 w 40361"/>
              <a:gd name="connsiteY17" fmla="*/ 17460 h 114161"/>
              <a:gd name="connsiteX18" fmla="*/ 37671 w 40361"/>
              <a:gd name="connsiteY18" fmla="*/ 21489 h 114161"/>
              <a:gd name="connsiteX19" fmla="*/ 37671 w 40361"/>
              <a:gd name="connsiteY19" fmla="*/ 24175 h 114161"/>
              <a:gd name="connsiteX20" fmla="*/ 37671 w 40361"/>
              <a:gd name="connsiteY20" fmla="*/ 24175 h 114161"/>
              <a:gd name="connsiteX21" fmla="*/ 37671 w 40361"/>
              <a:gd name="connsiteY21" fmla="*/ 26862 h 114161"/>
              <a:gd name="connsiteX22" fmla="*/ 34980 w 40361"/>
              <a:gd name="connsiteY22" fmla="*/ 29548 h 114161"/>
              <a:gd name="connsiteX23" fmla="*/ 32289 w 40361"/>
              <a:gd name="connsiteY23" fmla="*/ 29548 h 114161"/>
              <a:gd name="connsiteX24" fmla="*/ 30944 w 40361"/>
              <a:gd name="connsiteY24" fmla="*/ 25519 h 114161"/>
              <a:gd name="connsiteX25" fmla="*/ 25562 w 40361"/>
              <a:gd name="connsiteY25" fmla="*/ 25519 h 114161"/>
              <a:gd name="connsiteX26" fmla="*/ 24217 w 40361"/>
              <a:gd name="connsiteY26" fmla="*/ 32234 h 114161"/>
              <a:gd name="connsiteX27" fmla="*/ 25562 w 40361"/>
              <a:gd name="connsiteY27" fmla="*/ 34920 h 114161"/>
              <a:gd name="connsiteX28" fmla="*/ 25562 w 40361"/>
              <a:gd name="connsiteY28" fmla="*/ 47008 h 114161"/>
              <a:gd name="connsiteX29" fmla="*/ 24217 w 40361"/>
              <a:gd name="connsiteY29" fmla="*/ 55066 h 114161"/>
              <a:gd name="connsiteX30" fmla="*/ 26908 w 40361"/>
              <a:gd name="connsiteY30" fmla="*/ 57752 h 114161"/>
              <a:gd name="connsiteX31" fmla="*/ 30944 w 40361"/>
              <a:gd name="connsiteY31" fmla="*/ 55066 h 114161"/>
              <a:gd name="connsiteX32" fmla="*/ 34980 w 40361"/>
              <a:gd name="connsiteY32" fmla="*/ 55066 h 114161"/>
              <a:gd name="connsiteX33" fmla="*/ 36325 w 40361"/>
              <a:gd name="connsiteY33" fmla="*/ 55066 h 114161"/>
              <a:gd name="connsiteX34" fmla="*/ 34980 w 40361"/>
              <a:gd name="connsiteY34" fmla="*/ 65811 h 114161"/>
              <a:gd name="connsiteX35" fmla="*/ 34980 w 40361"/>
              <a:gd name="connsiteY35" fmla="*/ 69840 h 114161"/>
              <a:gd name="connsiteX36" fmla="*/ 33634 w 40361"/>
              <a:gd name="connsiteY36" fmla="*/ 76555 h 114161"/>
              <a:gd name="connsiteX37" fmla="*/ 33634 w 40361"/>
              <a:gd name="connsiteY37" fmla="*/ 81928 h 114161"/>
              <a:gd name="connsiteX38" fmla="*/ 32289 w 40361"/>
              <a:gd name="connsiteY38" fmla="*/ 83271 h 114161"/>
              <a:gd name="connsiteX39" fmla="*/ 32289 w 40361"/>
              <a:gd name="connsiteY39" fmla="*/ 89986 h 114161"/>
              <a:gd name="connsiteX40" fmla="*/ 30944 w 40361"/>
              <a:gd name="connsiteY40" fmla="*/ 96702 h 114161"/>
              <a:gd name="connsiteX41" fmla="*/ 30944 w 40361"/>
              <a:gd name="connsiteY41" fmla="*/ 102074 h 114161"/>
              <a:gd name="connsiteX42" fmla="*/ 28253 w 40361"/>
              <a:gd name="connsiteY42" fmla="*/ 104760 h 114161"/>
              <a:gd name="connsiteX43" fmla="*/ 28253 w 40361"/>
              <a:gd name="connsiteY43" fmla="*/ 108789 h 114161"/>
              <a:gd name="connsiteX44" fmla="*/ 28253 w 40361"/>
              <a:gd name="connsiteY44" fmla="*/ 108789 h 114161"/>
              <a:gd name="connsiteX45" fmla="*/ 25562 w 40361"/>
              <a:gd name="connsiteY45" fmla="*/ 114162 h 114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0361" h="114161">
                <a:moveTo>
                  <a:pt x="21526" y="104760"/>
                </a:moveTo>
                <a:lnTo>
                  <a:pt x="24217" y="99388"/>
                </a:lnTo>
                <a:lnTo>
                  <a:pt x="18835" y="85957"/>
                </a:lnTo>
                <a:lnTo>
                  <a:pt x="10763" y="73869"/>
                </a:lnTo>
                <a:lnTo>
                  <a:pt x="8072" y="64468"/>
                </a:lnTo>
                <a:lnTo>
                  <a:pt x="2691" y="57752"/>
                </a:lnTo>
                <a:lnTo>
                  <a:pt x="0" y="56409"/>
                </a:lnTo>
                <a:lnTo>
                  <a:pt x="8072" y="45665"/>
                </a:lnTo>
                <a:lnTo>
                  <a:pt x="16145" y="29548"/>
                </a:lnTo>
                <a:lnTo>
                  <a:pt x="17490" y="10745"/>
                </a:lnTo>
                <a:lnTo>
                  <a:pt x="22872" y="5372"/>
                </a:lnTo>
                <a:lnTo>
                  <a:pt x="26908" y="5372"/>
                </a:lnTo>
                <a:lnTo>
                  <a:pt x="34980" y="5372"/>
                </a:lnTo>
                <a:lnTo>
                  <a:pt x="37671" y="0"/>
                </a:lnTo>
                <a:lnTo>
                  <a:pt x="40361" y="0"/>
                </a:lnTo>
                <a:lnTo>
                  <a:pt x="39016" y="2686"/>
                </a:lnTo>
                <a:lnTo>
                  <a:pt x="37671" y="9401"/>
                </a:lnTo>
                <a:lnTo>
                  <a:pt x="36325" y="17460"/>
                </a:lnTo>
                <a:lnTo>
                  <a:pt x="37671" y="21489"/>
                </a:lnTo>
                <a:lnTo>
                  <a:pt x="37671" y="24175"/>
                </a:lnTo>
                <a:lnTo>
                  <a:pt x="37671" y="24175"/>
                </a:lnTo>
                <a:lnTo>
                  <a:pt x="37671" y="26862"/>
                </a:lnTo>
                <a:lnTo>
                  <a:pt x="34980" y="29548"/>
                </a:lnTo>
                <a:lnTo>
                  <a:pt x="32289" y="29548"/>
                </a:lnTo>
                <a:lnTo>
                  <a:pt x="30944" y="25519"/>
                </a:lnTo>
                <a:lnTo>
                  <a:pt x="25562" y="25519"/>
                </a:lnTo>
                <a:lnTo>
                  <a:pt x="24217" y="32234"/>
                </a:lnTo>
                <a:lnTo>
                  <a:pt x="25562" y="34920"/>
                </a:lnTo>
                <a:lnTo>
                  <a:pt x="25562" y="47008"/>
                </a:lnTo>
                <a:lnTo>
                  <a:pt x="24217" y="55066"/>
                </a:lnTo>
                <a:lnTo>
                  <a:pt x="26908" y="57752"/>
                </a:lnTo>
                <a:lnTo>
                  <a:pt x="30944" y="55066"/>
                </a:lnTo>
                <a:lnTo>
                  <a:pt x="34980" y="55066"/>
                </a:lnTo>
                <a:lnTo>
                  <a:pt x="36325" y="55066"/>
                </a:lnTo>
                <a:lnTo>
                  <a:pt x="34980" y="65811"/>
                </a:lnTo>
                <a:lnTo>
                  <a:pt x="34980" y="69840"/>
                </a:lnTo>
                <a:lnTo>
                  <a:pt x="33634" y="76555"/>
                </a:lnTo>
                <a:lnTo>
                  <a:pt x="33634" y="81928"/>
                </a:lnTo>
                <a:lnTo>
                  <a:pt x="32289" y="83271"/>
                </a:lnTo>
                <a:lnTo>
                  <a:pt x="32289" y="89986"/>
                </a:lnTo>
                <a:lnTo>
                  <a:pt x="30944" y="96702"/>
                </a:lnTo>
                <a:lnTo>
                  <a:pt x="30944" y="102074"/>
                </a:lnTo>
                <a:lnTo>
                  <a:pt x="28253" y="104760"/>
                </a:lnTo>
                <a:lnTo>
                  <a:pt x="28253" y="108789"/>
                </a:lnTo>
                <a:lnTo>
                  <a:pt x="28253" y="108789"/>
                </a:lnTo>
                <a:lnTo>
                  <a:pt x="25562" y="11416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78" name="Freeform 677">
            <a:extLst>
              <a:ext uri="{FF2B5EF4-FFF2-40B4-BE49-F238E27FC236}">
                <a16:creationId xmlns:a16="http://schemas.microsoft.com/office/drawing/2014/main" id="{354F0EEC-7868-E58E-836B-49749E89DCA2}"/>
              </a:ext>
            </a:extLst>
          </p:cNvPr>
          <p:cNvSpPr/>
          <p:nvPr/>
        </p:nvSpPr>
        <p:spPr>
          <a:xfrm>
            <a:off x="8241779" y="3733214"/>
            <a:ext cx="9417" cy="24175"/>
          </a:xfrm>
          <a:custGeom>
            <a:avLst/>
            <a:gdLst>
              <a:gd name="connsiteX0" fmla="*/ 1345 w 9417"/>
              <a:gd name="connsiteY0" fmla="*/ 24175 h 24175"/>
              <a:gd name="connsiteX1" fmla="*/ 1345 w 9417"/>
              <a:gd name="connsiteY1" fmla="*/ 21489 h 24175"/>
              <a:gd name="connsiteX2" fmla="*/ 0 w 9417"/>
              <a:gd name="connsiteY2" fmla="*/ 17460 h 24175"/>
              <a:gd name="connsiteX3" fmla="*/ 1345 w 9417"/>
              <a:gd name="connsiteY3" fmla="*/ 9401 h 24175"/>
              <a:gd name="connsiteX4" fmla="*/ 2691 w 9417"/>
              <a:gd name="connsiteY4" fmla="*/ 2686 h 24175"/>
              <a:gd name="connsiteX5" fmla="*/ 4036 w 9417"/>
              <a:gd name="connsiteY5" fmla="*/ 0 h 24175"/>
              <a:gd name="connsiteX6" fmla="*/ 4036 w 9417"/>
              <a:gd name="connsiteY6" fmla="*/ 0 h 24175"/>
              <a:gd name="connsiteX7" fmla="*/ 5381 w 9417"/>
              <a:gd name="connsiteY7" fmla="*/ 1343 h 24175"/>
              <a:gd name="connsiteX8" fmla="*/ 9417 w 9417"/>
              <a:gd name="connsiteY8" fmla="*/ 5372 h 24175"/>
              <a:gd name="connsiteX9" fmla="*/ 9417 w 9417"/>
              <a:gd name="connsiteY9" fmla="*/ 14774 h 24175"/>
              <a:gd name="connsiteX10" fmla="*/ 8072 w 9417"/>
              <a:gd name="connsiteY10" fmla="*/ 18803 h 24175"/>
              <a:gd name="connsiteX11" fmla="*/ 8072 w 9417"/>
              <a:gd name="connsiteY11" fmla="*/ 18803 h 24175"/>
              <a:gd name="connsiteX12" fmla="*/ 5381 w 9417"/>
              <a:gd name="connsiteY12" fmla="*/ 21489 h 24175"/>
              <a:gd name="connsiteX13" fmla="*/ 4036 w 9417"/>
              <a:gd name="connsiteY13" fmla="*/ 24175 h 2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417" h="24175">
                <a:moveTo>
                  <a:pt x="1345" y="24175"/>
                </a:moveTo>
                <a:lnTo>
                  <a:pt x="1345" y="21489"/>
                </a:lnTo>
                <a:lnTo>
                  <a:pt x="0" y="17460"/>
                </a:lnTo>
                <a:lnTo>
                  <a:pt x="1345" y="9401"/>
                </a:lnTo>
                <a:lnTo>
                  <a:pt x="2691" y="2686"/>
                </a:lnTo>
                <a:lnTo>
                  <a:pt x="4036" y="0"/>
                </a:lnTo>
                <a:lnTo>
                  <a:pt x="4036" y="0"/>
                </a:lnTo>
                <a:lnTo>
                  <a:pt x="5381" y="1343"/>
                </a:lnTo>
                <a:lnTo>
                  <a:pt x="9417" y="5372"/>
                </a:lnTo>
                <a:lnTo>
                  <a:pt x="9417" y="14774"/>
                </a:lnTo>
                <a:lnTo>
                  <a:pt x="8072" y="18803"/>
                </a:lnTo>
                <a:lnTo>
                  <a:pt x="8072" y="18803"/>
                </a:lnTo>
                <a:lnTo>
                  <a:pt x="5381" y="21489"/>
                </a:lnTo>
                <a:lnTo>
                  <a:pt x="4036" y="2417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79" name="Freeform 678">
            <a:extLst>
              <a:ext uri="{FF2B5EF4-FFF2-40B4-BE49-F238E27FC236}">
                <a16:creationId xmlns:a16="http://schemas.microsoft.com/office/drawing/2014/main" id="{9593CE41-1F62-A407-8E3C-DECC9017BA79}"/>
              </a:ext>
            </a:extLst>
          </p:cNvPr>
          <p:cNvSpPr/>
          <p:nvPr/>
        </p:nvSpPr>
        <p:spPr>
          <a:xfrm>
            <a:off x="8229671" y="3758733"/>
            <a:ext cx="13453" cy="32233"/>
          </a:xfrm>
          <a:custGeom>
            <a:avLst/>
            <a:gdLst>
              <a:gd name="connsiteX0" fmla="*/ 10763 w 13453"/>
              <a:gd name="connsiteY0" fmla="*/ 29548 h 32233"/>
              <a:gd name="connsiteX1" fmla="*/ 6727 w 13453"/>
              <a:gd name="connsiteY1" fmla="*/ 29548 h 32233"/>
              <a:gd name="connsiteX2" fmla="*/ 2691 w 13453"/>
              <a:gd name="connsiteY2" fmla="*/ 32234 h 32233"/>
              <a:gd name="connsiteX3" fmla="*/ 0 w 13453"/>
              <a:gd name="connsiteY3" fmla="*/ 29548 h 32233"/>
              <a:gd name="connsiteX4" fmla="*/ 1345 w 13453"/>
              <a:gd name="connsiteY4" fmla="*/ 21489 h 32233"/>
              <a:gd name="connsiteX5" fmla="*/ 1345 w 13453"/>
              <a:gd name="connsiteY5" fmla="*/ 9401 h 32233"/>
              <a:gd name="connsiteX6" fmla="*/ 0 w 13453"/>
              <a:gd name="connsiteY6" fmla="*/ 6715 h 32233"/>
              <a:gd name="connsiteX7" fmla="*/ 1345 w 13453"/>
              <a:gd name="connsiteY7" fmla="*/ 0 h 32233"/>
              <a:gd name="connsiteX8" fmla="*/ 6727 w 13453"/>
              <a:gd name="connsiteY8" fmla="*/ 0 h 32233"/>
              <a:gd name="connsiteX9" fmla="*/ 8072 w 13453"/>
              <a:gd name="connsiteY9" fmla="*/ 4029 h 32233"/>
              <a:gd name="connsiteX10" fmla="*/ 10763 w 13453"/>
              <a:gd name="connsiteY10" fmla="*/ 4029 h 32233"/>
              <a:gd name="connsiteX11" fmla="*/ 13454 w 13453"/>
              <a:gd name="connsiteY11" fmla="*/ 1343 h 32233"/>
              <a:gd name="connsiteX12" fmla="*/ 13454 w 13453"/>
              <a:gd name="connsiteY12" fmla="*/ 2686 h 32233"/>
              <a:gd name="connsiteX13" fmla="*/ 13454 w 13453"/>
              <a:gd name="connsiteY13" fmla="*/ 6715 h 32233"/>
              <a:gd name="connsiteX14" fmla="*/ 13454 w 13453"/>
              <a:gd name="connsiteY14" fmla="*/ 9401 h 32233"/>
              <a:gd name="connsiteX15" fmla="*/ 12108 w 13453"/>
              <a:gd name="connsiteY15" fmla="*/ 16117 h 32233"/>
              <a:gd name="connsiteX16" fmla="*/ 13454 w 13453"/>
              <a:gd name="connsiteY16" fmla="*/ 20146 h 32233"/>
              <a:gd name="connsiteX17" fmla="*/ 12108 w 13453"/>
              <a:gd name="connsiteY17" fmla="*/ 29548 h 3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453" h="32233">
                <a:moveTo>
                  <a:pt x="10763" y="29548"/>
                </a:moveTo>
                <a:lnTo>
                  <a:pt x="6727" y="29548"/>
                </a:lnTo>
                <a:lnTo>
                  <a:pt x="2691" y="32234"/>
                </a:lnTo>
                <a:lnTo>
                  <a:pt x="0" y="29548"/>
                </a:lnTo>
                <a:lnTo>
                  <a:pt x="1345" y="21489"/>
                </a:lnTo>
                <a:lnTo>
                  <a:pt x="1345" y="9401"/>
                </a:lnTo>
                <a:lnTo>
                  <a:pt x="0" y="6715"/>
                </a:lnTo>
                <a:lnTo>
                  <a:pt x="1345" y="0"/>
                </a:lnTo>
                <a:lnTo>
                  <a:pt x="6727" y="0"/>
                </a:lnTo>
                <a:lnTo>
                  <a:pt x="8072" y="4029"/>
                </a:lnTo>
                <a:lnTo>
                  <a:pt x="10763" y="4029"/>
                </a:lnTo>
                <a:lnTo>
                  <a:pt x="13454" y="1343"/>
                </a:lnTo>
                <a:lnTo>
                  <a:pt x="13454" y="2686"/>
                </a:lnTo>
                <a:lnTo>
                  <a:pt x="13454" y="6715"/>
                </a:lnTo>
                <a:lnTo>
                  <a:pt x="13454" y="9401"/>
                </a:lnTo>
                <a:lnTo>
                  <a:pt x="12108" y="16117"/>
                </a:lnTo>
                <a:lnTo>
                  <a:pt x="13454" y="20146"/>
                </a:lnTo>
                <a:lnTo>
                  <a:pt x="12108" y="2954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80" name="Freeform 679">
            <a:extLst>
              <a:ext uri="{FF2B5EF4-FFF2-40B4-BE49-F238E27FC236}">
                <a16:creationId xmlns:a16="http://schemas.microsoft.com/office/drawing/2014/main" id="{8E26702C-F1CC-DEAD-4E84-CD647F44D538}"/>
              </a:ext>
            </a:extLst>
          </p:cNvPr>
          <p:cNvSpPr/>
          <p:nvPr/>
        </p:nvSpPr>
        <p:spPr>
          <a:xfrm>
            <a:off x="8228326" y="3696951"/>
            <a:ext cx="34979" cy="41635"/>
          </a:xfrm>
          <a:custGeom>
            <a:avLst/>
            <a:gdLst>
              <a:gd name="connsiteX0" fmla="*/ 1345 w 34979"/>
              <a:gd name="connsiteY0" fmla="*/ 40292 h 41635"/>
              <a:gd name="connsiteX1" fmla="*/ 1345 w 34979"/>
              <a:gd name="connsiteY1" fmla="*/ 33577 h 41635"/>
              <a:gd name="connsiteX2" fmla="*/ 5381 w 34979"/>
              <a:gd name="connsiteY2" fmla="*/ 26862 h 41635"/>
              <a:gd name="connsiteX3" fmla="*/ 10763 w 34979"/>
              <a:gd name="connsiteY3" fmla="*/ 20146 h 41635"/>
              <a:gd name="connsiteX4" fmla="*/ 12108 w 34979"/>
              <a:gd name="connsiteY4" fmla="*/ 1343 h 41635"/>
              <a:gd name="connsiteX5" fmla="*/ 14799 w 34979"/>
              <a:gd name="connsiteY5" fmla="*/ 1343 h 41635"/>
              <a:gd name="connsiteX6" fmla="*/ 14799 w 34979"/>
              <a:gd name="connsiteY6" fmla="*/ 0 h 41635"/>
              <a:gd name="connsiteX7" fmla="*/ 25562 w 34979"/>
              <a:gd name="connsiteY7" fmla="*/ 0 h 41635"/>
              <a:gd name="connsiteX8" fmla="*/ 28253 w 34979"/>
              <a:gd name="connsiteY8" fmla="*/ 5372 h 41635"/>
              <a:gd name="connsiteX9" fmla="*/ 33634 w 34979"/>
              <a:gd name="connsiteY9" fmla="*/ 8059 h 41635"/>
              <a:gd name="connsiteX10" fmla="*/ 32289 w 34979"/>
              <a:gd name="connsiteY10" fmla="*/ 14774 h 41635"/>
              <a:gd name="connsiteX11" fmla="*/ 34980 w 34979"/>
              <a:gd name="connsiteY11" fmla="*/ 18803 h 41635"/>
              <a:gd name="connsiteX12" fmla="*/ 32289 w 34979"/>
              <a:gd name="connsiteY12" fmla="*/ 20146 h 41635"/>
              <a:gd name="connsiteX13" fmla="*/ 29598 w 34979"/>
              <a:gd name="connsiteY13" fmla="*/ 20146 h 41635"/>
              <a:gd name="connsiteX14" fmla="*/ 24217 w 34979"/>
              <a:gd name="connsiteY14" fmla="*/ 22832 h 41635"/>
              <a:gd name="connsiteX15" fmla="*/ 21526 w 34979"/>
              <a:gd name="connsiteY15" fmla="*/ 30891 h 41635"/>
              <a:gd name="connsiteX16" fmla="*/ 18835 w 34979"/>
              <a:gd name="connsiteY16" fmla="*/ 36263 h 41635"/>
              <a:gd name="connsiteX17" fmla="*/ 14799 w 34979"/>
              <a:gd name="connsiteY17" fmla="*/ 36263 h 41635"/>
              <a:gd name="connsiteX18" fmla="*/ 12108 w 34979"/>
              <a:gd name="connsiteY18" fmla="*/ 41635 h 41635"/>
              <a:gd name="connsiteX19" fmla="*/ 4036 w 34979"/>
              <a:gd name="connsiteY19" fmla="*/ 41635 h 41635"/>
              <a:gd name="connsiteX20" fmla="*/ 0 w 34979"/>
              <a:gd name="connsiteY20" fmla="*/ 41635 h 41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979" h="41635">
                <a:moveTo>
                  <a:pt x="1345" y="40292"/>
                </a:moveTo>
                <a:lnTo>
                  <a:pt x="1345" y="33577"/>
                </a:lnTo>
                <a:lnTo>
                  <a:pt x="5381" y="26862"/>
                </a:lnTo>
                <a:lnTo>
                  <a:pt x="10763" y="20146"/>
                </a:lnTo>
                <a:lnTo>
                  <a:pt x="12108" y="1343"/>
                </a:lnTo>
                <a:lnTo>
                  <a:pt x="14799" y="1343"/>
                </a:lnTo>
                <a:lnTo>
                  <a:pt x="14799" y="0"/>
                </a:lnTo>
                <a:lnTo>
                  <a:pt x="25562" y="0"/>
                </a:lnTo>
                <a:lnTo>
                  <a:pt x="28253" y="5372"/>
                </a:lnTo>
                <a:lnTo>
                  <a:pt x="33634" y="8059"/>
                </a:lnTo>
                <a:lnTo>
                  <a:pt x="32289" y="14774"/>
                </a:lnTo>
                <a:lnTo>
                  <a:pt x="34980" y="18803"/>
                </a:lnTo>
                <a:lnTo>
                  <a:pt x="32289" y="20146"/>
                </a:lnTo>
                <a:lnTo>
                  <a:pt x="29598" y="20146"/>
                </a:lnTo>
                <a:lnTo>
                  <a:pt x="24217" y="22832"/>
                </a:lnTo>
                <a:lnTo>
                  <a:pt x="21526" y="30891"/>
                </a:lnTo>
                <a:lnTo>
                  <a:pt x="18835" y="36263"/>
                </a:lnTo>
                <a:lnTo>
                  <a:pt x="14799" y="36263"/>
                </a:lnTo>
                <a:lnTo>
                  <a:pt x="12108" y="41635"/>
                </a:lnTo>
                <a:lnTo>
                  <a:pt x="4036" y="41635"/>
                </a:lnTo>
                <a:lnTo>
                  <a:pt x="0" y="4163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81" name="Freeform 680">
            <a:extLst>
              <a:ext uri="{FF2B5EF4-FFF2-40B4-BE49-F238E27FC236}">
                <a16:creationId xmlns:a16="http://schemas.microsoft.com/office/drawing/2014/main" id="{2ECBEA3F-13DF-8812-0F8A-26AC9558BD90}"/>
              </a:ext>
            </a:extLst>
          </p:cNvPr>
          <p:cNvSpPr/>
          <p:nvPr/>
        </p:nvSpPr>
        <p:spPr>
          <a:xfrm>
            <a:off x="8232362" y="3730528"/>
            <a:ext cx="103594" cy="128935"/>
          </a:xfrm>
          <a:custGeom>
            <a:avLst/>
            <a:gdLst>
              <a:gd name="connsiteX0" fmla="*/ 1345 w 103594"/>
              <a:gd name="connsiteY0" fmla="*/ 111475 h 128935"/>
              <a:gd name="connsiteX1" fmla="*/ 1345 w 103594"/>
              <a:gd name="connsiteY1" fmla="*/ 111475 h 128935"/>
              <a:gd name="connsiteX2" fmla="*/ 1345 w 103594"/>
              <a:gd name="connsiteY2" fmla="*/ 107446 h 128935"/>
              <a:gd name="connsiteX3" fmla="*/ 4036 w 103594"/>
              <a:gd name="connsiteY3" fmla="*/ 104760 h 128935"/>
              <a:gd name="connsiteX4" fmla="*/ 4036 w 103594"/>
              <a:gd name="connsiteY4" fmla="*/ 99388 h 128935"/>
              <a:gd name="connsiteX5" fmla="*/ 5381 w 103594"/>
              <a:gd name="connsiteY5" fmla="*/ 92672 h 128935"/>
              <a:gd name="connsiteX6" fmla="*/ 5381 w 103594"/>
              <a:gd name="connsiteY6" fmla="*/ 85957 h 128935"/>
              <a:gd name="connsiteX7" fmla="*/ 6727 w 103594"/>
              <a:gd name="connsiteY7" fmla="*/ 84614 h 128935"/>
              <a:gd name="connsiteX8" fmla="*/ 6727 w 103594"/>
              <a:gd name="connsiteY8" fmla="*/ 79241 h 128935"/>
              <a:gd name="connsiteX9" fmla="*/ 8072 w 103594"/>
              <a:gd name="connsiteY9" fmla="*/ 72526 h 128935"/>
              <a:gd name="connsiteX10" fmla="*/ 8072 w 103594"/>
              <a:gd name="connsiteY10" fmla="*/ 68497 h 128935"/>
              <a:gd name="connsiteX11" fmla="*/ 10763 w 103594"/>
              <a:gd name="connsiteY11" fmla="*/ 48351 h 128935"/>
              <a:gd name="connsiteX12" fmla="*/ 9418 w 103594"/>
              <a:gd name="connsiteY12" fmla="*/ 44322 h 128935"/>
              <a:gd name="connsiteX13" fmla="*/ 10763 w 103594"/>
              <a:gd name="connsiteY13" fmla="*/ 37606 h 128935"/>
              <a:gd name="connsiteX14" fmla="*/ 10763 w 103594"/>
              <a:gd name="connsiteY14" fmla="*/ 34920 h 128935"/>
              <a:gd name="connsiteX15" fmla="*/ 10763 w 103594"/>
              <a:gd name="connsiteY15" fmla="*/ 30891 h 128935"/>
              <a:gd name="connsiteX16" fmla="*/ 10763 w 103594"/>
              <a:gd name="connsiteY16" fmla="*/ 26862 h 128935"/>
              <a:gd name="connsiteX17" fmla="*/ 13454 w 103594"/>
              <a:gd name="connsiteY17" fmla="*/ 26862 h 128935"/>
              <a:gd name="connsiteX18" fmla="*/ 14799 w 103594"/>
              <a:gd name="connsiteY18" fmla="*/ 24175 h 128935"/>
              <a:gd name="connsiteX19" fmla="*/ 17490 w 103594"/>
              <a:gd name="connsiteY19" fmla="*/ 21489 h 128935"/>
              <a:gd name="connsiteX20" fmla="*/ 20181 w 103594"/>
              <a:gd name="connsiteY20" fmla="*/ 21489 h 128935"/>
              <a:gd name="connsiteX21" fmla="*/ 28253 w 103594"/>
              <a:gd name="connsiteY21" fmla="*/ 25518 h 128935"/>
              <a:gd name="connsiteX22" fmla="*/ 33634 w 103594"/>
              <a:gd name="connsiteY22" fmla="*/ 29548 h 128935"/>
              <a:gd name="connsiteX23" fmla="*/ 36325 w 103594"/>
              <a:gd name="connsiteY23" fmla="*/ 29548 h 128935"/>
              <a:gd name="connsiteX24" fmla="*/ 39016 w 103594"/>
              <a:gd name="connsiteY24" fmla="*/ 32234 h 128935"/>
              <a:gd name="connsiteX25" fmla="*/ 90140 w 103594"/>
              <a:gd name="connsiteY25" fmla="*/ 0 h 128935"/>
              <a:gd name="connsiteX26" fmla="*/ 103594 w 103594"/>
              <a:gd name="connsiteY26" fmla="*/ 33577 h 128935"/>
              <a:gd name="connsiteX27" fmla="*/ 102249 w 103594"/>
              <a:gd name="connsiteY27" fmla="*/ 33577 h 128935"/>
              <a:gd name="connsiteX28" fmla="*/ 92831 w 103594"/>
              <a:gd name="connsiteY28" fmla="*/ 42978 h 128935"/>
              <a:gd name="connsiteX29" fmla="*/ 55161 w 103594"/>
              <a:gd name="connsiteY29" fmla="*/ 55066 h 128935"/>
              <a:gd name="connsiteX30" fmla="*/ 83414 w 103594"/>
              <a:gd name="connsiteY30" fmla="*/ 87300 h 128935"/>
              <a:gd name="connsiteX31" fmla="*/ 72650 w 103594"/>
              <a:gd name="connsiteY31" fmla="*/ 99388 h 128935"/>
              <a:gd name="connsiteX32" fmla="*/ 72650 w 103594"/>
              <a:gd name="connsiteY32" fmla="*/ 107446 h 128935"/>
              <a:gd name="connsiteX33" fmla="*/ 52470 w 103594"/>
              <a:gd name="connsiteY33" fmla="*/ 110132 h 128935"/>
              <a:gd name="connsiteX34" fmla="*/ 33634 w 103594"/>
              <a:gd name="connsiteY34" fmla="*/ 128935 h 128935"/>
              <a:gd name="connsiteX35" fmla="*/ 8072 w 103594"/>
              <a:gd name="connsiteY35" fmla="*/ 120877 h 128935"/>
              <a:gd name="connsiteX36" fmla="*/ 0 w 103594"/>
              <a:gd name="connsiteY36" fmla="*/ 122220 h 128935"/>
              <a:gd name="connsiteX37" fmla="*/ 0 w 103594"/>
              <a:gd name="connsiteY37" fmla="*/ 120877 h 128935"/>
              <a:gd name="connsiteX38" fmla="*/ 1345 w 103594"/>
              <a:gd name="connsiteY38" fmla="*/ 114162 h 12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03594" h="128935">
                <a:moveTo>
                  <a:pt x="1345" y="111475"/>
                </a:moveTo>
                <a:lnTo>
                  <a:pt x="1345" y="111475"/>
                </a:lnTo>
                <a:lnTo>
                  <a:pt x="1345" y="107446"/>
                </a:lnTo>
                <a:lnTo>
                  <a:pt x="4036" y="104760"/>
                </a:lnTo>
                <a:lnTo>
                  <a:pt x="4036" y="99388"/>
                </a:lnTo>
                <a:lnTo>
                  <a:pt x="5381" y="92672"/>
                </a:lnTo>
                <a:lnTo>
                  <a:pt x="5381" y="85957"/>
                </a:lnTo>
                <a:lnTo>
                  <a:pt x="6727" y="84614"/>
                </a:lnTo>
                <a:lnTo>
                  <a:pt x="6727" y="79241"/>
                </a:lnTo>
                <a:lnTo>
                  <a:pt x="8072" y="72526"/>
                </a:lnTo>
                <a:lnTo>
                  <a:pt x="8072" y="68497"/>
                </a:lnTo>
                <a:lnTo>
                  <a:pt x="10763" y="48351"/>
                </a:lnTo>
                <a:lnTo>
                  <a:pt x="9418" y="44322"/>
                </a:lnTo>
                <a:lnTo>
                  <a:pt x="10763" y="37606"/>
                </a:lnTo>
                <a:lnTo>
                  <a:pt x="10763" y="34920"/>
                </a:lnTo>
                <a:lnTo>
                  <a:pt x="10763" y="30891"/>
                </a:lnTo>
                <a:lnTo>
                  <a:pt x="10763" y="26862"/>
                </a:lnTo>
                <a:lnTo>
                  <a:pt x="13454" y="26862"/>
                </a:lnTo>
                <a:lnTo>
                  <a:pt x="14799" y="24175"/>
                </a:lnTo>
                <a:lnTo>
                  <a:pt x="17490" y="21489"/>
                </a:lnTo>
                <a:lnTo>
                  <a:pt x="20181" y="21489"/>
                </a:lnTo>
                <a:lnTo>
                  <a:pt x="28253" y="25518"/>
                </a:lnTo>
                <a:lnTo>
                  <a:pt x="33634" y="29548"/>
                </a:lnTo>
                <a:lnTo>
                  <a:pt x="36325" y="29548"/>
                </a:lnTo>
                <a:lnTo>
                  <a:pt x="39016" y="32234"/>
                </a:lnTo>
                <a:lnTo>
                  <a:pt x="90140" y="0"/>
                </a:lnTo>
                <a:lnTo>
                  <a:pt x="103594" y="33577"/>
                </a:lnTo>
                <a:lnTo>
                  <a:pt x="102249" y="33577"/>
                </a:lnTo>
                <a:lnTo>
                  <a:pt x="92831" y="42978"/>
                </a:lnTo>
                <a:lnTo>
                  <a:pt x="55161" y="55066"/>
                </a:lnTo>
                <a:lnTo>
                  <a:pt x="83414" y="87300"/>
                </a:lnTo>
                <a:lnTo>
                  <a:pt x="72650" y="99388"/>
                </a:lnTo>
                <a:lnTo>
                  <a:pt x="72650" y="107446"/>
                </a:lnTo>
                <a:lnTo>
                  <a:pt x="52470" y="110132"/>
                </a:lnTo>
                <a:lnTo>
                  <a:pt x="33634" y="128935"/>
                </a:lnTo>
                <a:lnTo>
                  <a:pt x="8072" y="120877"/>
                </a:lnTo>
                <a:lnTo>
                  <a:pt x="0" y="122220"/>
                </a:lnTo>
                <a:lnTo>
                  <a:pt x="0" y="120877"/>
                </a:lnTo>
                <a:lnTo>
                  <a:pt x="1345" y="11416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82" name="Freeform 681">
            <a:extLst>
              <a:ext uri="{FF2B5EF4-FFF2-40B4-BE49-F238E27FC236}">
                <a16:creationId xmlns:a16="http://schemas.microsoft.com/office/drawing/2014/main" id="{A389B884-F110-7E1F-0057-F22837FA493B}"/>
              </a:ext>
            </a:extLst>
          </p:cNvPr>
          <p:cNvSpPr/>
          <p:nvPr/>
        </p:nvSpPr>
        <p:spPr>
          <a:xfrm>
            <a:off x="8228326" y="3764105"/>
            <a:ext cx="540841" cy="455302"/>
          </a:xfrm>
          <a:custGeom>
            <a:avLst/>
            <a:gdLst>
              <a:gd name="connsiteX0" fmla="*/ 348452 w 540841"/>
              <a:gd name="connsiteY0" fmla="*/ 99388 h 455302"/>
              <a:gd name="connsiteX1" fmla="*/ 349798 w 540841"/>
              <a:gd name="connsiteY1" fmla="*/ 99388 h 455302"/>
              <a:gd name="connsiteX2" fmla="*/ 349798 w 540841"/>
              <a:gd name="connsiteY2" fmla="*/ 103417 h 455302"/>
              <a:gd name="connsiteX3" fmla="*/ 353834 w 540841"/>
              <a:gd name="connsiteY3" fmla="*/ 104760 h 455302"/>
              <a:gd name="connsiteX4" fmla="*/ 356525 w 540841"/>
              <a:gd name="connsiteY4" fmla="*/ 111475 h 455302"/>
              <a:gd name="connsiteX5" fmla="*/ 360561 w 540841"/>
              <a:gd name="connsiteY5" fmla="*/ 124906 h 455302"/>
              <a:gd name="connsiteX6" fmla="*/ 369979 w 540841"/>
              <a:gd name="connsiteY6" fmla="*/ 126249 h 455302"/>
              <a:gd name="connsiteX7" fmla="*/ 374015 w 540841"/>
              <a:gd name="connsiteY7" fmla="*/ 127592 h 455302"/>
              <a:gd name="connsiteX8" fmla="*/ 376705 w 540841"/>
              <a:gd name="connsiteY8" fmla="*/ 130278 h 455302"/>
              <a:gd name="connsiteX9" fmla="*/ 374015 w 540841"/>
              <a:gd name="connsiteY9" fmla="*/ 128935 h 455302"/>
              <a:gd name="connsiteX10" fmla="*/ 372669 w 540841"/>
              <a:gd name="connsiteY10" fmla="*/ 128935 h 455302"/>
              <a:gd name="connsiteX11" fmla="*/ 372669 w 540841"/>
              <a:gd name="connsiteY11" fmla="*/ 131622 h 455302"/>
              <a:gd name="connsiteX12" fmla="*/ 375360 w 540841"/>
              <a:gd name="connsiteY12" fmla="*/ 135651 h 455302"/>
              <a:gd name="connsiteX13" fmla="*/ 379396 w 540841"/>
              <a:gd name="connsiteY13" fmla="*/ 135651 h 455302"/>
              <a:gd name="connsiteX14" fmla="*/ 387468 w 540841"/>
              <a:gd name="connsiteY14" fmla="*/ 147738 h 455302"/>
              <a:gd name="connsiteX15" fmla="*/ 390159 w 540841"/>
              <a:gd name="connsiteY15" fmla="*/ 147738 h 455302"/>
              <a:gd name="connsiteX16" fmla="*/ 392850 w 540841"/>
              <a:gd name="connsiteY16" fmla="*/ 153111 h 455302"/>
              <a:gd name="connsiteX17" fmla="*/ 392850 w 540841"/>
              <a:gd name="connsiteY17" fmla="*/ 155797 h 455302"/>
              <a:gd name="connsiteX18" fmla="*/ 398232 w 540841"/>
              <a:gd name="connsiteY18" fmla="*/ 167885 h 455302"/>
              <a:gd name="connsiteX19" fmla="*/ 398232 w 540841"/>
              <a:gd name="connsiteY19" fmla="*/ 170571 h 455302"/>
              <a:gd name="connsiteX20" fmla="*/ 395541 w 540841"/>
              <a:gd name="connsiteY20" fmla="*/ 170571 h 455302"/>
              <a:gd name="connsiteX21" fmla="*/ 398232 w 540841"/>
              <a:gd name="connsiteY21" fmla="*/ 177286 h 455302"/>
              <a:gd name="connsiteX22" fmla="*/ 411685 w 540841"/>
              <a:gd name="connsiteY22" fmla="*/ 193403 h 455302"/>
              <a:gd name="connsiteX23" fmla="*/ 413030 w 540841"/>
              <a:gd name="connsiteY23" fmla="*/ 200118 h 455302"/>
              <a:gd name="connsiteX24" fmla="*/ 417067 w 540841"/>
              <a:gd name="connsiteY24" fmla="*/ 205491 h 455302"/>
              <a:gd name="connsiteX25" fmla="*/ 418412 w 540841"/>
              <a:gd name="connsiteY25" fmla="*/ 205491 h 455302"/>
              <a:gd name="connsiteX26" fmla="*/ 419757 w 540841"/>
              <a:gd name="connsiteY26" fmla="*/ 206834 h 455302"/>
              <a:gd name="connsiteX27" fmla="*/ 427830 w 540841"/>
              <a:gd name="connsiteY27" fmla="*/ 212206 h 455302"/>
              <a:gd name="connsiteX28" fmla="*/ 431866 w 540841"/>
              <a:gd name="connsiteY28" fmla="*/ 212206 h 455302"/>
              <a:gd name="connsiteX29" fmla="*/ 433211 w 540841"/>
              <a:gd name="connsiteY29" fmla="*/ 213549 h 455302"/>
              <a:gd name="connsiteX30" fmla="*/ 437247 w 540841"/>
              <a:gd name="connsiteY30" fmla="*/ 213549 h 455302"/>
              <a:gd name="connsiteX31" fmla="*/ 434556 w 540841"/>
              <a:gd name="connsiteY31" fmla="*/ 216235 h 455302"/>
              <a:gd name="connsiteX32" fmla="*/ 434556 w 540841"/>
              <a:gd name="connsiteY32" fmla="*/ 218922 h 455302"/>
              <a:gd name="connsiteX33" fmla="*/ 437247 w 540841"/>
              <a:gd name="connsiteY33" fmla="*/ 222951 h 455302"/>
              <a:gd name="connsiteX34" fmla="*/ 438593 w 540841"/>
              <a:gd name="connsiteY34" fmla="*/ 221608 h 455302"/>
              <a:gd name="connsiteX35" fmla="*/ 438593 w 540841"/>
              <a:gd name="connsiteY35" fmla="*/ 221608 h 455302"/>
              <a:gd name="connsiteX36" fmla="*/ 438593 w 540841"/>
              <a:gd name="connsiteY36" fmla="*/ 231009 h 455302"/>
              <a:gd name="connsiteX37" fmla="*/ 443974 w 540841"/>
              <a:gd name="connsiteY37" fmla="*/ 237725 h 455302"/>
              <a:gd name="connsiteX38" fmla="*/ 450701 w 540841"/>
              <a:gd name="connsiteY38" fmla="*/ 257871 h 455302"/>
              <a:gd name="connsiteX39" fmla="*/ 526042 w 540841"/>
              <a:gd name="connsiteY39" fmla="*/ 269959 h 455302"/>
              <a:gd name="connsiteX40" fmla="*/ 535460 w 540841"/>
              <a:gd name="connsiteY40" fmla="*/ 261900 h 455302"/>
              <a:gd name="connsiteX41" fmla="*/ 535460 w 540841"/>
              <a:gd name="connsiteY41" fmla="*/ 261900 h 455302"/>
              <a:gd name="connsiteX42" fmla="*/ 540841 w 540841"/>
              <a:gd name="connsiteY42" fmla="*/ 283389 h 455302"/>
              <a:gd name="connsiteX43" fmla="*/ 536805 w 540841"/>
              <a:gd name="connsiteY43" fmla="*/ 339799 h 455302"/>
              <a:gd name="connsiteX44" fmla="*/ 364597 w 540841"/>
              <a:gd name="connsiteY44" fmla="*/ 390835 h 455302"/>
              <a:gd name="connsiteX45" fmla="*/ 317509 w 540841"/>
              <a:gd name="connsiteY45" fmla="*/ 455303 h 455302"/>
              <a:gd name="connsiteX46" fmla="*/ 316164 w 540841"/>
              <a:gd name="connsiteY46" fmla="*/ 431128 h 455302"/>
              <a:gd name="connsiteX47" fmla="*/ 293292 w 540841"/>
              <a:gd name="connsiteY47" fmla="*/ 420383 h 455302"/>
              <a:gd name="connsiteX48" fmla="*/ 271766 w 540841"/>
              <a:gd name="connsiteY48" fmla="*/ 410982 h 455302"/>
              <a:gd name="connsiteX49" fmla="*/ 255622 w 540841"/>
              <a:gd name="connsiteY49" fmla="*/ 410982 h 455302"/>
              <a:gd name="connsiteX50" fmla="*/ 247549 w 540841"/>
              <a:gd name="connsiteY50" fmla="*/ 404266 h 455302"/>
              <a:gd name="connsiteX51" fmla="*/ 240822 w 540841"/>
              <a:gd name="connsiteY51" fmla="*/ 406952 h 455302"/>
              <a:gd name="connsiteX52" fmla="*/ 236786 w 540841"/>
              <a:gd name="connsiteY52" fmla="*/ 419040 h 455302"/>
              <a:gd name="connsiteX53" fmla="*/ 242168 w 540841"/>
              <a:gd name="connsiteY53" fmla="*/ 428441 h 455302"/>
              <a:gd name="connsiteX54" fmla="*/ 234095 w 540841"/>
              <a:gd name="connsiteY54" fmla="*/ 432471 h 455302"/>
              <a:gd name="connsiteX55" fmla="*/ 231405 w 540841"/>
              <a:gd name="connsiteY55" fmla="*/ 437843 h 455302"/>
              <a:gd name="connsiteX56" fmla="*/ 227369 w 540841"/>
              <a:gd name="connsiteY56" fmla="*/ 436500 h 455302"/>
              <a:gd name="connsiteX57" fmla="*/ 223333 w 540841"/>
              <a:gd name="connsiteY57" fmla="*/ 435157 h 455302"/>
              <a:gd name="connsiteX58" fmla="*/ 219296 w 540841"/>
              <a:gd name="connsiteY58" fmla="*/ 423069 h 455302"/>
              <a:gd name="connsiteX59" fmla="*/ 209879 w 540841"/>
              <a:gd name="connsiteY59" fmla="*/ 420383 h 455302"/>
              <a:gd name="connsiteX60" fmla="*/ 208533 w 540841"/>
              <a:gd name="connsiteY60" fmla="*/ 408295 h 455302"/>
              <a:gd name="connsiteX61" fmla="*/ 205842 w 540841"/>
              <a:gd name="connsiteY61" fmla="*/ 408295 h 455302"/>
              <a:gd name="connsiteX62" fmla="*/ 185662 w 540841"/>
              <a:gd name="connsiteY62" fmla="*/ 389492 h 455302"/>
              <a:gd name="connsiteX63" fmla="*/ 185662 w 540841"/>
              <a:gd name="connsiteY63" fmla="*/ 382777 h 455302"/>
              <a:gd name="connsiteX64" fmla="*/ 180280 w 540841"/>
              <a:gd name="connsiteY64" fmla="*/ 378748 h 455302"/>
              <a:gd name="connsiteX65" fmla="*/ 173554 w 540841"/>
              <a:gd name="connsiteY65" fmla="*/ 357259 h 455302"/>
              <a:gd name="connsiteX66" fmla="*/ 170863 w 540841"/>
              <a:gd name="connsiteY66" fmla="*/ 355915 h 455302"/>
              <a:gd name="connsiteX67" fmla="*/ 172208 w 540841"/>
              <a:gd name="connsiteY67" fmla="*/ 351886 h 455302"/>
              <a:gd name="connsiteX68" fmla="*/ 165481 w 540841"/>
              <a:gd name="connsiteY68" fmla="*/ 350543 h 455302"/>
              <a:gd name="connsiteX69" fmla="*/ 165481 w 540841"/>
              <a:gd name="connsiteY69" fmla="*/ 346514 h 455302"/>
              <a:gd name="connsiteX70" fmla="*/ 157409 w 540841"/>
              <a:gd name="connsiteY70" fmla="*/ 339799 h 455302"/>
              <a:gd name="connsiteX71" fmla="*/ 154718 w 540841"/>
              <a:gd name="connsiteY71" fmla="*/ 339799 h 455302"/>
              <a:gd name="connsiteX72" fmla="*/ 150682 w 540841"/>
              <a:gd name="connsiteY72" fmla="*/ 334426 h 455302"/>
              <a:gd name="connsiteX73" fmla="*/ 145301 w 540841"/>
              <a:gd name="connsiteY73" fmla="*/ 334426 h 455302"/>
              <a:gd name="connsiteX74" fmla="*/ 141265 w 540841"/>
              <a:gd name="connsiteY74" fmla="*/ 333083 h 455302"/>
              <a:gd name="connsiteX75" fmla="*/ 127811 w 540841"/>
              <a:gd name="connsiteY75" fmla="*/ 318309 h 455302"/>
              <a:gd name="connsiteX76" fmla="*/ 127811 w 540841"/>
              <a:gd name="connsiteY76" fmla="*/ 315623 h 455302"/>
              <a:gd name="connsiteX77" fmla="*/ 122429 w 540841"/>
              <a:gd name="connsiteY77" fmla="*/ 310251 h 455302"/>
              <a:gd name="connsiteX78" fmla="*/ 121084 w 540841"/>
              <a:gd name="connsiteY78" fmla="*/ 300849 h 455302"/>
              <a:gd name="connsiteX79" fmla="*/ 119738 w 540841"/>
              <a:gd name="connsiteY79" fmla="*/ 291448 h 455302"/>
              <a:gd name="connsiteX80" fmla="*/ 117048 w 540841"/>
              <a:gd name="connsiteY80" fmla="*/ 287418 h 455302"/>
              <a:gd name="connsiteX81" fmla="*/ 119738 w 540841"/>
              <a:gd name="connsiteY81" fmla="*/ 286075 h 455302"/>
              <a:gd name="connsiteX82" fmla="*/ 121084 w 540841"/>
              <a:gd name="connsiteY82" fmla="*/ 276674 h 455302"/>
              <a:gd name="connsiteX83" fmla="*/ 119738 w 540841"/>
              <a:gd name="connsiteY83" fmla="*/ 273988 h 455302"/>
              <a:gd name="connsiteX84" fmla="*/ 118393 w 540841"/>
              <a:gd name="connsiteY84" fmla="*/ 265929 h 455302"/>
              <a:gd name="connsiteX85" fmla="*/ 113012 w 540841"/>
              <a:gd name="connsiteY85" fmla="*/ 260557 h 455302"/>
              <a:gd name="connsiteX86" fmla="*/ 110321 w 540841"/>
              <a:gd name="connsiteY86" fmla="*/ 252499 h 455302"/>
              <a:gd name="connsiteX87" fmla="*/ 107630 w 540841"/>
              <a:gd name="connsiteY87" fmla="*/ 249812 h 455302"/>
              <a:gd name="connsiteX88" fmla="*/ 107630 w 540841"/>
              <a:gd name="connsiteY88" fmla="*/ 243097 h 455302"/>
              <a:gd name="connsiteX89" fmla="*/ 104939 w 540841"/>
              <a:gd name="connsiteY89" fmla="*/ 243097 h 455302"/>
              <a:gd name="connsiteX90" fmla="*/ 103594 w 540841"/>
              <a:gd name="connsiteY90" fmla="*/ 237725 h 455302"/>
              <a:gd name="connsiteX91" fmla="*/ 96867 w 540841"/>
              <a:gd name="connsiteY91" fmla="*/ 231009 h 455302"/>
              <a:gd name="connsiteX92" fmla="*/ 88795 w 540841"/>
              <a:gd name="connsiteY92" fmla="*/ 226980 h 455302"/>
              <a:gd name="connsiteX93" fmla="*/ 83413 w 540841"/>
              <a:gd name="connsiteY93" fmla="*/ 222951 h 455302"/>
              <a:gd name="connsiteX94" fmla="*/ 79377 w 540841"/>
              <a:gd name="connsiteY94" fmla="*/ 226980 h 455302"/>
              <a:gd name="connsiteX95" fmla="*/ 75341 w 540841"/>
              <a:gd name="connsiteY95" fmla="*/ 224294 h 455302"/>
              <a:gd name="connsiteX96" fmla="*/ 75341 w 540841"/>
              <a:gd name="connsiteY96" fmla="*/ 220265 h 455302"/>
              <a:gd name="connsiteX97" fmla="*/ 69959 w 540841"/>
              <a:gd name="connsiteY97" fmla="*/ 216235 h 455302"/>
              <a:gd name="connsiteX98" fmla="*/ 69959 w 540841"/>
              <a:gd name="connsiteY98" fmla="*/ 212206 h 455302"/>
              <a:gd name="connsiteX99" fmla="*/ 71305 w 540841"/>
              <a:gd name="connsiteY99" fmla="*/ 209520 h 455302"/>
              <a:gd name="connsiteX100" fmla="*/ 69959 w 540841"/>
              <a:gd name="connsiteY100" fmla="*/ 201462 h 455302"/>
              <a:gd name="connsiteX101" fmla="*/ 65923 w 540841"/>
              <a:gd name="connsiteY101" fmla="*/ 198775 h 455302"/>
              <a:gd name="connsiteX102" fmla="*/ 61887 w 540841"/>
              <a:gd name="connsiteY102" fmla="*/ 186688 h 455302"/>
              <a:gd name="connsiteX103" fmla="*/ 55161 w 540841"/>
              <a:gd name="connsiteY103" fmla="*/ 184002 h 455302"/>
              <a:gd name="connsiteX104" fmla="*/ 52470 w 540841"/>
              <a:gd name="connsiteY104" fmla="*/ 179972 h 455302"/>
              <a:gd name="connsiteX105" fmla="*/ 52470 w 540841"/>
              <a:gd name="connsiteY105" fmla="*/ 173257 h 455302"/>
              <a:gd name="connsiteX106" fmla="*/ 47088 w 540841"/>
              <a:gd name="connsiteY106" fmla="*/ 173257 h 455302"/>
              <a:gd name="connsiteX107" fmla="*/ 45743 w 540841"/>
              <a:gd name="connsiteY107" fmla="*/ 167885 h 455302"/>
              <a:gd name="connsiteX108" fmla="*/ 45743 w 540841"/>
              <a:gd name="connsiteY108" fmla="*/ 163855 h 455302"/>
              <a:gd name="connsiteX109" fmla="*/ 37670 w 540841"/>
              <a:gd name="connsiteY109" fmla="*/ 151768 h 455302"/>
              <a:gd name="connsiteX110" fmla="*/ 34980 w 540841"/>
              <a:gd name="connsiteY110" fmla="*/ 151768 h 455302"/>
              <a:gd name="connsiteX111" fmla="*/ 29598 w 540841"/>
              <a:gd name="connsiteY111" fmla="*/ 146395 h 455302"/>
              <a:gd name="connsiteX112" fmla="*/ 28253 w 540841"/>
              <a:gd name="connsiteY112" fmla="*/ 141023 h 455302"/>
              <a:gd name="connsiteX113" fmla="*/ 25562 w 540841"/>
              <a:gd name="connsiteY113" fmla="*/ 139680 h 455302"/>
              <a:gd name="connsiteX114" fmla="*/ 25562 w 540841"/>
              <a:gd name="connsiteY114" fmla="*/ 134308 h 455302"/>
              <a:gd name="connsiteX115" fmla="*/ 13454 w 540841"/>
              <a:gd name="connsiteY115" fmla="*/ 120877 h 455302"/>
              <a:gd name="connsiteX116" fmla="*/ 14799 w 540841"/>
              <a:gd name="connsiteY116" fmla="*/ 120877 h 455302"/>
              <a:gd name="connsiteX117" fmla="*/ 9417 w 540841"/>
              <a:gd name="connsiteY117" fmla="*/ 116848 h 455302"/>
              <a:gd name="connsiteX118" fmla="*/ 5381 w 540841"/>
              <a:gd name="connsiteY118" fmla="*/ 119534 h 455302"/>
              <a:gd name="connsiteX119" fmla="*/ 5381 w 540841"/>
              <a:gd name="connsiteY119" fmla="*/ 116848 h 455302"/>
              <a:gd name="connsiteX120" fmla="*/ 1345 w 540841"/>
              <a:gd name="connsiteY120" fmla="*/ 119534 h 455302"/>
              <a:gd name="connsiteX121" fmla="*/ 0 w 540841"/>
              <a:gd name="connsiteY121" fmla="*/ 115505 h 455302"/>
              <a:gd name="connsiteX122" fmla="*/ 2691 w 540841"/>
              <a:gd name="connsiteY122" fmla="*/ 108789 h 455302"/>
              <a:gd name="connsiteX123" fmla="*/ 2691 w 540841"/>
              <a:gd name="connsiteY123" fmla="*/ 98045 h 455302"/>
              <a:gd name="connsiteX124" fmla="*/ 4036 w 540841"/>
              <a:gd name="connsiteY124" fmla="*/ 88643 h 455302"/>
              <a:gd name="connsiteX125" fmla="*/ 12108 w 540841"/>
              <a:gd name="connsiteY125" fmla="*/ 87300 h 455302"/>
              <a:gd name="connsiteX126" fmla="*/ 37670 w 540841"/>
              <a:gd name="connsiteY126" fmla="*/ 95359 h 455302"/>
              <a:gd name="connsiteX127" fmla="*/ 56506 w 540841"/>
              <a:gd name="connsiteY127" fmla="*/ 76555 h 455302"/>
              <a:gd name="connsiteX128" fmla="*/ 76686 w 540841"/>
              <a:gd name="connsiteY128" fmla="*/ 73869 h 455302"/>
              <a:gd name="connsiteX129" fmla="*/ 76686 w 540841"/>
              <a:gd name="connsiteY129" fmla="*/ 65811 h 455302"/>
              <a:gd name="connsiteX130" fmla="*/ 87449 w 540841"/>
              <a:gd name="connsiteY130" fmla="*/ 53723 h 455302"/>
              <a:gd name="connsiteX131" fmla="*/ 59196 w 540841"/>
              <a:gd name="connsiteY131" fmla="*/ 21489 h 455302"/>
              <a:gd name="connsiteX132" fmla="*/ 96867 w 540841"/>
              <a:gd name="connsiteY132" fmla="*/ 9401 h 455302"/>
              <a:gd name="connsiteX133" fmla="*/ 106285 w 540841"/>
              <a:gd name="connsiteY133" fmla="*/ 0 h 455302"/>
              <a:gd name="connsiteX134" fmla="*/ 131847 w 540841"/>
              <a:gd name="connsiteY134" fmla="*/ 2686 h 455302"/>
              <a:gd name="connsiteX135" fmla="*/ 252931 w 540841"/>
              <a:gd name="connsiteY135" fmla="*/ 87300 h 455302"/>
              <a:gd name="connsiteX136" fmla="*/ 305400 w 540841"/>
              <a:gd name="connsiteY136" fmla="*/ 88643 h 455302"/>
              <a:gd name="connsiteX137" fmla="*/ 328272 w 540841"/>
              <a:gd name="connsiteY137" fmla="*/ 95359 h 455302"/>
              <a:gd name="connsiteX138" fmla="*/ 330963 w 540841"/>
              <a:gd name="connsiteY138" fmla="*/ 104760 h 455302"/>
              <a:gd name="connsiteX139" fmla="*/ 345762 w 540841"/>
              <a:gd name="connsiteY139" fmla="*/ 98045 h 45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40841" h="455302">
                <a:moveTo>
                  <a:pt x="348452" y="99388"/>
                </a:moveTo>
                <a:lnTo>
                  <a:pt x="349798" y="99388"/>
                </a:lnTo>
                <a:lnTo>
                  <a:pt x="349798" y="103417"/>
                </a:lnTo>
                <a:lnTo>
                  <a:pt x="353834" y="104760"/>
                </a:lnTo>
                <a:lnTo>
                  <a:pt x="356525" y="111475"/>
                </a:lnTo>
                <a:lnTo>
                  <a:pt x="360561" y="124906"/>
                </a:lnTo>
                <a:lnTo>
                  <a:pt x="369979" y="126249"/>
                </a:lnTo>
                <a:lnTo>
                  <a:pt x="374015" y="127592"/>
                </a:lnTo>
                <a:lnTo>
                  <a:pt x="376705" y="130278"/>
                </a:lnTo>
                <a:lnTo>
                  <a:pt x="374015" y="128935"/>
                </a:lnTo>
                <a:lnTo>
                  <a:pt x="372669" y="128935"/>
                </a:lnTo>
                <a:lnTo>
                  <a:pt x="372669" y="131622"/>
                </a:lnTo>
                <a:lnTo>
                  <a:pt x="375360" y="135651"/>
                </a:lnTo>
                <a:lnTo>
                  <a:pt x="379396" y="135651"/>
                </a:lnTo>
                <a:lnTo>
                  <a:pt x="387468" y="147738"/>
                </a:lnTo>
                <a:lnTo>
                  <a:pt x="390159" y="147738"/>
                </a:lnTo>
                <a:lnTo>
                  <a:pt x="392850" y="153111"/>
                </a:lnTo>
                <a:lnTo>
                  <a:pt x="392850" y="155797"/>
                </a:lnTo>
                <a:lnTo>
                  <a:pt x="398232" y="167885"/>
                </a:lnTo>
                <a:lnTo>
                  <a:pt x="398232" y="170571"/>
                </a:lnTo>
                <a:lnTo>
                  <a:pt x="395541" y="170571"/>
                </a:lnTo>
                <a:lnTo>
                  <a:pt x="398232" y="177286"/>
                </a:lnTo>
                <a:lnTo>
                  <a:pt x="411685" y="193403"/>
                </a:lnTo>
                <a:lnTo>
                  <a:pt x="413030" y="200118"/>
                </a:lnTo>
                <a:lnTo>
                  <a:pt x="417067" y="205491"/>
                </a:lnTo>
                <a:lnTo>
                  <a:pt x="418412" y="205491"/>
                </a:lnTo>
                <a:lnTo>
                  <a:pt x="419757" y="206834"/>
                </a:lnTo>
                <a:lnTo>
                  <a:pt x="427830" y="212206"/>
                </a:lnTo>
                <a:lnTo>
                  <a:pt x="431866" y="212206"/>
                </a:lnTo>
                <a:lnTo>
                  <a:pt x="433211" y="213549"/>
                </a:lnTo>
                <a:lnTo>
                  <a:pt x="437247" y="213549"/>
                </a:lnTo>
                <a:lnTo>
                  <a:pt x="434556" y="216235"/>
                </a:lnTo>
                <a:lnTo>
                  <a:pt x="434556" y="218922"/>
                </a:lnTo>
                <a:lnTo>
                  <a:pt x="437247" y="222951"/>
                </a:lnTo>
                <a:lnTo>
                  <a:pt x="438593" y="221608"/>
                </a:lnTo>
                <a:lnTo>
                  <a:pt x="438593" y="221608"/>
                </a:lnTo>
                <a:lnTo>
                  <a:pt x="438593" y="231009"/>
                </a:lnTo>
                <a:lnTo>
                  <a:pt x="443974" y="237725"/>
                </a:lnTo>
                <a:lnTo>
                  <a:pt x="450701" y="257871"/>
                </a:lnTo>
                <a:lnTo>
                  <a:pt x="526042" y="269959"/>
                </a:lnTo>
                <a:lnTo>
                  <a:pt x="535460" y="261900"/>
                </a:lnTo>
                <a:lnTo>
                  <a:pt x="535460" y="261900"/>
                </a:lnTo>
                <a:lnTo>
                  <a:pt x="540841" y="283389"/>
                </a:lnTo>
                <a:lnTo>
                  <a:pt x="536805" y="339799"/>
                </a:lnTo>
                <a:lnTo>
                  <a:pt x="364597" y="390835"/>
                </a:lnTo>
                <a:lnTo>
                  <a:pt x="317509" y="455303"/>
                </a:lnTo>
                <a:lnTo>
                  <a:pt x="316164" y="431128"/>
                </a:lnTo>
                <a:lnTo>
                  <a:pt x="293292" y="420383"/>
                </a:lnTo>
                <a:lnTo>
                  <a:pt x="271766" y="410982"/>
                </a:lnTo>
                <a:lnTo>
                  <a:pt x="255622" y="410982"/>
                </a:lnTo>
                <a:lnTo>
                  <a:pt x="247549" y="404266"/>
                </a:lnTo>
                <a:lnTo>
                  <a:pt x="240822" y="406952"/>
                </a:lnTo>
                <a:lnTo>
                  <a:pt x="236786" y="419040"/>
                </a:lnTo>
                <a:lnTo>
                  <a:pt x="242168" y="428441"/>
                </a:lnTo>
                <a:lnTo>
                  <a:pt x="234095" y="432471"/>
                </a:lnTo>
                <a:lnTo>
                  <a:pt x="231405" y="437843"/>
                </a:lnTo>
                <a:lnTo>
                  <a:pt x="227369" y="436500"/>
                </a:lnTo>
                <a:lnTo>
                  <a:pt x="223333" y="435157"/>
                </a:lnTo>
                <a:lnTo>
                  <a:pt x="219296" y="423069"/>
                </a:lnTo>
                <a:lnTo>
                  <a:pt x="209879" y="420383"/>
                </a:lnTo>
                <a:lnTo>
                  <a:pt x="208533" y="408295"/>
                </a:lnTo>
                <a:lnTo>
                  <a:pt x="205842" y="408295"/>
                </a:lnTo>
                <a:lnTo>
                  <a:pt x="185662" y="389492"/>
                </a:lnTo>
                <a:lnTo>
                  <a:pt x="185662" y="382777"/>
                </a:lnTo>
                <a:lnTo>
                  <a:pt x="180280" y="378748"/>
                </a:lnTo>
                <a:lnTo>
                  <a:pt x="173554" y="357259"/>
                </a:lnTo>
                <a:lnTo>
                  <a:pt x="170863" y="355915"/>
                </a:lnTo>
                <a:lnTo>
                  <a:pt x="172208" y="351886"/>
                </a:lnTo>
                <a:lnTo>
                  <a:pt x="165481" y="350543"/>
                </a:lnTo>
                <a:lnTo>
                  <a:pt x="165481" y="346514"/>
                </a:lnTo>
                <a:lnTo>
                  <a:pt x="157409" y="339799"/>
                </a:lnTo>
                <a:lnTo>
                  <a:pt x="154718" y="339799"/>
                </a:lnTo>
                <a:lnTo>
                  <a:pt x="150682" y="334426"/>
                </a:lnTo>
                <a:lnTo>
                  <a:pt x="145301" y="334426"/>
                </a:lnTo>
                <a:lnTo>
                  <a:pt x="141265" y="333083"/>
                </a:lnTo>
                <a:lnTo>
                  <a:pt x="127811" y="318309"/>
                </a:lnTo>
                <a:lnTo>
                  <a:pt x="127811" y="315623"/>
                </a:lnTo>
                <a:lnTo>
                  <a:pt x="122429" y="310251"/>
                </a:lnTo>
                <a:lnTo>
                  <a:pt x="121084" y="300849"/>
                </a:lnTo>
                <a:lnTo>
                  <a:pt x="119738" y="291448"/>
                </a:lnTo>
                <a:lnTo>
                  <a:pt x="117048" y="287418"/>
                </a:lnTo>
                <a:lnTo>
                  <a:pt x="119738" y="286075"/>
                </a:lnTo>
                <a:lnTo>
                  <a:pt x="121084" y="276674"/>
                </a:lnTo>
                <a:lnTo>
                  <a:pt x="119738" y="273988"/>
                </a:lnTo>
                <a:lnTo>
                  <a:pt x="118393" y="265929"/>
                </a:lnTo>
                <a:lnTo>
                  <a:pt x="113012" y="260557"/>
                </a:lnTo>
                <a:lnTo>
                  <a:pt x="110321" y="252499"/>
                </a:lnTo>
                <a:lnTo>
                  <a:pt x="107630" y="249812"/>
                </a:lnTo>
                <a:lnTo>
                  <a:pt x="107630" y="243097"/>
                </a:lnTo>
                <a:lnTo>
                  <a:pt x="104939" y="243097"/>
                </a:lnTo>
                <a:lnTo>
                  <a:pt x="103594" y="237725"/>
                </a:lnTo>
                <a:lnTo>
                  <a:pt x="96867" y="231009"/>
                </a:lnTo>
                <a:lnTo>
                  <a:pt x="88795" y="226980"/>
                </a:lnTo>
                <a:lnTo>
                  <a:pt x="83413" y="222951"/>
                </a:lnTo>
                <a:lnTo>
                  <a:pt x="79377" y="226980"/>
                </a:lnTo>
                <a:lnTo>
                  <a:pt x="75341" y="224294"/>
                </a:lnTo>
                <a:lnTo>
                  <a:pt x="75341" y="220265"/>
                </a:lnTo>
                <a:lnTo>
                  <a:pt x="69959" y="216235"/>
                </a:lnTo>
                <a:lnTo>
                  <a:pt x="69959" y="212206"/>
                </a:lnTo>
                <a:lnTo>
                  <a:pt x="71305" y="209520"/>
                </a:lnTo>
                <a:lnTo>
                  <a:pt x="69959" y="201462"/>
                </a:lnTo>
                <a:lnTo>
                  <a:pt x="65923" y="198775"/>
                </a:lnTo>
                <a:lnTo>
                  <a:pt x="61887" y="186688"/>
                </a:lnTo>
                <a:lnTo>
                  <a:pt x="55161" y="184002"/>
                </a:lnTo>
                <a:lnTo>
                  <a:pt x="52470" y="179972"/>
                </a:lnTo>
                <a:lnTo>
                  <a:pt x="52470" y="173257"/>
                </a:lnTo>
                <a:lnTo>
                  <a:pt x="47088" y="173257"/>
                </a:lnTo>
                <a:lnTo>
                  <a:pt x="45743" y="167885"/>
                </a:lnTo>
                <a:lnTo>
                  <a:pt x="45743" y="163855"/>
                </a:lnTo>
                <a:lnTo>
                  <a:pt x="37670" y="151768"/>
                </a:lnTo>
                <a:lnTo>
                  <a:pt x="34980" y="151768"/>
                </a:lnTo>
                <a:lnTo>
                  <a:pt x="29598" y="146395"/>
                </a:lnTo>
                <a:lnTo>
                  <a:pt x="28253" y="141023"/>
                </a:lnTo>
                <a:lnTo>
                  <a:pt x="25562" y="139680"/>
                </a:lnTo>
                <a:lnTo>
                  <a:pt x="25562" y="134308"/>
                </a:lnTo>
                <a:lnTo>
                  <a:pt x="13454" y="120877"/>
                </a:lnTo>
                <a:lnTo>
                  <a:pt x="14799" y="120877"/>
                </a:lnTo>
                <a:lnTo>
                  <a:pt x="9417" y="116848"/>
                </a:lnTo>
                <a:lnTo>
                  <a:pt x="5381" y="119534"/>
                </a:lnTo>
                <a:lnTo>
                  <a:pt x="5381" y="116848"/>
                </a:lnTo>
                <a:lnTo>
                  <a:pt x="1345" y="119534"/>
                </a:lnTo>
                <a:lnTo>
                  <a:pt x="0" y="115505"/>
                </a:lnTo>
                <a:lnTo>
                  <a:pt x="2691" y="108789"/>
                </a:lnTo>
                <a:lnTo>
                  <a:pt x="2691" y="98045"/>
                </a:lnTo>
                <a:lnTo>
                  <a:pt x="4036" y="88643"/>
                </a:lnTo>
                <a:lnTo>
                  <a:pt x="12108" y="87300"/>
                </a:lnTo>
                <a:lnTo>
                  <a:pt x="37670" y="95359"/>
                </a:lnTo>
                <a:lnTo>
                  <a:pt x="56506" y="76555"/>
                </a:lnTo>
                <a:lnTo>
                  <a:pt x="76686" y="73869"/>
                </a:lnTo>
                <a:lnTo>
                  <a:pt x="76686" y="65811"/>
                </a:lnTo>
                <a:lnTo>
                  <a:pt x="87449" y="53723"/>
                </a:lnTo>
                <a:lnTo>
                  <a:pt x="59196" y="21489"/>
                </a:lnTo>
                <a:lnTo>
                  <a:pt x="96867" y="9401"/>
                </a:lnTo>
                <a:lnTo>
                  <a:pt x="106285" y="0"/>
                </a:lnTo>
                <a:lnTo>
                  <a:pt x="131847" y="2686"/>
                </a:lnTo>
                <a:lnTo>
                  <a:pt x="252931" y="87300"/>
                </a:lnTo>
                <a:lnTo>
                  <a:pt x="305400" y="88643"/>
                </a:lnTo>
                <a:lnTo>
                  <a:pt x="328272" y="95359"/>
                </a:lnTo>
                <a:lnTo>
                  <a:pt x="330963" y="104760"/>
                </a:lnTo>
                <a:lnTo>
                  <a:pt x="345762" y="9804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83" name="Freeform 682">
            <a:extLst>
              <a:ext uri="{FF2B5EF4-FFF2-40B4-BE49-F238E27FC236}">
                <a16:creationId xmlns:a16="http://schemas.microsoft.com/office/drawing/2014/main" id="{86A5B2C2-D422-DE3B-C138-9313B974B230}"/>
              </a:ext>
            </a:extLst>
          </p:cNvPr>
          <p:cNvSpPr/>
          <p:nvPr/>
        </p:nvSpPr>
        <p:spPr>
          <a:xfrm>
            <a:off x="8645392" y="3931990"/>
            <a:ext cx="20180" cy="44321"/>
          </a:xfrm>
          <a:custGeom>
            <a:avLst/>
            <a:gdLst>
              <a:gd name="connsiteX0" fmla="*/ 14799 w 20180"/>
              <a:gd name="connsiteY0" fmla="*/ 44322 h 44321"/>
              <a:gd name="connsiteX1" fmla="*/ 10763 w 20180"/>
              <a:gd name="connsiteY1" fmla="*/ 44322 h 44321"/>
              <a:gd name="connsiteX2" fmla="*/ 2691 w 20180"/>
              <a:gd name="connsiteY2" fmla="*/ 38949 h 44321"/>
              <a:gd name="connsiteX3" fmla="*/ 1345 w 20180"/>
              <a:gd name="connsiteY3" fmla="*/ 37606 h 44321"/>
              <a:gd name="connsiteX4" fmla="*/ 2691 w 20180"/>
              <a:gd name="connsiteY4" fmla="*/ 36263 h 44321"/>
              <a:gd name="connsiteX5" fmla="*/ 2691 w 20180"/>
              <a:gd name="connsiteY5" fmla="*/ 30891 h 44321"/>
              <a:gd name="connsiteX6" fmla="*/ 1345 w 20180"/>
              <a:gd name="connsiteY6" fmla="*/ 28205 h 44321"/>
              <a:gd name="connsiteX7" fmla="*/ 0 w 20180"/>
              <a:gd name="connsiteY7" fmla="*/ 25518 h 44321"/>
              <a:gd name="connsiteX8" fmla="*/ 0 w 20180"/>
              <a:gd name="connsiteY8" fmla="*/ 17460 h 44321"/>
              <a:gd name="connsiteX9" fmla="*/ 2691 w 20180"/>
              <a:gd name="connsiteY9" fmla="*/ 17460 h 44321"/>
              <a:gd name="connsiteX10" fmla="*/ 4036 w 20180"/>
              <a:gd name="connsiteY10" fmla="*/ 18803 h 44321"/>
              <a:gd name="connsiteX11" fmla="*/ 2691 w 20180"/>
              <a:gd name="connsiteY11" fmla="*/ 10745 h 44321"/>
              <a:gd name="connsiteX12" fmla="*/ 4036 w 20180"/>
              <a:gd name="connsiteY12" fmla="*/ 10745 h 44321"/>
              <a:gd name="connsiteX13" fmla="*/ 2691 w 20180"/>
              <a:gd name="connsiteY13" fmla="*/ 6715 h 44321"/>
              <a:gd name="connsiteX14" fmla="*/ 4036 w 20180"/>
              <a:gd name="connsiteY14" fmla="*/ 5372 h 44321"/>
              <a:gd name="connsiteX15" fmla="*/ 4036 w 20180"/>
              <a:gd name="connsiteY15" fmla="*/ 2686 h 44321"/>
              <a:gd name="connsiteX16" fmla="*/ 6727 w 20180"/>
              <a:gd name="connsiteY16" fmla="*/ 2686 h 44321"/>
              <a:gd name="connsiteX17" fmla="*/ 6727 w 20180"/>
              <a:gd name="connsiteY17" fmla="*/ 0 h 44321"/>
              <a:gd name="connsiteX18" fmla="*/ 9417 w 20180"/>
              <a:gd name="connsiteY18" fmla="*/ 0 h 44321"/>
              <a:gd name="connsiteX19" fmla="*/ 13454 w 20180"/>
              <a:gd name="connsiteY19" fmla="*/ 4029 h 44321"/>
              <a:gd name="connsiteX20" fmla="*/ 14799 w 20180"/>
              <a:gd name="connsiteY20" fmla="*/ 6715 h 44321"/>
              <a:gd name="connsiteX21" fmla="*/ 16144 w 20180"/>
              <a:gd name="connsiteY21" fmla="*/ 6715 h 44321"/>
              <a:gd name="connsiteX22" fmla="*/ 17490 w 20180"/>
              <a:gd name="connsiteY22" fmla="*/ 8059 h 44321"/>
              <a:gd name="connsiteX23" fmla="*/ 16144 w 20180"/>
              <a:gd name="connsiteY23" fmla="*/ 16117 h 44321"/>
              <a:gd name="connsiteX24" fmla="*/ 14799 w 20180"/>
              <a:gd name="connsiteY24" fmla="*/ 16117 h 44321"/>
              <a:gd name="connsiteX25" fmla="*/ 14799 w 20180"/>
              <a:gd name="connsiteY25" fmla="*/ 25518 h 44321"/>
              <a:gd name="connsiteX26" fmla="*/ 17490 w 20180"/>
              <a:gd name="connsiteY26" fmla="*/ 25518 h 44321"/>
              <a:gd name="connsiteX27" fmla="*/ 20181 w 20180"/>
              <a:gd name="connsiteY27" fmla="*/ 30891 h 44321"/>
              <a:gd name="connsiteX28" fmla="*/ 17490 w 20180"/>
              <a:gd name="connsiteY28" fmla="*/ 42978 h 44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0180" h="44321">
                <a:moveTo>
                  <a:pt x="14799" y="44322"/>
                </a:moveTo>
                <a:lnTo>
                  <a:pt x="10763" y="44322"/>
                </a:lnTo>
                <a:lnTo>
                  <a:pt x="2691" y="38949"/>
                </a:lnTo>
                <a:lnTo>
                  <a:pt x="1345" y="37606"/>
                </a:lnTo>
                <a:lnTo>
                  <a:pt x="2691" y="36263"/>
                </a:lnTo>
                <a:lnTo>
                  <a:pt x="2691" y="30891"/>
                </a:lnTo>
                <a:lnTo>
                  <a:pt x="1345" y="28205"/>
                </a:lnTo>
                <a:lnTo>
                  <a:pt x="0" y="25518"/>
                </a:lnTo>
                <a:lnTo>
                  <a:pt x="0" y="17460"/>
                </a:lnTo>
                <a:lnTo>
                  <a:pt x="2691" y="17460"/>
                </a:lnTo>
                <a:lnTo>
                  <a:pt x="4036" y="18803"/>
                </a:lnTo>
                <a:lnTo>
                  <a:pt x="2691" y="10745"/>
                </a:lnTo>
                <a:lnTo>
                  <a:pt x="4036" y="10745"/>
                </a:lnTo>
                <a:lnTo>
                  <a:pt x="2691" y="6715"/>
                </a:lnTo>
                <a:lnTo>
                  <a:pt x="4036" y="5372"/>
                </a:lnTo>
                <a:lnTo>
                  <a:pt x="4036" y="2686"/>
                </a:lnTo>
                <a:lnTo>
                  <a:pt x="6727" y="2686"/>
                </a:lnTo>
                <a:lnTo>
                  <a:pt x="6727" y="0"/>
                </a:lnTo>
                <a:lnTo>
                  <a:pt x="9417" y="0"/>
                </a:lnTo>
                <a:lnTo>
                  <a:pt x="13454" y="4029"/>
                </a:lnTo>
                <a:lnTo>
                  <a:pt x="14799" y="6715"/>
                </a:lnTo>
                <a:lnTo>
                  <a:pt x="16144" y="6715"/>
                </a:lnTo>
                <a:lnTo>
                  <a:pt x="17490" y="8059"/>
                </a:lnTo>
                <a:lnTo>
                  <a:pt x="16144" y="16117"/>
                </a:lnTo>
                <a:lnTo>
                  <a:pt x="14799" y="16117"/>
                </a:lnTo>
                <a:lnTo>
                  <a:pt x="14799" y="25518"/>
                </a:lnTo>
                <a:lnTo>
                  <a:pt x="17490" y="25518"/>
                </a:lnTo>
                <a:lnTo>
                  <a:pt x="20181" y="30891"/>
                </a:lnTo>
                <a:lnTo>
                  <a:pt x="17490" y="4297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84" name="Freeform 683">
            <a:extLst>
              <a:ext uri="{FF2B5EF4-FFF2-40B4-BE49-F238E27FC236}">
                <a16:creationId xmlns:a16="http://schemas.microsoft.com/office/drawing/2014/main" id="{9006E94F-0323-2893-B5A2-CCD232FB8491}"/>
              </a:ext>
            </a:extLst>
          </p:cNvPr>
          <p:cNvSpPr/>
          <p:nvPr/>
        </p:nvSpPr>
        <p:spPr>
          <a:xfrm>
            <a:off x="8666918" y="3936019"/>
            <a:ext cx="123774" cy="98044"/>
          </a:xfrm>
          <a:custGeom>
            <a:avLst/>
            <a:gdLst>
              <a:gd name="connsiteX0" fmla="*/ 2691 w 123774"/>
              <a:gd name="connsiteY0" fmla="*/ 51037 h 98044"/>
              <a:gd name="connsiteX1" fmla="*/ 4036 w 123774"/>
              <a:gd name="connsiteY1" fmla="*/ 48351 h 98044"/>
              <a:gd name="connsiteX2" fmla="*/ 5381 w 123774"/>
              <a:gd name="connsiteY2" fmla="*/ 60438 h 98044"/>
              <a:gd name="connsiteX3" fmla="*/ 9417 w 123774"/>
              <a:gd name="connsiteY3" fmla="*/ 59095 h 98044"/>
              <a:gd name="connsiteX4" fmla="*/ 13454 w 123774"/>
              <a:gd name="connsiteY4" fmla="*/ 59095 h 98044"/>
              <a:gd name="connsiteX5" fmla="*/ 17490 w 123774"/>
              <a:gd name="connsiteY5" fmla="*/ 60438 h 98044"/>
              <a:gd name="connsiteX6" fmla="*/ 28253 w 123774"/>
              <a:gd name="connsiteY6" fmla="*/ 52380 h 98044"/>
              <a:gd name="connsiteX7" fmla="*/ 37670 w 123774"/>
              <a:gd name="connsiteY7" fmla="*/ 53723 h 98044"/>
              <a:gd name="connsiteX8" fmla="*/ 41706 w 123774"/>
              <a:gd name="connsiteY8" fmla="*/ 53723 h 98044"/>
              <a:gd name="connsiteX9" fmla="*/ 43052 w 123774"/>
              <a:gd name="connsiteY9" fmla="*/ 55066 h 98044"/>
              <a:gd name="connsiteX10" fmla="*/ 48433 w 123774"/>
              <a:gd name="connsiteY10" fmla="*/ 53723 h 98044"/>
              <a:gd name="connsiteX11" fmla="*/ 51124 w 123774"/>
              <a:gd name="connsiteY11" fmla="*/ 57752 h 98044"/>
              <a:gd name="connsiteX12" fmla="*/ 56506 w 123774"/>
              <a:gd name="connsiteY12" fmla="*/ 56409 h 98044"/>
              <a:gd name="connsiteX13" fmla="*/ 64578 w 123774"/>
              <a:gd name="connsiteY13" fmla="*/ 55066 h 98044"/>
              <a:gd name="connsiteX14" fmla="*/ 64578 w 123774"/>
              <a:gd name="connsiteY14" fmla="*/ 52380 h 98044"/>
              <a:gd name="connsiteX15" fmla="*/ 65923 w 123774"/>
              <a:gd name="connsiteY15" fmla="*/ 52380 h 98044"/>
              <a:gd name="connsiteX16" fmla="*/ 65923 w 123774"/>
              <a:gd name="connsiteY16" fmla="*/ 48351 h 98044"/>
              <a:gd name="connsiteX17" fmla="*/ 69959 w 123774"/>
              <a:gd name="connsiteY17" fmla="*/ 48351 h 98044"/>
              <a:gd name="connsiteX18" fmla="*/ 71305 w 123774"/>
              <a:gd name="connsiteY18" fmla="*/ 47008 h 98044"/>
              <a:gd name="connsiteX19" fmla="*/ 73996 w 123774"/>
              <a:gd name="connsiteY19" fmla="*/ 49694 h 98044"/>
              <a:gd name="connsiteX20" fmla="*/ 80723 w 123774"/>
              <a:gd name="connsiteY20" fmla="*/ 42978 h 98044"/>
              <a:gd name="connsiteX21" fmla="*/ 79377 w 123774"/>
              <a:gd name="connsiteY21" fmla="*/ 40292 h 98044"/>
              <a:gd name="connsiteX22" fmla="*/ 76686 w 123774"/>
              <a:gd name="connsiteY22" fmla="*/ 38949 h 98044"/>
              <a:gd name="connsiteX23" fmla="*/ 79377 w 123774"/>
              <a:gd name="connsiteY23" fmla="*/ 34920 h 98044"/>
              <a:gd name="connsiteX24" fmla="*/ 94176 w 123774"/>
              <a:gd name="connsiteY24" fmla="*/ 22832 h 98044"/>
              <a:gd name="connsiteX25" fmla="*/ 94176 w 123774"/>
              <a:gd name="connsiteY25" fmla="*/ 16117 h 98044"/>
              <a:gd name="connsiteX26" fmla="*/ 110321 w 123774"/>
              <a:gd name="connsiteY26" fmla="*/ 5372 h 98044"/>
              <a:gd name="connsiteX27" fmla="*/ 111666 w 123774"/>
              <a:gd name="connsiteY27" fmla="*/ 4029 h 98044"/>
              <a:gd name="connsiteX28" fmla="*/ 111666 w 123774"/>
              <a:gd name="connsiteY28" fmla="*/ 0 h 98044"/>
              <a:gd name="connsiteX29" fmla="*/ 115702 w 123774"/>
              <a:gd name="connsiteY29" fmla="*/ 1343 h 98044"/>
              <a:gd name="connsiteX30" fmla="*/ 115702 w 123774"/>
              <a:gd name="connsiteY30" fmla="*/ 9401 h 98044"/>
              <a:gd name="connsiteX31" fmla="*/ 118393 w 123774"/>
              <a:gd name="connsiteY31" fmla="*/ 9401 h 98044"/>
              <a:gd name="connsiteX32" fmla="*/ 118393 w 123774"/>
              <a:gd name="connsiteY32" fmla="*/ 10745 h 98044"/>
              <a:gd name="connsiteX33" fmla="*/ 119738 w 123774"/>
              <a:gd name="connsiteY33" fmla="*/ 12088 h 98044"/>
              <a:gd name="connsiteX34" fmla="*/ 122429 w 123774"/>
              <a:gd name="connsiteY34" fmla="*/ 10745 h 98044"/>
              <a:gd name="connsiteX35" fmla="*/ 122429 w 123774"/>
              <a:gd name="connsiteY35" fmla="*/ 14774 h 98044"/>
              <a:gd name="connsiteX36" fmla="*/ 123774 w 123774"/>
              <a:gd name="connsiteY36" fmla="*/ 21489 h 98044"/>
              <a:gd name="connsiteX37" fmla="*/ 118393 w 123774"/>
              <a:gd name="connsiteY37" fmla="*/ 21489 h 98044"/>
              <a:gd name="connsiteX38" fmla="*/ 96867 w 123774"/>
              <a:gd name="connsiteY38" fmla="*/ 89986 h 98044"/>
              <a:gd name="connsiteX39" fmla="*/ 87449 w 123774"/>
              <a:gd name="connsiteY39" fmla="*/ 98045 h 98044"/>
              <a:gd name="connsiteX40" fmla="*/ 12108 w 123774"/>
              <a:gd name="connsiteY40" fmla="*/ 85957 h 98044"/>
              <a:gd name="connsiteX41" fmla="*/ 5381 w 123774"/>
              <a:gd name="connsiteY41" fmla="*/ 65811 h 98044"/>
              <a:gd name="connsiteX42" fmla="*/ 0 w 123774"/>
              <a:gd name="connsiteY42" fmla="*/ 59095 h 98044"/>
              <a:gd name="connsiteX43" fmla="*/ 0 w 123774"/>
              <a:gd name="connsiteY43" fmla="*/ 49694 h 98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23774" h="98044">
                <a:moveTo>
                  <a:pt x="2691" y="51037"/>
                </a:moveTo>
                <a:lnTo>
                  <a:pt x="4036" y="48351"/>
                </a:lnTo>
                <a:lnTo>
                  <a:pt x="5381" y="60438"/>
                </a:lnTo>
                <a:lnTo>
                  <a:pt x="9417" y="59095"/>
                </a:lnTo>
                <a:lnTo>
                  <a:pt x="13454" y="59095"/>
                </a:lnTo>
                <a:lnTo>
                  <a:pt x="17490" y="60438"/>
                </a:lnTo>
                <a:lnTo>
                  <a:pt x="28253" y="52380"/>
                </a:lnTo>
                <a:lnTo>
                  <a:pt x="37670" y="53723"/>
                </a:lnTo>
                <a:lnTo>
                  <a:pt x="41706" y="53723"/>
                </a:lnTo>
                <a:lnTo>
                  <a:pt x="43052" y="55066"/>
                </a:lnTo>
                <a:lnTo>
                  <a:pt x="48433" y="53723"/>
                </a:lnTo>
                <a:lnTo>
                  <a:pt x="51124" y="57752"/>
                </a:lnTo>
                <a:lnTo>
                  <a:pt x="56506" y="56409"/>
                </a:lnTo>
                <a:lnTo>
                  <a:pt x="64578" y="55066"/>
                </a:lnTo>
                <a:lnTo>
                  <a:pt x="64578" y="52380"/>
                </a:lnTo>
                <a:lnTo>
                  <a:pt x="65923" y="52380"/>
                </a:lnTo>
                <a:lnTo>
                  <a:pt x="65923" y="48351"/>
                </a:lnTo>
                <a:lnTo>
                  <a:pt x="69959" y="48351"/>
                </a:lnTo>
                <a:lnTo>
                  <a:pt x="71305" y="47008"/>
                </a:lnTo>
                <a:lnTo>
                  <a:pt x="73996" y="49694"/>
                </a:lnTo>
                <a:lnTo>
                  <a:pt x="80723" y="42978"/>
                </a:lnTo>
                <a:lnTo>
                  <a:pt x="79377" y="40292"/>
                </a:lnTo>
                <a:lnTo>
                  <a:pt x="76686" y="38949"/>
                </a:lnTo>
                <a:lnTo>
                  <a:pt x="79377" y="34920"/>
                </a:lnTo>
                <a:lnTo>
                  <a:pt x="94176" y="22832"/>
                </a:lnTo>
                <a:lnTo>
                  <a:pt x="94176" y="16117"/>
                </a:lnTo>
                <a:lnTo>
                  <a:pt x="110321" y="5372"/>
                </a:lnTo>
                <a:lnTo>
                  <a:pt x="111666" y="4029"/>
                </a:lnTo>
                <a:lnTo>
                  <a:pt x="111666" y="0"/>
                </a:lnTo>
                <a:lnTo>
                  <a:pt x="115702" y="1343"/>
                </a:lnTo>
                <a:lnTo>
                  <a:pt x="115702" y="9401"/>
                </a:lnTo>
                <a:lnTo>
                  <a:pt x="118393" y="9401"/>
                </a:lnTo>
                <a:lnTo>
                  <a:pt x="118393" y="10745"/>
                </a:lnTo>
                <a:lnTo>
                  <a:pt x="119738" y="12088"/>
                </a:lnTo>
                <a:lnTo>
                  <a:pt x="122429" y="10745"/>
                </a:lnTo>
                <a:lnTo>
                  <a:pt x="122429" y="14774"/>
                </a:lnTo>
                <a:lnTo>
                  <a:pt x="123774" y="21489"/>
                </a:lnTo>
                <a:lnTo>
                  <a:pt x="118393" y="21489"/>
                </a:lnTo>
                <a:lnTo>
                  <a:pt x="96867" y="89986"/>
                </a:lnTo>
                <a:lnTo>
                  <a:pt x="87449" y="98045"/>
                </a:lnTo>
                <a:lnTo>
                  <a:pt x="12108" y="85957"/>
                </a:lnTo>
                <a:lnTo>
                  <a:pt x="5381" y="65811"/>
                </a:lnTo>
                <a:lnTo>
                  <a:pt x="0" y="59095"/>
                </a:lnTo>
                <a:lnTo>
                  <a:pt x="0" y="4969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685" name="Graphic 5">
            <a:extLst>
              <a:ext uri="{FF2B5EF4-FFF2-40B4-BE49-F238E27FC236}">
                <a16:creationId xmlns:a16="http://schemas.microsoft.com/office/drawing/2014/main" id="{349A3116-E480-A2F1-25AA-FD09EE099368}"/>
              </a:ext>
            </a:extLst>
          </p:cNvPr>
          <p:cNvGrpSpPr/>
          <p:nvPr/>
        </p:nvGrpSpPr>
        <p:grpSpPr>
          <a:xfrm>
            <a:off x="6642127" y="3569359"/>
            <a:ext cx="75340" cy="33576"/>
            <a:chOff x="6642127" y="3569359"/>
            <a:chExt cx="75340" cy="33576"/>
          </a:xfrm>
          <a:solidFill>
            <a:srgbClr val="E5E5E4"/>
          </a:solidFill>
        </p:grpSpPr>
        <p:sp>
          <p:nvSpPr>
            <p:cNvPr id="686" name="Freeform 685">
              <a:extLst>
                <a:ext uri="{FF2B5EF4-FFF2-40B4-BE49-F238E27FC236}">
                  <a16:creationId xmlns:a16="http://schemas.microsoft.com/office/drawing/2014/main" id="{E8D2F159-970D-1508-5628-3030C4EB69AE}"/>
                </a:ext>
              </a:extLst>
            </p:cNvPr>
            <p:cNvSpPr/>
            <p:nvPr/>
          </p:nvSpPr>
          <p:spPr>
            <a:xfrm>
              <a:off x="6673070" y="3569359"/>
              <a:ext cx="4035" cy="2686"/>
            </a:xfrm>
            <a:custGeom>
              <a:avLst/>
              <a:gdLst>
                <a:gd name="connsiteX0" fmla="*/ 0 w 4035"/>
                <a:gd name="connsiteY0" fmla="*/ 1343 h 2686"/>
                <a:gd name="connsiteX1" fmla="*/ 4036 w 4035"/>
                <a:gd name="connsiteY1" fmla="*/ 2686 h 2686"/>
                <a:gd name="connsiteX2" fmla="*/ 4036 w 4035"/>
                <a:gd name="connsiteY2" fmla="*/ 1343 h 2686"/>
                <a:gd name="connsiteX3" fmla="*/ 1345 w 4035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2686">
                  <a:moveTo>
                    <a:pt x="0" y="1343"/>
                  </a:moveTo>
                  <a:lnTo>
                    <a:pt x="4036" y="2686"/>
                  </a:lnTo>
                  <a:lnTo>
                    <a:pt x="4036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87" name="Freeform 686">
              <a:extLst>
                <a:ext uri="{FF2B5EF4-FFF2-40B4-BE49-F238E27FC236}">
                  <a16:creationId xmlns:a16="http://schemas.microsoft.com/office/drawing/2014/main" id="{81C5CD3D-5883-3BF9-B918-F9911D360522}"/>
                </a:ext>
              </a:extLst>
            </p:cNvPr>
            <p:cNvSpPr/>
            <p:nvPr/>
          </p:nvSpPr>
          <p:spPr>
            <a:xfrm>
              <a:off x="6651544" y="3570702"/>
              <a:ext cx="4036" cy="2686"/>
            </a:xfrm>
            <a:custGeom>
              <a:avLst/>
              <a:gdLst>
                <a:gd name="connsiteX0" fmla="*/ 0 w 4036"/>
                <a:gd name="connsiteY0" fmla="*/ 0 h 2686"/>
                <a:gd name="connsiteX1" fmla="*/ 4036 w 4036"/>
                <a:gd name="connsiteY1" fmla="*/ 2686 h 2686"/>
                <a:gd name="connsiteX2" fmla="*/ 2691 w 4036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2686">
                  <a:moveTo>
                    <a:pt x="0" y="0"/>
                  </a:moveTo>
                  <a:lnTo>
                    <a:pt x="4036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88" name="Freeform 687">
              <a:extLst>
                <a:ext uri="{FF2B5EF4-FFF2-40B4-BE49-F238E27FC236}">
                  <a16:creationId xmlns:a16="http://schemas.microsoft.com/office/drawing/2014/main" id="{1FD2A4B3-D1EC-A049-F58B-A5646E3BE963}"/>
                </a:ext>
              </a:extLst>
            </p:cNvPr>
            <p:cNvSpPr/>
            <p:nvPr/>
          </p:nvSpPr>
          <p:spPr>
            <a:xfrm>
              <a:off x="6642127" y="3574731"/>
              <a:ext cx="9417" cy="5372"/>
            </a:xfrm>
            <a:custGeom>
              <a:avLst/>
              <a:gdLst>
                <a:gd name="connsiteX0" fmla="*/ 0 w 9417"/>
                <a:gd name="connsiteY0" fmla="*/ 0 h 5372"/>
                <a:gd name="connsiteX1" fmla="*/ 0 w 9417"/>
                <a:gd name="connsiteY1" fmla="*/ 5372 h 5372"/>
                <a:gd name="connsiteX2" fmla="*/ 5381 w 9417"/>
                <a:gd name="connsiteY2" fmla="*/ 5372 h 5372"/>
                <a:gd name="connsiteX3" fmla="*/ 9417 w 9417"/>
                <a:gd name="connsiteY3" fmla="*/ 5372 h 5372"/>
                <a:gd name="connsiteX4" fmla="*/ 4036 w 9417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5372">
                  <a:moveTo>
                    <a:pt x="0" y="0"/>
                  </a:moveTo>
                  <a:lnTo>
                    <a:pt x="0" y="5372"/>
                  </a:lnTo>
                  <a:lnTo>
                    <a:pt x="5381" y="5372"/>
                  </a:lnTo>
                  <a:lnTo>
                    <a:pt x="9417" y="5372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89" name="Freeform 688">
              <a:extLst>
                <a:ext uri="{FF2B5EF4-FFF2-40B4-BE49-F238E27FC236}">
                  <a16:creationId xmlns:a16="http://schemas.microsoft.com/office/drawing/2014/main" id="{DD3309B3-B94C-BBB2-4E09-D99538CE1F69}"/>
                </a:ext>
              </a:extLst>
            </p:cNvPr>
            <p:cNvSpPr/>
            <p:nvPr/>
          </p:nvSpPr>
          <p:spPr>
            <a:xfrm>
              <a:off x="6708050" y="3597564"/>
              <a:ext cx="9417" cy="5372"/>
            </a:xfrm>
            <a:custGeom>
              <a:avLst/>
              <a:gdLst>
                <a:gd name="connsiteX0" fmla="*/ 5381 w 9417"/>
                <a:gd name="connsiteY0" fmla="*/ 0 h 5372"/>
                <a:gd name="connsiteX1" fmla="*/ 0 w 9417"/>
                <a:gd name="connsiteY1" fmla="*/ 1343 h 5372"/>
                <a:gd name="connsiteX2" fmla="*/ 1345 w 9417"/>
                <a:gd name="connsiteY2" fmla="*/ 4029 h 5372"/>
                <a:gd name="connsiteX3" fmla="*/ 8072 w 9417"/>
                <a:gd name="connsiteY3" fmla="*/ 5372 h 5372"/>
                <a:gd name="connsiteX4" fmla="*/ 9417 w 9417"/>
                <a:gd name="connsiteY4" fmla="*/ 4029 h 5372"/>
                <a:gd name="connsiteX5" fmla="*/ 8072 w 9417"/>
                <a:gd name="connsiteY5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5372">
                  <a:moveTo>
                    <a:pt x="5381" y="0"/>
                  </a:moveTo>
                  <a:lnTo>
                    <a:pt x="0" y="1343"/>
                  </a:lnTo>
                  <a:lnTo>
                    <a:pt x="1345" y="4029"/>
                  </a:lnTo>
                  <a:lnTo>
                    <a:pt x="8072" y="5372"/>
                  </a:lnTo>
                  <a:lnTo>
                    <a:pt x="9417" y="4029"/>
                  </a:lnTo>
                  <a:lnTo>
                    <a:pt x="8072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690" name="Freeform 689">
            <a:extLst>
              <a:ext uri="{FF2B5EF4-FFF2-40B4-BE49-F238E27FC236}">
                <a16:creationId xmlns:a16="http://schemas.microsoft.com/office/drawing/2014/main" id="{FA02303B-D4F6-FC41-AA87-8D361F340A3F}"/>
              </a:ext>
            </a:extLst>
          </p:cNvPr>
          <p:cNvSpPr/>
          <p:nvPr/>
        </p:nvSpPr>
        <p:spPr>
          <a:xfrm>
            <a:off x="6919274" y="3750674"/>
            <a:ext cx="9692" cy="5372"/>
          </a:xfrm>
          <a:custGeom>
            <a:avLst/>
            <a:gdLst>
              <a:gd name="connsiteX0" fmla="*/ 6727 w 9692"/>
              <a:gd name="connsiteY0" fmla="*/ 5372 h 5372"/>
              <a:gd name="connsiteX1" fmla="*/ 1345 w 9692"/>
              <a:gd name="connsiteY1" fmla="*/ 4029 h 5372"/>
              <a:gd name="connsiteX2" fmla="*/ 0 w 9692"/>
              <a:gd name="connsiteY2" fmla="*/ 1343 h 5372"/>
              <a:gd name="connsiteX3" fmla="*/ 6727 w 9692"/>
              <a:gd name="connsiteY3" fmla="*/ 0 h 5372"/>
              <a:gd name="connsiteX4" fmla="*/ 9418 w 9692"/>
              <a:gd name="connsiteY4" fmla="*/ 4029 h 5372"/>
              <a:gd name="connsiteX5" fmla="*/ 6727 w 9692"/>
              <a:gd name="connsiteY5" fmla="*/ 5372 h 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92" h="5372">
                <a:moveTo>
                  <a:pt x="6727" y="5372"/>
                </a:moveTo>
                <a:lnTo>
                  <a:pt x="1345" y="4029"/>
                </a:lnTo>
                <a:lnTo>
                  <a:pt x="0" y="1343"/>
                </a:lnTo>
                <a:lnTo>
                  <a:pt x="6727" y="0"/>
                </a:lnTo>
                <a:lnTo>
                  <a:pt x="9418" y="4029"/>
                </a:lnTo>
                <a:cubicBezTo>
                  <a:pt x="10763" y="4029"/>
                  <a:pt x="6727" y="5372"/>
                  <a:pt x="6727" y="5372"/>
                </a:cubicBez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691" name="Graphic 5">
            <a:extLst>
              <a:ext uri="{FF2B5EF4-FFF2-40B4-BE49-F238E27FC236}">
                <a16:creationId xmlns:a16="http://schemas.microsoft.com/office/drawing/2014/main" id="{B15EF82D-2647-2704-9A37-C674A7EF620F}"/>
              </a:ext>
            </a:extLst>
          </p:cNvPr>
          <p:cNvGrpSpPr/>
          <p:nvPr/>
        </p:nvGrpSpPr>
        <p:grpSpPr>
          <a:xfrm>
            <a:off x="6895057" y="3859464"/>
            <a:ext cx="117047" cy="40292"/>
            <a:chOff x="6895057" y="3859464"/>
            <a:chExt cx="117047" cy="40292"/>
          </a:xfrm>
          <a:solidFill>
            <a:srgbClr val="E5E5E4"/>
          </a:solidFill>
        </p:grpSpPr>
        <p:sp>
          <p:nvSpPr>
            <p:cNvPr id="692" name="Freeform 691">
              <a:extLst>
                <a:ext uri="{FF2B5EF4-FFF2-40B4-BE49-F238E27FC236}">
                  <a16:creationId xmlns:a16="http://schemas.microsoft.com/office/drawing/2014/main" id="{9A9EEAD9-D6C2-2428-0FF9-69FE6757E551}"/>
                </a:ext>
              </a:extLst>
            </p:cNvPr>
            <p:cNvSpPr/>
            <p:nvPr/>
          </p:nvSpPr>
          <p:spPr>
            <a:xfrm>
              <a:off x="6913892" y="3884982"/>
              <a:ext cx="1943" cy="4029"/>
            </a:xfrm>
            <a:custGeom>
              <a:avLst/>
              <a:gdLst>
                <a:gd name="connsiteX0" fmla="*/ 1345 w 1943"/>
                <a:gd name="connsiteY0" fmla="*/ 4029 h 4029"/>
                <a:gd name="connsiteX1" fmla="*/ 0 w 1943"/>
                <a:gd name="connsiteY1" fmla="*/ 2686 h 4029"/>
                <a:gd name="connsiteX2" fmla="*/ 0 w 1943"/>
                <a:gd name="connsiteY2" fmla="*/ 0 h 4029"/>
                <a:gd name="connsiteX3" fmla="*/ 1345 w 1943"/>
                <a:gd name="connsiteY3" fmla="*/ 0 h 4029"/>
                <a:gd name="connsiteX4" fmla="*/ 1345 w 1943"/>
                <a:gd name="connsiteY4" fmla="*/ 4029 h 4029"/>
                <a:gd name="connsiteX5" fmla="*/ 1345 w 1943"/>
                <a:gd name="connsiteY5" fmla="*/ 4029 h 4029"/>
                <a:gd name="connsiteX6" fmla="*/ 1345 w 1943"/>
                <a:gd name="connsiteY6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43" h="4029">
                  <a:moveTo>
                    <a:pt x="1345" y="4029"/>
                  </a:moveTo>
                  <a:lnTo>
                    <a:pt x="0" y="2686"/>
                  </a:lnTo>
                  <a:lnTo>
                    <a:pt x="0" y="0"/>
                  </a:lnTo>
                  <a:lnTo>
                    <a:pt x="1345" y="0"/>
                  </a:lnTo>
                  <a:lnTo>
                    <a:pt x="1345" y="4029"/>
                  </a:lnTo>
                  <a:cubicBezTo>
                    <a:pt x="2691" y="2686"/>
                    <a:pt x="1345" y="4029"/>
                    <a:pt x="1345" y="4029"/>
                  </a:cubicBez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93" name="Freeform 692">
              <a:extLst>
                <a:ext uri="{FF2B5EF4-FFF2-40B4-BE49-F238E27FC236}">
                  <a16:creationId xmlns:a16="http://schemas.microsoft.com/office/drawing/2014/main" id="{75E67558-7F87-CF1C-CA2C-77FC9FC88314}"/>
                </a:ext>
              </a:extLst>
            </p:cNvPr>
            <p:cNvSpPr/>
            <p:nvPr/>
          </p:nvSpPr>
          <p:spPr>
            <a:xfrm>
              <a:off x="6895057" y="3894383"/>
              <a:ext cx="4035" cy="5372"/>
            </a:xfrm>
            <a:custGeom>
              <a:avLst/>
              <a:gdLst>
                <a:gd name="connsiteX0" fmla="*/ 0 w 4035"/>
                <a:gd name="connsiteY0" fmla="*/ 5372 h 5372"/>
                <a:gd name="connsiteX1" fmla="*/ 0 w 4035"/>
                <a:gd name="connsiteY1" fmla="*/ 2686 h 5372"/>
                <a:gd name="connsiteX2" fmla="*/ 2691 w 4035"/>
                <a:gd name="connsiteY2" fmla="*/ 0 h 5372"/>
                <a:gd name="connsiteX3" fmla="*/ 4036 w 4035"/>
                <a:gd name="connsiteY3" fmla="*/ 1343 h 5372"/>
                <a:gd name="connsiteX4" fmla="*/ 4036 w 4035"/>
                <a:gd name="connsiteY4" fmla="*/ 4029 h 5372"/>
                <a:gd name="connsiteX5" fmla="*/ 1345 w 4035"/>
                <a:gd name="connsiteY5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5372">
                  <a:moveTo>
                    <a:pt x="0" y="5372"/>
                  </a:moveTo>
                  <a:lnTo>
                    <a:pt x="0" y="2686"/>
                  </a:lnTo>
                  <a:lnTo>
                    <a:pt x="2691" y="0"/>
                  </a:lnTo>
                  <a:lnTo>
                    <a:pt x="4036" y="1343"/>
                  </a:lnTo>
                  <a:lnTo>
                    <a:pt x="4036" y="4029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94" name="Freeform 693">
              <a:extLst>
                <a:ext uri="{FF2B5EF4-FFF2-40B4-BE49-F238E27FC236}">
                  <a16:creationId xmlns:a16="http://schemas.microsoft.com/office/drawing/2014/main" id="{83AEB1E8-8218-3D09-5EF0-4AAA1F75BB09}"/>
                </a:ext>
              </a:extLst>
            </p:cNvPr>
            <p:cNvSpPr/>
            <p:nvPr/>
          </p:nvSpPr>
          <p:spPr>
            <a:xfrm>
              <a:off x="6900439" y="3866179"/>
              <a:ext cx="5381" cy="10744"/>
            </a:xfrm>
            <a:custGeom>
              <a:avLst/>
              <a:gdLst>
                <a:gd name="connsiteX0" fmla="*/ 1345 w 5381"/>
                <a:gd name="connsiteY0" fmla="*/ 10744 h 10744"/>
                <a:gd name="connsiteX1" fmla="*/ 1345 w 5381"/>
                <a:gd name="connsiteY1" fmla="*/ 5372 h 10744"/>
                <a:gd name="connsiteX2" fmla="*/ 0 w 5381"/>
                <a:gd name="connsiteY2" fmla="*/ 2686 h 10744"/>
                <a:gd name="connsiteX3" fmla="*/ 1345 w 5381"/>
                <a:gd name="connsiteY3" fmla="*/ 0 h 10744"/>
                <a:gd name="connsiteX4" fmla="*/ 5381 w 5381"/>
                <a:gd name="connsiteY4" fmla="*/ 1343 h 10744"/>
                <a:gd name="connsiteX5" fmla="*/ 5381 w 5381"/>
                <a:gd name="connsiteY5" fmla="*/ 9401 h 10744"/>
                <a:gd name="connsiteX6" fmla="*/ 1345 w 5381"/>
                <a:gd name="connsiteY6" fmla="*/ 10744 h 10744"/>
                <a:gd name="connsiteX7" fmla="*/ 1345 w 5381"/>
                <a:gd name="connsiteY7" fmla="*/ 10744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10744">
                  <a:moveTo>
                    <a:pt x="1345" y="10744"/>
                  </a:moveTo>
                  <a:lnTo>
                    <a:pt x="1345" y="5372"/>
                  </a:lnTo>
                  <a:lnTo>
                    <a:pt x="0" y="2686"/>
                  </a:lnTo>
                  <a:cubicBezTo>
                    <a:pt x="0" y="2686"/>
                    <a:pt x="0" y="0"/>
                    <a:pt x="1345" y="0"/>
                  </a:cubicBezTo>
                  <a:cubicBezTo>
                    <a:pt x="2691" y="0"/>
                    <a:pt x="5381" y="1343"/>
                    <a:pt x="5381" y="1343"/>
                  </a:cubicBezTo>
                  <a:lnTo>
                    <a:pt x="5381" y="9401"/>
                  </a:lnTo>
                  <a:cubicBezTo>
                    <a:pt x="4036" y="9401"/>
                    <a:pt x="1345" y="10744"/>
                    <a:pt x="1345" y="10744"/>
                  </a:cubicBezTo>
                  <a:lnTo>
                    <a:pt x="1345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95" name="Freeform 694">
              <a:extLst>
                <a:ext uri="{FF2B5EF4-FFF2-40B4-BE49-F238E27FC236}">
                  <a16:creationId xmlns:a16="http://schemas.microsoft.com/office/drawing/2014/main" id="{B18B48F9-60DD-1C12-D0C3-83D8FF14C8BD}"/>
                </a:ext>
              </a:extLst>
            </p:cNvPr>
            <p:cNvSpPr/>
            <p:nvPr/>
          </p:nvSpPr>
          <p:spPr>
            <a:xfrm>
              <a:off x="6920619" y="3876923"/>
              <a:ext cx="21526" cy="13430"/>
            </a:xfrm>
            <a:custGeom>
              <a:avLst/>
              <a:gdLst>
                <a:gd name="connsiteX0" fmla="*/ 21526 w 21526"/>
                <a:gd name="connsiteY0" fmla="*/ 8059 h 13430"/>
                <a:gd name="connsiteX1" fmla="*/ 14799 w 21526"/>
                <a:gd name="connsiteY1" fmla="*/ 8059 h 13430"/>
                <a:gd name="connsiteX2" fmla="*/ 6727 w 21526"/>
                <a:gd name="connsiteY2" fmla="*/ 13431 h 13430"/>
                <a:gd name="connsiteX3" fmla="*/ 2691 w 21526"/>
                <a:gd name="connsiteY3" fmla="*/ 10745 h 13430"/>
                <a:gd name="connsiteX4" fmla="*/ 0 w 21526"/>
                <a:gd name="connsiteY4" fmla="*/ 6715 h 13430"/>
                <a:gd name="connsiteX5" fmla="*/ 4036 w 21526"/>
                <a:gd name="connsiteY5" fmla="*/ 4029 h 13430"/>
                <a:gd name="connsiteX6" fmla="*/ 9418 w 21526"/>
                <a:gd name="connsiteY6" fmla="*/ 4029 h 13430"/>
                <a:gd name="connsiteX7" fmla="*/ 14799 w 21526"/>
                <a:gd name="connsiteY7" fmla="*/ 1343 h 13430"/>
                <a:gd name="connsiteX8" fmla="*/ 17490 w 21526"/>
                <a:gd name="connsiteY8" fmla="*/ 0 h 13430"/>
                <a:gd name="connsiteX9" fmla="*/ 21526 w 21526"/>
                <a:gd name="connsiteY9" fmla="*/ 1343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526" h="13430">
                  <a:moveTo>
                    <a:pt x="21526" y="8059"/>
                  </a:moveTo>
                  <a:lnTo>
                    <a:pt x="14799" y="8059"/>
                  </a:lnTo>
                  <a:lnTo>
                    <a:pt x="6727" y="13431"/>
                  </a:lnTo>
                  <a:lnTo>
                    <a:pt x="2691" y="10745"/>
                  </a:lnTo>
                  <a:lnTo>
                    <a:pt x="0" y="6715"/>
                  </a:lnTo>
                  <a:lnTo>
                    <a:pt x="4036" y="4029"/>
                  </a:lnTo>
                  <a:lnTo>
                    <a:pt x="9418" y="4029"/>
                  </a:lnTo>
                  <a:lnTo>
                    <a:pt x="14799" y="1343"/>
                  </a:lnTo>
                  <a:lnTo>
                    <a:pt x="17490" y="0"/>
                  </a:lnTo>
                  <a:lnTo>
                    <a:pt x="21526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96" name="Freeform 695">
              <a:extLst>
                <a:ext uri="{FF2B5EF4-FFF2-40B4-BE49-F238E27FC236}">
                  <a16:creationId xmlns:a16="http://schemas.microsoft.com/office/drawing/2014/main" id="{F4B9F691-37AA-F41D-1931-792A6245B1C0}"/>
                </a:ext>
              </a:extLst>
            </p:cNvPr>
            <p:cNvSpPr/>
            <p:nvPr/>
          </p:nvSpPr>
          <p:spPr>
            <a:xfrm>
              <a:off x="6950218" y="3886325"/>
              <a:ext cx="12108" cy="10744"/>
            </a:xfrm>
            <a:custGeom>
              <a:avLst/>
              <a:gdLst>
                <a:gd name="connsiteX0" fmla="*/ 1345 w 12108"/>
                <a:gd name="connsiteY0" fmla="*/ 0 h 10744"/>
                <a:gd name="connsiteX1" fmla="*/ 0 w 12108"/>
                <a:gd name="connsiteY1" fmla="*/ 6715 h 10744"/>
                <a:gd name="connsiteX2" fmla="*/ 4036 w 12108"/>
                <a:gd name="connsiteY2" fmla="*/ 10744 h 10744"/>
                <a:gd name="connsiteX3" fmla="*/ 9417 w 12108"/>
                <a:gd name="connsiteY3" fmla="*/ 8058 h 10744"/>
                <a:gd name="connsiteX4" fmla="*/ 12108 w 12108"/>
                <a:gd name="connsiteY4" fmla="*/ 6715 h 10744"/>
                <a:gd name="connsiteX5" fmla="*/ 10763 w 12108"/>
                <a:gd name="connsiteY5" fmla="*/ 0 h 10744"/>
                <a:gd name="connsiteX6" fmla="*/ 6727 w 12108"/>
                <a:gd name="connsiteY6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08" h="10744">
                  <a:moveTo>
                    <a:pt x="1345" y="0"/>
                  </a:moveTo>
                  <a:lnTo>
                    <a:pt x="0" y="6715"/>
                  </a:lnTo>
                  <a:lnTo>
                    <a:pt x="4036" y="10744"/>
                  </a:lnTo>
                  <a:lnTo>
                    <a:pt x="9417" y="8058"/>
                  </a:lnTo>
                  <a:lnTo>
                    <a:pt x="12108" y="6715"/>
                  </a:lnTo>
                  <a:lnTo>
                    <a:pt x="10763" y="0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97" name="Freeform 696">
              <a:extLst>
                <a:ext uri="{FF2B5EF4-FFF2-40B4-BE49-F238E27FC236}">
                  <a16:creationId xmlns:a16="http://schemas.microsoft.com/office/drawing/2014/main" id="{A9BF67B1-69E5-894F-9517-DCA0951D59CC}"/>
                </a:ext>
              </a:extLst>
            </p:cNvPr>
            <p:cNvSpPr/>
            <p:nvPr/>
          </p:nvSpPr>
          <p:spPr>
            <a:xfrm>
              <a:off x="7001342" y="3859464"/>
              <a:ext cx="10763" cy="6715"/>
            </a:xfrm>
            <a:custGeom>
              <a:avLst/>
              <a:gdLst>
                <a:gd name="connsiteX0" fmla="*/ 0 w 10763"/>
                <a:gd name="connsiteY0" fmla="*/ 6715 h 6715"/>
                <a:gd name="connsiteX1" fmla="*/ 1345 w 10763"/>
                <a:gd name="connsiteY1" fmla="*/ 0 h 6715"/>
                <a:gd name="connsiteX2" fmla="*/ 6727 w 10763"/>
                <a:gd name="connsiteY2" fmla="*/ 0 h 6715"/>
                <a:gd name="connsiteX3" fmla="*/ 10763 w 10763"/>
                <a:gd name="connsiteY3" fmla="*/ 2686 h 6715"/>
                <a:gd name="connsiteX4" fmla="*/ 5381 w 10763"/>
                <a:gd name="connsiteY4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63" h="6715">
                  <a:moveTo>
                    <a:pt x="0" y="6715"/>
                  </a:moveTo>
                  <a:lnTo>
                    <a:pt x="1345" y="0"/>
                  </a:lnTo>
                  <a:lnTo>
                    <a:pt x="6727" y="0"/>
                  </a:lnTo>
                  <a:lnTo>
                    <a:pt x="10763" y="2686"/>
                  </a:lnTo>
                  <a:lnTo>
                    <a:pt x="538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98" name="Freeform 697">
              <a:extLst>
                <a:ext uri="{FF2B5EF4-FFF2-40B4-BE49-F238E27FC236}">
                  <a16:creationId xmlns:a16="http://schemas.microsoft.com/office/drawing/2014/main" id="{992ADEEB-E7D8-18E0-1FC4-AAE5E0B28755}"/>
                </a:ext>
              </a:extLst>
            </p:cNvPr>
            <p:cNvSpPr/>
            <p:nvPr/>
          </p:nvSpPr>
          <p:spPr>
            <a:xfrm>
              <a:off x="6985198" y="3872894"/>
              <a:ext cx="14798" cy="16116"/>
            </a:xfrm>
            <a:custGeom>
              <a:avLst/>
              <a:gdLst>
                <a:gd name="connsiteX0" fmla="*/ 0 w 14798"/>
                <a:gd name="connsiteY0" fmla="*/ 14774 h 16116"/>
                <a:gd name="connsiteX1" fmla="*/ 5381 w 14798"/>
                <a:gd name="connsiteY1" fmla="*/ 8058 h 16116"/>
                <a:gd name="connsiteX2" fmla="*/ 5381 w 14798"/>
                <a:gd name="connsiteY2" fmla="*/ 4029 h 16116"/>
                <a:gd name="connsiteX3" fmla="*/ 13454 w 14798"/>
                <a:gd name="connsiteY3" fmla="*/ 0 h 16116"/>
                <a:gd name="connsiteX4" fmla="*/ 14799 w 14798"/>
                <a:gd name="connsiteY4" fmla="*/ 6715 h 16116"/>
                <a:gd name="connsiteX5" fmla="*/ 9417 w 14798"/>
                <a:gd name="connsiteY5" fmla="*/ 13431 h 16116"/>
                <a:gd name="connsiteX6" fmla="*/ 2691 w 14798"/>
                <a:gd name="connsiteY6" fmla="*/ 16117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8" h="16116">
                  <a:moveTo>
                    <a:pt x="0" y="14774"/>
                  </a:moveTo>
                  <a:lnTo>
                    <a:pt x="5381" y="8058"/>
                  </a:lnTo>
                  <a:lnTo>
                    <a:pt x="5381" y="4029"/>
                  </a:lnTo>
                  <a:lnTo>
                    <a:pt x="13454" y="0"/>
                  </a:lnTo>
                  <a:lnTo>
                    <a:pt x="14799" y="6715"/>
                  </a:lnTo>
                  <a:lnTo>
                    <a:pt x="9417" y="13431"/>
                  </a:lnTo>
                  <a:lnTo>
                    <a:pt x="2691" y="161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699" name="Graphic 5">
            <a:extLst>
              <a:ext uri="{FF2B5EF4-FFF2-40B4-BE49-F238E27FC236}">
                <a16:creationId xmlns:a16="http://schemas.microsoft.com/office/drawing/2014/main" id="{06C2BF5A-0FB0-534A-A213-4705D0F2D7A4}"/>
              </a:ext>
            </a:extLst>
          </p:cNvPr>
          <p:cNvGrpSpPr/>
          <p:nvPr/>
        </p:nvGrpSpPr>
        <p:grpSpPr>
          <a:xfrm>
            <a:off x="6699978" y="4180459"/>
            <a:ext cx="65923" cy="61781"/>
            <a:chOff x="6699978" y="4180459"/>
            <a:chExt cx="65923" cy="61781"/>
          </a:xfrm>
          <a:solidFill>
            <a:srgbClr val="E5E5E4"/>
          </a:solidFill>
        </p:grpSpPr>
        <p:sp>
          <p:nvSpPr>
            <p:cNvPr id="700" name="Freeform 699">
              <a:extLst>
                <a:ext uri="{FF2B5EF4-FFF2-40B4-BE49-F238E27FC236}">
                  <a16:creationId xmlns:a16="http://schemas.microsoft.com/office/drawing/2014/main" id="{96AB4F5D-662B-9F66-CDAC-2A911A311D70}"/>
                </a:ext>
              </a:extLst>
            </p:cNvPr>
            <p:cNvSpPr/>
            <p:nvPr/>
          </p:nvSpPr>
          <p:spPr>
            <a:xfrm>
              <a:off x="6699978" y="4180459"/>
              <a:ext cx="10762" cy="6715"/>
            </a:xfrm>
            <a:custGeom>
              <a:avLst/>
              <a:gdLst>
                <a:gd name="connsiteX0" fmla="*/ 5381 w 10762"/>
                <a:gd name="connsiteY0" fmla="*/ 6715 h 6715"/>
                <a:gd name="connsiteX1" fmla="*/ 10763 w 10762"/>
                <a:gd name="connsiteY1" fmla="*/ 2686 h 6715"/>
                <a:gd name="connsiteX2" fmla="*/ 9418 w 10762"/>
                <a:gd name="connsiteY2" fmla="*/ 0 h 6715"/>
                <a:gd name="connsiteX3" fmla="*/ 5381 w 10762"/>
                <a:gd name="connsiteY3" fmla="*/ 0 h 6715"/>
                <a:gd name="connsiteX4" fmla="*/ 2691 w 10762"/>
                <a:gd name="connsiteY4" fmla="*/ 1343 h 6715"/>
                <a:gd name="connsiteX5" fmla="*/ 0 w 10762"/>
                <a:gd name="connsiteY5" fmla="*/ 2686 h 6715"/>
                <a:gd name="connsiteX6" fmla="*/ 1345 w 10762"/>
                <a:gd name="connsiteY6" fmla="*/ 6715 h 6715"/>
                <a:gd name="connsiteX7" fmla="*/ 5381 w 10762"/>
                <a:gd name="connsiteY7" fmla="*/ 6715 h 6715"/>
                <a:gd name="connsiteX8" fmla="*/ 5381 w 10762"/>
                <a:gd name="connsiteY8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2" h="6715">
                  <a:moveTo>
                    <a:pt x="5381" y="6715"/>
                  </a:moveTo>
                  <a:lnTo>
                    <a:pt x="10763" y="2686"/>
                  </a:lnTo>
                  <a:lnTo>
                    <a:pt x="9418" y="0"/>
                  </a:lnTo>
                  <a:lnTo>
                    <a:pt x="5381" y="0"/>
                  </a:lnTo>
                  <a:lnTo>
                    <a:pt x="2691" y="1343"/>
                  </a:lnTo>
                  <a:lnTo>
                    <a:pt x="0" y="2686"/>
                  </a:lnTo>
                  <a:lnTo>
                    <a:pt x="1345" y="6715"/>
                  </a:lnTo>
                  <a:cubicBezTo>
                    <a:pt x="1345" y="6715"/>
                    <a:pt x="5381" y="6715"/>
                    <a:pt x="5381" y="6715"/>
                  </a:cubicBezTo>
                  <a:lnTo>
                    <a:pt x="538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1" name="Freeform 700">
              <a:extLst>
                <a:ext uri="{FF2B5EF4-FFF2-40B4-BE49-F238E27FC236}">
                  <a16:creationId xmlns:a16="http://schemas.microsoft.com/office/drawing/2014/main" id="{32980CCE-69E8-0BEE-A5E4-C5F4AF524CBA}"/>
                </a:ext>
              </a:extLst>
            </p:cNvPr>
            <p:cNvSpPr/>
            <p:nvPr/>
          </p:nvSpPr>
          <p:spPr>
            <a:xfrm>
              <a:off x="6710741" y="4185831"/>
              <a:ext cx="4036" cy="5372"/>
            </a:xfrm>
            <a:custGeom>
              <a:avLst/>
              <a:gdLst>
                <a:gd name="connsiteX0" fmla="*/ 1345 w 4036"/>
                <a:gd name="connsiteY0" fmla="*/ 5372 h 5372"/>
                <a:gd name="connsiteX1" fmla="*/ 0 w 4036"/>
                <a:gd name="connsiteY1" fmla="*/ 2686 h 5372"/>
                <a:gd name="connsiteX2" fmla="*/ 1345 w 4036"/>
                <a:gd name="connsiteY2" fmla="*/ 0 h 5372"/>
                <a:gd name="connsiteX3" fmla="*/ 4036 w 4036"/>
                <a:gd name="connsiteY3" fmla="*/ 1343 h 5372"/>
                <a:gd name="connsiteX4" fmla="*/ 4036 w 4036"/>
                <a:gd name="connsiteY4" fmla="*/ 4029 h 5372"/>
                <a:gd name="connsiteX5" fmla="*/ 1345 w 4036"/>
                <a:gd name="connsiteY5" fmla="*/ 5372 h 5372"/>
                <a:gd name="connsiteX6" fmla="*/ 1345 w 4036"/>
                <a:gd name="connsiteY6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6" h="5372">
                  <a:moveTo>
                    <a:pt x="1345" y="5372"/>
                  </a:moveTo>
                  <a:lnTo>
                    <a:pt x="0" y="2686"/>
                  </a:lnTo>
                  <a:lnTo>
                    <a:pt x="1345" y="0"/>
                  </a:lnTo>
                  <a:lnTo>
                    <a:pt x="4036" y="1343"/>
                  </a:lnTo>
                  <a:lnTo>
                    <a:pt x="4036" y="4029"/>
                  </a:lnTo>
                  <a:cubicBezTo>
                    <a:pt x="4036" y="4029"/>
                    <a:pt x="1345" y="5372"/>
                    <a:pt x="1345" y="5372"/>
                  </a:cubicBezTo>
                  <a:lnTo>
                    <a:pt x="1345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2" name="Freeform 701">
              <a:extLst>
                <a:ext uri="{FF2B5EF4-FFF2-40B4-BE49-F238E27FC236}">
                  <a16:creationId xmlns:a16="http://schemas.microsoft.com/office/drawing/2014/main" id="{7F2B8AEA-D23F-6363-1425-663B0625C490}"/>
                </a:ext>
              </a:extLst>
            </p:cNvPr>
            <p:cNvSpPr/>
            <p:nvPr/>
          </p:nvSpPr>
          <p:spPr>
            <a:xfrm>
              <a:off x="6725540" y="4193890"/>
              <a:ext cx="8072" cy="4029"/>
            </a:xfrm>
            <a:custGeom>
              <a:avLst/>
              <a:gdLst>
                <a:gd name="connsiteX0" fmla="*/ 6727 w 8072"/>
                <a:gd name="connsiteY0" fmla="*/ 2686 h 4029"/>
                <a:gd name="connsiteX1" fmla="*/ 4036 w 8072"/>
                <a:gd name="connsiteY1" fmla="*/ 4029 h 4029"/>
                <a:gd name="connsiteX2" fmla="*/ 2691 w 8072"/>
                <a:gd name="connsiteY2" fmla="*/ 4029 h 4029"/>
                <a:gd name="connsiteX3" fmla="*/ 0 w 8072"/>
                <a:gd name="connsiteY3" fmla="*/ 1343 h 4029"/>
                <a:gd name="connsiteX4" fmla="*/ 1345 w 8072"/>
                <a:gd name="connsiteY4" fmla="*/ 0 h 4029"/>
                <a:gd name="connsiteX5" fmla="*/ 4036 w 8072"/>
                <a:gd name="connsiteY5" fmla="*/ 0 h 4029"/>
                <a:gd name="connsiteX6" fmla="*/ 6727 w 8072"/>
                <a:gd name="connsiteY6" fmla="*/ 1343 h 4029"/>
                <a:gd name="connsiteX7" fmla="*/ 8072 w 8072"/>
                <a:gd name="connsiteY7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" h="4029">
                  <a:moveTo>
                    <a:pt x="6727" y="2686"/>
                  </a:moveTo>
                  <a:lnTo>
                    <a:pt x="4036" y="4029"/>
                  </a:lnTo>
                  <a:lnTo>
                    <a:pt x="2691" y="4029"/>
                  </a:lnTo>
                  <a:lnTo>
                    <a:pt x="0" y="1343"/>
                  </a:lnTo>
                  <a:lnTo>
                    <a:pt x="1345" y="0"/>
                  </a:lnTo>
                  <a:lnTo>
                    <a:pt x="4036" y="0"/>
                  </a:lnTo>
                  <a:lnTo>
                    <a:pt x="6727" y="1343"/>
                  </a:lnTo>
                  <a:lnTo>
                    <a:pt x="807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3" name="Freeform 702">
              <a:extLst>
                <a:ext uri="{FF2B5EF4-FFF2-40B4-BE49-F238E27FC236}">
                  <a16:creationId xmlns:a16="http://schemas.microsoft.com/office/drawing/2014/main" id="{0A85F0D7-40F7-6F6F-BF7D-A9B6FB3DA078}"/>
                </a:ext>
              </a:extLst>
            </p:cNvPr>
            <p:cNvSpPr/>
            <p:nvPr/>
          </p:nvSpPr>
          <p:spPr>
            <a:xfrm>
              <a:off x="6734958" y="4193890"/>
              <a:ext cx="5381" cy="4029"/>
            </a:xfrm>
            <a:custGeom>
              <a:avLst/>
              <a:gdLst>
                <a:gd name="connsiteX0" fmla="*/ 5381 w 5381"/>
                <a:gd name="connsiteY0" fmla="*/ 2686 h 4029"/>
                <a:gd name="connsiteX1" fmla="*/ 2691 w 5381"/>
                <a:gd name="connsiteY1" fmla="*/ 4029 h 4029"/>
                <a:gd name="connsiteX2" fmla="*/ 0 w 5381"/>
                <a:gd name="connsiteY2" fmla="*/ 1343 h 4029"/>
                <a:gd name="connsiteX3" fmla="*/ 2691 w 5381"/>
                <a:gd name="connsiteY3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5381" y="2686"/>
                  </a:moveTo>
                  <a:lnTo>
                    <a:pt x="2691" y="4029"/>
                  </a:lnTo>
                  <a:lnTo>
                    <a:pt x="0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4" name="Freeform 703">
              <a:extLst>
                <a:ext uri="{FF2B5EF4-FFF2-40B4-BE49-F238E27FC236}">
                  <a16:creationId xmlns:a16="http://schemas.microsoft.com/office/drawing/2014/main" id="{5B87B426-A7A2-B3D3-873A-112E07494808}"/>
                </a:ext>
              </a:extLst>
            </p:cNvPr>
            <p:cNvSpPr/>
            <p:nvPr/>
          </p:nvSpPr>
          <p:spPr>
            <a:xfrm>
              <a:off x="6761865" y="4188517"/>
              <a:ext cx="2690" cy="6715"/>
            </a:xfrm>
            <a:custGeom>
              <a:avLst/>
              <a:gdLst>
                <a:gd name="connsiteX0" fmla="*/ 1345 w 2690"/>
                <a:gd name="connsiteY0" fmla="*/ 6715 h 6715"/>
                <a:gd name="connsiteX1" fmla="*/ 0 w 2690"/>
                <a:gd name="connsiteY1" fmla="*/ 2686 h 6715"/>
                <a:gd name="connsiteX2" fmla="*/ 2691 w 2690"/>
                <a:gd name="connsiteY2" fmla="*/ 0 h 6715"/>
                <a:gd name="connsiteX3" fmla="*/ 2691 w 2690"/>
                <a:gd name="connsiteY3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6715">
                  <a:moveTo>
                    <a:pt x="1345" y="6715"/>
                  </a:moveTo>
                  <a:lnTo>
                    <a:pt x="0" y="2686"/>
                  </a:lnTo>
                  <a:lnTo>
                    <a:pt x="2691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5" name="Freeform 704">
              <a:extLst>
                <a:ext uri="{FF2B5EF4-FFF2-40B4-BE49-F238E27FC236}">
                  <a16:creationId xmlns:a16="http://schemas.microsoft.com/office/drawing/2014/main" id="{1CF7E6C2-8283-8740-D018-F5F4DEA54E1C}"/>
                </a:ext>
              </a:extLst>
            </p:cNvPr>
            <p:cNvSpPr/>
            <p:nvPr/>
          </p:nvSpPr>
          <p:spPr>
            <a:xfrm>
              <a:off x="6759174" y="4205977"/>
              <a:ext cx="6726" cy="6715"/>
            </a:xfrm>
            <a:custGeom>
              <a:avLst/>
              <a:gdLst>
                <a:gd name="connsiteX0" fmla="*/ 2691 w 6726"/>
                <a:gd name="connsiteY0" fmla="*/ 6715 h 6715"/>
                <a:gd name="connsiteX1" fmla="*/ 0 w 6726"/>
                <a:gd name="connsiteY1" fmla="*/ 2686 h 6715"/>
                <a:gd name="connsiteX2" fmla="*/ 2691 w 6726"/>
                <a:gd name="connsiteY2" fmla="*/ 0 h 6715"/>
                <a:gd name="connsiteX3" fmla="*/ 6727 w 6726"/>
                <a:gd name="connsiteY3" fmla="*/ 0 h 6715"/>
                <a:gd name="connsiteX4" fmla="*/ 6727 w 6726"/>
                <a:gd name="connsiteY4" fmla="*/ 5372 h 6715"/>
                <a:gd name="connsiteX5" fmla="*/ 5381 w 6726"/>
                <a:gd name="connsiteY5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6715">
                  <a:moveTo>
                    <a:pt x="2691" y="6715"/>
                  </a:moveTo>
                  <a:lnTo>
                    <a:pt x="0" y="2686"/>
                  </a:lnTo>
                  <a:lnTo>
                    <a:pt x="2691" y="0"/>
                  </a:lnTo>
                  <a:lnTo>
                    <a:pt x="6727" y="0"/>
                  </a:lnTo>
                  <a:lnTo>
                    <a:pt x="6727" y="5372"/>
                  </a:lnTo>
                  <a:lnTo>
                    <a:pt x="538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6" name="Freeform 705">
              <a:extLst>
                <a:ext uri="{FF2B5EF4-FFF2-40B4-BE49-F238E27FC236}">
                  <a16:creationId xmlns:a16="http://schemas.microsoft.com/office/drawing/2014/main" id="{40A13F81-BC73-D634-14DA-640817EEC756}"/>
                </a:ext>
              </a:extLst>
            </p:cNvPr>
            <p:cNvSpPr/>
            <p:nvPr/>
          </p:nvSpPr>
          <p:spPr>
            <a:xfrm>
              <a:off x="6753793" y="4231496"/>
              <a:ext cx="4035" cy="4029"/>
            </a:xfrm>
            <a:custGeom>
              <a:avLst/>
              <a:gdLst>
                <a:gd name="connsiteX0" fmla="*/ 1345 w 4035"/>
                <a:gd name="connsiteY0" fmla="*/ 4029 h 4029"/>
                <a:gd name="connsiteX1" fmla="*/ 0 w 4035"/>
                <a:gd name="connsiteY1" fmla="*/ 1343 h 4029"/>
                <a:gd name="connsiteX2" fmla="*/ 1345 w 4035"/>
                <a:gd name="connsiteY2" fmla="*/ 0 h 4029"/>
                <a:gd name="connsiteX3" fmla="*/ 4036 w 4035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4029">
                  <a:moveTo>
                    <a:pt x="1345" y="4029"/>
                  </a:moveTo>
                  <a:lnTo>
                    <a:pt x="0" y="1343"/>
                  </a:lnTo>
                  <a:lnTo>
                    <a:pt x="1345" y="0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7" name="Freeform 706">
              <a:extLst>
                <a:ext uri="{FF2B5EF4-FFF2-40B4-BE49-F238E27FC236}">
                  <a16:creationId xmlns:a16="http://schemas.microsoft.com/office/drawing/2014/main" id="{F2A5E30F-21DF-CB65-1776-5296CB5668D6}"/>
                </a:ext>
              </a:extLst>
            </p:cNvPr>
            <p:cNvSpPr/>
            <p:nvPr/>
          </p:nvSpPr>
          <p:spPr>
            <a:xfrm>
              <a:off x="6740339" y="4231496"/>
              <a:ext cx="9417" cy="10744"/>
            </a:xfrm>
            <a:custGeom>
              <a:avLst/>
              <a:gdLst>
                <a:gd name="connsiteX0" fmla="*/ 1345 w 9417"/>
                <a:gd name="connsiteY0" fmla="*/ 10745 h 10744"/>
                <a:gd name="connsiteX1" fmla="*/ 1345 w 9417"/>
                <a:gd name="connsiteY1" fmla="*/ 4029 h 10744"/>
                <a:gd name="connsiteX2" fmla="*/ 0 w 9417"/>
                <a:gd name="connsiteY2" fmla="*/ 0 h 10744"/>
                <a:gd name="connsiteX3" fmla="*/ 4036 w 9417"/>
                <a:gd name="connsiteY3" fmla="*/ 1343 h 10744"/>
                <a:gd name="connsiteX4" fmla="*/ 9418 w 9417"/>
                <a:gd name="connsiteY4" fmla="*/ 6715 h 10744"/>
                <a:gd name="connsiteX5" fmla="*/ 8072 w 9417"/>
                <a:gd name="connsiteY5" fmla="*/ 1074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10744">
                  <a:moveTo>
                    <a:pt x="1345" y="10745"/>
                  </a:moveTo>
                  <a:lnTo>
                    <a:pt x="1345" y="4029"/>
                  </a:lnTo>
                  <a:lnTo>
                    <a:pt x="0" y="0"/>
                  </a:lnTo>
                  <a:lnTo>
                    <a:pt x="4036" y="1343"/>
                  </a:lnTo>
                  <a:lnTo>
                    <a:pt x="9418" y="6715"/>
                  </a:lnTo>
                  <a:lnTo>
                    <a:pt x="8072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708" name="Graphic 5">
            <a:extLst>
              <a:ext uri="{FF2B5EF4-FFF2-40B4-BE49-F238E27FC236}">
                <a16:creationId xmlns:a16="http://schemas.microsoft.com/office/drawing/2014/main" id="{7C708823-AD62-A99C-71DA-ABA9864F8E0F}"/>
              </a:ext>
            </a:extLst>
          </p:cNvPr>
          <p:cNvGrpSpPr/>
          <p:nvPr/>
        </p:nvGrpSpPr>
        <p:grpSpPr>
          <a:xfrm>
            <a:off x="8689790" y="3923931"/>
            <a:ext cx="195079" cy="273987"/>
            <a:chOff x="8689790" y="3923931"/>
            <a:chExt cx="195079" cy="273987"/>
          </a:xfrm>
          <a:solidFill>
            <a:srgbClr val="E5E5E4"/>
          </a:solidFill>
        </p:grpSpPr>
        <p:sp>
          <p:nvSpPr>
            <p:cNvPr id="709" name="Freeform 708">
              <a:extLst>
                <a:ext uri="{FF2B5EF4-FFF2-40B4-BE49-F238E27FC236}">
                  <a16:creationId xmlns:a16="http://schemas.microsoft.com/office/drawing/2014/main" id="{EB73D25A-D9A6-3BCA-D30F-B8E20FB679A8}"/>
                </a:ext>
              </a:extLst>
            </p:cNvPr>
            <p:cNvSpPr/>
            <p:nvPr/>
          </p:nvSpPr>
          <p:spPr>
            <a:xfrm>
              <a:off x="8689790" y="3957508"/>
              <a:ext cx="195079" cy="240410"/>
            </a:xfrm>
            <a:custGeom>
              <a:avLst/>
              <a:gdLst>
                <a:gd name="connsiteX0" fmla="*/ 1345 w 195079"/>
                <a:gd name="connsiteY0" fmla="*/ 167885 h 240410"/>
                <a:gd name="connsiteX1" fmla="*/ 75341 w 195079"/>
                <a:gd name="connsiteY1" fmla="*/ 146396 h 240410"/>
                <a:gd name="connsiteX2" fmla="*/ 79377 w 195079"/>
                <a:gd name="connsiteY2" fmla="*/ 89986 h 240410"/>
                <a:gd name="connsiteX3" fmla="*/ 73996 w 195079"/>
                <a:gd name="connsiteY3" fmla="*/ 68497 h 240410"/>
                <a:gd name="connsiteX4" fmla="*/ 95522 w 195079"/>
                <a:gd name="connsiteY4" fmla="*/ 0 h 240410"/>
                <a:gd name="connsiteX5" fmla="*/ 100903 w 195079"/>
                <a:gd name="connsiteY5" fmla="*/ 0 h 240410"/>
                <a:gd name="connsiteX6" fmla="*/ 102249 w 195079"/>
                <a:gd name="connsiteY6" fmla="*/ 14774 h 240410"/>
                <a:gd name="connsiteX7" fmla="*/ 110321 w 195079"/>
                <a:gd name="connsiteY7" fmla="*/ 25519 h 240410"/>
                <a:gd name="connsiteX8" fmla="*/ 111667 w 195079"/>
                <a:gd name="connsiteY8" fmla="*/ 29548 h 240410"/>
                <a:gd name="connsiteX9" fmla="*/ 126465 w 195079"/>
                <a:gd name="connsiteY9" fmla="*/ 41635 h 240410"/>
                <a:gd name="connsiteX10" fmla="*/ 131847 w 195079"/>
                <a:gd name="connsiteY10" fmla="*/ 42979 h 240410"/>
                <a:gd name="connsiteX11" fmla="*/ 135883 w 195079"/>
                <a:gd name="connsiteY11" fmla="*/ 41635 h 240410"/>
                <a:gd name="connsiteX12" fmla="*/ 141265 w 195079"/>
                <a:gd name="connsiteY12" fmla="*/ 41635 h 240410"/>
                <a:gd name="connsiteX13" fmla="*/ 152028 w 195079"/>
                <a:gd name="connsiteY13" fmla="*/ 42979 h 240410"/>
                <a:gd name="connsiteX14" fmla="*/ 158755 w 195079"/>
                <a:gd name="connsiteY14" fmla="*/ 41635 h 240410"/>
                <a:gd name="connsiteX15" fmla="*/ 162791 w 195079"/>
                <a:gd name="connsiteY15" fmla="*/ 42979 h 240410"/>
                <a:gd name="connsiteX16" fmla="*/ 169518 w 195079"/>
                <a:gd name="connsiteY16" fmla="*/ 52380 h 240410"/>
                <a:gd name="connsiteX17" fmla="*/ 172208 w 195079"/>
                <a:gd name="connsiteY17" fmla="*/ 59096 h 240410"/>
                <a:gd name="connsiteX18" fmla="*/ 176244 w 195079"/>
                <a:gd name="connsiteY18" fmla="*/ 63125 h 240410"/>
                <a:gd name="connsiteX19" fmla="*/ 178935 w 195079"/>
                <a:gd name="connsiteY19" fmla="*/ 67154 h 240410"/>
                <a:gd name="connsiteX20" fmla="*/ 188353 w 195079"/>
                <a:gd name="connsiteY20" fmla="*/ 75212 h 240410"/>
                <a:gd name="connsiteX21" fmla="*/ 192389 w 195079"/>
                <a:gd name="connsiteY21" fmla="*/ 76556 h 240410"/>
                <a:gd name="connsiteX22" fmla="*/ 195080 w 195079"/>
                <a:gd name="connsiteY22" fmla="*/ 77899 h 240410"/>
                <a:gd name="connsiteX23" fmla="*/ 193734 w 195079"/>
                <a:gd name="connsiteY23" fmla="*/ 83271 h 240410"/>
                <a:gd name="connsiteX24" fmla="*/ 191044 w 195079"/>
                <a:gd name="connsiteY24" fmla="*/ 88643 h 240410"/>
                <a:gd name="connsiteX25" fmla="*/ 191044 w 195079"/>
                <a:gd name="connsiteY25" fmla="*/ 92672 h 240410"/>
                <a:gd name="connsiteX26" fmla="*/ 191044 w 195079"/>
                <a:gd name="connsiteY26" fmla="*/ 95359 h 240410"/>
                <a:gd name="connsiteX27" fmla="*/ 181626 w 195079"/>
                <a:gd name="connsiteY27" fmla="*/ 111475 h 240410"/>
                <a:gd name="connsiteX28" fmla="*/ 174899 w 195079"/>
                <a:gd name="connsiteY28" fmla="*/ 116848 h 240410"/>
                <a:gd name="connsiteX29" fmla="*/ 172208 w 195079"/>
                <a:gd name="connsiteY29" fmla="*/ 123563 h 240410"/>
                <a:gd name="connsiteX30" fmla="*/ 169518 w 195079"/>
                <a:gd name="connsiteY30" fmla="*/ 124906 h 240410"/>
                <a:gd name="connsiteX31" fmla="*/ 165482 w 195079"/>
                <a:gd name="connsiteY31" fmla="*/ 135651 h 240410"/>
                <a:gd name="connsiteX32" fmla="*/ 162791 w 195079"/>
                <a:gd name="connsiteY32" fmla="*/ 135651 h 240410"/>
                <a:gd name="connsiteX33" fmla="*/ 160100 w 195079"/>
                <a:gd name="connsiteY33" fmla="*/ 134308 h 240410"/>
                <a:gd name="connsiteX34" fmla="*/ 160100 w 195079"/>
                <a:gd name="connsiteY34" fmla="*/ 130279 h 240410"/>
                <a:gd name="connsiteX35" fmla="*/ 161445 w 195079"/>
                <a:gd name="connsiteY35" fmla="*/ 127592 h 240410"/>
                <a:gd name="connsiteX36" fmla="*/ 160100 w 195079"/>
                <a:gd name="connsiteY36" fmla="*/ 127592 h 240410"/>
                <a:gd name="connsiteX37" fmla="*/ 157409 w 195079"/>
                <a:gd name="connsiteY37" fmla="*/ 128935 h 240410"/>
                <a:gd name="connsiteX38" fmla="*/ 153373 w 195079"/>
                <a:gd name="connsiteY38" fmla="*/ 135651 h 240410"/>
                <a:gd name="connsiteX39" fmla="*/ 153373 w 195079"/>
                <a:gd name="connsiteY39" fmla="*/ 135651 h 240410"/>
                <a:gd name="connsiteX40" fmla="*/ 154718 w 195079"/>
                <a:gd name="connsiteY40" fmla="*/ 138337 h 240410"/>
                <a:gd name="connsiteX41" fmla="*/ 152028 w 195079"/>
                <a:gd name="connsiteY41" fmla="*/ 139680 h 240410"/>
                <a:gd name="connsiteX42" fmla="*/ 146646 w 195079"/>
                <a:gd name="connsiteY42" fmla="*/ 147738 h 240410"/>
                <a:gd name="connsiteX43" fmla="*/ 146646 w 195079"/>
                <a:gd name="connsiteY43" fmla="*/ 151768 h 240410"/>
                <a:gd name="connsiteX44" fmla="*/ 145301 w 195079"/>
                <a:gd name="connsiteY44" fmla="*/ 157140 h 240410"/>
                <a:gd name="connsiteX45" fmla="*/ 146646 w 195079"/>
                <a:gd name="connsiteY45" fmla="*/ 157140 h 240410"/>
                <a:gd name="connsiteX46" fmla="*/ 149337 w 195079"/>
                <a:gd name="connsiteY46" fmla="*/ 161169 h 240410"/>
                <a:gd name="connsiteX47" fmla="*/ 147991 w 195079"/>
                <a:gd name="connsiteY47" fmla="*/ 161169 h 240410"/>
                <a:gd name="connsiteX48" fmla="*/ 150682 w 195079"/>
                <a:gd name="connsiteY48" fmla="*/ 170571 h 240410"/>
                <a:gd name="connsiteX49" fmla="*/ 153373 w 195079"/>
                <a:gd name="connsiteY49" fmla="*/ 173257 h 240410"/>
                <a:gd name="connsiteX50" fmla="*/ 152028 w 195079"/>
                <a:gd name="connsiteY50" fmla="*/ 175943 h 240410"/>
                <a:gd name="connsiteX51" fmla="*/ 138574 w 195079"/>
                <a:gd name="connsiteY51" fmla="*/ 177286 h 240410"/>
                <a:gd name="connsiteX52" fmla="*/ 135883 w 195079"/>
                <a:gd name="connsiteY52" fmla="*/ 178629 h 240410"/>
                <a:gd name="connsiteX53" fmla="*/ 133192 w 195079"/>
                <a:gd name="connsiteY53" fmla="*/ 177286 h 240410"/>
                <a:gd name="connsiteX54" fmla="*/ 126465 w 195079"/>
                <a:gd name="connsiteY54" fmla="*/ 178629 h 240410"/>
                <a:gd name="connsiteX55" fmla="*/ 117048 w 195079"/>
                <a:gd name="connsiteY55" fmla="*/ 189374 h 240410"/>
                <a:gd name="connsiteX56" fmla="*/ 117048 w 195079"/>
                <a:gd name="connsiteY56" fmla="*/ 197432 h 240410"/>
                <a:gd name="connsiteX57" fmla="*/ 115702 w 195079"/>
                <a:gd name="connsiteY57" fmla="*/ 200119 h 240410"/>
                <a:gd name="connsiteX58" fmla="*/ 110321 w 195079"/>
                <a:gd name="connsiteY58" fmla="*/ 205491 h 240410"/>
                <a:gd name="connsiteX59" fmla="*/ 107630 w 195079"/>
                <a:gd name="connsiteY59" fmla="*/ 204148 h 240410"/>
                <a:gd name="connsiteX60" fmla="*/ 100903 w 195079"/>
                <a:gd name="connsiteY60" fmla="*/ 204148 h 240410"/>
                <a:gd name="connsiteX61" fmla="*/ 91486 w 195079"/>
                <a:gd name="connsiteY61" fmla="*/ 204148 h 240410"/>
                <a:gd name="connsiteX62" fmla="*/ 88795 w 195079"/>
                <a:gd name="connsiteY62" fmla="*/ 206834 h 240410"/>
                <a:gd name="connsiteX63" fmla="*/ 86104 w 195079"/>
                <a:gd name="connsiteY63" fmla="*/ 210863 h 240410"/>
                <a:gd name="connsiteX64" fmla="*/ 86104 w 195079"/>
                <a:gd name="connsiteY64" fmla="*/ 213549 h 240410"/>
                <a:gd name="connsiteX65" fmla="*/ 86104 w 195079"/>
                <a:gd name="connsiteY65" fmla="*/ 216235 h 240410"/>
                <a:gd name="connsiteX66" fmla="*/ 88795 w 195079"/>
                <a:gd name="connsiteY66" fmla="*/ 217579 h 240410"/>
                <a:gd name="connsiteX67" fmla="*/ 87449 w 195079"/>
                <a:gd name="connsiteY67" fmla="*/ 221608 h 240410"/>
                <a:gd name="connsiteX68" fmla="*/ 86104 w 195079"/>
                <a:gd name="connsiteY68" fmla="*/ 221608 h 240410"/>
                <a:gd name="connsiteX69" fmla="*/ 87449 w 195079"/>
                <a:gd name="connsiteY69" fmla="*/ 221608 h 240410"/>
                <a:gd name="connsiteX70" fmla="*/ 80723 w 195079"/>
                <a:gd name="connsiteY70" fmla="*/ 231009 h 240410"/>
                <a:gd name="connsiteX71" fmla="*/ 78032 w 195079"/>
                <a:gd name="connsiteY71" fmla="*/ 232352 h 240410"/>
                <a:gd name="connsiteX72" fmla="*/ 73996 w 195079"/>
                <a:gd name="connsiteY72" fmla="*/ 229666 h 240410"/>
                <a:gd name="connsiteX73" fmla="*/ 68614 w 195079"/>
                <a:gd name="connsiteY73" fmla="*/ 229666 h 240410"/>
                <a:gd name="connsiteX74" fmla="*/ 63233 w 195079"/>
                <a:gd name="connsiteY74" fmla="*/ 229666 h 240410"/>
                <a:gd name="connsiteX75" fmla="*/ 55161 w 195079"/>
                <a:gd name="connsiteY75" fmla="*/ 235038 h 240410"/>
                <a:gd name="connsiteX76" fmla="*/ 48434 w 195079"/>
                <a:gd name="connsiteY76" fmla="*/ 235038 h 240410"/>
                <a:gd name="connsiteX77" fmla="*/ 45743 w 195079"/>
                <a:gd name="connsiteY77" fmla="*/ 240411 h 240410"/>
                <a:gd name="connsiteX78" fmla="*/ 40361 w 195079"/>
                <a:gd name="connsiteY78" fmla="*/ 240411 h 240410"/>
                <a:gd name="connsiteX79" fmla="*/ 39016 w 195079"/>
                <a:gd name="connsiteY79" fmla="*/ 239068 h 240410"/>
                <a:gd name="connsiteX80" fmla="*/ 34980 w 195079"/>
                <a:gd name="connsiteY80" fmla="*/ 240411 h 240410"/>
                <a:gd name="connsiteX81" fmla="*/ 20181 w 195079"/>
                <a:gd name="connsiteY81" fmla="*/ 221608 h 240410"/>
                <a:gd name="connsiteX82" fmla="*/ 24217 w 195079"/>
                <a:gd name="connsiteY82" fmla="*/ 210863 h 240410"/>
                <a:gd name="connsiteX83" fmla="*/ 0 w 195079"/>
                <a:gd name="connsiteY83" fmla="*/ 181315 h 2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95079" h="240410">
                  <a:moveTo>
                    <a:pt x="1345" y="167885"/>
                  </a:moveTo>
                  <a:lnTo>
                    <a:pt x="75341" y="146396"/>
                  </a:lnTo>
                  <a:lnTo>
                    <a:pt x="79377" y="89986"/>
                  </a:lnTo>
                  <a:lnTo>
                    <a:pt x="73996" y="68497"/>
                  </a:lnTo>
                  <a:lnTo>
                    <a:pt x="95522" y="0"/>
                  </a:lnTo>
                  <a:lnTo>
                    <a:pt x="100903" y="0"/>
                  </a:lnTo>
                  <a:lnTo>
                    <a:pt x="102249" y="14774"/>
                  </a:lnTo>
                  <a:lnTo>
                    <a:pt x="110321" y="25519"/>
                  </a:lnTo>
                  <a:lnTo>
                    <a:pt x="111667" y="29548"/>
                  </a:lnTo>
                  <a:lnTo>
                    <a:pt x="126465" y="41635"/>
                  </a:lnTo>
                  <a:lnTo>
                    <a:pt x="131847" y="42979"/>
                  </a:lnTo>
                  <a:lnTo>
                    <a:pt x="135883" y="41635"/>
                  </a:lnTo>
                  <a:lnTo>
                    <a:pt x="141265" y="41635"/>
                  </a:lnTo>
                  <a:lnTo>
                    <a:pt x="152028" y="42979"/>
                  </a:lnTo>
                  <a:lnTo>
                    <a:pt x="158755" y="41635"/>
                  </a:lnTo>
                  <a:lnTo>
                    <a:pt x="162791" y="42979"/>
                  </a:lnTo>
                  <a:lnTo>
                    <a:pt x="169518" y="52380"/>
                  </a:lnTo>
                  <a:lnTo>
                    <a:pt x="172208" y="59096"/>
                  </a:lnTo>
                  <a:lnTo>
                    <a:pt x="176244" y="63125"/>
                  </a:lnTo>
                  <a:lnTo>
                    <a:pt x="178935" y="67154"/>
                  </a:lnTo>
                  <a:lnTo>
                    <a:pt x="188353" y="75212"/>
                  </a:lnTo>
                  <a:lnTo>
                    <a:pt x="192389" y="76556"/>
                  </a:lnTo>
                  <a:lnTo>
                    <a:pt x="195080" y="77899"/>
                  </a:lnTo>
                  <a:lnTo>
                    <a:pt x="193734" y="83271"/>
                  </a:lnTo>
                  <a:lnTo>
                    <a:pt x="191044" y="88643"/>
                  </a:lnTo>
                  <a:lnTo>
                    <a:pt x="191044" y="92672"/>
                  </a:lnTo>
                  <a:lnTo>
                    <a:pt x="191044" y="95359"/>
                  </a:lnTo>
                  <a:lnTo>
                    <a:pt x="181626" y="111475"/>
                  </a:lnTo>
                  <a:lnTo>
                    <a:pt x="174899" y="116848"/>
                  </a:lnTo>
                  <a:lnTo>
                    <a:pt x="172208" y="123563"/>
                  </a:lnTo>
                  <a:lnTo>
                    <a:pt x="169518" y="124906"/>
                  </a:lnTo>
                  <a:lnTo>
                    <a:pt x="165482" y="135651"/>
                  </a:lnTo>
                  <a:lnTo>
                    <a:pt x="162791" y="135651"/>
                  </a:lnTo>
                  <a:lnTo>
                    <a:pt x="160100" y="134308"/>
                  </a:lnTo>
                  <a:lnTo>
                    <a:pt x="160100" y="130279"/>
                  </a:lnTo>
                  <a:lnTo>
                    <a:pt x="161445" y="127592"/>
                  </a:lnTo>
                  <a:lnTo>
                    <a:pt x="160100" y="127592"/>
                  </a:lnTo>
                  <a:lnTo>
                    <a:pt x="157409" y="128935"/>
                  </a:lnTo>
                  <a:lnTo>
                    <a:pt x="153373" y="135651"/>
                  </a:lnTo>
                  <a:lnTo>
                    <a:pt x="153373" y="135651"/>
                  </a:lnTo>
                  <a:lnTo>
                    <a:pt x="154718" y="138337"/>
                  </a:lnTo>
                  <a:lnTo>
                    <a:pt x="152028" y="139680"/>
                  </a:lnTo>
                  <a:lnTo>
                    <a:pt x="146646" y="147738"/>
                  </a:lnTo>
                  <a:lnTo>
                    <a:pt x="146646" y="151768"/>
                  </a:lnTo>
                  <a:lnTo>
                    <a:pt x="145301" y="157140"/>
                  </a:lnTo>
                  <a:lnTo>
                    <a:pt x="146646" y="157140"/>
                  </a:lnTo>
                  <a:lnTo>
                    <a:pt x="149337" y="161169"/>
                  </a:lnTo>
                  <a:lnTo>
                    <a:pt x="147991" y="161169"/>
                  </a:lnTo>
                  <a:lnTo>
                    <a:pt x="150682" y="170571"/>
                  </a:lnTo>
                  <a:lnTo>
                    <a:pt x="153373" y="173257"/>
                  </a:lnTo>
                  <a:lnTo>
                    <a:pt x="152028" y="175943"/>
                  </a:lnTo>
                  <a:lnTo>
                    <a:pt x="138574" y="177286"/>
                  </a:lnTo>
                  <a:lnTo>
                    <a:pt x="135883" y="178629"/>
                  </a:lnTo>
                  <a:lnTo>
                    <a:pt x="133192" y="177286"/>
                  </a:lnTo>
                  <a:lnTo>
                    <a:pt x="126465" y="178629"/>
                  </a:lnTo>
                  <a:lnTo>
                    <a:pt x="117048" y="189374"/>
                  </a:lnTo>
                  <a:lnTo>
                    <a:pt x="117048" y="197432"/>
                  </a:lnTo>
                  <a:lnTo>
                    <a:pt x="115702" y="200119"/>
                  </a:lnTo>
                  <a:lnTo>
                    <a:pt x="110321" y="205491"/>
                  </a:lnTo>
                  <a:lnTo>
                    <a:pt x="107630" y="204148"/>
                  </a:lnTo>
                  <a:lnTo>
                    <a:pt x="100903" y="204148"/>
                  </a:lnTo>
                  <a:lnTo>
                    <a:pt x="91486" y="204148"/>
                  </a:lnTo>
                  <a:lnTo>
                    <a:pt x="88795" y="206834"/>
                  </a:lnTo>
                  <a:lnTo>
                    <a:pt x="86104" y="210863"/>
                  </a:lnTo>
                  <a:lnTo>
                    <a:pt x="86104" y="213549"/>
                  </a:lnTo>
                  <a:lnTo>
                    <a:pt x="86104" y="216235"/>
                  </a:lnTo>
                  <a:lnTo>
                    <a:pt x="88795" y="217579"/>
                  </a:lnTo>
                  <a:lnTo>
                    <a:pt x="87449" y="221608"/>
                  </a:lnTo>
                  <a:lnTo>
                    <a:pt x="86104" y="221608"/>
                  </a:lnTo>
                  <a:lnTo>
                    <a:pt x="87449" y="221608"/>
                  </a:lnTo>
                  <a:lnTo>
                    <a:pt x="80723" y="231009"/>
                  </a:lnTo>
                  <a:lnTo>
                    <a:pt x="78032" y="232352"/>
                  </a:lnTo>
                  <a:lnTo>
                    <a:pt x="73996" y="229666"/>
                  </a:lnTo>
                  <a:lnTo>
                    <a:pt x="68614" y="229666"/>
                  </a:lnTo>
                  <a:lnTo>
                    <a:pt x="63233" y="229666"/>
                  </a:lnTo>
                  <a:lnTo>
                    <a:pt x="55161" y="235038"/>
                  </a:lnTo>
                  <a:lnTo>
                    <a:pt x="48434" y="235038"/>
                  </a:lnTo>
                  <a:lnTo>
                    <a:pt x="45743" y="240411"/>
                  </a:lnTo>
                  <a:lnTo>
                    <a:pt x="40361" y="240411"/>
                  </a:lnTo>
                  <a:lnTo>
                    <a:pt x="39016" y="239068"/>
                  </a:lnTo>
                  <a:lnTo>
                    <a:pt x="34980" y="240411"/>
                  </a:lnTo>
                  <a:lnTo>
                    <a:pt x="20181" y="221608"/>
                  </a:lnTo>
                  <a:lnTo>
                    <a:pt x="24217" y="210863"/>
                  </a:lnTo>
                  <a:lnTo>
                    <a:pt x="0" y="1813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10" name="Freeform 709">
              <a:extLst>
                <a:ext uri="{FF2B5EF4-FFF2-40B4-BE49-F238E27FC236}">
                  <a16:creationId xmlns:a16="http://schemas.microsoft.com/office/drawing/2014/main" id="{0DB9F689-CDB4-3057-C201-81952D4168D0}"/>
                </a:ext>
              </a:extLst>
            </p:cNvPr>
            <p:cNvSpPr/>
            <p:nvPr/>
          </p:nvSpPr>
          <p:spPr>
            <a:xfrm>
              <a:off x="8778585" y="3923931"/>
              <a:ext cx="10762" cy="21489"/>
            </a:xfrm>
            <a:custGeom>
              <a:avLst/>
              <a:gdLst>
                <a:gd name="connsiteX0" fmla="*/ 6727 w 10762"/>
                <a:gd name="connsiteY0" fmla="*/ 21489 h 21489"/>
                <a:gd name="connsiteX1" fmla="*/ 6727 w 10762"/>
                <a:gd name="connsiteY1" fmla="*/ 18803 h 21489"/>
                <a:gd name="connsiteX2" fmla="*/ 9418 w 10762"/>
                <a:gd name="connsiteY2" fmla="*/ 14774 h 21489"/>
                <a:gd name="connsiteX3" fmla="*/ 9418 w 10762"/>
                <a:gd name="connsiteY3" fmla="*/ 8059 h 21489"/>
                <a:gd name="connsiteX4" fmla="*/ 8072 w 10762"/>
                <a:gd name="connsiteY4" fmla="*/ 6715 h 21489"/>
                <a:gd name="connsiteX5" fmla="*/ 9418 w 10762"/>
                <a:gd name="connsiteY5" fmla="*/ 4029 h 21489"/>
                <a:gd name="connsiteX6" fmla="*/ 8072 w 10762"/>
                <a:gd name="connsiteY6" fmla="*/ 2686 h 21489"/>
                <a:gd name="connsiteX7" fmla="*/ 9418 w 10762"/>
                <a:gd name="connsiteY7" fmla="*/ 1343 h 21489"/>
                <a:gd name="connsiteX8" fmla="*/ 10763 w 10762"/>
                <a:gd name="connsiteY8" fmla="*/ 1343 h 21489"/>
                <a:gd name="connsiteX9" fmla="*/ 9418 w 10762"/>
                <a:gd name="connsiteY9" fmla="*/ 0 h 21489"/>
                <a:gd name="connsiteX10" fmla="*/ 6727 w 10762"/>
                <a:gd name="connsiteY10" fmla="*/ 0 h 21489"/>
                <a:gd name="connsiteX11" fmla="*/ 5381 w 10762"/>
                <a:gd name="connsiteY11" fmla="*/ 0 h 21489"/>
                <a:gd name="connsiteX12" fmla="*/ 4036 w 10762"/>
                <a:gd name="connsiteY12" fmla="*/ 6715 h 21489"/>
                <a:gd name="connsiteX13" fmla="*/ 2691 w 10762"/>
                <a:gd name="connsiteY13" fmla="*/ 8059 h 21489"/>
                <a:gd name="connsiteX14" fmla="*/ 1345 w 10762"/>
                <a:gd name="connsiteY14" fmla="*/ 6715 h 21489"/>
                <a:gd name="connsiteX15" fmla="*/ 0 w 10762"/>
                <a:gd name="connsiteY15" fmla="*/ 9402 h 21489"/>
                <a:gd name="connsiteX16" fmla="*/ 0 w 10762"/>
                <a:gd name="connsiteY16" fmla="*/ 12088 h 21489"/>
                <a:gd name="connsiteX17" fmla="*/ 4036 w 10762"/>
                <a:gd name="connsiteY17" fmla="*/ 13431 h 21489"/>
                <a:gd name="connsiteX18" fmla="*/ 4036 w 10762"/>
                <a:gd name="connsiteY18" fmla="*/ 21489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62" h="21489">
                  <a:moveTo>
                    <a:pt x="6727" y="21489"/>
                  </a:moveTo>
                  <a:lnTo>
                    <a:pt x="6727" y="18803"/>
                  </a:lnTo>
                  <a:lnTo>
                    <a:pt x="9418" y="14774"/>
                  </a:lnTo>
                  <a:lnTo>
                    <a:pt x="9418" y="8059"/>
                  </a:lnTo>
                  <a:lnTo>
                    <a:pt x="8072" y="6715"/>
                  </a:lnTo>
                  <a:lnTo>
                    <a:pt x="9418" y="4029"/>
                  </a:lnTo>
                  <a:lnTo>
                    <a:pt x="8072" y="2686"/>
                  </a:lnTo>
                  <a:lnTo>
                    <a:pt x="9418" y="1343"/>
                  </a:lnTo>
                  <a:lnTo>
                    <a:pt x="10763" y="1343"/>
                  </a:lnTo>
                  <a:lnTo>
                    <a:pt x="9418" y="0"/>
                  </a:lnTo>
                  <a:lnTo>
                    <a:pt x="6727" y="0"/>
                  </a:lnTo>
                  <a:lnTo>
                    <a:pt x="5381" y="0"/>
                  </a:lnTo>
                  <a:lnTo>
                    <a:pt x="4036" y="6715"/>
                  </a:lnTo>
                  <a:lnTo>
                    <a:pt x="2691" y="8059"/>
                  </a:lnTo>
                  <a:lnTo>
                    <a:pt x="1345" y="6715"/>
                  </a:lnTo>
                  <a:lnTo>
                    <a:pt x="0" y="9402"/>
                  </a:lnTo>
                  <a:lnTo>
                    <a:pt x="0" y="12088"/>
                  </a:lnTo>
                  <a:lnTo>
                    <a:pt x="4036" y="13431"/>
                  </a:lnTo>
                  <a:lnTo>
                    <a:pt x="4036" y="2148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711" name="Graphic 5">
            <a:extLst>
              <a:ext uri="{FF2B5EF4-FFF2-40B4-BE49-F238E27FC236}">
                <a16:creationId xmlns:a16="http://schemas.microsoft.com/office/drawing/2014/main" id="{6CA54D96-8477-8A6F-5BC6-5D80B868B1D8}"/>
              </a:ext>
            </a:extLst>
          </p:cNvPr>
          <p:cNvGrpSpPr/>
          <p:nvPr/>
        </p:nvGrpSpPr>
        <p:grpSpPr>
          <a:xfrm>
            <a:off x="8447622" y="4125393"/>
            <a:ext cx="316163" cy="194746"/>
            <a:chOff x="8447622" y="4125393"/>
            <a:chExt cx="316163" cy="194746"/>
          </a:xfrm>
          <a:solidFill>
            <a:srgbClr val="E5E5E4"/>
          </a:solidFill>
        </p:grpSpPr>
        <p:sp>
          <p:nvSpPr>
            <p:cNvPr id="712" name="Freeform 711">
              <a:extLst>
                <a:ext uri="{FF2B5EF4-FFF2-40B4-BE49-F238E27FC236}">
                  <a16:creationId xmlns:a16="http://schemas.microsoft.com/office/drawing/2014/main" id="{450872F4-DAA2-1592-F41F-F885AC3E08CD}"/>
                </a:ext>
              </a:extLst>
            </p:cNvPr>
            <p:cNvSpPr/>
            <p:nvPr/>
          </p:nvSpPr>
          <p:spPr>
            <a:xfrm>
              <a:off x="8447622" y="4125393"/>
              <a:ext cx="277147" cy="179972"/>
            </a:xfrm>
            <a:custGeom>
              <a:avLst/>
              <a:gdLst>
                <a:gd name="connsiteX0" fmla="*/ 4036 w 277147"/>
                <a:gd name="connsiteY0" fmla="*/ 73869 h 179972"/>
                <a:gd name="connsiteX1" fmla="*/ 8072 w 277147"/>
                <a:gd name="connsiteY1" fmla="*/ 75212 h 179972"/>
                <a:gd name="connsiteX2" fmla="*/ 12108 w 277147"/>
                <a:gd name="connsiteY2" fmla="*/ 76556 h 179972"/>
                <a:gd name="connsiteX3" fmla="*/ 14799 w 277147"/>
                <a:gd name="connsiteY3" fmla="*/ 71183 h 179972"/>
                <a:gd name="connsiteX4" fmla="*/ 22872 w 277147"/>
                <a:gd name="connsiteY4" fmla="*/ 67154 h 179972"/>
                <a:gd name="connsiteX5" fmla="*/ 17490 w 277147"/>
                <a:gd name="connsiteY5" fmla="*/ 57752 h 179972"/>
                <a:gd name="connsiteX6" fmla="*/ 21526 w 277147"/>
                <a:gd name="connsiteY6" fmla="*/ 45665 h 179972"/>
                <a:gd name="connsiteX7" fmla="*/ 28253 w 277147"/>
                <a:gd name="connsiteY7" fmla="*/ 42979 h 179972"/>
                <a:gd name="connsiteX8" fmla="*/ 36325 w 277147"/>
                <a:gd name="connsiteY8" fmla="*/ 49694 h 179972"/>
                <a:gd name="connsiteX9" fmla="*/ 52470 w 277147"/>
                <a:gd name="connsiteY9" fmla="*/ 49694 h 179972"/>
                <a:gd name="connsiteX10" fmla="*/ 73996 w 277147"/>
                <a:gd name="connsiteY10" fmla="*/ 59096 h 179972"/>
                <a:gd name="connsiteX11" fmla="*/ 96867 w 277147"/>
                <a:gd name="connsiteY11" fmla="*/ 69840 h 179972"/>
                <a:gd name="connsiteX12" fmla="*/ 98213 w 277147"/>
                <a:gd name="connsiteY12" fmla="*/ 94015 h 179972"/>
                <a:gd name="connsiteX13" fmla="*/ 145301 w 277147"/>
                <a:gd name="connsiteY13" fmla="*/ 29548 h 179972"/>
                <a:gd name="connsiteX14" fmla="*/ 243513 w 277147"/>
                <a:gd name="connsiteY14" fmla="*/ 0 h 179972"/>
                <a:gd name="connsiteX15" fmla="*/ 242168 w 277147"/>
                <a:gd name="connsiteY15" fmla="*/ 13431 h 179972"/>
                <a:gd name="connsiteX16" fmla="*/ 266385 w 277147"/>
                <a:gd name="connsiteY16" fmla="*/ 42979 h 179972"/>
                <a:gd name="connsiteX17" fmla="*/ 262348 w 277147"/>
                <a:gd name="connsiteY17" fmla="*/ 53723 h 179972"/>
                <a:gd name="connsiteX18" fmla="*/ 277148 w 277147"/>
                <a:gd name="connsiteY18" fmla="*/ 72526 h 179972"/>
                <a:gd name="connsiteX19" fmla="*/ 271766 w 277147"/>
                <a:gd name="connsiteY19" fmla="*/ 73869 h 179972"/>
                <a:gd name="connsiteX20" fmla="*/ 262348 w 277147"/>
                <a:gd name="connsiteY20" fmla="*/ 75212 h 179972"/>
                <a:gd name="connsiteX21" fmla="*/ 252931 w 277147"/>
                <a:gd name="connsiteY21" fmla="*/ 85957 h 179972"/>
                <a:gd name="connsiteX22" fmla="*/ 251586 w 277147"/>
                <a:gd name="connsiteY22" fmla="*/ 92672 h 179972"/>
                <a:gd name="connsiteX23" fmla="*/ 254276 w 277147"/>
                <a:gd name="connsiteY23" fmla="*/ 95359 h 179972"/>
                <a:gd name="connsiteX24" fmla="*/ 252931 w 277147"/>
                <a:gd name="connsiteY24" fmla="*/ 96702 h 179972"/>
                <a:gd name="connsiteX25" fmla="*/ 254276 w 277147"/>
                <a:gd name="connsiteY25" fmla="*/ 99388 h 179972"/>
                <a:gd name="connsiteX26" fmla="*/ 243513 w 277147"/>
                <a:gd name="connsiteY26" fmla="*/ 102074 h 179972"/>
                <a:gd name="connsiteX27" fmla="*/ 238132 w 277147"/>
                <a:gd name="connsiteY27" fmla="*/ 107446 h 179972"/>
                <a:gd name="connsiteX28" fmla="*/ 228714 w 277147"/>
                <a:gd name="connsiteY28" fmla="*/ 111475 h 179972"/>
                <a:gd name="connsiteX29" fmla="*/ 212570 w 277147"/>
                <a:gd name="connsiteY29" fmla="*/ 114162 h 179972"/>
                <a:gd name="connsiteX30" fmla="*/ 209879 w 277147"/>
                <a:gd name="connsiteY30" fmla="*/ 116848 h 179972"/>
                <a:gd name="connsiteX31" fmla="*/ 180280 w 277147"/>
                <a:gd name="connsiteY31" fmla="*/ 126249 h 179972"/>
                <a:gd name="connsiteX32" fmla="*/ 177590 w 277147"/>
                <a:gd name="connsiteY32" fmla="*/ 126249 h 179972"/>
                <a:gd name="connsiteX33" fmla="*/ 173554 w 277147"/>
                <a:gd name="connsiteY33" fmla="*/ 127592 h 179972"/>
                <a:gd name="connsiteX34" fmla="*/ 168172 w 277147"/>
                <a:gd name="connsiteY34" fmla="*/ 136994 h 179972"/>
                <a:gd name="connsiteX35" fmla="*/ 160100 w 277147"/>
                <a:gd name="connsiteY35" fmla="*/ 143709 h 179972"/>
                <a:gd name="connsiteX36" fmla="*/ 156064 w 277147"/>
                <a:gd name="connsiteY36" fmla="*/ 143709 h 179972"/>
                <a:gd name="connsiteX37" fmla="*/ 154718 w 277147"/>
                <a:gd name="connsiteY37" fmla="*/ 141023 h 179972"/>
                <a:gd name="connsiteX38" fmla="*/ 153373 w 277147"/>
                <a:gd name="connsiteY38" fmla="*/ 143709 h 179972"/>
                <a:gd name="connsiteX39" fmla="*/ 149337 w 277147"/>
                <a:gd name="connsiteY39" fmla="*/ 145052 h 179972"/>
                <a:gd name="connsiteX40" fmla="*/ 145301 w 277147"/>
                <a:gd name="connsiteY40" fmla="*/ 142366 h 179972"/>
                <a:gd name="connsiteX41" fmla="*/ 141265 w 277147"/>
                <a:gd name="connsiteY41" fmla="*/ 142366 h 179972"/>
                <a:gd name="connsiteX42" fmla="*/ 131847 w 277147"/>
                <a:gd name="connsiteY42" fmla="*/ 149082 h 179972"/>
                <a:gd name="connsiteX43" fmla="*/ 131847 w 277147"/>
                <a:gd name="connsiteY43" fmla="*/ 153111 h 179972"/>
                <a:gd name="connsiteX44" fmla="*/ 129156 w 277147"/>
                <a:gd name="connsiteY44" fmla="*/ 154454 h 179972"/>
                <a:gd name="connsiteX45" fmla="*/ 118393 w 277147"/>
                <a:gd name="connsiteY45" fmla="*/ 155797 h 179972"/>
                <a:gd name="connsiteX46" fmla="*/ 106285 w 277147"/>
                <a:gd name="connsiteY46" fmla="*/ 161169 h 179972"/>
                <a:gd name="connsiteX47" fmla="*/ 100903 w 277147"/>
                <a:gd name="connsiteY47" fmla="*/ 159826 h 179972"/>
                <a:gd name="connsiteX48" fmla="*/ 99558 w 277147"/>
                <a:gd name="connsiteY48" fmla="*/ 157140 h 179972"/>
                <a:gd name="connsiteX49" fmla="*/ 92831 w 277147"/>
                <a:gd name="connsiteY49" fmla="*/ 158483 h 179972"/>
                <a:gd name="connsiteX50" fmla="*/ 91486 w 277147"/>
                <a:gd name="connsiteY50" fmla="*/ 157140 h 179972"/>
                <a:gd name="connsiteX51" fmla="*/ 87449 w 277147"/>
                <a:gd name="connsiteY51" fmla="*/ 155797 h 179972"/>
                <a:gd name="connsiteX52" fmla="*/ 83414 w 277147"/>
                <a:gd name="connsiteY52" fmla="*/ 157140 h 179972"/>
                <a:gd name="connsiteX53" fmla="*/ 78032 w 277147"/>
                <a:gd name="connsiteY53" fmla="*/ 161169 h 179972"/>
                <a:gd name="connsiteX54" fmla="*/ 73996 w 277147"/>
                <a:gd name="connsiteY54" fmla="*/ 167885 h 179972"/>
                <a:gd name="connsiteX55" fmla="*/ 72650 w 277147"/>
                <a:gd name="connsiteY55" fmla="*/ 169228 h 179972"/>
                <a:gd name="connsiteX56" fmla="*/ 67269 w 277147"/>
                <a:gd name="connsiteY56" fmla="*/ 175943 h 179972"/>
                <a:gd name="connsiteX57" fmla="*/ 61887 w 277147"/>
                <a:gd name="connsiteY57" fmla="*/ 177286 h 179972"/>
                <a:gd name="connsiteX58" fmla="*/ 59196 w 277147"/>
                <a:gd name="connsiteY58" fmla="*/ 174600 h 179972"/>
                <a:gd name="connsiteX59" fmla="*/ 53815 w 277147"/>
                <a:gd name="connsiteY59" fmla="*/ 174600 h 179972"/>
                <a:gd name="connsiteX60" fmla="*/ 48434 w 277147"/>
                <a:gd name="connsiteY60" fmla="*/ 179972 h 179972"/>
                <a:gd name="connsiteX61" fmla="*/ 44398 w 277147"/>
                <a:gd name="connsiteY61" fmla="*/ 179972 h 179972"/>
                <a:gd name="connsiteX62" fmla="*/ 37671 w 277147"/>
                <a:gd name="connsiteY62" fmla="*/ 177286 h 179972"/>
                <a:gd name="connsiteX63" fmla="*/ 36325 w 277147"/>
                <a:gd name="connsiteY63" fmla="*/ 179972 h 179972"/>
                <a:gd name="connsiteX64" fmla="*/ 30944 w 277147"/>
                <a:gd name="connsiteY64" fmla="*/ 179972 h 179972"/>
                <a:gd name="connsiteX65" fmla="*/ 28253 w 277147"/>
                <a:gd name="connsiteY65" fmla="*/ 175943 h 179972"/>
                <a:gd name="connsiteX66" fmla="*/ 28253 w 277147"/>
                <a:gd name="connsiteY66" fmla="*/ 169228 h 179972"/>
                <a:gd name="connsiteX67" fmla="*/ 21526 w 277147"/>
                <a:gd name="connsiteY67" fmla="*/ 163856 h 179972"/>
                <a:gd name="connsiteX68" fmla="*/ 18835 w 277147"/>
                <a:gd name="connsiteY68" fmla="*/ 157140 h 179972"/>
                <a:gd name="connsiteX69" fmla="*/ 21526 w 277147"/>
                <a:gd name="connsiteY69" fmla="*/ 154454 h 179972"/>
                <a:gd name="connsiteX70" fmla="*/ 21526 w 277147"/>
                <a:gd name="connsiteY70" fmla="*/ 147738 h 179972"/>
                <a:gd name="connsiteX71" fmla="*/ 14799 w 277147"/>
                <a:gd name="connsiteY71" fmla="*/ 141023 h 179972"/>
                <a:gd name="connsiteX72" fmla="*/ 12108 w 277147"/>
                <a:gd name="connsiteY72" fmla="*/ 116848 h 179972"/>
                <a:gd name="connsiteX73" fmla="*/ 5381 w 277147"/>
                <a:gd name="connsiteY73" fmla="*/ 110132 h 179972"/>
                <a:gd name="connsiteX74" fmla="*/ 5381 w 277147"/>
                <a:gd name="connsiteY74" fmla="*/ 106103 h 179972"/>
                <a:gd name="connsiteX75" fmla="*/ 2691 w 277147"/>
                <a:gd name="connsiteY75" fmla="*/ 106103 h 179972"/>
                <a:gd name="connsiteX76" fmla="*/ 0 w 277147"/>
                <a:gd name="connsiteY76" fmla="*/ 102074 h 179972"/>
                <a:gd name="connsiteX77" fmla="*/ 5381 w 277147"/>
                <a:gd name="connsiteY77" fmla="*/ 103417 h 179972"/>
                <a:gd name="connsiteX78" fmla="*/ 5381 w 277147"/>
                <a:gd name="connsiteY78" fmla="*/ 100731 h 179972"/>
                <a:gd name="connsiteX79" fmla="*/ 8072 w 277147"/>
                <a:gd name="connsiteY79" fmla="*/ 100731 h 179972"/>
                <a:gd name="connsiteX80" fmla="*/ 8072 w 277147"/>
                <a:gd name="connsiteY80" fmla="*/ 92672 h 179972"/>
                <a:gd name="connsiteX81" fmla="*/ 5381 w 277147"/>
                <a:gd name="connsiteY81" fmla="*/ 79242 h 17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277147" h="179972">
                  <a:moveTo>
                    <a:pt x="4036" y="73869"/>
                  </a:moveTo>
                  <a:lnTo>
                    <a:pt x="8072" y="75212"/>
                  </a:lnTo>
                  <a:lnTo>
                    <a:pt x="12108" y="76556"/>
                  </a:lnTo>
                  <a:lnTo>
                    <a:pt x="14799" y="71183"/>
                  </a:lnTo>
                  <a:lnTo>
                    <a:pt x="22872" y="67154"/>
                  </a:lnTo>
                  <a:lnTo>
                    <a:pt x="17490" y="57752"/>
                  </a:lnTo>
                  <a:lnTo>
                    <a:pt x="21526" y="45665"/>
                  </a:lnTo>
                  <a:lnTo>
                    <a:pt x="28253" y="42979"/>
                  </a:lnTo>
                  <a:lnTo>
                    <a:pt x="36325" y="49694"/>
                  </a:lnTo>
                  <a:lnTo>
                    <a:pt x="52470" y="49694"/>
                  </a:lnTo>
                  <a:lnTo>
                    <a:pt x="73996" y="59096"/>
                  </a:lnTo>
                  <a:lnTo>
                    <a:pt x="96867" y="69840"/>
                  </a:lnTo>
                  <a:lnTo>
                    <a:pt x="98213" y="94015"/>
                  </a:lnTo>
                  <a:lnTo>
                    <a:pt x="145301" y="29548"/>
                  </a:lnTo>
                  <a:lnTo>
                    <a:pt x="243513" y="0"/>
                  </a:lnTo>
                  <a:lnTo>
                    <a:pt x="242168" y="13431"/>
                  </a:lnTo>
                  <a:lnTo>
                    <a:pt x="266385" y="42979"/>
                  </a:lnTo>
                  <a:lnTo>
                    <a:pt x="262348" y="53723"/>
                  </a:lnTo>
                  <a:lnTo>
                    <a:pt x="277148" y="72526"/>
                  </a:lnTo>
                  <a:lnTo>
                    <a:pt x="271766" y="73869"/>
                  </a:lnTo>
                  <a:lnTo>
                    <a:pt x="262348" y="75212"/>
                  </a:lnTo>
                  <a:lnTo>
                    <a:pt x="252931" y="85957"/>
                  </a:lnTo>
                  <a:lnTo>
                    <a:pt x="251586" y="92672"/>
                  </a:lnTo>
                  <a:lnTo>
                    <a:pt x="254276" y="95359"/>
                  </a:lnTo>
                  <a:lnTo>
                    <a:pt x="252931" y="96702"/>
                  </a:lnTo>
                  <a:lnTo>
                    <a:pt x="254276" y="99388"/>
                  </a:lnTo>
                  <a:lnTo>
                    <a:pt x="243513" y="102074"/>
                  </a:lnTo>
                  <a:lnTo>
                    <a:pt x="238132" y="107446"/>
                  </a:lnTo>
                  <a:lnTo>
                    <a:pt x="228714" y="111475"/>
                  </a:lnTo>
                  <a:lnTo>
                    <a:pt x="212570" y="114162"/>
                  </a:lnTo>
                  <a:lnTo>
                    <a:pt x="209879" y="116848"/>
                  </a:lnTo>
                  <a:lnTo>
                    <a:pt x="180280" y="126249"/>
                  </a:lnTo>
                  <a:lnTo>
                    <a:pt x="177590" y="126249"/>
                  </a:lnTo>
                  <a:lnTo>
                    <a:pt x="173554" y="127592"/>
                  </a:lnTo>
                  <a:lnTo>
                    <a:pt x="168172" y="136994"/>
                  </a:lnTo>
                  <a:lnTo>
                    <a:pt x="160100" y="143709"/>
                  </a:lnTo>
                  <a:lnTo>
                    <a:pt x="156064" y="143709"/>
                  </a:lnTo>
                  <a:lnTo>
                    <a:pt x="154718" y="141023"/>
                  </a:lnTo>
                  <a:lnTo>
                    <a:pt x="153373" y="143709"/>
                  </a:lnTo>
                  <a:lnTo>
                    <a:pt x="149337" y="145052"/>
                  </a:lnTo>
                  <a:lnTo>
                    <a:pt x="145301" y="142366"/>
                  </a:lnTo>
                  <a:lnTo>
                    <a:pt x="141265" y="142366"/>
                  </a:lnTo>
                  <a:lnTo>
                    <a:pt x="131847" y="149082"/>
                  </a:lnTo>
                  <a:lnTo>
                    <a:pt x="131847" y="153111"/>
                  </a:lnTo>
                  <a:lnTo>
                    <a:pt x="129156" y="154454"/>
                  </a:lnTo>
                  <a:lnTo>
                    <a:pt x="118393" y="155797"/>
                  </a:lnTo>
                  <a:lnTo>
                    <a:pt x="106285" y="161169"/>
                  </a:lnTo>
                  <a:lnTo>
                    <a:pt x="100903" y="159826"/>
                  </a:lnTo>
                  <a:lnTo>
                    <a:pt x="99558" y="157140"/>
                  </a:lnTo>
                  <a:lnTo>
                    <a:pt x="92831" y="158483"/>
                  </a:lnTo>
                  <a:lnTo>
                    <a:pt x="91486" y="157140"/>
                  </a:lnTo>
                  <a:lnTo>
                    <a:pt x="87449" y="155797"/>
                  </a:lnTo>
                  <a:lnTo>
                    <a:pt x="83414" y="157140"/>
                  </a:lnTo>
                  <a:lnTo>
                    <a:pt x="78032" y="161169"/>
                  </a:lnTo>
                  <a:lnTo>
                    <a:pt x="73996" y="167885"/>
                  </a:lnTo>
                  <a:lnTo>
                    <a:pt x="72650" y="169228"/>
                  </a:lnTo>
                  <a:lnTo>
                    <a:pt x="67269" y="175943"/>
                  </a:lnTo>
                  <a:lnTo>
                    <a:pt x="61887" y="177286"/>
                  </a:lnTo>
                  <a:lnTo>
                    <a:pt x="59196" y="174600"/>
                  </a:lnTo>
                  <a:lnTo>
                    <a:pt x="53815" y="174600"/>
                  </a:lnTo>
                  <a:lnTo>
                    <a:pt x="48434" y="179972"/>
                  </a:lnTo>
                  <a:lnTo>
                    <a:pt x="44398" y="179972"/>
                  </a:lnTo>
                  <a:lnTo>
                    <a:pt x="37671" y="177286"/>
                  </a:lnTo>
                  <a:lnTo>
                    <a:pt x="36325" y="179972"/>
                  </a:lnTo>
                  <a:lnTo>
                    <a:pt x="30944" y="179972"/>
                  </a:lnTo>
                  <a:lnTo>
                    <a:pt x="28253" y="175943"/>
                  </a:lnTo>
                  <a:lnTo>
                    <a:pt x="28253" y="169228"/>
                  </a:lnTo>
                  <a:lnTo>
                    <a:pt x="21526" y="163856"/>
                  </a:lnTo>
                  <a:lnTo>
                    <a:pt x="18835" y="157140"/>
                  </a:lnTo>
                  <a:lnTo>
                    <a:pt x="21526" y="154454"/>
                  </a:lnTo>
                  <a:lnTo>
                    <a:pt x="21526" y="147738"/>
                  </a:lnTo>
                  <a:lnTo>
                    <a:pt x="14799" y="141023"/>
                  </a:lnTo>
                  <a:lnTo>
                    <a:pt x="12108" y="116848"/>
                  </a:lnTo>
                  <a:lnTo>
                    <a:pt x="5381" y="110132"/>
                  </a:lnTo>
                  <a:lnTo>
                    <a:pt x="5381" y="106103"/>
                  </a:lnTo>
                  <a:lnTo>
                    <a:pt x="2691" y="106103"/>
                  </a:lnTo>
                  <a:lnTo>
                    <a:pt x="0" y="102074"/>
                  </a:lnTo>
                  <a:lnTo>
                    <a:pt x="5381" y="103417"/>
                  </a:lnTo>
                  <a:lnTo>
                    <a:pt x="5381" y="100731"/>
                  </a:lnTo>
                  <a:lnTo>
                    <a:pt x="8072" y="100731"/>
                  </a:lnTo>
                  <a:lnTo>
                    <a:pt x="8072" y="92672"/>
                  </a:lnTo>
                  <a:lnTo>
                    <a:pt x="5381" y="7924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13" name="Freeform 712">
              <a:extLst>
                <a:ext uri="{FF2B5EF4-FFF2-40B4-BE49-F238E27FC236}">
                  <a16:creationId xmlns:a16="http://schemas.microsoft.com/office/drawing/2014/main" id="{34DC90BE-5A79-A224-DE72-1EE87A1FE4E3}"/>
                </a:ext>
              </a:extLst>
            </p:cNvPr>
            <p:cNvSpPr/>
            <p:nvPr/>
          </p:nvSpPr>
          <p:spPr>
            <a:xfrm>
              <a:off x="8700553" y="4317453"/>
              <a:ext cx="12108" cy="2686"/>
            </a:xfrm>
            <a:custGeom>
              <a:avLst/>
              <a:gdLst>
                <a:gd name="connsiteX0" fmla="*/ 0 w 12108"/>
                <a:gd name="connsiteY0" fmla="*/ 1343 h 2686"/>
                <a:gd name="connsiteX1" fmla="*/ 5381 w 12108"/>
                <a:gd name="connsiteY1" fmla="*/ 0 h 2686"/>
                <a:gd name="connsiteX2" fmla="*/ 12108 w 12108"/>
                <a:gd name="connsiteY2" fmla="*/ 1343 h 2686"/>
                <a:gd name="connsiteX3" fmla="*/ 6727 w 12108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08" h="2686">
                  <a:moveTo>
                    <a:pt x="0" y="1343"/>
                  </a:moveTo>
                  <a:lnTo>
                    <a:pt x="5381" y="0"/>
                  </a:lnTo>
                  <a:lnTo>
                    <a:pt x="12108" y="1343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14" name="Freeform 713">
              <a:extLst>
                <a:ext uri="{FF2B5EF4-FFF2-40B4-BE49-F238E27FC236}">
                  <a16:creationId xmlns:a16="http://schemas.microsoft.com/office/drawing/2014/main" id="{091DE690-443B-5ECB-F453-EF37BD40C96E}"/>
                </a:ext>
              </a:extLst>
            </p:cNvPr>
            <p:cNvSpPr/>
            <p:nvPr/>
          </p:nvSpPr>
          <p:spPr>
            <a:xfrm>
              <a:off x="8732842" y="4302679"/>
              <a:ext cx="30943" cy="13430"/>
            </a:xfrm>
            <a:custGeom>
              <a:avLst/>
              <a:gdLst>
                <a:gd name="connsiteX0" fmla="*/ 0 w 30943"/>
                <a:gd name="connsiteY0" fmla="*/ 8058 h 13430"/>
                <a:gd name="connsiteX1" fmla="*/ 2691 w 30943"/>
                <a:gd name="connsiteY1" fmla="*/ 6715 h 13430"/>
                <a:gd name="connsiteX2" fmla="*/ 4036 w 30943"/>
                <a:gd name="connsiteY2" fmla="*/ 2686 h 13430"/>
                <a:gd name="connsiteX3" fmla="*/ 6727 w 30943"/>
                <a:gd name="connsiteY3" fmla="*/ 0 h 13430"/>
                <a:gd name="connsiteX4" fmla="*/ 9417 w 30943"/>
                <a:gd name="connsiteY4" fmla="*/ 0 h 13430"/>
                <a:gd name="connsiteX5" fmla="*/ 12108 w 30943"/>
                <a:gd name="connsiteY5" fmla="*/ 2686 h 13430"/>
                <a:gd name="connsiteX6" fmla="*/ 14799 w 30943"/>
                <a:gd name="connsiteY6" fmla="*/ 4029 h 13430"/>
                <a:gd name="connsiteX7" fmla="*/ 18835 w 30943"/>
                <a:gd name="connsiteY7" fmla="*/ 2686 h 13430"/>
                <a:gd name="connsiteX8" fmla="*/ 24217 w 30943"/>
                <a:gd name="connsiteY8" fmla="*/ 1343 h 13430"/>
                <a:gd name="connsiteX9" fmla="*/ 26908 w 30943"/>
                <a:gd name="connsiteY9" fmla="*/ 2686 h 13430"/>
                <a:gd name="connsiteX10" fmla="*/ 30943 w 30943"/>
                <a:gd name="connsiteY10" fmla="*/ 4029 h 13430"/>
                <a:gd name="connsiteX11" fmla="*/ 30943 w 30943"/>
                <a:gd name="connsiteY11" fmla="*/ 5372 h 13430"/>
                <a:gd name="connsiteX12" fmla="*/ 29598 w 30943"/>
                <a:gd name="connsiteY12" fmla="*/ 8058 h 13430"/>
                <a:gd name="connsiteX13" fmla="*/ 25562 w 30943"/>
                <a:gd name="connsiteY13" fmla="*/ 8058 h 13430"/>
                <a:gd name="connsiteX14" fmla="*/ 20181 w 30943"/>
                <a:gd name="connsiteY14" fmla="*/ 12088 h 13430"/>
                <a:gd name="connsiteX15" fmla="*/ 12108 w 30943"/>
                <a:gd name="connsiteY15" fmla="*/ 13431 h 13430"/>
                <a:gd name="connsiteX16" fmla="*/ 6727 w 30943"/>
                <a:gd name="connsiteY16" fmla="*/ 12088 h 13430"/>
                <a:gd name="connsiteX17" fmla="*/ 4036 w 30943"/>
                <a:gd name="connsiteY17" fmla="*/ 940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43" h="13430">
                  <a:moveTo>
                    <a:pt x="0" y="8058"/>
                  </a:moveTo>
                  <a:lnTo>
                    <a:pt x="2691" y="6715"/>
                  </a:lnTo>
                  <a:lnTo>
                    <a:pt x="4036" y="2686"/>
                  </a:lnTo>
                  <a:lnTo>
                    <a:pt x="6727" y="0"/>
                  </a:lnTo>
                  <a:lnTo>
                    <a:pt x="9417" y="0"/>
                  </a:lnTo>
                  <a:lnTo>
                    <a:pt x="12108" y="2686"/>
                  </a:lnTo>
                  <a:lnTo>
                    <a:pt x="14799" y="4029"/>
                  </a:lnTo>
                  <a:lnTo>
                    <a:pt x="18835" y="2686"/>
                  </a:lnTo>
                  <a:lnTo>
                    <a:pt x="24217" y="1343"/>
                  </a:lnTo>
                  <a:lnTo>
                    <a:pt x="26908" y="2686"/>
                  </a:lnTo>
                  <a:lnTo>
                    <a:pt x="30943" y="4029"/>
                  </a:lnTo>
                  <a:lnTo>
                    <a:pt x="30943" y="5372"/>
                  </a:lnTo>
                  <a:lnTo>
                    <a:pt x="29598" y="8058"/>
                  </a:lnTo>
                  <a:lnTo>
                    <a:pt x="25562" y="8058"/>
                  </a:lnTo>
                  <a:lnTo>
                    <a:pt x="20181" y="12088"/>
                  </a:lnTo>
                  <a:lnTo>
                    <a:pt x="12108" y="13431"/>
                  </a:lnTo>
                  <a:lnTo>
                    <a:pt x="6727" y="12088"/>
                  </a:lnTo>
                  <a:lnTo>
                    <a:pt x="4036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715" name="Freeform 714">
            <a:extLst>
              <a:ext uri="{FF2B5EF4-FFF2-40B4-BE49-F238E27FC236}">
                <a16:creationId xmlns:a16="http://schemas.microsoft.com/office/drawing/2014/main" id="{046A898F-0478-E7D0-3BD0-5804083B80B1}"/>
              </a:ext>
            </a:extLst>
          </p:cNvPr>
          <p:cNvSpPr/>
          <p:nvPr/>
        </p:nvSpPr>
        <p:spPr>
          <a:xfrm>
            <a:off x="7971359" y="3782908"/>
            <a:ext cx="324235" cy="272644"/>
          </a:xfrm>
          <a:custGeom>
            <a:avLst/>
            <a:gdLst>
              <a:gd name="connsiteX0" fmla="*/ 258312 w 324235"/>
              <a:gd name="connsiteY0" fmla="*/ 65811 h 272644"/>
              <a:gd name="connsiteX1" fmla="*/ 254276 w 324235"/>
              <a:gd name="connsiteY1" fmla="*/ 80585 h 272644"/>
              <a:gd name="connsiteX2" fmla="*/ 254276 w 324235"/>
              <a:gd name="connsiteY2" fmla="*/ 85957 h 272644"/>
              <a:gd name="connsiteX3" fmla="*/ 250240 w 324235"/>
              <a:gd name="connsiteY3" fmla="*/ 94015 h 272644"/>
              <a:gd name="connsiteX4" fmla="*/ 252931 w 324235"/>
              <a:gd name="connsiteY4" fmla="*/ 95359 h 272644"/>
              <a:gd name="connsiteX5" fmla="*/ 251586 w 324235"/>
              <a:gd name="connsiteY5" fmla="*/ 104760 h 272644"/>
              <a:gd name="connsiteX6" fmla="*/ 247549 w 324235"/>
              <a:gd name="connsiteY6" fmla="*/ 108789 h 272644"/>
              <a:gd name="connsiteX7" fmla="*/ 246204 w 324235"/>
              <a:gd name="connsiteY7" fmla="*/ 111475 h 272644"/>
              <a:gd name="connsiteX8" fmla="*/ 246204 w 324235"/>
              <a:gd name="connsiteY8" fmla="*/ 110132 h 272644"/>
              <a:gd name="connsiteX9" fmla="*/ 239477 w 324235"/>
              <a:gd name="connsiteY9" fmla="*/ 106103 h 272644"/>
              <a:gd name="connsiteX10" fmla="*/ 226023 w 324235"/>
              <a:gd name="connsiteY10" fmla="*/ 92672 h 272644"/>
              <a:gd name="connsiteX11" fmla="*/ 224678 w 324235"/>
              <a:gd name="connsiteY11" fmla="*/ 88643 h 272644"/>
              <a:gd name="connsiteX12" fmla="*/ 217951 w 324235"/>
              <a:gd name="connsiteY12" fmla="*/ 84614 h 272644"/>
              <a:gd name="connsiteX13" fmla="*/ 215260 w 324235"/>
              <a:gd name="connsiteY13" fmla="*/ 80585 h 272644"/>
              <a:gd name="connsiteX14" fmla="*/ 215260 w 324235"/>
              <a:gd name="connsiteY14" fmla="*/ 75212 h 272644"/>
              <a:gd name="connsiteX15" fmla="*/ 205842 w 324235"/>
              <a:gd name="connsiteY15" fmla="*/ 67154 h 272644"/>
              <a:gd name="connsiteX16" fmla="*/ 204497 w 324235"/>
              <a:gd name="connsiteY16" fmla="*/ 63125 h 272644"/>
              <a:gd name="connsiteX17" fmla="*/ 203152 w 324235"/>
              <a:gd name="connsiteY17" fmla="*/ 60438 h 272644"/>
              <a:gd name="connsiteX18" fmla="*/ 200461 w 324235"/>
              <a:gd name="connsiteY18" fmla="*/ 53723 h 272644"/>
              <a:gd name="connsiteX19" fmla="*/ 197771 w 324235"/>
              <a:gd name="connsiteY19" fmla="*/ 53723 h 272644"/>
              <a:gd name="connsiteX20" fmla="*/ 197771 w 324235"/>
              <a:gd name="connsiteY20" fmla="*/ 52380 h 272644"/>
              <a:gd name="connsiteX21" fmla="*/ 196425 w 324235"/>
              <a:gd name="connsiteY21" fmla="*/ 53723 h 272644"/>
              <a:gd name="connsiteX22" fmla="*/ 196425 w 324235"/>
              <a:gd name="connsiteY22" fmla="*/ 57752 h 272644"/>
              <a:gd name="connsiteX23" fmla="*/ 196425 w 324235"/>
              <a:gd name="connsiteY23" fmla="*/ 60438 h 272644"/>
              <a:gd name="connsiteX24" fmla="*/ 201806 w 324235"/>
              <a:gd name="connsiteY24" fmla="*/ 68497 h 272644"/>
              <a:gd name="connsiteX25" fmla="*/ 201806 w 324235"/>
              <a:gd name="connsiteY25" fmla="*/ 73869 h 272644"/>
              <a:gd name="connsiteX26" fmla="*/ 211224 w 324235"/>
              <a:gd name="connsiteY26" fmla="*/ 85957 h 272644"/>
              <a:gd name="connsiteX27" fmla="*/ 212569 w 324235"/>
              <a:gd name="connsiteY27" fmla="*/ 89986 h 272644"/>
              <a:gd name="connsiteX28" fmla="*/ 227369 w 324235"/>
              <a:gd name="connsiteY28" fmla="*/ 102074 h 272644"/>
              <a:gd name="connsiteX29" fmla="*/ 230059 w 324235"/>
              <a:gd name="connsiteY29" fmla="*/ 106103 h 272644"/>
              <a:gd name="connsiteX30" fmla="*/ 228714 w 324235"/>
              <a:gd name="connsiteY30" fmla="*/ 110132 h 272644"/>
              <a:gd name="connsiteX31" fmla="*/ 228714 w 324235"/>
              <a:gd name="connsiteY31" fmla="*/ 114162 h 272644"/>
              <a:gd name="connsiteX32" fmla="*/ 238132 w 324235"/>
              <a:gd name="connsiteY32" fmla="*/ 123563 h 272644"/>
              <a:gd name="connsiteX33" fmla="*/ 238132 w 324235"/>
              <a:gd name="connsiteY33" fmla="*/ 126249 h 272644"/>
              <a:gd name="connsiteX34" fmla="*/ 240822 w 324235"/>
              <a:gd name="connsiteY34" fmla="*/ 130279 h 272644"/>
              <a:gd name="connsiteX35" fmla="*/ 242168 w 324235"/>
              <a:gd name="connsiteY35" fmla="*/ 139680 h 272644"/>
              <a:gd name="connsiteX36" fmla="*/ 244859 w 324235"/>
              <a:gd name="connsiteY36" fmla="*/ 143709 h 272644"/>
              <a:gd name="connsiteX37" fmla="*/ 243513 w 324235"/>
              <a:gd name="connsiteY37" fmla="*/ 150425 h 272644"/>
              <a:gd name="connsiteX38" fmla="*/ 261003 w 324235"/>
              <a:gd name="connsiteY38" fmla="*/ 173257 h 272644"/>
              <a:gd name="connsiteX39" fmla="*/ 261003 w 324235"/>
              <a:gd name="connsiteY39" fmla="*/ 181315 h 272644"/>
              <a:gd name="connsiteX40" fmla="*/ 266384 w 324235"/>
              <a:gd name="connsiteY40" fmla="*/ 184002 h 272644"/>
              <a:gd name="connsiteX41" fmla="*/ 275802 w 324235"/>
              <a:gd name="connsiteY41" fmla="*/ 198775 h 272644"/>
              <a:gd name="connsiteX42" fmla="*/ 278493 w 324235"/>
              <a:gd name="connsiteY42" fmla="*/ 205491 h 272644"/>
              <a:gd name="connsiteX43" fmla="*/ 281184 w 324235"/>
              <a:gd name="connsiteY43" fmla="*/ 209520 h 272644"/>
              <a:gd name="connsiteX44" fmla="*/ 281184 w 324235"/>
              <a:gd name="connsiteY44" fmla="*/ 208177 h 272644"/>
              <a:gd name="connsiteX45" fmla="*/ 283875 w 324235"/>
              <a:gd name="connsiteY45" fmla="*/ 208177 h 272644"/>
              <a:gd name="connsiteX46" fmla="*/ 287911 w 324235"/>
              <a:gd name="connsiteY46" fmla="*/ 214892 h 272644"/>
              <a:gd name="connsiteX47" fmla="*/ 290601 w 324235"/>
              <a:gd name="connsiteY47" fmla="*/ 216235 h 272644"/>
              <a:gd name="connsiteX48" fmla="*/ 293292 w 324235"/>
              <a:gd name="connsiteY48" fmla="*/ 218922 h 272644"/>
              <a:gd name="connsiteX49" fmla="*/ 285220 w 324235"/>
              <a:gd name="connsiteY49" fmla="*/ 218922 h 272644"/>
              <a:gd name="connsiteX50" fmla="*/ 283875 w 324235"/>
              <a:gd name="connsiteY50" fmla="*/ 217579 h 272644"/>
              <a:gd name="connsiteX51" fmla="*/ 282529 w 324235"/>
              <a:gd name="connsiteY51" fmla="*/ 218922 h 272644"/>
              <a:gd name="connsiteX52" fmla="*/ 283875 w 324235"/>
              <a:gd name="connsiteY52" fmla="*/ 222951 h 272644"/>
              <a:gd name="connsiteX53" fmla="*/ 285220 w 324235"/>
              <a:gd name="connsiteY53" fmla="*/ 229666 h 272644"/>
              <a:gd name="connsiteX54" fmla="*/ 283875 w 324235"/>
              <a:gd name="connsiteY54" fmla="*/ 232352 h 272644"/>
              <a:gd name="connsiteX55" fmla="*/ 287911 w 324235"/>
              <a:gd name="connsiteY55" fmla="*/ 245783 h 272644"/>
              <a:gd name="connsiteX56" fmla="*/ 295983 w 324235"/>
              <a:gd name="connsiteY56" fmla="*/ 251156 h 272644"/>
              <a:gd name="connsiteX57" fmla="*/ 301364 w 324235"/>
              <a:gd name="connsiteY57" fmla="*/ 251156 h 272644"/>
              <a:gd name="connsiteX58" fmla="*/ 304055 w 324235"/>
              <a:gd name="connsiteY58" fmla="*/ 249812 h 272644"/>
              <a:gd name="connsiteX59" fmla="*/ 308091 w 324235"/>
              <a:gd name="connsiteY59" fmla="*/ 256528 h 272644"/>
              <a:gd name="connsiteX60" fmla="*/ 312128 w 324235"/>
              <a:gd name="connsiteY60" fmla="*/ 257871 h 272644"/>
              <a:gd name="connsiteX61" fmla="*/ 314818 w 324235"/>
              <a:gd name="connsiteY61" fmla="*/ 261900 h 272644"/>
              <a:gd name="connsiteX62" fmla="*/ 320199 w 324235"/>
              <a:gd name="connsiteY62" fmla="*/ 268615 h 272644"/>
              <a:gd name="connsiteX63" fmla="*/ 324236 w 324235"/>
              <a:gd name="connsiteY63" fmla="*/ 269959 h 272644"/>
              <a:gd name="connsiteX64" fmla="*/ 324236 w 324235"/>
              <a:gd name="connsiteY64" fmla="*/ 269959 h 272644"/>
              <a:gd name="connsiteX65" fmla="*/ 14799 w 324235"/>
              <a:gd name="connsiteY65" fmla="*/ 272645 h 272644"/>
              <a:gd name="connsiteX66" fmla="*/ 5381 w 324235"/>
              <a:gd name="connsiteY66" fmla="*/ 67154 h 272644"/>
              <a:gd name="connsiteX67" fmla="*/ 2691 w 324235"/>
              <a:gd name="connsiteY67" fmla="*/ 53723 h 272644"/>
              <a:gd name="connsiteX68" fmla="*/ 0 w 324235"/>
              <a:gd name="connsiteY68" fmla="*/ 47008 h 272644"/>
              <a:gd name="connsiteX69" fmla="*/ 2691 w 324235"/>
              <a:gd name="connsiteY69" fmla="*/ 38949 h 272644"/>
              <a:gd name="connsiteX70" fmla="*/ 6727 w 324235"/>
              <a:gd name="connsiteY70" fmla="*/ 29548 h 272644"/>
              <a:gd name="connsiteX71" fmla="*/ 6727 w 324235"/>
              <a:gd name="connsiteY71" fmla="*/ 24175 h 272644"/>
              <a:gd name="connsiteX72" fmla="*/ 2691 w 324235"/>
              <a:gd name="connsiteY72" fmla="*/ 17460 h 272644"/>
              <a:gd name="connsiteX73" fmla="*/ 5381 w 324235"/>
              <a:gd name="connsiteY73" fmla="*/ 5372 h 272644"/>
              <a:gd name="connsiteX74" fmla="*/ 6727 w 324235"/>
              <a:gd name="connsiteY74" fmla="*/ 1343 h 272644"/>
              <a:gd name="connsiteX75" fmla="*/ 6727 w 324235"/>
              <a:gd name="connsiteY75" fmla="*/ 1343 h 272644"/>
              <a:gd name="connsiteX76" fmla="*/ 9418 w 324235"/>
              <a:gd name="connsiteY76" fmla="*/ 1343 h 272644"/>
              <a:gd name="connsiteX77" fmla="*/ 22872 w 324235"/>
              <a:gd name="connsiteY77" fmla="*/ 0 h 272644"/>
              <a:gd name="connsiteX78" fmla="*/ 32289 w 324235"/>
              <a:gd name="connsiteY78" fmla="*/ 4029 h 272644"/>
              <a:gd name="connsiteX79" fmla="*/ 52470 w 324235"/>
              <a:gd name="connsiteY79" fmla="*/ 5372 h 272644"/>
              <a:gd name="connsiteX80" fmla="*/ 61887 w 324235"/>
              <a:gd name="connsiteY80" fmla="*/ 6715 h 272644"/>
              <a:gd name="connsiteX81" fmla="*/ 68614 w 324235"/>
              <a:gd name="connsiteY81" fmla="*/ 12088 h 272644"/>
              <a:gd name="connsiteX82" fmla="*/ 71305 w 324235"/>
              <a:gd name="connsiteY82" fmla="*/ 9402 h 272644"/>
              <a:gd name="connsiteX83" fmla="*/ 73996 w 324235"/>
              <a:gd name="connsiteY83" fmla="*/ 9402 h 272644"/>
              <a:gd name="connsiteX84" fmla="*/ 82068 w 324235"/>
              <a:gd name="connsiteY84" fmla="*/ 14774 h 272644"/>
              <a:gd name="connsiteX85" fmla="*/ 91485 w 324235"/>
              <a:gd name="connsiteY85" fmla="*/ 14774 h 272644"/>
              <a:gd name="connsiteX86" fmla="*/ 96867 w 324235"/>
              <a:gd name="connsiteY86" fmla="*/ 14774 h 272644"/>
              <a:gd name="connsiteX87" fmla="*/ 106285 w 324235"/>
              <a:gd name="connsiteY87" fmla="*/ 20146 h 272644"/>
              <a:gd name="connsiteX88" fmla="*/ 115702 w 324235"/>
              <a:gd name="connsiteY88" fmla="*/ 20146 h 272644"/>
              <a:gd name="connsiteX89" fmla="*/ 115702 w 324235"/>
              <a:gd name="connsiteY89" fmla="*/ 18803 h 272644"/>
              <a:gd name="connsiteX90" fmla="*/ 121084 w 324235"/>
              <a:gd name="connsiteY90" fmla="*/ 13431 h 272644"/>
              <a:gd name="connsiteX91" fmla="*/ 127811 w 324235"/>
              <a:gd name="connsiteY91" fmla="*/ 10745 h 272644"/>
              <a:gd name="connsiteX92" fmla="*/ 131847 w 324235"/>
              <a:gd name="connsiteY92" fmla="*/ 9402 h 272644"/>
              <a:gd name="connsiteX93" fmla="*/ 138574 w 324235"/>
              <a:gd name="connsiteY93" fmla="*/ 5372 h 272644"/>
              <a:gd name="connsiteX94" fmla="*/ 141265 w 324235"/>
              <a:gd name="connsiteY94" fmla="*/ 2686 h 272644"/>
              <a:gd name="connsiteX95" fmla="*/ 149337 w 324235"/>
              <a:gd name="connsiteY95" fmla="*/ 2686 h 272644"/>
              <a:gd name="connsiteX96" fmla="*/ 154718 w 324235"/>
              <a:gd name="connsiteY96" fmla="*/ 2686 h 272644"/>
              <a:gd name="connsiteX97" fmla="*/ 150682 w 324235"/>
              <a:gd name="connsiteY97" fmla="*/ 4029 h 272644"/>
              <a:gd name="connsiteX98" fmla="*/ 145301 w 324235"/>
              <a:gd name="connsiteY98" fmla="*/ 4029 h 272644"/>
              <a:gd name="connsiteX99" fmla="*/ 145301 w 324235"/>
              <a:gd name="connsiteY99" fmla="*/ 5372 h 272644"/>
              <a:gd name="connsiteX100" fmla="*/ 146646 w 324235"/>
              <a:gd name="connsiteY100" fmla="*/ 8059 h 272644"/>
              <a:gd name="connsiteX101" fmla="*/ 152027 w 324235"/>
              <a:gd name="connsiteY101" fmla="*/ 5372 h 272644"/>
              <a:gd name="connsiteX102" fmla="*/ 157409 w 324235"/>
              <a:gd name="connsiteY102" fmla="*/ 5372 h 272644"/>
              <a:gd name="connsiteX103" fmla="*/ 162791 w 324235"/>
              <a:gd name="connsiteY103" fmla="*/ 5372 h 272644"/>
              <a:gd name="connsiteX104" fmla="*/ 161445 w 324235"/>
              <a:gd name="connsiteY104" fmla="*/ 4029 h 272644"/>
              <a:gd name="connsiteX105" fmla="*/ 157409 w 324235"/>
              <a:gd name="connsiteY105" fmla="*/ 2686 h 272644"/>
              <a:gd name="connsiteX106" fmla="*/ 158754 w 324235"/>
              <a:gd name="connsiteY106" fmla="*/ 1343 h 272644"/>
              <a:gd name="connsiteX107" fmla="*/ 168172 w 324235"/>
              <a:gd name="connsiteY107" fmla="*/ 4029 h 272644"/>
              <a:gd name="connsiteX108" fmla="*/ 173554 w 324235"/>
              <a:gd name="connsiteY108" fmla="*/ 5372 h 272644"/>
              <a:gd name="connsiteX109" fmla="*/ 177590 w 324235"/>
              <a:gd name="connsiteY109" fmla="*/ 4029 h 272644"/>
              <a:gd name="connsiteX110" fmla="*/ 180280 w 324235"/>
              <a:gd name="connsiteY110" fmla="*/ 6715 h 272644"/>
              <a:gd name="connsiteX111" fmla="*/ 177590 w 324235"/>
              <a:gd name="connsiteY111" fmla="*/ 8059 h 272644"/>
              <a:gd name="connsiteX112" fmla="*/ 178935 w 324235"/>
              <a:gd name="connsiteY112" fmla="*/ 12088 h 272644"/>
              <a:gd name="connsiteX113" fmla="*/ 184317 w 324235"/>
              <a:gd name="connsiteY113" fmla="*/ 16117 h 272644"/>
              <a:gd name="connsiteX114" fmla="*/ 187007 w 324235"/>
              <a:gd name="connsiteY114" fmla="*/ 20146 h 272644"/>
              <a:gd name="connsiteX115" fmla="*/ 187007 w 324235"/>
              <a:gd name="connsiteY115" fmla="*/ 17460 h 272644"/>
              <a:gd name="connsiteX116" fmla="*/ 184317 w 324235"/>
              <a:gd name="connsiteY116" fmla="*/ 12088 h 272644"/>
              <a:gd name="connsiteX117" fmla="*/ 185662 w 324235"/>
              <a:gd name="connsiteY117" fmla="*/ 8059 h 272644"/>
              <a:gd name="connsiteX118" fmla="*/ 195080 w 324235"/>
              <a:gd name="connsiteY118" fmla="*/ 14774 h 272644"/>
              <a:gd name="connsiteX119" fmla="*/ 207188 w 324235"/>
              <a:gd name="connsiteY119" fmla="*/ 10745 h 272644"/>
              <a:gd name="connsiteX120" fmla="*/ 224678 w 324235"/>
              <a:gd name="connsiteY120" fmla="*/ 13431 h 272644"/>
              <a:gd name="connsiteX121" fmla="*/ 231405 w 324235"/>
              <a:gd name="connsiteY121" fmla="*/ 10745 h 272644"/>
              <a:gd name="connsiteX122" fmla="*/ 234095 w 324235"/>
              <a:gd name="connsiteY122" fmla="*/ 6715 h 272644"/>
              <a:gd name="connsiteX123" fmla="*/ 236786 w 324235"/>
              <a:gd name="connsiteY123" fmla="*/ 8059 h 272644"/>
              <a:gd name="connsiteX124" fmla="*/ 242168 w 324235"/>
              <a:gd name="connsiteY124" fmla="*/ 14774 h 272644"/>
              <a:gd name="connsiteX125" fmla="*/ 244859 w 324235"/>
              <a:gd name="connsiteY125" fmla="*/ 24175 h 272644"/>
              <a:gd name="connsiteX126" fmla="*/ 252931 w 324235"/>
              <a:gd name="connsiteY126" fmla="*/ 36263 h 272644"/>
              <a:gd name="connsiteX127" fmla="*/ 258312 w 324235"/>
              <a:gd name="connsiteY127" fmla="*/ 49694 h 272644"/>
              <a:gd name="connsiteX128" fmla="*/ 255622 w 324235"/>
              <a:gd name="connsiteY128" fmla="*/ 55066 h 272644"/>
              <a:gd name="connsiteX129" fmla="*/ 259658 w 324235"/>
              <a:gd name="connsiteY129" fmla="*/ 64468 h 27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324235" h="272644">
                <a:moveTo>
                  <a:pt x="258312" y="65811"/>
                </a:moveTo>
                <a:lnTo>
                  <a:pt x="254276" y="80585"/>
                </a:lnTo>
                <a:lnTo>
                  <a:pt x="254276" y="85957"/>
                </a:lnTo>
                <a:lnTo>
                  <a:pt x="250240" y="94015"/>
                </a:lnTo>
                <a:lnTo>
                  <a:pt x="252931" y="95359"/>
                </a:lnTo>
                <a:lnTo>
                  <a:pt x="251586" y="104760"/>
                </a:lnTo>
                <a:lnTo>
                  <a:pt x="247549" y="108789"/>
                </a:lnTo>
                <a:lnTo>
                  <a:pt x="246204" y="111475"/>
                </a:lnTo>
                <a:lnTo>
                  <a:pt x="246204" y="110132"/>
                </a:lnTo>
                <a:lnTo>
                  <a:pt x="239477" y="106103"/>
                </a:lnTo>
                <a:lnTo>
                  <a:pt x="226023" y="92672"/>
                </a:lnTo>
                <a:lnTo>
                  <a:pt x="224678" y="88643"/>
                </a:lnTo>
                <a:lnTo>
                  <a:pt x="217951" y="84614"/>
                </a:lnTo>
                <a:lnTo>
                  <a:pt x="215260" y="80585"/>
                </a:lnTo>
                <a:lnTo>
                  <a:pt x="215260" y="75212"/>
                </a:lnTo>
                <a:lnTo>
                  <a:pt x="205842" y="67154"/>
                </a:lnTo>
                <a:lnTo>
                  <a:pt x="204497" y="63125"/>
                </a:lnTo>
                <a:lnTo>
                  <a:pt x="203152" y="60438"/>
                </a:lnTo>
                <a:lnTo>
                  <a:pt x="200461" y="53723"/>
                </a:lnTo>
                <a:lnTo>
                  <a:pt x="197771" y="53723"/>
                </a:lnTo>
                <a:lnTo>
                  <a:pt x="197771" y="52380"/>
                </a:lnTo>
                <a:lnTo>
                  <a:pt x="196425" y="53723"/>
                </a:lnTo>
                <a:lnTo>
                  <a:pt x="196425" y="57752"/>
                </a:lnTo>
                <a:lnTo>
                  <a:pt x="196425" y="60438"/>
                </a:lnTo>
                <a:lnTo>
                  <a:pt x="201806" y="68497"/>
                </a:lnTo>
                <a:lnTo>
                  <a:pt x="201806" y="73869"/>
                </a:lnTo>
                <a:lnTo>
                  <a:pt x="211224" y="85957"/>
                </a:lnTo>
                <a:lnTo>
                  <a:pt x="212569" y="89986"/>
                </a:lnTo>
                <a:lnTo>
                  <a:pt x="227369" y="102074"/>
                </a:lnTo>
                <a:lnTo>
                  <a:pt x="230059" y="106103"/>
                </a:lnTo>
                <a:lnTo>
                  <a:pt x="228714" y="110132"/>
                </a:lnTo>
                <a:lnTo>
                  <a:pt x="228714" y="114162"/>
                </a:lnTo>
                <a:lnTo>
                  <a:pt x="238132" y="123563"/>
                </a:lnTo>
                <a:lnTo>
                  <a:pt x="238132" y="126249"/>
                </a:lnTo>
                <a:lnTo>
                  <a:pt x="240822" y="130279"/>
                </a:lnTo>
                <a:lnTo>
                  <a:pt x="242168" y="139680"/>
                </a:lnTo>
                <a:lnTo>
                  <a:pt x="244859" y="143709"/>
                </a:lnTo>
                <a:lnTo>
                  <a:pt x="243513" y="150425"/>
                </a:lnTo>
                <a:lnTo>
                  <a:pt x="261003" y="173257"/>
                </a:lnTo>
                <a:lnTo>
                  <a:pt x="261003" y="181315"/>
                </a:lnTo>
                <a:lnTo>
                  <a:pt x="266384" y="184002"/>
                </a:lnTo>
                <a:lnTo>
                  <a:pt x="275802" y="198775"/>
                </a:lnTo>
                <a:lnTo>
                  <a:pt x="278493" y="205491"/>
                </a:lnTo>
                <a:lnTo>
                  <a:pt x="281184" y="209520"/>
                </a:lnTo>
                <a:lnTo>
                  <a:pt x="281184" y="208177"/>
                </a:lnTo>
                <a:lnTo>
                  <a:pt x="283875" y="208177"/>
                </a:lnTo>
                <a:lnTo>
                  <a:pt x="287911" y="214892"/>
                </a:lnTo>
                <a:lnTo>
                  <a:pt x="290601" y="216235"/>
                </a:lnTo>
                <a:lnTo>
                  <a:pt x="293292" y="218922"/>
                </a:lnTo>
                <a:lnTo>
                  <a:pt x="285220" y="218922"/>
                </a:lnTo>
                <a:lnTo>
                  <a:pt x="283875" y="217579"/>
                </a:lnTo>
                <a:lnTo>
                  <a:pt x="282529" y="218922"/>
                </a:lnTo>
                <a:lnTo>
                  <a:pt x="283875" y="222951"/>
                </a:lnTo>
                <a:lnTo>
                  <a:pt x="285220" y="229666"/>
                </a:lnTo>
                <a:lnTo>
                  <a:pt x="283875" y="232352"/>
                </a:lnTo>
                <a:lnTo>
                  <a:pt x="287911" y="245783"/>
                </a:lnTo>
                <a:lnTo>
                  <a:pt x="295983" y="251156"/>
                </a:lnTo>
                <a:lnTo>
                  <a:pt x="301364" y="251156"/>
                </a:lnTo>
                <a:lnTo>
                  <a:pt x="304055" y="249812"/>
                </a:lnTo>
                <a:lnTo>
                  <a:pt x="308091" y="256528"/>
                </a:lnTo>
                <a:lnTo>
                  <a:pt x="312128" y="257871"/>
                </a:lnTo>
                <a:lnTo>
                  <a:pt x="314818" y="261900"/>
                </a:lnTo>
                <a:lnTo>
                  <a:pt x="320199" y="268615"/>
                </a:lnTo>
                <a:lnTo>
                  <a:pt x="324236" y="269959"/>
                </a:lnTo>
                <a:lnTo>
                  <a:pt x="324236" y="269959"/>
                </a:lnTo>
                <a:lnTo>
                  <a:pt x="14799" y="272645"/>
                </a:lnTo>
                <a:lnTo>
                  <a:pt x="5381" y="67154"/>
                </a:lnTo>
                <a:lnTo>
                  <a:pt x="2691" y="53723"/>
                </a:lnTo>
                <a:lnTo>
                  <a:pt x="0" y="47008"/>
                </a:lnTo>
                <a:lnTo>
                  <a:pt x="2691" y="38949"/>
                </a:lnTo>
                <a:lnTo>
                  <a:pt x="6727" y="29548"/>
                </a:lnTo>
                <a:lnTo>
                  <a:pt x="6727" y="24175"/>
                </a:lnTo>
                <a:lnTo>
                  <a:pt x="2691" y="17460"/>
                </a:lnTo>
                <a:lnTo>
                  <a:pt x="5381" y="5372"/>
                </a:lnTo>
                <a:lnTo>
                  <a:pt x="6727" y="1343"/>
                </a:lnTo>
                <a:lnTo>
                  <a:pt x="6727" y="1343"/>
                </a:lnTo>
                <a:lnTo>
                  <a:pt x="9418" y="1343"/>
                </a:lnTo>
                <a:lnTo>
                  <a:pt x="22872" y="0"/>
                </a:lnTo>
                <a:lnTo>
                  <a:pt x="32289" y="4029"/>
                </a:lnTo>
                <a:lnTo>
                  <a:pt x="52470" y="5372"/>
                </a:lnTo>
                <a:lnTo>
                  <a:pt x="61887" y="6715"/>
                </a:lnTo>
                <a:lnTo>
                  <a:pt x="68614" y="12088"/>
                </a:lnTo>
                <a:lnTo>
                  <a:pt x="71305" y="9402"/>
                </a:lnTo>
                <a:lnTo>
                  <a:pt x="73996" y="9402"/>
                </a:lnTo>
                <a:lnTo>
                  <a:pt x="82068" y="14774"/>
                </a:lnTo>
                <a:lnTo>
                  <a:pt x="91485" y="14774"/>
                </a:lnTo>
                <a:lnTo>
                  <a:pt x="96867" y="14774"/>
                </a:lnTo>
                <a:lnTo>
                  <a:pt x="106285" y="20146"/>
                </a:lnTo>
                <a:lnTo>
                  <a:pt x="115702" y="20146"/>
                </a:lnTo>
                <a:lnTo>
                  <a:pt x="115702" y="18803"/>
                </a:lnTo>
                <a:lnTo>
                  <a:pt x="121084" y="13431"/>
                </a:lnTo>
                <a:lnTo>
                  <a:pt x="127811" y="10745"/>
                </a:lnTo>
                <a:lnTo>
                  <a:pt x="131847" y="9402"/>
                </a:lnTo>
                <a:lnTo>
                  <a:pt x="138574" y="5372"/>
                </a:lnTo>
                <a:lnTo>
                  <a:pt x="141265" y="2686"/>
                </a:lnTo>
                <a:lnTo>
                  <a:pt x="149337" y="2686"/>
                </a:lnTo>
                <a:lnTo>
                  <a:pt x="154718" y="2686"/>
                </a:lnTo>
                <a:lnTo>
                  <a:pt x="150682" y="4029"/>
                </a:lnTo>
                <a:lnTo>
                  <a:pt x="145301" y="4029"/>
                </a:lnTo>
                <a:lnTo>
                  <a:pt x="145301" y="5372"/>
                </a:lnTo>
                <a:lnTo>
                  <a:pt x="146646" y="8059"/>
                </a:lnTo>
                <a:lnTo>
                  <a:pt x="152027" y="5372"/>
                </a:lnTo>
                <a:lnTo>
                  <a:pt x="157409" y="5372"/>
                </a:lnTo>
                <a:lnTo>
                  <a:pt x="162791" y="5372"/>
                </a:lnTo>
                <a:lnTo>
                  <a:pt x="161445" y="4029"/>
                </a:lnTo>
                <a:lnTo>
                  <a:pt x="157409" y="2686"/>
                </a:lnTo>
                <a:lnTo>
                  <a:pt x="158754" y="1343"/>
                </a:lnTo>
                <a:lnTo>
                  <a:pt x="168172" y="4029"/>
                </a:lnTo>
                <a:lnTo>
                  <a:pt x="173554" y="5372"/>
                </a:lnTo>
                <a:lnTo>
                  <a:pt x="177590" y="4029"/>
                </a:lnTo>
                <a:lnTo>
                  <a:pt x="180280" y="6715"/>
                </a:lnTo>
                <a:lnTo>
                  <a:pt x="177590" y="8059"/>
                </a:lnTo>
                <a:lnTo>
                  <a:pt x="178935" y="12088"/>
                </a:lnTo>
                <a:lnTo>
                  <a:pt x="184317" y="16117"/>
                </a:lnTo>
                <a:lnTo>
                  <a:pt x="187007" y="20146"/>
                </a:lnTo>
                <a:lnTo>
                  <a:pt x="187007" y="17460"/>
                </a:lnTo>
                <a:lnTo>
                  <a:pt x="184317" y="12088"/>
                </a:lnTo>
                <a:lnTo>
                  <a:pt x="185662" y="8059"/>
                </a:lnTo>
                <a:lnTo>
                  <a:pt x="195080" y="14774"/>
                </a:lnTo>
                <a:lnTo>
                  <a:pt x="207188" y="10745"/>
                </a:lnTo>
                <a:lnTo>
                  <a:pt x="224678" y="13431"/>
                </a:lnTo>
                <a:lnTo>
                  <a:pt x="231405" y="10745"/>
                </a:lnTo>
                <a:lnTo>
                  <a:pt x="234095" y="6715"/>
                </a:lnTo>
                <a:lnTo>
                  <a:pt x="236786" y="8059"/>
                </a:lnTo>
                <a:lnTo>
                  <a:pt x="242168" y="14774"/>
                </a:lnTo>
                <a:lnTo>
                  <a:pt x="244859" y="24175"/>
                </a:lnTo>
                <a:lnTo>
                  <a:pt x="252931" y="36263"/>
                </a:lnTo>
                <a:lnTo>
                  <a:pt x="258312" y="49694"/>
                </a:lnTo>
                <a:lnTo>
                  <a:pt x="255622" y="55066"/>
                </a:lnTo>
                <a:lnTo>
                  <a:pt x="259658" y="6446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16" name="Freeform 715">
            <a:extLst>
              <a:ext uri="{FF2B5EF4-FFF2-40B4-BE49-F238E27FC236}">
                <a16:creationId xmlns:a16="http://schemas.microsoft.com/office/drawing/2014/main" id="{36AE215A-F3ED-414F-4DA6-5DBB35F2D657}"/>
              </a:ext>
            </a:extLst>
          </p:cNvPr>
          <p:cNvSpPr/>
          <p:nvPr/>
        </p:nvSpPr>
        <p:spPr>
          <a:xfrm>
            <a:off x="7912162" y="4052867"/>
            <a:ext cx="430520" cy="492909"/>
          </a:xfrm>
          <a:custGeom>
            <a:avLst/>
            <a:gdLst>
              <a:gd name="connsiteX0" fmla="*/ 73996 w 430520"/>
              <a:gd name="connsiteY0" fmla="*/ 2686 h 492909"/>
              <a:gd name="connsiteX1" fmla="*/ 383432 w 430520"/>
              <a:gd name="connsiteY1" fmla="*/ 0 h 492909"/>
              <a:gd name="connsiteX2" fmla="*/ 383432 w 430520"/>
              <a:gd name="connsiteY2" fmla="*/ 2686 h 492909"/>
              <a:gd name="connsiteX3" fmla="*/ 383432 w 430520"/>
              <a:gd name="connsiteY3" fmla="*/ 5372 h 492909"/>
              <a:gd name="connsiteX4" fmla="*/ 384778 w 430520"/>
              <a:gd name="connsiteY4" fmla="*/ 6715 h 492909"/>
              <a:gd name="connsiteX5" fmla="*/ 383432 w 430520"/>
              <a:gd name="connsiteY5" fmla="*/ 8059 h 492909"/>
              <a:gd name="connsiteX6" fmla="*/ 384778 w 430520"/>
              <a:gd name="connsiteY6" fmla="*/ 9401 h 492909"/>
              <a:gd name="connsiteX7" fmla="*/ 384778 w 430520"/>
              <a:gd name="connsiteY7" fmla="*/ 10745 h 492909"/>
              <a:gd name="connsiteX8" fmla="*/ 386123 w 430520"/>
              <a:gd name="connsiteY8" fmla="*/ 12088 h 492909"/>
              <a:gd name="connsiteX9" fmla="*/ 387468 w 430520"/>
              <a:gd name="connsiteY9" fmla="*/ 18803 h 492909"/>
              <a:gd name="connsiteX10" fmla="*/ 392850 w 430520"/>
              <a:gd name="connsiteY10" fmla="*/ 25518 h 492909"/>
              <a:gd name="connsiteX11" fmla="*/ 392850 w 430520"/>
              <a:gd name="connsiteY11" fmla="*/ 28205 h 492909"/>
              <a:gd name="connsiteX12" fmla="*/ 391505 w 430520"/>
              <a:gd name="connsiteY12" fmla="*/ 28205 h 492909"/>
              <a:gd name="connsiteX13" fmla="*/ 390159 w 430520"/>
              <a:gd name="connsiteY13" fmla="*/ 25518 h 492909"/>
              <a:gd name="connsiteX14" fmla="*/ 388814 w 430520"/>
              <a:gd name="connsiteY14" fmla="*/ 22832 h 492909"/>
              <a:gd name="connsiteX15" fmla="*/ 387468 w 430520"/>
              <a:gd name="connsiteY15" fmla="*/ 24175 h 492909"/>
              <a:gd name="connsiteX16" fmla="*/ 388814 w 430520"/>
              <a:gd name="connsiteY16" fmla="*/ 29548 h 492909"/>
              <a:gd name="connsiteX17" fmla="*/ 394195 w 430520"/>
              <a:gd name="connsiteY17" fmla="*/ 48351 h 492909"/>
              <a:gd name="connsiteX18" fmla="*/ 395541 w 430520"/>
              <a:gd name="connsiteY18" fmla="*/ 57752 h 492909"/>
              <a:gd name="connsiteX19" fmla="*/ 394195 w 430520"/>
              <a:gd name="connsiteY19" fmla="*/ 67154 h 492909"/>
              <a:gd name="connsiteX20" fmla="*/ 398232 w 430520"/>
              <a:gd name="connsiteY20" fmla="*/ 79241 h 492909"/>
              <a:gd name="connsiteX21" fmla="*/ 402268 w 430520"/>
              <a:gd name="connsiteY21" fmla="*/ 87300 h 492909"/>
              <a:gd name="connsiteX22" fmla="*/ 407649 w 430520"/>
              <a:gd name="connsiteY22" fmla="*/ 88643 h 492909"/>
              <a:gd name="connsiteX23" fmla="*/ 418412 w 430520"/>
              <a:gd name="connsiteY23" fmla="*/ 95359 h 492909"/>
              <a:gd name="connsiteX24" fmla="*/ 418412 w 430520"/>
              <a:gd name="connsiteY24" fmla="*/ 100731 h 492909"/>
              <a:gd name="connsiteX25" fmla="*/ 423794 w 430520"/>
              <a:gd name="connsiteY25" fmla="*/ 100731 h 492909"/>
              <a:gd name="connsiteX26" fmla="*/ 429175 w 430520"/>
              <a:gd name="connsiteY26" fmla="*/ 104760 h 492909"/>
              <a:gd name="connsiteX27" fmla="*/ 429175 w 430520"/>
              <a:gd name="connsiteY27" fmla="*/ 107446 h 492909"/>
              <a:gd name="connsiteX28" fmla="*/ 430521 w 430520"/>
              <a:gd name="connsiteY28" fmla="*/ 107446 h 492909"/>
              <a:gd name="connsiteX29" fmla="*/ 427830 w 430520"/>
              <a:gd name="connsiteY29" fmla="*/ 112818 h 492909"/>
              <a:gd name="connsiteX30" fmla="*/ 423794 w 430520"/>
              <a:gd name="connsiteY30" fmla="*/ 115505 h 492909"/>
              <a:gd name="connsiteX31" fmla="*/ 419757 w 430520"/>
              <a:gd name="connsiteY31" fmla="*/ 115505 h 492909"/>
              <a:gd name="connsiteX32" fmla="*/ 417067 w 430520"/>
              <a:gd name="connsiteY32" fmla="*/ 119534 h 492909"/>
              <a:gd name="connsiteX33" fmla="*/ 411685 w 430520"/>
              <a:gd name="connsiteY33" fmla="*/ 119534 h 492909"/>
              <a:gd name="connsiteX34" fmla="*/ 407649 w 430520"/>
              <a:gd name="connsiteY34" fmla="*/ 122220 h 492909"/>
              <a:gd name="connsiteX35" fmla="*/ 403613 w 430520"/>
              <a:gd name="connsiteY35" fmla="*/ 122220 h 492909"/>
              <a:gd name="connsiteX36" fmla="*/ 402268 w 430520"/>
              <a:gd name="connsiteY36" fmla="*/ 124906 h 492909"/>
              <a:gd name="connsiteX37" fmla="*/ 403613 w 430520"/>
              <a:gd name="connsiteY37" fmla="*/ 127592 h 492909"/>
              <a:gd name="connsiteX38" fmla="*/ 403613 w 430520"/>
              <a:gd name="connsiteY38" fmla="*/ 130278 h 492909"/>
              <a:gd name="connsiteX39" fmla="*/ 396886 w 430520"/>
              <a:gd name="connsiteY39" fmla="*/ 130278 h 492909"/>
              <a:gd name="connsiteX40" fmla="*/ 392850 w 430520"/>
              <a:gd name="connsiteY40" fmla="*/ 132965 h 492909"/>
              <a:gd name="connsiteX41" fmla="*/ 392850 w 430520"/>
              <a:gd name="connsiteY41" fmla="*/ 138337 h 492909"/>
              <a:gd name="connsiteX42" fmla="*/ 390159 w 430520"/>
              <a:gd name="connsiteY42" fmla="*/ 143709 h 492909"/>
              <a:gd name="connsiteX43" fmla="*/ 392850 w 430520"/>
              <a:gd name="connsiteY43" fmla="*/ 145052 h 492909"/>
              <a:gd name="connsiteX44" fmla="*/ 394195 w 430520"/>
              <a:gd name="connsiteY44" fmla="*/ 147738 h 492909"/>
              <a:gd name="connsiteX45" fmla="*/ 392850 w 430520"/>
              <a:gd name="connsiteY45" fmla="*/ 150425 h 492909"/>
              <a:gd name="connsiteX46" fmla="*/ 390159 w 430520"/>
              <a:gd name="connsiteY46" fmla="*/ 158483 h 492909"/>
              <a:gd name="connsiteX47" fmla="*/ 387468 w 430520"/>
              <a:gd name="connsiteY47" fmla="*/ 171914 h 492909"/>
              <a:gd name="connsiteX48" fmla="*/ 383432 w 430520"/>
              <a:gd name="connsiteY48" fmla="*/ 177286 h 492909"/>
              <a:gd name="connsiteX49" fmla="*/ 383432 w 430520"/>
              <a:gd name="connsiteY49" fmla="*/ 182659 h 492909"/>
              <a:gd name="connsiteX50" fmla="*/ 380741 w 430520"/>
              <a:gd name="connsiteY50" fmla="*/ 185345 h 492909"/>
              <a:gd name="connsiteX51" fmla="*/ 379396 w 430520"/>
              <a:gd name="connsiteY51" fmla="*/ 190717 h 492909"/>
              <a:gd name="connsiteX52" fmla="*/ 383432 w 430520"/>
              <a:gd name="connsiteY52" fmla="*/ 202805 h 492909"/>
              <a:gd name="connsiteX53" fmla="*/ 383432 w 430520"/>
              <a:gd name="connsiteY53" fmla="*/ 206834 h 492909"/>
              <a:gd name="connsiteX54" fmla="*/ 384778 w 430520"/>
              <a:gd name="connsiteY54" fmla="*/ 208177 h 492909"/>
              <a:gd name="connsiteX55" fmla="*/ 383432 w 430520"/>
              <a:gd name="connsiteY55" fmla="*/ 209520 h 492909"/>
              <a:gd name="connsiteX56" fmla="*/ 380741 w 430520"/>
              <a:gd name="connsiteY56" fmla="*/ 217578 h 492909"/>
              <a:gd name="connsiteX57" fmla="*/ 380741 w 430520"/>
              <a:gd name="connsiteY57" fmla="*/ 226980 h 492909"/>
              <a:gd name="connsiteX58" fmla="*/ 374015 w 430520"/>
              <a:gd name="connsiteY58" fmla="*/ 239068 h 492909"/>
              <a:gd name="connsiteX59" fmla="*/ 371324 w 430520"/>
              <a:gd name="connsiteY59" fmla="*/ 247126 h 492909"/>
              <a:gd name="connsiteX60" fmla="*/ 368633 w 430520"/>
              <a:gd name="connsiteY60" fmla="*/ 247126 h 492909"/>
              <a:gd name="connsiteX61" fmla="*/ 364597 w 430520"/>
              <a:gd name="connsiteY61" fmla="*/ 247126 h 492909"/>
              <a:gd name="connsiteX62" fmla="*/ 363252 w 430520"/>
              <a:gd name="connsiteY62" fmla="*/ 252499 h 492909"/>
              <a:gd name="connsiteX63" fmla="*/ 356525 w 430520"/>
              <a:gd name="connsiteY63" fmla="*/ 263243 h 492909"/>
              <a:gd name="connsiteX64" fmla="*/ 356525 w 430520"/>
              <a:gd name="connsiteY64" fmla="*/ 267272 h 492909"/>
              <a:gd name="connsiteX65" fmla="*/ 349798 w 430520"/>
              <a:gd name="connsiteY65" fmla="*/ 271302 h 492909"/>
              <a:gd name="connsiteX66" fmla="*/ 347107 w 430520"/>
              <a:gd name="connsiteY66" fmla="*/ 279360 h 492909"/>
              <a:gd name="connsiteX67" fmla="*/ 341726 w 430520"/>
              <a:gd name="connsiteY67" fmla="*/ 299506 h 492909"/>
              <a:gd name="connsiteX68" fmla="*/ 339035 w 430520"/>
              <a:gd name="connsiteY68" fmla="*/ 298163 h 492909"/>
              <a:gd name="connsiteX69" fmla="*/ 336344 w 430520"/>
              <a:gd name="connsiteY69" fmla="*/ 298163 h 492909"/>
              <a:gd name="connsiteX70" fmla="*/ 334999 w 430520"/>
              <a:gd name="connsiteY70" fmla="*/ 302192 h 492909"/>
              <a:gd name="connsiteX71" fmla="*/ 329617 w 430520"/>
              <a:gd name="connsiteY71" fmla="*/ 308908 h 492909"/>
              <a:gd name="connsiteX72" fmla="*/ 328272 w 430520"/>
              <a:gd name="connsiteY72" fmla="*/ 314280 h 492909"/>
              <a:gd name="connsiteX73" fmla="*/ 329617 w 430520"/>
              <a:gd name="connsiteY73" fmla="*/ 316966 h 492909"/>
              <a:gd name="connsiteX74" fmla="*/ 329617 w 430520"/>
              <a:gd name="connsiteY74" fmla="*/ 322338 h 492909"/>
              <a:gd name="connsiteX75" fmla="*/ 325581 w 430520"/>
              <a:gd name="connsiteY75" fmla="*/ 329054 h 492909"/>
              <a:gd name="connsiteX76" fmla="*/ 322890 w 430520"/>
              <a:gd name="connsiteY76" fmla="*/ 337112 h 492909"/>
              <a:gd name="connsiteX77" fmla="*/ 324236 w 430520"/>
              <a:gd name="connsiteY77" fmla="*/ 346514 h 492909"/>
              <a:gd name="connsiteX78" fmla="*/ 322890 w 430520"/>
              <a:gd name="connsiteY78" fmla="*/ 358602 h 492909"/>
              <a:gd name="connsiteX79" fmla="*/ 320199 w 430520"/>
              <a:gd name="connsiteY79" fmla="*/ 361288 h 492909"/>
              <a:gd name="connsiteX80" fmla="*/ 317509 w 430520"/>
              <a:gd name="connsiteY80" fmla="*/ 363974 h 492909"/>
              <a:gd name="connsiteX81" fmla="*/ 314818 w 430520"/>
              <a:gd name="connsiteY81" fmla="*/ 363974 h 492909"/>
              <a:gd name="connsiteX82" fmla="*/ 312127 w 430520"/>
              <a:gd name="connsiteY82" fmla="*/ 361288 h 492909"/>
              <a:gd name="connsiteX83" fmla="*/ 308091 w 430520"/>
              <a:gd name="connsiteY83" fmla="*/ 362631 h 492909"/>
              <a:gd name="connsiteX84" fmla="*/ 301364 w 430520"/>
              <a:gd name="connsiteY84" fmla="*/ 361288 h 492909"/>
              <a:gd name="connsiteX85" fmla="*/ 301364 w 430520"/>
              <a:gd name="connsiteY85" fmla="*/ 368003 h 492909"/>
              <a:gd name="connsiteX86" fmla="*/ 298673 w 430520"/>
              <a:gd name="connsiteY86" fmla="*/ 369346 h 492909"/>
              <a:gd name="connsiteX87" fmla="*/ 294637 w 430520"/>
              <a:gd name="connsiteY87" fmla="*/ 374718 h 492909"/>
              <a:gd name="connsiteX88" fmla="*/ 295983 w 430520"/>
              <a:gd name="connsiteY88" fmla="*/ 378748 h 492909"/>
              <a:gd name="connsiteX89" fmla="*/ 301364 w 430520"/>
              <a:gd name="connsiteY89" fmla="*/ 380091 h 492909"/>
              <a:gd name="connsiteX90" fmla="*/ 312127 w 430520"/>
              <a:gd name="connsiteY90" fmla="*/ 380091 h 492909"/>
              <a:gd name="connsiteX91" fmla="*/ 314818 w 430520"/>
              <a:gd name="connsiteY91" fmla="*/ 382777 h 492909"/>
              <a:gd name="connsiteX92" fmla="*/ 318854 w 430520"/>
              <a:gd name="connsiteY92" fmla="*/ 388149 h 492909"/>
              <a:gd name="connsiteX93" fmla="*/ 320199 w 430520"/>
              <a:gd name="connsiteY93" fmla="*/ 390835 h 492909"/>
              <a:gd name="connsiteX94" fmla="*/ 321545 w 430520"/>
              <a:gd name="connsiteY94" fmla="*/ 392178 h 492909"/>
              <a:gd name="connsiteX95" fmla="*/ 326926 w 430520"/>
              <a:gd name="connsiteY95" fmla="*/ 401580 h 492909"/>
              <a:gd name="connsiteX96" fmla="*/ 332308 w 430520"/>
              <a:gd name="connsiteY96" fmla="*/ 404266 h 492909"/>
              <a:gd name="connsiteX97" fmla="*/ 330963 w 430520"/>
              <a:gd name="connsiteY97" fmla="*/ 405609 h 492909"/>
              <a:gd name="connsiteX98" fmla="*/ 333653 w 430520"/>
              <a:gd name="connsiteY98" fmla="*/ 408295 h 492909"/>
              <a:gd name="connsiteX99" fmla="*/ 339035 w 430520"/>
              <a:gd name="connsiteY99" fmla="*/ 408295 h 492909"/>
              <a:gd name="connsiteX100" fmla="*/ 341726 w 430520"/>
              <a:gd name="connsiteY100" fmla="*/ 410982 h 492909"/>
              <a:gd name="connsiteX101" fmla="*/ 343071 w 430520"/>
              <a:gd name="connsiteY101" fmla="*/ 415011 h 492909"/>
              <a:gd name="connsiteX102" fmla="*/ 348452 w 430520"/>
              <a:gd name="connsiteY102" fmla="*/ 420383 h 492909"/>
              <a:gd name="connsiteX103" fmla="*/ 349798 w 430520"/>
              <a:gd name="connsiteY103" fmla="*/ 429785 h 492909"/>
              <a:gd name="connsiteX104" fmla="*/ 352488 w 430520"/>
              <a:gd name="connsiteY104" fmla="*/ 432471 h 492909"/>
              <a:gd name="connsiteX105" fmla="*/ 353834 w 430520"/>
              <a:gd name="connsiteY105" fmla="*/ 441872 h 492909"/>
              <a:gd name="connsiteX106" fmla="*/ 344417 w 430520"/>
              <a:gd name="connsiteY106" fmla="*/ 451274 h 492909"/>
              <a:gd name="connsiteX107" fmla="*/ 339035 w 430520"/>
              <a:gd name="connsiteY107" fmla="*/ 462018 h 492909"/>
              <a:gd name="connsiteX108" fmla="*/ 336344 w 430520"/>
              <a:gd name="connsiteY108" fmla="*/ 460675 h 492909"/>
              <a:gd name="connsiteX109" fmla="*/ 330963 w 430520"/>
              <a:gd name="connsiteY109" fmla="*/ 464705 h 492909"/>
              <a:gd name="connsiteX110" fmla="*/ 328272 w 430520"/>
              <a:gd name="connsiteY110" fmla="*/ 468734 h 492909"/>
              <a:gd name="connsiteX111" fmla="*/ 326926 w 430520"/>
              <a:gd name="connsiteY111" fmla="*/ 468734 h 492909"/>
              <a:gd name="connsiteX112" fmla="*/ 322890 w 430520"/>
              <a:gd name="connsiteY112" fmla="*/ 472763 h 492909"/>
              <a:gd name="connsiteX113" fmla="*/ 322890 w 430520"/>
              <a:gd name="connsiteY113" fmla="*/ 472763 h 492909"/>
              <a:gd name="connsiteX114" fmla="*/ 317509 w 430520"/>
              <a:gd name="connsiteY114" fmla="*/ 478135 h 492909"/>
              <a:gd name="connsiteX115" fmla="*/ 314818 w 430520"/>
              <a:gd name="connsiteY115" fmla="*/ 482165 h 492909"/>
              <a:gd name="connsiteX116" fmla="*/ 308091 w 430520"/>
              <a:gd name="connsiteY116" fmla="*/ 484851 h 492909"/>
              <a:gd name="connsiteX117" fmla="*/ 302710 w 430520"/>
              <a:gd name="connsiteY117" fmla="*/ 482165 h 492909"/>
              <a:gd name="connsiteX118" fmla="*/ 293292 w 430520"/>
              <a:gd name="connsiteY118" fmla="*/ 483508 h 492909"/>
              <a:gd name="connsiteX119" fmla="*/ 287911 w 430520"/>
              <a:gd name="connsiteY119" fmla="*/ 486194 h 492909"/>
              <a:gd name="connsiteX120" fmla="*/ 283875 w 430520"/>
              <a:gd name="connsiteY120" fmla="*/ 486194 h 492909"/>
              <a:gd name="connsiteX121" fmla="*/ 281184 w 430520"/>
              <a:gd name="connsiteY121" fmla="*/ 486194 h 492909"/>
              <a:gd name="connsiteX122" fmla="*/ 278493 w 430520"/>
              <a:gd name="connsiteY122" fmla="*/ 486194 h 492909"/>
              <a:gd name="connsiteX123" fmla="*/ 274457 w 430520"/>
              <a:gd name="connsiteY123" fmla="*/ 488880 h 492909"/>
              <a:gd name="connsiteX124" fmla="*/ 274457 w 430520"/>
              <a:gd name="connsiteY124" fmla="*/ 492909 h 492909"/>
              <a:gd name="connsiteX125" fmla="*/ 271766 w 430520"/>
              <a:gd name="connsiteY125" fmla="*/ 492909 h 492909"/>
              <a:gd name="connsiteX126" fmla="*/ 266384 w 430520"/>
              <a:gd name="connsiteY126" fmla="*/ 491566 h 492909"/>
              <a:gd name="connsiteX127" fmla="*/ 265039 w 430520"/>
              <a:gd name="connsiteY127" fmla="*/ 487537 h 492909"/>
              <a:gd name="connsiteX128" fmla="*/ 261003 w 430520"/>
              <a:gd name="connsiteY128" fmla="*/ 486194 h 492909"/>
              <a:gd name="connsiteX129" fmla="*/ 256967 w 430520"/>
              <a:gd name="connsiteY129" fmla="*/ 487537 h 492909"/>
              <a:gd name="connsiteX130" fmla="*/ 250240 w 430520"/>
              <a:gd name="connsiteY130" fmla="*/ 484851 h 492909"/>
              <a:gd name="connsiteX131" fmla="*/ 244858 w 430520"/>
              <a:gd name="connsiteY131" fmla="*/ 482165 h 492909"/>
              <a:gd name="connsiteX132" fmla="*/ 242168 w 430520"/>
              <a:gd name="connsiteY132" fmla="*/ 486194 h 492909"/>
              <a:gd name="connsiteX133" fmla="*/ 240822 w 430520"/>
              <a:gd name="connsiteY133" fmla="*/ 488880 h 492909"/>
              <a:gd name="connsiteX134" fmla="*/ 242168 w 430520"/>
              <a:gd name="connsiteY134" fmla="*/ 491566 h 492909"/>
              <a:gd name="connsiteX135" fmla="*/ 242168 w 430520"/>
              <a:gd name="connsiteY135" fmla="*/ 492909 h 492909"/>
              <a:gd name="connsiteX136" fmla="*/ 240822 w 430520"/>
              <a:gd name="connsiteY136" fmla="*/ 491566 h 492909"/>
              <a:gd name="connsiteX137" fmla="*/ 234095 w 430520"/>
              <a:gd name="connsiteY137" fmla="*/ 491566 h 492909"/>
              <a:gd name="connsiteX138" fmla="*/ 232750 w 430520"/>
              <a:gd name="connsiteY138" fmla="*/ 491566 h 492909"/>
              <a:gd name="connsiteX139" fmla="*/ 232750 w 430520"/>
              <a:gd name="connsiteY139" fmla="*/ 488880 h 492909"/>
              <a:gd name="connsiteX140" fmla="*/ 231405 w 430520"/>
              <a:gd name="connsiteY140" fmla="*/ 484851 h 492909"/>
              <a:gd name="connsiteX141" fmla="*/ 228714 w 430520"/>
              <a:gd name="connsiteY141" fmla="*/ 482165 h 492909"/>
              <a:gd name="connsiteX142" fmla="*/ 227369 w 430520"/>
              <a:gd name="connsiteY142" fmla="*/ 478135 h 492909"/>
              <a:gd name="connsiteX143" fmla="*/ 224678 w 430520"/>
              <a:gd name="connsiteY143" fmla="*/ 475449 h 492909"/>
              <a:gd name="connsiteX144" fmla="*/ 217951 w 430520"/>
              <a:gd name="connsiteY144" fmla="*/ 474106 h 492909"/>
              <a:gd name="connsiteX145" fmla="*/ 216606 w 430520"/>
              <a:gd name="connsiteY145" fmla="*/ 471420 h 492909"/>
              <a:gd name="connsiteX146" fmla="*/ 213915 w 430520"/>
              <a:gd name="connsiteY146" fmla="*/ 468734 h 492909"/>
              <a:gd name="connsiteX147" fmla="*/ 209879 w 430520"/>
              <a:gd name="connsiteY147" fmla="*/ 462018 h 492909"/>
              <a:gd name="connsiteX148" fmla="*/ 208533 w 430520"/>
              <a:gd name="connsiteY148" fmla="*/ 460675 h 492909"/>
              <a:gd name="connsiteX149" fmla="*/ 201806 w 430520"/>
              <a:gd name="connsiteY149" fmla="*/ 459332 h 492909"/>
              <a:gd name="connsiteX150" fmla="*/ 199116 w 430520"/>
              <a:gd name="connsiteY150" fmla="*/ 463362 h 492909"/>
              <a:gd name="connsiteX151" fmla="*/ 197770 w 430520"/>
              <a:gd name="connsiteY151" fmla="*/ 466048 h 492909"/>
              <a:gd name="connsiteX152" fmla="*/ 192389 w 430520"/>
              <a:gd name="connsiteY152" fmla="*/ 467391 h 492909"/>
              <a:gd name="connsiteX153" fmla="*/ 189698 w 430520"/>
              <a:gd name="connsiteY153" fmla="*/ 467391 h 492909"/>
              <a:gd name="connsiteX154" fmla="*/ 188353 w 430520"/>
              <a:gd name="connsiteY154" fmla="*/ 466048 h 492909"/>
              <a:gd name="connsiteX155" fmla="*/ 185662 w 430520"/>
              <a:gd name="connsiteY155" fmla="*/ 466048 h 492909"/>
              <a:gd name="connsiteX156" fmla="*/ 178935 w 430520"/>
              <a:gd name="connsiteY156" fmla="*/ 466048 h 492909"/>
              <a:gd name="connsiteX157" fmla="*/ 176244 w 430520"/>
              <a:gd name="connsiteY157" fmla="*/ 467391 h 492909"/>
              <a:gd name="connsiteX158" fmla="*/ 173554 w 430520"/>
              <a:gd name="connsiteY158" fmla="*/ 471420 h 492909"/>
              <a:gd name="connsiteX159" fmla="*/ 170863 w 430520"/>
              <a:gd name="connsiteY159" fmla="*/ 471420 h 492909"/>
              <a:gd name="connsiteX160" fmla="*/ 165481 w 430520"/>
              <a:gd name="connsiteY160" fmla="*/ 470077 h 492909"/>
              <a:gd name="connsiteX161" fmla="*/ 160100 w 430520"/>
              <a:gd name="connsiteY161" fmla="*/ 464705 h 492909"/>
              <a:gd name="connsiteX162" fmla="*/ 157409 w 430520"/>
              <a:gd name="connsiteY162" fmla="*/ 462018 h 492909"/>
              <a:gd name="connsiteX163" fmla="*/ 154718 w 430520"/>
              <a:gd name="connsiteY163" fmla="*/ 460675 h 492909"/>
              <a:gd name="connsiteX164" fmla="*/ 152027 w 430520"/>
              <a:gd name="connsiteY164" fmla="*/ 457989 h 492909"/>
              <a:gd name="connsiteX165" fmla="*/ 150682 w 430520"/>
              <a:gd name="connsiteY165" fmla="*/ 453960 h 492909"/>
              <a:gd name="connsiteX166" fmla="*/ 150682 w 430520"/>
              <a:gd name="connsiteY166" fmla="*/ 453960 h 492909"/>
              <a:gd name="connsiteX167" fmla="*/ 150682 w 430520"/>
              <a:gd name="connsiteY167" fmla="*/ 452617 h 492909"/>
              <a:gd name="connsiteX168" fmla="*/ 147991 w 430520"/>
              <a:gd name="connsiteY168" fmla="*/ 449931 h 492909"/>
              <a:gd name="connsiteX169" fmla="*/ 143955 w 430520"/>
              <a:gd name="connsiteY169" fmla="*/ 445902 h 492909"/>
              <a:gd name="connsiteX170" fmla="*/ 141265 w 430520"/>
              <a:gd name="connsiteY170" fmla="*/ 444559 h 492909"/>
              <a:gd name="connsiteX171" fmla="*/ 139919 w 430520"/>
              <a:gd name="connsiteY171" fmla="*/ 436500 h 492909"/>
              <a:gd name="connsiteX172" fmla="*/ 139919 w 430520"/>
              <a:gd name="connsiteY172" fmla="*/ 433814 h 492909"/>
              <a:gd name="connsiteX173" fmla="*/ 137228 w 430520"/>
              <a:gd name="connsiteY173" fmla="*/ 431128 h 492909"/>
              <a:gd name="connsiteX174" fmla="*/ 127811 w 430520"/>
              <a:gd name="connsiteY174" fmla="*/ 428441 h 492909"/>
              <a:gd name="connsiteX175" fmla="*/ 125120 w 430520"/>
              <a:gd name="connsiteY175" fmla="*/ 425755 h 492909"/>
              <a:gd name="connsiteX176" fmla="*/ 126465 w 430520"/>
              <a:gd name="connsiteY176" fmla="*/ 421726 h 492909"/>
              <a:gd name="connsiteX177" fmla="*/ 125120 w 430520"/>
              <a:gd name="connsiteY177" fmla="*/ 419040 h 492909"/>
              <a:gd name="connsiteX178" fmla="*/ 119738 w 430520"/>
              <a:gd name="connsiteY178" fmla="*/ 417697 h 492909"/>
              <a:gd name="connsiteX179" fmla="*/ 117048 w 430520"/>
              <a:gd name="connsiteY179" fmla="*/ 415011 h 492909"/>
              <a:gd name="connsiteX180" fmla="*/ 115702 w 430520"/>
              <a:gd name="connsiteY180" fmla="*/ 406952 h 492909"/>
              <a:gd name="connsiteX181" fmla="*/ 114357 w 430520"/>
              <a:gd name="connsiteY181" fmla="*/ 404266 h 492909"/>
              <a:gd name="connsiteX182" fmla="*/ 106285 w 430520"/>
              <a:gd name="connsiteY182" fmla="*/ 398894 h 492909"/>
              <a:gd name="connsiteX183" fmla="*/ 103594 w 430520"/>
              <a:gd name="connsiteY183" fmla="*/ 398894 h 492909"/>
              <a:gd name="connsiteX184" fmla="*/ 99558 w 430520"/>
              <a:gd name="connsiteY184" fmla="*/ 397551 h 492909"/>
              <a:gd name="connsiteX185" fmla="*/ 96867 w 430520"/>
              <a:gd name="connsiteY185" fmla="*/ 397551 h 492909"/>
              <a:gd name="connsiteX186" fmla="*/ 92831 w 430520"/>
              <a:gd name="connsiteY186" fmla="*/ 397551 h 492909"/>
              <a:gd name="connsiteX187" fmla="*/ 87449 w 430520"/>
              <a:gd name="connsiteY187" fmla="*/ 392178 h 492909"/>
              <a:gd name="connsiteX188" fmla="*/ 90140 w 430520"/>
              <a:gd name="connsiteY188" fmla="*/ 390835 h 492909"/>
              <a:gd name="connsiteX189" fmla="*/ 90140 w 430520"/>
              <a:gd name="connsiteY189" fmla="*/ 388149 h 492909"/>
              <a:gd name="connsiteX190" fmla="*/ 94176 w 430520"/>
              <a:gd name="connsiteY190" fmla="*/ 385463 h 492909"/>
              <a:gd name="connsiteX191" fmla="*/ 95522 w 430520"/>
              <a:gd name="connsiteY191" fmla="*/ 381434 h 492909"/>
              <a:gd name="connsiteX192" fmla="*/ 92831 w 430520"/>
              <a:gd name="connsiteY192" fmla="*/ 378748 h 492909"/>
              <a:gd name="connsiteX193" fmla="*/ 88795 w 430520"/>
              <a:gd name="connsiteY193" fmla="*/ 378748 h 492909"/>
              <a:gd name="connsiteX194" fmla="*/ 83413 w 430520"/>
              <a:gd name="connsiteY194" fmla="*/ 376062 h 492909"/>
              <a:gd name="connsiteX195" fmla="*/ 82068 w 430520"/>
              <a:gd name="connsiteY195" fmla="*/ 372032 h 492909"/>
              <a:gd name="connsiteX196" fmla="*/ 78032 w 430520"/>
              <a:gd name="connsiteY196" fmla="*/ 370689 h 492909"/>
              <a:gd name="connsiteX197" fmla="*/ 73996 w 430520"/>
              <a:gd name="connsiteY197" fmla="*/ 369346 h 492909"/>
              <a:gd name="connsiteX198" fmla="*/ 67269 w 430520"/>
              <a:gd name="connsiteY198" fmla="*/ 368003 h 492909"/>
              <a:gd name="connsiteX199" fmla="*/ 63232 w 430520"/>
              <a:gd name="connsiteY199" fmla="*/ 363974 h 492909"/>
              <a:gd name="connsiteX200" fmla="*/ 61887 w 430520"/>
              <a:gd name="connsiteY200" fmla="*/ 358602 h 492909"/>
              <a:gd name="connsiteX201" fmla="*/ 64578 w 430520"/>
              <a:gd name="connsiteY201" fmla="*/ 355915 h 492909"/>
              <a:gd name="connsiteX202" fmla="*/ 61887 w 430520"/>
              <a:gd name="connsiteY202" fmla="*/ 353229 h 492909"/>
              <a:gd name="connsiteX203" fmla="*/ 53815 w 430520"/>
              <a:gd name="connsiteY203" fmla="*/ 353229 h 492909"/>
              <a:gd name="connsiteX204" fmla="*/ 52470 w 430520"/>
              <a:gd name="connsiteY204" fmla="*/ 355915 h 492909"/>
              <a:gd name="connsiteX205" fmla="*/ 45743 w 430520"/>
              <a:gd name="connsiteY205" fmla="*/ 355915 h 492909"/>
              <a:gd name="connsiteX206" fmla="*/ 41707 w 430520"/>
              <a:gd name="connsiteY206" fmla="*/ 351886 h 492909"/>
              <a:gd name="connsiteX207" fmla="*/ 41707 w 430520"/>
              <a:gd name="connsiteY207" fmla="*/ 345171 h 492909"/>
              <a:gd name="connsiteX208" fmla="*/ 43052 w 430520"/>
              <a:gd name="connsiteY208" fmla="*/ 339799 h 492909"/>
              <a:gd name="connsiteX209" fmla="*/ 45743 w 430520"/>
              <a:gd name="connsiteY209" fmla="*/ 337112 h 492909"/>
              <a:gd name="connsiteX210" fmla="*/ 45743 w 430520"/>
              <a:gd name="connsiteY210" fmla="*/ 331740 h 492909"/>
              <a:gd name="connsiteX211" fmla="*/ 44397 w 430520"/>
              <a:gd name="connsiteY211" fmla="*/ 327711 h 492909"/>
              <a:gd name="connsiteX212" fmla="*/ 40361 w 430520"/>
              <a:gd name="connsiteY212" fmla="*/ 318309 h 492909"/>
              <a:gd name="connsiteX213" fmla="*/ 33634 w 430520"/>
              <a:gd name="connsiteY213" fmla="*/ 308908 h 492909"/>
              <a:gd name="connsiteX214" fmla="*/ 32289 w 430520"/>
              <a:gd name="connsiteY214" fmla="*/ 306222 h 492909"/>
              <a:gd name="connsiteX215" fmla="*/ 26908 w 430520"/>
              <a:gd name="connsiteY215" fmla="*/ 300849 h 492909"/>
              <a:gd name="connsiteX216" fmla="*/ 28253 w 430520"/>
              <a:gd name="connsiteY216" fmla="*/ 299506 h 492909"/>
              <a:gd name="connsiteX217" fmla="*/ 28253 w 430520"/>
              <a:gd name="connsiteY217" fmla="*/ 295477 h 492909"/>
              <a:gd name="connsiteX218" fmla="*/ 25562 w 430520"/>
              <a:gd name="connsiteY218" fmla="*/ 292791 h 492909"/>
              <a:gd name="connsiteX219" fmla="*/ 25562 w 430520"/>
              <a:gd name="connsiteY219" fmla="*/ 291448 h 492909"/>
              <a:gd name="connsiteX220" fmla="*/ 25562 w 430520"/>
              <a:gd name="connsiteY220" fmla="*/ 287418 h 492909"/>
              <a:gd name="connsiteX221" fmla="*/ 28253 w 430520"/>
              <a:gd name="connsiteY221" fmla="*/ 284732 h 492909"/>
              <a:gd name="connsiteX222" fmla="*/ 25562 w 430520"/>
              <a:gd name="connsiteY222" fmla="*/ 280703 h 492909"/>
              <a:gd name="connsiteX223" fmla="*/ 16144 w 430520"/>
              <a:gd name="connsiteY223" fmla="*/ 278017 h 492909"/>
              <a:gd name="connsiteX224" fmla="*/ 14799 w 430520"/>
              <a:gd name="connsiteY224" fmla="*/ 272645 h 492909"/>
              <a:gd name="connsiteX225" fmla="*/ 14799 w 430520"/>
              <a:gd name="connsiteY225" fmla="*/ 265929 h 492909"/>
              <a:gd name="connsiteX226" fmla="*/ 12108 w 430520"/>
              <a:gd name="connsiteY226" fmla="*/ 261900 h 492909"/>
              <a:gd name="connsiteX227" fmla="*/ 13454 w 430520"/>
              <a:gd name="connsiteY227" fmla="*/ 257871 h 492909"/>
              <a:gd name="connsiteX228" fmla="*/ 10763 w 430520"/>
              <a:gd name="connsiteY228" fmla="*/ 256528 h 492909"/>
              <a:gd name="connsiteX229" fmla="*/ 13454 w 430520"/>
              <a:gd name="connsiteY229" fmla="*/ 253841 h 492909"/>
              <a:gd name="connsiteX230" fmla="*/ 13454 w 430520"/>
              <a:gd name="connsiteY230" fmla="*/ 249812 h 492909"/>
              <a:gd name="connsiteX231" fmla="*/ 10763 w 430520"/>
              <a:gd name="connsiteY231" fmla="*/ 249812 h 492909"/>
              <a:gd name="connsiteX232" fmla="*/ 4036 w 430520"/>
              <a:gd name="connsiteY232" fmla="*/ 253841 h 492909"/>
              <a:gd name="connsiteX233" fmla="*/ 0 w 430520"/>
              <a:gd name="connsiteY233" fmla="*/ 249812 h 492909"/>
              <a:gd name="connsiteX234" fmla="*/ 0 w 430520"/>
              <a:gd name="connsiteY234" fmla="*/ 244440 h 492909"/>
              <a:gd name="connsiteX235" fmla="*/ 9417 w 430520"/>
              <a:gd name="connsiteY235" fmla="*/ 236382 h 492909"/>
              <a:gd name="connsiteX236" fmla="*/ 12108 w 430520"/>
              <a:gd name="connsiteY236" fmla="*/ 232352 h 492909"/>
              <a:gd name="connsiteX237" fmla="*/ 10763 w 430520"/>
              <a:gd name="connsiteY237" fmla="*/ 226980 h 492909"/>
              <a:gd name="connsiteX238" fmla="*/ 6727 w 430520"/>
              <a:gd name="connsiteY238" fmla="*/ 224294 h 492909"/>
              <a:gd name="connsiteX239" fmla="*/ 8072 w 430520"/>
              <a:gd name="connsiteY239" fmla="*/ 220265 h 492909"/>
              <a:gd name="connsiteX240" fmla="*/ 12108 w 430520"/>
              <a:gd name="connsiteY240" fmla="*/ 217578 h 492909"/>
              <a:gd name="connsiteX241" fmla="*/ 16144 w 430520"/>
              <a:gd name="connsiteY241" fmla="*/ 212206 h 492909"/>
              <a:gd name="connsiteX242" fmla="*/ 12108 w 430520"/>
              <a:gd name="connsiteY242" fmla="*/ 208177 h 492909"/>
              <a:gd name="connsiteX243" fmla="*/ 12108 w 430520"/>
              <a:gd name="connsiteY243" fmla="*/ 205491 h 492909"/>
              <a:gd name="connsiteX244" fmla="*/ 16144 w 430520"/>
              <a:gd name="connsiteY244" fmla="*/ 200118 h 492909"/>
              <a:gd name="connsiteX245" fmla="*/ 18835 w 430520"/>
              <a:gd name="connsiteY245" fmla="*/ 200118 h 492909"/>
              <a:gd name="connsiteX246" fmla="*/ 28253 w 430520"/>
              <a:gd name="connsiteY246" fmla="*/ 189374 h 492909"/>
              <a:gd name="connsiteX247" fmla="*/ 30943 w 430520"/>
              <a:gd name="connsiteY247" fmla="*/ 184002 h 492909"/>
              <a:gd name="connsiteX248" fmla="*/ 28253 w 430520"/>
              <a:gd name="connsiteY248" fmla="*/ 179972 h 492909"/>
              <a:gd name="connsiteX249" fmla="*/ 28253 w 430520"/>
              <a:gd name="connsiteY249" fmla="*/ 173257 h 492909"/>
              <a:gd name="connsiteX250" fmla="*/ 32289 w 430520"/>
              <a:gd name="connsiteY250" fmla="*/ 169228 h 492909"/>
              <a:gd name="connsiteX251" fmla="*/ 39016 w 430520"/>
              <a:gd name="connsiteY251" fmla="*/ 169228 h 492909"/>
              <a:gd name="connsiteX252" fmla="*/ 44397 w 430520"/>
              <a:gd name="connsiteY252" fmla="*/ 171914 h 492909"/>
              <a:gd name="connsiteX253" fmla="*/ 48434 w 430520"/>
              <a:gd name="connsiteY253" fmla="*/ 169228 h 492909"/>
              <a:gd name="connsiteX254" fmla="*/ 52470 w 430520"/>
              <a:gd name="connsiteY254" fmla="*/ 167885 h 492909"/>
              <a:gd name="connsiteX255" fmla="*/ 51124 w 430520"/>
              <a:gd name="connsiteY255" fmla="*/ 65811 h 492909"/>
              <a:gd name="connsiteX256" fmla="*/ 51124 w 430520"/>
              <a:gd name="connsiteY256" fmla="*/ 65811 h 492909"/>
              <a:gd name="connsiteX257" fmla="*/ 51124 w 430520"/>
              <a:gd name="connsiteY257" fmla="*/ 56409 h 492909"/>
              <a:gd name="connsiteX258" fmla="*/ 75341 w 430520"/>
              <a:gd name="connsiteY258" fmla="*/ 53723 h 492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</a:cxnLst>
            <a:rect l="l" t="t" r="r" b="b"/>
            <a:pathLst>
              <a:path w="430520" h="492909">
                <a:moveTo>
                  <a:pt x="73996" y="2686"/>
                </a:moveTo>
                <a:lnTo>
                  <a:pt x="383432" y="0"/>
                </a:lnTo>
                <a:lnTo>
                  <a:pt x="383432" y="2686"/>
                </a:lnTo>
                <a:lnTo>
                  <a:pt x="383432" y="5372"/>
                </a:lnTo>
                <a:lnTo>
                  <a:pt x="384778" y="6715"/>
                </a:lnTo>
                <a:lnTo>
                  <a:pt x="383432" y="8059"/>
                </a:lnTo>
                <a:lnTo>
                  <a:pt x="384778" y="9401"/>
                </a:lnTo>
                <a:lnTo>
                  <a:pt x="384778" y="10745"/>
                </a:lnTo>
                <a:lnTo>
                  <a:pt x="386123" y="12088"/>
                </a:lnTo>
                <a:lnTo>
                  <a:pt x="387468" y="18803"/>
                </a:lnTo>
                <a:lnTo>
                  <a:pt x="392850" y="25518"/>
                </a:lnTo>
                <a:lnTo>
                  <a:pt x="392850" y="28205"/>
                </a:lnTo>
                <a:lnTo>
                  <a:pt x="391505" y="28205"/>
                </a:lnTo>
                <a:lnTo>
                  <a:pt x="390159" y="25518"/>
                </a:lnTo>
                <a:lnTo>
                  <a:pt x="388814" y="22832"/>
                </a:lnTo>
                <a:lnTo>
                  <a:pt x="387468" y="24175"/>
                </a:lnTo>
                <a:lnTo>
                  <a:pt x="388814" y="29548"/>
                </a:lnTo>
                <a:lnTo>
                  <a:pt x="394195" y="48351"/>
                </a:lnTo>
                <a:lnTo>
                  <a:pt x="395541" y="57752"/>
                </a:lnTo>
                <a:lnTo>
                  <a:pt x="394195" y="67154"/>
                </a:lnTo>
                <a:lnTo>
                  <a:pt x="398232" y="79241"/>
                </a:lnTo>
                <a:lnTo>
                  <a:pt x="402268" y="87300"/>
                </a:lnTo>
                <a:lnTo>
                  <a:pt x="407649" y="88643"/>
                </a:lnTo>
                <a:lnTo>
                  <a:pt x="418412" y="95359"/>
                </a:lnTo>
                <a:lnTo>
                  <a:pt x="418412" y="100731"/>
                </a:lnTo>
                <a:lnTo>
                  <a:pt x="423794" y="100731"/>
                </a:lnTo>
                <a:lnTo>
                  <a:pt x="429175" y="104760"/>
                </a:lnTo>
                <a:lnTo>
                  <a:pt x="429175" y="107446"/>
                </a:lnTo>
                <a:lnTo>
                  <a:pt x="430521" y="107446"/>
                </a:lnTo>
                <a:lnTo>
                  <a:pt x="427830" y="112818"/>
                </a:lnTo>
                <a:lnTo>
                  <a:pt x="423794" y="115505"/>
                </a:lnTo>
                <a:lnTo>
                  <a:pt x="419757" y="115505"/>
                </a:lnTo>
                <a:lnTo>
                  <a:pt x="417067" y="119534"/>
                </a:lnTo>
                <a:lnTo>
                  <a:pt x="411685" y="119534"/>
                </a:lnTo>
                <a:lnTo>
                  <a:pt x="407649" y="122220"/>
                </a:lnTo>
                <a:lnTo>
                  <a:pt x="403613" y="122220"/>
                </a:lnTo>
                <a:lnTo>
                  <a:pt x="402268" y="124906"/>
                </a:lnTo>
                <a:lnTo>
                  <a:pt x="403613" y="127592"/>
                </a:lnTo>
                <a:lnTo>
                  <a:pt x="403613" y="130278"/>
                </a:lnTo>
                <a:lnTo>
                  <a:pt x="396886" y="130278"/>
                </a:lnTo>
                <a:lnTo>
                  <a:pt x="392850" y="132965"/>
                </a:lnTo>
                <a:lnTo>
                  <a:pt x="392850" y="138337"/>
                </a:lnTo>
                <a:lnTo>
                  <a:pt x="390159" y="143709"/>
                </a:lnTo>
                <a:lnTo>
                  <a:pt x="392850" y="145052"/>
                </a:lnTo>
                <a:lnTo>
                  <a:pt x="394195" y="147738"/>
                </a:lnTo>
                <a:lnTo>
                  <a:pt x="392850" y="150425"/>
                </a:lnTo>
                <a:lnTo>
                  <a:pt x="390159" y="158483"/>
                </a:lnTo>
                <a:lnTo>
                  <a:pt x="387468" y="171914"/>
                </a:lnTo>
                <a:lnTo>
                  <a:pt x="383432" y="177286"/>
                </a:lnTo>
                <a:lnTo>
                  <a:pt x="383432" y="182659"/>
                </a:lnTo>
                <a:lnTo>
                  <a:pt x="380741" y="185345"/>
                </a:lnTo>
                <a:lnTo>
                  <a:pt x="379396" y="190717"/>
                </a:lnTo>
                <a:lnTo>
                  <a:pt x="383432" y="202805"/>
                </a:lnTo>
                <a:lnTo>
                  <a:pt x="383432" y="206834"/>
                </a:lnTo>
                <a:lnTo>
                  <a:pt x="384778" y="208177"/>
                </a:lnTo>
                <a:lnTo>
                  <a:pt x="383432" y="209520"/>
                </a:lnTo>
                <a:lnTo>
                  <a:pt x="380741" y="217578"/>
                </a:lnTo>
                <a:lnTo>
                  <a:pt x="380741" y="226980"/>
                </a:lnTo>
                <a:lnTo>
                  <a:pt x="374015" y="239068"/>
                </a:lnTo>
                <a:lnTo>
                  <a:pt x="371324" y="247126"/>
                </a:lnTo>
                <a:lnTo>
                  <a:pt x="368633" y="247126"/>
                </a:lnTo>
                <a:lnTo>
                  <a:pt x="364597" y="247126"/>
                </a:lnTo>
                <a:lnTo>
                  <a:pt x="363252" y="252499"/>
                </a:lnTo>
                <a:lnTo>
                  <a:pt x="356525" y="263243"/>
                </a:lnTo>
                <a:lnTo>
                  <a:pt x="356525" y="267272"/>
                </a:lnTo>
                <a:lnTo>
                  <a:pt x="349798" y="271302"/>
                </a:lnTo>
                <a:lnTo>
                  <a:pt x="347107" y="279360"/>
                </a:lnTo>
                <a:lnTo>
                  <a:pt x="341726" y="299506"/>
                </a:lnTo>
                <a:lnTo>
                  <a:pt x="339035" y="298163"/>
                </a:lnTo>
                <a:lnTo>
                  <a:pt x="336344" y="298163"/>
                </a:lnTo>
                <a:lnTo>
                  <a:pt x="334999" y="302192"/>
                </a:lnTo>
                <a:lnTo>
                  <a:pt x="329617" y="308908"/>
                </a:lnTo>
                <a:lnTo>
                  <a:pt x="328272" y="314280"/>
                </a:lnTo>
                <a:lnTo>
                  <a:pt x="329617" y="316966"/>
                </a:lnTo>
                <a:lnTo>
                  <a:pt x="329617" y="322338"/>
                </a:lnTo>
                <a:lnTo>
                  <a:pt x="325581" y="329054"/>
                </a:lnTo>
                <a:lnTo>
                  <a:pt x="322890" y="337112"/>
                </a:lnTo>
                <a:lnTo>
                  <a:pt x="324236" y="346514"/>
                </a:lnTo>
                <a:lnTo>
                  <a:pt x="322890" y="358602"/>
                </a:lnTo>
                <a:lnTo>
                  <a:pt x="320199" y="361288"/>
                </a:lnTo>
                <a:lnTo>
                  <a:pt x="317509" y="363974"/>
                </a:lnTo>
                <a:lnTo>
                  <a:pt x="314818" y="363974"/>
                </a:lnTo>
                <a:lnTo>
                  <a:pt x="312127" y="361288"/>
                </a:lnTo>
                <a:lnTo>
                  <a:pt x="308091" y="362631"/>
                </a:lnTo>
                <a:lnTo>
                  <a:pt x="301364" y="361288"/>
                </a:lnTo>
                <a:lnTo>
                  <a:pt x="301364" y="368003"/>
                </a:lnTo>
                <a:lnTo>
                  <a:pt x="298673" y="369346"/>
                </a:lnTo>
                <a:lnTo>
                  <a:pt x="294637" y="374718"/>
                </a:lnTo>
                <a:lnTo>
                  <a:pt x="295983" y="378748"/>
                </a:lnTo>
                <a:lnTo>
                  <a:pt x="301364" y="380091"/>
                </a:lnTo>
                <a:lnTo>
                  <a:pt x="312127" y="380091"/>
                </a:lnTo>
                <a:lnTo>
                  <a:pt x="314818" y="382777"/>
                </a:lnTo>
                <a:lnTo>
                  <a:pt x="318854" y="388149"/>
                </a:lnTo>
                <a:lnTo>
                  <a:pt x="320199" y="390835"/>
                </a:lnTo>
                <a:lnTo>
                  <a:pt x="321545" y="392178"/>
                </a:lnTo>
                <a:lnTo>
                  <a:pt x="326926" y="401580"/>
                </a:lnTo>
                <a:lnTo>
                  <a:pt x="332308" y="404266"/>
                </a:lnTo>
                <a:lnTo>
                  <a:pt x="330963" y="405609"/>
                </a:lnTo>
                <a:lnTo>
                  <a:pt x="333653" y="408295"/>
                </a:lnTo>
                <a:lnTo>
                  <a:pt x="339035" y="408295"/>
                </a:lnTo>
                <a:lnTo>
                  <a:pt x="341726" y="410982"/>
                </a:lnTo>
                <a:lnTo>
                  <a:pt x="343071" y="415011"/>
                </a:lnTo>
                <a:lnTo>
                  <a:pt x="348452" y="420383"/>
                </a:lnTo>
                <a:lnTo>
                  <a:pt x="349798" y="429785"/>
                </a:lnTo>
                <a:lnTo>
                  <a:pt x="352488" y="432471"/>
                </a:lnTo>
                <a:lnTo>
                  <a:pt x="353834" y="441872"/>
                </a:lnTo>
                <a:lnTo>
                  <a:pt x="344417" y="451274"/>
                </a:lnTo>
                <a:lnTo>
                  <a:pt x="339035" y="462018"/>
                </a:lnTo>
                <a:lnTo>
                  <a:pt x="336344" y="460675"/>
                </a:lnTo>
                <a:lnTo>
                  <a:pt x="330963" y="464705"/>
                </a:lnTo>
                <a:lnTo>
                  <a:pt x="328272" y="468734"/>
                </a:lnTo>
                <a:lnTo>
                  <a:pt x="326926" y="468734"/>
                </a:lnTo>
                <a:lnTo>
                  <a:pt x="322890" y="472763"/>
                </a:lnTo>
                <a:lnTo>
                  <a:pt x="322890" y="472763"/>
                </a:lnTo>
                <a:lnTo>
                  <a:pt x="317509" y="478135"/>
                </a:lnTo>
                <a:lnTo>
                  <a:pt x="314818" y="482165"/>
                </a:lnTo>
                <a:lnTo>
                  <a:pt x="308091" y="484851"/>
                </a:lnTo>
                <a:lnTo>
                  <a:pt x="302710" y="482165"/>
                </a:lnTo>
                <a:lnTo>
                  <a:pt x="293292" y="483508"/>
                </a:lnTo>
                <a:lnTo>
                  <a:pt x="287911" y="486194"/>
                </a:lnTo>
                <a:lnTo>
                  <a:pt x="283875" y="486194"/>
                </a:lnTo>
                <a:lnTo>
                  <a:pt x="281184" y="486194"/>
                </a:lnTo>
                <a:lnTo>
                  <a:pt x="278493" y="486194"/>
                </a:lnTo>
                <a:lnTo>
                  <a:pt x="274457" y="488880"/>
                </a:lnTo>
                <a:lnTo>
                  <a:pt x="274457" y="492909"/>
                </a:lnTo>
                <a:lnTo>
                  <a:pt x="271766" y="492909"/>
                </a:lnTo>
                <a:lnTo>
                  <a:pt x="266384" y="491566"/>
                </a:lnTo>
                <a:lnTo>
                  <a:pt x="265039" y="487537"/>
                </a:lnTo>
                <a:lnTo>
                  <a:pt x="261003" y="486194"/>
                </a:lnTo>
                <a:lnTo>
                  <a:pt x="256967" y="487537"/>
                </a:lnTo>
                <a:lnTo>
                  <a:pt x="250240" y="484851"/>
                </a:lnTo>
                <a:lnTo>
                  <a:pt x="244858" y="482165"/>
                </a:lnTo>
                <a:lnTo>
                  <a:pt x="242168" y="486194"/>
                </a:lnTo>
                <a:lnTo>
                  <a:pt x="240822" y="488880"/>
                </a:lnTo>
                <a:lnTo>
                  <a:pt x="242168" y="491566"/>
                </a:lnTo>
                <a:lnTo>
                  <a:pt x="242168" y="492909"/>
                </a:lnTo>
                <a:lnTo>
                  <a:pt x="240822" y="491566"/>
                </a:lnTo>
                <a:lnTo>
                  <a:pt x="234095" y="491566"/>
                </a:lnTo>
                <a:lnTo>
                  <a:pt x="232750" y="491566"/>
                </a:lnTo>
                <a:lnTo>
                  <a:pt x="232750" y="488880"/>
                </a:lnTo>
                <a:lnTo>
                  <a:pt x="231405" y="484851"/>
                </a:lnTo>
                <a:lnTo>
                  <a:pt x="228714" y="482165"/>
                </a:lnTo>
                <a:lnTo>
                  <a:pt x="227369" y="478135"/>
                </a:lnTo>
                <a:lnTo>
                  <a:pt x="224678" y="475449"/>
                </a:lnTo>
                <a:lnTo>
                  <a:pt x="217951" y="474106"/>
                </a:lnTo>
                <a:lnTo>
                  <a:pt x="216606" y="471420"/>
                </a:lnTo>
                <a:lnTo>
                  <a:pt x="213915" y="468734"/>
                </a:lnTo>
                <a:lnTo>
                  <a:pt x="209879" y="462018"/>
                </a:lnTo>
                <a:lnTo>
                  <a:pt x="208533" y="460675"/>
                </a:lnTo>
                <a:lnTo>
                  <a:pt x="201806" y="459332"/>
                </a:lnTo>
                <a:lnTo>
                  <a:pt x="199116" y="463362"/>
                </a:lnTo>
                <a:lnTo>
                  <a:pt x="197770" y="466048"/>
                </a:lnTo>
                <a:lnTo>
                  <a:pt x="192389" y="467391"/>
                </a:lnTo>
                <a:lnTo>
                  <a:pt x="189698" y="467391"/>
                </a:lnTo>
                <a:lnTo>
                  <a:pt x="188353" y="466048"/>
                </a:lnTo>
                <a:lnTo>
                  <a:pt x="185662" y="466048"/>
                </a:lnTo>
                <a:lnTo>
                  <a:pt x="178935" y="466048"/>
                </a:lnTo>
                <a:lnTo>
                  <a:pt x="176244" y="467391"/>
                </a:lnTo>
                <a:lnTo>
                  <a:pt x="173554" y="471420"/>
                </a:lnTo>
                <a:lnTo>
                  <a:pt x="170863" y="471420"/>
                </a:lnTo>
                <a:lnTo>
                  <a:pt x="165481" y="470077"/>
                </a:lnTo>
                <a:lnTo>
                  <a:pt x="160100" y="464705"/>
                </a:lnTo>
                <a:lnTo>
                  <a:pt x="157409" y="462018"/>
                </a:lnTo>
                <a:lnTo>
                  <a:pt x="154718" y="460675"/>
                </a:lnTo>
                <a:lnTo>
                  <a:pt x="152027" y="457989"/>
                </a:lnTo>
                <a:lnTo>
                  <a:pt x="150682" y="453960"/>
                </a:lnTo>
                <a:lnTo>
                  <a:pt x="150682" y="453960"/>
                </a:lnTo>
                <a:lnTo>
                  <a:pt x="150682" y="452617"/>
                </a:lnTo>
                <a:lnTo>
                  <a:pt x="147991" y="449931"/>
                </a:lnTo>
                <a:lnTo>
                  <a:pt x="143955" y="445902"/>
                </a:lnTo>
                <a:lnTo>
                  <a:pt x="141265" y="444559"/>
                </a:lnTo>
                <a:lnTo>
                  <a:pt x="139919" y="436500"/>
                </a:lnTo>
                <a:lnTo>
                  <a:pt x="139919" y="433814"/>
                </a:lnTo>
                <a:lnTo>
                  <a:pt x="137228" y="431128"/>
                </a:lnTo>
                <a:lnTo>
                  <a:pt x="127811" y="428441"/>
                </a:lnTo>
                <a:lnTo>
                  <a:pt x="125120" y="425755"/>
                </a:lnTo>
                <a:lnTo>
                  <a:pt x="126465" y="421726"/>
                </a:lnTo>
                <a:lnTo>
                  <a:pt x="125120" y="419040"/>
                </a:lnTo>
                <a:lnTo>
                  <a:pt x="119738" y="417697"/>
                </a:lnTo>
                <a:lnTo>
                  <a:pt x="117048" y="415011"/>
                </a:lnTo>
                <a:lnTo>
                  <a:pt x="115702" y="406952"/>
                </a:lnTo>
                <a:lnTo>
                  <a:pt x="114357" y="404266"/>
                </a:lnTo>
                <a:lnTo>
                  <a:pt x="106285" y="398894"/>
                </a:lnTo>
                <a:lnTo>
                  <a:pt x="103594" y="398894"/>
                </a:lnTo>
                <a:lnTo>
                  <a:pt x="99558" y="397551"/>
                </a:lnTo>
                <a:lnTo>
                  <a:pt x="96867" y="397551"/>
                </a:lnTo>
                <a:lnTo>
                  <a:pt x="92831" y="397551"/>
                </a:lnTo>
                <a:lnTo>
                  <a:pt x="87449" y="392178"/>
                </a:lnTo>
                <a:lnTo>
                  <a:pt x="90140" y="390835"/>
                </a:lnTo>
                <a:lnTo>
                  <a:pt x="90140" y="388149"/>
                </a:lnTo>
                <a:lnTo>
                  <a:pt x="94176" y="385463"/>
                </a:lnTo>
                <a:lnTo>
                  <a:pt x="95522" y="381434"/>
                </a:lnTo>
                <a:lnTo>
                  <a:pt x="92831" y="378748"/>
                </a:lnTo>
                <a:lnTo>
                  <a:pt x="88795" y="378748"/>
                </a:lnTo>
                <a:lnTo>
                  <a:pt x="83413" y="376062"/>
                </a:lnTo>
                <a:lnTo>
                  <a:pt x="82068" y="372032"/>
                </a:lnTo>
                <a:lnTo>
                  <a:pt x="78032" y="370689"/>
                </a:lnTo>
                <a:lnTo>
                  <a:pt x="73996" y="369346"/>
                </a:lnTo>
                <a:lnTo>
                  <a:pt x="67269" y="368003"/>
                </a:lnTo>
                <a:lnTo>
                  <a:pt x="63232" y="363974"/>
                </a:lnTo>
                <a:lnTo>
                  <a:pt x="61887" y="358602"/>
                </a:lnTo>
                <a:lnTo>
                  <a:pt x="64578" y="355915"/>
                </a:lnTo>
                <a:lnTo>
                  <a:pt x="61887" y="353229"/>
                </a:lnTo>
                <a:lnTo>
                  <a:pt x="53815" y="353229"/>
                </a:lnTo>
                <a:lnTo>
                  <a:pt x="52470" y="355915"/>
                </a:lnTo>
                <a:lnTo>
                  <a:pt x="45743" y="355915"/>
                </a:lnTo>
                <a:lnTo>
                  <a:pt x="41707" y="351886"/>
                </a:lnTo>
                <a:lnTo>
                  <a:pt x="41707" y="345171"/>
                </a:lnTo>
                <a:lnTo>
                  <a:pt x="43052" y="339799"/>
                </a:lnTo>
                <a:lnTo>
                  <a:pt x="45743" y="337112"/>
                </a:lnTo>
                <a:lnTo>
                  <a:pt x="45743" y="331740"/>
                </a:lnTo>
                <a:lnTo>
                  <a:pt x="44397" y="327711"/>
                </a:lnTo>
                <a:lnTo>
                  <a:pt x="40361" y="318309"/>
                </a:lnTo>
                <a:lnTo>
                  <a:pt x="33634" y="308908"/>
                </a:lnTo>
                <a:lnTo>
                  <a:pt x="32289" y="306222"/>
                </a:lnTo>
                <a:lnTo>
                  <a:pt x="26908" y="300849"/>
                </a:lnTo>
                <a:lnTo>
                  <a:pt x="28253" y="299506"/>
                </a:lnTo>
                <a:lnTo>
                  <a:pt x="28253" y="295477"/>
                </a:lnTo>
                <a:lnTo>
                  <a:pt x="25562" y="292791"/>
                </a:lnTo>
                <a:lnTo>
                  <a:pt x="25562" y="291448"/>
                </a:lnTo>
                <a:lnTo>
                  <a:pt x="25562" y="287418"/>
                </a:lnTo>
                <a:lnTo>
                  <a:pt x="28253" y="284732"/>
                </a:lnTo>
                <a:lnTo>
                  <a:pt x="25562" y="280703"/>
                </a:lnTo>
                <a:lnTo>
                  <a:pt x="16144" y="278017"/>
                </a:lnTo>
                <a:lnTo>
                  <a:pt x="14799" y="272645"/>
                </a:lnTo>
                <a:lnTo>
                  <a:pt x="14799" y="265929"/>
                </a:lnTo>
                <a:lnTo>
                  <a:pt x="12108" y="261900"/>
                </a:lnTo>
                <a:lnTo>
                  <a:pt x="13454" y="257871"/>
                </a:lnTo>
                <a:lnTo>
                  <a:pt x="10763" y="256528"/>
                </a:lnTo>
                <a:lnTo>
                  <a:pt x="13454" y="253841"/>
                </a:lnTo>
                <a:lnTo>
                  <a:pt x="13454" y="249812"/>
                </a:lnTo>
                <a:lnTo>
                  <a:pt x="10763" y="249812"/>
                </a:lnTo>
                <a:lnTo>
                  <a:pt x="4036" y="253841"/>
                </a:lnTo>
                <a:lnTo>
                  <a:pt x="0" y="249812"/>
                </a:lnTo>
                <a:lnTo>
                  <a:pt x="0" y="244440"/>
                </a:lnTo>
                <a:lnTo>
                  <a:pt x="9417" y="236382"/>
                </a:lnTo>
                <a:lnTo>
                  <a:pt x="12108" y="232352"/>
                </a:lnTo>
                <a:lnTo>
                  <a:pt x="10763" y="226980"/>
                </a:lnTo>
                <a:lnTo>
                  <a:pt x="6727" y="224294"/>
                </a:lnTo>
                <a:lnTo>
                  <a:pt x="8072" y="220265"/>
                </a:lnTo>
                <a:lnTo>
                  <a:pt x="12108" y="217578"/>
                </a:lnTo>
                <a:lnTo>
                  <a:pt x="16144" y="212206"/>
                </a:lnTo>
                <a:lnTo>
                  <a:pt x="12108" y="208177"/>
                </a:lnTo>
                <a:lnTo>
                  <a:pt x="12108" y="205491"/>
                </a:lnTo>
                <a:lnTo>
                  <a:pt x="16144" y="200118"/>
                </a:lnTo>
                <a:lnTo>
                  <a:pt x="18835" y="200118"/>
                </a:lnTo>
                <a:lnTo>
                  <a:pt x="28253" y="189374"/>
                </a:lnTo>
                <a:lnTo>
                  <a:pt x="30943" y="184002"/>
                </a:lnTo>
                <a:lnTo>
                  <a:pt x="28253" y="179972"/>
                </a:lnTo>
                <a:lnTo>
                  <a:pt x="28253" y="173257"/>
                </a:lnTo>
                <a:lnTo>
                  <a:pt x="32289" y="169228"/>
                </a:lnTo>
                <a:lnTo>
                  <a:pt x="39016" y="169228"/>
                </a:lnTo>
                <a:lnTo>
                  <a:pt x="44397" y="171914"/>
                </a:lnTo>
                <a:lnTo>
                  <a:pt x="48434" y="169228"/>
                </a:lnTo>
                <a:lnTo>
                  <a:pt x="52470" y="167885"/>
                </a:lnTo>
                <a:lnTo>
                  <a:pt x="51124" y="65811"/>
                </a:lnTo>
                <a:lnTo>
                  <a:pt x="51124" y="65811"/>
                </a:lnTo>
                <a:lnTo>
                  <a:pt x="51124" y="56409"/>
                </a:lnTo>
                <a:lnTo>
                  <a:pt x="75341" y="5372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17" name="Freeform 716">
            <a:extLst>
              <a:ext uri="{FF2B5EF4-FFF2-40B4-BE49-F238E27FC236}">
                <a16:creationId xmlns:a16="http://schemas.microsoft.com/office/drawing/2014/main" id="{A3624966-D37E-FF7C-C7A7-3CE9AD50ABFE}"/>
              </a:ext>
            </a:extLst>
          </p:cNvPr>
          <p:cNvSpPr/>
          <p:nvPr/>
        </p:nvSpPr>
        <p:spPr>
          <a:xfrm>
            <a:off x="8206799" y="4244927"/>
            <a:ext cx="396886" cy="299506"/>
          </a:xfrm>
          <a:custGeom>
            <a:avLst/>
            <a:gdLst>
              <a:gd name="connsiteX0" fmla="*/ 59196 w 396886"/>
              <a:gd name="connsiteY0" fmla="*/ 249812 h 299506"/>
              <a:gd name="connsiteX1" fmla="*/ 57851 w 396886"/>
              <a:gd name="connsiteY1" fmla="*/ 240411 h 299506"/>
              <a:gd name="connsiteX2" fmla="*/ 55161 w 396886"/>
              <a:gd name="connsiteY2" fmla="*/ 237725 h 299506"/>
              <a:gd name="connsiteX3" fmla="*/ 53815 w 396886"/>
              <a:gd name="connsiteY3" fmla="*/ 228323 h 299506"/>
              <a:gd name="connsiteX4" fmla="*/ 48434 w 396886"/>
              <a:gd name="connsiteY4" fmla="*/ 222951 h 299506"/>
              <a:gd name="connsiteX5" fmla="*/ 47088 w 396886"/>
              <a:gd name="connsiteY5" fmla="*/ 218922 h 299506"/>
              <a:gd name="connsiteX6" fmla="*/ 44397 w 396886"/>
              <a:gd name="connsiteY6" fmla="*/ 216235 h 299506"/>
              <a:gd name="connsiteX7" fmla="*/ 39016 w 396886"/>
              <a:gd name="connsiteY7" fmla="*/ 216235 h 299506"/>
              <a:gd name="connsiteX8" fmla="*/ 36325 w 396886"/>
              <a:gd name="connsiteY8" fmla="*/ 213549 h 299506"/>
              <a:gd name="connsiteX9" fmla="*/ 37670 w 396886"/>
              <a:gd name="connsiteY9" fmla="*/ 212206 h 299506"/>
              <a:gd name="connsiteX10" fmla="*/ 32289 w 396886"/>
              <a:gd name="connsiteY10" fmla="*/ 209520 h 299506"/>
              <a:gd name="connsiteX11" fmla="*/ 26908 w 396886"/>
              <a:gd name="connsiteY11" fmla="*/ 200118 h 299506"/>
              <a:gd name="connsiteX12" fmla="*/ 25562 w 396886"/>
              <a:gd name="connsiteY12" fmla="*/ 198775 h 299506"/>
              <a:gd name="connsiteX13" fmla="*/ 24217 w 396886"/>
              <a:gd name="connsiteY13" fmla="*/ 196089 h 299506"/>
              <a:gd name="connsiteX14" fmla="*/ 20181 w 396886"/>
              <a:gd name="connsiteY14" fmla="*/ 190717 h 299506"/>
              <a:gd name="connsiteX15" fmla="*/ 17490 w 396886"/>
              <a:gd name="connsiteY15" fmla="*/ 188031 h 299506"/>
              <a:gd name="connsiteX16" fmla="*/ 6727 w 396886"/>
              <a:gd name="connsiteY16" fmla="*/ 188031 h 299506"/>
              <a:gd name="connsiteX17" fmla="*/ 1345 w 396886"/>
              <a:gd name="connsiteY17" fmla="*/ 186688 h 299506"/>
              <a:gd name="connsiteX18" fmla="*/ 0 w 396886"/>
              <a:gd name="connsiteY18" fmla="*/ 182658 h 299506"/>
              <a:gd name="connsiteX19" fmla="*/ 4036 w 396886"/>
              <a:gd name="connsiteY19" fmla="*/ 177286 h 299506"/>
              <a:gd name="connsiteX20" fmla="*/ 6727 w 396886"/>
              <a:gd name="connsiteY20" fmla="*/ 175943 h 299506"/>
              <a:gd name="connsiteX21" fmla="*/ 6727 w 396886"/>
              <a:gd name="connsiteY21" fmla="*/ 169228 h 299506"/>
              <a:gd name="connsiteX22" fmla="*/ 13454 w 396886"/>
              <a:gd name="connsiteY22" fmla="*/ 170571 h 299506"/>
              <a:gd name="connsiteX23" fmla="*/ 17490 w 396886"/>
              <a:gd name="connsiteY23" fmla="*/ 169228 h 299506"/>
              <a:gd name="connsiteX24" fmla="*/ 20181 w 396886"/>
              <a:gd name="connsiteY24" fmla="*/ 171914 h 299506"/>
              <a:gd name="connsiteX25" fmla="*/ 22872 w 396886"/>
              <a:gd name="connsiteY25" fmla="*/ 171914 h 299506"/>
              <a:gd name="connsiteX26" fmla="*/ 25562 w 396886"/>
              <a:gd name="connsiteY26" fmla="*/ 169228 h 299506"/>
              <a:gd name="connsiteX27" fmla="*/ 28253 w 396886"/>
              <a:gd name="connsiteY27" fmla="*/ 166541 h 299506"/>
              <a:gd name="connsiteX28" fmla="*/ 29598 w 396886"/>
              <a:gd name="connsiteY28" fmla="*/ 154454 h 299506"/>
              <a:gd name="connsiteX29" fmla="*/ 28253 w 396886"/>
              <a:gd name="connsiteY29" fmla="*/ 145052 h 299506"/>
              <a:gd name="connsiteX30" fmla="*/ 30943 w 396886"/>
              <a:gd name="connsiteY30" fmla="*/ 136994 h 299506"/>
              <a:gd name="connsiteX31" fmla="*/ 34980 w 396886"/>
              <a:gd name="connsiteY31" fmla="*/ 130278 h 299506"/>
              <a:gd name="connsiteX32" fmla="*/ 34980 w 396886"/>
              <a:gd name="connsiteY32" fmla="*/ 124906 h 299506"/>
              <a:gd name="connsiteX33" fmla="*/ 33634 w 396886"/>
              <a:gd name="connsiteY33" fmla="*/ 122220 h 299506"/>
              <a:gd name="connsiteX34" fmla="*/ 34980 w 396886"/>
              <a:gd name="connsiteY34" fmla="*/ 116848 h 299506"/>
              <a:gd name="connsiteX35" fmla="*/ 40361 w 396886"/>
              <a:gd name="connsiteY35" fmla="*/ 110132 h 299506"/>
              <a:gd name="connsiteX36" fmla="*/ 41707 w 396886"/>
              <a:gd name="connsiteY36" fmla="*/ 106103 h 299506"/>
              <a:gd name="connsiteX37" fmla="*/ 44397 w 396886"/>
              <a:gd name="connsiteY37" fmla="*/ 106103 h 299506"/>
              <a:gd name="connsiteX38" fmla="*/ 47088 w 396886"/>
              <a:gd name="connsiteY38" fmla="*/ 107446 h 299506"/>
              <a:gd name="connsiteX39" fmla="*/ 52470 w 396886"/>
              <a:gd name="connsiteY39" fmla="*/ 87300 h 299506"/>
              <a:gd name="connsiteX40" fmla="*/ 55161 w 396886"/>
              <a:gd name="connsiteY40" fmla="*/ 79241 h 299506"/>
              <a:gd name="connsiteX41" fmla="*/ 61887 w 396886"/>
              <a:gd name="connsiteY41" fmla="*/ 75212 h 299506"/>
              <a:gd name="connsiteX42" fmla="*/ 61887 w 396886"/>
              <a:gd name="connsiteY42" fmla="*/ 71183 h 299506"/>
              <a:gd name="connsiteX43" fmla="*/ 68614 w 396886"/>
              <a:gd name="connsiteY43" fmla="*/ 60438 h 299506"/>
              <a:gd name="connsiteX44" fmla="*/ 69960 w 396886"/>
              <a:gd name="connsiteY44" fmla="*/ 55066 h 299506"/>
              <a:gd name="connsiteX45" fmla="*/ 73996 w 396886"/>
              <a:gd name="connsiteY45" fmla="*/ 55066 h 299506"/>
              <a:gd name="connsiteX46" fmla="*/ 76687 w 396886"/>
              <a:gd name="connsiteY46" fmla="*/ 55066 h 299506"/>
              <a:gd name="connsiteX47" fmla="*/ 79377 w 396886"/>
              <a:gd name="connsiteY47" fmla="*/ 47008 h 299506"/>
              <a:gd name="connsiteX48" fmla="*/ 86104 w 396886"/>
              <a:gd name="connsiteY48" fmla="*/ 34920 h 299506"/>
              <a:gd name="connsiteX49" fmla="*/ 86104 w 396886"/>
              <a:gd name="connsiteY49" fmla="*/ 25518 h 299506"/>
              <a:gd name="connsiteX50" fmla="*/ 88795 w 396886"/>
              <a:gd name="connsiteY50" fmla="*/ 17460 h 299506"/>
              <a:gd name="connsiteX51" fmla="*/ 90140 w 396886"/>
              <a:gd name="connsiteY51" fmla="*/ 16117 h 299506"/>
              <a:gd name="connsiteX52" fmla="*/ 94176 w 396886"/>
              <a:gd name="connsiteY52" fmla="*/ 17460 h 299506"/>
              <a:gd name="connsiteX53" fmla="*/ 99558 w 396886"/>
              <a:gd name="connsiteY53" fmla="*/ 17460 h 299506"/>
              <a:gd name="connsiteX54" fmla="*/ 102249 w 396886"/>
              <a:gd name="connsiteY54" fmla="*/ 14774 h 299506"/>
              <a:gd name="connsiteX55" fmla="*/ 106285 w 396886"/>
              <a:gd name="connsiteY55" fmla="*/ 14774 h 299506"/>
              <a:gd name="connsiteX56" fmla="*/ 113012 w 396886"/>
              <a:gd name="connsiteY56" fmla="*/ 0 h 299506"/>
              <a:gd name="connsiteX57" fmla="*/ 115702 w 396886"/>
              <a:gd name="connsiteY57" fmla="*/ 1343 h 299506"/>
              <a:gd name="connsiteX58" fmla="*/ 117048 w 396886"/>
              <a:gd name="connsiteY58" fmla="*/ 4029 h 299506"/>
              <a:gd name="connsiteX59" fmla="*/ 127811 w 396886"/>
              <a:gd name="connsiteY59" fmla="*/ 8058 h 299506"/>
              <a:gd name="connsiteX60" fmla="*/ 131847 w 396886"/>
              <a:gd name="connsiteY60" fmla="*/ 8058 h 299506"/>
              <a:gd name="connsiteX61" fmla="*/ 137229 w 396886"/>
              <a:gd name="connsiteY61" fmla="*/ 4029 h 299506"/>
              <a:gd name="connsiteX62" fmla="*/ 142610 w 396886"/>
              <a:gd name="connsiteY62" fmla="*/ 2686 h 299506"/>
              <a:gd name="connsiteX63" fmla="*/ 145301 w 396886"/>
              <a:gd name="connsiteY63" fmla="*/ 6715 h 299506"/>
              <a:gd name="connsiteX64" fmla="*/ 147991 w 396886"/>
              <a:gd name="connsiteY64" fmla="*/ 4029 h 299506"/>
              <a:gd name="connsiteX65" fmla="*/ 152027 w 396886"/>
              <a:gd name="connsiteY65" fmla="*/ 4029 h 299506"/>
              <a:gd name="connsiteX66" fmla="*/ 160100 w 396886"/>
              <a:gd name="connsiteY66" fmla="*/ 10745 h 299506"/>
              <a:gd name="connsiteX67" fmla="*/ 161445 w 396886"/>
              <a:gd name="connsiteY67" fmla="*/ 9401 h 299506"/>
              <a:gd name="connsiteX68" fmla="*/ 165481 w 396886"/>
              <a:gd name="connsiteY68" fmla="*/ 8058 h 299506"/>
              <a:gd name="connsiteX69" fmla="*/ 170863 w 396886"/>
              <a:gd name="connsiteY69" fmla="*/ 9401 h 299506"/>
              <a:gd name="connsiteX70" fmla="*/ 174899 w 396886"/>
              <a:gd name="connsiteY70" fmla="*/ 13431 h 299506"/>
              <a:gd name="connsiteX71" fmla="*/ 178935 w 396886"/>
              <a:gd name="connsiteY71" fmla="*/ 14774 h 299506"/>
              <a:gd name="connsiteX72" fmla="*/ 188353 w 396886"/>
              <a:gd name="connsiteY72" fmla="*/ 22832 h 299506"/>
              <a:gd name="connsiteX73" fmla="*/ 191044 w 396886"/>
              <a:gd name="connsiteY73" fmla="*/ 26862 h 299506"/>
              <a:gd name="connsiteX74" fmla="*/ 197771 w 396886"/>
              <a:gd name="connsiteY74" fmla="*/ 28204 h 299506"/>
              <a:gd name="connsiteX75" fmla="*/ 199116 w 396886"/>
              <a:gd name="connsiteY75" fmla="*/ 29548 h 299506"/>
              <a:gd name="connsiteX76" fmla="*/ 203152 w 396886"/>
              <a:gd name="connsiteY76" fmla="*/ 30891 h 299506"/>
              <a:gd name="connsiteX77" fmla="*/ 205842 w 396886"/>
              <a:gd name="connsiteY77" fmla="*/ 32234 h 299506"/>
              <a:gd name="connsiteX78" fmla="*/ 211224 w 396886"/>
              <a:gd name="connsiteY78" fmla="*/ 36263 h 299506"/>
              <a:gd name="connsiteX79" fmla="*/ 219296 w 396886"/>
              <a:gd name="connsiteY79" fmla="*/ 44322 h 299506"/>
              <a:gd name="connsiteX80" fmla="*/ 223333 w 396886"/>
              <a:gd name="connsiteY80" fmla="*/ 44322 h 299506"/>
              <a:gd name="connsiteX81" fmla="*/ 228714 w 396886"/>
              <a:gd name="connsiteY81" fmla="*/ 52380 h 299506"/>
              <a:gd name="connsiteX82" fmla="*/ 228714 w 396886"/>
              <a:gd name="connsiteY82" fmla="*/ 57752 h 299506"/>
              <a:gd name="connsiteX83" fmla="*/ 231405 w 396886"/>
              <a:gd name="connsiteY83" fmla="*/ 60438 h 299506"/>
              <a:gd name="connsiteX84" fmla="*/ 235441 w 396886"/>
              <a:gd name="connsiteY84" fmla="*/ 60438 h 299506"/>
              <a:gd name="connsiteX85" fmla="*/ 242168 w 396886"/>
              <a:gd name="connsiteY85" fmla="*/ 69840 h 299506"/>
              <a:gd name="connsiteX86" fmla="*/ 236786 w 396886"/>
              <a:gd name="connsiteY86" fmla="*/ 71183 h 299506"/>
              <a:gd name="connsiteX87" fmla="*/ 235441 w 396886"/>
              <a:gd name="connsiteY87" fmla="*/ 77899 h 299506"/>
              <a:gd name="connsiteX88" fmla="*/ 232750 w 396886"/>
              <a:gd name="connsiteY88" fmla="*/ 81928 h 299506"/>
              <a:gd name="connsiteX89" fmla="*/ 234095 w 396886"/>
              <a:gd name="connsiteY89" fmla="*/ 88643 h 299506"/>
              <a:gd name="connsiteX90" fmla="*/ 231405 w 396886"/>
              <a:gd name="connsiteY90" fmla="*/ 92672 h 299506"/>
              <a:gd name="connsiteX91" fmla="*/ 231405 w 396886"/>
              <a:gd name="connsiteY91" fmla="*/ 98045 h 299506"/>
              <a:gd name="connsiteX92" fmla="*/ 227369 w 396886"/>
              <a:gd name="connsiteY92" fmla="*/ 104760 h 299506"/>
              <a:gd name="connsiteX93" fmla="*/ 228714 w 396886"/>
              <a:gd name="connsiteY93" fmla="*/ 107446 h 299506"/>
              <a:gd name="connsiteX94" fmla="*/ 239477 w 396886"/>
              <a:gd name="connsiteY94" fmla="*/ 106103 h 299506"/>
              <a:gd name="connsiteX95" fmla="*/ 244859 w 396886"/>
              <a:gd name="connsiteY95" fmla="*/ 102074 h 299506"/>
              <a:gd name="connsiteX96" fmla="*/ 252931 w 396886"/>
              <a:gd name="connsiteY96" fmla="*/ 102074 h 299506"/>
              <a:gd name="connsiteX97" fmla="*/ 256967 w 396886"/>
              <a:gd name="connsiteY97" fmla="*/ 104760 h 299506"/>
              <a:gd name="connsiteX98" fmla="*/ 255622 w 396886"/>
              <a:gd name="connsiteY98" fmla="*/ 107446 h 299506"/>
              <a:gd name="connsiteX99" fmla="*/ 256967 w 396886"/>
              <a:gd name="connsiteY99" fmla="*/ 116848 h 299506"/>
              <a:gd name="connsiteX100" fmla="*/ 261003 w 396886"/>
              <a:gd name="connsiteY100" fmla="*/ 130278 h 299506"/>
              <a:gd name="connsiteX101" fmla="*/ 269075 w 396886"/>
              <a:gd name="connsiteY101" fmla="*/ 134308 h 299506"/>
              <a:gd name="connsiteX102" fmla="*/ 267730 w 396886"/>
              <a:gd name="connsiteY102" fmla="*/ 142366 h 299506"/>
              <a:gd name="connsiteX103" fmla="*/ 270421 w 396886"/>
              <a:gd name="connsiteY103" fmla="*/ 149081 h 299506"/>
              <a:gd name="connsiteX104" fmla="*/ 279838 w 396886"/>
              <a:gd name="connsiteY104" fmla="*/ 151768 h 299506"/>
              <a:gd name="connsiteX105" fmla="*/ 286565 w 396886"/>
              <a:gd name="connsiteY105" fmla="*/ 157140 h 299506"/>
              <a:gd name="connsiteX106" fmla="*/ 363252 w 396886"/>
              <a:gd name="connsiteY106" fmla="*/ 181315 h 299506"/>
              <a:gd name="connsiteX107" fmla="*/ 396886 w 396886"/>
              <a:gd name="connsiteY107" fmla="*/ 179972 h 299506"/>
              <a:gd name="connsiteX108" fmla="*/ 316164 w 396886"/>
              <a:gd name="connsiteY108" fmla="*/ 260557 h 299506"/>
              <a:gd name="connsiteX109" fmla="*/ 300019 w 396886"/>
              <a:gd name="connsiteY109" fmla="*/ 260557 h 299506"/>
              <a:gd name="connsiteX110" fmla="*/ 283875 w 396886"/>
              <a:gd name="connsiteY110" fmla="*/ 260557 h 299506"/>
              <a:gd name="connsiteX111" fmla="*/ 278493 w 396886"/>
              <a:gd name="connsiteY111" fmla="*/ 263243 h 299506"/>
              <a:gd name="connsiteX112" fmla="*/ 274457 w 396886"/>
              <a:gd name="connsiteY112" fmla="*/ 264586 h 299506"/>
              <a:gd name="connsiteX113" fmla="*/ 267730 w 396886"/>
              <a:gd name="connsiteY113" fmla="*/ 267272 h 299506"/>
              <a:gd name="connsiteX114" fmla="*/ 265039 w 396886"/>
              <a:gd name="connsiteY114" fmla="*/ 272645 h 299506"/>
              <a:gd name="connsiteX115" fmla="*/ 261003 w 396886"/>
              <a:gd name="connsiteY115" fmla="*/ 275331 h 299506"/>
              <a:gd name="connsiteX116" fmla="*/ 254276 w 396886"/>
              <a:gd name="connsiteY116" fmla="*/ 279360 h 299506"/>
              <a:gd name="connsiteX117" fmla="*/ 246204 w 396886"/>
              <a:gd name="connsiteY117" fmla="*/ 280703 h 299506"/>
              <a:gd name="connsiteX118" fmla="*/ 238132 w 396886"/>
              <a:gd name="connsiteY118" fmla="*/ 284732 h 299506"/>
              <a:gd name="connsiteX119" fmla="*/ 235441 w 396886"/>
              <a:gd name="connsiteY119" fmla="*/ 288762 h 299506"/>
              <a:gd name="connsiteX120" fmla="*/ 234095 w 396886"/>
              <a:gd name="connsiteY120" fmla="*/ 288762 h 299506"/>
              <a:gd name="connsiteX121" fmla="*/ 227369 w 396886"/>
              <a:gd name="connsiteY121" fmla="*/ 288762 h 299506"/>
              <a:gd name="connsiteX122" fmla="*/ 217951 w 396886"/>
              <a:gd name="connsiteY122" fmla="*/ 290105 h 299506"/>
              <a:gd name="connsiteX123" fmla="*/ 213915 w 396886"/>
              <a:gd name="connsiteY123" fmla="*/ 287418 h 299506"/>
              <a:gd name="connsiteX124" fmla="*/ 209879 w 396886"/>
              <a:gd name="connsiteY124" fmla="*/ 282046 h 299506"/>
              <a:gd name="connsiteX125" fmla="*/ 207188 w 396886"/>
              <a:gd name="connsiteY125" fmla="*/ 280703 h 299506"/>
              <a:gd name="connsiteX126" fmla="*/ 195080 w 396886"/>
              <a:gd name="connsiteY126" fmla="*/ 282046 h 299506"/>
              <a:gd name="connsiteX127" fmla="*/ 192389 w 396886"/>
              <a:gd name="connsiteY127" fmla="*/ 283389 h 299506"/>
              <a:gd name="connsiteX128" fmla="*/ 188353 w 396886"/>
              <a:gd name="connsiteY128" fmla="*/ 283389 h 299506"/>
              <a:gd name="connsiteX129" fmla="*/ 182971 w 396886"/>
              <a:gd name="connsiteY129" fmla="*/ 286075 h 299506"/>
              <a:gd name="connsiteX130" fmla="*/ 180280 w 396886"/>
              <a:gd name="connsiteY130" fmla="*/ 288762 h 299506"/>
              <a:gd name="connsiteX131" fmla="*/ 173554 w 396886"/>
              <a:gd name="connsiteY131" fmla="*/ 299506 h 299506"/>
              <a:gd name="connsiteX132" fmla="*/ 168172 w 396886"/>
              <a:gd name="connsiteY132" fmla="*/ 299506 h 299506"/>
              <a:gd name="connsiteX133" fmla="*/ 164136 w 396886"/>
              <a:gd name="connsiteY133" fmla="*/ 299506 h 299506"/>
              <a:gd name="connsiteX134" fmla="*/ 160100 w 396886"/>
              <a:gd name="connsiteY134" fmla="*/ 298163 h 299506"/>
              <a:gd name="connsiteX135" fmla="*/ 152027 w 396886"/>
              <a:gd name="connsiteY135" fmla="*/ 299506 h 299506"/>
              <a:gd name="connsiteX136" fmla="*/ 146646 w 396886"/>
              <a:gd name="connsiteY136" fmla="*/ 296820 h 299506"/>
              <a:gd name="connsiteX137" fmla="*/ 137229 w 396886"/>
              <a:gd name="connsiteY137" fmla="*/ 296820 h 299506"/>
              <a:gd name="connsiteX138" fmla="*/ 133192 w 396886"/>
              <a:gd name="connsiteY138" fmla="*/ 295477 h 299506"/>
              <a:gd name="connsiteX139" fmla="*/ 129156 w 396886"/>
              <a:gd name="connsiteY139" fmla="*/ 290105 h 299506"/>
              <a:gd name="connsiteX140" fmla="*/ 122429 w 396886"/>
              <a:gd name="connsiteY140" fmla="*/ 286075 h 299506"/>
              <a:gd name="connsiteX141" fmla="*/ 111666 w 396886"/>
              <a:gd name="connsiteY141" fmla="*/ 275331 h 299506"/>
              <a:gd name="connsiteX142" fmla="*/ 107630 w 396886"/>
              <a:gd name="connsiteY142" fmla="*/ 272645 h 299506"/>
              <a:gd name="connsiteX143" fmla="*/ 94176 w 396886"/>
              <a:gd name="connsiteY143" fmla="*/ 273988 h 299506"/>
              <a:gd name="connsiteX144" fmla="*/ 87449 w 396886"/>
              <a:gd name="connsiteY144" fmla="*/ 271302 h 299506"/>
              <a:gd name="connsiteX145" fmla="*/ 82068 w 396886"/>
              <a:gd name="connsiteY145" fmla="*/ 273988 h 299506"/>
              <a:gd name="connsiteX146" fmla="*/ 76687 w 396886"/>
              <a:gd name="connsiteY146" fmla="*/ 272645 h 299506"/>
              <a:gd name="connsiteX147" fmla="*/ 72650 w 396886"/>
              <a:gd name="connsiteY147" fmla="*/ 267272 h 299506"/>
              <a:gd name="connsiteX148" fmla="*/ 72650 w 396886"/>
              <a:gd name="connsiteY148" fmla="*/ 252499 h 299506"/>
              <a:gd name="connsiteX149" fmla="*/ 68614 w 396886"/>
              <a:gd name="connsiteY149" fmla="*/ 251155 h 299506"/>
              <a:gd name="connsiteX150" fmla="*/ 63233 w 396886"/>
              <a:gd name="connsiteY150" fmla="*/ 252499 h 299506"/>
              <a:gd name="connsiteX151" fmla="*/ 60542 w 396886"/>
              <a:gd name="connsiteY151" fmla="*/ 248469 h 299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396886" h="299506">
                <a:moveTo>
                  <a:pt x="59196" y="249812"/>
                </a:moveTo>
                <a:lnTo>
                  <a:pt x="57851" y="240411"/>
                </a:lnTo>
                <a:lnTo>
                  <a:pt x="55161" y="237725"/>
                </a:lnTo>
                <a:lnTo>
                  <a:pt x="53815" y="228323"/>
                </a:lnTo>
                <a:lnTo>
                  <a:pt x="48434" y="222951"/>
                </a:lnTo>
                <a:lnTo>
                  <a:pt x="47088" y="218922"/>
                </a:lnTo>
                <a:lnTo>
                  <a:pt x="44397" y="216235"/>
                </a:lnTo>
                <a:lnTo>
                  <a:pt x="39016" y="216235"/>
                </a:lnTo>
                <a:lnTo>
                  <a:pt x="36325" y="213549"/>
                </a:lnTo>
                <a:lnTo>
                  <a:pt x="37670" y="212206"/>
                </a:lnTo>
                <a:lnTo>
                  <a:pt x="32289" y="209520"/>
                </a:lnTo>
                <a:lnTo>
                  <a:pt x="26908" y="200118"/>
                </a:lnTo>
                <a:lnTo>
                  <a:pt x="25562" y="198775"/>
                </a:lnTo>
                <a:lnTo>
                  <a:pt x="24217" y="196089"/>
                </a:lnTo>
                <a:lnTo>
                  <a:pt x="20181" y="190717"/>
                </a:lnTo>
                <a:lnTo>
                  <a:pt x="17490" y="188031"/>
                </a:lnTo>
                <a:lnTo>
                  <a:pt x="6727" y="188031"/>
                </a:lnTo>
                <a:lnTo>
                  <a:pt x="1345" y="186688"/>
                </a:lnTo>
                <a:lnTo>
                  <a:pt x="0" y="182658"/>
                </a:lnTo>
                <a:lnTo>
                  <a:pt x="4036" y="177286"/>
                </a:lnTo>
                <a:lnTo>
                  <a:pt x="6727" y="175943"/>
                </a:lnTo>
                <a:lnTo>
                  <a:pt x="6727" y="169228"/>
                </a:lnTo>
                <a:lnTo>
                  <a:pt x="13454" y="170571"/>
                </a:lnTo>
                <a:lnTo>
                  <a:pt x="17490" y="169228"/>
                </a:lnTo>
                <a:lnTo>
                  <a:pt x="20181" y="171914"/>
                </a:lnTo>
                <a:lnTo>
                  <a:pt x="22872" y="171914"/>
                </a:lnTo>
                <a:lnTo>
                  <a:pt x="25562" y="169228"/>
                </a:lnTo>
                <a:lnTo>
                  <a:pt x="28253" y="166541"/>
                </a:lnTo>
                <a:lnTo>
                  <a:pt x="29598" y="154454"/>
                </a:lnTo>
                <a:lnTo>
                  <a:pt x="28253" y="145052"/>
                </a:lnTo>
                <a:lnTo>
                  <a:pt x="30943" y="136994"/>
                </a:lnTo>
                <a:lnTo>
                  <a:pt x="34980" y="130278"/>
                </a:lnTo>
                <a:lnTo>
                  <a:pt x="34980" y="124906"/>
                </a:lnTo>
                <a:lnTo>
                  <a:pt x="33634" y="122220"/>
                </a:lnTo>
                <a:lnTo>
                  <a:pt x="34980" y="116848"/>
                </a:lnTo>
                <a:lnTo>
                  <a:pt x="40361" y="110132"/>
                </a:lnTo>
                <a:lnTo>
                  <a:pt x="41707" y="106103"/>
                </a:lnTo>
                <a:lnTo>
                  <a:pt x="44397" y="106103"/>
                </a:lnTo>
                <a:lnTo>
                  <a:pt x="47088" y="107446"/>
                </a:lnTo>
                <a:lnTo>
                  <a:pt x="52470" y="87300"/>
                </a:lnTo>
                <a:lnTo>
                  <a:pt x="55161" y="79241"/>
                </a:lnTo>
                <a:lnTo>
                  <a:pt x="61887" y="75212"/>
                </a:lnTo>
                <a:lnTo>
                  <a:pt x="61887" y="71183"/>
                </a:lnTo>
                <a:lnTo>
                  <a:pt x="68614" y="60438"/>
                </a:lnTo>
                <a:lnTo>
                  <a:pt x="69960" y="55066"/>
                </a:lnTo>
                <a:lnTo>
                  <a:pt x="73996" y="55066"/>
                </a:lnTo>
                <a:lnTo>
                  <a:pt x="76687" y="55066"/>
                </a:lnTo>
                <a:lnTo>
                  <a:pt x="79377" y="47008"/>
                </a:lnTo>
                <a:lnTo>
                  <a:pt x="86104" y="34920"/>
                </a:lnTo>
                <a:lnTo>
                  <a:pt x="86104" y="25518"/>
                </a:lnTo>
                <a:lnTo>
                  <a:pt x="88795" y="17460"/>
                </a:lnTo>
                <a:lnTo>
                  <a:pt x="90140" y="16117"/>
                </a:lnTo>
                <a:lnTo>
                  <a:pt x="94176" y="17460"/>
                </a:lnTo>
                <a:lnTo>
                  <a:pt x="99558" y="17460"/>
                </a:lnTo>
                <a:lnTo>
                  <a:pt x="102249" y="14774"/>
                </a:lnTo>
                <a:lnTo>
                  <a:pt x="106285" y="14774"/>
                </a:lnTo>
                <a:lnTo>
                  <a:pt x="113012" y="0"/>
                </a:lnTo>
                <a:lnTo>
                  <a:pt x="115702" y="1343"/>
                </a:lnTo>
                <a:lnTo>
                  <a:pt x="117048" y="4029"/>
                </a:lnTo>
                <a:lnTo>
                  <a:pt x="127811" y="8058"/>
                </a:lnTo>
                <a:lnTo>
                  <a:pt x="131847" y="8058"/>
                </a:lnTo>
                <a:lnTo>
                  <a:pt x="137229" y="4029"/>
                </a:lnTo>
                <a:lnTo>
                  <a:pt x="142610" y="2686"/>
                </a:lnTo>
                <a:lnTo>
                  <a:pt x="145301" y="6715"/>
                </a:lnTo>
                <a:lnTo>
                  <a:pt x="147991" y="4029"/>
                </a:lnTo>
                <a:lnTo>
                  <a:pt x="152027" y="4029"/>
                </a:lnTo>
                <a:lnTo>
                  <a:pt x="160100" y="10745"/>
                </a:lnTo>
                <a:lnTo>
                  <a:pt x="161445" y="9401"/>
                </a:lnTo>
                <a:lnTo>
                  <a:pt x="165481" y="8058"/>
                </a:lnTo>
                <a:lnTo>
                  <a:pt x="170863" y="9401"/>
                </a:lnTo>
                <a:lnTo>
                  <a:pt x="174899" y="13431"/>
                </a:lnTo>
                <a:lnTo>
                  <a:pt x="178935" y="14774"/>
                </a:lnTo>
                <a:lnTo>
                  <a:pt x="188353" y="22832"/>
                </a:lnTo>
                <a:lnTo>
                  <a:pt x="191044" y="26862"/>
                </a:lnTo>
                <a:lnTo>
                  <a:pt x="197771" y="28204"/>
                </a:lnTo>
                <a:lnTo>
                  <a:pt x="199116" y="29548"/>
                </a:lnTo>
                <a:lnTo>
                  <a:pt x="203152" y="30891"/>
                </a:lnTo>
                <a:lnTo>
                  <a:pt x="205842" y="32234"/>
                </a:lnTo>
                <a:lnTo>
                  <a:pt x="211224" y="36263"/>
                </a:lnTo>
                <a:lnTo>
                  <a:pt x="219296" y="44322"/>
                </a:lnTo>
                <a:lnTo>
                  <a:pt x="223333" y="44322"/>
                </a:lnTo>
                <a:lnTo>
                  <a:pt x="228714" y="52380"/>
                </a:lnTo>
                <a:lnTo>
                  <a:pt x="228714" y="57752"/>
                </a:lnTo>
                <a:lnTo>
                  <a:pt x="231405" y="60438"/>
                </a:lnTo>
                <a:lnTo>
                  <a:pt x="235441" y="60438"/>
                </a:lnTo>
                <a:lnTo>
                  <a:pt x="242168" y="69840"/>
                </a:lnTo>
                <a:lnTo>
                  <a:pt x="236786" y="71183"/>
                </a:lnTo>
                <a:lnTo>
                  <a:pt x="235441" y="77899"/>
                </a:lnTo>
                <a:lnTo>
                  <a:pt x="232750" y="81928"/>
                </a:lnTo>
                <a:lnTo>
                  <a:pt x="234095" y="88643"/>
                </a:lnTo>
                <a:lnTo>
                  <a:pt x="231405" y="92672"/>
                </a:lnTo>
                <a:lnTo>
                  <a:pt x="231405" y="98045"/>
                </a:lnTo>
                <a:lnTo>
                  <a:pt x="227369" y="104760"/>
                </a:lnTo>
                <a:lnTo>
                  <a:pt x="228714" y="107446"/>
                </a:lnTo>
                <a:lnTo>
                  <a:pt x="239477" y="106103"/>
                </a:lnTo>
                <a:lnTo>
                  <a:pt x="244859" y="102074"/>
                </a:lnTo>
                <a:lnTo>
                  <a:pt x="252931" y="102074"/>
                </a:lnTo>
                <a:lnTo>
                  <a:pt x="256967" y="104760"/>
                </a:lnTo>
                <a:lnTo>
                  <a:pt x="255622" y="107446"/>
                </a:lnTo>
                <a:lnTo>
                  <a:pt x="256967" y="116848"/>
                </a:lnTo>
                <a:lnTo>
                  <a:pt x="261003" y="130278"/>
                </a:lnTo>
                <a:lnTo>
                  <a:pt x="269075" y="134308"/>
                </a:lnTo>
                <a:lnTo>
                  <a:pt x="267730" y="142366"/>
                </a:lnTo>
                <a:lnTo>
                  <a:pt x="270421" y="149081"/>
                </a:lnTo>
                <a:lnTo>
                  <a:pt x="279838" y="151768"/>
                </a:lnTo>
                <a:lnTo>
                  <a:pt x="286565" y="157140"/>
                </a:lnTo>
                <a:lnTo>
                  <a:pt x="363252" y="181315"/>
                </a:lnTo>
                <a:lnTo>
                  <a:pt x="396886" y="179972"/>
                </a:lnTo>
                <a:lnTo>
                  <a:pt x="316164" y="260557"/>
                </a:lnTo>
                <a:lnTo>
                  <a:pt x="300019" y="260557"/>
                </a:lnTo>
                <a:lnTo>
                  <a:pt x="283875" y="260557"/>
                </a:lnTo>
                <a:lnTo>
                  <a:pt x="278493" y="263243"/>
                </a:lnTo>
                <a:lnTo>
                  <a:pt x="274457" y="264586"/>
                </a:lnTo>
                <a:lnTo>
                  <a:pt x="267730" y="267272"/>
                </a:lnTo>
                <a:lnTo>
                  <a:pt x="265039" y="272645"/>
                </a:lnTo>
                <a:lnTo>
                  <a:pt x="261003" y="275331"/>
                </a:lnTo>
                <a:lnTo>
                  <a:pt x="254276" y="279360"/>
                </a:lnTo>
                <a:lnTo>
                  <a:pt x="246204" y="280703"/>
                </a:lnTo>
                <a:lnTo>
                  <a:pt x="238132" y="284732"/>
                </a:lnTo>
                <a:lnTo>
                  <a:pt x="235441" y="288762"/>
                </a:lnTo>
                <a:lnTo>
                  <a:pt x="234095" y="288762"/>
                </a:lnTo>
                <a:lnTo>
                  <a:pt x="227369" y="288762"/>
                </a:lnTo>
                <a:lnTo>
                  <a:pt x="217951" y="290105"/>
                </a:lnTo>
                <a:lnTo>
                  <a:pt x="213915" y="287418"/>
                </a:lnTo>
                <a:lnTo>
                  <a:pt x="209879" y="282046"/>
                </a:lnTo>
                <a:lnTo>
                  <a:pt x="207188" y="280703"/>
                </a:lnTo>
                <a:lnTo>
                  <a:pt x="195080" y="282046"/>
                </a:lnTo>
                <a:lnTo>
                  <a:pt x="192389" y="283389"/>
                </a:lnTo>
                <a:lnTo>
                  <a:pt x="188353" y="283389"/>
                </a:lnTo>
                <a:lnTo>
                  <a:pt x="182971" y="286075"/>
                </a:lnTo>
                <a:lnTo>
                  <a:pt x="180280" y="288762"/>
                </a:lnTo>
                <a:lnTo>
                  <a:pt x="173554" y="299506"/>
                </a:lnTo>
                <a:lnTo>
                  <a:pt x="168172" y="299506"/>
                </a:lnTo>
                <a:lnTo>
                  <a:pt x="164136" y="299506"/>
                </a:lnTo>
                <a:lnTo>
                  <a:pt x="160100" y="298163"/>
                </a:lnTo>
                <a:lnTo>
                  <a:pt x="152027" y="299506"/>
                </a:lnTo>
                <a:lnTo>
                  <a:pt x="146646" y="296820"/>
                </a:lnTo>
                <a:lnTo>
                  <a:pt x="137229" y="296820"/>
                </a:lnTo>
                <a:lnTo>
                  <a:pt x="133192" y="295477"/>
                </a:lnTo>
                <a:lnTo>
                  <a:pt x="129156" y="290105"/>
                </a:lnTo>
                <a:lnTo>
                  <a:pt x="122429" y="286075"/>
                </a:lnTo>
                <a:lnTo>
                  <a:pt x="111666" y="275331"/>
                </a:lnTo>
                <a:lnTo>
                  <a:pt x="107630" y="272645"/>
                </a:lnTo>
                <a:lnTo>
                  <a:pt x="94176" y="273988"/>
                </a:lnTo>
                <a:lnTo>
                  <a:pt x="87449" y="271302"/>
                </a:lnTo>
                <a:lnTo>
                  <a:pt x="82068" y="273988"/>
                </a:lnTo>
                <a:lnTo>
                  <a:pt x="76687" y="272645"/>
                </a:lnTo>
                <a:lnTo>
                  <a:pt x="72650" y="267272"/>
                </a:lnTo>
                <a:lnTo>
                  <a:pt x="72650" y="252499"/>
                </a:lnTo>
                <a:lnTo>
                  <a:pt x="68614" y="251155"/>
                </a:lnTo>
                <a:lnTo>
                  <a:pt x="63233" y="252499"/>
                </a:lnTo>
                <a:lnTo>
                  <a:pt x="60542" y="24846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18" name="Freeform 717">
            <a:extLst>
              <a:ext uri="{FF2B5EF4-FFF2-40B4-BE49-F238E27FC236}">
                <a16:creationId xmlns:a16="http://schemas.microsoft.com/office/drawing/2014/main" id="{E18246F6-5E73-F323-D671-947F277DDC6B}"/>
              </a:ext>
            </a:extLst>
          </p:cNvPr>
          <p:cNvSpPr/>
          <p:nvPr/>
        </p:nvSpPr>
        <p:spPr>
          <a:xfrm>
            <a:off x="8291558" y="4160313"/>
            <a:ext cx="173553" cy="154453"/>
          </a:xfrm>
          <a:custGeom>
            <a:avLst/>
            <a:gdLst>
              <a:gd name="connsiteX0" fmla="*/ 157409 w 173553"/>
              <a:gd name="connsiteY0" fmla="*/ 154454 h 154453"/>
              <a:gd name="connsiteX1" fmla="*/ 150682 w 173553"/>
              <a:gd name="connsiteY1" fmla="*/ 145052 h 154453"/>
              <a:gd name="connsiteX2" fmla="*/ 146646 w 173553"/>
              <a:gd name="connsiteY2" fmla="*/ 145052 h 154453"/>
              <a:gd name="connsiteX3" fmla="*/ 143955 w 173553"/>
              <a:gd name="connsiteY3" fmla="*/ 142366 h 154453"/>
              <a:gd name="connsiteX4" fmla="*/ 143955 w 173553"/>
              <a:gd name="connsiteY4" fmla="*/ 136994 h 154453"/>
              <a:gd name="connsiteX5" fmla="*/ 138574 w 173553"/>
              <a:gd name="connsiteY5" fmla="*/ 128935 h 154453"/>
              <a:gd name="connsiteX6" fmla="*/ 134538 w 173553"/>
              <a:gd name="connsiteY6" fmla="*/ 128935 h 154453"/>
              <a:gd name="connsiteX7" fmla="*/ 126466 w 173553"/>
              <a:gd name="connsiteY7" fmla="*/ 120877 h 154453"/>
              <a:gd name="connsiteX8" fmla="*/ 121084 w 173553"/>
              <a:gd name="connsiteY8" fmla="*/ 116848 h 154453"/>
              <a:gd name="connsiteX9" fmla="*/ 118393 w 173553"/>
              <a:gd name="connsiteY9" fmla="*/ 115505 h 154453"/>
              <a:gd name="connsiteX10" fmla="*/ 114357 w 173553"/>
              <a:gd name="connsiteY10" fmla="*/ 114162 h 154453"/>
              <a:gd name="connsiteX11" fmla="*/ 113012 w 173553"/>
              <a:gd name="connsiteY11" fmla="*/ 112818 h 154453"/>
              <a:gd name="connsiteX12" fmla="*/ 106285 w 173553"/>
              <a:gd name="connsiteY12" fmla="*/ 111475 h 154453"/>
              <a:gd name="connsiteX13" fmla="*/ 103594 w 173553"/>
              <a:gd name="connsiteY13" fmla="*/ 107446 h 154453"/>
              <a:gd name="connsiteX14" fmla="*/ 94176 w 173553"/>
              <a:gd name="connsiteY14" fmla="*/ 99388 h 154453"/>
              <a:gd name="connsiteX15" fmla="*/ 90140 w 173553"/>
              <a:gd name="connsiteY15" fmla="*/ 98045 h 154453"/>
              <a:gd name="connsiteX16" fmla="*/ 86104 w 173553"/>
              <a:gd name="connsiteY16" fmla="*/ 94015 h 154453"/>
              <a:gd name="connsiteX17" fmla="*/ 80723 w 173553"/>
              <a:gd name="connsiteY17" fmla="*/ 92672 h 154453"/>
              <a:gd name="connsiteX18" fmla="*/ 76687 w 173553"/>
              <a:gd name="connsiteY18" fmla="*/ 94015 h 154453"/>
              <a:gd name="connsiteX19" fmla="*/ 75341 w 173553"/>
              <a:gd name="connsiteY19" fmla="*/ 95359 h 154453"/>
              <a:gd name="connsiteX20" fmla="*/ 67269 w 173553"/>
              <a:gd name="connsiteY20" fmla="*/ 88643 h 154453"/>
              <a:gd name="connsiteX21" fmla="*/ 63233 w 173553"/>
              <a:gd name="connsiteY21" fmla="*/ 88643 h 154453"/>
              <a:gd name="connsiteX22" fmla="*/ 60542 w 173553"/>
              <a:gd name="connsiteY22" fmla="*/ 91329 h 154453"/>
              <a:gd name="connsiteX23" fmla="*/ 57851 w 173553"/>
              <a:gd name="connsiteY23" fmla="*/ 87300 h 154453"/>
              <a:gd name="connsiteX24" fmla="*/ 52470 w 173553"/>
              <a:gd name="connsiteY24" fmla="*/ 88643 h 154453"/>
              <a:gd name="connsiteX25" fmla="*/ 47088 w 173553"/>
              <a:gd name="connsiteY25" fmla="*/ 92672 h 154453"/>
              <a:gd name="connsiteX26" fmla="*/ 43052 w 173553"/>
              <a:gd name="connsiteY26" fmla="*/ 92672 h 154453"/>
              <a:gd name="connsiteX27" fmla="*/ 32289 w 173553"/>
              <a:gd name="connsiteY27" fmla="*/ 88643 h 154453"/>
              <a:gd name="connsiteX28" fmla="*/ 30944 w 173553"/>
              <a:gd name="connsiteY28" fmla="*/ 85957 h 154453"/>
              <a:gd name="connsiteX29" fmla="*/ 28253 w 173553"/>
              <a:gd name="connsiteY29" fmla="*/ 84614 h 154453"/>
              <a:gd name="connsiteX30" fmla="*/ 21526 w 173553"/>
              <a:gd name="connsiteY30" fmla="*/ 99388 h 154453"/>
              <a:gd name="connsiteX31" fmla="*/ 17490 w 173553"/>
              <a:gd name="connsiteY31" fmla="*/ 99388 h 154453"/>
              <a:gd name="connsiteX32" fmla="*/ 14799 w 173553"/>
              <a:gd name="connsiteY32" fmla="*/ 102074 h 154453"/>
              <a:gd name="connsiteX33" fmla="*/ 9418 w 173553"/>
              <a:gd name="connsiteY33" fmla="*/ 102074 h 154453"/>
              <a:gd name="connsiteX34" fmla="*/ 4036 w 173553"/>
              <a:gd name="connsiteY34" fmla="*/ 99388 h 154453"/>
              <a:gd name="connsiteX35" fmla="*/ 4036 w 173553"/>
              <a:gd name="connsiteY35" fmla="*/ 95359 h 154453"/>
              <a:gd name="connsiteX36" fmla="*/ 0 w 173553"/>
              <a:gd name="connsiteY36" fmla="*/ 83271 h 154453"/>
              <a:gd name="connsiteX37" fmla="*/ 1345 w 173553"/>
              <a:gd name="connsiteY37" fmla="*/ 77899 h 154453"/>
              <a:gd name="connsiteX38" fmla="*/ 4036 w 173553"/>
              <a:gd name="connsiteY38" fmla="*/ 75212 h 154453"/>
              <a:gd name="connsiteX39" fmla="*/ 4036 w 173553"/>
              <a:gd name="connsiteY39" fmla="*/ 69840 h 154453"/>
              <a:gd name="connsiteX40" fmla="*/ 8072 w 173553"/>
              <a:gd name="connsiteY40" fmla="*/ 64468 h 154453"/>
              <a:gd name="connsiteX41" fmla="*/ 10763 w 173553"/>
              <a:gd name="connsiteY41" fmla="*/ 51037 h 154453"/>
              <a:gd name="connsiteX42" fmla="*/ 13454 w 173553"/>
              <a:gd name="connsiteY42" fmla="*/ 42978 h 154453"/>
              <a:gd name="connsiteX43" fmla="*/ 14799 w 173553"/>
              <a:gd name="connsiteY43" fmla="*/ 40292 h 154453"/>
              <a:gd name="connsiteX44" fmla="*/ 13454 w 173553"/>
              <a:gd name="connsiteY44" fmla="*/ 37606 h 154453"/>
              <a:gd name="connsiteX45" fmla="*/ 10763 w 173553"/>
              <a:gd name="connsiteY45" fmla="*/ 36263 h 154453"/>
              <a:gd name="connsiteX46" fmla="*/ 13454 w 173553"/>
              <a:gd name="connsiteY46" fmla="*/ 30891 h 154453"/>
              <a:gd name="connsiteX47" fmla="*/ 13454 w 173553"/>
              <a:gd name="connsiteY47" fmla="*/ 25518 h 154453"/>
              <a:gd name="connsiteX48" fmla="*/ 17490 w 173553"/>
              <a:gd name="connsiteY48" fmla="*/ 22832 h 154453"/>
              <a:gd name="connsiteX49" fmla="*/ 24217 w 173553"/>
              <a:gd name="connsiteY49" fmla="*/ 22832 h 154453"/>
              <a:gd name="connsiteX50" fmla="*/ 24217 w 173553"/>
              <a:gd name="connsiteY50" fmla="*/ 20146 h 154453"/>
              <a:gd name="connsiteX51" fmla="*/ 22872 w 173553"/>
              <a:gd name="connsiteY51" fmla="*/ 17460 h 154453"/>
              <a:gd name="connsiteX52" fmla="*/ 24217 w 173553"/>
              <a:gd name="connsiteY52" fmla="*/ 14774 h 154453"/>
              <a:gd name="connsiteX53" fmla="*/ 28253 w 173553"/>
              <a:gd name="connsiteY53" fmla="*/ 14774 h 154453"/>
              <a:gd name="connsiteX54" fmla="*/ 32289 w 173553"/>
              <a:gd name="connsiteY54" fmla="*/ 12088 h 154453"/>
              <a:gd name="connsiteX55" fmla="*/ 37671 w 173553"/>
              <a:gd name="connsiteY55" fmla="*/ 12088 h 154453"/>
              <a:gd name="connsiteX56" fmla="*/ 40361 w 173553"/>
              <a:gd name="connsiteY56" fmla="*/ 8059 h 154453"/>
              <a:gd name="connsiteX57" fmla="*/ 44398 w 173553"/>
              <a:gd name="connsiteY57" fmla="*/ 8059 h 154453"/>
              <a:gd name="connsiteX58" fmla="*/ 48434 w 173553"/>
              <a:gd name="connsiteY58" fmla="*/ 5372 h 154453"/>
              <a:gd name="connsiteX59" fmla="*/ 51125 w 173553"/>
              <a:gd name="connsiteY59" fmla="*/ 0 h 154453"/>
              <a:gd name="connsiteX60" fmla="*/ 52470 w 173553"/>
              <a:gd name="connsiteY60" fmla="*/ 0 h 154453"/>
              <a:gd name="connsiteX61" fmla="*/ 57851 w 173553"/>
              <a:gd name="connsiteY61" fmla="*/ 6715 h 154453"/>
              <a:gd name="connsiteX62" fmla="*/ 68614 w 173553"/>
              <a:gd name="connsiteY62" fmla="*/ 34920 h 154453"/>
              <a:gd name="connsiteX63" fmla="*/ 72651 w 173553"/>
              <a:gd name="connsiteY63" fmla="*/ 53723 h 154453"/>
              <a:gd name="connsiteX64" fmla="*/ 73996 w 173553"/>
              <a:gd name="connsiteY64" fmla="*/ 55066 h 154453"/>
              <a:gd name="connsiteX65" fmla="*/ 75341 w 173553"/>
              <a:gd name="connsiteY65" fmla="*/ 61782 h 154453"/>
              <a:gd name="connsiteX66" fmla="*/ 75341 w 173553"/>
              <a:gd name="connsiteY66" fmla="*/ 63125 h 154453"/>
              <a:gd name="connsiteX67" fmla="*/ 79378 w 173553"/>
              <a:gd name="connsiteY67" fmla="*/ 64468 h 154453"/>
              <a:gd name="connsiteX68" fmla="*/ 82068 w 173553"/>
              <a:gd name="connsiteY68" fmla="*/ 69840 h 154453"/>
              <a:gd name="connsiteX69" fmla="*/ 83414 w 173553"/>
              <a:gd name="connsiteY69" fmla="*/ 77899 h 154453"/>
              <a:gd name="connsiteX70" fmla="*/ 87449 w 173553"/>
              <a:gd name="connsiteY70" fmla="*/ 79241 h 154453"/>
              <a:gd name="connsiteX71" fmla="*/ 87449 w 173553"/>
              <a:gd name="connsiteY71" fmla="*/ 72526 h 154453"/>
              <a:gd name="connsiteX72" fmla="*/ 86104 w 173553"/>
              <a:gd name="connsiteY72" fmla="*/ 72526 h 154453"/>
              <a:gd name="connsiteX73" fmla="*/ 86104 w 173553"/>
              <a:gd name="connsiteY73" fmla="*/ 67154 h 154453"/>
              <a:gd name="connsiteX74" fmla="*/ 88795 w 173553"/>
              <a:gd name="connsiteY74" fmla="*/ 65811 h 154453"/>
              <a:gd name="connsiteX75" fmla="*/ 92831 w 173553"/>
              <a:gd name="connsiteY75" fmla="*/ 72526 h 154453"/>
              <a:gd name="connsiteX76" fmla="*/ 91486 w 173553"/>
              <a:gd name="connsiteY76" fmla="*/ 75212 h 154453"/>
              <a:gd name="connsiteX77" fmla="*/ 95522 w 173553"/>
              <a:gd name="connsiteY77" fmla="*/ 81928 h 154453"/>
              <a:gd name="connsiteX78" fmla="*/ 98213 w 173553"/>
              <a:gd name="connsiteY78" fmla="*/ 84614 h 154453"/>
              <a:gd name="connsiteX79" fmla="*/ 100903 w 173553"/>
              <a:gd name="connsiteY79" fmla="*/ 83271 h 154453"/>
              <a:gd name="connsiteX80" fmla="*/ 104940 w 173553"/>
              <a:gd name="connsiteY80" fmla="*/ 81928 h 154453"/>
              <a:gd name="connsiteX81" fmla="*/ 106285 w 173553"/>
              <a:gd name="connsiteY81" fmla="*/ 83271 h 154453"/>
              <a:gd name="connsiteX82" fmla="*/ 110321 w 173553"/>
              <a:gd name="connsiteY82" fmla="*/ 81928 h 154453"/>
              <a:gd name="connsiteX83" fmla="*/ 114357 w 173553"/>
              <a:gd name="connsiteY83" fmla="*/ 87300 h 154453"/>
              <a:gd name="connsiteX84" fmla="*/ 117048 w 173553"/>
              <a:gd name="connsiteY84" fmla="*/ 89986 h 154453"/>
              <a:gd name="connsiteX85" fmla="*/ 123775 w 173553"/>
              <a:gd name="connsiteY85" fmla="*/ 92672 h 154453"/>
              <a:gd name="connsiteX86" fmla="*/ 126466 w 173553"/>
              <a:gd name="connsiteY86" fmla="*/ 95359 h 154453"/>
              <a:gd name="connsiteX87" fmla="*/ 134538 w 173553"/>
              <a:gd name="connsiteY87" fmla="*/ 104760 h 154453"/>
              <a:gd name="connsiteX88" fmla="*/ 138574 w 173553"/>
              <a:gd name="connsiteY88" fmla="*/ 111475 h 154453"/>
              <a:gd name="connsiteX89" fmla="*/ 143955 w 173553"/>
              <a:gd name="connsiteY89" fmla="*/ 112818 h 154453"/>
              <a:gd name="connsiteX90" fmla="*/ 147991 w 173553"/>
              <a:gd name="connsiteY90" fmla="*/ 118191 h 154453"/>
              <a:gd name="connsiteX91" fmla="*/ 149337 w 173553"/>
              <a:gd name="connsiteY91" fmla="*/ 118191 h 154453"/>
              <a:gd name="connsiteX92" fmla="*/ 149337 w 173553"/>
              <a:gd name="connsiteY92" fmla="*/ 116848 h 154453"/>
              <a:gd name="connsiteX93" fmla="*/ 152028 w 173553"/>
              <a:gd name="connsiteY93" fmla="*/ 119534 h 154453"/>
              <a:gd name="connsiteX94" fmla="*/ 156064 w 173553"/>
              <a:gd name="connsiteY94" fmla="*/ 130278 h 154453"/>
              <a:gd name="connsiteX95" fmla="*/ 158755 w 173553"/>
              <a:gd name="connsiteY95" fmla="*/ 130278 h 154453"/>
              <a:gd name="connsiteX96" fmla="*/ 162791 w 173553"/>
              <a:gd name="connsiteY96" fmla="*/ 135651 h 154453"/>
              <a:gd name="connsiteX97" fmla="*/ 161445 w 173553"/>
              <a:gd name="connsiteY97" fmla="*/ 136994 h 154453"/>
              <a:gd name="connsiteX98" fmla="*/ 164136 w 173553"/>
              <a:gd name="connsiteY98" fmla="*/ 142366 h 154453"/>
              <a:gd name="connsiteX99" fmla="*/ 166827 w 173553"/>
              <a:gd name="connsiteY99" fmla="*/ 142366 h 154453"/>
              <a:gd name="connsiteX100" fmla="*/ 169518 w 173553"/>
              <a:gd name="connsiteY100" fmla="*/ 143709 h 154453"/>
              <a:gd name="connsiteX101" fmla="*/ 172208 w 173553"/>
              <a:gd name="connsiteY101" fmla="*/ 141023 h 154453"/>
              <a:gd name="connsiteX102" fmla="*/ 172208 w 173553"/>
              <a:gd name="connsiteY102" fmla="*/ 142366 h 154453"/>
              <a:gd name="connsiteX103" fmla="*/ 173554 w 173553"/>
              <a:gd name="connsiteY103" fmla="*/ 143709 h 154453"/>
              <a:gd name="connsiteX104" fmla="*/ 169518 w 173553"/>
              <a:gd name="connsiteY104" fmla="*/ 149082 h 154453"/>
              <a:gd name="connsiteX105" fmla="*/ 165482 w 173553"/>
              <a:gd name="connsiteY105" fmla="*/ 150425 h 154453"/>
              <a:gd name="connsiteX106" fmla="*/ 162791 w 173553"/>
              <a:gd name="connsiteY106" fmla="*/ 153111 h 15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73553" h="154453">
                <a:moveTo>
                  <a:pt x="157409" y="154454"/>
                </a:moveTo>
                <a:lnTo>
                  <a:pt x="150682" y="145052"/>
                </a:lnTo>
                <a:lnTo>
                  <a:pt x="146646" y="145052"/>
                </a:lnTo>
                <a:lnTo>
                  <a:pt x="143955" y="142366"/>
                </a:lnTo>
                <a:lnTo>
                  <a:pt x="143955" y="136994"/>
                </a:lnTo>
                <a:lnTo>
                  <a:pt x="138574" y="128935"/>
                </a:lnTo>
                <a:lnTo>
                  <a:pt x="134538" y="128935"/>
                </a:lnTo>
                <a:lnTo>
                  <a:pt x="126466" y="120877"/>
                </a:lnTo>
                <a:lnTo>
                  <a:pt x="121084" y="116848"/>
                </a:lnTo>
                <a:lnTo>
                  <a:pt x="118393" y="115505"/>
                </a:lnTo>
                <a:lnTo>
                  <a:pt x="114357" y="114162"/>
                </a:lnTo>
                <a:lnTo>
                  <a:pt x="113012" y="112818"/>
                </a:lnTo>
                <a:lnTo>
                  <a:pt x="106285" y="111475"/>
                </a:lnTo>
                <a:lnTo>
                  <a:pt x="103594" y="107446"/>
                </a:lnTo>
                <a:lnTo>
                  <a:pt x="94176" y="99388"/>
                </a:lnTo>
                <a:lnTo>
                  <a:pt x="90140" y="98045"/>
                </a:lnTo>
                <a:lnTo>
                  <a:pt x="86104" y="94015"/>
                </a:lnTo>
                <a:lnTo>
                  <a:pt x="80723" y="92672"/>
                </a:lnTo>
                <a:lnTo>
                  <a:pt x="76687" y="94015"/>
                </a:lnTo>
                <a:lnTo>
                  <a:pt x="75341" y="95359"/>
                </a:lnTo>
                <a:lnTo>
                  <a:pt x="67269" y="88643"/>
                </a:lnTo>
                <a:lnTo>
                  <a:pt x="63233" y="88643"/>
                </a:lnTo>
                <a:lnTo>
                  <a:pt x="60542" y="91329"/>
                </a:lnTo>
                <a:lnTo>
                  <a:pt x="57851" y="87300"/>
                </a:lnTo>
                <a:lnTo>
                  <a:pt x="52470" y="88643"/>
                </a:lnTo>
                <a:lnTo>
                  <a:pt x="47088" y="92672"/>
                </a:lnTo>
                <a:lnTo>
                  <a:pt x="43052" y="92672"/>
                </a:lnTo>
                <a:lnTo>
                  <a:pt x="32289" y="88643"/>
                </a:lnTo>
                <a:lnTo>
                  <a:pt x="30944" y="85957"/>
                </a:lnTo>
                <a:lnTo>
                  <a:pt x="28253" y="84614"/>
                </a:lnTo>
                <a:lnTo>
                  <a:pt x="21526" y="99388"/>
                </a:lnTo>
                <a:lnTo>
                  <a:pt x="17490" y="99388"/>
                </a:lnTo>
                <a:lnTo>
                  <a:pt x="14799" y="102074"/>
                </a:lnTo>
                <a:lnTo>
                  <a:pt x="9418" y="102074"/>
                </a:lnTo>
                <a:lnTo>
                  <a:pt x="4036" y="99388"/>
                </a:lnTo>
                <a:lnTo>
                  <a:pt x="4036" y="95359"/>
                </a:lnTo>
                <a:lnTo>
                  <a:pt x="0" y="83271"/>
                </a:lnTo>
                <a:lnTo>
                  <a:pt x="1345" y="77899"/>
                </a:lnTo>
                <a:lnTo>
                  <a:pt x="4036" y="75212"/>
                </a:lnTo>
                <a:lnTo>
                  <a:pt x="4036" y="69840"/>
                </a:lnTo>
                <a:lnTo>
                  <a:pt x="8072" y="64468"/>
                </a:lnTo>
                <a:lnTo>
                  <a:pt x="10763" y="51037"/>
                </a:lnTo>
                <a:lnTo>
                  <a:pt x="13454" y="42978"/>
                </a:lnTo>
                <a:lnTo>
                  <a:pt x="14799" y="40292"/>
                </a:lnTo>
                <a:lnTo>
                  <a:pt x="13454" y="37606"/>
                </a:lnTo>
                <a:lnTo>
                  <a:pt x="10763" y="36263"/>
                </a:lnTo>
                <a:lnTo>
                  <a:pt x="13454" y="30891"/>
                </a:lnTo>
                <a:lnTo>
                  <a:pt x="13454" y="25518"/>
                </a:lnTo>
                <a:lnTo>
                  <a:pt x="17490" y="22832"/>
                </a:lnTo>
                <a:lnTo>
                  <a:pt x="24217" y="22832"/>
                </a:lnTo>
                <a:lnTo>
                  <a:pt x="24217" y="20146"/>
                </a:lnTo>
                <a:lnTo>
                  <a:pt x="22872" y="17460"/>
                </a:lnTo>
                <a:lnTo>
                  <a:pt x="24217" y="14774"/>
                </a:lnTo>
                <a:lnTo>
                  <a:pt x="28253" y="14774"/>
                </a:lnTo>
                <a:lnTo>
                  <a:pt x="32289" y="12088"/>
                </a:lnTo>
                <a:lnTo>
                  <a:pt x="37671" y="12088"/>
                </a:lnTo>
                <a:lnTo>
                  <a:pt x="40361" y="8059"/>
                </a:lnTo>
                <a:lnTo>
                  <a:pt x="44398" y="8059"/>
                </a:lnTo>
                <a:lnTo>
                  <a:pt x="48434" y="5372"/>
                </a:lnTo>
                <a:lnTo>
                  <a:pt x="51125" y="0"/>
                </a:lnTo>
                <a:lnTo>
                  <a:pt x="52470" y="0"/>
                </a:lnTo>
                <a:lnTo>
                  <a:pt x="57851" y="6715"/>
                </a:lnTo>
                <a:lnTo>
                  <a:pt x="68614" y="34920"/>
                </a:lnTo>
                <a:lnTo>
                  <a:pt x="72651" y="53723"/>
                </a:lnTo>
                <a:lnTo>
                  <a:pt x="73996" y="55066"/>
                </a:lnTo>
                <a:lnTo>
                  <a:pt x="75341" y="61782"/>
                </a:lnTo>
                <a:lnTo>
                  <a:pt x="75341" y="63125"/>
                </a:lnTo>
                <a:lnTo>
                  <a:pt x="79378" y="64468"/>
                </a:lnTo>
                <a:lnTo>
                  <a:pt x="82068" y="69840"/>
                </a:lnTo>
                <a:lnTo>
                  <a:pt x="83414" y="77899"/>
                </a:lnTo>
                <a:lnTo>
                  <a:pt x="87449" y="79241"/>
                </a:lnTo>
                <a:lnTo>
                  <a:pt x="87449" y="72526"/>
                </a:lnTo>
                <a:lnTo>
                  <a:pt x="86104" y="72526"/>
                </a:lnTo>
                <a:lnTo>
                  <a:pt x="86104" y="67154"/>
                </a:lnTo>
                <a:lnTo>
                  <a:pt x="88795" y="65811"/>
                </a:lnTo>
                <a:lnTo>
                  <a:pt x="92831" y="72526"/>
                </a:lnTo>
                <a:lnTo>
                  <a:pt x="91486" y="75212"/>
                </a:lnTo>
                <a:lnTo>
                  <a:pt x="95522" y="81928"/>
                </a:lnTo>
                <a:lnTo>
                  <a:pt x="98213" y="84614"/>
                </a:lnTo>
                <a:lnTo>
                  <a:pt x="100903" y="83271"/>
                </a:lnTo>
                <a:lnTo>
                  <a:pt x="104940" y="81928"/>
                </a:lnTo>
                <a:lnTo>
                  <a:pt x="106285" y="83271"/>
                </a:lnTo>
                <a:lnTo>
                  <a:pt x="110321" y="81928"/>
                </a:lnTo>
                <a:lnTo>
                  <a:pt x="114357" y="87300"/>
                </a:lnTo>
                <a:lnTo>
                  <a:pt x="117048" y="89986"/>
                </a:lnTo>
                <a:lnTo>
                  <a:pt x="123775" y="92672"/>
                </a:lnTo>
                <a:lnTo>
                  <a:pt x="126466" y="95359"/>
                </a:lnTo>
                <a:lnTo>
                  <a:pt x="134538" y="104760"/>
                </a:lnTo>
                <a:lnTo>
                  <a:pt x="138574" y="111475"/>
                </a:lnTo>
                <a:lnTo>
                  <a:pt x="143955" y="112818"/>
                </a:lnTo>
                <a:lnTo>
                  <a:pt x="147991" y="118191"/>
                </a:lnTo>
                <a:lnTo>
                  <a:pt x="149337" y="118191"/>
                </a:lnTo>
                <a:lnTo>
                  <a:pt x="149337" y="116848"/>
                </a:lnTo>
                <a:lnTo>
                  <a:pt x="152028" y="119534"/>
                </a:lnTo>
                <a:lnTo>
                  <a:pt x="156064" y="130278"/>
                </a:lnTo>
                <a:lnTo>
                  <a:pt x="158755" y="130278"/>
                </a:lnTo>
                <a:lnTo>
                  <a:pt x="162791" y="135651"/>
                </a:lnTo>
                <a:lnTo>
                  <a:pt x="161445" y="136994"/>
                </a:lnTo>
                <a:lnTo>
                  <a:pt x="164136" y="142366"/>
                </a:lnTo>
                <a:lnTo>
                  <a:pt x="166827" y="142366"/>
                </a:lnTo>
                <a:lnTo>
                  <a:pt x="169518" y="143709"/>
                </a:lnTo>
                <a:lnTo>
                  <a:pt x="172208" y="141023"/>
                </a:lnTo>
                <a:lnTo>
                  <a:pt x="172208" y="142366"/>
                </a:lnTo>
                <a:lnTo>
                  <a:pt x="173554" y="143709"/>
                </a:lnTo>
                <a:lnTo>
                  <a:pt x="169518" y="149082"/>
                </a:lnTo>
                <a:lnTo>
                  <a:pt x="165482" y="150425"/>
                </a:lnTo>
                <a:lnTo>
                  <a:pt x="162791" y="153111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19" name="Freeform 718">
            <a:extLst>
              <a:ext uri="{FF2B5EF4-FFF2-40B4-BE49-F238E27FC236}">
                <a16:creationId xmlns:a16="http://schemas.microsoft.com/office/drawing/2014/main" id="{F26F95C2-7044-26F1-6631-D94CC5A25EC1}"/>
              </a:ext>
            </a:extLst>
          </p:cNvPr>
          <p:cNvSpPr/>
          <p:nvPr/>
        </p:nvSpPr>
        <p:spPr>
          <a:xfrm>
            <a:off x="8434168" y="4304022"/>
            <a:ext cx="39015" cy="48350"/>
          </a:xfrm>
          <a:custGeom>
            <a:avLst/>
            <a:gdLst>
              <a:gd name="connsiteX0" fmla="*/ 29598 w 39015"/>
              <a:gd name="connsiteY0" fmla="*/ 45665 h 48350"/>
              <a:gd name="connsiteX1" fmla="*/ 25562 w 39015"/>
              <a:gd name="connsiteY1" fmla="*/ 42978 h 48350"/>
              <a:gd name="connsiteX2" fmla="*/ 17490 w 39015"/>
              <a:gd name="connsiteY2" fmla="*/ 42978 h 48350"/>
              <a:gd name="connsiteX3" fmla="*/ 12108 w 39015"/>
              <a:gd name="connsiteY3" fmla="*/ 47008 h 48350"/>
              <a:gd name="connsiteX4" fmla="*/ 1345 w 39015"/>
              <a:gd name="connsiteY4" fmla="*/ 48351 h 48350"/>
              <a:gd name="connsiteX5" fmla="*/ 0 w 39015"/>
              <a:gd name="connsiteY5" fmla="*/ 45665 h 48350"/>
              <a:gd name="connsiteX6" fmla="*/ 4036 w 39015"/>
              <a:gd name="connsiteY6" fmla="*/ 38949 h 48350"/>
              <a:gd name="connsiteX7" fmla="*/ 4036 w 39015"/>
              <a:gd name="connsiteY7" fmla="*/ 33577 h 48350"/>
              <a:gd name="connsiteX8" fmla="*/ 6727 w 39015"/>
              <a:gd name="connsiteY8" fmla="*/ 29548 h 48350"/>
              <a:gd name="connsiteX9" fmla="*/ 5381 w 39015"/>
              <a:gd name="connsiteY9" fmla="*/ 22832 h 48350"/>
              <a:gd name="connsiteX10" fmla="*/ 8072 w 39015"/>
              <a:gd name="connsiteY10" fmla="*/ 18803 h 48350"/>
              <a:gd name="connsiteX11" fmla="*/ 9418 w 39015"/>
              <a:gd name="connsiteY11" fmla="*/ 12088 h 48350"/>
              <a:gd name="connsiteX12" fmla="*/ 20181 w 39015"/>
              <a:gd name="connsiteY12" fmla="*/ 9401 h 48350"/>
              <a:gd name="connsiteX13" fmla="*/ 22872 w 39015"/>
              <a:gd name="connsiteY13" fmla="*/ 6715 h 48350"/>
              <a:gd name="connsiteX14" fmla="*/ 26908 w 39015"/>
              <a:gd name="connsiteY14" fmla="*/ 5372 h 48350"/>
              <a:gd name="connsiteX15" fmla="*/ 30944 w 39015"/>
              <a:gd name="connsiteY15" fmla="*/ 0 h 48350"/>
              <a:gd name="connsiteX16" fmla="*/ 32289 w 39015"/>
              <a:gd name="connsiteY16" fmla="*/ 0 h 48350"/>
              <a:gd name="connsiteX17" fmla="*/ 30944 w 39015"/>
              <a:gd name="connsiteY17" fmla="*/ 2686 h 48350"/>
              <a:gd name="connsiteX18" fmla="*/ 37671 w 39015"/>
              <a:gd name="connsiteY18" fmla="*/ 8059 h 48350"/>
              <a:gd name="connsiteX19" fmla="*/ 39016 w 39015"/>
              <a:gd name="connsiteY19" fmla="*/ 8059 h 48350"/>
              <a:gd name="connsiteX20" fmla="*/ 37671 w 39015"/>
              <a:gd name="connsiteY20" fmla="*/ 10745 h 48350"/>
              <a:gd name="connsiteX21" fmla="*/ 39016 w 39015"/>
              <a:gd name="connsiteY21" fmla="*/ 18803 h 48350"/>
              <a:gd name="connsiteX22" fmla="*/ 36325 w 39015"/>
              <a:gd name="connsiteY22" fmla="*/ 18803 h 48350"/>
              <a:gd name="connsiteX23" fmla="*/ 32289 w 39015"/>
              <a:gd name="connsiteY23" fmla="*/ 25519 h 48350"/>
              <a:gd name="connsiteX24" fmla="*/ 28253 w 39015"/>
              <a:gd name="connsiteY24" fmla="*/ 25519 h 48350"/>
              <a:gd name="connsiteX25" fmla="*/ 25562 w 39015"/>
              <a:gd name="connsiteY25" fmla="*/ 28205 h 48350"/>
              <a:gd name="connsiteX26" fmla="*/ 20181 w 39015"/>
              <a:gd name="connsiteY26" fmla="*/ 28205 h 48350"/>
              <a:gd name="connsiteX27" fmla="*/ 22872 w 39015"/>
              <a:gd name="connsiteY27" fmla="*/ 32234 h 48350"/>
              <a:gd name="connsiteX28" fmla="*/ 24217 w 39015"/>
              <a:gd name="connsiteY28" fmla="*/ 32234 h 48350"/>
              <a:gd name="connsiteX29" fmla="*/ 28253 w 39015"/>
              <a:gd name="connsiteY29" fmla="*/ 30891 h 48350"/>
              <a:gd name="connsiteX30" fmla="*/ 34980 w 39015"/>
              <a:gd name="connsiteY30" fmla="*/ 30891 h 48350"/>
              <a:gd name="connsiteX31" fmla="*/ 36325 w 39015"/>
              <a:gd name="connsiteY31" fmla="*/ 32234 h 48350"/>
              <a:gd name="connsiteX32" fmla="*/ 29598 w 39015"/>
              <a:gd name="connsiteY32" fmla="*/ 44322 h 4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9015" h="48350">
                <a:moveTo>
                  <a:pt x="29598" y="45665"/>
                </a:moveTo>
                <a:lnTo>
                  <a:pt x="25562" y="42978"/>
                </a:lnTo>
                <a:lnTo>
                  <a:pt x="17490" y="42978"/>
                </a:lnTo>
                <a:lnTo>
                  <a:pt x="12108" y="47008"/>
                </a:lnTo>
                <a:lnTo>
                  <a:pt x="1345" y="48351"/>
                </a:lnTo>
                <a:lnTo>
                  <a:pt x="0" y="45665"/>
                </a:lnTo>
                <a:lnTo>
                  <a:pt x="4036" y="38949"/>
                </a:lnTo>
                <a:lnTo>
                  <a:pt x="4036" y="33577"/>
                </a:lnTo>
                <a:lnTo>
                  <a:pt x="6727" y="29548"/>
                </a:lnTo>
                <a:lnTo>
                  <a:pt x="5381" y="22832"/>
                </a:lnTo>
                <a:lnTo>
                  <a:pt x="8072" y="18803"/>
                </a:lnTo>
                <a:lnTo>
                  <a:pt x="9418" y="12088"/>
                </a:lnTo>
                <a:lnTo>
                  <a:pt x="20181" y="9401"/>
                </a:lnTo>
                <a:lnTo>
                  <a:pt x="22872" y="6715"/>
                </a:lnTo>
                <a:lnTo>
                  <a:pt x="26908" y="5372"/>
                </a:lnTo>
                <a:lnTo>
                  <a:pt x="30944" y="0"/>
                </a:lnTo>
                <a:lnTo>
                  <a:pt x="32289" y="0"/>
                </a:lnTo>
                <a:lnTo>
                  <a:pt x="30944" y="2686"/>
                </a:lnTo>
                <a:lnTo>
                  <a:pt x="37671" y="8059"/>
                </a:lnTo>
                <a:lnTo>
                  <a:pt x="39016" y="8059"/>
                </a:lnTo>
                <a:lnTo>
                  <a:pt x="37671" y="10745"/>
                </a:lnTo>
                <a:lnTo>
                  <a:pt x="39016" y="18803"/>
                </a:lnTo>
                <a:lnTo>
                  <a:pt x="36325" y="18803"/>
                </a:lnTo>
                <a:lnTo>
                  <a:pt x="32289" y="25519"/>
                </a:lnTo>
                <a:lnTo>
                  <a:pt x="28253" y="25519"/>
                </a:lnTo>
                <a:lnTo>
                  <a:pt x="25562" y="28205"/>
                </a:lnTo>
                <a:lnTo>
                  <a:pt x="20181" y="28205"/>
                </a:lnTo>
                <a:lnTo>
                  <a:pt x="22872" y="32234"/>
                </a:lnTo>
                <a:lnTo>
                  <a:pt x="24217" y="32234"/>
                </a:lnTo>
                <a:lnTo>
                  <a:pt x="28253" y="30891"/>
                </a:lnTo>
                <a:lnTo>
                  <a:pt x="34980" y="30891"/>
                </a:lnTo>
                <a:lnTo>
                  <a:pt x="36325" y="32234"/>
                </a:lnTo>
                <a:lnTo>
                  <a:pt x="29598" y="4432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20" name="Freeform 719">
            <a:extLst>
              <a:ext uri="{FF2B5EF4-FFF2-40B4-BE49-F238E27FC236}">
                <a16:creationId xmlns:a16="http://schemas.microsoft.com/office/drawing/2014/main" id="{39C0807B-CAE3-B695-1E1E-2A39C42ACBF1}"/>
              </a:ext>
            </a:extLst>
          </p:cNvPr>
          <p:cNvSpPr/>
          <p:nvPr/>
        </p:nvSpPr>
        <p:spPr>
          <a:xfrm>
            <a:off x="8416678" y="4324168"/>
            <a:ext cx="266384" cy="351886"/>
          </a:xfrm>
          <a:custGeom>
            <a:avLst/>
            <a:gdLst>
              <a:gd name="connsiteX0" fmla="*/ 24217 w 266384"/>
              <a:gd name="connsiteY0" fmla="*/ 209520 h 351886"/>
              <a:gd name="connsiteX1" fmla="*/ 25562 w 266384"/>
              <a:gd name="connsiteY1" fmla="*/ 209520 h 351886"/>
              <a:gd name="connsiteX2" fmla="*/ 28253 w 266384"/>
              <a:gd name="connsiteY2" fmla="*/ 205491 h 351886"/>
              <a:gd name="connsiteX3" fmla="*/ 36325 w 266384"/>
              <a:gd name="connsiteY3" fmla="*/ 201462 h 351886"/>
              <a:gd name="connsiteX4" fmla="*/ 44397 w 266384"/>
              <a:gd name="connsiteY4" fmla="*/ 200119 h 351886"/>
              <a:gd name="connsiteX5" fmla="*/ 51124 w 266384"/>
              <a:gd name="connsiteY5" fmla="*/ 196089 h 351886"/>
              <a:gd name="connsiteX6" fmla="*/ 55161 w 266384"/>
              <a:gd name="connsiteY6" fmla="*/ 193403 h 351886"/>
              <a:gd name="connsiteX7" fmla="*/ 57851 w 266384"/>
              <a:gd name="connsiteY7" fmla="*/ 188031 h 351886"/>
              <a:gd name="connsiteX8" fmla="*/ 64578 w 266384"/>
              <a:gd name="connsiteY8" fmla="*/ 185345 h 351886"/>
              <a:gd name="connsiteX9" fmla="*/ 68614 w 266384"/>
              <a:gd name="connsiteY9" fmla="*/ 184002 h 351886"/>
              <a:gd name="connsiteX10" fmla="*/ 73996 w 266384"/>
              <a:gd name="connsiteY10" fmla="*/ 181315 h 351886"/>
              <a:gd name="connsiteX11" fmla="*/ 90140 w 266384"/>
              <a:gd name="connsiteY11" fmla="*/ 181315 h 351886"/>
              <a:gd name="connsiteX12" fmla="*/ 106285 w 266384"/>
              <a:gd name="connsiteY12" fmla="*/ 181315 h 351886"/>
              <a:gd name="connsiteX13" fmla="*/ 187007 w 266384"/>
              <a:gd name="connsiteY13" fmla="*/ 100731 h 351886"/>
              <a:gd name="connsiteX14" fmla="*/ 153373 w 266384"/>
              <a:gd name="connsiteY14" fmla="*/ 102074 h 351886"/>
              <a:gd name="connsiteX15" fmla="*/ 76686 w 266384"/>
              <a:gd name="connsiteY15" fmla="*/ 77899 h 351886"/>
              <a:gd name="connsiteX16" fmla="*/ 69959 w 266384"/>
              <a:gd name="connsiteY16" fmla="*/ 72526 h 351886"/>
              <a:gd name="connsiteX17" fmla="*/ 60542 w 266384"/>
              <a:gd name="connsiteY17" fmla="*/ 69840 h 351886"/>
              <a:gd name="connsiteX18" fmla="*/ 57851 w 266384"/>
              <a:gd name="connsiteY18" fmla="*/ 63125 h 351886"/>
              <a:gd name="connsiteX19" fmla="*/ 59196 w 266384"/>
              <a:gd name="connsiteY19" fmla="*/ 55066 h 351886"/>
              <a:gd name="connsiteX20" fmla="*/ 51124 w 266384"/>
              <a:gd name="connsiteY20" fmla="*/ 51037 h 351886"/>
              <a:gd name="connsiteX21" fmla="*/ 47088 w 266384"/>
              <a:gd name="connsiteY21" fmla="*/ 37606 h 351886"/>
              <a:gd name="connsiteX22" fmla="*/ 45743 w 266384"/>
              <a:gd name="connsiteY22" fmla="*/ 28205 h 351886"/>
              <a:gd name="connsiteX23" fmla="*/ 47088 w 266384"/>
              <a:gd name="connsiteY23" fmla="*/ 24175 h 351886"/>
              <a:gd name="connsiteX24" fmla="*/ 53815 w 266384"/>
              <a:gd name="connsiteY24" fmla="*/ 12088 h 351886"/>
              <a:gd name="connsiteX25" fmla="*/ 55161 w 266384"/>
              <a:gd name="connsiteY25" fmla="*/ 16117 h 351886"/>
              <a:gd name="connsiteX26" fmla="*/ 56506 w 266384"/>
              <a:gd name="connsiteY26" fmla="*/ 16117 h 351886"/>
              <a:gd name="connsiteX27" fmla="*/ 72650 w 266384"/>
              <a:gd name="connsiteY27" fmla="*/ 33577 h 351886"/>
              <a:gd name="connsiteX28" fmla="*/ 73996 w 266384"/>
              <a:gd name="connsiteY28" fmla="*/ 37606 h 351886"/>
              <a:gd name="connsiteX29" fmla="*/ 76686 w 266384"/>
              <a:gd name="connsiteY29" fmla="*/ 37606 h 351886"/>
              <a:gd name="connsiteX30" fmla="*/ 83413 w 266384"/>
              <a:gd name="connsiteY30" fmla="*/ 44322 h 351886"/>
              <a:gd name="connsiteX31" fmla="*/ 90140 w 266384"/>
              <a:gd name="connsiteY31" fmla="*/ 45665 h 351886"/>
              <a:gd name="connsiteX32" fmla="*/ 98212 w 266384"/>
              <a:gd name="connsiteY32" fmla="*/ 44322 h 351886"/>
              <a:gd name="connsiteX33" fmla="*/ 99558 w 266384"/>
              <a:gd name="connsiteY33" fmla="*/ 41635 h 351886"/>
              <a:gd name="connsiteX34" fmla="*/ 106285 w 266384"/>
              <a:gd name="connsiteY34" fmla="*/ 37606 h 351886"/>
              <a:gd name="connsiteX35" fmla="*/ 110321 w 266384"/>
              <a:gd name="connsiteY35" fmla="*/ 37606 h 351886"/>
              <a:gd name="connsiteX36" fmla="*/ 119738 w 266384"/>
              <a:gd name="connsiteY36" fmla="*/ 30891 h 351886"/>
              <a:gd name="connsiteX37" fmla="*/ 122429 w 266384"/>
              <a:gd name="connsiteY37" fmla="*/ 30891 h 351886"/>
              <a:gd name="connsiteX38" fmla="*/ 123774 w 266384"/>
              <a:gd name="connsiteY38" fmla="*/ 32234 h 351886"/>
              <a:gd name="connsiteX39" fmla="*/ 130501 w 266384"/>
              <a:gd name="connsiteY39" fmla="*/ 32234 h 351886"/>
              <a:gd name="connsiteX40" fmla="*/ 133192 w 266384"/>
              <a:gd name="connsiteY40" fmla="*/ 30891 h 351886"/>
              <a:gd name="connsiteX41" fmla="*/ 138574 w 266384"/>
              <a:gd name="connsiteY41" fmla="*/ 33577 h 351886"/>
              <a:gd name="connsiteX42" fmla="*/ 146646 w 266384"/>
              <a:gd name="connsiteY42" fmla="*/ 32234 h 351886"/>
              <a:gd name="connsiteX43" fmla="*/ 161445 w 266384"/>
              <a:gd name="connsiteY43" fmla="*/ 22832 h 351886"/>
              <a:gd name="connsiteX44" fmla="*/ 166827 w 266384"/>
              <a:gd name="connsiteY44" fmla="*/ 21489 h 351886"/>
              <a:gd name="connsiteX45" fmla="*/ 172208 w 266384"/>
              <a:gd name="connsiteY45" fmla="*/ 24175 h 351886"/>
              <a:gd name="connsiteX46" fmla="*/ 176244 w 266384"/>
              <a:gd name="connsiteY46" fmla="*/ 22832 h 351886"/>
              <a:gd name="connsiteX47" fmla="*/ 182971 w 266384"/>
              <a:gd name="connsiteY47" fmla="*/ 22832 h 351886"/>
              <a:gd name="connsiteX48" fmla="*/ 189698 w 266384"/>
              <a:gd name="connsiteY48" fmla="*/ 18803 h 351886"/>
              <a:gd name="connsiteX49" fmla="*/ 197770 w 266384"/>
              <a:gd name="connsiteY49" fmla="*/ 18803 h 351886"/>
              <a:gd name="connsiteX50" fmla="*/ 200461 w 266384"/>
              <a:gd name="connsiteY50" fmla="*/ 20146 h 351886"/>
              <a:gd name="connsiteX51" fmla="*/ 203152 w 266384"/>
              <a:gd name="connsiteY51" fmla="*/ 20146 h 351886"/>
              <a:gd name="connsiteX52" fmla="*/ 216606 w 266384"/>
              <a:gd name="connsiteY52" fmla="*/ 17460 h 351886"/>
              <a:gd name="connsiteX53" fmla="*/ 220642 w 266384"/>
              <a:gd name="connsiteY53" fmla="*/ 13431 h 351886"/>
              <a:gd name="connsiteX54" fmla="*/ 228714 w 266384"/>
              <a:gd name="connsiteY54" fmla="*/ 13431 h 351886"/>
              <a:gd name="connsiteX55" fmla="*/ 230059 w 266384"/>
              <a:gd name="connsiteY55" fmla="*/ 14774 h 351886"/>
              <a:gd name="connsiteX56" fmla="*/ 231405 w 266384"/>
              <a:gd name="connsiteY56" fmla="*/ 12088 h 351886"/>
              <a:gd name="connsiteX57" fmla="*/ 239477 w 266384"/>
              <a:gd name="connsiteY57" fmla="*/ 12088 h 351886"/>
              <a:gd name="connsiteX58" fmla="*/ 243513 w 266384"/>
              <a:gd name="connsiteY58" fmla="*/ 6715 h 351886"/>
              <a:gd name="connsiteX59" fmla="*/ 244858 w 266384"/>
              <a:gd name="connsiteY59" fmla="*/ 8059 h 351886"/>
              <a:gd name="connsiteX60" fmla="*/ 247549 w 266384"/>
              <a:gd name="connsiteY60" fmla="*/ 4029 h 351886"/>
              <a:gd name="connsiteX61" fmla="*/ 246204 w 266384"/>
              <a:gd name="connsiteY61" fmla="*/ 4029 h 351886"/>
              <a:gd name="connsiteX62" fmla="*/ 248895 w 266384"/>
              <a:gd name="connsiteY62" fmla="*/ 0 h 351886"/>
              <a:gd name="connsiteX63" fmla="*/ 251585 w 266384"/>
              <a:gd name="connsiteY63" fmla="*/ 0 h 351886"/>
              <a:gd name="connsiteX64" fmla="*/ 251585 w 266384"/>
              <a:gd name="connsiteY64" fmla="*/ 0 h 351886"/>
              <a:gd name="connsiteX65" fmla="*/ 254276 w 266384"/>
              <a:gd name="connsiteY65" fmla="*/ 1343 h 351886"/>
              <a:gd name="connsiteX66" fmla="*/ 261003 w 266384"/>
              <a:gd name="connsiteY66" fmla="*/ 4029 h 351886"/>
              <a:gd name="connsiteX67" fmla="*/ 263694 w 266384"/>
              <a:gd name="connsiteY67" fmla="*/ 4029 h 351886"/>
              <a:gd name="connsiteX68" fmla="*/ 265039 w 266384"/>
              <a:gd name="connsiteY68" fmla="*/ 4029 h 351886"/>
              <a:gd name="connsiteX69" fmla="*/ 262348 w 266384"/>
              <a:gd name="connsiteY69" fmla="*/ 8059 h 351886"/>
              <a:gd name="connsiteX70" fmla="*/ 261003 w 266384"/>
              <a:gd name="connsiteY70" fmla="*/ 12088 h 351886"/>
              <a:gd name="connsiteX71" fmla="*/ 261003 w 266384"/>
              <a:gd name="connsiteY71" fmla="*/ 16117 h 351886"/>
              <a:gd name="connsiteX72" fmla="*/ 259658 w 266384"/>
              <a:gd name="connsiteY72" fmla="*/ 18803 h 351886"/>
              <a:gd name="connsiteX73" fmla="*/ 261003 w 266384"/>
              <a:gd name="connsiteY73" fmla="*/ 21489 h 351886"/>
              <a:gd name="connsiteX74" fmla="*/ 263694 w 266384"/>
              <a:gd name="connsiteY74" fmla="*/ 21489 h 351886"/>
              <a:gd name="connsiteX75" fmla="*/ 263694 w 266384"/>
              <a:gd name="connsiteY75" fmla="*/ 22832 h 351886"/>
              <a:gd name="connsiteX76" fmla="*/ 261003 w 266384"/>
              <a:gd name="connsiteY76" fmla="*/ 25519 h 351886"/>
              <a:gd name="connsiteX77" fmla="*/ 259658 w 266384"/>
              <a:gd name="connsiteY77" fmla="*/ 30891 h 351886"/>
              <a:gd name="connsiteX78" fmla="*/ 261003 w 266384"/>
              <a:gd name="connsiteY78" fmla="*/ 33577 h 351886"/>
              <a:gd name="connsiteX79" fmla="*/ 262348 w 266384"/>
              <a:gd name="connsiteY79" fmla="*/ 38949 h 351886"/>
              <a:gd name="connsiteX80" fmla="*/ 259658 w 266384"/>
              <a:gd name="connsiteY80" fmla="*/ 42978 h 351886"/>
              <a:gd name="connsiteX81" fmla="*/ 263694 w 266384"/>
              <a:gd name="connsiteY81" fmla="*/ 41635 h 351886"/>
              <a:gd name="connsiteX82" fmla="*/ 263694 w 266384"/>
              <a:gd name="connsiteY82" fmla="*/ 40292 h 351886"/>
              <a:gd name="connsiteX83" fmla="*/ 265039 w 266384"/>
              <a:gd name="connsiteY83" fmla="*/ 41635 h 351886"/>
              <a:gd name="connsiteX84" fmla="*/ 266384 w 266384"/>
              <a:gd name="connsiteY84" fmla="*/ 44322 h 351886"/>
              <a:gd name="connsiteX85" fmla="*/ 265039 w 266384"/>
              <a:gd name="connsiteY85" fmla="*/ 45665 h 351886"/>
              <a:gd name="connsiteX86" fmla="*/ 263694 w 266384"/>
              <a:gd name="connsiteY86" fmla="*/ 44322 h 351886"/>
              <a:gd name="connsiteX87" fmla="*/ 261003 w 266384"/>
              <a:gd name="connsiteY87" fmla="*/ 44322 h 351886"/>
              <a:gd name="connsiteX88" fmla="*/ 258312 w 266384"/>
              <a:gd name="connsiteY88" fmla="*/ 44322 h 351886"/>
              <a:gd name="connsiteX89" fmla="*/ 254276 w 266384"/>
              <a:gd name="connsiteY89" fmla="*/ 51037 h 351886"/>
              <a:gd name="connsiteX90" fmla="*/ 256967 w 266384"/>
              <a:gd name="connsiteY90" fmla="*/ 55066 h 351886"/>
              <a:gd name="connsiteX91" fmla="*/ 255622 w 266384"/>
              <a:gd name="connsiteY91" fmla="*/ 60438 h 351886"/>
              <a:gd name="connsiteX92" fmla="*/ 254276 w 266384"/>
              <a:gd name="connsiteY92" fmla="*/ 63125 h 351886"/>
              <a:gd name="connsiteX93" fmla="*/ 254276 w 266384"/>
              <a:gd name="connsiteY93" fmla="*/ 69840 h 351886"/>
              <a:gd name="connsiteX94" fmla="*/ 246204 w 266384"/>
              <a:gd name="connsiteY94" fmla="*/ 83271 h 351886"/>
              <a:gd name="connsiteX95" fmla="*/ 239477 w 266384"/>
              <a:gd name="connsiteY95" fmla="*/ 95359 h 351886"/>
              <a:gd name="connsiteX96" fmla="*/ 235441 w 266384"/>
              <a:gd name="connsiteY96" fmla="*/ 100731 h 351886"/>
              <a:gd name="connsiteX97" fmla="*/ 234095 w 266384"/>
              <a:gd name="connsiteY97" fmla="*/ 99388 h 351886"/>
              <a:gd name="connsiteX98" fmla="*/ 227369 w 266384"/>
              <a:gd name="connsiteY98" fmla="*/ 106103 h 351886"/>
              <a:gd name="connsiteX99" fmla="*/ 227369 w 266384"/>
              <a:gd name="connsiteY99" fmla="*/ 108789 h 351886"/>
              <a:gd name="connsiteX100" fmla="*/ 230059 w 266384"/>
              <a:gd name="connsiteY100" fmla="*/ 112819 h 351886"/>
              <a:gd name="connsiteX101" fmla="*/ 227369 w 266384"/>
              <a:gd name="connsiteY101" fmla="*/ 115505 h 351886"/>
              <a:gd name="connsiteX102" fmla="*/ 212569 w 266384"/>
              <a:gd name="connsiteY102" fmla="*/ 143709 h 351886"/>
              <a:gd name="connsiteX103" fmla="*/ 211224 w 266384"/>
              <a:gd name="connsiteY103" fmla="*/ 151768 h 351886"/>
              <a:gd name="connsiteX104" fmla="*/ 201806 w 266384"/>
              <a:gd name="connsiteY104" fmla="*/ 165199 h 351886"/>
              <a:gd name="connsiteX105" fmla="*/ 201806 w 266384"/>
              <a:gd name="connsiteY105" fmla="*/ 169228 h 351886"/>
              <a:gd name="connsiteX106" fmla="*/ 184316 w 266384"/>
              <a:gd name="connsiteY106" fmla="*/ 193403 h 351886"/>
              <a:gd name="connsiteX107" fmla="*/ 181626 w 266384"/>
              <a:gd name="connsiteY107" fmla="*/ 198775 h 351886"/>
              <a:gd name="connsiteX108" fmla="*/ 174899 w 266384"/>
              <a:gd name="connsiteY108" fmla="*/ 206834 h 351886"/>
              <a:gd name="connsiteX109" fmla="*/ 160100 w 266384"/>
              <a:gd name="connsiteY109" fmla="*/ 224294 h 351886"/>
              <a:gd name="connsiteX110" fmla="*/ 131847 w 266384"/>
              <a:gd name="connsiteY110" fmla="*/ 249812 h 351886"/>
              <a:gd name="connsiteX111" fmla="*/ 119738 w 266384"/>
              <a:gd name="connsiteY111" fmla="*/ 259214 h 351886"/>
              <a:gd name="connsiteX112" fmla="*/ 110321 w 266384"/>
              <a:gd name="connsiteY112" fmla="*/ 261900 h 351886"/>
              <a:gd name="connsiteX113" fmla="*/ 103594 w 266384"/>
              <a:gd name="connsiteY113" fmla="*/ 265929 h 351886"/>
              <a:gd name="connsiteX114" fmla="*/ 94176 w 266384"/>
              <a:gd name="connsiteY114" fmla="*/ 273988 h 351886"/>
              <a:gd name="connsiteX115" fmla="*/ 76686 w 266384"/>
              <a:gd name="connsiteY115" fmla="*/ 292791 h 351886"/>
              <a:gd name="connsiteX116" fmla="*/ 72650 w 266384"/>
              <a:gd name="connsiteY116" fmla="*/ 292791 h 351886"/>
              <a:gd name="connsiteX117" fmla="*/ 57851 w 266384"/>
              <a:gd name="connsiteY117" fmla="*/ 308908 h 351886"/>
              <a:gd name="connsiteX118" fmla="*/ 55161 w 266384"/>
              <a:gd name="connsiteY118" fmla="*/ 310251 h 351886"/>
              <a:gd name="connsiteX119" fmla="*/ 53815 w 266384"/>
              <a:gd name="connsiteY119" fmla="*/ 314280 h 351886"/>
              <a:gd name="connsiteX120" fmla="*/ 48434 w 266384"/>
              <a:gd name="connsiteY120" fmla="*/ 315623 h 351886"/>
              <a:gd name="connsiteX121" fmla="*/ 43052 w 266384"/>
              <a:gd name="connsiteY121" fmla="*/ 320996 h 351886"/>
              <a:gd name="connsiteX122" fmla="*/ 40361 w 266384"/>
              <a:gd name="connsiteY122" fmla="*/ 326368 h 351886"/>
              <a:gd name="connsiteX123" fmla="*/ 18835 w 266384"/>
              <a:gd name="connsiteY123" fmla="*/ 350543 h 351886"/>
              <a:gd name="connsiteX124" fmla="*/ 18835 w 266384"/>
              <a:gd name="connsiteY124" fmla="*/ 351886 h 351886"/>
              <a:gd name="connsiteX125" fmla="*/ 0 w 266384"/>
              <a:gd name="connsiteY125" fmla="*/ 334426 h 351886"/>
              <a:gd name="connsiteX126" fmla="*/ 0 w 266384"/>
              <a:gd name="connsiteY126" fmla="*/ 232352 h 3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266384" h="351886">
                <a:moveTo>
                  <a:pt x="24217" y="209520"/>
                </a:moveTo>
                <a:lnTo>
                  <a:pt x="25562" y="209520"/>
                </a:lnTo>
                <a:lnTo>
                  <a:pt x="28253" y="205491"/>
                </a:lnTo>
                <a:lnTo>
                  <a:pt x="36325" y="201462"/>
                </a:lnTo>
                <a:lnTo>
                  <a:pt x="44397" y="200119"/>
                </a:lnTo>
                <a:lnTo>
                  <a:pt x="51124" y="196089"/>
                </a:lnTo>
                <a:lnTo>
                  <a:pt x="55161" y="193403"/>
                </a:lnTo>
                <a:lnTo>
                  <a:pt x="57851" y="188031"/>
                </a:lnTo>
                <a:lnTo>
                  <a:pt x="64578" y="185345"/>
                </a:lnTo>
                <a:lnTo>
                  <a:pt x="68614" y="184002"/>
                </a:lnTo>
                <a:lnTo>
                  <a:pt x="73996" y="181315"/>
                </a:lnTo>
                <a:lnTo>
                  <a:pt x="90140" y="181315"/>
                </a:lnTo>
                <a:lnTo>
                  <a:pt x="106285" y="181315"/>
                </a:lnTo>
                <a:lnTo>
                  <a:pt x="187007" y="100731"/>
                </a:lnTo>
                <a:lnTo>
                  <a:pt x="153373" y="102074"/>
                </a:lnTo>
                <a:lnTo>
                  <a:pt x="76686" y="77899"/>
                </a:lnTo>
                <a:lnTo>
                  <a:pt x="69959" y="72526"/>
                </a:lnTo>
                <a:lnTo>
                  <a:pt x="60542" y="69840"/>
                </a:lnTo>
                <a:lnTo>
                  <a:pt x="57851" y="63125"/>
                </a:lnTo>
                <a:lnTo>
                  <a:pt x="59196" y="55066"/>
                </a:lnTo>
                <a:lnTo>
                  <a:pt x="51124" y="51037"/>
                </a:lnTo>
                <a:lnTo>
                  <a:pt x="47088" y="37606"/>
                </a:lnTo>
                <a:lnTo>
                  <a:pt x="45743" y="28205"/>
                </a:lnTo>
                <a:lnTo>
                  <a:pt x="47088" y="24175"/>
                </a:lnTo>
                <a:lnTo>
                  <a:pt x="53815" y="12088"/>
                </a:lnTo>
                <a:lnTo>
                  <a:pt x="55161" y="16117"/>
                </a:lnTo>
                <a:lnTo>
                  <a:pt x="56506" y="16117"/>
                </a:lnTo>
                <a:lnTo>
                  <a:pt x="72650" y="33577"/>
                </a:lnTo>
                <a:lnTo>
                  <a:pt x="73996" y="37606"/>
                </a:lnTo>
                <a:lnTo>
                  <a:pt x="76686" y="37606"/>
                </a:lnTo>
                <a:lnTo>
                  <a:pt x="83413" y="44322"/>
                </a:lnTo>
                <a:lnTo>
                  <a:pt x="90140" y="45665"/>
                </a:lnTo>
                <a:lnTo>
                  <a:pt x="98212" y="44322"/>
                </a:lnTo>
                <a:lnTo>
                  <a:pt x="99558" y="41635"/>
                </a:lnTo>
                <a:lnTo>
                  <a:pt x="106285" y="37606"/>
                </a:lnTo>
                <a:lnTo>
                  <a:pt x="110321" y="37606"/>
                </a:lnTo>
                <a:lnTo>
                  <a:pt x="119738" y="30891"/>
                </a:lnTo>
                <a:lnTo>
                  <a:pt x="122429" y="30891"/>
                </a:lnTo>
                <a:lnTo>
                  <a:pt x="123774" y="32234"/>
                </a:lnTo>
                <a:lnTo>
                  <a:pt x="130501" y="32234"/>
                </a:lnTo>
                <a:lnTo>
                  <a:pt x="133192" y="30891"/>
                </a:lnTo>
                <a:lnTo>
                  <a:pt x="138574" y="33577"/>
                </a:lnTo>
                <a:lnTo>
                  <a:pt x="146646" y="32234"/>
                </a:lnTo>
                <a:lnTo>
                  <a:pt x="161445" y="22832"/>
                </a:lnTo>
                <a:lnTo>
                  <a:pt x="166827" y="21489"/>
                </a:lnTo>
                <a:lnTo>
                  <a:pt x="172208" y="24175"/>
                </a:lnTo>
                <a:lnTo>
                  <a:pt x="176244" y="22832"/>
                </a:lnTo>
                <a:lnTo>
                  <a:pt x="182971" y="22832"/>
                </a:lnTo>
                <a:lnTo>
                  <a:pt x="189698" y="18803"/>
                </a:lnTo>
                <a:lnTo>
                  <a:pt x="197770" y="18803"/>
                </a:lnTo>
                <a:lnTo>
                  <a:pt x="200461" y="20146"/>
                </a:lnTo>
                <a:lnTo>
                  <a:pt x="203152" y="20146"/>
                </a:lnTo>
                <a:lnTo>
                  <a:pt x="216606" y="17460"/>
                </a:lnTo>
                <a:lnTo>
                  <a:pt x="220642" y="13431"/>
                </a:lnTo>
                <a:lnTo>
                  <a:pt x="228714" y="13431"/>
                </a:lnTo>
                <a:lnTo>
                  <a:pt x="230059" y="14774"/>
                </a:lnTo>
                <a:lnTo>
                  <a:pt x="231405" y="12088"/>
                </a:lnTo>
                <a:lnTo>
                  <a:pt x="239477" y="12088"/>
                </a:lnTo>
                <a:lnTo>
                  <a:pt x="243513" y="6715"/>
                </a:lnTo>
                <a:lnTo>
                  <a:pt x="244858" y="8059"/>
                </a:lnTo>
                <a:lnTo>
                  <a:pt x="247549" y="4029"/>
                </a:lnTo>
                <a:lnTo>
                  <a:pt x="246204" y="4029"/>
                </a:lnTo>
                <a:lnTo>
                  <a:pt x="248895" y="0"/>
                </a:lnTo>
                <a:lnTo>
                  <a:pt x="251585" y="0"/>
                </a:lnTo>
                <a:lnTo>
                  <a:pt x="251585" y="0"/>
                </a:lnTo>
                <a:lnTo>
                  <a:pt x="254276" y="1343"/>
                </a:lnTo>
                <a:lnTo>
                  <a:pt x="261003" y="4029"/>
                </a:lnTo>
                <a:lnTo>
                  <a:pt x="263694" y="4029"/>
                </a:lnTo>
                <a:lnTo>
                  <a:pt x="265039" y="4029"/>
                </a:lnTo>
                <a:lnTo>
                  <a:pt x="262348" y="8059"/>
                </a:lnTo>
                <a:lnTo>
                  <a:pt x="261003" y="12088"/>
                </a:lnTo>
                <a:lnTo>
                  <a:pt x="261003" y="16117"/>
                </a:lnTo>
                <a:lnTo>
                  <a:pt x="259658" y="18803"/>
                </a:lnTo>
                <a:lnTo>
                  <a:pt x="261003" y="21489"/>
                </a:lnTo>
                <a:lnTo>
                  <a:pt x="263694" y="21489"/>
                </a:lnTo>
                <a:lnTo>
                  <a:pt x="263694" y="22832"/>
                </a:lnTo>
                <a:lnTo>
                  <a:pt x="261003" y="25519"/>
                </a:lnTo>
                <a:lnTo>
                  <a:pt x="259658" y="30891"/>
                </a:lnTo>
                <a:lnTo>
                  <a:pt x="261003" y="33577"/>
                </a:lnTo>
                <a:lnTo>
                  <a:pt x="262348" y="38949"/>
                </a:lnTo>
                <a:lnTo>
                  <a:pt x="259658" y="42978"/>
                </a:lnTo>
                <a:lnTo>
                  <a:pt x="263694" y="41635"/>
                </a:lnTo>
                <a:lnTo>
                  <a:pt x="263694" y="40292"/>
                </a:lnTo>
                <a:lnTo>
                  <a:pt x="265039" y="41635"/>
                </a:lnTo>
                <a:lnTo>
                  <a:pt x="266384" y="44322"/>
                </a:lnTo>
                <a:lnTo>
                  <a:pt x="265039" y="45665"/>
                </a:lnTo>
                <a:lnTo>
                  <a:pt x="263694" y="44322"/>
                </a:lnTo>
                <a:lnTo>
                  <a:pt x="261003" y="44322"/>
                </a:lnTo>
                <a:lnTo>
                  <a:pt x="258312" y="44322"/>
                </a:lnTo>
                <a:lnTo>
                  <a:pt x="254276" y="51037"/>
                </a:lnTo>
                <a:lnTo>
                  <a:pt x="256967" y="55066"/>
                </a:lnTo>
                <a:lnTo>
                  <a:pt x="255622" y="60438"/>
                </a:lnTo>
                <a:lnTo>
                  <a:pt x="254276" y="63125"/>
                </a:lnTo>
                <a:lnTo>
                  <a:pt x="254276" y="69840"/>
                </a:lnTo>
                <a:lnTo>
                  <a:pt x="246204" y="83271"/>
                </a:lnTo>
                <a:lnTo>
                  <a:pt x="239477" y="95359"/>
                </a:lnTo>
                <a:lnTo>
                  <a:pt x="235441" y="100731"/>
                </a:lnTo>
                <a:lnTo>
                  <a:pt x="234095" y="99388"/>
                </a:lnTo>
                <a:lnTo>
                  <a:pt x="227369" y="106103"/>
                </a:lnTo>
                <a:lnTo>
                  <a:pt x="227369" y="108789"/>
                </a:lnTo>
                <a:lnTo>
                  <a:pt x="230059" y="112819"/>
                </a:lnTo>
                <a:lnTo>
                  <a:pt x="227369" y="115505"/>
                </a:lnTo>
                <a:lnTo>
                  <a:pt x="212569" y="143709"/>
                </a:lnTo>
                <a:lnTo>
                  <a:pt x="211224" y="151768"/>
                </a:lnTo>
                <a:lnTo>
                  <a:pt x="201806" y="165199"/>
                </a:lnTo>
                <a:lnTo>
                  <a:pt x="201806" y="169228"/>
                </a:lnTo>
                <a:lnTo>
                  <a:pt x="184316" y="193403"/>
                </a:lnTo>
                <a:lnTo>
                  <a:pt x="181626" y="198775"/>
                </a:lnTo>
                <a:lnTo>
                  <a:pt x="174899" y="206834"/>
                </a:lnTo>
                <a:lnTo>
                  <a:pt x="160100" y="224294"/>
                </a:lnTo>
                <a:lnTo>
                  <a:pt x="131847" y="249812"/>
                </a:lnTo>
                <a:lnTo>
                  <a:pt x="119738" y="259214"/>
                </a:lnTo>
                <a:lnTo>
                  <a:pt x="110321" y="261900"/>
                </a:lnTo>
                <a:lnTo>
                  <a:pt x="103594" y="265929"/>
                </a:lnTo>
                <a:lnTo>
                  <a:pt x="94176" y="273988"/>
                </a:lnTo>
                <a:lnTo>
                  <a:pt x="76686" y="292791"/>
                </a:lnTo>
                <a:lnTo>
                  <a:pt x="72650" y="292791"/>
                </a:lnTo>
                <a:lnTo>
                  <a:pt x="57851" y="308908"/>
                </a:lnTo>
                <a:lnTo>
                  <a:pt x="55161" y="310251"/>
                </a:lnTo>
                <a:lnTo>
                  <a:pt x="53815" y="314280"/>
                </a:lnTo>
                <a:lnTo>
                  <a:pt x="48434" y="315623"/>
                </a:lnTo>
                <a:lnTo>
                  <a:pt x="43052" y="320996"/>
                </a:lnTo>
                <a:lnTo>
                  <a:pt x="40361" y="326368"/>
                </a:lnTo>
                <a:lnTo>
                  <a:pt x="18835" y="350543"/>
                </a:lnTo>
                <a:lnTo>
                  <a:pt x="18835" y="351886"/>
                </a:lnTo>
                <a:lnTo>
                  <a:pt x="0" y="334426"/>
                </a:lnTo>
                <a:lnTo>
                  <a:pt x="0" y="23235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721" name="Graphic 5">
            <a:extLst>
              <a:ext uri="{FF2B5EF4-FFF2-40B4-BE49-F238E27FC236}">
                <a16:creationId xmlns:a16="http://schemas.microsoft.com/office/drawing/2014/main" id="{F266912A-F2F4-82AE-73CE-8C22E25EFB6A}"/>
              </a:ext>
            </a:extLst>
          </p:cNvPr>
          <p:cNvGrpSpPr/>
          <p:nvPr/>
        </p:nvGrpSpPr>
        <p:grpSpPr>
          <a:xfrm>
            <a:off x="8167784" y="4493396"/>
            <a:ext cx="273111" cy="264586"/>
            <a:chOff x="8167784" y="4493396"/>
            <a:chExt cx="273111" cy="264586"/>
          </a:xfrm>
          <a:solidFill>
            <a:srgbClr val="E5E5E4"/>
          </a:solidFill>
        </p:grpSpPr>
        <p:sp>
          <p:nvSpPr>
            <p:cNvPr id="722" name="Freeform 721">
              <a:extLst>
                <a:ext uri="{FF2B5EF4-FFF2-40B4-BE49-F238E27FC236}">
                  <a16:creationId xmlns:a16="http://schemas.microsoft.com/office/drawing/2014/main" id="{3303C355-222E-45E6-B79C-1D99F8CFD214}"/>
                </a:ext>
              </a:extLst>
            </p:cNvPr>
            <p:cNvSpPr/>
            <p:nvPr/>
          </p:nvSpPr>
          <p:spPr>
            <a:xfrm>
              <a:off x="8224289" y="4493396"/>
              <a:ext cx="216605" cy="264586"/>
            </a:xfrm>
            <a:custGeom>
              <a:avLst/>
              <a:gdLst>
                <a:gd name="connsiteX0" fmla="*/ 10763 w 216605"/>
                <a:gd name="connsiteY0" fmla="*/ 32234 h 264586"/>
                <a:gd name="connsiteX1" fmla="*/ 14799 w 216605"/>
                <a:gd name="connsiteY1" fmla="*/ 28204 h 264586"/>
                <a:gd name="connsiteX2" fmla="*/ 16145 w 216605"/>
                <a:gd name="connsiteY2" fmla="*/ 28204 h 264586"/>
                <a:gd name="connsiteX3" fmla="*/ 18836 w 216605"/>
                <a:gd name="connsiteY3" fmla="*/ 24175 h 264586"/>
                <a:gd name="connsiteX4" fmla="*/ 24217 w 216605"/>
                <a:gd name="connsiteY4" fmla="*/ 20146 h 264586"/>
                <a:gd name="connsiteX5" fmla="*/ 26908 w 216605"/>
                <a:gd name="connsiteY5" fmla="*/ 21489 h 264586"/>
                <a:gd name="connsiteX6" fmla="*/ 32289 w 216605"/>
                <a:gd name="connsiteY6" fmla="*/ 10745 h 264586"/>
                <a:gd name="connsiteX7" fmla="*/ 43052 w 216605"/>
                <a:gd name="connsiteY7" fmla="*/ 0 h 264586"/>
                <a:gd name="connsiteX8" fmla="*/ 45743 w 216605"/>
                <a:gd name="connsiteY8" fmla="*/ 4029 h 264586"/>
                <a:gd name="connsiteX9" fmla="*/ 51125 w 216605"/>
                <a:gd name="connsiteY9" fmla="*/ 2686 h 264586"/>
                <a:gd name="connsiteX10" fmla="*/ 55161 w 216605"/>
                <a:gd name="connsiteY10" fmla="*/ 4029 h 264586"/>
                <a:gd name="connsiteX11" fmla="*/ 55161 w 216605"/>
                <a:gd name="connsiteY11" fmla="*/ 18803 h 264586"/>
                <a:gd name="connsiteX12" fmla="*/ 59197 w 216605"/>
                <a:gd name="connsiteY12" fmla="*/ 24175 h 264586"/>
                <a:gd name="connsiteX13" fmla="*/ 64578 w 216605"/>
                <a:gd name="connsiteY13" fmla="*/ 25518 h 264586"/>
                <a:gd name="connsiteX14" fmla="*/ 69960 w 216605"/>
                <a:gd name="connsiteY14" fmla="*/ 22832 h 264586"/>
                <a:gd name="connsiteX15" fmla="*/ 76687 w 216605"/>
                <a:gd name="connsiteY15" fmla="*/ 25518 h 264586"/>
                <a:gd name="connsiteX16" fmla="*/ 90140 w 216605"/>
                <a:gd name="connsiteY16" fmla="*/ 24175 h 264586"/>
                <a:gd name="connsiteX17" fmla="*/ 94176 w 216605"/>
                <a:gd name="connsiteY17" fmla="*/ 26862 h 264586"/>
                <a:gd name="connsiteX18" fmla="*/ 104940 w 216605"/>
                <a:gd name="connsiteY18" fmla="*/ 37606 h 264586"/>
                <a:gd name="connsiteX19" fmla="*/ 111667 w 216605"/>
                <a:gd name="connsiteY19" fmla="*/ 41635 h 264586"/>
                <a:gd name="connsiteX20" fmla="*/ 115702 w 216605"/>
                <a:gd name="connsiteY20" fmla="*/ 47008 h 264586"/>
                <a:gd name="connsiteX21" fmla="*/ 119739 w 216605"/>
                <a:gd name="connsiteY21" fmla="*/ 48351 h 264586"/>
                <a:gd name="connsiteX22" fmla="*/ 129156 w 216605"/>
                <a:gd name="connsiteY22" fmla="*/ 48351 h 264586"/>
                <a:gd name="connsiteX23" fmla="*/ 134538 w 216605"/>
                <a:gd name="connsiteY23" fmla="*/ 51037 h 264586"/>
                <a:gd name="connsiteX24" fmla="*/ 142610 w 216605"/>
                <a:gd name="connsiteY24" fmla="*/ 49694 h 264586"/>
                <a:gd name="connsiteX25" fmla="*/ 146646 w 216605"/>
                <a:gd name="connsiteY25" fmla="*/ 51037 h 264586"/>
                <a:gd name="connsiteX26" fmla="*/ 150682 w 216605"/>
                <a:gd name="connsiteY26" fmla="*/ 51037 h 264586"/>
                <a:gd name="connsiteX27" fmla="*/ 156064 w 216605"/>
                <a:gd name="connsiteY27" fmla="*/ 51037 h 264586"/>
                <a:gd name="connsiteX28" fmla="*/ 162791 w 216605"/>
                <a:gd name="connsiteY28" fmla="*/ 40292 h 264586"/>
                <a:gd name="connsiteX29" fmla="*/ 165482 w 216605"/>
                <a:gd name="connsiteY29" fmla="*/ 37606 h 264586"/>
                <a:gd name="connsiteX30" fmla="*/ 170863 w 216605"/>
                <a:gd name="connsiteY30" fmla="*/ 34920 h 264586"/>
                <a:gd name="connsiteX31" fmla="*/ 174899 w 216605"/>
                <a:gd name="connsiteY31" fmla="*/ 34920 h 264586"/>
                <a:gd name="connsiteX32" fmla="*/ 177590 w 216605"/>
                <a:gd name="connsiteY32" fmla="*/ 33577 h 264586"/>
                <a:gd name="connsiteX33" fmla="*/ 189698 w 216605"/>
                <a:gd name="connsiteY33" fmla="*/ 32234 h 264586"/>
                <a:gd name="connsiteX34" fmla="*/ 192389 w 216605"/>
                <a:gd name="connsiteY34" fmla="*/ 33577 h 264586"/>
                <a:gd name="connsiteX35" fmla="*/ 196425 w 216605"/>
                <a:gd name="connsiteY35" fmla="*/ 38949 h 264586"/>
                <a:gd name="connsiteX36" fmla="*/ 200461 w 216605"/>
                <a:gd name="connsiteY36" fmla="*/ 41635 h 264586"/>
                <a:gd name="connsiteX37" fmla="*/ 209879 w 216605"/>
                <a:gd name="connsiteY37" fmla="*/ 40292 h 264586"/>
                <a:gd name="connsiteX38" fmla="*/ 216606 w 216605"/>
                <a:gd name="connsiteY38" fmla="*/ 40292 h 264586"/>
                <a:gd name="connsiteX39" fmla="*/ 192389 w 216605"/>
                <a:gd name="connsiteY39" fmla="*/ 63125 h 264586"/>
                <a:gd name="connsiteX40" fmla="*/ 192389 w 216605"/>
                <a:gd name="connsiteY40" fmla="*/ 165199 h 264586"/>
                <a:gd name="connsiteX41" fmla="*/ 211224 w 216605"/>
                <a:gd name="connsiteY41" fmla="*/ 182658 h 264586"/>
                <a:gd name="connsiteX42" fmla="*/ 209879 w 216605"/>
                <a:gd name="connsiteY42" fmla="*/ 184002 h 264586"/>
                <a:gd name="connsiteX43" fmla="*/ 201806 w 216605"/>
                <a:gd name="connsiteY43" fmla="*/ 194746 h 264586"/>
                <a:gd name="connsiteX44" fmla="*/ 200461 w 216605"/>
                <a:gd name="connsiteY44" fmla="*/ 194746 h 264586"/>
                <a:gd name="connsiteX45" fmla="*/ 196425 w 216605"/>
                <a:gd name="connsiteY45" fmla="*/ 198775 h 264586"/>
                <a:gd name="connsiteX46" fmla="*/ 197771 w 216605"/>
                <a:gd name="connsiteY46" fmla="*/ 201461 h 264586"/>
                <a:gd name="connsiteX47" fmla="*/ 189698 w 216605"/>
                <a:gd name="connsiteY47" fmla="*/ 204148 h 264586"/>
                <a:gd name="connsiteX48" fmla="*/ 184317 w 216605"/>
                <a:gd name="connsiteY48" fmla="*/ 210863 h 264586"/>
                <a:gd name="connsiteX49" fmla="*/ 177590 w 216605"/>
                <a:gd name="connsiteY49" fmla="*/ 210863 h 264586"/>
                <a:gd name="connsiteX50" fmla="*/ 173554 w 216605"/>
                <a:gd name="connsiteY50" fmla="*/ 212206 h 264586"/>
                <a:gd name="connsiteX51" fmla="*/ 173554 w 216605"/>
                <a:gd name="connsiteY51" fmla="*/ 213549 h 264586"/>
                <a:gd name="connsiteX52" fmla="*/ 169518 w 216605"/>
                <a:gd name="connsiteY52" fmla="*/ 217578 h 264586"/>
                <a:gd name="connsiteX53" fmla="*/ 169518 w 216605"/>
                <a:gd name="connsiteY53" fmla="*/ 220265 h 264586"/>
                <a:gd name="connsiteX54" fmla="*/ 170863 w 216605"/>
                <a:gd name="connsiteY54" fmla="*/ 222951 h 264586"/>
                <a:gd name="connsiteX55" fmla="*/ 166827 w 216605"/>
                <a:gd name="connsiteY55" fmla="*/ 228323 h 264586"/>
                <a:gd name="connsiteX56" fmla="*/ 162791 w 216605"/>
                <a:gd name="connsiteY56" fmla="*/ 233696 h 264586"/>
                <a:gd name="connsiteX57" fmla="*/ 162791 w 216605"/>
                <a:gd name="connsiteY57" fmla="*/ 240411 h 264586"/>
                <a:gd name="connsiteX58" fmla="*/ 158755 w 216605"/>
                <a:gd name="connsiteY58" fmla="*/ 248469 h 264586"/>
                <a:gd name="connsiteX59" fmla="*/ 149337 w 216605"/>
                <a:gd name="connsiteY59" fmla="*/ 261900 h 264586"/>
                <a:gd name="connsiteX60" fmla="*/ 143955 w 216605"/>
                <a:gd name="connsiteY60" fmla="*/ 264586 h 264586"/>
                <a:gd name="connsiteX61" fmla="*/ 141265 w 216605"/>
                <a:gd name="connsiteY61" fmla="*/ 264586 h 264586"/>
                <a:gd name="connsiteX62" fmla="*/ 108976 w 216605"/>
                <a:gd name="connsiteY62" fmla="*/ 241754 h 264586"/>
                <a:gd name="connsiteX63" fmla="*/ 107630 w 216605"/>
                <a:gd name="connsiteY63" fmla="*/ 239068 h 264586"/>
                <a:gd name="connsiteX64" fmla="*/ 106285 w 216605"/>
                <a:gd name="connsiteY64" fmla="*/ 235038 h 264586"/>
                <a:gd name="connsiteX65" fmla="*/ 107630 w 216605"/>
                <a:gd name="connsiteY65" fmla="*/ 232352 h 264586"/>
                <a:gd name="connsiteX66" fmla="*/ 102249 w 216605"/>
                <a:gd name="connsiteY66" fmla="*/ 224294 h 264586"/>
                <a:gd name="connsiteX67" fmla="*/ 6727 w 216605"/>
                <a:gd name="connsiteY67" fmla="*/ 169228 h 264586"/>
                <a:gd name="connsiteX68" fmla="*/ 0 w 216605"/>
                <a:gd name="connsiteY68" fmla="*/ 169228 h 264586"/>
                <a:gd name="connsiteX69" fmla="*/ 6727 w 216605"/>
                <a:gd name="connsiteY69" fmla="*/ 143709 h 264586"/>
                <a:gd name="connsiteX70" fmla="*/ 6727 w 216605"/>
                <a:gd name="connsiteY70" fmla="*/ 135651 h 264586"/>
                <a:gd name="connsiteX71" fmla="*/ 12109 w 216605"/>
                <a:gd name="connsiteY71" fmla="*/ 131622 h 264586"/>
                <a:gd name="connsiteX72" fmla="*/ 14799 w 216605"/>
                <a:gd name="connsiteY72" fmla="*/ 124906 h 264586"/>
                <a:gd name="connsiteX73" fmla="*/ 18836 w 216605"/>
                <a:gd name="connsiteY73" fmla="*/ 122220 h 264586"/>
                <a:gd name="connsiteX74" fmla="*/ 21526 w 216605"/>
                <a:gd name="connsiteY74" fmla="*/ 116848 h 264586"/>
                <a:gd name="connsiteX75" fmla="*/ 24217 w 216605"/>
                <a:gd name="connsiteY75" fmla="*/ 114162 h 264586"/>
                <a:gd name="connsiteX76" fmla="*/ 24217 w 216605"/>
                <a:gd name="connsiteY76" fmla="*/ 111475 h 264586"/>
                <a:gd name="connsiteX77" fmla="*/ 33634 w 216605"/>
                <a:gd name="connsiteY77" fmla="*/ 111475 h 264586"/>
                <a:gd name="connsiteX78" fmla="*/ 34980 w 216605"/>
                <a:gd name="connsiteY78" fmla="*/ 106103 h 264586"/>
                <a:gd name="connsiteX79" fmla="*/ 34980 w 216605"/>
                <a:gd name="connsiteY79" fmla="*/ 102074 h 264586"/>
                <a:gd name="connsiteX80" fmla="*/ 41707 w 216605"/>
                <a:gd name="connsiteY80" fmla="*/ 95358 h 264586"/>
                <a:gd name="connsiteX81" fmla="*/ 41707 w 216605"/>
                <a:gd name="connsiteY81" fmla="*/ 89986 h 264586"/>
                <a:gd name="connsiteX82" fmla="*/ 40361 w 216605"/>
                <a:gd name="connsiteY82" fmla="*/ 84614 h 264586"/>
                <a:gd name="connsiteX83" fmla="*/ 36325 w 216605"/>
                <a:gd name="connsiteY83" fmla="*/ 80585 h 264586"/>
                <a:gd name="connsiteX84" fmla="*/ 39016 w 216605"/>
                <a:gd name="connsiteY84" fmla="*/ 77899 h 264586"/>
                <a:gd name="connsiteX85" fmla="*/ 36325 w 216605"/>
                <a:gd name="connsiteY85" fmla="*/ 75212 h 264586"/>
                <a:gd name="connsiteX86" fmla="*/ 32289 w 216605"/>
                <a:gd name="connsiteY86" fmla="*/ 73869 h 264586"/>
                <a:gd name="connsiteX87" fmla="*/ 29598 w 216605"/>
                <a:gd name="connsiteY87" fmla="*/ 65811 h 264586"/>
                <a:gd name="connsiteX88" fmla="*/ 22872 w 216605"/>
                <a:gd name="connsiteY88" fmla="*/ 60438 h 264586"/>
                <a:gd name="connsiteX89" fmla="*/ 22872 w 216605"/>
                <a:gd name="connsiteY89" fmla="*/ 55066 h 264586"/>
                <a:gd name="connsiteX90" fmla="*/ 21526 w 216605"/>
                <a:gd name="connsiteY90" fmla="*/ 49694 h 264586"/>
                <a:gd name="connsiteX91" fmla="*/ 17490 w 216605"/>
                <a:gd name="connsiteY91" fmla="*/ 48351 h 264586"/>
                <a:gd name="connsiteX92" fmla="*/ 18836 w 216605"/>
                <a:gd name="connsiteY92" fmla="*/ 44322 h 264586"/>
                <a:gd name="connsiteX93" fmla="*/ 16145 w 216605"/>
                <a:gd name="connsiteY93" fmla="*/ 42978 h 264586"/>
                <a:gd name="connsiteX94" fmla="*/ 14799 w 216605"/>
                <a:gd name="connsiteY94" fmla="*/ 36263 h 264586"/>
                <a:gd name="connsiteX95" fmla="*/ 12109 w 216605"/>
                <a:gd name="connsiteY95" fmla="*/ 32234 h 26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216605" h="264586">
                  <a:moveTo>
                    <a:pt x="10763" y="32234"/>
                  </a:moveTo>
                  <a:lnTo>
                    <a:pt x="14799" y="28204"/>
                  </a:lnTo>
                  <a:lnTo>
                    <a:pt x="16145" y="28204"/>
                  </a:lnTo>
                  <a:lnTo>
                    <a:pt x="18836" y="24175"/>
                  </a:lnTo>
                  <a:lnTo>
                    <a:pt x="24217" y="20146"/>
                  </a:lnTo>
                  <a:lnTo>
                    <a:pt x="26908" y="21489"/>
                  </a:lnTo>
                  <a:lnTo>
                    <a:pt x="32289" y="10745"/>
                  </a:lnTo>
                  <a:lnTo>
                    <a:pt x="43052" y="0"/>
                  </a:lnTo>
                  <a:lnTo>
                    <a:pt x="45743" y="4029"/>
                  </a:lnTo>
                  <a:lnTo>
                    <a:pt x="51125" y="2686"/>
                  </a:lnTo>
                  <a:lnTo>
                    <a:pt x="55161" y="4029"/>
                  </a:lnTo>
                  <a:lnTo>
                    <a:pt x="55161" y="18803"/>
                  </a:lnTo>
                  <a:lnTo>
                    <a:pt x="59197" y="24175"/>
                  </a:lnTo>
                  <a:lnTo>
                    <a:pt x="64578" y="25518"/>
                  </a:lnTo>
                  <a:lnTo>
                    <a:pt x="69960" y="22832"/>
                  </a:lnTo>
                  <a:lnTo>
                    <a:pt x="76687" y="25518"/>
                  </a:lnTo>
                  <a:lnTo>
                    <a:pt x="90140" y="24175"/>
                  </a:lnTo>
                  <a:lnTo>
                    <a:pt x="94176" y="26862"/>
                  </a:lnTo>
                  <a:lnTo>
                    <a:pt x="104940" y="37606"/>
                  </a:lnTo>
                  <a:lnTo>
                    <a:pt x="111667" y="41635"/>
                  </a:lnTo>
                  <a:lnTo>
                    <a:pt x="115702" y="47008"/>
                  </a:lnTo>
                  <a:lnTo>
                    <a:pt x="119739" y="48351"/>
                  </a:lnTo>
                  <a:lnTo>
                    <a:pt x="129156" y="48351"/>
                  </a:lnTo>
                  <a:lnTo>
                    <a:pt x="134538" y="51037"/>
                  </a:lnTo>
                  <a:lnTo>
                    <a:pt x="142610" y="49694"/>
                  </a:lnTo>
                  <a:lnTo>
                    <a:pt x="146646" y="51037"/>
                  </a:lnTo>
                  <a:lnTo>
                    <a:pt x="150682" y="51037"/>
                  </a:lnTo>
                  <a:lnTo>
                    <a:pt x="156064" y="51037"/>
                  </a:lnTo>
                  <a:lnTo>
                    <a:pt x="162791" y="40292"/>
                  </a:lnTo>
                  <a:lnTo>
                    <a:pt x="165482" y="37606"/>
                  </a:lnTo>
                  <a:lnTo>
                    <a:pt x="170863" y="34920"/>
                  </a:lnTo>
                  <a:lnTo>
                    <a:pt x="174899" y="34920"/>
                  </a:lnTo>
                  <a:lnTo>
                    <a:pt x="177590" y="33577"/>
                  </a:lnTo>
                  <a:lnTo>
                    <a:pt x="189698" y="32234"/>
                  </a:lnTo>
                  <a:lnTo>
                    <a:pt x="192389" y="33577"/>
                  </a:lnTo>
                  <a:lnTo>
                    <a:pt x="196425" y="38949"/>
                  </a:lnTo>
                  <a:lnTo>
                    <a:pt x="200461" y="41635"/>
                  </a:lnTo>
                  <a:lnTo>
                    <a:pt x="209879" y="40292"/>
                  </a:lnTo>
                  <a:lnTo>
                    <a:pt x="216606" y="40292"/>
                  </a:lnTo>
                  <a:lnTo>
                    <a:pt x="192389" y="63125"/>
                  </a:lnTo>
                  <a:lnTo>
                    <a:pt x="192389" y="165199"/>
                  </a:lnTo>
                  <a:lnTo>
                    <a:pt x="211224" y="182658"/>
                  </a:lnTo>
                  <a:lnTo>
                    <a:pt x="209879" y="184002"/>
                  </a:lnTo>
                  <a:lnTo>
                    <a:pt x="201806" y="194746"/>
                  </a:lnTo>
                  <a:lnTo>
                    <a:pt x="200461" y="194746"/>
                  </a:lnTo>
                  <a:lnTo>
                    <a:pt x="196425" y="198775"/>
                  </a:lnTo>
                  <a:lnTo>
                    <a:pt x="197771" y="201461"/>
                  </a:lnTo>
                  <a:lnTo>
                    <a:pt x="189698" y="204148"/>
                  </a:lnTo>
                  <a:lnTo>
                    <a:pt x="184317" y="210863"/>
                  </a:lnTo>
                  <a:lnTo>
                    <a:pt x="177590" y="210863"/>
                  </a:lnTo>
                  <a:lnTo>
                    <a:pt x="173554" y="212206"/>
                  </a:lnTo>
                  <a:lnTo>
                    <a:pt x="173554" y="213549"/>
                  </a:lnTo>
                  <a:lnTo>
                    <a:pt x="169518" y="217578"/>
                  </a:lnTo>
                  <a:lnTo>
                    <a:pt x="169518" y="220265"/>
                  </a:lnTo>
                  <a:lnTo>
                    <a:pt x="170863" y="222951"/>
                  </a:lnTo>
                  <a:lnTo>
                    <a:pt x="166827" y="228323"/>
                  </a:lnTo>
                  <a:lnTo>
                    <a:pt x="162791" y="233696"/>
                  </a:lnTo>
                  <a:lnTo>
                    <a:pt x="162791" y="240411"/>
                  </a:lnTo>
                  <a:lnTo>
                    <a:pt x="158755" y="248469"/>
                  </a:lnTo>
                  <a:lnTo>
                    <a:pt x="149337" y="261900"/>
                  </a:lnTo>
                  <a:lnTo>
                    <a:pt x="143955" y="264586"/>
                  </a:lnTo>
                  <a:lnTo>
                    <a:pt x="141265" y="264586"/>
                  </a:lnTo>
                  <a:lnTo>
                    <a:pt x="108976" y="241754"/>
                  </a:lnTo>
                  <a:lnTo>
                    <a:pt x="107630" y="239068"/>
                  </a:lnTo>
                  <a:lnTo>
                    <a:pt x="106285" y="235038"/>
                  </a:lnTo>
                  <a:lnTo>
                    <a:pt x="107630" y="232352"/>
                  </a:lnTo>
                  <a:lnTo>
                    <a:pt x="102249" y="224294"/>
                  </a:lnTo>
                  <a:lnTo>
                    <a:pt x="6727" y="169228"/>
                  </a:lnTo>
                  <a:lnTo>
                    <a:pt x="0" y="169228"/>
                  </a:lnTo>
                  <a:lnTo>
                    <a:pt x="6727" y="143709"/>
                  </a:lnTo>
                  <a:lnTo>
                    <a:pt x="6727" y="135651"/>
                  </a:lnTo>
                  <a:lnTo>
                    <a:pt x="12109" y="131622"/>
                  </a:lnTo>
                  <a:lnTo>
                    <a:pt x="14799" y="124906"/>
                  </a:lnTo>
                  <a:lnTo>
                    <a:pt x="18836" y="122220"/>
                  </a:lnTo>
                  <a:lnTo>
                    <a:pt x="21526" y="116848"/>
                  </a:lnTo>
                  <a:lnTo>
                    <a:pt x="24217" y="114162"/>
                  </a:lnTo>
                  <a:lnTo>
                    <a:pt x="24217" y="111475"/>
                  </a:lnTo>
                  <a:lnTo>
                    <a:pt x="33634" y="111475"/>
                  </a:lnTo>
                  <a:lnTo>
                    <a:pt x="34980" y="106103"/>
                  </a:lnTo>
                  <a:lnTo>
                    <a:pt x="34980" y="102074"/>
                  </a:lnTo>
                  <a:lnTo>
                    <a:pt x="41707" y="95358"/>
                  </a:lnTo>
                  <a:lnTo>
                    <a:pt x="41707" y="89986"/>
                  </a:lnTo>
                  <a:lnTo>
                    <a:pt x="40361" y="84614"/>
                  </a:lnTo>
                  <a:lnTo>
                    <a:pt x="36325" y="80585"/>
                  </a:lnTo>
                  <a:lnTo>
                    <a:pt x="39016" y="77899"/>
                  </a:lnTo>
                  <a:lnTo>
                    <a:pt x="36325" y="75212"/>
                  </a:lnTo>
                  <a:lnTo>
                    <a:pt x="32289" y="73869"/>
                  </a:lnTo>
                  <a:lnTo>
                    <a:pt x="29598" y="65811"/>
                  </a:lnTo>
                  <a:lnTo>
                    <a:pt x="22872" y="60438"/>
                  </a:lnTo>
                  <a:lnTo>
                    <a:pt x="22872" y="55066"/>
                  </a:lnTo>
                  <a:lnTo>
                    <a:pt x="21526" y="49694"/>
                  </a:lnTo>
                  <a:lnTo>
                    <a:pt x="17490" y="48351"/>
                  </a:lnTo>
                  <a:lnTo>
                    <a:pt x="18836" y="44322"/>
                  </a:lnTo>
                  <a:lnTo>
                    <a:pt x="16145" y="42978"/>
                  </a:lnTo>
                  <a:lnTo>
                    <a:pt x="14799" y="36263"/>
                  </a:lnTo>
                  <a:lnTo>
                    <a:pt x="12109" y="3223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23" name="Freeform 722">
              <a:extLst>
                <a:ext uri="{FF2B5EF4-FFF2-40B4-BE49-F238E27FC236}">
                  <a16:creationId xmlns:a16="http://schemas.microsoft.com/office/drawing/2014/main" id="{2E687BC9-1CBF-383A-18FE-DE4106479028}"/>
                </a:ext>
              </a:extLst>
            </p:cNvPr>
            <p:cNvSpPr/>
            <p:nvPr/>
          </p:nvSpPr>
          <p:spPr>
            <a:xfrm>
              <a:off x="8167784" y="4663967"/>
              <a:ext cx="20180" cy="1343"/>
            </a:xfrm>
            <a:custGeom>
              <a:avLst/>
              <a:gdLst>
                <a:gd name="connsiteX0" fmla="*/ 0 w 20180"/>
                <a:gd name="connsiteY0" fmla="*/ 1343 h 1343"/>
                <a:gd name="connsiteX1" fmla="*/ 10763 w 20180"/>
                <a:gd name="connsiteY1" fmla="*/ 1343 h 1343"/>
                <a:gd name="connsiteX2" fmla="*/ 20181 w 20180"/>
                <a:gd name="connsiteY2" fmla="*/ 0 h 1343"/>
                <a:gd name="connsiteX3" fmla="*/ 1345 w 20180"/>
                <a:gd name="connsiteY3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80" h="1343">
                  <a:moveTo>
                    <a:pt x="0" y="1343"/>
                  </a:moveTo>
                  <a:lnTo>
                    <a:pt x="10763" y="1343"/>
                  </a:lnTo>
                  <a:lnTo>
                    <a:pt x="20181" y="0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724" name="Freeform 723">
            <a:extLst>
              <a:ext uri="{FF2B5EF4-FFF2-40B4-BE49-F238E27FC236}">
                <a16:creationId xmlns:a16="http://schemas.microsoft.com/office/drawing/2014/main" id="{F11E6FAE-FEF6-9179-C092-08347AB2D152}"/>
              </a:ext>
            </a:extLst>
          </p:cNvPr>
          <p:cNvSpPr/>
          <p:nvPr/>
        </p:nvSpPr>
        <p:spPr>
          <a:xfrm>
            <a:off x="8113969" y="4525630"/>
            <a:ext cx="152027" cy="149081"/>
          </a:xfrm>
          <a:custGeom>
            <a:avLst/>
            <a:gdLst>
              <a:gd name="connsiteX0" fmla="*/ 110321 w 152027"/>
              <a:gd name="connsiteY0" fmla="*/ 136994 h 149081"/>
              <a:gd name="connsiteX1" fmla="*/ 73996 w 152027"/>
              <a:gd name="connsiteY1" fmla="*/ 138337 h 149081"/>
              <a:gd name="connsiteX2" fmla="*/ 55161 w 152027"/>
              <a:gd name="connsiteY2" fmla="*/ 139680 h 149081"/>
              <a:gd name="connsiteX3" fmla="*/ 53815 w 152027"/>
              <a:gd name="connsiteY3" fmla="*/ 139680 h 149081"/>
              <a:gd name="connsiteX4" fmla="*/ 32289 w 152027"/>
              <a:gd name="connsiteY4" fmla="*/ 139680 h 149081"/>
              <a:gd name="connsiteX5" fmla="*/ 29598 w 152027"/>
              <a:gd name="connsiteY5" fmla="*/ 141023 h 149081"/>
              <a:gd name="connsiteX6" fmla="*/ 28253 w 152027"/>
              <a:gd name="connsiteY6" fmla="*/ 141023 h 149081"/>
              <a:gd name="connsiteX7" fmla="*/ 25562 w 152027"/>
              <a:gd name="connsiteY7" fmla="*/ 143709 h 149081"/>
              <a:gd name="connsiteX8" fmla="*/ 25562 w 152027"/>
              <a:gd name="connsiteY8" fmla="*/ 142366 h 149081"/>
              <a:gd name="connsiteX9" fmla="*/ 21526 w 152027"/>
              <a:gd name="connsiteY9" fmla="*/ 142366 h 149081"/>
              <a:gd name="connsiteX10" fmla="*/ 21526 w 152027"/>
              <a:gd name="connsiteY10" fmla="*/ 146396 h 149081"/>
              <a:gd name="connsiteX11" fmla="*/ 18835 w 152027"/>
              <a:gd name="connsiteY11" fmla="*/ 147739 h 149081"/>
              <a:gd name="connsiteX12" fmla="*/ 16144 w 152027"/>
              <a:gd name="connsiteY12" fmla="*/ 147739 h 149081"/>
              <a:gd name="connsiteX13" fmla="*/ 13454 w 152027"/>
              <a:gd name="connsiteY13" fmla="*/ 146396 h 149081"/>
              <a:gd name="connsiteX14" fmla="*/ 10763 w 152027"/>
              <a:gd name="connsiteY14" fmla="*/ 145052 h 149081"/>
              <a:gd name="connsiteX15" fmla="*/ 6727 w 152027"/>
              <a:gd name="connsiteY15" fmla="*/ 147739 h 149081"/>
              <a:gd name="connsiteX16" fmla="*/ 2691 w 152027"/>
              <a:gd name="connsiteY16" fmla="*/ 149081 h 149081"/>
              <a:gd name="connsiteX17" fmla="*/ 0 w 152027"/>
              <a:gd name="connsiteY17" fmla="*/ 147739 h 149081"/>
              <a:gd name="connsiteX18" fmla="*/ 1345 w 152027"/>
              <a:gd name="connsiteY18" fmla="*/ 146396 h 149081"/>
              <a:gd name="connsiteX19" fmla="*/ 1345 w 152027"/>
              <a:gd name="connsiteY19" fmla="*/ 141023 h 149081"/>
              <a:gd name="connsiteX20" fmla="*/ 4036 w 152027"/>
              <a:gd name="connsiteY20" fmla="*/ 131622 h 149081"/>
              <a:gd name="connsiteX21" fmla="*/ 5381 w 152027"/>
              <a:gd name="connsiteY21" fmla="*/ 122220 h 149081"/>
              <a:gd name="connsiteX22" fmla="*/ 5381 w 152027"/>
              <a:gd name="connsiteY22" fmla="*/ 115505 h 149081"/>
              <a:gd name="connsiteX23" fmla="*/ 6727 w 152027"/>
              <a:gd name="connsiteY23" fmla="*/ 112819 h 149081"/>
              <a:gd name="connsiteX24" fmla="*/ 17490 w 152027"/>
              <a:gd name="connsiteY24" fmla="*/ 94015 h 149081"/>
              <a:gd name="connsiteX25" fmla="*/ 20181 w 152027"/>
              <a:gd name="connsiteY25" fmla="*/ 89986 h 149081"/>
              <a:gd name="connsiteX26" fmla="*/ 28253 w 152027"/>
              <a:gd name="connsiteY26" fmla="*/ 80585 h 149081"/>
              <a:gd name="connsiteX27" fmla="*/ 41707 w 152027"/>
              <a:gd name="connsiteY27" fmla="*/ 63125 h 149081"/>
              <a:gd name="connsiteX28" fmla="*/ 41707 w 152027"/>
              <a:gd name="connsiteY28" fmla="*/ 60438 h 149081"/>
              <a:gd name="connsiteX29" fmla="*/ 39016 w 152027"/>
              <a:gd name="connsiteY29" fmla="*/ 56409 h 149081"/>
              <a:gd name="connsiteX30" fmla="*/ 37670 w 152027"/>
              <a:gd name="connsiteY30" fmla="*/ 52380 h 149081"/>
              <a:gd name="connsiteX31" fmla="*/ 33634 w 152027"/>
              <a:gd name="connsiteY31" fmla="*/ 51037 h 149081"/>
              <a:gd name="connsiteX32" fmla="*/ 34980 w 152027"/>
              <a:gd name="connsiteY32" fmla="*/ 44322 h 149081"/>
              <a:gd name="connsiteX33" fmla="*/ 36325 w 152027"/>
              <a:gd name="connsiteY33" fmla="*/ 34920 h 149081"/>
              <a:gd name="connsiteX34" fmla="*/ 36325 w 152027"/>
              <a:gd name="connsiteY34" fmla="*/ 28205 h 149081"/>
              <a:gd name="connsiteX35" fmla="*/ 39016 w 152027"/>
              <a:gd name="connsiteY35" fmla="*/ 24175 h 149081"/>
              <a:gd name="connsiteX36" fmla="*/ 40361 w 152027"/>
              <a:gd name="connsiteY36" fmla="*/ 20146 h 149081"/>
              <a:gd name="connsiteX37" fmla="*/ 40361 w 152027"/>
              <a:gd name="connsiteY37" fmla="*/ 20146 h 149081"/>
              <a:gd name="connsiteX38" fmla="*/ 40361 w 152027"/>
              <a:gd name="connsiteY38" fmla="*/ 18803 h 149081"/>
              <a:gd name="connsiteX39" fmla="*/ 39016 w 152027"/>
              <a:gd name="connsiteY39" fmla="*/ 16117 h 149081"/>
              <a:gd name="connsiteX40" fmla="*/ 40361 w 152027"/>
              <a:gd name="connsiteY40" fmla="*/ 13431 h 149081"/>
              <a:gd name="connsiteX41" fmla="*/ 43052 w 152027"/>
              <a:gd name="connsiteY41" fmla="*/ 9401 h 149081"/>
              <a:gd name="connsiteX42" fmla="*/ 48434 w 152027"/>
              <a:gd name="connsiteY42" fmla="*/ 12088 h 149081"/>
              <a:gd name="connsiteX43" fmla="*/ 55161 w 152027"/>
              <a:gd name="connsiteY43" fmla="*/ 14774 h 149081"/>
              <a:gd name="connsiteX44" fmla="*/ 59196 w 152027"/>
              <a:gd name="connsiteY44" fmla="*/ 13431 h 149081"/>
              <a:gd name="connsiteX45" fmla="*/ 63232 w 152027"/>
              <a:gd name="connsiteY45" fmla="*/ 14774 h 149081"/>
              <a:gd name="connsiteX46" fmla="*/ 64578 w 152027"/>
              <a:gd name="connsiteY46" fmla="*/ 18803 h 149081"/>
              <a:gd name="connsiteX47" fmla="*/ 69959 w 152027"/>
              <a:gd name="connsiteY47" fmla="*/ 20146 h 149081"/>
              <a:gd name="connsiteX48" fmla="*/ 72650 w 152027"/>
              <a:gd name="connsiteY48" fmla="*/ 20146 h 149081"/>
              <a:gd name="connsiteX49" fmla="*/ 72650 w 152027"/>
              <a:gd name="connsiteY49" fmla="*/ 16117 h 149081"/>
              <a:gd name="connsiteX50" fmla="*/ 76686 w 152027"/>
              <a:gd name="connsiteY50" fmla="*/ 13431 h 149081"/>
              <a:gd name="connsiteX51" fmla="*/ 79377 w 152027"/>
              <a:gd name="connsiteY51" fmla="*/ 13431 h 149081"/>
              <a:gd name="connsiteX52" fmla="*/ 82068 w 152027"/>
              <a:gd name="connsiteY52" fmla="*/ 13431 h 149081"/>
              <a:gd name="connsiteX53" fmla="*/ 86104 w 152027"/>
              <a:gd name="connsiteY53" fmla="*/ 13431 h 149081"/>
              <a:gd name="connsiteX54" fmla="*/ 91485 w 152027"/>
              <a:gd name="connsiteY54" fmla="*/ 10745 h 149081"/>
              <a:gd name="connsiteX55" fmla="*/ 100903 w 152027"/>
              <a:gd name="connsiteY55" fmla="*/ 9401 h 149081"/>
              <a:gd name="connsiteX56" fmla="*/ 106285 w 152027"/>
              <a:gd name="connsiteY56" fmla="*/ 12088 h 149081"/>
              <a:gd name="connsiteX57" fmla="*/ 113012 w 152027"/>
              <a:gd name="connsiteY57" fmla="*/ 9401 h 149081"/>
              <a:gd name="connsiteX58" fmla="*/ 115702 w 152027"/>
              <a:gd name="connsiteY58" fmla="*/ 5372 h 149081"/>
              <a:gd name="connsiteX59" fmla="*/ 122429 w 152027"/>
              <a:gd name="connsiteY59" fmla="*/ 0 h 149081"/>
              <a:gd name="connsiteX60" fmla="*/ 125120 w 152027"/>
              <a:gd name="connsiteY60" fmla="*/ 4029 h 149081"/>
              <a:gd name="connsiteX61" fmla="*/ 126465 w 152027"/>
              <a:gd name="connsiteY61" fmla="*/ 10745 h 149081"/>
              <a:gd name="connsiteX62" fmla="*/ 129156 w 152027"/>
              <a:gd name="connsiteY62" fmla="*/ 12088 h 149081"/>
              <a:gd name="connsiteX63" fmla="*/ 127811 w 152027"/>
              <a:gd name="connsiteY63" fmla="*/ 16117 h 149081"/>
              <a:gd name="connsiteX64" fmla="*/ 131847 w 152027"/>
              <a:gd name="connsiteY64" fmla="*/ 17460 h 149081"/>
              <a:gd name="connsiteX65" fmla="*/ 133192 w 152027"/>
              <a:gd name="connsiteY65" fmla="*/ 22832 h 149081"/>
              <a:gd name="connsiteX66" fmla="*/ 133192 w 152027"/>
              <a:gd name="connsiteY66" fmla="*/ 28205 h 149081"/>
              <a:gd name="connsiteX67" fmla="*/ 139919 w 152027"/>
              <a:gd name="connsiteY67" fmla="*/ 33577 h 149081"/>
              <a:gd name="connsiteX68" fmla="*/ 142610 w 152027"/>
              <a:gd name="connsiteY68" fmla="*/ 41635 h 149081"/>
              <a:gd name="connsiteX69" fmla="*/ 146646 w 152027"/>
              <a:gd name="connsiteY69" fmla="*/ 42978 h 149081"/>
              <a:gd name="connsiteX70" fmla="*/ 149337 w 152027"/>
              <a:gd name="connsiteY70" fmla="*/ 45665 h 149081"/>
              <a:gd name="connsiteX71" fmla="*/ 146646 w 152027"/>
              <a:gd name="connsiteY71" fmla="*/ 48351 h 149081"/>
              <a:gd name="connsiteX72" fmla="*/ 150682 w 152027"/>
              <a:gd name="connsiteY72" fmla="*/ 52380 h 149081"/>
              <a:gd name="connsiteX73" fmla="*/ 152027 w 152027"/>
              <a:gd name="connsiteY73" fmla="*/ 57752 h 149081"/>
              <a:gd name="connsiteX74" fmla="*/ 152027 w 152027"/>
              <a:gd name="connsiteY74" fmla="*/ 63125 h 149081"/>
              <a:gd name="connsiteX75" fmla="*/ 145301 w 152027"/>
              <a:gd name="connsiteY75" fmla="*/ 69840 h 149081"/>
              <a:gd name="connsiteX76" fmla="*/ 145301 w 152027"/>
              <a:gd name="connsiteY76" fmla="*/ 73869 h 149081"/>
              <a:gd name="connsiteX77" fmla="*/ 143955 w 152027"/>
              <a:gd name="connsiteY77" fmla="*/ 79242 h 149081"/>
              <a:gd name="connsiteX78" fmla="*/ 134538 w 152027"/>
              <a:gd name="connsiteY78" fmla="*/ 79242 h 149081"/>
              <a:gd name="connsiteX79" fmla="*/ 134538 w 152027"/>
              <a:gd name="connsiteY79" fmla="*/ 81928 h 149081"/>
              <a:gd name="connsiteX80" fmla="*/ 131847 w 152027"/>
              <a:gd name="connsiteY80" fmla="*/ 84614 h 149081"/>
              <a:gd name="connsiteX81" fmla="*/ 129156 w 152027"/>
              <a:gd name="connsiteY81" fmla="*/ 89986 h 149081"/>
              <a:gd name="connsiteX82" fmla="*/ 125120 w 152027"/>
              <a:gd name="connsiteY82" fmla="*/ 92672 h 149081"/>
              <a:gd name="connsiteX83" fmla="*/ 122429 w 152027"/>
              <a:gd name="connsiteY83" fmla="*/ 99388 h 149081"/>
              <a:gd name="connsiteX84" fmla="*/ 117048 w 152027"/>
              <a:gd name="connsiteY84" fmla="*/ 103417 h 149081"/>
              <a:gd name="connsiteX85" fmla="*/ 117048 w 152027"/>
              <a:gd name="connsiteY85" fmla="*/ 111475 h 149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52027" h="149081">
                <a:moveTo>
                  <a:pt x="110321" y="136994"/>
                </a:moveTo>
                <a:lnTo>
                  <a:pt x="73996" y="138337"/>
                </a:lnTo>
                <a:lnTo>
                  <a:pt x="55161" y="139680"/>
                </a:lnTo>
                <a:lnTo>
                  <a:pt x="53815" y="139680"/>
                </a:lnTo>
                <a:lnTo>
                  <a:pt x="32289" y="139680"/>
                </a:lnTo>
                <a:lnTo>
                  <a:pt x="29598" y="141023"/>
                </a:lnTo>
                <a:lnTo>
                  <a:pt x="28253" y="141023"/>
                </a:lnTo>
                <a:lnTo>
                  <a:pt x="25562" y="143709"/>
                </a:lnTo>
                <a:lnTo>
                  <a:pt x="25562" y="142366"/>
                </a:lnTo>
                <a:lnTo>
                  <a:pt x="21526" y="142366"/>
                </a:lnTo>
                <a:lnTo>
                  <a:pt x="21526" y="146396"/>
                </a:lnTo>
                <a:lnTo>
                  <a:pt x="18835" y="147739"/>
                </a:lnTo>
                <a:lnTo>
                  <a:pt x="16144" y="147739"/>
                </a:lnTo>
                <a:lnTo>
                  <a:pt x="13454" y="146396"/>
                </a:lnTo>
                <a:lnTo>
                  <a:pt x="10763" y="145052"/>
                </a:lnTo>
                <a:lnTo>
                  <a:pt x="6727" y="147739"/>
                </a:lnTo>
                <a:lnTo>
                  <a:pt x="2691" y="149081"/>
                </a:lnTo>
                <a:lnTo>
                  <a:pt x="0" y="147739"/>
                </a:lnTo>
                <a:lnTo>
                  <a:pt x="1345" y="146396"/>
                </a:lnTo>
                <a:lnTo>
                  <a:pt x="1345" y="141023"/>
                </a:lnTo>
                <a:lnTo>
                  <a:pt x="4036" y="131622"/>
                </a:lnTo>
                <a:lnTo>
                  <a:pt x="5381" y="122220"/>
                </a:lnTo>
                <a:lnTo>
                  <a:pt x="5381" y="115505"/>
                </a:lnTo>
                <a:lnTo>
                  <a:pt x="6727" y="112819"/>
                </a:lnTo>
                <a:lnTo>
                  <a:pt x="17490" y="94015"/>
                </a:lnTo>
                <a:lnTo>
                  <a:pt x="20181" y="89986"/>
                </a:lnTo>
                <a:lnTo>
                  <a:pt x="28253" y="80585"/>
                </a:lnTo>
                <a:lnTo>
                  <a:pt x="41707" y="63125"/>
                </a:lnTo>
                <a:lnTo>
                  <a:pt x="41707" y="60438"/>
                </a:lnTo>
                <a:lnTo>
                  <a:pt x="39016" y="56409"/>
                </a:lnTo>
                <a:lnTo>
                  <a:pt x="37670" y="52380"/>
                </a:lnTo>
                <a:lnTo>
                  <a:pt x="33634" y="51037"/>
                </a:lnTo>
                <a:lnTo>
                  <a:pt x="34980" y="44322"/>
                </a:lnTo>
                <a:lnTo>
                  <a:pt x="36325" y="34920"/>
                </a:lnTo>
                <a:lnTo>
                  <a:pt x="36325" y="28205"/>
                </a:lnTo>
                <a:lnTo>
                  <a:pt x="39016" y="24175"/>
                </a:lnTo>
                <a:lnTo>
                  <a:pt x="40361" y="20146"/>
                </a:lnTo>
                <a:lnTo>
                  <a:pt x="40361" y="20146"/>
                </a:lnTo>
                <a:lnTo>
                  <a:pt x="40361" y="18803"/>
                </a:lnTo>
                <a:lnTo>
                  <a:pt x="39016" y="16117"/>
                </a:lnTo>
                <a:lnTo>
                  <a:pt x="40361" y="13431"/>
                </a:lnTo>
                <a:lnTo>
                  <a:pt x="43052" y="9401"/>
                </a:lnTo>
                <a:lnTo>
                  <a:pt x="48434" y="12088"/>
                </a:lnTo>
                <a:lnTo>
                  <a:pt x="55161" y="14774"/>
                </a:lnTo>
                <a:lnTo>
                  <a:pt x="59196" y="13431"/>
                </a:lnTo>
                <a:lnTo>
                  <a:pt x="63232" y="14774"/>
                </a:lnTo>
                <a:lnTo>
                  <a:pt x="64578" y="18803"/>
                </a:lnTo>
                <a:lnTo>
                  <a:pt x="69959" y="20146"/>
                </a:lnTo>
                <a:lnTo>
                  <a:pt x="72650" y="20146"/>
                </a:lnTo>
                <a:lnTo>
                  <a:pt x="72650" y="16117"/>
                </a:lnTo>
                <a:lnTo>
                  <a:pt x="76686" y="13431"/>
                </a:lnTo>
                <a:lnTo>
                  <a:pt x="79377" y="13431"/>
                </a:lnTo>
                <a:lnTo>
                  <a:pt x="82068" y="13431"/>
                </a:lnTo>
                <a:lnTo>
                  <a:pt x="86104" y="13431"/>
                </a:lnTo>
                <a:lnTo>
                  <a:pt x="91485" y="10745"/>
                </a:lnTo>
                <a:lnTo>
                  <a:pt x="100903" y="9401"/>
                </a:lnTo>
                <a:lnTo>
                  <a:pt x="106285" y="12088"/>
                </a:lnTo>
                <a:lnTo>
                  <a:pt x="113012" y="9401"/>
                </a:lnTo>
                <a:lnTo>
                  <a:pt x="115702" y="5372"/>
                </a:lnTo>
                <a:lnTo>
                  <a:pt x="122429" y="0"/>
                </a:lnTo>
                <a:lnTo>
                  <a:pt x="125120" y="4029"/>
                </a:lnTo>
                <a:lnTo>
                  <a:pt x="126465" y="10745"/>
                </a:lnTo>
                <a:lnTo>
                  <a:pt x="129156" y="12088"/>
                </a:lnTo>
                <a:lnTo>
                  <a:pt x="127811" y="16117"/>
                </a:lnTo>
                <a:lnTo>
                  <a:pt x="131847" y="17460"/>
                </a:lnTo>
                <a:lnTo>
                  <a:pt x="133192" y="22832"/>
                </a:lnTo>
                <a:lnTo>
                  <a:pt x="133192" y="28205"/>
                </a:lnTo>
                <a:lnTo>
                  <a:pt x="139919" y="33577"/>
                </a:lnTo>
                <a:lnTo>
                  <a:pt x="142610" y="41635"/>
                </a:lnTo>
                <a:lnTo>
                  <a:pt x="146646" y="42978"/>
                </a:lnTo>
                <a:lnTo>
                  <a:pt x="149337" y="45665"/>
                </a:lnTo>
                <a:lnTo>
                  <a:pt x="146646" y="48351"/>
                </a:lnTo>
                <a:lnTo>
                  <a:pt x="150682" y="52380"/>
                </a:lnTo>
                <a:lnTo>
                  <a:pt x="152027" y="57752"/>
                </a:lnTo>
                <a:lnTo>
                  <a:pt x="152027" y="63125"/>
                </a:lnTo>
                <a:lnTo>
                  <a:pt x="145301" y="69840"/>
                </a:lnTo>
                <a:lnTo>
                  <a:pt x="145301" y="73869"/>
                </a:lnTo>
                <a:lnTo>
                  <a:pt x="143955" y="79242"/>
                </a:lnTo>
                <a:lnTo>
                  <a:pt x="134538" y="79242"/>
                </a:lnTo>
                <a:lnTo>
                  <a:pt x="134538" y="81928"/>
                </a:lnTo>
                <a:lnTo>
                  <a:pt x="131847" y="84614"/>
                </a:lnTo>
                <a:lnTo>
                  <a:pt x="129156" y="89986"/>
                </a:lnTo>
                <a:lnTo>
                  <a:pt x="125120" y="92672"/>
                </a:lnTo>
                <a:lnTo>
                  <a:pt x="122429" y="99388"/>
                </a:lnTo>
                <a:lnTo>
                  <a:pt x="117048" y="103417"/>
                </a:lnTo>
                <a:lnTo>
                  <a:pt x="117048" y="11147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25" name="Freeform 724">
            <a:extLst>
              <a:ext uri="{FF2B5EF4-FFF2-40B4-BE49-F238E27FC236}">
                <a16:creationId xmlns:a16="http://schemas.microsoft.com/office/drawing/2014/main" id="{05E85305-46BE-E672-B9B0-E02F76CFFB30}"/>
              </a:ext>
            </a:extLst>
          </p:cNvPr>
          <p:cNvSpPr/>
          <p:nvPr/>
        </p:nvSpPr>
        <p:spPr>
          <a:xfrm>
            <a:off x="7723809" y="4345657"/>
            <a:ext cx="339034" cy="228323"/>
          </a:xfrm>
          <a:custGeom>
            <a:avLst/>
            <a:gdLst>
              <a:gd name="connsiteX0" fmla="*/ 213915 w 339034"/>
              <a:gd name="connsiteY0" fmla="*/ 0 h 228323"/>
              <a:gd name="connsiteX1" fmla="*/ 216606 w 339034"/>
              <a:gd name="connsiteY1" fmla="*/ 2686 h 228323"/>
              <a:gd name="connsiteX2" fmla="*/ 216606 w 339034"/>
              <a:gd name="connsiteY2" fmla="*/ 6715 h 228323"/>
              <a:gd name="connsiteX3" fmla="*/ 215260 w 339034"/>
              <a:gd name="connsiteY3" fmla="*/ 8058 h 228323"/>
              <a:gd name="connsiteX4" fmla="*/ 220642 w 339034"/>
              <a:gd name="connsiteY4" fmla="*/ 13431 h 228323"/>
              <a:gd name="connsiteX5" fmla="*/ 221987 w 339034"/>
              <a:gd name="connsiteY5" fmla="*/ 16117 h 228323"/>
              <a:gd name="connsiteX6" fmla="*/ 228714 w 339034"/>
              <a:gd name="connsiteY6" fmla="*/ 25518 h 228323"/>
              <a:gd name="connsiteX7" fmla="*/ 232750 w 339034"/>
              <a:gd name="connsiteY7" fmla="*/ 34920 h 228323"/>
              <a:gd name="connsiteX8" fmla="*/ 234095 w 339034"/>
              <a:gd name="connsiteY8" fmla="*/ 38949 h 228323"/>
              <a:gd name="connsiteX9" fmla="*/ 234095 w 339034"/>
              <a:gd name="connsiteY9" fmla="*/ 44322 h 228323"/>
              <a:gd name="connsiteX10" fmla="*/ 231405 w 339034"/>
              <a:gd name="connsiteY10" fmla="*/ 47008 h 228323"/>
              <a:gd name="connsiteX11" fmla="*/ 230059 w 339034"/>
              <a:gd name="connsiteY11" fmla="*/ 52380 h 228323"/>
              <a:gd name="connsiteX12" fmla="*/ 230059 w 339034"/>
              <a:gd name="connsiteY12" fmla="*/ 59095 h 228323"/>
              <a:gd name="connsiteX13" fmla="*/ 234095 w 339034"/>
              <a:gd name="connsiteY13" fmla="*/ 63125 h 228323"/>
              <a:gd name="connsiteX14" fmla="*/ 240822 w 339034"/>
              <a:gd name="connsiteY14" fmla="*/ 63125 h 228323"/>
              <a:gd name="connsiteX15" fmla="*/ 242168 w 339034"/>
              <a:gd name="connsiteY15" fmla="*/ 60438 h 228323"/>
              <a:gd name="connsiteX16" fmla="*/ 250240 w 339034"/>
              <a:gd name="connsiteY16" fmla="*/ 60438 h 228323"/>
              <a:gd name="connsiteX17" fmla="*/ 252931 w 339034"/>
              <a:gd name="connsiteY17" fmla="*/ 63125 h 228323"/>
              <a:gd name="connsiteX18" fmla="*/ 250240 w 339034"/>
              <a:gd name="connsiteY18" fmla="*/ 65811 h 228323"/>
              <a:gd name="connsiteX19" fmla="*/ 251585 w 339034"/>
              <a:gd name="connsiteY19" fmla="*/ 71183 h 228323"/>
              <a:gd name="connsiteX20" fmla="*/ 255622 w 339034"/>
              <a:gd name="connsiteY20" fmla="*/ 75212 h 228323"/>
              <a:gd name="connsiteX21" fmla="*/ 262348 w 339034"/>
              <a:gd name="connsiteY21" fmla="*/ 76555 h 228323"/>
              <a:gd name="connsiteX22" fmla="*/ 266384 w 339034"/>
              <a:gd name="connsiteY22" fmla="*/ 77899 h 228323"/>
              <a:gd name="connsiteX23" fmla="*/ 270421 w 339034"/>
              <a:gd name="connsiteY23" fmla="*/ 79241 h 228323"/>
              <a:gd name="connsiteX24" fmla="*/ 271766 w 339034"/>
              <a:gd name="connsiteY24" fmla="*/ 83271 h 228323"/>
              <a:gd name="connsiteX25" fmla="*/ 277148 w 339034"/>
              <a:gd name="connsiteY25" fmla="*/ 85957 h 228323"/>
              <a:gd name="connsiteX26" fmla="*/ 281184 w 339034"/>
              <a:gd name="connsiteY26" fmla="*/ 85957 h 228323"/>
              <a:gd name="connsiteX27" fmla="*/ 283875 w 339034"/>
              <a:gd name="connsiteY27" fmla="*/ 88643 h 228323"/>
              <a:gd name="connsiteX28" fmla="*/ 282529 w 339034"/>
              <a:gd name="connsiteY28" fmla="*/ 92672 h 228323"/>
              <a:gd name="connsiteX29" fmla="*/ 278493 w 339034"/>
              <a:gd name="connsiteY29" fmla="*/ 95358 h 228323"/>
              <a:gd name="connsiteX30" fmla="*/ 278493 w 339034"/>
              <a:gd name="connsiteY30" fmla="*/ 98045 h 228323"/>
              <a:gd name="connsiteX31" fmla="*/ 275802 w 339034"/>
              <a:gd name="connsiteY31" fmla="*/ 99388 h 228323"/>
              <a:gd name="connsiteX32" fmla="*/ 281184 w 339034"/>
              <a:gd name="connsiteY32" fmla="*/ 104760 h 228323"/>
              <a:gd name="connsiteX33" fmla="*/ 285220 w 339034"/>
              <a:gd name="connsiteY33" fmla="*/ 104760 h 228323"/>
              <a:gd name="connsiteX34" fmla="*/ 287911 w 339034"/>
              <a:gd name="connsiteY34" fmla="*/ 104760 h 228323"/>
              <a:gd name="connsiteX35" fmla="*/ 291946 w 339034"/>
              <a:gd name="connsiteY35" fmla="*/ 106103 h 228323"/>
              <a:gd name="connsiteX36" fmla="*/ 294637 w 339034"/>
              <a:gd name="connsiteY36" fmla="*/ 106103 h 228323"/>
              <a:gd name="connsiteX37" fmla="*/ 302710 w 339034"/>
              <a:gd name="connsiteY37" fmla="*/ 111475 h 228323"/>
              <a:gd name="connsiteX38" fmla="*/ 304055 w 339034"/>
              <a:gd name="connsiteY38" fmla="*/ 114162 h 228323"/>
              <a:gd name="connsiteX39" fmla="*/ 305400 w 339034"/>
              <a:gd name="connsiteY39" fmla="*/ 122220 h 228323"/>
              <a:gd name="connsiteX40" fmla="*/ 308091 w 339034"/>
              <a:gd name="connsiteY40" fmla="*/ 124906 h 228323"/>
              <a:gd name="connsiteX41" fmla="*/ 313473 w 339034"/>
              <a:gd name="connsiteY41" fmla="*/ 126249 h 228323"/>
              <a:gd name="connsiteX42" fmla="*/ 314818 w 339034"/>
              <a:gd name="connsiteY42" fmla="*/ 128935 h 228323"/>
              <a:gd name="connsiteX43" fmla="*/ 313473 w 339034"/>
              <a:gd name="connsiteY43" fmla="*/ 132965 h 228323"/>
              <a:gd name="connsiteX44" fmla="*/ 316164 w 339034"/>
              <a:gd name="connsiteY44" fmla="*/ 135651 h 228323"/>
              <a:gd name="connsiteX45" fmla="*/ 325581 w 339034"/>
              <a:gd name="connsiteY45" fmla="*/ 138337 h 228323"/>
              <a:gd name="connsiteX46" fmla="*/ 328272 w 339034"/>
              <a:gd name="connsiteY46" fmla="*/ 141023 h 228323"/>
              <a:gd name="connsiteX47" fmla="*/ 328272 w 339034"/>
              <a:gd name="connsiteY47" fmla="*/ 143709 h 228323"/>
              <a:gd name="connsiteX48" fmla="*/ 329617 w 339034"/>
              <a:gd name="connsiteY48" fmla="*/ 151768 h 228323"/>
              <a:gd name="connsiteX49" fmla="*/ 332308 w 339034"/>
              <a:gd name="connsiteY49" fmla="*/ 153111 h 228323"/>
              <a:gd name="connsiteX50" fmla="*/ 336344 w 339034"/>
              <a:gd name="connsiteY50" fmla="*/ 157140 h 228323"/>
              <a:gd name="connsiteX51" fmla="*/ 339035 w 339034"/>
              <a:gd name="connsiteY51" fmla="*/ 159826 h 228323"/>
              <a:gd name="connsiteX52" fmla="*/ 339035 w 339034"/>
              <a:gd name="connsiteY52" fmla="*/ 161169 h 228323"/>
              <a:gd name="connsiteX53" fmla="*/ 337690 w 339034"/>
              <a:gd name="connsiteY53" fmla="*/ 159826 h 228323"/>
              <a:gd name="connsiteX54" fmla="*/ 333653 w 339034"/>
              <a:gd name="connsiteY54" fmla="*/ 157140 h 228323"/>
              <a:gd name="connsiteX55" fmla="*/ 326926 w 339034"/>
              <a:gd name="connsiteY55" fmla="*/ 157140 h 228323"/>
              <a:gd name="connsiteX56" fmla="*/ 318854 w 339034"/>
              <a:gd name="connsiteY56" fmla="*/ 161169 h 228323"/>
              <a:gd name="connsiteX57" fmla="*/ 317509 w 339034"/>
              <a:gd name="connsiteY57" fmla="*/ 159826 h 228323"/>
              <a:gd name="connsiteX58" fmla="*/ 308091 w 339034"/>
              <a:gd name="connsiteY58" fmla="*/ 159826 h 228323"/>
              <a:gd name="connsiteX59" fmla="*/ 304055 w 339034"/>
              <a:gd name="connsiteY59" fmla="*/ 157140 h 228323"/>
              <a:gd name="connsiteX60" fmla="*/ 300019 w 339034"/>
              <a:gd name="connsiteY60" fmla="*/ 157140 h 228323"/>
              <a:gd name="connsiteX61" fmla="*/ 297328 w 339034"/>
              <a:gd name="connsiteY61" fmla="*/ 155797 h 228323"/>
              <a:gd name="connsiteX62" fmla="*/ 294637 w 339034"/>
              <a:gd name="connsiteY62" fmla="*/ 155797 h 228323"/>
              <a:gd name="connsiteX63" fmla="*/ 289256 w 339034"/>
              <a:gd name="connsiteY63" fmla="*/ 154454 h 228323"/>
              <a:gd name="connsiteX64" fmla="*/ 286565 w 339034"/>
              <a:gd name="connsiteY64" fmla="*/ 151768 h 228323"/>
              <a:gd name="connsiteX65" fmla="*/ 282529 w 339034"/>
              <a:gd name="connsiteY65" fmla="*/ 153111 h 228323"/>
              <a:gd name="connsiteX66" fmla="*/ 282529 w 339034"/>
              <a:gd name="connsiteY66" fmla="*/ 154454 h 228323"/>
              <a:gd name="connsiteX67" fmla="*/ 283875 w 339034"/>
              <a:gd name="connsiteY67" fmla="*/ 155797 h 228323"/>
              <a:gd name="connsiteX68" fmla="*/ 279838 w 339034"/>
              <a:gd name="connsiteY68" fmla="*/ 161169 h 228323"/>
              <a:gd name="connsiteX69" fmla="*/ 277148 w 339034"/>
              <a:gd name="connsiteY69" fmla="*/ 161169 h 228323"/>
              <a:gd name="connsiteX70" fmla="*/ 274457 w 339034"/>
              <a:gd name="connsiteY70" fmla="*/ 162512 h 228323"/>
              <a:gd name="connsiteX71" fmla="*/ 267730 w 339034"/>
              <a:gd name="connsiteY71" fmla="*/ 162512 h 228323"/>
              <a:gd name="connsiteX72" fmla="*/ 263694 w 339034"/>
              <a:gd name="connsiteY72" fmla="*/ 165199 h 228323"/>
              <a:gd name="connsiteX73" fmla="*/ 262348 w 339034"/>
              <a:gd name="connsiteY73" fmla="*/ 165199 h 228323"/>
              <a:gd name="connsiteX74" fmla="*/ 261003 w 339034"/>
              <a:gd name="connsiteY74" fmla="*/ 161169 h 228323"/>
              <a:gd name="connsiteX75" fmla="*/ 259658 w 339034"/>
              <a:gd name="connsiteY75" fmla="*/ 161169 h 228323"/>
              <a:gd name="connsiteX76" fmla="*/ 258312 w 339034"/>
              <a:gd name="connsiteY76" fmla="*/ 159826 h 228323"/>
              <a:gd name="connsiteX77" fmla="*/ 254276 w 339034"/>
              <a:gd name="connsiteY77" fmla="*/ 158483 h 228323"/>
              <a:gd name="connsiteX78" fmla="*/ 244858 w 339034"/>
              <a:gd name="connsiteY78" fmla="*/ 163855 h 228323"/>
              <a:gd name="connsiteX79" fmla="*/ 240822 w 339034"/>
              <a:gd name="connsiteY79" fmla="*/ 165199 h 228323"/>
              <a:gd name="connsiteX80" fmla="*/ 238131 w 339034"/>
              <a:gd name="connsiteY80" fmla="*/ 167885 h 228323"/>
              <a:gd name="connsiteX81" fmla="*/ 227369 w 339034"/>
              <a:gd name="connsiteY81" fmla="*/ 169228 h 228323"/>
              <a:gd name="connsiteX82" fmla="*/ 223333 w 339034"/>
              <a:gd name="connsiteY82" fmla="*/ 170571 h 228323"/>
              <a:gd name="connsiteX83" fmla="*/ 220642 w 339034"/>
              <a:gd name="connsiteY83" fmla="*/ 167885 h 228323"/>
              <a:gd name="connsiteX84" fmla="*/ 215260 w 339034"/>
              <a:gd name="connsiteY84" fmla="*/ 166541 h 228323"/>
              <a:gd name="connsiteX85" fmla="*/ 211224 w 339034"/>
              <a:gd name="connsiteY85" fmla="*/ 166541 h 228323"/>
              <a:gd name="connsiteX86" fmla="*/ 207188 w 339034"/>
              <a:gd name="connsiteY86" fmla="*/ 170571 h 228323"/>
              <a:gd name="connsiteX87" fmla="*/ 203152 w 339034"/>
              <a:gd name="connsiteY87" fmla="*/ 174600 h 228323"/>
              <a:gd name="connsiteX88" fmla="*/ 203152 w 339034"/>
              <a:gd name="connsiteY88" fmla="*/ 178629 h 228323"/>
              <a:gd name="connsiteX89" fmla="*/ 205842 w 339034"/>
              <a:gd name="connsiteY89" fmla="*/ 179972 h 228323"/>
              <a:gd name="connsiteX90" fmla="*/ 204497 w 339034"/>
              <a:gd name="connsiteY90" fmla="*/ 182658 h 228323"/>
              <a:gd name="connsiteX91" fmla="*/ 199116 w 339034"/>
              <a:gd name="connsiteY91" fmla="*/ 184002 h 228323"/>
              <a:gd name="connsiteX92" fmla="*/ 196425 w 339034"/>
              <a:gd name="connsiteY92" fmla="*/ 182658 h 228323"/>
              <a:gd name="connsiteX93" fmla="*/ 191043 w 339034"/>
              <a:gd name="connsiteY93" fmla="*/ 181315 h 228323"/>
              <a:gd name="connsiteX94" fmla="*/ 185662 w 339034"/>
              <a:gd name="connsiteY94" fmla="*/ 178629 h 228323"/>
              <a:gd name="connsiteX95" fmla="*/ 181626 w 339034"/>
              <a:gd name="connsiteY95" fmla="*/ 178629 h 228323"/>
              <a:gd name="connsiteX96" fmla="*/ 178935 w 339034"/>
              <a:gd name="connsiteY96" fmla="*/ 179972 h 228323"/>
              <a:gd name="connsiteX97" fmla="*/ 174899 w 339034"/>
              <a:gd name="connsiteY97" fmla="*/ 179972 h 228323"/>
              <a:gd name="connsiteX98" fmla="*/ 169518 w 339034"/>
              <a:gd name="connsiteY98" fmla="*/ 179972 h 228323"/>
              <a:gd name="connsiteX99" fmla="*/ 164136 w 339034"/>
              <a:gd name="connsiteY99" fmla="*/ 175943 h 228323"/>
              <a:gd name="connsiteX100" fmla="*/ 158754 w 339034"/>
              <a:gd name="connsiteY100" fmla="*/ 177286 h 228323"/>
              <a:gd name="connsiteX101" fmla="*/ 156064 w 339034"/>
              <a:gd name="connsiteY101" fmla="*/ 175943 h 228323"/>
              <a:gd name="connsiteX102" fmla="*/ 149337 w 339034"/>
              <a:gd name="connsiteY102" fmla="*/ 169228 h 228323"/>
              <a:gd name="connsiteX103" fmla="*/ 145301 w 339034"/>
              <a:gd name="connsiteY103" fmla="*/ 167885 h 228323"/>
              <a:gd name="connsiteX104" fmla="*/ 138574 w 339034"/>
              <a:gd name="connsiteY104" fmla="*/ 162512 h 228323"/>
              <a:gd name="connsiteX105" fmla="*/ 134538 w 339034"/>
              <a:gd name="connsiteY105" fmla="*/ 161169 h 228323"/>
              <a:gd name="connsiteX106" fmla="*/ 131847 w 339034"/>
              <a:gd name="connsiteY106" fmla="*/ 158483 h 228323"/>
              <a:gd name="connsiteX107" fmla="*/ 129156 w 339034"/>
              <a:gd name="connsiteY107" fmla="*/ 158483 h 228323"/>
              <a:gd name="connsiteX108" fmla="*/ 127811 w 339034"/>
              <a:gd name="connsiteY108" fmla="*/ 161169 h 228323"/>
              <a:gd name="connsiteX109" fmla="*/ 123774 w 339034"/>
              <a:gd name="connsiteY109" fmla="*/ 159826 h 228323"/>
              <a:gd name="connsiteX110" fmla="*/ 119738 w 339034"/>
              <a:gd name="connsiteY110" fmla="*/ 163855 h 228323"/>
              <a:gd name="connsiteX111" fmla="*/ 117048 w 339034"/>
              <a:gd name="connsiteY111" fmla="*/ 163855 h 228323"/>
              <a:gd name="connsiteX112" fmla="*/ 114357 w 339034"/>
              <a:gd name="connsiteY112" fmla="*/ 165199 h 228323"/>
              <a:gd name="connsiteX113" fmla="*/ 114357 w 339034"/>
              <a:gd name="connsiteY113" fmla="*/ 169228 h 228323"/>
              <a:gd name="connsiteX114" fmla="*/ 111666 w 339034"/>
              <a:gd name="connsiteY114" fmla="*/ 171914 h 228323"/>
              <a:gd name="connsiteX115" fmla="*/ 111666 w 339034"/>
              <a:gd name="connsiteY115" fmla="*/ 174600 h 228323"/>
              <a:gd name="connsiteX116" fmla="*/ 108976 w 339034"/>
              <a:gd name="connsiteY116" fmla="*/ 177286 h 228323"/>
              <a:gd name="connsiteX117" fmla="*/ 106285 w 339034"/>
              <a:gd name="connsiteY117" fmla="*/ 177286 h 228323"/>
              <a:gd name="connsiteX118" fmla="*/ 106285 w 339034"/>
              <a:gd name="connsiteY118" fmla="*/ 179972 h 228323"/>
              <a:gd name="connsiteX119" fmla="*/ 110321 w 339034"/>
              <a:gd name="connsiteY119" fmla="*/ 185345 h 228323"/>
              <a:gd name="connsiteX120" fmla="*/ 108976 w 339034"/>
              <a:gd name="connsiteY120" fmla="*/ 188031 h 228323"/>
              <a:gd name="connsiteX121" fmla="*/ 107630 w 339034"/>
              <a:gd name="connsiteY121" fmla="*/ 192060 h 228323"/>
              <a:gd name="connsiteX122" fmla="*/ 106285 w 339034"/>
              <a:gd name="connsiteY122" fmla="*/ 196089 h 228323"/>
              <a:gd name="connsiteX123" fmla="*/ 103594 w 339034"/>
              <a:gd name="connsiteY123" fmla="*/ 196089 h 228323"/>
              <a:gd name="connsiteX124" fmla="*/ 100903 w 339034"/>
              <a:gd name="connsiteY124" fmla="*/ 197432 h 228323"/>
              <a:gd name="connsiteX125" fmla="*/ 96867 w 339034"/>
              <a:gd name="connsiteY125" fmla="*/ 194746 h 228323"/>
              <a:gd name="connsiteX126" fmla="*/ 94176 w 339034"/>
              <a:gd name="connsiteY126" fmla="*/ 193403 h 228323"/>
              <a:gd name="connsiteX127" fmla="*/ 91485 w 339034"/>
              <a:gd name="connsiteY127" fmla="*/ 193403 h 228323"/>
              <a:gd name="connsiteX128" fmla="*/ 87449 w 339034"/>
              <a:gd name="connsiteY128" fmla="*/ 193403 h 228323"/>
              <a:gd name="connsiteX129" fmla="*/ 84759 w 339034"/>
              <a:gd name="connsiteY129" fmla="*/ 194746 h 228323"/>
              <a:gd name="connsiteX130" fmla="*/ 79377 w 339034"/>
              <a:gd name="connsiteY130" fmla="*/ 194746 h 228323"/>
              <a:gd name="connsiteX131" fmla="*/ 68614 w 339034"/>
              <a:gd name="connsiteY131" fmla="*/ 198775 h 228323"/>
              <a:gd name="connsiteX132" fmla="*/ 67269 w 339034"/>
              <a:gd name="connsiteY132" fmla="*/ 201462 h 228323"/>
              <a:gd name="connsiteX133" fmla="*/ 61887 w 339034"/>
              <a:gd name="connsiteY133" fmla="*/ 202805 h 228323"/>
              <a:gd name="connsiteX134" fmla="*/ 56506 w 339034"/>
              <a:gd name="connsiteY134" fmla="*/ 209520 h 228323"/>
              <a:gd name="connsiteX135" fmla="*/ 44397 w 339034"/>
              <a:gd name="connsiteY135" fmla="*/ 228323 h 228323"/>
              <a:gd name="connsiteX136" fmla="*/ 43052 w 339034"/>
              <a:gd name="connsiteY136" fmla="*/ 228323 h 228323"/>
              <a:gd name="connsiteX137" fmla="*/ 43052 w 339034"/>
              <a:gd name="connsiteY137" fmla="*/ 225637 h 228323"/>
              <a:gd name="connsiteX138" fmla="*/ 43052 w 339034"/>
              <a:gd name="connsiteY138" fmla="*/ 221608 h 228323"/>
              <a:gd name="connsiteX139" fmla="*/ 41707 w 339034"/>
              <a:gd name="connsiteY139" fmla="*/ 216235 h 228323"/>
              <a:gd name="connsiteX140" fmla="*/ 33634 w 339034"/>
              <a:gd name="connsiteY140" fmla="*/ 209520 h 228323"/>
              <a:gd name="connsiteX141" fmla="*/ 30943 w 339034"/>
              <a:gd name="connsiteY141" fmla="*/ 206834 h 228323"/>
              <a:gd name="connsiteX142" fmla="*/ 26908 w 339034"/>
              <a:gd name="connsiteY142" fmla="*/ 198775 h 228323"/>
              <a:gd name="connsiteX143" fmla="*/ 20181 w 339034"/>
              <a:gd name="connsiteY143" fmla="*/ 189374 h 228323"/>
              <a:gd name="connsiteX144" fmla="*/ 18835 w 339034"/>
              <a:gd name="connsiteY144" fmla="*/ 184002 h 228323"/>
              <a:gd name="connsiteX145" fmla="*/ 14799 w 339034"/>
              <a:gd name="connsiteY145" fmla="*/ 179972 h 228323"/>
              <a:gd name="connsiteX146" fmla="*/ 6727 w 339034"/>
              <a:gd name="connsiteY146" fmla="*/ 175943 h 228323"/>
              <a:gd name="connsiteX147" fmla="*/ 4036 w 339034"/>
              <a:gd name="connsiteY147" fmla="*/ 174600 h 228323"/>
              <a:gd name="connsiteX148" fmla="*/ 4036 w 339034"/>
              <a:gd name="connsiteY148" fmla="*/ 163855 h 228323"/>
              <a:gd name="connsiteX149" fmla="*/ 4036 w 339034"/>
              <a:gd name="connsiteY149" fmla="*/ 157140 h 228323"/>
              <a:gd name="connsiteX150" fmla="*/ 1345 w 339034"/>
              <a:gd name="connsiteY150" fmla="*/ 150425 h 228323"/>
              <a:gd name="connsiteX151" fmla="*/ 2691 w 339034"/>
              <a:gd name="connsiteY151" fmla="*/ 145052 h 228323"/>
              <a:gd name="connsiteX152" fmla="*/ 0 w 339034"/>
              <a:gd name="connsiteY152" fmla="*/ 138337 h 228323"/>
              <a:gd name="connsiteX153" fmla="*/ 0 w 339034"/>
              <a:gd name="connsiteY153" fmla="*/ 131622 h 228323"/>
              <a:gd name="connsiteX154" fmla="*/ 2691 w 339034"/>
              <a:gd name="connsiteY154" fmla="*/ 128935 h 228323"/>
              <a:gd name="connsiteX155" fmla="*/ 5381 w 339034"/>
              <a:gd name="connsiteY155" fmla="*/ 127592 h 228323"/>
              <a:gd name="connsiteX156" fmla="*/ 10763 w 339034"/>
              <a:gd name="connsiteY156" fmla="*/ 120877 h 228323"/>
              <a:gd name="connsiteX157" fmla="*/ 13454 w 339034"/>
              <a:gd name="connsiteY157" fmla="*/ 114162 h 228323"/>
              <a:gd name="connsiteX158" fmla="*/ 17490 w 339034"/>
              <a:gd name="connsiteY158" fmla="*/ 104760 h 228323"/>
              <a:gd name="connsiteX159" fmla="*/ 20181 w 339034"/>
              <a:gd name="connsiteY159" fmla="*/ 99388 h 228323"/>
              <a:gd name="connsiteX160" fmla="*/ 24217 w 339034"/>
              <a:gd name="connsiteY160" fmla="*/ 98045 h 228323"/>
              <a:gd name="connsiteX161" fmla="*/ 29598 w 339034"/>
              <a:gd name="connsiteY161" fmla="*/ 91329 h 228323"/>
              <a:gd name="connsiteX162" fmla="*/ 28253 w 339034"/>
              <a:gd name="connsiteY162" fmla="*/ 89986 h 228323"/>
              <a:gd name="connsiteX163" fmla="*/ 32289 w 339034"/>
              <a:gd name="connsiteY163" fmla="*/ 92672 h 228323"/>
              <a:gd name="connsiteX164" fmla="*/ 32289 w 339034"/>
              <a:gd name="connsiteY164" fmla="*/ 98045 h 228323"/>
              <a:gd name="connsiteX165" fmla="*/ 37670 w 339034"/>
              <a:gd name="connsiteY165" fmla="*/ 98045 h 228323"/>
              <a:gd name="connsiteX166" fmla="*/ 41707 w 339034"/>
              <a:gd name="connsiteY166" fmla="*/ 98045 h 228323"/>
              <a:gd name="connsiteX167" fmla="*/ 48434 w 339034"/>
              <a:gd name="connsiteY167" fmla="*/ 96702 h 228323"/>
              <a:gd name="connsiteX168" fmla="*/ 52470 w 339034"/>
              <a:gd name="connsiteY168" fmla="*/ 91329 h 228323"/>
              <a:gd name="connsiteX169" fmla="*/ 52470 w 339034"/>
              <a:gd name="connsiteY169" fmla="*/ 85957 h 228323"/>
              <a:gd name="connsiteX170" fmla="*/ 55161 w 339034"/>
              <a:gd name="connsiteY170" fmla="*/ 83271 h 228323"/>
              <a:gd name="connsiteX171" fmla="*/ 57851 w 339034"/>
              <a:gd name="connsiteY171" fmla="*/ 85957 h 228323"/>
              <a:gd name="connsiteX172" fmla="*/ 59196 w 339034"/>
              <a:gd name="connsiteY172" fmla="*/ 91329 h 228323"/>
              <a:gd name="connsiteX173" fmla="*/ 61887 w 339034"/>
              <a:gd name="connsiteY173" fmla="*/ 94015 h 228323"/>
              <a:gd name="connsiteX174" fmla="*/ 65923 w 339034"/>
              <a:gd name="connsiteY174" fmla="*/ 92672 h 228323"/>
              <a:gd name="connsiteX175" fmla="*/ 72650 w 339034"/>
              <a:gd name="connsiteY175" fmla="*/ 88643 h 228323"/>
              <a:gd name="connsiteX176" fmla="*/ 80723 w 339034"/>
              <a:gd name="connsiteY176" fmla="*/ 84614 h 228323"/>
              <a:gd name="connsiteX177" fmla="*/ 87449 w 339034"/>
              <a:gd name="connsiteY177" fmla="*/ 80585 h 228323"/>
              <a:gd name="connsiteX178" fmla="*/ 102249 w 339034"/>
              <a:gd name="connsiteY178" fmla="*/ 77899 h 228323"/>
              <a:gd name="connsiteX179" fmla="*/ 108976 w 339034"/>
              <a:gd name="connsiteY179" fmla="*/ 77899 h 228323"/>
              <a:gd name="connsiteX180" fmla="*/ 113012 w 339034"/>
              <a:gd name="connsiteY180" fmla="*/ 73869 h 228323"/>
              <a:gd name="connsiteX181" fmla="*/ 119738 w 339034"/>
              <a:gd name="connsiteY181" fmla="*/ 68497 h 228323"/>
              <a:gd name="connsiteX182" fmla="*/ 119738 w 339034"/>
              <a:gd name="connsiteY182" fmla="*/ 64468 h 228323"/>
              <a:gd name="connsiteX183" fmla="*/ 115702 w 339034"/>
              <a:gd name="connsiteY183" fmla="*/ 64468 h 228323"/>
              <a:gd name="connsiteX184" fmla="*/ 111666 w 339034"/>
              <a:gd name="connsiteY184" fmla="*/ 59095 h 228323"/>
              <a:gd name="connsiteX185" fmla="*/ 113012 w 339034"/>
              <a:gd name="connsiteY185" fmla="*/ 55066 h 228323"/>
              <a:gd name="connsiteX186" fmla="*/ 115702 w 339034"/>
              <a:gd name="connsiteY186" fmla="*/ 52380 h 228323"/>
              <a:gd name="connsiteX187" fmla="*/ 119738 w 339034"/>
              <a:gd name="connsiteY187" fmla="*/ 53723 h 228323"/>
              <a:gd name="connsiteX188" fmla="*/ 126465 w 339034"/>
              <a:gd name="connsiteY188" fmla="*/ 53723 h 228323"/>
              <a:gd name="connsiteX189" fmla="*/ 130501 w 339034"/>
              <a:gd name="connsiteY189" fmla="*/ 55066 h 228323"/>
              <a:gd name="connsiteX190" fmla="*/ 137228 w 339034"/>
              <a:gd name="connsiteY190" fmla="*/ 56409 h 228323"/>
              <a:gd name="connsiteX191" fmla="*/ 143955 w 339034"/>
              <a:gd name="connsiteY191" fmla="*/ 55066 h 228323"/>
              <a:gd name="connsiteX192" fmla="*/ 153373 w 339034"/>
              <a:gd name="connsiteY192" fmla="*/ 53723 h 228323"/>
              <a:gd name="connsiteX193" fmla="*/ 158754 w 339034"/>
              <a:gd name="connsiteY193" fmla="*/ 49694 h 228323"/>
              <a:gd name="connsiteX194" fmla="*/ 162791 w 339034"/>
              <a:gd name="connsiteY194" fmla="*/ 48351 h 228323"/>
              <a:gd name="connsiteX195" fmla="*/ 164136 w 339034"/>
              <a:gd name="connsiteY195" fmla="*/ 44322 h 228323"/>
              <a:gd name="connsiteX196" fmla="*/ 164136 w 339034"/>
              <a:gd name="connsiteY196" fmla="*/ 40292 h 228323"/>
              <a:gd name="connsiteX197" fmla="*/ 164136 w 339034"/>
              <a:gd name="connsiteY197" fmla="*/ 36263 h 228323"/>
              <a:gd name="connsiteX198" fmla="*/ 168172 w 339034"/>
              <a:gd name="connsiteY198" fmla="*/ 33577 h 228323"/>
              <a:gd name="connsiteX199" fmla="*/ 168172 w 339034"/>
              <a:gd name="connsiteY199" fmla="*/ 29548 h 228323"/>
              <a:gd name="connsiteX200" fmla="*/ 172208 w 339034"/>
              <a:gd name="connsiteY200" fmla="*/ 25518 h 228323"/>
              <a:gd name="connsiteX201" fmla="*/ 173554 w 339034"/>
              <a:gd name="connsiteY201" fmla="*/ 26862 h 228323"/>
              <a:gd name="connsiteX202" fmla="*/ 176244 w 339034"/>
              <a:gd name="connsiteY202" fmla="*/ 25518 h 228323"/>
              <a:gd name="connsiteX203" fmla="*/ 181626 w 339034"/>
              <a:gd name="connsiteY203" fmla="*/ 18803 h 228323"/>
              <a:gd name="connsiteX204" fmla="*/ 184316 w 339034"/>
              <a:gd name="connsiteY204" fmla="*/ 17460 h 228323"/>
              <a:gd name="connsiteX205" fmla="*/ 184316 w 339034"/>
              <a:gd name="connsiteY205" fmla="*/ 13431 h 228323"/>
              <a:gd name="connsiteX206" fmla="*/ 185662 w 339034"/>
              <a:gd name="connsiteY206" fmla="*/ 10745 h 228323"/>
              <a:gd name="connsiteX207" fmla="*/ 191043 w 339034"/>
              <a:gd name="connsiteY207" fmla="*/ 6715 h 228323"/>
              <a:gd name="connsiteX208" fmla="*/ 196425 w 339034"/>
              <a:gd name="connsiteY208" fmla="*/ 4029 h 228323"/>
              <a:gd name="connsiteX209" fmla="*/ 203152 w 339034"/>
              <a:gd name="connsiteY209" fmla="*/ 4029 h 228323"/>
              <a:gd name="connsiteX210" fmla="*/ 205842 w 339034"/>
              <a:gd name="connsiteY210" fmla="*/ 5372 h 228323"/>
              <a:gd name="connsiteX211" fmla="*/ 212569 w 339034"/>
              <a:gd name="connsiteY211" fmla="*/ 2686 h 22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339034" h="228323">
                <a:moveTo>
                  <a:pt x="213915" y="0"/>
                </a:moveTo>
                <a:lnTo>
                  <a:pt x="216606" y="2686"/>
                </a:lnTo>
                <a:lnTo>
                  <a:pt x="216606" y="6715"/>
                </a:lnTo>
                <a:lnTo>
                  <a:pt x="215260" y="8058"/>
                </a:lnTo>
                <a:lnTo>
                  <a:pt x="220642" y="13431"/>
                </a:lnTo>
                <a:lnTo>
                  <a:pt x="221987" y="16117"/>
                </a:lnTo>
                <a:lnTo>
                  <a:pt x="228714" y="25518"/>
                </a:lnTo>
                <a:lnTo>
                  <a:pt x="232750" y="34920"/>
                </a:lnTo>
                <a:lnTo>
                  <a:pt x="234095" y="38949"/>
                </a:lnTo>
                <a:lnTo>
                  <a:pt x="234095" y="44322"/>
                </a:lnTo>
                <a:lnTo>
                  <a:pt x="231405" y="47008"/>
                </a:lnTo>
                <a:lnTo>
                  <a:pt x="230059" y="52380"/>
                </a:lnTo>
                <a:lnTo>
                  <a:pt x="230059" y="59095"/>
                </a:lnTo>
                <a:lnTo>
                  <a:pt x="234095" y="63125"/>
                </a:lnTo>
                <a:lnTo>
                  <a:pt x="240822" y="63125"/>
                </a:lnTo>
                <a:lnTo>
                  <a:pt x="242168" y="60438"/>
                </a:lnTo>
                <a:lnTo>
                  <a:pt x="250240" y="60438"/>
                </a:lnTo>
                <a:lnTo>
                  <a:pt x="252931" y="63125"/>
                </a:lnTo>
                <a:lnTo>
                  <a:pt x="250240" y="65811"/>
                </a:lnTo>
                <a:lnTo>
                  <a:pt x="251585" y="71183"/>
                </a:lnTo>
                <a:lnTo>
                  <a:pt x="255622" y="75212"/>
                </a:lnTo>
                <a:lnTo>
                  <a:pt x="262348" y="76555"/>
                </a:lnTo>
                <a:lnTo>
                  <a:pt x="266384" y="77899"/>
                </a:lnTo>
                <a:lnTo>
                  <a:pt x="270421" y="79241"/>
                </a:lnTo>
                <a:lnTo>
                  <a:pt x="271766" y="83271"/>
                </a:lnTo>
                <a:lnTo>
                  <a:pt x="277148" y="85957"/>
                </a:lnTo>
                <a:lnTo>
                  <a:pt x="281184" y="85957"/>
                </a:lnTo>
                <a:lnTo>
                  <a:pt x="283875" y="88643"/>
                </a:lnTo>
                <a:lnTo>
                  <a:pt x="282529" y="92672"/>
                </a:lnTo>
                <a:lnTo>
                  <a:pt x="278493" y="95358"/>
                </a:lnTo>
                <a:lnTo>
                  <a:pt x="278493" y="98045"/>
                </a:lnTo>
                <a:lnTo>
                  <a:pt x="275802" y="99388"/>
                </a:lnTo>
                <a:lnTo>
                  <a:pt x="281184" y="104760"/>
                </a:lnTo>
                <a:lnTo>
                  <a:pt x="285220" y="104760"/>
                </a:lnTo>
                <a:lnTo>
                  <a:pt x="287911" y="104760"/>
                </a:lnTo>
                <a:lnTo>
                  <a:pt x="291946" y="106103"/>
                </a:lnTo>
                <a:lnTo>
                  <a:pt x="294637" y="106103"/>
                </a:lnTo>
                <a:lnTo>
                  <a:pt x="302710" y="111475"/>
                </a:lnTo>
                <a:lnTo>
                  <a:pt x="304055" y="114162"/>
                </a:lnTo>
                <a:lnTo>
                  <a:pt x="305400" y="122220"/>
                </a:lnTo>
                <a:lnTo>
                  <a:pt x="308091" y="124906"/>
                </a:lnTo>
                <a:lnTo>
                  <a:pt x="313473" y="126249"/>
                </a:lnTo>
                <a:lnTo>
                  <a:pt x="314818" y="128935"/>
                </a:lnTo>
                <a:lnTo>
                  <a:pt x="313473" y="132965"/>
                </a:lnTo>
                <a:lnTo>
                  <a:pt x="316164" y="135651"/>
                </a:lnTo>
                <a:lnTo>
                  <a:pt x="325581" y="138337"/>
                </a:lnTo>
                <a:lnTo>
                  <a:pt x="328272" y="141023"/>
                </a:lnTo>
                <a:lnTo>
                  <a:pt x="328272" y="143709"/>
                </a:lnTo>
                <a:lnTo>
                  <a:pt x="329617" y="151768"/>
                </a:lnTo>
                <a:lnTo>
                  <a:pt x="332308" y="153111"/>
                </a:lnTo>
                <a:lnTo>
                  <a:pt x="336344" y="157140"/>
                </a:lnTo>
                <a:lnTo>
                  <a:pt x="339035" y="159826"/>
                </a:lnTo>
                <a:lnTo>
                  <a:pt x="339035" y="161169"/>
                </a:lnTo>
                <a:lnTo>
                  <a:pt x="337690" y="159826"/>
                </a:lnTo>
                <a:lnTo>
                  <a:pt x="333653" y="157140"/>
                </a:lnTo>
                <a:lnTo>
                  <a:pt x="326926" y="157140"/>
                </a:lnTo>
                <a:lnTo>
                  <a:pt x="318854" y="161169"/>
                </a:lnTo>
                <a:lnTo>
                  <a:pt x="317509" y="159826"/>
                </a:lnTo>
                <a:lnTo>
                  <a:pt x="308091" y="159826"/>
                </a:lnTo>
                <a:lnTo>
                  <a:pt x="304055" y="157140"/>
                </a:lnTo>
                <a:lnTo>
                  <a:pt x="300019" y="157140"/>
                </a:lnTo>
                <a:lnTo>
                  <a:pt x="297328" y="155797"/>
                </a:lnTo>
                <a:lnTo>
                  <a:pt x="294637" y="155797"/>
                </a:lnTo>
                <a:lnTo>
                  <a:pt x="289256" y="154454"/>
                </a:lnTo>
                <a:lnTo>
                  <a:pt x="286565" y="151768"/>
                </a:lnTo>
                <a:lnTo>
                  <a:pt x="282529" y="153111"/>
                </a:lnTo>
                <a:lnTo>
                  <a:pt x="282529" y="154454"/>
                </a:lnTo>
                <a:lnTo>
                  <a:pt x="283875" y="155797"/>
                </a:lnTo>
                <a:lnTo>
                  <a:pt x="279838" y="161169"/>
                </a:lnTo>
                <a:lnTo>
                  <a:pt x="277148" y="161169"/>
                </a:lnTo>
                <a:lnTo>
                  <a:pt x="274457" y="162512"/>
                </a:lnTo>
                <a:lnTo>
                  <a:pt x="267730" y="162512"/>
                </a:lnTo>
                <a:lnTo>
                  <a:pt x="263694" y="165199"/>
                </a:lnTo>
                <a:lnTo>
                  <a:pt x="262348" y="165199"/>
                </a:lnTo>
                <a:lnTo>
                  <a:pt x="261003" y="161169"/>
                </a:lnTo>
                <a:lnTo>
                  <a:pt x="259658" y="161169"/>
                </a:lnTo>
                <a:lnTo>
                  <a:pt x="258312" y="159826"/>
                </a:lnTo>
                <a:lnTo>
                  <a:pt x="254276" y="158483"/>
                </a:lnTo>
                <a:lnTo>
                  <a:pt x="244858" y="163855"/>
                </a:lnTo>
                <a:lnTo>
                  <a:pt x="240822" y="165199"/>
                </a:lnTo>
                <a:lnTo>
                  <a:pt x="238131" y="167885"/>
                </a:lnTo>
                <a:lnTo>
                  <a:pt x="227369" y="169228"/>
                </a:lnTo>
                <a:lnTo>
                  <a:pt x="223333" y="170571"/>
                </a:lnTo>
                <a:lnTo>
                  <a:pt x="220642" y="167885"/>
                </a:lnTo>
                <a:lnTo>
                  <a:pt x="215260" y="166541"/>
                </a:lnTo>
                <a:lnTo>
                  <a:pt x="211224" y="166541"/>
                </a:lnTo>
                <a:lnTo>
                  <a:pt x="207188" y="170571"/>
                </a:lnTo>
                <a:lnTo>
                  <a:pt x="203152" y="174600"/>
                </a:lnTo>
                <a:lnTo>
                  <a:pt x="203152" y="178629"/>
                </a:lnTo>
                <a:lnTo>
                  <a:pt x="205842" y="179972"/>
                </a:lnTo>
                <a:lnTo>
                  <a:pt x="204497" y="182658"/>
                </a:lnTo>
                <a:lnTo>
                  <a:pt x="199116" y="184002"/>
                </a:lnTo>
                <a:lnTo>
                  <a:pt x="196425" y="182658"/>
                </a:lnTo>
                <a:lnTo>
                  <a:pt x="191043" y="181315"/>
                </a:lnTo>
                <a:lnTo>
                  <a:pt x="185662" y="178629"/>
                </a:lnTo>
                <a:lnTo>
                  <a:pt x="181626" y="178629"/>
                </a:lnTo>
                <a:lnTo>
                  <a:pt x="178935" y="179972"/>
                </a:lnTo>
                <a:lnTo>
                  <a:pt x="174899" y="179972"/>
                </a:lnTo>
                <a:lnTo>
                  <a:pt x="169518" y="179972"/>
                </a:lnTo>
                <a:lnTo>
                  <a:pt x="164136" y="175943"/>
                </a:lnTo>
                <a:lnTo>
                  <a:pt x="158754" y="177286"/>
                </a:lnTo>
                <a:lnTo>
                  <a:pt x="156064" y="175943"/>
                </a:lnTo>
                <a:lnTo>
                  <a:pt x="149337" y="169228"/>
                </a:lnTo>
                <a:lnTo>
                  <a:pt x="145301" y="167885"/>
                </a:lnTo>
                <a:lnTo>
                  <a:pt x="138574" y="162512"/>
                </a:lnTo>
                <a:lnTo>
                  <a:pt x="134538" y="161169"/>
                </a:lnTo>
                <a:lnTo>
                  <a:pt x="131847" y="158483"/>
                </a:lnTo>
                <a:lnTo>
                  <a:pt x="129156" y="158483"/>
                </a:lnTo>
                <a:lnTo>
                  <a:pt x="127811" y="161169"/>
                </a:lnTo>
                <a:lnTo>
                  <a:pt x="123774" y="159826"/>
                </a:lnTo>
                <a:lnTo>
                  <a:pt x="119738" y="163855"/>
                </a:lnTo>
                <a:lnTo>
                  <a:pt x="117048" y="163855"/>
                </a:lnTo>
                <a:lnTo>
                  <a:pt x="114357" y="165199"/>
                </a:lnTo>
                <a:lnTo>
                  <a:pt x="114357" y="169228"/>
                </a:lnTo>
                <a:lnTo>
                  <a:pt x="111666" y="171914"/>
                </a:lnTo>
                <a:lnTo>
                  <a:pt x="111666" y="174600"/>
                </a:lnTo>
                <a:lnTo>
                  <a:pt x="108976" y="177286"/>
                </a:lnTo>
                <a:lnTo>
                  <a:pt x="106285" y="177286"/>
                </a:lnTo>
                <a:lnTo>
                  <a:pt x="106285" y="179972"/>
                </a:lnTo>
                <a:lnTo>
                  <a:pt x="110321" y="185345"/>
                </a:lnTo>
                <a:lnTo>
                  <a:pt x="108976" y="188031"/>
                </a:lnTo>
                <a:lnTo>
                  <a:pt x="107630" y="192060"/>
                </a:lnTo>
                <a:lnTo>
                  <a:pt x="106285" y="196089"/>
                </a:lnTo>
                <a:lnTo>
                  <a:pt x="103594" y="196089"/>
                </a:lnTo>
                <a:lnTo>
                  <a:pt x="100903" y="197432"/>
                </a:lnTo>
                <a:lnTo>
                  <a:pt x="96867" y="194746"/>
                </a:lnTo>
                <a:lnTo>
                  <a:pt x="94176" y="193403"/>
                </a:lnTo>
                <a:lnTo>
                  <a:pt x="91485" y="193403"/>
                </a:lnTo>
                <a:lnTo>
                  <a:pt x="87449" y="193403"/>
                </a:lnTo>
                <a:lnTo>
                  <a:pt x="84759" y="194746"/>
                </a:lnTo>
                <a:lnTo>
                  <a:pt x="79377" y="194746"/>
                </a:lnTo>
                <a:lnTo>
                  <a:pt x="68614" y="198775"/>
                </a:lnTo>
                <a:lnTo>
                  <a:pt x="67269" y="201462"/>
                </a:lnTo>
                <a:lnTo>
                  <a:pt x="61887" y="202805"/>
                </a:lnTo>
                <a:lnTo>
                  <a:pt x="56506" y="209520"/>
                </a:lnTo>
                <a:lnTo>
                  <a:pt x="44397" y="228323"/>
                </a:lnTo>
                <a:lnTo>
                  <a:pt x="43052" y="228323"/>
                </a:lnTo>
                <a:lnTo>
                  <a:pt x="43052" y="225637"/>
                </a:lnTo>
                <a:lnTo>
                  <a:pt x="43052" y="221608"/>
                </a:lnTo>
                <a:lnTo>
                  <a:pt x="41707" y="216235"/>
                </a:lnTo>
                <a:lnTo>
                  <a:pt x="33634" y="209520"/>
                </a:lnTo>
                <a:lnTo>
                  <a:pt x="30943" y="206834"/>
                </a:lnTo>
                <a:lnTo>
                  <a:pt x="26908" y="198775"/>
                </a:lnTo>
                <a:lnTo>
                  <a:pt x="20181" y="189374"/>
                </a:lnTo>
                <a:lnTo>
                  <a:pt x="18835" y="184002"/>
                </a:lnTo>
                <a:lnTo>
                  <a:pt x="14799" y="179972"/>
                </a:lnTo>
                <a:lnTo>
                  <a:pt x="6727" y="175943"/>
                </a:lnTo>
                <a:lnTo>
                  <a:pt x="4036" y="174600"/>
                </a:lnTo>
                <a:lnTo>
                  <a:pt x="4036" y="163855"/>
                </a:lnTo>
                <a:lnTo>
                  <a:pt x="4036" y="157140"/>
                </a:lnTo>
                <a:lnTo>
                  <a:pt x="1345" y="150425"/>
                </a:lnTo>
                <a:lnTo>
                  <a:pt x="2691" y="145052"/>
                </a:lnTo>
                <a:lnTo>
                  <a:pt x="0" y="138337"/>
                </a:lnTo>
                <a:lnTo>
                  <a:pt x="0" y="131622"/>
                </a:lnTo>
                <a:lnTo>
                  <a:pt x="2691" y="128935"/>
                </a:lnTo>
                <a:lnTo>
                  <a:pt x="5381" y="127592"/>
                </a:lnTo>
                <a:lnTo>
                  <a:pt x="10763" y="120877"/>
                </a:lnTo>
                <a:lnTo>
                  <a:pt x="13454" y="114162"/>
                </a:lnTo>
                <a:lnTo>
                  <a:pt x="17490" y="104760"/>
                </a:lnTo>
                <a:lnTo>
                  <a:pt x="20181" y="99388"/>
                </a:lnTo>
                <a:lnTo>
                  <a:pt x="24217" y="98045"/>
                </a:lnTo>
                <a:lnTo>
                  <a:pt x="29598" y="91329"/>
                </a:lnTo>
                <a:lnTo>
                  <a:pt x="28253" y="89986"/>
                </a:lnTo>
                <a:lnTo>
                  <a:pt x="32289" y="92672"/>
                </a:lnTo>
                <a:lnTo>
                  <a:pt x="32289" y="98045"/>
                </a:lnTo>
                <a:lnTo>
                  <a:pt x="37670" y="98045"/>
                </a:lnTo>
                <a:lnTo>
                  <a:pt x="41707" y="98045"/>
                </a:lnTo>
                <a:lnTo>
                  <a:pt x="48434" y="96702"/>
                </a:lnTo>
                <a:lnTo>
                  <a:pt x="52470" y="91329"/>
                </a:lnTo>
                <a:lnTo>
                  <a:pt x="52470" y="85957"/>
                </a:lnTo>
                <a:lnTo>
                  <a:pt x="55161" y="83271"/>
                </a:lnTo>
                <a:lnTo>
                  <a:pt x="57851" y="85957"/>
                </a:lnTo>
                <a:lnTo>
                  <a:pt x="59196" y="91329"/>
                </a:lnTo>
                <a:lnTo>
                  <a:pt x="61887" y="94015"/>
                </a:lnTo>
                <a:lnTo>
                  <a:pt x="65923" y="92672"/>
                </a:lnTo>
                <a:lnTo>
                  <a:pt x="72650" y="88643"/>
                </a:lnTo>
                <a:lnTo>
                  <a:pt x="80723" y="84614"/>
                </a:lnTo>
                <a:lnTo>
                  <a:pt x="87449" y="80585"/>
                </a:lnTo>
                <a:lnTo>
                  <a:pt x="102249" y="77899"/>
                </a:lnTo>
                <a:lnTo>
                  <a:pt x="108976" y="77899"/>
                </a:lnTo>
                <a:lnTo>
                  <a:pt x="113012" y="73869"/>
                </a:lnTo>
                <a:lnTo>
                  <a:pt x="119738" y="68497"/>
                </a:lnTo>
                <a:lnTo>
                  <a:pt x="119738" y="64468"/>
                </a:lnTo>
                <a:lnTo>
                  <a:pt x="115702" y="64468"/>
                </a:lnTo>
                <a:lnTo>
                  <a:pt x="111666" y="59095"/>
                </a:lnTo>
                <a:lnTo>
                  <a:pt x="113012" y="55066"/>
                </a:lnTo>
                <a:lnTo>
                  <a:pt x="115702" y="52380"/>
                </a:lnTo>
                <a:lnTo>
                  <a:pt x="119738" y="53723"/>
                </a:lnTo>
                <a:lnTo>
                  <a:pt x="126465" y="53723"/>
                </a:lnTo>
                <a:lnTo>
                  <a:pt x="130501" y="55066"/>
                </a:lnTo>
                <a:lnTo>
                  <a:pt x="137228" y="56409"/>
                </a:lnTo>
                <a:lnTo>
                  <a:pt x="143955" y="55066"/>
                </a:lnTo>
                <a:lnTo>
                  <a:pt x="153373" y="53723"/>
                </a:lnTo>
                <a:lnTo>
                  <a:pt x="158754" y="49694"/>
                </a:lnTo>
                <a:lnTo>
                  <a:pt x="162791" y="48351"/>
                </a:lnTo>
                <a:lnTo>
                  <a:pt x="164136" y="44322"/>
                </a:lnTo>
                <a:lnTo>
                  <a:pt x="164136" y="40292"/>
                </a:lnTo>
                <a:lnTo>
                  <a:pt x="164136" y="36263"/>
                </a:lnTo>
                <a:lnTo>
                  <a:pt x="168172" y="33577"/>
                </a:lnTo>
                <a:lnTo>
                  <a:pt x="168172" y="29548"/>
                </a:lnTo>
                <a:lnTo>
                  <a:pt x="172208" y="25518"/>
                </a:lnTo>
                <a:lnTo>
                  <a:pt x="173554" y="26862"/>
                </a:lnTo>
                <a:lnTo>
                  <a:pt x="176244" y="25518"/>
                </a:lnTo>
                <a:lnTo>
                  <a:pt x="181626" y="18803"/>
                </a:lnTo>
                <a:lnTo>
                  <a:pt x="184316" y="17460"/>
                </a:lnTo>
                <a:lnTo>
                  <a:pt x="184316" y="13431"/>
                </a:lnTo>
                <a:lnTo>
                  <a:pt x="185662" y="10745"/>
                </a:lnTo>
                <a:lnTo>
                  <a:pt x="191043" y="6715"/>
                </a:lnTo>
                <a:lnTo>
                  <a:pt x="196425" y="4029"/>
                </a:lnTo>
                <a:lnTo>
                  <a:pt x="203152" y="4029"/>
                </a:lnTo>
                <a:lnTo>
                  <a:pt x="205842" y="5372"/>
                </a:lnTo>
                <a:lnTo>
                  <a:pt x="212569" y="2686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26" name="Freeform 725">
            <a:extLst>
              <a:ext uri="{FF2B5EF4-FFF2-40B4-BE49-F238E27FC236}">
                <a16:creationId xmlns:a16="http://schemas.microsoft.com/office/drawing/2014/main" id="{6E2D5F92-072F-BF24-731C-1CD035CB6532}"/>
              </a:ext>
            </a:extLst>
          </p:cNvPr>
          <p:cNvSpPr/>
          <p:nvPr/>
        </p:nvSpPr>
        <p:spPr>
          <a:xfrm>
            <a:off x="7583890" y="3743959"/>
            <a:ext cx="403612" cy="374718"/>
          </a:xfrm>
          <a:custGeom>
            <a:avLst/>
            <a:gdLst>
              <a:gd name="connsiteX0" fmla="*/ 379396 w 403612"/>
              <a:gd name="connsiteY0" fmla="*/ 374718 h 374718"/>
              <a:gd name="connsiteX1" fmla="*/ 379396 w 403612"/>
              <a:gd name="connsiteY1" fmla="*/ 374718 h 374718"/>
              <a:gd name="connsiteX2" fmla="*/ 169517 w 403612"/>
              <a:gd name="connsiteY2" fmla="*/ 268615 h 374718"/>
              <a:gd name="connsiteX3" fmla="*/ 117048 w 403612"/>
              <a:gd name="connsiteY3" fmla="*/ 290105 h 374718"/>
              <a:gd name="connsiteX4" fmla="*/ 113012 w 403612"/>
              <a:gd name="connsiteY4" fmla="*/ 284732 h 374718"/>
              <a:gd name="connsiteX5" fmla="*/ 67269 w 403612"/>
              <a:gd name="connsiteY5" fmla="*/ 273988 h 374718"/>
              <a:gd name="connsiteX6" fmla="*/ 64578 w 403612"/>
              <a:gd name="connsiteY6" fmla="*/ 271302 h 374718"/>
              <a:gd name="connsiteX7" fmla="*/ 60542 w 403612"/>
              <a:gd name="connsiteY7" fmla="*/ 267272 h 374718"/>
              <a:gd name="connsiteX8" fmla="*/ 57851 w 403612"/>
              <a:gd name="connsiteY8" fmla="*/ 264586 h 374718"/>
              <a:gd name="connsiteX9" fmla="*/ 52470 w 403612"/>
              <a:gd name="connsiteY9" fmla="*/ 253841 h 374718"/>
              <a:gd name="connsiteX10" fmla="*/ 49779 w 403612"/>
              <a:gd name="connsiteY10" fmla="*/ 248469 h 374718"/>
              <a:gd name="connsiteX11" fmla="*/ 44397 w 403612"/>
              <a:gd name="connsiteY11" fmla="*/ 245783 h 374718"/>
              <a:gd name="connsiteX12" fmla="*/ 34979 w 403612"/>
              <a:gd name="connsiteY12" fmla="*/ 244440 h 374718"/>
              <a:gd name="connsiteX13" fmla="*/ 25562 w 403612"/>
              <a:gd name="connsiteY13" fmla="*/ 244440 h 374718"/>
              <a:gd name="connsiteX14" fmla="*/ 22871 w 403612"/>
              <a:gd name="connsiteY14" fmla="*/ 241754 h 374718"/>
              <a:gd name="connsiteX15" fmla="*/ 21526 w 403612"/>
              <a:gd name="connsiteY15" fmla="*/ 237725 h 374718"/>
              <a:gd name="connsiteX16" fmla="*/ 17490 w 403612"/>
              <a:gd name="connsiteY16" fmla="*/ 233695 h 374718"/>
              <a:gd name="connsiteX17" fmla="*/ 17490 w 403612"/>
              <a:gd name="connsiteY17" fmla="*/ 226980 h 374718"/>
              <a:gd name="connsiteX18" fmla="*/ 18835 w 403612"/>
              <a:gd name="connsiteY18" fmla="*/ 222951 h 374718"/>
              <a:gd name="connsiteX19" fmla="*/ 16144 w 403612"/>
              <a:gd name="connsiteY19" fmla="*/ 216235 h 374718"/>
              <a:gd name="connsiteX20" fmla="*/ 14799 w 403612"/>
              <a:gd name="connsiteY20" fmla="*/ 214892 h 374718"/>
              <a:gd name="connsiteX21" fmla="*/ 10763 w 403612"/>
              <a:gd name="connsiteY21" fmla="*/ 204148 h 374718"/>
              <a:gd name="connsiteX22" fmla="*/ 4036 w 403612"/>
              <a:gd name="connsiteY22" fmla="*/ 197432 h 374718"/>
              <a:gd name="connsiteX23" fmla="*/ 0 w 403612"/>
              <a:gd name="connsiteY23" fmla="*/ 193403 h 374718"/>
              <a:gd name="connsiteX24" fmla="*/ 2691 w 403612"/>
              <a:gd name="connsiteY24" fmla="*/ 190717 h 374718"/>
              <a:gd name="connsiteX25" fmla="*/ 4036 w 403612"/>
              <a:gd name="connsiteY25" fmla="*/ 188031 h 374718"/>
              <a:gd name="connsiteX26" fmla="*/ 10763 w 403612"/>
              <a:gd name="connsiteY26" fmla="*/ 184002 h 374718"/>
              <a:gd name="connsiteX27" fmla="*/ 12108 w 403612"/>
              <a:gd name="connsiteY27" fmla="*/ 179972 h 374718"/>
              <a:gd name="connsiteX28" fmla="*/ 12108 w 403612"/>
              <a:gd name="connsiteY28" fmla="*/ 171914 h 374718"/>
              <a:gd name="connsiteX29" fmla="*/ 9417 w 403612"/>
              <a:gd name="connsiteY29" fmla="*/ 165199 h 374718"/>
              <a:gd name="connsiteX30" fmla="*/ 10763 w 403612"/>
              <a:gd name="connsiteY30" fmla="*/ 162512 h 374718"/>
              <a:gd name="connsiteX31" fmla="*/ 12108 w 403612"/>
              <a:gd name="connsiteY31" fmla="*/ 149082 h 374718"/>
              <a:gd name="connsiteX32" fmla="*/ 9417 w 403612"/>
              <a:gd name="connsiteY32" fmla="*/ 141023 h 374718"/>
              <a:gd name="connsiteX33" fmla="*/ 8072 w 403612"/>
              <a:gd name="connsiteY33" fmla="*/ 127592 h 374718"/>
              <a:gd name="connsiteX34" fmla="*/ 8072 w 403612"/>
              <a:gd name="connsiteY34" fmla="*/ 124906 h 374718"/>
              <a:gd name="connsiteX35" fmla="*/ 8072 w 403612"/>
              <a:gd name="connsiteY35" fmla="*/ 115505 h 374718"/>
              <a:gd name="connsiteX36" fmla="*/ 8072 w 403612"/>
              <a:gd name="connsiteY36" fmla="*/ 98045 h 374718"/>
              <a:gd name="connsiteX37" fmla="*/ 4036 w 403612"/>
              <a:gd name="connsiteY37" fmla="*/ 92672 h 374718"/>
              <a:gd name="connsiteX38" fmla="*/ 2691 w 403612"/>
              <a:gd name="connsiteY38" fmla="*/ 89986 h 374718"/>
              <a:gd name="connsiteX39" fmla="*/ 2691 w 403612"/>
              <a:gd name="connsiteY39" fmla="*/ 81928 h 374718"/>
              <a:gd name="connsiteX40" fmla="*/ 4036 w 403612"/>
              <a:gd name="connsiteY40" fmla="*/ 79241 h 374718"/>
              <a:gd name="connsiteX41" fmla="*/ 4036 w 403612"/>
              <a:gd name="connsiteY41" fmla="*/ 79241 h 374718"/>
              <a:gd name="connsiteX42" fmla="*/ 8072 w 403612"/>
              <a:gd name="connsiteY42" fmla="*/ 79241 h 374718"/>
              <a:gd name="connsiteX43" fmla="*/ 9417 w 403612"/>
              <a:gd name="connsiteY43" fmla="*/ 77899 h 374718"/>
              <a:gd name="connsiteX44" fmla="*/ 13454 w 403612"/>
              <a:gd name="connsiteY44" fmla="*/ 75212 h 374718"/>
              <a:gd name="connsiteX45" fmla="*/ 16144 w 403612"/>
              <a:gd name="connsiteY45" fmla="*/ 71183 h 374718"/>
              <a:gd name="connsiteX46" fmla="*/ 17490 w 403612"/>
              <a:gd name="connsiteY46" fmla="*/ 68497 h 374718"/>
              <a:gd name="connsiteX47" fmla="*/ 17490 w 403612"/>
              <a:gd name="connsiteY47" fmla="*/ 65811 h 374718"/>
              <a:gd name="connsiteX48" fmla="*/ 18835 w 403612"/>
              <a:gd name="connsiteY48" fmla="*/ 64468 h 374718"/>
              <a:gd name="connsiteX49" fmla="*/ 17490 w 403612"/>
              <a:gd name="connsiteY49" fmla="*/ 59095 h 374718"/>
              <a:gd name="connsiteX50" fmla="*/ 16144 w 403612"/>
              <a:gd name="connsiteY50" fmla="*/ 51037 h 374718"/>
              <a:gd name="connsiteX51" fmla="*/ 16144 w 403612"/>
              <a:gd name="connsiteY51" fmla="*/ 47008 h 374718"/>
              <a:gd name="connsiteX52" fmla="*/ 17490 w 403612"/>
              <a:gd name="connsiteY52" fmla="*/ 44322 h 374718"/>
              <a:gd name="connsiteX53" fmla="*/ 20181 w 403612"/>
              <a:gd name="connsiteY53" fmla="*/ 41635 h 374718"/>
              <a:gd name="connsiteX54" fmla="*/ 26908 w 403612"/>
              <a:gd name="connsiteY54" fmla="*/ 41635 h 374718"/>
              <a:gd name="connsiteX55" fmla="*/ 30943 w 403612"/>
              <a:gd name="connsiteY55" fmla="*/ 36263 h 374718"/>
              <a:gd name="connsiteX56" fmla="*/ 30943 w 403612"/>
              <a:gd name="connsiteY56" fmla="*/ 32234 h 374718"/>
              <a:gd name="connsiteX57" fmla="*/ 45743 w 403612"/>
              <a:gd name="connsiteY57" fmla="*/ 22832 h 374718"/>
              <a:gd name="connsiteX58" fmla="*/ 52470 w 403612"/>
              <a:gd name="connsiteY58" fmla="*/ 13431 h 374718"/>
              <a:gd name="connsiteX59" fmla="*/ 49779 w 403612"/>
              <a:gd name="connsiteY59" fmla="*/ 12088 h 374718"/>
              <a:gd name="connsiteX60" fmla="*/ 48433 w 403612"/>
              <a:gd name="connsiteY60" fmla="*/ 1343 h 374718"/>
              <a:gd name="connsiteX61" fmla="*/ 49779 w 403612"/>
              <a:gd name="connsiteY61" fmla="*/ 0 h 374718"/>
              <a:gd name="connsiteX62" fmla="*/ 55160 w 403612"/>
              <a:gd name="connsiteY62" fmla="*/ 1343 h 374718"/>
              <a:gd name="connsiteX63" fmla="*/ 60542 w 403612"/>
              <a:gd name="connsiteY63" fmla="*/ 5372 h 374718"/>
              <a:gd name="connsiteX64" fmla="*/ 72650 w 403612"/>
              <a:gd name="connsiteY64" fmla="*/ 8059 h 374718"/>
              <a:gd name="connsiteX65" fmla="*/ 91485 w 403612"/>
              <a:gd name="connsiteY65" fmla="*/ 5372 h 374718"/>
              <a:gd name="connsiteX66" fmla="*/ 99558 w 403612"/>
              <a:gd name="connsiteY66" fmla="*/ 8059 h 374718"/>
              <a:gd name="connsiteX67" fmla="*/ 113012 w 403612"/>
              <a:gd name="connsiteY67" fmla="*/ 8059 h 374718"/>
              <a:gd name="connsiteX68" fmla="*/ 122429 w 403612"/>
              <a:gd name="connsiteY68" fmla="*/ 14774 h 374718"/>
              <a:gd name="connsiteX69" fmla="*/ 138574 w 403612"/>
              <a:gd name="connsiteY69" fmla="*/ 16117 h 374718"/>
              <a:gd name="connsiteX70" fmla="*/ 145301 w 403612"/>
              <a:gd name="connsiteY70" fmla="*/ 25518 h 374718"/>
              <a:gd name="connsiteX71" fmla="*/ 145301 w 403612"/>
              <a:gd name="connsiteY71" fmla="*/ 33577 h 374718"/>
              <a:gd name="connsiteX72" fmla="*/ 153373 w 403612"/>
              <a:gd name="connsiteY72" fmla="*/ 48351 h 374718"/>
              <a:gd name="connsiteX73" fmla="*/ 161445 w 403612"/>
              <a:gd name="connsiteY73" fmla="*/ 53723 h 374718"/>
              <a:gd name="connsiteX74" fmla="*/ 172208 w 403612"/>
              <a:gd name="connsiteY74" fmla="*/ 53723 h 374718"/>
              <a:gd name="connsiteX75" fmla="*/ 174899 w 403612"/>
              <a:gd name="connsiteY75" fmla="*/ 51037 h 374718"/>
              <a:gd name="connsiteX76" fmla="*/ 182971 w 403612"/>
              <a:gd name="connsiteY76" fmla="*/ 52380 h 374718"/>
              <a:gd name="connsiteX77" fmla="*/ 201806 w 403612"/>
              <a:gd name="connsiteY77" fmla="*/ 60438 h 374718"/>
              <a:gd name="connsiteX78" fmla="*/ 213915 w 403612"/>
              <a:gd name="connsiteY78" fmla="*/ 67154 h 374718"/>
              <a:gd name="connsiteX79" fmla="*/ 221987 w 403612"/>
              <a:gd name="connsiteY79" fmla="*/ 72526 h 374718"/>
              <a:gd name="connsiteX80" fmla="*/ 232750 w 403612"/>
              <a:gd name="connsiteY80" fmla="*/ 81928 h 374718"/>
              <a:gd name="connsiteX81" fmla="*/ 243513 w 403612"/>
              <a:gd name="connsiteY81" fmla="*/ 85957 h 374718"/>
              <a:gd name="connsiteX82" fmla="*/ 248895 w 403612"/>
              <a:gd name="connsiteY82" fmla="*/ 83271 h 374718"/>
              <a:gd name="connsiteX83" fmla="*/ 258312 w 403612"/>
              <a:gd name="connsiteY83" fmla="*/ 76555 h 374718"/>
              <a:gd name="connsiteX84" fmla="*/ 258312 w 403612"/>
              <a:gd name="connsiteY84" fmla="*/ 73869 h 374718"/>
              <a:gd name="connsiteX85" fmla="*/ 265039 w 403612"/>
              <a:gd name="connsiteY85" fmla="*/ 67154 h 374718"/>
              <a:gd name="connsiteX86" fmla="*/ 267730 w 403612"/>
              <a:gd name="connsiteY86" fmla="*/ 61782 h 374718"/>
              <a:gd name="connsiteX87" fmla="*/ 265039 w 403612"/>
              <a:gd name="connsiteY87" fmla="*/ 51037 h 374718"/>
              <a:gd name="connsiteX88" fmla="*/ 259658 w 403612"/>
              <a:gd name="connsiteY88" fmla="*/ 42978 h 374718"/>
              <a:gd name="connsiteX89" fmla="*/ 261003 w 403612"/>
              <a:gd name="connsiteY89" fmla="*/ 29548 h 374718"/>
              <a:gd name="connsiteX90" fmla="*/ 263694 w 403612"/>
              <a:gd name="connsiteY90" fmla="*/ 28205 h 374718"/>
              <a:gd name="connsiteX91" fmla="*/ 265039 w 403612"/>
              <a:gd name="connsiteY91" fmla="*/ 20146 h 374718"/>
              <a:gd name="connsiteX92" fmla="*/ 271766 w 403612"/>
              <a:gd name="connsiteY92" fmla="*/ 14774 h 374718"/>
              <a:gd name="connsiteX93" fmla="*/ 282529 w 403612"/>
              <a:gd name="connsiteY93" fmla="*/ 9401 h 374718"/>
              <a:gd name="connsiteX94" fmla="*/ 295983 w 403612"/>
              <a:gd name="connsiteY94" fmla="*/ 8059 h 374718"/>
              <a:gd name="connsiteX95" fmla="*/ 304055 w 403612"/>
              <a:gd name="connsiteY95" fmla="*/ 4029 h 374718"/>
              <a:gd name="connsiteX96" fmla="*/ 305400 w 403612"/>
              <a:gd name="connsiteY96" fmla="*/ 4029 h 374718"/>
              <a:gd name="connsiteX97" fmla="*/ 310782 w 403612"/>
              <a:gd name="connsiteY97" fmla="*/ 6715 h 374718"/>
              <a:gd name="connsiteX98" fmla="*/ 313473 w 403612"/>
              <a:gd name="connsiteY98" fmla="*/ 4029 h 374718"/>
              <a:gd name="connsiteX99" fmla="*/ 316164 w 403612"/>
              <a:gd name="connsiteY99" fmla="*/ 5372 h 374718"/>
              <a:gd name="connsiteX100" fmla="*/ 325581 w 403612"/>
              <a:gd name="connsiteY100" fmla="*/ 8059 h 374718"/>
              <a:gd name="connsiteX101" fmla="*/ 330962 w 403612"/>
              <a:gd name="connsiteY101" fmla="*/ 8059 h 374718"/>
              <a:gd name="connsiteX102" fmla="*/ 341726 w 403612"/>
              <a:gd name="connsiteY102" fmla="*/ 13431 h 374718"/>
              <a:gd name="connsiteX103" fmla="*/ 341726 w 403612"/>
              <a:gd name="connsiteY103" fmla="*/ 17460 h 374718"/>
              <a:gd name="connsiteX104" fmla="*/ 340380 w 403612"/>
              <a:gd name="connsiteY104" fmla="*/ 17460 h 374718"/>
              <a:gd name="connsiteX105" fmla="*/ 341726 w 403612"/>
              <a:gd name="connsiteY105" fmla="*/ 21489 h 374718"/>
              <a:gd name="connsiteX106" fmla="*/ 351143 w 403612"/>
              <a:gd name="connsiteY106" fmla="*/ 22832 h 374718"/>
              <a:gd name="connsiteX107" fmla="*/ 357870 w 403612"/>
              <a:gd name="connsiteY107" fmla="*/ 24175 h 374718"/>
              <a:gd name="connsiteX108" fmla="*/ 361906 w 403612"/>
              <a:gd name="connsiteY108" fmla="*/ 26862 h 374718"/>
              <a:gd name="connsiteX109" fmla="*/ 379396 w 403612"/>
              <a:gd name="connsiteY109" fmla="*/ 29548 h 374718"/>
              <a:gd name="connsiteX110" fmla="*/ 383432 w 403612"/>
              <a:gd name="connsiteY110" fmla="*/ 28205 h 374718"/>
              <a:gd name="connsiteX111" fmla="*/ 388814 w 403612"/>
              <a:gd name="connsiteY111" fmla="*/ 29548 h 374718"/>
              <a:gd name="connsiteX112" fmla="*/ 392850 w 403612"/>
              <a:gd name="connsiteY112" fmla="*/ 33577 h 374718"/>
              <a:gd name="connsiteX113" fmla="*/ 394195 w 403612"/>
              <a:gd name="connsiteY113" fmla="*/ 40292 h 374718"/>
              <a:gd name="connsiteX114" fmla="*/ 392850 w 403612"/>
              <a:gd name="connsiteY114" fmla="*/ 44322 h 374718"/>
              <a:gd name="connsiteX115" fmla="*/ 390159 w 403612"/>
              <a:gd name="connsiteY115" fmla="*/ 56409 h 374718"/>
              <a:gd name="connsiteX116" fmla="*/ 394195 w 403612"/>
              <a:gd name="connsiteY116" fmla="*/ 63125 h 374718"/>
              <a:gd name="connsiteX117" fmla="*/ 394195 w 403612"/>
              <a:gd name="connsiteY117" fmla="*/ 68497 h 374718"/>
              <a:gd name="connsiteX118" fmla="*/ 390159 w 403612"/>
              <a:gd name="connsiteY118" fmla="*/ 77899 h 374718"/>
              <a:gd name="connsiteX119" fmla="*/ 387468 w 403612"/>
              <a:gd name="connsiteY119" fmla="*/ 85957 h 374718"/>
              <a:gd name="connsiteX120" fmla="*/ 390159 w 403612"/>
              <a:gd name="connsiteY120" fmla="*/ 92672 h 374718"/>
              <a:gd name="connsiteX121" fmla="*/ 392850 w 403612"/>
              <a:gd name="connsiteY121" fmla="*/ 106103 h 374718"/>
              <a:gd name="connsiteX122" fmla="*/ 403613 w 403612"/>
              <a:gd name="connsiteY122" fmla="*/ 362631 h 374718"/>
              <a:gd name="connsiteX123" fmla="*/ 379396 w 403612"/>
              <a:gd name="connsiteY123" fmla="*/ 365317 h 37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03612" h="374718">
                <a:moveTo>
                  <a:pt x="379396" y="374718"/>
                </a:moveTo>
                <a:lnTo>
                  <a:pt x="379396" y="374718"/>
                </a:lnTo>
                <a:lnTo>
                  <a:pt x="169517" y="268615"/>
                </a:lnTo>
                <a:lnTo>
                  <a:pt x="117048" y="290105"/>
                </a:lnTo>
                <a:lnTo>
                  <a:pt x="113012" y="284732"/>
                </a:lnTo>
                <a:lnTo>
                  <a:pt x="67269" y="273988"/>
                </a:lnTo>
                <a:lnTo>
                  <a:pt x="64578" y="271302"/>
                </a:lnTo>
                <a:lnTo>
                  <a:pt x="60542" y="267272"/>
                </a:lnTo>
                <a:lnTo>
                  <a:pt x="57851" y="264586"/>
                </a:lnTo>
                <a:lnTo>
                  <a:pt x="52470" y="253841"/>
                </a:lnTo>
                <a:lnTo>
                  <a:pt x="49779" y="248469"/>
                </a:lnTo>
                <a:lnTo>
                  <a:pt x="44397" y="245783"/>
                </a:lnTo>
                <a:lnTo>
                  <a:pt x="34979" y="244440"/>
                </a:lnTo>
                <a:lnTo>
                  <a:pt x="25562" y="244440"/>
                </a:lnTo>
                <a:lnTo>
                  <a:pt x="22871" y="241754"/>
                </a:lnTo>
                <a:lnTo>
                  <a:pt x="21526" y="237725"/>
                </a:lnTo>
                <a:lnTo>
                  <a:pt x="17490" y="233695"/>
                </a:lnTo>
                <a:lnTo>
                  <a:pt x="17490" y="226980"/>
                </a:lnTo>
                <a:lnTo>
                  <a:pt x="18835" y="222951"/>
                </a:lnTo>
                <a:lnTo>
                  <a:pt x="16144" y="216235"/>
                </a:lnTo>
                <a:lnTo>
                  <a:pt x="14799" y="214892"/>
                </a:lnTo>
                <a:lnTo>
                  <a:pt x="10763" y="204148"/>
                </a:lnTo>
                <a:lnTo>
                  <a:pt x="4036" y="197432"/>
                </a:lnTo>
                <a:lnTo>
                  <a:pt x="0" y="193403"/>
                </a:lnTo>
                <a:lnTo>
                  <a:pt x="2691" y="190717"/>
                </a:lnTo>
                <a:lnTo>
                  <a:pt x="4036" y="188031"/>
                </a:lnTo>
                <a:lnTo>
                  <a:pt x="10763" y="184002"/>
                </a:lnTo>
                <a:lnTo>
                  <a:pt x="12108" y="179972"/>
                </a:lnTo>
                <a:lnTo>
                  <a:pt x="12108" y="171914"/>
                </a:lnTo>
                <a:lnTo>
                  <a:pt x="9417" y="165199"/>
                </a:lnTo>
                <a:lnTo>
                  <a:pt x="10763" y="162512"/>
                </a:lnTo>
                <a:lnTo>
                  <a:pt x="12108" y="149082"/>
                </a:lnTo>
                <a:lnTo>
                  <a:pt x="9417" y="141023"/>
                </a:lnTo>
                <a:lnTo>
                  <a:pt x="8072" y="127592"/>
                </a:lnTo>
                <a:lnTo>
                  <a:pt x="8072" y="124906"/>
                </a:lnTo>
                <a:lnTo>
                  <a:pt x="8072" y="115505"/>
                </a:lnTo>
                <a:lnTo>
                  <a:pt x="8072" y="98045"/>
                </a:lnTo>
                <a:lnTo>
                  <a:pt x="4036" y="92672"/>
                </a:lnTo>
                <a:lnTo>
                  <a:pt x="2691" y="89986"/>
                </a:lnTo>
                <a:lnTo>
                  <a:pt x="2691" y="81928"/>
                </a:lnTo>
                <a:lnTo>
                  <a:pt x="4036" y="79241"/>
                </a:lnTo>
                <a:lnTo>
                  <a:pt x="4036" y="79241"/>
                </a:lnTo>
                <a:lnTo>
                  <a:pt x="8072" y="79241"/>
                </a:lnTo>
                <a:lnTo>
                  <a:pt x="9417" y="77899"/>
                </a:lnTo>
                <a:lnTo>
                  <a:pt x="13454" y="75212"/>
                </a:lnTo>
                <a:lnTo>
                  <a:pt x="16144" y="71183"/>
                </a:lnTo>
                <a:lnTo>
                  <a:pt x="17490" y="68497"/>
                </a:lnTo>
                <a:lnTo>
                  <a:pt x="17490" y="65811"/>
                </a:lnTo>
                <a:lnTo>
                  <a:pt x="18835" y="64468"/>
                </a:lnTo>
                <a:lnTo>
                  <a:pt x="17490" y="59095"/>
                </a:lnTo>
                <a:lnTo>
                  <a:pt x="16144" y="51037"/>
                </a:lnTo>
                <a:lnTo>
                  <a:pt x="16144" y="47008"/>
                </a:lnTo>
                <a:lnTo>
                  <a:pt x="17490" y="44322"/>
                </a:lnTo>
                <a:lnTo>
                  <a:pt x="20181" y="41635"/>
                </a:lnTo>
                <a:lnTo>
                  <a:pt x="26908" y="41635"/>
                </a:lnTo>
                <a:lnTo>
                  <a:pt x="30943" y="36263"/>
                </a:lnTo>
                <a:lnTo>
                  <a:pt x="30943" y="32234"/>
                </a:lnTo>
                <a:lnTo>
                  <a:pt x="45743" y="22832"/>
                </a:lnTo>
                <a:lnTo>
                  <a:pt x="52470" y="13431"/>
                </a:lnTo>
                <a:lnTo>
                  <a:pt x="49779" y="12088"/>
                </a:lnTo>
                <a:lnTo>
                  <a:pt x="48433" y="1343"/>
                </a:lnTo>
                <a:lnTo>
                  <a:pt x="49779" y="0"/>
                </a:lnTo>
                <a:lnTo>
                  <a:pt x="55160" y="1343"/>
                </a:lnTo>
                <a:lnTo>
                  <a:pt x="60542" y="5372"/>
                </a:lnTo>
                <a:lnTo>
                  <a:pt x="72650" y="8059"/>
                </a:lnTo>
                <a:lnTo>
                  <a:pt x="91485" y="5372"/>
                </a:lnTo>
                <a:lnTo>
                  <a:pt x="99558" y="8059"/>
                </a:lnTo>
                <a:lnTo>
                  <a:pt x="113012" y="8059"/>
                </a:lnTo>
                <a:lnTo>
                  <a:pt x="122429" y="14774"/>
                </a:lnTo>
                <a:lnTo>
                  <a:pt x="138574" y="16117"/>
                </a:lnTo>
                <a:lnTo>
                  <a:pt x="145301" y="25518"/>
                </a:lnTo>
                <a:lnTo>
                  <a:pt x="145301" y="33577"/>
                </a:lnTo>
                <a:lnTo>
                  <a:pt x="153373" y="48351"/>
                </a:lnTo>
                <a:lnTo>
                  <a:pt x="161445" y="53723"/>
                </a:lnTo>
                <a:lnTo>
                  <a:pt x="172208" y="53723"/>
                </a:lnTo>
                <a:lnTo>
                  <a:pt x="174899" y="51037"/>
                </a:lnTo>
                <a:lnTo>
                  <a:pt x="182971" y="52380"/>
                </a:lnTo>
                <a:lnTo>
                  <a:pt x="201806" y="60438"/>
                </a:lnTo>
                <a:lnTo>
                  <a:pt x="213915" y="67154"/>
                </a:lnTo>
                <a:lnTo>
                  <a:pt x="221987" y="72526"/>
                </a:lnTo>
                <a:lnTo>
                  <a:pt x="232750" y="81928"/>
                </a:lnTo>
                <a:lnTo>
                  <a:pt x="243513" y="85957"/>
                </a:lnTo>
                <a:lnTo>
                  <a:pt x="248895" y="83271"/>
                </a:lnTo>
                <a:lnTo>
                  <a:pt x="258312" y="76555"/>
                </a:lnTo>
                <a:lnTo>
                  <a:pt x="258312" y="73869"/>
                </a:lnTo>
                <a:lnTo>
                  <a:pt x="265039" y="67154"/>
                </a:lnTo>
                <a:lnTo>
                  <a:pt x="267730" y="61782"/>
                </a:lnTo>
                <a:lnTo>
                  <a:pt x="265039" y="51037"/>
                </a:lnTo>
                <a:lnTo>
                  <a:pt x="259658" y="42978"/>
                </a:lnTo>
                <a:lnTo>
                  <a:pt x="261003" y="29548"/>
                </a:lnTo>
                <a:lnTo>
                  <a:pt x="263694" y="28205"/>
                </a:lnTo>
                <a:lnTo>
                  <a:pt x="265039" y="20146"/>
                </a:lnTo>
                <a:lnTo>
                  <a:pt x="271766" y="14774"/>
                </a:lnTo>
                <a:lnTo>
                  <a:pt x="282529" y="9401"/>
                </a:lnTo>
                <a:lnTo>
                  <a:pt x="295983" y="8059"/>
                </a:lnTo>
                <a:lnTo>
                  <a:pt x="304055" y="4029"/>
                </a:lnTo>
                <a:lnTo>
                  <a:pt x="305400" y="4029"/>
                </a:lnTo>
                <a:lnTo>
                  <a:pt x="310782" y="6715"/>
                </a:lnTo>
                <a:lnTo>
                  <a:pt x="313473" y="4029"/>
                </a:lnTo>
                <a:lnTo>
                  <a:pt x="316164" y="5372"/>
                </a:lnTo>
                <a:lnTo>
                  <a:pt x="325581" y="8059"/>
                </a:lnTo>
                <a:lnTo>
                  <a:pt x="330962" y="8059"/>
                </a:lnTo>
                <a:lnTo>
                  <a:pt x="341726" y="13431"/>
                </a:lnTo>
                <a:lnTo>
                  <a:pt x="341726" y="17460"/>
                </a:lnTo>
                <a:lnTo>
                  <a:pt x="340380" y="17460"/>
                </a:lnTo>
                <a:lnTo>
                  <a:pt x="341726" y="21489"/>
                </a:lnTo>
                <a:lnTo>
                  <a:pt x="351143" y="22832"/>
                </a:lnTo>
                <a:lnTo>
                  <a:pt x="357870" y="24175"/>
                </a:lnTo>
                <a:lnTo>
                  <a:pt x="361906" y="26862"/>
                </a:lnTo>
                <a:lnTo>
                  <a:pt x="379396" y="29548"/>
                </a:lnTo>
                <a:lnTo>
                  <a:pt x="383432" y="28205"/>
                </a:lnTo>
                <a:lnTo>
                  <a:pt x="388814" y="29548"/>
                </a:lnTo>
                <a:lnTo>
                  <a:pt x="392850" y="33577"/>
                </a:lnTo>
                <a:lnTo>
                  <a:pt x="394195" y="40292"/>
                </a:lnTo>
                <a:lnTo>
                  <a:pt x="392850" y="44322"/>
                </a:lnTo>
                <a:lnTo>
                  <a:pt x="390159" y="56409"/>
                </a:lnTo>
                <a:lnTo>
                  <a:pt x="394195" y="63125"/>
                </a:lnTo>
                <a:lnTo>
                  <a:pt x="394195" y="68497"/>
                </a:lnTo>
                <a:lnTo>
                  <a:pt x="390159" y="77899"/>
                </a:lnTo>
                <a:lnTo>
                  <a:pt x="387468" y="85957"/>
                </a:lnTo>
                <a:lnTo>
                  <a:pt x="390159" y="92672"/>
                </a:lnTo>
                <a:lnTo>
                  <a:pt x="392850" y="106103"/>
                </a:lnTo>
                <a:lnTo>
                  <a:pt x="403613" y="362631"/>
                </a:lnTo>
                <a:lnTo>
                  <a:pt x="379396" y="365317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727" name="Graphic 5">
            <a:extLst>
              <a:ext uri="{FF2B5EF4-FFF2-40B4-BE49-F238E27FC236}">
                <a16:creationId xmlns:a16="http://schemas.microsoft.com/office/drawing/2014/main" id="{1D8C70F8-D691-AE1A-79A0-BFB777468548}"/>
              </a:ext>
            </a:extLst>
          </p:cNvPr>
          <p:cNvGrpSpPr/>
          <p:nvPr/>
        </p:nvGrpSpPr>
        <p:grpSpPr>
          <a:xfrm>
            <a:off x="7534111" y="3621739"/>
            <a:ext cx="102248" cy="201461"/>
            <a:chOff x="7534111" y="3621739"/>
            <a:chExt cx="102248" cy="201461"/>
          </a:xfrm>
          <a:solidFill>
            <a:srgbClr val="E5E5E4"/>
          </a:solidFill>
        </p:grpSpPr>
        <p:sp>
          <p:nvSpPr>
            <p:cNvPr id="728" name="Freeform 727">
              <a:extLst>
                <a:ext uri="{FF2B5EF4-FFF2-40B4-BE49-F238E27FC236}">
                  <a16:creationId xmlns:a16="http://schemas.microsoft.com/office/drawing/2014/main" id="{6CD35D48-A1E2-B3E5-DC25-9BD2EC866611}"/>
                </a:ext>
              </a:extLst>
            </p:cNvPr>
            <p:cNvSpPr/>
            <p:nvPr/>
          </p:nvSpPr>
          <p:spPr>
            <a:xfrm>
              <a:off x="7534111" y="3621739"/>
              <a:ext cx="102248" cy="201461"/>
            </a:xfrm>
            <a:custGeom>
              <a:avLst/>
              <a:gdLst>
                <a:gd name="connsiteX0" fmla="*/ 53815 w 102248"/>
                <a:gd name="connsiteY0" fmla="*/ 201462 h 201461"/>
                <a:gd name="connsiteX1" fmla="*/ 57851 w 102248"/>
                <a:gd name="connsiteY1" fmla="*/ 201462 h 201461"/>
                <a:gd name="connsiteX2" fmla="*/ 59196 w 102248"/>
                <a:gd name="connsiteY2" fmla="*/ 200119 h 201461"/>
                <a:gd name="connsiteX3" fmla="*/ 63233 w 102248"/>
                <a:gd name="connsiteY3" fmla="*/ 197432 h 201461"/>
                <a:gd name="connsiteX4" fmla="*/ 65923 w 102248"/>
                <a:gd name="connsiteY4" fmla="*/ 193403 h 201461"/>
                <a:gd name="connsiteX5" fmla="*/ 67269 w 102248"/>
                <a:gd name="connsiteY5" fmla="*/ 190717 h 201461"/>
                <a:gd name="connsiteX6" fmla="*/ 67269 w 102248"/>
                <a:gd name="connsiteY6" fmla="*/ 188031 h 201461"/>
                <a:gd name="connsiteX7" fmla="*/ 68614 w 102248"/>
                <a:gd name="connsiteY7" fmla="*/ 186688 h 201461"/>
                <a:gd name="connsiteX8" fmla="*/ 67269 w 102248"/>
                <a:gd name="connsiteY8" fmla="*/ 181315 h 201461"/>
                <a:gd name="connsiteX9" fmla="*/ 65923 w 102248"/>
                <a:gd name="connsiteY9" fmla="*/ 173257 h 201461"/>
                <a:gd name="connsiteX10" fmla="*/ 65923 w 102248"/>
                <a:gd name="connsiteY10" fmla="*/ 169228 h 201461"/>
                <a:gd name="connsiteX11" fmla="*/ 67269 w 102248"/>
                <a:gd name="connsiteY11" fmla="*/ 166542 h 201461"/>
                <a:gd name="connsiteX12" fmla="*/ 69960 w 102248"/>
                <a:gd name="connsiteY12" fmla="*/ 163856 h 201461"/>
                <a:gd name="connsiteX13" fmla="*/ 76687 w 102248"/>
                <a:gd name="connsiteY13" fmla="*/ 163856 h 201461"/>
                <a:gd name="connsiteX14" fmla="*/ 80723 w 102248"/>
                <a:gd name="connsiteY14" fmla="*/ 158483 h 201461"/>
                <a:gd name="connsiteX15" fmla="*/ 80723 w 102248"/>
                <a:gd name="connsiteY15" fmla="*/ 154454 h 201461"/>
                <a:gd name="connsiteX16" fmla="*/ 95522 w 102248"/>
                <a:gd name="connsiteY16" fmla="*/ 145052 h 201461"/>
                <a:gd name="connsiteX17" fmla="*/ 102249 w 102248"/>
                <a:gd name="connsiteY17" fmla="*/ 135651 h 201461"/>
                <a:gd name="connsiteX18" fmla="*/ 99558 w 102248"/>
                <a:gd name="connsiteY18" fmla="*/ 134308 h 201461"/>
                <a:gd name="connsiteX19" fmla="*/ 98212 w 102248"/>
                <a:gd name="connsiteY19" fmla="*/ 123563 h 201461"/>
                <a:gd name="connsiteX20" fmla="*/ 99558 w 102248"/>
                <a:gd name="connsiteY20" fmla="*/ 122220 h 201461"/>
                <a:gd name="connsiteX21" fmla="*/ 95522 w 102248"/>
                <a:gd name="connsiteY21" fmla="*/ 120877 h 201461"/>
                <a:gd name="connsiteX22" fmla="*/ 87449 w 102248"/>
                <a:gd name="connsiteY22" fmla="*/ 116848 h 201461"/>
                <a:gd name="connsiteX23" fmla="*/ 87449 w 102248"/>
                <a:gd name="connsiteY23" fmla="*/ 114162 h 201461"/>
                <a:gd name="connsiteX24" fmla="*/ 87449 w 102248"/>
                <a:gd name="connsiteY24" fmla="*/ 110132 h 201461"/>
                <a:gd name="connsiteX25" fmla="*/ 83414 w 102248"/>
                <a:gd name="connsiteY25" fmla="*/ 107446 h 201461"/>
                <a:gd name="connsiteX26" fmla="*/ 82068 w 102248"/>
                <a:gd name="connsiteY26" fmla="*/ 108789 h 201461"/>
                <a:gd name="connsiteX27" fmla="*/ 82068 w 102248"/>
                <a:gd name="connsiteY27" fmla="*/ 111475 h 201461"/>
                <a:gd name="connsiteX28" fmla="*/ 80723 w 102248"/>
                <a:gd name="connsiteY28" fmla="*/ 112819 h 201461"/>
                <a:gd name="connsiteX29" fmla="*/ 76687 w 102248"/>
                <a:gd name="connsiteY29" fmla="*/ 111475 h 201461"/>
                <a:gd name="connsiteX30" fmla="*/ 75341 w 102248"/>
                <a:gd name="connsiteY30" fmla="*/ 107446 h 201461"/>
                <a:gd name="connsiteX31" fmla="*/ 71305 w 102248"/>
                <a:gd name="connsiteY31" fmla="*/ 107446 h 201461"/>
                <a:gd name="connsiteX32" fmla="*/ 63233 w 102248"/>
                <a:gd name="connsiteY32" fmla="*/ 102074 h 201461"/>
                <a:gd name="connsiteX33" fmla="*/ 59196 w 102248"/>
                <a:gd name="connsiteY33" fmla="*/ 95359 h 201461"/>
                <a:gd name="connsiteX34" fmla="*/ 61887 w 102248"/>
                <a:gd name="connsiteY34" fmla="*/ 87300 h 201461"/>
                <a:gd name="connsiteX35" fmla="*/ 75341 w 102248"/>
                <a:gd name="connsiteY35" fmla="*/ 77899 h 201461"/>
                <a:gd name="connsiteX36" fmla="*/ 82068 w 102248"/>
                <a:gd name="connsiteY36" fmla="*/ 71183 h 201461"/>
                <a:gd name="connsiteX37" fmla="*/ 84759 w 102248"/>
                <a:gd name="connsiteY37" fmla="*/ 68497 h 201461"/>
                <a:gd name="connsiteX38" fmla="*/ 82068 w 102248"/>
                <a:gd name="connsiteY38" fmla="*/ 65811 h 201461"/>
                <a:gd name="connsiteX39" fmla="*/ 84759 w 102248"/>
                <a:gd name="connsiteY39" fmla="*/ 63125 h 201461"/>
                <a:gd name="connsiteX40" fmla="*/ 83414 w 102248"/>
                <a:gd name="connsiteY40" fmla="*/ 59096 h 201461"/>
                <a:gd name="connsiteX41" fmla="*/ 82068 w 102248"/>
                <a:gd name="connsiteY41" fmla="*/ 57752 h 201461"/>
                <a:gd name="connsiteX42" fmla="*/ 82068 w 102248"/>
                <a:gd name="connsiteY42" fmla="*/ 49694 h 201461"/>
                <a:gd name="connsiteX43" fmla="*/ 73996 w 102248"/>
                <a:gd name="connsiteY43" fmla="*/ 45665 h 201461"/>
                <a:gd name="connsiteX44" fmla="*/ 68614 w 102248"/>
                <a:gd name="connsiteY44" fmla="*/ 37606 h 201461"/>
                <a:gd name="connsiteX45" fmla="*/ 68614 w 102248"/>
                <a:gd name="connsiteY45" fmla="*/ 30891 h 201461"/>
                <a:gd name="connsiteX46" fmla="*/ 75341 w 102248"/>
                <a:gd name="connsiteY46" fmla="*/ 26862 h 201461"/>
                <a:gd name="connsiteX47" fmla="*/ 75341 w 102248"/>
                <a:gd name="connsiteY47" fmla="*/ 21489 h 201461"/>
                <a:gd name="connsiteX48" fmla="*/ 80723 w 102248"/>
                <a:gd name="connsiteY48" fmla="*/ 13431 h 201461"/>
                <a:gd name="connsiteX49" fmla="*/ 80723 w 102248"/>
                <a:gd name="connsiteY49" fmla="*/ 9402 h 201461"/>
                <a:gd name="connsiteX50" fmla="*/ 79377 w 102248"/>
                <a:gd name="connsiteY50" fmla="*/ 6715 h 201461"/>
                <a:gd name="connsiteX51" fmla="*/ 69960 w 102248"/>
                <a:gd name="connsiteY51" fmla="*/ 16117 h 201461"/>
                <a:gd name="connsiteX52" fmla="*/ 65923 w 102248"/>
                <a:gd name="connsiteY52" fmla="*/ 18803 h 201461"/>
                <a:gd name="connsiteX53" fmla="*/ 63233 w 102248"/>
                <a:gd name="connsiteY53" fmla="*/ 17460 h 201461"/>
                <a:gd name="connsiteX54" fmla="*/ 60542 w 102248"/>
                <a:gd name="connsiteY54" fmla="*/ 8059 h 201461"/>
                <a:gd name="connsiteX55" fmla="*/ 57851 w 102248"/>
                <a:gd name="connsiteY55" fmla="*/ 8059 h 201461"/>
                <a:gd name="connsiteX56" fmla="*/ 57851 w 102248"/>
                <a:gd name="connsiteY56" fmla="*/ 2686 h 201461"/>
                <a:gd name="connsiteX57" fmla="*/ 53815 w 102248"/>
                <a:gd name="connsiteY57" fmla="*/ 0 h 201461"/>
                <a:gd name="connsiteX58" fmla="*/ 48434 w 102248"/>
                <a:gd name="connsiteY58" fmla="*/ 1343 h 201461"/>
                <a:gd name="connsiteX59" fmla="*/ 48434 w 102248"/>
                <a:gd name="connsiteY59" fmla="*/ 4029 h 201461"/>
                <a:gd name="connsiteX60" fmla="*/ 45743 w 102248"/>
                <a:gd name="connsiteY60" fmla="*/ 1343 h 201461"/>
                <a:gd name="connsiteX61" fmla="*/ 39016 w 102248"/>
                <a:gd name="connsiteY61" fmla="*/ 2686 h 201461"/>
                <a:gd name="connsiteX62" fmla="*/ 29598 w 102248"/>
                <a:gd name="connsiteY62" fmla="*/ 6715 h 201461"/>
                <a:gd name="connsiteX63" fmla="*/ 22872 w 102248"/>
                <a:gd name="connsiteY63" fmla="*/ 13431 h 201461"/>
                <a:gd name="connsiteX64" fmla="*/ 22872 w 102248"/>
                <a:gd name="connsiteY64" fmla="*/ 13431 h 201461"/>
                <a:gd name="connsiteX65" fmla="*/ 21526 w 102248"/>
                <a:gd name="connsiteY65" fmla="*/ 16117 h 201461"/>
                <a:gd name="connsiteX66" fmla="*/ 22872 w 102248"/>
                <a:gd name="connsiteY66" fmla="*/ 20146 h 201461"/>
                <a:gd name="connsiteX67" fmla="*/ 21526 w 102248"/>
                <a:gd name="connsiteY67" fmla="*/ 26862 h 201461"/>
                <a:gd name="connsiteX68" fmla="*/ 21526 w 102248"/>
                <a:gd name="connsiteY68" fmla="*/ 36263 h 201461"/>
                <a:gd name="connsiteX69" fmla="*/ 17490 w 102248"/>
                <a:gd name="connsiteY69" fmla="*/ 47008 h 201461"/>
                <a:gd name="connsiteX70" fmla="*/ 18835 w 102248"/>
                <a:gd name="connsiteY70" fmla="*/ 55066 h 201461"/>
                <a:gd name="connsiteX71" fmla="*/ 22872 w 102248"/>
                <a:gd name="connsiteY71" fmla="*/ 57752 h 201461"/>
                <a:gd name="connsiteX72" fmla="*/ 22872 w 102248"/>
                <a:gd name="connsiteY72" fmla="*/ 60438 h 201461"/>
                <a:gd name="connsiteX73" fmla="*/ 20181 w 102248"/>
                <a:gd name="connsiteY73" fmla="*/ 61782 h 201461"/>
                <a:gd name="connsiteX74" fmla="*/ 18835 w 102248"/>
                <a:gd name="connsiteY74" fmla="*/ 65811 h 201461"/>
                <a:gd name="connsiteX75" fmla="*/ 21526 w 102248"/>
                <a:gd name="connsiteY75" fmla="*/ 69840 h 201461"/>
                <a:gd name="connsiteX76" fmla="*/ 20181 w 102248"/>
                <a:gd name="connsiteY76" fmla="*/ 72526 h 201461"/>
                <a:gd name="connsiteX77" fmla="*/ 17490 w 102248"/>
                <a:gd name="connsiteY77" fmla="*/ 80585 h 201461"/>
                <a:gd name="connsiteX78" fmla="*/ 14799 w 102248"/>
                <a:gd name="connsiteY78" fmla="*/ 83271 h 201461"/>
                <a:gd name="connsiteX79" fmla="*/ 12108 w 102248"/>
                <a:gd name="connsiteY79" fmla="*/ 87300 h 201461"/>
                <a:gd name="connsiteX80" fmla="*/ 9418 w 102248"/>
                <a:gd name="connsiteY80" fmla="*/ 87300 h 201461"/>
                <a:gd name="connsiteX81" fmla="*/ 2691 w 102248"/>
                <a:gd name="connsiteY81" fmla="*/ 95359 h 201461"/>
                <a:gd name="connsiteX82" fmla="*/ 0 w 102248"/>
                <a:gd name="connsiteY82" fmla="*/ 107446 h 201461"/>
                <a:gd name="connsiteX83" fmla="*/ 1345 w 102248"/>
                <a:gd name="connsiteY83" fmla="*/ 108789 h 201461"/>
                <a:gd name="connsiteX84" fmla="*/ 5381 w 102248"/>
                <a:gd name="connsiteY84" fmla="*/ 115505 h 201461"/>
                <a:gd name="connsiteX85" fmla="*/ 4036 w 102248"/>
                <a:gd name="connsiteY85" fmla="*/ 118191 h 201461"/>
                <a:gd name="connsiteX86" fmla="*/ 6727 w 102248"/>
                <a:gd name="connsiteY86" fmla="*/ 123563 h 201461"/>
                <a:gd name="connsiteX87" fmla="*/ 9418 w 102248"/>
                <a:gd name="connsiteY87" fmla="*/ 123563 h 201461"/>
                <a:gd name="connsiteX88" fmla="*/ 17490 w 102248"/>
                <a:gd name="connsiteY88" fmla="*/ 130279 h 201461"/>
                <a:gd name="connsiteX89" fmla="*/ 18835 w 102248"/>
                <a:gd name="connsiteY89" fmla="*/ 136994 h 201461"/>
                <a:gd name="connsiteX90" fmla="*/ 24217 w 102248"/>
                <a:gd name="connsiteY90" fmla="*/ 139680 h 201461"/>
                <a:gd name="connsiteX91" fmla="*/ 26908 w 102248"/>
                <a:gd name="connsiteY91" fmla="*/ 142366 h 201461"/>
                <a:gd name="connsiteX92" fmla="*/ 30943 w 102248"/>
                <a:gd name="connsiteY92" fmla="*/ 142366 h 201461"/>
                <a:gd name="connsiteX93" fmla="*/ 37670 w 102248"/>
                <a:gd name="connsiteY93" fmla="*/ 150425 h 201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02248" h="201461">
                  <a:moveTo>
                    <a:pt x="53815" y="201462"/>
                  </a:moveTo>
                  <a:lnTo>
                    <a:pt x="57851" y="201462"/>
                  </a:lnTo>
                  <a:lnTo>
                    <a:pt x="59196" y="200119"/>
                  </a:lnTo>
                  <a:lnTo>
                    <a:pt x="63233" y="197432"/>
                  </a:lnTo>
                  <a:lnTo>
                    <a:pt x="65923" y="193403"/>
                  </a:lnTo>
                  <a:lnTo>
                    <a:pt x="67269" y="190717"/>
                  </a:lnTo>
                  <a:lnTo>
                    <a:pt x="67269" y="188031"/>
                  </a:lnTo>
                  <a:lnTo>
                    <a:pt x="68614" y="186688"/>
                  </a:lnTo>
                  <a:lnTo>
                    <a:pt x="67269" y="181315"/>
                  </a:lnTo>
                  <a:lnTo>
                    <a:pt x="65923" y="173257"/>
                  </a:lnTo>
                  <a:lnTo>
                    <a:pt x="65923" y="169228"/>
                  </a:lnTo>
                  <a:lnTo>
                    <a:pt x="67269" y="166542"/>
                  </a:lnTo>
                  <a:lnTo>
                    <a:pt x="69960" y="163856"/>
                  </a:lnTo>
                  <a:lnTo>
                    <a:pt x="76687" y="163856"/>
                  </a:lnTo>
                  <a:lnTo>
                    <a:pt x="80723" y="158483"/>
                  </a:lnTo>
                  <a:lnTo>
                    <a:pt x="80723" y="154454"/>
                  </a:lnTo>
                  <a:lnTo>
                    <a:pt x="95522" y="145052"/>
                  </a:lnTo>
                  <a:lnTo>
                    <a:pt x="102249" y="135651"/>
                  </a:lnTo>
                  <a:lnTo>
                    <a:pt x="99558" y="134308"/>
                  </a:lnTo>
                  <a:lnTo>
                    <a:pt x="98212" y="123563"/>
                  </a:lnTo>
                  <a:lnTo>
                    <a:pt x="99558" y="122220"/>
                  </a:lnTo>
                  <a:lnTo>
                    <a:pt x="95522" y="120877"/>
                  </a:lnTo>
                  <a:lnTo>
                    <a:pt x="87449" y="116848"/>
                  </a:lnTo>
                  <a:lnTo>
                    <a:pt x="87449" y="114162"/>
                  </a:lnTo>
                  <a:lnTo>
                    <a:pt x="87449" y="110132"/>
                  </a:lnTo>
                  <a:lnTo>
                    <a:pt x="83414" y="107446"/>
                  </a:lnTo>
                  <a:lnTo>
                    <a:pt x="82068" y="108789"/>
                  </a:lnTo>
                  <a:lnTo>
                    <a:pt x="82068" y="111475"/>
                  </a:lnTo>
                  <a:lnTo>
                    <a:pt x="80723" y="112819"/>
                  </a:lnTo>
                  <a:lnTo>
                    <a:pt x="76687" y="111475"/>
                  </a:lnTo>
                  <a:lnTo>
                    <a:pt x="75341" y="107446"/>
                  </a:lnTo>
                  <a:lnTo>
                    <a:pt x="71305" y="107446"/>
                  </a:lnTo>
                  <a:lnTo>
                    <a:pt x="63233" y="102074"/>
                  </a:lnTo>
                  <a:lnTo>
                    <a:pt x="59196" y="95359"/>
                  </a:lnTo>
                  <a:lnTo>
                    <a:pt x="61887" y="87300"/>
                  </a:lnTo>
                  <a:lnTo>
                    <a:pt x="75341" y="77899"/>
                  </a:lnTo>
                  <a:lnTo>
                    <a:pt x="82068" y="71183"/>
                  </a:lnTo>
                  <a:lnTo>
                    <a:pt x="84759" y="68497"/>
                  </a:lnTo>
                  <a:lnTo>
                    <a:pt x="82068" y="65811"/>
                  </a:lnTo>
                  <a:lnTo>
                    <a:pt x="84759" y="63125"/>
                  </a:lnTo>
                  <a:lnTo>
                    <a:pt x="83414" y="59096"/>
                  </a:lnTo>
                  <a:lnTo>
                    <a:pt x="82068" y="57752"/>
                  </a:lnTo>
                  <a:lnTo>
                    <a:pt x="82068" y="49694"/>
                  </a:lnTo>
                  <a:lnTo>
                    <a:pt x="73996" y="45665"/>
                  </a:lnTo>
                  <a:lnTo>
                    <a:pt x="68614" y="37606"/>
                  </a:lnTo>
                  <a:lnTo>
                    <a:pt x="68614" y="30891"/>
                  </a:lnTo>
                  <a:lnTo>
                    <a:pt x="75341" y="26862"/>
                  </a:lnTo>
                  <a:lnTo>
                    <a:pt x="75341" y="21489"/>
                  </a:lnTo>
                  <a:lnTo>
                    <a:pt x="80723" y="13431"/>
                  </a:lnTo>
                  <a:lnTo>
                    <a:pt x="80723" y="9402"/>
                  </a:lnTo>
                  <a:lnTo>
                    <a:pt x="79377" y="6715"/>
                  </a:lnTo>
                  <a:lnTo>
                    <a:pt x="69960" y="16117"/>
                  </a:lnTo>
                  <a:lnTo>
                    <a:pt x="65923" y="18803"/>
                  </a:lnTo>
                  <a:lnTo>
                    <a:pt x="63233" y="17460"/>
                  </a:lnTo>
                  <a:lnTo>
                    <a:pt x="60542" y="8059"/>
                  </a:lnTo>
                  <a:lnTo>
                    <a:pt x="57851" y="8059"/>
                  </a:lnTo>
                  <a:lnTo>
                    <a:pt x="57851" y="2686"/>
                  </a:lnTo>
                  <a:lnTo>
                    <a:pt x="53815" y="0"/>
                  </a:lnTo>
                  <a:lnTo>
                    <a:pt x="48434" y="1343"/>
                  </a:lnTo>
                  <a:lnTo>
                    <a:pt x="48434" y="4029"/>
                  </a:lnTo>
                  <a:lnTo>
                    <a:pt x="45743" y="1343"/>
                  </a:lnTo>
                  <a:lnTo>
                    <a:pt x="39016" y="2686"/>
                  </a:lnTo>
                  <a:lnTo>
                    <a:pt x="29598" y="6715"/>
                  </a:lnTo>
                  <a:lnTo>
                    <a:pt x="22872" y="13431"/>
                  </a:lnTo>
                  <a:lnTo>
                    <a:pt x="22872" y="13431"/>
                  </a:lnTo>
                  <a:lnTo>
                    <a:pt x="21526" y="16117"/>
                  </a:lnTo>
                  <a:lnTo>
                    <a:pt x="22872" y="20146"/>
                  </a:lnTo>
                  <a:lnTo>
                    <a:pt x="21526" y="26862"/>
                  </a:lnTo>
                  <a:lnTo>
                    <a:pt x="21526" y="36263"/>
                  </a:lnTo>
                  <a:lnTo>
                    <a:pt x="17490" y="47008"/>
                  </a:lnTo>
                  <a:lnTo>
                    <a:pt x="18835" y="55066"/>
                  </a:lnTo>
                  <a:lnTo>
                    <a:pt x="22872" y="57752"/>
                  </a:lnTo>
                  <a:lnTo>
                    <a:pt x="22872" y="60438"/>
                  </a:lnTo>
                  <a:lnTo>
                    <a:pt x="20181" y="61782"/>
                  </a:lnTo>
                  <a:lnTo>
                    <a:pt x="18835" y="65811"/>
                  </a:lnTo>
                  <a:lnTo>
                    <a:pt x="21526" y="69840"/>
                  </a:lnTo>
                  <a:lnTo>
                    <a:pt x="20181" y="72526"/>
                  </a:lnTo>
                  <a:lnTo>
                    <a:pt x="17490" y="80585"/>
                  </a:lnTo>
                  <a:lnTo>
                    <a:pt x="14799" y="83271"/>
                  </a:lnTo>
                  <a:lnTo>
                    <a:pt x="12108" y="87300"/>
                  </a:lnTo>
                  <a:lnTo>
                    <a:pt x="9418" y="87300"/>
                  </a:lnTo>
                  <a:lnTo>
                    <a:pt x="2691" y="95359"/>
                  </a:lnTo>
                  <a:lnTo>
                    <a:pt x="0" y="107446"/>
                  </a:lnTo>
                  <a:lnTo>
                    <a:pt x="1345" y="108789"/>
                  </a:lnTo>
                  <a:lnTo>
                    <a:pt x="5381" y="115505"/>
                  </a:lnTo>
                  <a:lnTo>
                    <a:pt x="4036" y="118191"/>
                  </a:lnTo>
                  <a:lnTo>
                    <a:pt x="6727" y="123563"/>
                  </a:lnTo>
                  <a:lnTo>
                    <a:pt x="9418" y="123563"/>
                  </a:lnTo>
                  <a:lnTo>
                    <a:pt x="17490" y="130279"/>
                  </a:lnTo>
                  <a:lnTo>
                    <a:pt x="18835" y="136994"/>
                  </a:lnTo>
                  <a:lnTo>
                    <a:pt x="24217" y="139680"/>
                  </a:lnTo>
                  <a:lnTo>
                    <a:pt x="26908" y="142366"/>
                  </a:lnTo>
                  <a:lnTo>
                    <a:pt x="30943" y="142366"/>
                  </a:lnTo>
                  <a:lnTo>
                    <a:pt x="37670" y="15042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29" name="Freeform 728">
              <a:extLst>
                <a:ext uri="{FF2B5EF4-FFF2-40B4-BE49-F238E27FC236}">
                  <a16:creationId xmlns:a16="http://schemas.microsoft.com/office/drawing/2014/main" id="{740E9761-B67B-00F2-BB05-3D59B0649590}"/>
                </a:ext>
              </a:extLst>
            </p:cNvPr>
            <p:cNvSpPr/>
            <p:nvPr/>
          </p:nvSpPr>
          <p:spPr>
            <a:xfrm>
              <a:off x="7610798" y="3723813"/>
              <a:ext cx="8071" cy="5372"/>
            </a:xfrm>
            <a:custGeom>
              <a:avLst/>
              <a:gdLst>
                <a:gd name="connsiteX0" fmla="*/ 0 w 8071"/>
                <a:gd name="connsiteY0" fmla="*/ 1343 h 5372"/>
                <a:gd name="connsiteX1" fmla="*/ 1345 w 8071"/>
                <a:gd name="connsiteY1" fmla="*/ 0 h 5372"/>
                <a:gd name="connsiteX2" fmla="*/ 5381 w 8071"/>
                <a:gd name="connsiteY2" fmla="*/ 0 h 5372"/>
                <a:gd name="connsiteX3" fmla="*/ 8072 w 8071"/>
                <a:gd name="connsiteY3" fmla="*/ 2686 h 5372"/>
                <a:gd name="connsiteX4" fmla="*/ 4036 w 8071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1" h="5372">
                  <a:moveTo>
                    <a:pt x="0" y="1343"/>
                  </a:moveTo>
                  <a:lnTo>
                    <a:pt x="1345" y="0"/>
                  </a:lnTo>
                  <a:lnTo>
                    <a:pt x="5381" y="0"/>
                  </a:lnTo>
                  <a:lnTo>
                    <a:pt x="8072" y="2686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730" name="Freeform 729">
            <a:extLst>
              <a:ext uri="{FF2B5EF4-FFF2-40B4-BE49-F238E27FC236}">
                <a16:creationId xmlns:a16="http://schemas.microsoft.com/office/drawing/2014/main" id="{2A7F9605-294A-BF99-949E-1B582435C4AC}"/>
              </a:ext>
            </a:extLst>
          </p:cNvPr>
          <p:cNvSpPr/>
          <p:nvPr/>
        </p:nvSpPr>
        <p:spPr>
          <a:xfrm>
            <a:off x="7130498" y="3628454"/>
            <a:ext cx="520660" cy="504997"/>
          </a:xfrm>
          <a:custGeom>
            <a:avLst/>
            <a:gdLst>
              <a:gd name="connsiteX0" fmla="*/ 520661 w 520660"/>
              <a:gd name="connsiteY0" fmla="*/ 389492 h 504997"/>
              <a:gd name="connsiteX1" fmla="*/ 403613 w 520660"/>
              <a:gd name="connsiteY1" fmla="*/ 462019 h 504997"/>
              <a:gd name="connsiteX2" fmla="*/ 371324 w 520660"/>
              <a:gd name="connsiteY2" fmla="*/ 491566 h 504997"/>
              <a:gd name="connsiteX3" fmla="*/ 332308 w 520660"/>
              <a:gd name="connsiteY3" fmla="*/ 500968 h 504997"/>
              <a:gd name="connsiteX4" fmla="*/ 332308 w 520660"/>
              <a:gd name="connsiteY4" fmla="*/ 500968 h 504997"/>
              <a:gd name="connsiteX5" fmla="*/ 332308 w 520660"/>
              <a:gd name="connsiteY5" fmla="*/ 500968 h 504997"/>
              <a:gd name="connsiteX6" fmla="*/ 322890 w 520660"/>
              <a:gd name="connsiteY6" fmla="*/ 503654 h 504997"/>
              <a:gd name="connsiteX7" fmla="*/ 310782 w 520660"/>
              <a:gd name="connsiteY7" fmla="*/ 504997 h 504997"/>
              <a:gd name="connsiteX8" fmla="*/ 304055 w 520660"/>
              <a:gd name="connsiteY8" fmla="*/ 502311 h 504997"/>
              <a:gd name="connsiteX9" fmla="*/ 302710 w 520660"/>
              <a:gd name="connsiteY9" fmla="*/ 498282 h 504997"/>
              <a:gd name="connsiteX10" fmla="*/ 305401 w 520660"/>
              <a:gd name="connsiteY10" fmla="*/ 490223 h 504997"/>
              <a:gd name="connsiteX11" fmla="*/ 305401 w 520660"/>
              <a:gd name="connsiteY11" fmla="*/ 486194 h 504997"/>
              <a:gd name="connsiteX12" fmla="*/ 300019 w 520660"/>
              <a:gd name="connsiteY12" fmla="*/ 482165 h 504997"/>
              <a:gd name="connsiteX13" fmla="*/ 294637 w 520660"/>
              <a:gd name="connsiteY13" fmla="*/ 480822 h 504997"/>
              <a:gd name="connsiteX14" fmla="*/ 289256 w 520660"/>
              <a:gd name="connsiteY14" fmla="*/ 475449 h 504997"/>
              <a:gd name="connsiteX15" fmla="*/ 282529 w 520660"/>
              <a:gd name="connsiteY15" fmla="*/ 472763 h 504997"/>
              <a:gd name="connsiteX16" fmla="*/ 271766 w 520660"/>
              <a:gd name="connsiteY16" fmla="*/ 472763 h 504997"/>
              <a:gd name="connsiteX17" fmla="*/ 266384 w 520660"/>
              <a:gd name="connsiteY17" fmla="*/ 467391 h 504997"/>
              <a:gd name="connsiteX18" fmla="*/ 263694 w 520660"/>
              <a:gd name="connsiteY18" fmla="*/ 455303 h 504997"/>
              <a:gd name="connsiteX19" fmla="*/ 94176 w 520660"/>
              <a:gd name="connsiteY19" fmla="*/ 342485 h 504997"/>
              <a:gd name="connsiteX20" fmla="*/ 94176 w 520660"/>
              <a:gd name="connsiteY20" fmla="*/ 342485 h 504997"/>
              <a:gd name="connsiteX21" fmla="*/ 0 w 520660"/>
              <a:gd name="connsiteY21" fmla="*/ 279360 h 504997"/>
              <a:gd name="connsiteX22" fmla="*/ 0 w 520660"/>
              <a:gd name="connsiteY22" fmla="*/ 279360 h 504997"/>
              <a:gd name="connsiteX23" fmla="*/ 0 w 520660"/>
              <a:gd name="connsiteY23" fmla="*/ 279360 h 504997"/>
              <a:gd name="connsiteX24" fmla="*/ 0 w 520660"/>
              <a:gd name="connsiteY24" fmla="*/ 272645 h 504997"/>
              <a:gd name="connsiteX25" fmla="*/ 0 w 520660"/>
              <a:gd name="connsiteY25" fmla="*/ 272645 h 504997"/>
              <a:gd name="connsiteX26" fmla="*/ 0 w 520660"/>
              <a:gd name="connsiteY26" fmla="*/ 249812 h 504997"/>
              <a:gd name="connsiteX27" fmla="*/ 12108 w 520660"/>
              <a:gd name="connsiteY27" fmla="*/ 241754 h 504997"/>
              <a:gd name="connsiteX28" fmla="*/ 17490 w 520660"/>
              <a:gd name="connsiteY28" fmla="*/ 235038 h 504997"/>
              <a:gd name="connsiteX29" fmla="*/ 24217 w 520660"/>
              <a:gd name="connsiteY29" fmla="*/ 229666 h 504997"/>
              <a:gd name="connsiteX30" fmla="*/ 39016 w 520660"/>
              <a:gd name="connsiteY30" fmla="*/ 226980 h 504997"/>
              <a:gd name="connsiteX31" fmla="*/ 45743 w 520660"/>
              <a:gd name="connsiteY31" fmla="*/ 226980 h 504997"/>
              <a:gd name="connsiteX32" fmla="*/ 51124 w 520660"/>
              <a:gd name="connsiteY32" fmla="*/ 225637 h 504997"/>
              <a:gd name="connsiteX33" fmla="*/ 60542 w 520660"/>
              <a:gd name="connsiteY33" fmla="*/ 225637 h 504997"/>
              <a:gd name="connsiteX34" fmla="*/ 71305 w 520660"/>
              <a:gd name="connsiteY34" fmla="*/ 222951 h 504997"/>
              <a:gd name="connsiteX35" fmla="*/ 91485 w 520660"/>
              <a:gd name="connsiteY35" fmla="*/ 210863 h 504997"/>
              <a:gd name="connsiteX36" fmla="*/ 119738 w 520660"/>
              <a:gd name="connsiteY36" fmla="*/ 194746 h 504997"/>
              <a:gd name="connsiteX37" fmla="*/ 137229 w 520660"/>
              <a:gd name="connsiteY37" fmla="*/ 182659 h 504997"/>
              <a:gd name="connsiteX38" fmla="*/ 139919 w 520660"/>
              <a:gd name="connsiteY38" fmla="*/ 177286 h 504997"/>
              <a:gd name="connsiteX39" fmla="*/ 139919 w 520660"/>
              <a:gd name="connsiteY39" fmla="*/ 169228 h 504997"/>
              <a:gd name="connsiteX40" fmla="*/ 142610 w 520660"/>
              <a:gd name="connsiteY40" fmla="*/ 163856 h 504997"/>
              <a:gd name="connsiteX41" fmla="*/ 147991 w 520660"/>
              <a:gd name="connsiteY41" fmla="*/ 158483 h 504997"/>
              <a:gd name="connsiteX42" fmla="*/ 153373 w 520660"/>
              <a:gd name="connsiteY42" fmla="*/ 147738 h 504997"/>
              <a:gd name="connsiteX43" fmla="*/ 160100 w 520660"/>
              <a:gd name="connsiteY43" fmla="*/ 147738 h 504997"/>
              <a:gd name="connsiteX44" fmla="*/ 191044 w 520660"/>
              <a:gd name="connsiteY44" fmla="*/ 147738 h 504997"/>
              <a:gd name="connsiteX45" fmla="*/ 193734 w 520660"/>
              <a:gd name="connsiteY45" fmla="*/ 142366 h 504997"/>
              <a:gd name="connsiteX46" fmla="*/ 193734 w 520660"/>
              <a:gd name="connsiteY46" fmla="*/ 141023 h 504997"/>
              <a:gd name="connsiteX47" fmla="*/ 196425 w 520660"/>
              <a:gd name="connsiteY47" fmla="*/ 132965 h 504997"/>
              <a:gd name="connsiteX48" fmla="*/ 195080 w 520660"/>
              <a:gd name="connsiteY48" fmla="*/ 131622 h 504997"/>
              <a:gd name="connsiteX49" fmla="*/ 191044 w 520660"/>
              <a:gd name="connsiteY49" fmla="*/ 131622 h 504997"/>
              <a:gd name="connsiteX50" fmla="*/ 188353 w 520660"/>
              <a:gd name="connsiteY50" fmla="*/ 128935 h 504997"/>
              <a:gd name="connsiteX51" fmla="*/ 184317 w 520660"/>
              <a:gd name="connsiteY51" fmla="*/ 127592 h 504997"/>
              <a:gd name="connsiteX52" fmla="*/ 182971 w 520660"/>
              <a:gd name="connsiteY52" fmla="*/ 123563 h 504997"/>
              <a:gd name="connsiteX53" fmla="*/ 180280 w 520660"/>
              <a:gd name="connsiteY53" fmla="*/ 115505 h 504997"/>
              <a:gd name="connsiteX54" fmla="*/ 177590 w 520660"/>
              <a:gd name="connsiteY54" fmla="*/ 96702 h 504997"/>
              <a:gd name="connsiteX55" fmla="*/ 176244 w 520660"/>
              <a:gd name="connsiteY55" fmla="*/ 91329 h 504997"/>
              <a:gd name="connsiteX56" fmla="*/ 176244 w 520660"/>
              <a:gd name="connsiteY56" fmla="*/ 81928 h 504997"/>
              <a:gd name="connsiteX57" fmla="*/ 176244 w 520660"/>
              <a:gd name="connsiteY57" fmla="*/ 73869 h 504997"/>
              <a:gd name="connsiteX58" fmla="*/ 174899 w 520660"/>
              <a:gd name="connsiteY58" fmla="*/ 71183 h 504997"/>
              <a:gd name="connsiteX59" fmla="*/ 174899 w 520660"/>
              <a:gd name="connsiteY59" fmla="*/ 67154 h 504997"/>
              <a:gd name="connsiteX60" fmla="*/ 172208 w 520660"/>
              <a:gd name="connsiteY60" fmla="*/ 63125 h 504997"/>
              <a:gd name="connsiteX61" fmla="*/ 170863 w 520660"/>
              <a:gd name="connsiteY61" fmla="*/ 60438 h 504997"/>
              <a:gd name="connsiteX62" fmla="*/ 168172 w 520660"/>
              <a:gd name="connsiteY62" fmla="*/ 57752 h 504997"/>
              <a:gd name="connsiteX63" fmla="*/ 176244 w 520660"/>
              <a:gd name="connsiteY63" fmla="*/ 56409 h 504997"/>
              <a:gd name="connsiteX64" fmla="*/ 184317 w 520660"/>
              <a:gd name="connsiteY64" fmla="*/ 53723 h 504997"/>
              <a:gd name="connsiteX65" fmla="*/ 188353 w 520660"/>
              <a:gd name="connsiteY65" fmla="*/ 49694 h 504997"/>
              <a:gd name="connsiteX66" fmla="*/ 189698 w 520660"/>
              <a:gd name="connsiteY66" fmla="*/ 45665 h 504997"/>
              <a:gd name="connsiteX67" fmla="*/ 192389 w 520660"/>
              <a:gd name="connsiteY67" fmla="*/ 42979 h 504997"/>
              <a:gd name="connsiteX68" fmla="*/ 199116 w 520660"/>
              <a:gd name="connsiteY68" fmla="*/ 40292 h 504997"/>
              <a:gd name="connsiteX69" fmla="*/ 205842 w 520660"/>
              <a:gd name="connsiteY69" fmla="*/ 38949 h 504997"/>
              <a:gd name="connsiteX70" fmla="*/ 208533 w 520660"/>
              <a:gd name="connsiteY70" fmla="*/ 37606 h 504997"/>
              <a:gd name="connsiteX71" fmla="*/ 211224 w 520660"/>
              <a:gd name="connsiteY71" fmla="*/ 34920 h 504997"/>
              <a:gd name="connsiteX72" fmla="*/ 213915 w 520660"/>
              <a:gd name="connsiteY72" fmla="*/ 34920 h 504997"/>
              <a:gd name="connsiteX73" fmla="*/ 216606 w 520660"/>
              <a:gd name="connsiteY73" fmla="*/ 36263 h 504997"/>
              <a:gd name="connsiteX74" fmla="*/ 219296 w 520660"/>
              <a:gd name="connsiteY74" fmla="*/ 36263 h 504997"/>
              <a:gd name="connsiteX75" fmla="*/ 221987 w 520660"/>
              <a:gd name="connsiteY75" fmla="*/ 32234 h 504997"/>
              <a:gd name="connsiteX76" fmla="*/ 221987 w 520660"/>
              <a:gd name="connsiteY76" fmla="*/ 28205 h 504997"/>
              <a:gd name="connsiteX77" fmla="*/ 228714 w 520660"/>
              <a:gd name="connsiteY77" fmla="*/ 24175 h 504997"/>
              <a:gd name="connsiteX78" fmla="*/ 232750 w 520660"/>
              <a:gd name="connsiteY78" fmla="*/ 24175 h 504997"/>
              <a:gd name="connsiteX79" fmla="*/ 239477 w 520660"/>
              <a:gd name="connsiteY79" fmla="*/ 24175 h 504997"/>
              <a:gd name="connsiteX80" fmla="*/ 251586 w 520660"/>
              <a:gd name="connsiteY80" fmla="*/ 13431 h 504997"/>
              <a:gd name="connsiteX81" fmla="*/ 258312 w 520660"/>
              <a:gd name="connsiteY81" fmla="*/ 14774 h 504997"/>
              <a:gd name="connsiteX82" fmla="*/ 267730 w 520660"/>
              <a:gd name="connsiteY82" fmla="*/ 14774 h 504997"/>
              <a:gd name="connsiteX83" fmla="*/ 273111 w 520660"/>
              <a:gd name="connsiteY83" fmla="*/ 12088 h 504997"/>
              <a:gd name="connsiteX84" fmla="*/ 279838 w 520660"/>
              <a:gd name="connsiteY84" fmla="*/ 16117 h 504997"/>
              <a:gd name="connsiteX85" fmla="*/ 283875 w 520660"/>
              <a:gd name="connsiteY85" fmla="*/ 16117 h 504997"/>
              <a:gd name="connsiteX86" fmla="*/ 289256 w 520660"/>
              <a:gd name="connsiteY86" fmla="*/ 9402 h 504997"/>
              <a:gd name="connsiteX87" fmla="*/ 294637 w 520660"/>
              <a:gd name="connsiteY87" fmla="*/ 12088 h 504997"/>
              <a:gd name="connsiteX88" fmla="*/ 300019 w 520660"/>
              <a:gd name="connsiteY88" fmla="*/ 12088 h 504997"/>
              <a:gd name="connsiteX89" fmla="*/ 302710 w 520660"/>
              <a:gd name="connsiteY89" fmla="*/ 6715 h 504997"/>
              <a:gd name="connsiteX90" fmla="*/ 306746 w 520660"/>
              <a:gd name="connsiteY90" fmla="*/ 5372 h 504997"/>
              <a:gd name="connsiteX91" fmla="*/ 310782 w 520660"/>
              <a:gd name="connsiteY91" fmla="*/ 6715 h 504997"/>
              <a:gd name="connsiteX92" fmla="*/ 313473 w 520660"/>
              <a:gd name="connsiteY92" fmla="*/ 6715 h 504997"/>
              <a:gd name="connsiteX93" fmla="*/ 318854 w 520660"/>
              <a:gd name="connsiteY93" fmla="*/ 6715 h 504997"/>
              <a:gd name="connsiteX94" fmla="*/ 325581 w 520660"/>
              <a:gd name="connsiteY94" fmla="*/ 6715 h 504997"/>
              <a:gd name="connsiteX95" fmla="*/ 329617 w 520660"/>
              <a:gd name="connsiteY95" fmla="*/ 6715 h 504997"/>
              <a:gd name="connsiteX96" fmla="*/ 336344 w 520660"/>
              <a:gd name="connsiteY96" fmla="*/ 6715 h 504997"/>
              <a:gd name="connsiteX97" fmla="*/ 339035 w 520660"/>
              <a:gd name="connsiteY97" fmla="*/ 13431 h 504997"/>
              <a:gd name="connsiteX98" fmla="*/ 345762 w 520660"/>
              <a:gd name="connsiteY98" fmla="*/ 13431 h 504997"/>
              <a:gd name="connsiteX99" fmla="*/ 351143 w 520660"/>
              <a:gd name="connsiteY99" fmla="*/ 8059 h 504997"/>
              <a:gd name="connsiteX100" fmla="*/ 355179 w 520660"/>
              <a:gd name="connsiteY100" fmla="*/ 8059 h 504997"/>
              <a:gd name="connsiteX101" fmla="*/ 357870 w 520660"/>
              <a:gd name="connsiteY101" fmla="*/ 9402 h 504997"/>
              <a:gd name="connsiteX102" fmla="*/ 360561 w 520660"/>
              <a:gd name="connsiteY102" fmla="*/ 6715 h 504997"/>
              <a:gd name="connsiteX103" fmla="*/ 365943 w 520660"/>
              <a:gd name="connsiteY103" fmla="*/ 5372 h 504997"/>
              <a:gd name="connsiteX104" fmla="*/ 365943 w 520660"/>
              <a:gd name="connsiteY104" fmla="*/ 1343 h 504997"/>
              <a:gd name="connsiteX105" fmla="*/ 372670 w 520660"/>
              <a:gd name="connsiteY105" fmla="*/ 0 h 504997"/>
              <a:gd name="connsiteX106" fmla="*/ 376705 w 520660"/>
              <a:gd name="connsiteY106" fmla="*/ 2686 h 504997"/>
              <a:gd name="connsiteX107" fmla="*/ 376705 w 520660"/>
              <a:gd name="connsiteY107" fmla="*/ 6715 h 504997"/>
              <a:gd name="connsiteX108" fmla="*/ 384778 w 520660"/>
              <a:gd name="connsiteY108" fmla="*/ 8059 h 504997"/>
              <a:gd name="connsiteX109" fmla="*/ 390159 w 520660"/>
              <a:gd name="connsiteY109" fmla="*/ 4029 h 504997"/>
              <a:gd name="connsiteX110" fmla="*/ 390159 w 520660"/>
              <a:gd name="connsiteY110" fmla="*/ 1343 h 504997"/>
              <a:gd name="connsiteX111" fmla="*/ 396886 w 520660"/>
              <a:gd name="connsiteY111" fmla="*/ 4029 h 504997"/>
              <a:gd name="connsiteX112" fmla="*/ 403613 w 520660"/>
              <a:gd name="connsiteY112" fmla="*/ 8059 h 504997"/>
              <a:gd name="connsiteX113" fmla="*/ 414376 w 520660"/>
              <a:gd name="connsiteY113" fmla="*/ 5372 h 504997"/>
              <a:gd name="connsiteX114" fmla="*/ 418412 w 520660"/>
              <a:gd name="connsiteY114" fmla="*/ 6715 h 504997"/>
              <a:gd name="connsiteX115" fmla="*/ 425139 w 520660"/>
              <a:gd name="connsiteY115" fmla="*/ 5372 h 504997"/>
              <a:gd name="connsiteX116" fmla="*/ 426485 w 520660"/>
              <a:gd name="connsiteY116" fmla="*/ 6715 h 504997"/>
              <a:gd name="connsiteX117" fmla="*/ 425139 w 520660"/>
              <a:gd name="connsiteY117" fmla="*/ 9402 h 504997"/>
              <a:gd name="connsiteX118" fmla="*/ 426485 w 520660"/>
              <a:gd name="connsiteY118" fmla="*/ 13431 h 504997"/>
              <a:gd name="connsiteX119" fmla="*/ 425139 w 520660"/>
              <a:gd name="connsiteY119" fmla="*/ 20146 h 504997"/>
              <a:gd name="connsiteX120" fmla="*/ 425139 w 520660"/>
              <a:gd name="connsiteY120" fmla="*/ 29548 h 504997"/>
              <a:gd name="connsiteX121" fmla="*/ 421103 w 520660"/>
              <a:gd name="connsiteY121" fmla="*/ 40292 h 504997"/>
              <a:gd name="connsiteX122" fmla="*/ 422448 w 520660"/>
              <a:gd name="connsiteY122" fmla="*/ 48351 h 504997"/>
              <a:gd name="connsiteX123" fmla="*/ 426485 w 520660"/>
              <a:gd name="connsiteY123" fmla="*/ 51037 h 504997"/>
              <a:gd name="connsiteX124" fmla="*/ 426485 w 520660"/>
              <a:gd name="connsiteY124" fmla="*/ 53723 h 504997"/>
              <a:gd name="connsiteX125" fmla="*/ 423794 w 520660"/>
              <a:gd name="connsiteY125" fmla="*/ 55066 h 504997"/>
              <a:gd name="connsiteX126" fmla="*/ 422448 w 520660"/>
              <a:gd name="connsiteY126" fmla="*/ 59096 h 504997"/>
              <a:gd name="connsiteX127" fmla="*/ 425139 w 520660"/>
              <a:gd name="connsiteY127" fmla="*/ 63125 h 504997"/>
              <a:gd name="connsiteX128" fmla="*/ 423794 w 520660"/>
              <a:gd name="connsiteY128" fmla="*/ 65811 h 504997"/>
              <a:gd name="connsiteX129" fmla="*/ 421103 w 520660"/>
              <a:gd name="connsiteY129" fmla="*/ 73869 h 504997"/>
              <a:gd name="connsiteX130" fmla="*/ 418412 w 520660"/>
              <a:gd name="connsiteY130" fmla="*/ 76556 h 504997"/>
              <a:gd name="connsiteX131" fmla="*/ 415721 w 520660"/>
              <a:gd name="connsiteY131" fmla="*/ 80585 h 504997"/>
              <a:gd name="connsiteX132" fmla="*/ 413031 w 520660"/>
              <a:gd name="connsiteY132" fmla="*/ 80585 h 504997"/>
              <a:gd name="connsiteX133" fmla="*/ 406304 w 520660"/>
              <a:gd name="connsiteY133" fmla="*/ 88643 h 504997"/>
              <a:gd name="connsiteX134" fmla="*/ 403613 w 520660"/>
              <a:gd name="connsiteY134" fmla="*/ 100731 h 504997"/>
              <a:gd name="connsiteX135" fmla="*/ 404958 w 520660"/>
              <a:gd name="connsiteY135" fmla="*/ 102074 h 504997"/>
              <a:gd name="connsiteX136" fmla="*/ 408994 w 520660"/>
              <a:gd name="connsiteY136" fmla="*/ 108789 h 504997"/>
              <a:gd name="connsiteX137" fmla="*/ 407649 w 520660"/>
              <a:gd name="connsiteY137" fmla="*/ 111475 h 504997"/>
              <a:gd name="connsiteX138" fmla="*/ 410340 w 520660"/>
              <a:gd name="connsiteY138" fmla="*/ 116848 h 504997"/>
              <a:gd name="connsiteX139" fmla="*/ 413031 w 520660"/>
              <a:gd name="connsiteY139" fmla="*/ 116848 h 504997"/>
              <a:gd name="connsiteX140" fmla="*/ 421103 w 520660"/>
              <a:gd name="connsiteY140" fmla="*/ 123563 h 504997"/>
              <a:gd name="connsiteX141" fmla="*/ 422448 w 520660"/>
              <a:gd name="connsiteY141" fmla="*/ 130279 h 504997"/>
              <a:gd name="connsiteX142" fmla="*/ 427830 w 520660"/>
              <a:gd name="connsiteY142" fmla="*/ 132965 h 504997"/>
              <a:gd name="connsiteX143" fmla="*/ 430521 w 520660"/>
              <a:gd name="connsiteY143" fmla="*/ 135651 h 504997"/>
              <a:gd name="connsiteX144" fmla="*/ 434556 w 520660"/>
              <a:gd name="connsiteY144" fmla="*/ 135651 h 504997"/>
              <a:gd name="connsiteX145" fmla="*/ 441283 w 520660"/>
              <a:gd name="connsiteY145" fmla="*/ 143709 h 504997"/>
              <a:gd name="connsiteX146" fmla="*/ 457428 w 520660"/>
              <a:gd name="connsiteY146" fmla="*/ 194746 h 504997"/>
              <a:gd name="connsiteX147" fmla="*/ 456083 w 520660"/>
              <a:gd name="connsiteY147" fmla="*/ 197432 h 504997"/>
              <a:gd name="connsiteX148" fmla="*/ 456083 w 520660"/>
              <a:gd name="connsiteY148" fmla="*/ 205491 h 504997"/>
              <a:gd name="connsiteX149" fmla="*/ 457428 w 520660"/>
              <a:gd name="connsiteY149" fmla="*/ 208177 h 504997"/>
              <a:gd name="connsiteX150" fmla="*/ 461464 w 520660"/>
              <a:gd name="connsiteY150" fmla="*/ 213549 h 504997"/>
              <a:gd name="connsiteX151" fmla="*/ 461464 w 520660"/>
              <a:gd name="connsiteY151" fmla="*/ 231009 h 504997"/>
              <a:gd name="connsiteX152" fmla="*/ 461464 w 520660"/>
              <a:gd name="connsiteY152" fmla="*/ 240411 h 504997"/>
              <a:gd name="connsiteX153" fmla="*/ 461464 w 520660"/>
              <a:gd name="connsiteY153" fmla="*/ 243097 h 504997"/>
              <a:gd name="connsiteX154" fmla="*/ 462809 w 520660"/>
              <a:gd name="connsiteY154" fmla="*/ 256528 h 504997"/>
              <a:gd name="connsiteX155" fmla="*/ 465500 w 520660"/>
              <a:gd name="connsiteY155" fmla="*/ 264586 h 504997"/>
              <a:gd name="connsiteX156" fmla="*/ 464155 w 520660"/>
              <a:gd name="connsiteY156" fmla="*/ 278017 h 504997"/>
              <a:gd name="connsiteX157" fmla="*/ 462809 w 520660"/>
              <a:gd name="connsiteY157" fmla="*/ 280703 h 504997"/>
              <a:gd name="connsiteX158" fmla="*/ 465500 w 520660"/>
              <a:gd name="connsiteY158" fmla="*/ 287419 h 504997"/>
              <a:gd name="connsiteX159" fmla="*/ 465500 w 520660"/>
              <a:gd name="connsiteY159" fmla="*/ 295477 h 504997"/>
              <a:gd name="connsiteX160" fmla="*/ 464155 w 520660"/>
              <a:gd name="connsiteY160" fmla="*/ 299506 h 504997"/>
              <a:gd name="connsiteX161" fmla="*/ 457428 w 520660"/>
              <a:gd name="connsiteY161" fmla="*/ 303535 h 504997"/>
              <a:gd name="connsiteX162" fmla="*/ 456083 w 520660"/>
              <a:gd name="connsiteY162" fmla="*/ 306222 h 504997"/>
              <a:gd name="connsiteX163" fmla="*/ 453392 w 520660"/>
              <a:gd name="connsiteY163" fmla="*/ 308908 h 504997"/>
              <a:gd name="connsiteX164" fmla="*/ 457428 w 520660"/>
              <a:gd name="connsiteY164" fmla="*/ 312937 h 504997"/>
              <a:gd name="connsiteX165" fmla="*/ 464155 w 520660"/>
              <a:gd name="connsiteY165" fmla="*/ 319652 h 504997"/>
              <a:gd name="connsiteX166" fmla="*/ 468191 w 520660"/>
              <a:gd name="connsiteY166" fmla="*/ 330397 h 504997"/>
              <a:gd name="connsiteX167" fmla="*/ 469536 w 520660"/>
              <a:gd name="connsiteY167" fmla="*/ 331740 h 504997"/>
              <a:gd name="connsiteX168" fmla="*/ 472227 w 520660"/>
              <a:gd name="connsiteY168" fmla="*/ 338456 h 504997"/>
              <a:gd name="connsiteX169" fmla="*/ 470882 w 520660"/>
              <a:gd name="connsiteY169" fmla="*/ 342485 h 504997"/>
              <a:gd name="connsiteX170" fmla="*/ 470882 w 520660"/>
              <a:gd name="connsiteY170" fmla="*/ 349200 h 504997"/>
              <a:gd name="connsiteX171" fmla="*/ 474918 w 520660"/>
              <a:gd name="connsiteY171" fmla="*/ 353229 h 504997"/>
              <a:gd name="connsiteX172" fmla="*/ 476263 w 520660"/>
              <a:gd name="connsiteY172" fmla="*/ 357259 h 504997"/>
              <a:gd name="connsiteX173" fmla="*/ 478954 w 520660"/>
              <a:gd name="connsiteY173" fmla="*/ 359945 h 504997"/>
              <a:gd name="connsiteX174" fmla="*/ 488372 w 520660"/>
              <a:gd name="connsiteY174" fmla="*/ 359945 h 504997"/>
              <a:gd name="connsiteX175" fmla="*/ 497789 w 520660"/>
              <a:gd name="connsiteY175" fmla="*/ 361288 h 504997"/>
              <a:gd name="connsiteX176" fmla="*/ 503171 w 520660"/>
              <a:gd name="connsiteY176" fmla="*/ 363974 h 504997"/>
              <a:gd name="connsiteX177" fmla="*/ 505862 w 520660"/>
              <a:gd name="connsiteY177" fmla="*/ 369346 h 504997"/>
              <a:gd name="connsiteX178" fmla="*/ 511243 w 520660"/>
              <a:gd name="connsiteY178" fmla="*/ 380091 h 504997"/>
              <a:gd name="connsiteX179" fmla="*/ 513934 w 520660"/>
              <a:gd name="connsiteY179" fmla="*/ 382777 h 504997"/>
              <a:gd name="connsiteX180" fmla="*/ 517970 w 520660"/>
              <a:gd name="connsiteY180" fmla="*/ 386806 h 50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</a:cxnLst>
            <a:rect l="l" t="t" r="r" b="b"/>
            <a:pathLst>
              <a:path w="520660" h="504997">
                <a:moveTo>
                  <a:pt x="520661" y="389492"/>
                </a:moveTo>
                <a:lnTo>
                  <a:pt x="403613" y="462019"/>
                </a:lnTo>
                <a:lnTo>
                  <a:pt x="371324" y="491566"/>
                </a:lnTo>
                <a:lnTo>
                  <a:pt x="332308" y="500968"/>
                </a:lnTo>
                <a:lnTo>
                  <a:pt x="332308" y="500968"/>
                </a:lnTo>
                <a:lnTo>
                  <a:pt x="332308" y="500968"/>
                </a:lnTo>
                <a:lnTo>
                  <a:pt x="322890" y="503654"/>
                </a:lnTo>
                <a:lnTo>
                  <a:pt x="310782" y="504997"/>
                </a:lnTo>
                <a:lnTo>
                  <a:pt x="304055" y="502311"/>
                </a:lnTo>
                <a:lnTo>
                  <a:pt x="302710" y="498282"/>
                </a:lnTo>
                <a:lnTo>
                  <a:pt x="305401" y="490223"/>
                </a:lnTo>
                <a:lnTo>
                  <a:pt x="305401" y="486194"/>
                </a:lnTo>
                <a:lnTo>
                  <a:pt x="300019" y="482165"/>
                </a:lnTo>
                <a:lnTo>
                  <a:pt x="294637" y="480822"/>
                </a:lnTo>
                <a:lnTo>
                  <a:pt x="289256" y="475449"/>
                </a:lnTo>
                <a:lnTo>
                  <a:pt x="282529" y="472763"/>
                </a:lnTo>
                <a:lnTo>
                  <a:pt x="271766" y="472763"/>
                </a:lnTo>
                <a:lnTo>
                  <a:pt x="266384" y="467391"/>
                </a:lnTo>
                <a:lnTo>
                  <a:pt x="263694" y="455303"/>
                </a:lnTo>
                <a:lnTo>
                  <a:pt x="94176" y="342485"/>
                </a:lnTo>
                <a:lnTo>
                  <a:pt x="94176" y="342485"/>
                </a:lnTo>
                <a:lnTo>
                  <a:pt x="0" y="279360"/>
                </a:lnTo>
                <a:lnTo>
                  <a:pt x="0" y="279360"/>
                </a:lnTo>
                <a:lnTo>
                  <a:pt x="0" y="279360"/>
                </a:lnTo>
                <a:lnTo>
                  <a:pt x="0" y="272645"/>
                </a:lnTo>
                <a:lnTo>
                  <a:pt x="0" y="272645"/>
                </a:lnTo>
                <a:lnTo>
                  <a:pt x="0" y="249812"/>
                </a:lnTo>
                <a:lnTo>
                  <a:pt x="12108" y="241754"/>
                </a:lnTo>
                <a:lnTo>
                  <a:pt x="17490" y="235038"/>
                </a:lnTo>
                <a:lnTo>
                  <a:pt x="24217" y="229666"/>
                </a:lnTo>
                <a:lnTo>
                  <a:pt x="39016" y="226980"/>
                </a:lnTo>
                <a:lnTo>
                  <a:pt x="45743" y="226980"/>
                </a:lnTo>
                <a:lnTo>
                  <a:pt x="51124" y="225637"/>
                </a:lnTo>
                <a:lnTo>
                  <a:pt x="60542" y="225637"/>
                </a:lnTo>
                <a:lnTo>
                  <a:pt x="71305" y="222951"/>
                </a:lnTo>
                <a:lnTo>
                  <a:pt x="91485" y="210863"/>
                </a:lnTo>
                <a:lnTo>
                  <a:pt x="119738" y="194746"/>
                </a:lnTo>
                <a:lnTo>
                  <a:pt x="137229" y="182659"/>
                </a:lnTo>
                <a:lnTo>
                  <a:pt x="139919" y="177286"/>
                </a:lnTo>
                <a:lnTo>
                  <a:pt x="139919" y="169228"/>
                </a:lnTo>
                <a:lnTo>
                  <a:pt x="142610" y="163856"/>
                </a:lnTo>
                <a:lnTo>
                  <a:pt x="147991" y="158483"/>
                </a:lnTo>
                <a:lnTo>
                  <a:pt x="153373" y="147738"/>
                </a:lnTo>
                <a:lnTo>
                  <a:pt x="160100" y="147738"/>
                </a:lnTo>
                <a:lnTo>
                  <a:pt x="191044" y="147738"/>
                </a:lnTo>
                <a:lnTo>
                  <a:pt x="193734" y="142366"/>
                </a:lnTo>
                <a:lnTo>
                  <a:pt x="193734" y="141023"/>
                </a:lnTo>
                <a:lnTo>
                  <a:pt x="196425" y="132965"/>
                </a:lnTo>
                <a:lnTo>
                  <a:pt x="195080" y="131622"/>
                </a:lnTo>
                <a:lnTo>
                  <a:pt x="191044" y="131622"/>
                </a:lnTo>
                <a:lnTo>
                  <a:pt x="188353" y="128935"/>
                </a:lnTo>
                <a:lnTo>
                  <a:pt x="184317" y="127592"/>
                </a:lnTo>
                <a:lnTo>
                  <a:pt x="182971" y="123563"/>
                </a:lnTo>
                <a:lnTo>
                  <a:pt x="180280" y="115505"/>
                </a:lnTo>
                <a:lnTo>
                  <a:pt x="177590" y="96702"/>
                </a:lnTo>
                <a:lnTo>
                  <a:pt x="176244" y="91329"/>
                </a:lnTo>
                <a:lnTo>
                  <a:pt x="176244" y="81928"/>
                </a:lnTo>
                <a:lnTo>
                  <a:pt x="176244" y="73869"/>
                </a:lnTo>
                <a:lnTo>
                  <a:pt x="174899" y="71183"/>
                </a:lnTo>
                <a:lnTo>
                  <a:pt x="174899" y="67154"/>
                </a:lnTo>
                <a:lnTo>
                  <a:pt x="172208" y="63125"/>
                </a:lnTo>
                <a:lnTo>
                  <a:pt x="170863" y="60438"/>
                </a:lnTo>
                <a:lnTo>
                  <a:pt x="168172" y="57752"/>
                </a:lnTo>
                <a:lnTo>
                  <a:pt x="176244" y="56409"/>
                </a:lnTo>
                <a:lnTo>
                  <a:pt x="184317" y="53723"/>
                </a:lnTo>
                <a:lnTo>
                  <a:pt x="188353" y="49694"/>
                </a:lnTo>
                <a:lnTo>
                  <a:pt x="189698" y="45665"/>
                </a:lnTo>
                <a:lnTo>
                  <a:pt x="192389" y="42979"/>
                </a:lnTo>
                <a:lnTo>
                  <a:pt x="199116" y="40292"/>
                </a:lnTo>
                <a:lnTo>
                  <a:pt x="205842" y="38949"/>
                </a:lnTo>
                <a:lnTo>
                  <a:pt x="208533" y="37606"/>
                </a:lnTo>
                <a:lnTo>
                  <a:pt x="211224" y="34920"/>
                </a:lnTo>
                <a:lnTo>
                  <a:pt x="213915" y="34920"/>
                </a:lnTo>
                <a:lnTo>
                  <a:pt x="216606" y="36263"/>
                </a:lnTo>
                <a:lnTo>
                  <a:pt x="219296" y="36263"/>
                </a:lnTo>
                <a:lnTo>
                  <a:pt x="221987" y="32234"/>
                </a:lnTo>
                <a:lnTo>
                  <a:pt x="221987" y="28205"/>
                </a:lnTo>
                <a:lnTo>
                  <a:pt x="228714" y="24175"/>
                </a:lnTo>
                <a:lnTo>
                  <a:pt x="232750" y="24175"/>
                </a:lnTo>
                <a:lnTo>
                  <a:pt x="239477" y="24175"/>
                </a:lnTo>
                <a:lnTo>
                  <a:pt x="251586" y="13431"/>
                </a:lnTo>
                <a:lnTo>
                  <a:pt x="258312" y="14774"/>
                </a:lnTo>
                <a:lnTo>
                  <a:pt x="267730" y="14774"/>
                </a:lnTo>
                <a:lnTo>
                  <a:pt x="273111" y="12088"/>
                </a:lnTo>
                <a:lnTo>
                  <a:pt x="279838" y="16117"/>
                </a:lnTo>
                <a:lnTo>
                  <a:pt x="283875" y="16117"/>
                </a:lnTo>
                <a:lnTo>
                  <a:pt x="289256" y="9402"/>
                </a:lnTo>
                <a:lnTo>
                  <a:pt x="294637" y="12088"/>
                </a:lnTo>
                <a:lnTo>
                  <a:pt x="300019" y="12088"/>
                </a:lnTo>
                <a:lnTo>
                  <a:pt x="302710" y="6715"/>
                </a:lnTo>
                <a:lnTo>
                  <a:pt x="306746" y="5372"/>
                </a:lnTo>
                <a:lnTo>
                  <a:pt x="310782" y="6715"/>
                </a:lnTo>
                <a:lnTo>
                  <a:pt x="313473" y="6715"/>
                </a:lnTo>
                <a:lnTo>
                  <a:pt x="318854" y="6715"/>
                </a:lnTo>
                <a:lnTo>
                  <a:pt x="325581" y="6715"/>
                </a:lnTo>
                <a:lnTo>
                  <a:pt x="329617" y="6715"/>
                </a:lnTo>
                <a:lnTo>
                  <a:pt x="336344" y="6715"/>
                </a:lnTo>
                <a:lnTo>
                  <a:pt x="339035" y="13431"/>
                </a:lnTo>
                <a:lnTo>
                  <a:pt x="345762" y="13431"/>
                </a:lnTo>
                <a:lnTo>
                  <a:pt x="351143" y="8059"/>
                </a:lnTo>
                <a:lnTo>
                  <a:pt x="355179" y="8059"/>
                </a:lnTo>
                <a:lnTo>
                  <a:pt x="357870" y="9402"/>
                </a:lnTo>
                <a:lnTo>
                  <a:pt x="360561" y="6715"/>
                </a:lnTo>
                <a:lnTo>
                  <a:pt x="365943" y="5372"/>
                </a:lnTo>
                <a:lnTo>
                  <a:pt x="365943" y="1343"/>
                </a:lnTo>
                <a:lnTo>
                  <a:pt x="372670" y="0"/>
                </a:lnTo>
                <a:lnTo>
                  <a:pt x="376705" y="2686"/>
                </a:lnTo>
                <a:lnTo>
                  <a:pt x="376705" y="6715"/>
                </a:lnTo>
                <a:lnTo>
                  <a:pt x="384778" y="8059"/>
                </a:lnTo>
                <a:lnTo>
                  <a:pt x="390159" y="4029"/>
                </a:lnTo>
                <a:lnTo>
                  <a:pt x="390159" y="1343"/>
                </a:lnTo>
                <a:lnTo>
                  <a:pt x="396886" y="4029"/>
                </a:lnTo>
                <a:lnTo>
                  <a:pt x="403613" y="8059"/>
                </a:lnTo>
                <a:lnTo>
                  <a:pt x="414376" y="5372"/>
                </a:lnTo>
                <a:lnTo>
                  <a:pt x="418412" y="6715"/>
                </a:lnTo>
                <a:lnTo>
                  <a:pt x="425139" y="5372"/>
                </a:lnTo>
                <a:lnTo>
                  <a:pt x="426485" y="6715"/>
                </a:lnTo>
                <a:lnTo>
                  <a:pt x="425139" y="9402"/>
                </a:lnTo>
                <a:lnTo>
                  <a:pt x="426485" y="13431"/>
                </a:lnTo>
                <a:lnTo>
                  <a:pt x="425139" y="20146"/>
                </a:lnTo>
                <a:lnTo>
                  <a:pt x="425139" y="29548"/>
                </a:lnTo>
                <a:lnTo>
                  <a:pt x="421103" y="40292"/>
                </a:lnTo>
                <a:lnTo>
                  <a:pt x="422448" y="48351"/>
                </a:lnTo>
                <a:lnTo>
                  <a:pt x="426485" y="51037"/>
                </a:lnTo>
                <a:lnTo>
                  <a:pt x="426485" y="53723"/>
                </a:lnTo>
                <a:lnTo>
                  <a:pt x="423794" y="55066"/>
                </a:lnTo>
                <a:lnTo>
                  <a:pt x="422448" y="59096"/>
                </a:lnTo>
                <a:lnTo>
                  <a:pt x="425139" y="63125"/>
                </a:lnTo>
                <a:lnTo>
                  <a:pt x="423794" y="65811"/>
                </a:lnTo>
                <a:lnTo>
                  <a:pt x="421103" y="73869"/>
                </a:lnTo>
                <a:lnTo>
                  <a:pt x="418412" y="76556"/>
                </a:lnTo>
                <a:lnTo>
                  <a:pt x="415721" y="80585"/>
                </a:lnTo>
                <a:lnTo>
                  <a:pt x="413031" y="80585"/>
                </a:lnTo>
                <a:lnTo>
                  <a:pt x="406304" y="88643"/>
                </a:lnTo>
                <a:lnTo>
                  <a:pt x="403613" y="100731"/>
                </a:lnTo>
                <a:lnTo>
                  <a:pt x="404958" y="102074"/>
                </a:lnTo>
                <a:lnTo>
                  <a:pt x="408994" y="108789"/>
                </a:lnTo>
                <a:lnTo>
                  <a:pt x="407649" y="111475"/>
                </a:lnTo>
                <a:lnTo>
                  <a:pt x="410340" y="116848"/>
                </a:lnTo>
                <a:lnTo>
                  <a:pt x="413031" y="116848"/>
                </a:lnTo>
                <a:lnTo>
                  <a:pt x="421103" y="123563"/>
                </a:lnTo>
                <a:lnTo>
                  <a:pt x="422448" y="130279"/>
                </a:lnTo>
                <a:lnTo>
                  <a:pt x="427830" y="132965"/>
                </a:lnTo>
                <a:lnTo>
                  <a:pt x="430521" y="135651"/>
                </a:lnTo>
                <a:lnTo>
                  <a:pt x="434556" y="135651"/>
                </a:lnTo>
                <a:lnTo>
                  <a:pt x="441283" y="143709"/>
                </a:lnTo>
                <a:lnTo>
                  <a:pt x="457428" y="194746"/>
                </a:lnTo>
                <a:lnTo>
                  <a:pt x="456083" y="197432"/>
                </a:lnTo>
                <a:lnTo>
                  <a:pt x="456083" y="205491"/>
                </a:lnTo>
                <a:lnTo>
                  <a:pt x="457428" y="208177"/>
                </a:lnTo>
                <a:lnTo>
                  <a:pt x="461464" y="213549"/>
                </a:lnTo>
                <a:lnTo>
                  <a:pt x="461464" y="231009"/>
                </a:lnTo>
                <a:lnTo>
                  <a:pt x="461464" y="240411"/>
                </a:lnTo>
                <a:lnTo>
                  <a:pt x="461464" y="243097"/>
                </a:lnTo>
                <a:lnTo>
                  <a:pt x="462809" y="256528"/>
                </a:lnTo>
                <a:lnTo>
                  <a:pt x="465500" y="264586"/>
                </a:lnTo>
                <a:lnTo>
                  <a:pt x="464155" y="278017"/>
                </a:lnTo>
                <a:lnTo>
                  <a:pt x="462809" y="280703"/>
                </a:lnTo>
                <a:lnTo>
                  <a:pt x="465500" y="287419"/>
                </a:lnTo>
                <a:lnTo>
                  <a:pt x="465500" y="295477"/>
                </a:lnTo>
                <a:lnTo>
                  <a:pt x="464155" y="299506"/>
                </a:lnTo>
                <a:lnTo>
                  <a:pt x="457428" y="303535"/>
                </a:lnTo>
                <a:lnTo>
                  <a:pt x="456083" y="306222"/>
                </a:lnTo>
                <a:lnTo>
                  <a:pt x="453392" y="308908"/>
                </a:lnTo>
                <a:lnTo>
                  <a:pt x="457428" y="312937"/>
                </a:lnTo>
                <a:lnTo>
                  <a:pt x="464155" y="319652"/>
                </a:lnTo>
                <a:lnTo>
                  <a:pt x="468191" y="330397"/>
                </a:lnTo>
                <a:lnTo>
                  <a:pt x="469536" y="331740"/>
                </a:lnTo>
                <a:lnTo>
                  <a:pt x="472227" y="338456"/>
                </a:lnTo>
                <a:lnTo>
                  <a:pt x="470882" y="342485"/>
                </a:lnTo>
                <a:lnTo>
                  <a:pt x="470882" y="349200"/>
                </a:lnTo>
                <a:lnTo>
                  <a:pt x="474918" y="353229"/>
                </a:lnTo>
                <a:lnTo>
                  <a:pt x="476263" y="357259"/>
                </a:lnTo>
                <a:lnTo>
                  <a:pt x="478954" y="359945"/>
                </a:lnTo>
                <a:lnTo>
                  <a:pt x="488372" y="359945"/>
                </a:lnTo>
                <a:lnTo>
                  <a:pt x="497789" y="361288"/>
                </a:lnTo>
                <a:lnTo>
                  <a:pt x="503171" y="363974"/>
                </a:lnTo>
                <a:lnTo>
                  <a:pt x="505862" y="369346"/>
                </a:lnTo>
                <a:lnTo>
                  <a:pt x="511243" y="380091"/>
                </a:lnTo>
                <a:lnTo>
                  <a:pt x="513934" y="382777"/>
                </a:lnTo>
                <a:lnTo>
                  <a:pt x="517970" y="386806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31" name="Freeform 730">
            <a:extLst>
              <a:ext uri="{FF2B5EF4-FFF2-40B4-BE49-F238E27FC236}">
                <a16:creationId xmlns:a16="http://schemas.microsoft.com/office/drawing/2014/main" id="{7373BB2B-FC67-4405-24DF-EBA7DBF62736}"/>
              </a:ext>
            </a:extLst>
          </p:cNvPr>
          <p:cNvSpPr/>
          <p:nvPr/>
        </p:nvSpPr>
        <p:spPr>
          <a:xfrm>
            <a:off x="7025559" y="3662031"/>
            <a:ext cx="301364" cy="239067"/>
          </a:xfrm>
          <a:custGeom>
            <a:avLst/>
            <a:gdLst>
              <a:gd name="connsiteX0" fmla="*/ 104939 w 301364"/>
              <a:gd name="connsiteY0" fmla="*/ 239068 h 239067"/>
              <a:gd name="connsiteX1" fmla="*/ 104939 w 301364"/>
              <a:gd name="connsiteY1" fmla="*/ 239068 h 239067"/>
              <a:gd name="connsiteX2" fmla="*/ 0 w 301364"/>
              <a:gd name="connsiteY2" fmla="*/ 237725 h 239067"/>
              <a:gd name="connsiteX3" fmla="*/ 5381 w 301364"/>
              <a:gd name="connsiteY3" fmla="*/ 228323 h 239067"/>
              <a:gd name="connsiteX4" fmla="*/ 30943 w 301364"/>
              <a:gd name="connsiteY4" fmla="*/ 224294 h 239067"/>
              <a:gd name="connsiteX5" fmla="*/ 49779 w 301364"/>
              <a:gd name="connsiteY5" fmla="*/ 208177 h 239067"/>
              <a:gd name="connsiteX6" fmla="*/ 57851 w 301364"/>
              <a:gd name="connsiteY6" fmla="*/ 206834 h 239067"/>
              <a:gd name="connsiteX7" fmla="*/ 64578 w 301364"/>
              <a:gd name="connsiteY7" fmla="*/ 198775 h 239067"/>
              <a:gd name="connsiteX8" fmla="*/ 67269 w 301364"/>
              <a:gd name="connsiteY8" fmla="*/ 192060 h 239067"/>
              <a:gd name="connsiteX9" fmla="*/ 83413 w 301364"/>
              <a:gd name="connsiteY9" fmla="*/ 173257 h 239067"/>
              <a:gd name="connsiteX10" fmla="*/ 84759 w 301364"/>
              <a:gd name="connsiteY10" fmla="*/ 165199 h 239067"/>
              <a:gd name="connsiteX11" fmla="*/ 82068 w 301364"/>
              <a:gd name="connsiteY11" fmla="*/ 161169 h 239067"/>
              <a:gd name="connsiteX12" fmla="*/ 79377 w 301364"/>
              <a:gd name="connsiteY12" fmla="*/ 159826 h 239067"/>
              <a:gd name="connsiteX13" fmla="*/ 83413 w 301364"/>
              <a:gd name="connsiteY13" fmla="*/ 150425 h 239067"/>
              <a:gd name="connsiteX14" fmla="*/ 79377 w 301364"/>
              <a:gd name="connsiteY14" fmla="*/ 141023 h 239067"/>
              <a:gd name="connsiteX15" fmla="*/ 79377 w 301364"/>
              <a:gd name="connsiteY15" fmla="*/ 135651 h 239067"/>
              <a:gd name="connsiteX16" fmla="*/ 86104 w 301364"/>
              <a:gd name="connsiteY16" fmla="*/ 122220 h 239067"/>
              <a:gd name="connsiteX17" fmla="*/ 96867 w 301364"/>
              <a:gd name="connsiteY17" fmla="*/ 112819 h 239067"/>
              <a:gd name="connsiteX18" fmla="*/ 96867 w 301364"/>
              <a:gd name="connsiteY18" fmla="*/ 106103 h 239067"/>
              <a:gd name="connsiteX19" fmla="*/ 92831 w 301364"/>
              <a:gd name="connsiteY19" fmla="*/ 96702 h 239067"/>
              <a:gd name="connsiteX20" fmla="*/ 104939 w 301364"/>
              <a:gd name="connsiteY20" fmla="*/ 88643 h 239067"/>
              <a:gd name="connsiteX21" fmla="*/ 108975 w 301364"/>
              <a:gd name="connsiteY21" fmla="*/ 83271 h 239067"/>
              <a:gd name="connsiteX22" fmla="*/ 114357 w 301364"/>
              <a:gd name="connsiteY22" fmla="*/ 80585 h 239067"/>
              <a:gd name="connsiteX23" fmla="*/ 125120 w 301364"/>
              <a:gd name="connsiteY23" fmla="*/ 73869 h 239067"/>
              <a:gd name="connsiteX24" fmla="*/ 127811 w 301364"/>
              <a:gd name="connsiteY24" fmla="*/ 73869 h 239067"/>
              <a:gd name="connsiteX25" fmla="*/ 134538 w 301364"/>
              <a:gd name="connsiteY25" fmla="*/ 67154 h 239067"/>
              <a:gd name="connsiteX26" fmla="*/ 145301 w 301364"/>
              <a:gd name="connsiteY26" fmla="*/ 63125 h 239067"/>
              <a:gd name="connsiteX27" fmla="*/ 150682 w 301364"/>
              <a:gd name="connsiteY27" fmla="*/ 59096 h 239067"/>
              <a:gd name="connsiteX28" fmla="*/ 153373 w 301364"/>
              <a:gd name="connsiteY28" fmla="*/ 59096 h 239067"/>
              <a:gd name="connsiteX29" fmla="*/ 165481 w 301364"/>
              <a:gd name="connsiteY29" fmla="*/ 48351 h 239067"/>
              <a:gd name="connsiteX30" fmla="*/ 168172 w 301364"/>
              <a:gd name="connsiteY30" fmla="*/ 41635 h 239067"/>
              <a:gd name="connsiteX31" fmla="*/ 169517 w 301364"/>
              <a:gd name="connsiteY31" fmla="*/ 30891 h 239067"/>
              <a:gd name="connsiteX32" fmla="*/ 174899 w 301364"/>
              <a:gd name="connsiteY32" fmla="*/ 22832 h 239067"/>
              <a:gd name="connsiteX33" fmla="*/ 176244 w 301364"/>
              <a:gd name="connsiteY33" fmla="*/ 9402 h 239067"/>
              <a:gd name="connsiteX34" fmla="*/ 181626 w 301364"/>
              <a:gd name="connsiteY34" fmla="*/ 4029 h 239067"/>
              <a:gd name="connsiteX35" fmla="*/ 185662 w 301364"/>
              <a:gd name="connsiteY35" fmla="*/ 4029 h 239067"/>
              <a:gd name="connsiteX36" fmla="*/ 187007 w 301364"/>
              <a:gd name="connsiteY36" fmla="*/ 2686 h 239067"/>
              <a:gd name="connsiteX37" fmla="*/ 192389 w 301364"/>
              <a:gd name="connsiteY37" fmla="*/ 0 h 239067"/>
              <a:gd name="connsiteX38" fmla="*/ 193734 w 301364"/>
              <a:gd name="connsiteY38" fmla="*/ 2686 h 239067"/>
              <a:gd name="connsiteX39" fmla="*/ 192389 w 301364"/>
              <a:gd name="connsiteY39" fmla="*/ 4029 h 239067"/>
              <a:gd name="connsiteX40" fmla="*/ 192389 w 301364"/>
              <a:gd name="connsiteY40" fmla="*/ 6715 h 239067"/>
              <a:gd name="connsiteX41" fmla="*/ 193734 w 301364"/>
              <a:gd name="connsiteY41" fmla="*/ 10745 h 239067"/>
              <a:gd name="connsiteX42" fmla="*/ 197770 w 301364"/>
              <a:gd name="connsiteY42" fmla="*/ 13431 h 239067"/>
              <a:gd name="connsiteX43" fmla="*/ 204497 w 301364"/>
              <a:gd name="connsiteY43" fmla="*/ 20146 h 239067"/>
              <a:gd name="connsiteX44" fmla="*/ 209878 w 301364"/>
              <a:gd name="connsiteY44" fmla="*/ 21489 h 239067"/>
              <a:gd name="connsiteX45" fmla="*/ 217951 w 301364"/>
              <a:gd name="connsiteY45" fmla="*/ 20146 h 239067"/>
              <a:gd name="connsiteX46" fmla="*/ 223332 w 301364"/>
              <a:gd name="connsiteY46" fmla="*/ 17460 h 239067"/>
              <a:gd name="connsiteX47" fmla="*/ 227369 w 301364"/>
              <a:gd name="connsiteY47" fmla="*/ 18803 h 239067"/>
              <a:gd name="connsiteX48" fmla="*/ 235441 w 301364"/>
              <a:gd name="connsiteY48" fmla="*/ 20146 h 239067"/>
              <a:gd name="connsiteX49" fmla="*/ 244858 w 301364"/>
              <a:gd name="connsiteY49" fmla="*/ 18803 h 239067"/>
              <a:gd name="connsiteX50" fmla="*/ 248895 w 301364"/>
              <a:gd name="connsiteY50" fmla="*/ 13431 h 239067"/>
              <a:gd name="connsiteX51" fmla="*/ 248895 w 301364"/>
              <a:gd name="connsiteY51" fmla="*/ 13431 h 239067"/>
              <a:gd name="connsiteX52" fmla="*/ 250240 w 301364"/>
              <a:gd name="connsiteY52" fmla="*/ 14774 h 239067"/>
              <a:gd name="connsiteX53" fmla="*/ 252931 w 301364"/>
              <a:gd name="connsiteY53" fmla="*/ 18803 h 239067"/>
              <a:gd name="connsiteX54" fmla="*/ 255622 w 301364"/>
              <a:gd name="connsiteY54" fmla="*/ 22832 h 239067"/>
              <a:gd name="connsiteX55" fmla="*/ 270420 w 301364"/>
              <a:gd name="connsiteY55" fmla="*/ 24175 h 239067"/>
              <a:gd name="connsiteX56" fmla="*/ 273111 w 301364"/>
              <a:gd name="connsiteY56" fmla="*/ 24175 h 239067"/>
              <a:gd name="connsiteX57" fmla="*/ 275802 w 301364"/>
              <a:gd name="connsiteY57" fmla="*/ 26862 h 239067"/>
              <a:gd name="connsiteX58" fmla="*/ 277147 w 301364"/>
              <a:gd name="connsiteY58" fmla="*/ 29548 h 239067"/>
              <a:gd name="connsiteX59" fmla="*/ 279838 w 301364"/>
              <a:gd name="connsiteY59" fmla="*/ 33577 h 239067"/>
              <a:gd name="connsiteX60" fmla="*/ 279838 w 301364"/>
              <a:gd name="connsiteY60" fmla="*/ 37606 h 239067"/>
              <a:gd name="connsiteX61" fmla="*/ 281184 w 301364"/>
              <a:gd name="connsiteY61" fmla="*/ 40292 h 239067"/>
              <a:gd name="connsiteX62" fmla="*/ 281184 w 301364"/>
              <a:gd name="connsiteY62" fmla="*/ 48351 h 239067"/>
              <a:gd name="connsiteX63" fmla="*/ 281184 w 301364"/>
              <a:gd name="connsiteY63" fmla="*/ 57752 h 239067"/>
              <a:gd name="connsiteX64" fmla="*/ 282529 w 301364"/>
              <a:gd name="connsiteY64" fmla="*/ 63125 h 239067"/>
              <a:gd name="connsiteX65" fmla="*/ 285220 w 301364"/>
              <a:gd name="connsiteY65" fmla="*/ 81928 h 239067"/>
              <a:gd name="connsiteX66" fmla="*/ 287911 w 301364"/>
              <a:gd name="connsiteY66" fmla="*/ 89986 h 239067"/>
              <a:gd name="connsiteX67" fmla="*/ 289256 w 301364"/>
              <a:gd name="connsiteY67" fmla="*/ 94015 h 239067"/>
              <a:gd name="connsiteX68" fmla="*/ 293292 w 301364"/>
              <a:gd name="connsiteY68" fmla="*/ 95359 h 239067"/>
              <a:gd name="connsiteX69" fmla="*/ 295983 w 301364"/>
              <a:gd name="connsiteY69" fmla="*/ 98045 h 239067"/>
              <a:gd name="connsiteX70" fmla="*/ 300019 w 301364"/>
              <a:gd name="connsiteY70" fmla="*/ 98045 h 239067"/>
              <a:gd name="connsiteX71" fmla="*/ 301364 w 301364"/>
              <a:gd name="connsiteY71" fmla="*/ 99388 h 239067"/>
              <a:gd name="connsiteX72" fmla="*/ 298673 w 301364"/>
              <a:gd name="connsiteY72" fmla="*/ 107446 h 239067"/>
              <a:gd name="connsiteX73" fmla="*/ 298673 w 301364"/>
              <a:gd name="connsiteY73" fmla="*/ 108789 h 239067"/>
              <a:gd name="connsiteX74" fmla="*/ 295983 w 301364"/>
              <a:gd name="connsiteY74" fmla="*/ 114162 h 239067"/>
              <a:gd name="connsiteX75" fmla="*/ 265039 w 301364"/>
              <a:gd name="connsiteY75" fmla="*/ 114162 h 239067"/>
              <a:gd name="connsiteX76" fmla="*/ 258312 w 301364"/>
              <a:gd name="connsiteY76" fmla="*/ 114162 h 239067"/>
              <a:gd name="connsiteX77" fmla="*/ 252931 w 301364"/>
              <a:gd name="connsiteY77" fmla="*/ 124906 h 239067"/>
              <a:gd name="connsiteX78" fmla="*/ 247549 w 301364"/>
              <a:gd name="connsiteY78" fmla="*/ 130279 h 239067"/>
              <a:gd name="connsiteX79" fmla="*/ 244858 w 301364"/>
              <a:gd name="connsiteY79" fmla="*/ 135651 h 239067"/>
              <a:gd name="connsiteX80" fmla="*/ 244858 w 301364"/>
              <a:gd name="connsiteY80" fmla="*/ 143709 h 239067"/>
              <a:gd name="connsiteX81" fmla="*/ 242168 w 301364"/>
              <a:gd name="connsiteY81" fmla="*/ 149082 h 239067"/>
              <a:gd name="connsiteX82" fmla="*/ 224678 w 301364"/>
              <a:gd name="connsiteY82" fmla="*/ 161169 h 239067"/>
              <a:gd name="connsiteX83" fmla="*/ 196425 w 301364"/>
              <a:gd name="connsiteY83" fmla="*/ 177286 h 239067"/>
              <a:gd name="connsiteX84" fmla="*/ 176244 w 301364"/>
              <a:gd name="connsiteY84" fmla="*/ 189374 h 239067"/>
              <a:gd name="connsiteX85" fmla="*/ 165481 w 301364"/>
              <a:gd name="connsiteY85" fmla="*/ 192060 h 239067"/>
              <a:gd name="connsiteX86" fmla="*/ 156063 w 301364"/>
              <a:gd name="connsiteY86" fmla="*/ 192060 h 239067"/>
              <a:gd name="connsiteX87" fmla="*/ 150682 w 301364"/>
              <a:gd name="connsiteY87" fmla="*/ 193403 h 239067"/>
              <a:gd name="connsiteX88" fmla="*/ 143955 w 301364"/>
              <a:gd name="connsiteY88" fmla="*/ 193403 h 239067"/>
              <a:gd name="connsiteX89" fmla="*/ 129156 w 301364"/>
              <a:gd name="connsiteY89" fmla="*/ 196089 h 239067"/>
              <a:gd name="connsiteX90" fmla="*/ 122429 w 301364"/>
              <a:gd name="connsiteY90" fmla="*/ 201462 h 239067"/>
              <a:gd name="connsiteX91" fmla="*/ 117048 w 301364"/>
              <a:gd name="connsiteY91" fmla="*/ 208177 h 239067"/>
              <a:gd name="connsiteX92" fmla="*/ 104939 w 301364"/>
              <a:gd name="connsiteY92" fmla="*/ 216235 h 239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301364" h="239067">
                <a:moveTo>
                  <a:pt x="104939" y="239068"/>
                </a:moveTo>
                <a:lnTo>
                  <a:pt x="104939" y="239068"/>
                </a:lnTo>
                <a:lnTo>
                  <a:pt x="0" y="237725"/>
                </a:lnTo>
                <a:lnTo>
                  <a:pt x="5381" y="228323"/>
                </a:lnTo>
                <a:lnTo>
                  <a:pt x="30943" y="224294"/>
                </a:lnTo>
                <a:lnTo>
                  <a:pt x="49779" y="208177"/>
                </a:lnTo>
                <a:lnTo>
                  <a:pt x="57851" y="206834"/>
                </a:lnTo>
                <a:lnTo>
                  <a:pt x="64578" y="198775"/>
                </a:lnTo>
                <a:lnTo>
                  <a:pt x="67269" y="192060"/>
                </a:lnTo>
                <a:lnTo>
                  <a:pt x="83413" y="173257"/>
                </a:lnTo>
                <a:lnTo>
                  <a:pt x="84759" y="165199"/>
                </a:lnTo>
                <a:lnTo>
                  <a:pt x="82068" y="161169"/>
                </a:lnTo>
                <a:lnTo>
                  <a:pt x="79377" y="159826"/>
                </a:lnTo>
                <a:lnTo>
                  <a:pt x="83413" y="150425"/>
                </a:lnTo>
                <a:lnTo>
                  <a:pt x="79377" y="141023"/>
                </a:lnTo>
                <a:lnTo>
                  <a:pt x="79377" y="135651"/>
                </a:lnTo>
                <a:lnTo>
                  <a:pt x="86104" y="122220"/>
                </a:lnTo>
                <a:lnTo>
                  <a:pt x="96867" y="112819"/>
                </a:lnTo>
                <a:lnTo>
                  <a:pt x="96867" y="106103"/>
                </a:lnTo>
                <a:lnTo>
                  <a:pt x="92831" y="96702"/>
                </a:lnTo>
                <a:lnTo>
                  <a:pt x="104939" y="88643"/>
                </a:lnTo>
                <a:lnTo>
                  <a:pt x="108975" y="83271"/>
                </a:lnTo>
                <a:lnTo>
                  <a:pt x="114357" y="80585"/>
                </a:lnTo>
                <a:lnTo>
                  <a:pt x="125120" y="73869"/>
                </a:lnTo>
                <a:lnTo>
                  <a:pt x="127811" y="73869"/>
                </a:lnTo>
                <a:lnTo>
                  <a:pt x="134538" y="67154"/>
                </a:lnTo>
                <a:lnTo>
                  <a:pt x="145301" y="63125"/>
                </a:lnTo>
                <a:lnTo>
                  <a:pt x="150682" y="59096"/>
                </a:lnTo>
                <a:lnTo>
                  <a:pt x="153373" y="59096"/>
                </a:lnTo>
                <a:lnTo>
                  <a:pt x="165481" y="48351"/>
                </a:lnTo>
                <a:lnTo>
                  <a:pt x="168172" y="41635"/>
                </a:lnTo>
                <a:lnTo>
                  <a:pt x="169517" y="30891"/>
                </a:lnTo>
                <a:lnTo>
                  <a:pt x="174899" y="22832"/>
                </a:lnTo>
                <a:lnTo>
                  <a:pt x="176244" y="9402"/>
                </a:lnTo>
                <a:lnTo>
                  <a:pt x="181626" y="4029"/>
                </a:lnTo>
                <a:lnTo>
                  <a:pt x="185662" y="4029"/>
                </a:lnTo>
                <a:lnTo>
                  <a:pt x="187007" y="2686"/>
                </a:lnTo>
                <a:lnTo>
                  <a:pt x="192389" y="0"/>
                </a:lnTo>
                <a:lnTo>
                  <a:pt x="193734" y="2686"/>
                </a:lnTo>
                <a:lnTo>
                  <a:pt x="192389" y="4029"/>
                </a:lnTo>
                <a:lnTo>
                  <a:pt x="192389" y="6715"/>
                </a:lnTo>
                <a:lnTo>
                  <a:pt x="193734" y="10745"/>
                </a:lnTo>
                <a:lnTo>
                  <a:pt x="197770" y="13431"/>
                </a:lnTo>
                <a:lnTo>
                  <a:pt x="204497" y="20146"/>
                </a:lnTo>
                <a:lnTo>
                  <a:pt x="209878" y="21489"/>
                </a:lnTo>
                <a:lnTo>
                  <a:pt x="217951" y="20146"/>
                </a:lnTo>
                <a:lnTo>
                  <a:pt x="223332" y="17460"/>
                </a:lnTo>
                <a:lnTo>
                  <a:pt x="227369" y="18803"/>
                </a:lnTo>
                <a:lnTo>
                  <a:pt x="235441" y="20146"/>
                </a:lnTo>
                <a:lnTo>
                  <a:pt x="244858" y="18803"/>
                </a:lnTo>
                <a:lnTo>
                  <a:pt x="248895" y="13431"/>
                </a:lnTo>
                <a:lnTo>
                  <a:pt x="248895" y="13431"/>
                </a:lnTo>
                <a:lnTo>
                  <a:pt x="250240" y="14774"/>
                </a:lnTo>
                <a:lnTo>
                  <a:pt x="252931" y="18803"/>
                </a:lnTo>
                <a:lnTo>
                  <a:pt x="255622" y="22832"/>
                </a:lnTo>
                <a:lnTo>
                  <a:pt x="270420" y="24175"/>
                </a:lnTo>
                <a:lnTo>
                  <a:pt x="273111" y="24175"/>
                </a:lnTo>
                <a:lnTo>
                  <a:pt x="275802" y="26862"/>
                </a:lnTo>
                <a:lnTo>
                  <a:pt x="277147" y="29548"/>
                </a:lnTo>
                <a:lnTo>
                  <a:pt x="279838" y="33577"/>
                </a:lnTo>
                <a:lnTo>
                  <a:pt x="279838" y="37606"/>
                </a:lnTo>
                <a:lnTo>
                  <a:pt x="281184" y="40292"/>
                </a:lnTo>
                <a:lnTo>
                  <a:pt x="281184" y="48351"/>
                </a:lnTo>
                <a:lnTo>
                  <a:pt x="281184" y="57752"/>
                </a:lnTo>
                <a:lnTo>
                  <a:pt x="282529" y="63125"/>
                </a:lnTo>
                <a:lnTo>
                  <a:pt x="285220" y="81928"/>
                </a:lnTo>
                <a:lnTo>
                  <a:pt x="287911" y="89986"/>
                </a:lnTo>
                <a:lnTo>
                  <a:pt x="289256" y="94015"/>
                </a:lnTo>
                <a:lnTo>
                  <a:pt x="293292" y="95359"/>
                </a:lnTo>
                <a:lnTo>
                  <a:pt x="295983" y="98045"/>
                </a:lnTo>
                <a:lnTo>
                  <a:pt x="300019" y="98045"/>
                </a:lnTo>
                <a:lnTo>
                  <a:pt x="301364" y="99388"/>
                </a:lnTo>
                <a:lnTo>
                  <a:pt x="298673" y="107446"/>
                </a:lnTo>
                <a:lnTo>
                  <a:pt x="298673" y="108789"/>
                </a:lnTo>
                <a:lnTo>
                  <a:pt x="295983" y="114162"/>
                </a:lnTo>
                <a:lnTo>
                  <a:pt x="265039" y="114162"/>
                </a:lnTo>
                <a:lnTo>
                  <a:pt x="258312" y="114162"/>
                </a:lnTo>
                <a:lnTo>
                  <a:pt x="252931" y="124906"/>
                </a:lnTo>
                <a:lnTo>
                  <a:pt x="247549" y="130279"/>
                </a:lnTo>
                <a:lnTo>
                  <a:pt x="244858" y="135651"/>
                </a:lnTo>
                <a:lnTo>
                  <a:pt x="244858" y="143709"/>
                </a:lnTo>
                <a:lnTo>
                  <a:pt x="242168" y="149082"/>
                </a:lnTo>
                <a:lnTo>
                  <a:pt x="224678" y="161169"/>
                </a:lnTo>
                <a:lnTo>
                  <a:pt x="196425" y="177286"/>
                </a:lnTo>
                <a:lnTo>
                  <a:pt x="176244" y="189374"/>
                </a:lnTo>
                <a:lnTo>
                  <a:pt x="165481" y="192060"/>
                </a:lnTo>
                <a:lnTo>
                  <a:pt x="156063" y="192060"/>
                </a:lnTo>
                <a:lnTo>
                  <a:pt x="150682" y="193403"/>
                </a:lnTo>
                <a:lnTo>
                  <a:pt x="143955" y="193403"/>
                </a:lnTo>
                <a:lnTo>
                  <a:pt x="129156" y="196089"/>
                </a:lnTo>
                <a:lnTo>
                  <a:pt x="122429" y="201462"/>
                </a:lnTo>
                <a:lnTo>
                  <a:pt x="117048" y="208177"/>
                </a:lnTo>
                <a:lnTo>
                  <a:pt x="104939" y="216235"/>
                </a:lnTo>
                <a:close/>
              </a:path>
            </a:pathLst>
          </a:custGeom>
          <a:solidFill>
            <a:srgbClr val="EE7684"/>
          </a:solidFill>
          <a:ln w="336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32" name="Freeform 731">
            <a:extLst>
              <a:ext uri="{FF2B5EF4-FFF2-40B4-BE49-F238E27FC236}">
                <a16:creationId xmlns:a16="http://schemas.microsoft.com/office/drawing/2014/main" id="{7E9B06C6-4453-7D0F-A46A-48465678C580}"/>
              </a:ext>
            </a:extLst>
          </p:cNvPr>
          <p:cNvSpPr/>
          <p:nvPr/>
        </p:nvSpPr>
        <p:spPr>
          <a:xfrm>
            <a:off x="6917929" y="3899756"/>
            <a:ext cx="212569" cy="171913"/>
          </a:xfrm>
          <a:custGeom>
            <a:avLst/>
            <a:gdLst>
              <a:gd name="connsiteX0" fmla="*/ 212569 w 212569"/>
              <a:gd name="connsiteY0" fmla="*/ 8058 h 171913"/>
              <a:gd name="connsiteX1" fmla="*/ 211224 w 212569"/>
              <a:gd name="connsiteY1" fmla="*/ 44321 h 171913"/>
              <a:gd name="connsiteX2" fmla="*/ 129156 w 212569"/>
              <a:gd name="connsiteY2" fmla="*/ 42978 h 171913"/>
              <a:gd name="connsiteX3" fmla="*/ 127811 w 212569"/>
              <a:gd name="connsiteY3" fmla="*/ 111475 h 171913"/>
              <a:gd name="connsiteX4" fmla="*/ 118393 w 212569"/>
              <a:gd name="connsiteY4" fmla="*/ 111475 h 171913"/>
              <a:gd name="connsiteX5" fmla="*/ 111666 w 212569"/>
              <a:gd name="connsiteY5" fmla="*/ 112818 h 171913"/>
              <a:gd name="connsiteX6" fmla="*/ 106285 w 212569"/>
              <a:gd name="connsiteY6" fmla="*/ 116848 h 171913"/>
              <a:gd name="connsiteX7" fmla="*/ 103594 w 212569"/>
              <a:gd name="connsiteY7" fmla="*/ 123563 h 171913"/>
              <a:gd name="connsiteX8" fmla="*/ 103594 w 212569"/>
              <a:gd name="connsiteY8" fmla="*/ 170571 h 171913"/>
              <a:gd name="connsiteX9" fmla="*/ 0 w 212569"/>
              <a:gd name="connsiteY9" fmla="*/ 171914 h 171913"/>
              <a:gd name="connsiteX10" fmla="*/ 0 w 212569"/>
              <a:gd name="connsiteY10" fmla="*/ 163855 h 171913"/>
              <a:gd name="connsiteX11" fmla="*/ 2691 w 212569"/>
              <a:gd name="connsiteY11" fmla="*/ 158483 h 171913"/>
              <a:gd name="connsiteX12" fmla="*/ 1345 w 212569"/>
              <a:gd name="connsiteY12" fmla="*/ 151768 h 171913"/>
              <a:gd name="connsiteX13" fmla="*/ 5381 w 212569"/>
              <a:gd name="connsiteY13" fmla="*/ 147738 h 171913"/>
              <a:gd name="connsiteX14" fmla="*/ 9417 w 212569"/>
              <a:gd name="connsiteY14" fmla="*/ 146395 h 171913"/>
              <a:gd name="connsiteX15" fmla="*/ 17490 w 212569"/>
              <a:gd name="connsiteY15" fmla="*/ 131621 h 171913"/>
              <a:gd name="connsiteX16" fmla="*/ 21526 w 212569"/>
              <a:gd name="connsiteY16" fmla="*/ 130278 h 171913"/>
              <a:gd name="connsiteX17" fmla="*/ 18835 w 212569"/>
              <a:gd name="connsiteY17" fmla="*/ 127592 h 171913"/>
              <a:gd name="connsiteX18" fmla="*/ 18835 w 212569"/>
              <a:gd name="connsiteY18" fmla="*/ 124906 h 171913"/>
              <a:gd name="connsiteX19" fmla="*/ 29598 w 212569"/>
              <a:gd name="connsiteY19" fmla="*/ 111475 h 171913"/>
              <a:gd name="connsiteX20" fmla="*/ 28253 w 212569"/>
              <a:gd name="connsiteY20" fmla="*/ 107446 h 171913"/>
              <a:gd name="connsiteX21" fmla="*/ 34979 w 212569"/>
              <a:gd name="connsiteY21" fmla="*/ 92672 h 171913"/>
              <a:gd name="connsiteX22" fmla="*/ 39016 w 212569"/>
              <a:gd name="connsiteY22" fmla="*/ 91329 h 171913"/>
              <a:gd name="connsiteX23" fmla="*/ 51124 w 212569"/>
              <a:gd name="connsiteY23" fmla="*/ 80585 h 171913"/>
              <a:gd name="connsiteX24" fmla="*/ 52470 w 212569"/>
              <a:gd name="connsiteY24" fmla="*/ 72526 h 171913"/>
              <a:gd name="connsiteX25" fmla="*/ 68614 w 212569"/>
              <a:gd name="connsiteY25" fmla="*/ 49694 h 171913"/>
              <a:gd name="connsiteX26" fmla="*/ 65923 w 212569"/>
              <a:gd name="connsiteY26" fmla="*/ 42978 h 171913"/>
              <a:gd name="connsiteX27" fmla="*/ 72650 w 212569"/>
              <a:gd name="connsiteY27" fmla="*/ 38949 h 171913"/>
              <a:gd name="connsiteX28" fmla="*/ 73996 w 212569"/>
              <a:gd name="connsiteY28" fmla="*/ 33577 h 171913"/>
              <a:gd name="connsiteX29" fmla="*/ 92831 w 212569"/>
              <a:gd name="connsiteY29" fmla="*/ 24175 h 171913"/>
              <a:gd name="connsiteX30" fmla="*/ 96867 w 212569"/>
              <a:gd name="connsiteY30" fmla="*/ 24175 h 171913"/>
              <a:gd name="connsiteX31" fmla="*/ 96867 w 212569"/>
              <a:gd name="connsiteY31" fmla="*/ 13431 h 171913"/>
              <a:gd name="connsiteX32" fmla="*/ 107630 w 212569"/>
              <a:gd name="connsiteY32" fmla="*/ 0 h 171913"/>
              <a:gd name="connsiteX33" fmla="*/ 212569 w 212569"/>
              <a:gd name="connsiteY33" fmla="*/ 1343 h 17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12569" h="171913">
                <a:moveTo>
                  <a:pt x="212569" y="8058"/>
                </a:moveTo>
                <a:lnTo>
                  <a:pt x="211224" y="44321"/>
                </a:lnTo>
                <a:lnTo>
                  <a:pt x="129156" y="42978"/>
                </a:lnTo>
                <a:lnTo>
                  <a:pt x="127811" y="111475"/>
                </a:lnTo>
                <a:lnTo>
                  <a:pt x="118393" y="111475"/>
                </a:lnTo>
                <a:lnTo>
                  <a:pt x="111666" y="112818"/>
                </a:lnTo>
                <a:lnTo>
                  <a:pt x="106285" y="116848"/>
                </a:lnTo>
                <a:lnTo>
                  <a:pt x="103594" y="123563"/>
                </a:lnTo>
                <a:lnTo>
                  <a:pt x="103594" y="170571"/>
                </a:lnTo>
                <a:lnTo>
                  <a:pt x="0" y="171914"/>
                </a:lnTo>
                <a:lnTo>
                  <a:pt x="0" y="163855"/>
                </a:lnTo>
                <a:lnTo>
                  <a:pt x="2691" y="158483"/>
                </a:lnTo>
                <a:lnTo>
                  <a:pt x="1345" y="151768"/>
                </a:lnTo>
                <a:lnTo>
                  <a:pt x="5381" y="147738"/>
                </a:lnTo>
                <a:lnTo>
                  <a:pt x="9417" y="146395"/>
                </a:lnTo>
                <a:lnTo>
                  <a:pt x="17490" y="131621"/>
                </a:lnTo>
                <a:lnTo>
                  <a:pt x="21526" y="130278"/>
                </a:lnTo>
                <a:lnTo>
                  <a:pt x="18835" y="127592"/>
                </a:lnTo>
                <a:lnTo>
                  <a:pt x="18835" y="124906"/>
                </a:lnTo>
                <a:lnTo>
                  <a:pt x="29598" y="111475"/>
                </a:lnTo>
                <a:lnTo>
                  <a:pt x="28253" y="107446"/>
                </a:lnTo>
                <a:lnTo>
                  <a:pt x="34979" y="92672"/>
                </a:lnTo>
                <a:lnTo>
                  <a:pt x="39016" y="91329"/>
                </a:lnTo>
                <a:lnTo>
                  <a:pt x="51124" y="80585"/>
                </a:lnTo>
                <a:lnTo>
                  <a:pt x="52470" y="72526"/>
                </a:lnTo>
                <a:lnTo>
                  <a:pt x="68614" y="49694"/>
                </a:lnTo>
                <a:lnTo>
                  <a:pt x="65923" y="42978"/>
                </a:lnTo>
                <a:lnTo>
                  <a:pt x="72650" y="38949"/>
                </a:lnTo>
                <a:lnTo>
                  <a:pt x="73996" y="33577"/>
                </a:lnTo>
                <a:lnTo>
                  <a:pt x="92831" y="24175"/>
                </a:lnTo>
                <a:lnTo>
                  <a:pt x="96867" y="24175"/>
                </a:lnTo>
                <a:lnTo>
                  <a:pt x="96867" y="13431"/>
                </a:lnTo>
                <a:lnTo>
                  <a:pt x="107630" y="0"/>
                </a:lnTo>
                <a:lnTo>
                  <a:pt x="212569" y="1343"/>
                </a:lnTo>
                <a:close/>
              </a:path>
            </a:pathLst>
          </a:custGeom>
          <a:solidFill>
            <a:srgbClr val="EE7684"/>
          </a:solidFill>
          <a:ln w="336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33" name="Freeform 732">
            <a:extLst>
              <a:ext uri="{FF2B5EF4-FFF2-40B4-BE49-F238E27FC236}">
                <a16:creationId xmlns:a16="http://schemas.microsoft.com/office/drawing/2014/main" id="{4DCF18BC-37AF-B870-82B0-78C9F68006C1}"/>
              </a:ext>
            </a:extLst>
          </p:cNvPr>
          <p:cNvSpPr/>
          <p:nvPr/>
        </p:nvSpPr>
        <p:spPr>
          <a:xfrm>
            <a:off x="6915238" y="3907814"/>
            <a:ext cx="309436" cy="338455"/>
          </a:xfrm>
          <a:custGeom>
            <a:avLst/>
            <a:gdLst>
              <a:gd name="connsiteX0" fmla="*/ 2691 w 309436"/>
              <a:gd name="connsiteY0" fmla="*/ 163855 h 338455"/>
              <a:gd name="connsiteX1" fmla="*/ 106285 w 309436"/>
              <a:gd name="connsiteY1" fmla="*/ 162512 h 338455"/>
              <a:gd name="connsiteX2" fmla="*/ 106285 w 309436"/>
              <a:gd name="connsiteY2" fmla="*/ 115505 h 338455"/>
              <a:gd name="connsiteX3" fmla="*/ 108976 w 309436"/>
              <a:gd name="connsiteY3" fmla="*/ 108789 h 338455"/>
              <a:gd name="connsiteX4" fmla="*/ 114357 w 309436"/>
              <a:gd name="connsiteY4" fmla="*/ 104760 h 338455"/>
              <a:gd name="connsiteX5" fmla="*/ 121084 w 309436"/>
              <a:gd name="connsiteY5" fmla="*/ 103417 h 338455"/>
              <a:gd name="connsiteX6" fmla="*/ 130502 w 309436"/>
              <a:gd name="connsiteY6" fmla="*/ 103417 h 338455"/>
              <a:gd name="connsiteX7" fmla="*/ 131847 w 309436"/>
              <a:gd name="connsiteY7" fmla="*/ 34920 h 338455"/>
              <a:gd name="connsiteX8" fmla="*/ 213915 w 309436"/>
              <a:gd name="connsiteY8" fmla="*/ 36263 h 338455"/>
              <a:gd name="connsiteX9" fmla="*/ 215260 w 309436"/>
              <a:gd name="connsiteY9" fmla="*/ 0 h 338455"/>
              <a:gd name="connsiteX10" fmla="*/ 309437 w 309436"/>
              <a:gd name="connsiteY10" fmla="*/ 63125 h 338455"/>
              <a:gd name="connsiteX11" fmla="*/ 309437 w 309436"/>
              <a:gd name="connsiteY11" fmla="*/ 63125 h 338455"/>
              <a:gd name="connsiteX12" fmla="*/ 308091 w 309436"/>
              <a:gd name="connsiteY12" fmla="*/ 63125 h 338455"/>
              <a:gd name="connsiteX13" fmla="*/ 277148 w 309436"/>
              <a:gd name="connsiteY13" fmla="*/ 63125 h 338455"/>
              <a:gd name="connsiteX14" fmla="*/ 297328 w 309436"/>
              <a:gd name="connsiteY14" fmla="*/ 292791 h 338455"/>
              <a:gd name="connsiteX15" fmla="*/ 305401 w 309436"/>
              <a:gd name="connsiteY15" fmla="*/ 298163 h 338455"/>
              <a:gd name="connsiteX16" fmla="*/ 295983 w 309436"/>
              <a:gd name="connsiteY16" fmla="*/ 320996 h 338455"/>
              <a:gd name="connsiteX17" fmla="*/ 204497 w 309436"/>
              <a:gd name="connsiteY17" fmla="*/ 320996 h 338455"/>
              <a:gd name="connsiteX18" fmla="*/ 201806 w 309436"/>
              <a:gd name="connsiteY18" fmla="*/ 320996 h 338455"/>
              <a:gd name="connsiteX19" fmla="*/ 197771 w 309436"/>
              <a:gd name="connsiteY19" fmla="*/ 316966 h 338455"/>
              <a:gd name="connsiteX20" fmla="*/ 195080 w 309436"/>
              <a:gd name="connsiteY20" fmla="*/ 316966 h 338455"/>
              <a:gd name="connsiteX21" fmla="*/ 191044 w 309436"/>
              <a:gd name="connsiteY21" fmla="*/ 320996 h 338455"/>
              <a:gd name="connsiteX22" fmla="*/ 188353 w 309436"/>
              <a:gd name="connsiteY22" fmla="*/ 318309 h 338455"/>
              <a:gd name="connsiteX23" fmla="*/ 187007 w 309436"/>
              <a:gd name="connsiteY23" fmla="*/ 310251 h 338455"/>
              <a:gd name="connsiteX24" fmla="*/ 181626 w 309436"/>
              <a:gd name="connsiteY24" fmla="*/ 308908 h 338455"/>
              <a:gd name="connsiteX25" fmla="*/ 168172 w 309436"/>
              <a:gd name="connsiteY25" fmla="*/ 314280 h 338455"/>
              <a:gd name="connsiteX26" fmla="*/ 161445 w 309436"/>
              <a:gd name="connsiteY26" fmla="*/ 326368 h 338455"/>
              <a:gd name="connsiteX27" fmla="*/ 158754 w 309436"/>
              <a:gd name="connsiteY27" fmla="*/ 325025 h 338455"/>
              <a:gd name="connsiteX28" fmla="*/ 154718 w 309436"/>
              <a:gd name="connsiteY28" fmla="*/ 316966 h 338455"/>
              <a:gd name="connsiteX29" fmla="*/ 154718 w 309436"/>
              <a:gd name="connsiteY29" fmla="*/ 310251 h 338455"/>
              <a:gd name="connsiteX30" fmla="*/ 147991 w 309436"/>
              <a:gd name="connsiteY30" fmla="*/ 308908 h 338455"/>
              <a:gd name="connsiteX31" fmla="*/ 139919 w 309436"/>
              <a:gd name="connsiteY31" fmla="*/ 312937 h 338455"/>
              <a:gd name="connsiteX32" fmla="*/ 139919 w 309436"/>
              <a:gd name="connsiteY32" fmla="*/ 322338 h 338455"/>
              <a:gd name="connsiteX33" fmla="*/ 139919 w 309436"/>
              <a:gd name="connsiteY33" fmla="*/ 325025 h 338455"/>
              <a:gd name="connsiteX34" fmla="*/ 137229 w 309436"/>
              <a:gd name="connsiteY34" fmla="*/ 333083 h 338455"/>
              <a:gd name="connsiteX35" fmla="*/ 129156 w 309436"/>
              <a:gd name="connsiteY35" fmla="*/ 333083 h 338455"/>
              <a:gd name="connsiteX36" fmla="*/ 123775 w 309436"/>
              <a:gd name="connsiteY36" fmla="*/ 338455 h 338455"/>
              <a:gd name="connsiteX37" fmla="*/ 122429 w 309436"/>
              <a:gd name="connsiteY37" fmla="*/ 338455 h 338455"/>
              <a:gd name="connsiteX38" fmla="*/ 122429 w 309436"/>
              <a:gd name="connsiteY38" fmla="*/ 334426 h 338455"/>
              <a:gd name="connsiteX39" fmla="*/ 114357 w 309436"/>
              <a:gd name="connsiteY39" fmla="*/ 330397 h 338455"/>
              <a:gd name="connsiteX40" fmla="*/ 110321 w 309436"/>
              <a:gd name="connsiteY40" fmla="*/ 327711 h 338455"/>
              <a:gd name="connsiteX41" fmla="*/ 108976 w 309436"/>
              <a:gd name="connsiteY41" fmla="*/ 322338 h 338455"/>
              <a:gd name="connsiteX42" fmla="*/ 103594 w 309436"/>
              <a:gd name="connsiteY42" fmla="*/ 320996 h 338455"/>
              <a:gd name="connsiteX43" fmla="*/ 103594 w 309436"/>
              <a:gd name="connsiteY43" fmla="*/ 315623 h 338455"/>
              <a:gd name="connsiteX44" fmla="*/ 98212 w 309436"/>
              <a:gd name="connsiteY44" fmla="*/ 310251 h 338455"/>
              <a:gd name="connsiteX45" fmla="*/ 96867 w 309436"/>
              <a:gd name="connsiteY45" fmla="*/ 304878 h 338455"/>
              <a:gd name="connsiteX46" fmla="*/ 94176 w 309436"/>
              <a:gd name="connsiteY46" fmla="*/ 302192 h 338455"/>
              <a:gd name="connsiteX47" fmla="*/ 90140 w 309436"/>
              <a:gd name="connsiteY47" fmla="*/ 303535 h 338455"/>
              <a:gd name="connsiteX48" fmla="*/ 88795 w 309436"/>
              <a:gd name="connsiteY48" fmla="*/ 302192 h 338455"/>
              <a:gd name="connsiteX49" fmla="*/ 83414 w 309436"/>
              <a:gd name="connsiteY49" fmla="*/ 303535 h 338455"/>
              <a:gd name="connsiteX50" fmla="*/ 80723 w 309436"/>
              <a:gd name="connsiteY50" fmla="*/ 302192 h 338455"/>
              <a:gd name="connsiteX51" fmla="*/ 80723 w 309436"/>
              <a:gd name="connsiteY51" fmla="*/ 299506 h 338455"/>
              <a:gd name="connsiteX52" fmla="*/ 75341 w 309436"/>
              <a:gd name="connsiteY52" fmla="*/ 291448 h 338455"/>
              <a:gd name="connsiteX53" fmla="*/ 68614 w 309436"/>
              <a:gd name="connsiteY53" fmla="*/ 290105 h 338455"/>
              <a:gd name="connsiteX54" fmla="*/ 56506 w 309436"/>
              <a:gd name="connsiteY54" fmla="*/ 286075 h 338455"/>
              <a:gd name="connsiteX55" fmla="*/ 51124 w 309436"/>
              <a:gd name="connsiteY55" fmla="*/ 286075 h 338455"/>
              <a:gd name="connsiteX56" fmla="*/ 37670 w 309436"/>
              <a:gd name="connsiteY56" fmla="*/ 291448 h 338455"/>
              <a:gd name="connsiteX57" fmla="*/ 24217 w 309436"/>
              <a:gd name="connsiteY57" fmla="*/ 294134 h 338455"/>
              <a:gd name="connsiteX58" fmla="*/ 18835 w 309436"/>
              <a:gd name="connsiteY58" fmla="*/ 299506 h 338455"/>
              <a:gd name="connsiteX59" fmla="*/ 14799 w 309436"/>
              <a:gd name="connsiteY59" fmla="*/ 299506 h 338455"/>
              <a:gd name="connsiteX60" fmla="*/ 10763 w 309436"/>
              <a:gd name="connsiteY60" fmla="*/ 302192 h 338455"/>
              <a:gd name="connsiteX61" fmla="*/ 12108 w 309436"/>
              <a:gd name="connsiteY61" fmla="*/ 291448 h 338455"/>
              <a:gd name="connsiteX62" fmla="*/ 16145 w 309436"/>
              <a:gd name="connsiteY62" fmla="*/ 275331 h 338455"/>
              <a:gd name="connsiteX63" fmla="*/ 22872 w 309436"/>
              <a:gd name="connsiteY63" fmla="*/ 267272 h 338455"/>
              <a:gd name="connsiteX64" fmla="*/ 24217 w 309436"/>
              <a:gd name="connsiteY64" fmla="*/ 248469 h 338455"/>
              <a:gd name="connsiteX65" fmla="*/ 18835 w 309436"/>
              <a:gd name="connsiteY65" fmla="*/ 221608 h 338455"/>
              <a:gd name="connsiteX66" fmla="*/ 12108 w 309436"/>
              <a:gd name="connsiteY66" fmla="*/ 210863 h 338455"/>
              <a:gd name="connsiteX67" fmla="*/ 14799 w 309436"/>
              <a:gd name="connsiteY67" fmla="*/ 208177 h 338455"/>
              <a:gd name="connsiteX68" fmla="*/ 18835 w 309436"/>
              <a:gd name="connsiteY68" fmla="*/ 208177 h 338455"/>
              <a:gd name="connsiteX69" fmla="*/ 20181 w 309436"/>
              <a:gd name="connsiteY69" fmla="*/ 198775 h 338455"/>
              <a:gd name="connsiteX70" fmla="*/ 17490 w 309436"/>
              <a:gd name="connsiteY70" fmla="*/ 193403 h 338455"/>
              <a:gd name="connsiteX71" fmla="*/ 21526 w 309436"/>
              <a:gd name="connsiteY71" fmla="*/ 190717 h 338455"/>
              <a:gd name="connsiteX72" fmla="*/ 13454 w 309436"/>
              <a:gd name="connsiteY72" fmla="*/ 178629 h 338455"/>
              <a:gd name="connsiteX73" fmla="*/ 10763 w 309436"/>
              <a:gd name="connsiteY73" fmla="*/ 181315 h 338455"/>
              <a:gd name="connsiteX74" fmla="*/ 8072 w 309436"/>
              <a:gd name="connsiteY74" fmla="*/ 179972 h 338455"/>
              <a:gd name="connsiteX75" fmla="*/ 6727 w 309436"/>
              <a:gd name="connsiteY75" fmla="*/ 174600 h 338455"/>
              <a:gd name="connsiteX76" fmla="*/ 0 w 309436"/>
              <a:gd name="connsiteY76" fmla="*/ 181315 h 338455"/>
              <a:gd name="connsiteX77" fmla="*/ 0 w 309436"/>
              <a:gd name="connsiteY77" fmla="*/ 170571 h 338455"/>
              <a:gd name="connsiteX78" fmla="*/ 2691 w 309436"/>
              <a:gd name="connsiteY78" fmla="*/ 165199 h 338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09436" h="338455">
                <a:moveTo>
                  <a:pt x="2691" y="163855"/>
                </a:moveTo>
                <a:lnTo>
                  <a:pt x="106285" y="162512"/>
                </a:lnTo>
                <a:lnTo>
                  <a:pt x="106285" y="115505"/>
                </a:lnTo>
                <a:lnTo>
                  <a:pt x="108976" y="108789"/>
                </a:lnTo>
                <a:lnTo>
                  <a:pt x="114357" y="104760"/>
                </a:lnTo>
                <a:lnTo>
                  <a:pt x="121084" y="103417"/>
                </a:lnTo>
                <a:lnTo>
                  <a:pt x="130502" y="103417"/>
                </a:lnTo>
                <a:lnTo>
                  <a:pt x="131847" y="34920"/>
                </a:lnTo>
                <a:lnTo>
                  <a:pt x="213915" y="36263"/>
                </a:lnTo>
                <a:lnTo>
                  <a:pt x="215260" y="0"/>
                </a:lnTo>
                <a:lnTo>
                  <a:pt x="309437" y="63125"/>
                </a:lnTo>
                <a:lnTo>
                  <a:pt x="309437" y="63125"/>
                </a:lnTo>
                <a:lnTo>
                  <a:pt x="308091" y="63125"/>
                </a:lnTo>
                <a:lnTo>
                  <a:pt x="277148" y="63125"/>
                </a:lnTo>
                <a:lnTo>
                  <a:pt x="297328" y="292791"/>
                </a:lnTo>
                <a:lnTo>
                  <a:pt x="305401" y="298163"/>
                </a:lnTo>
                <a:lnTo>
                  <a:pt x="295983" y="320996"/>
                </a:lnTo>
                <a:lnTo>
                  <a:pt x="204497" y="320996"/>
                </a:lnTo>
                <a:lnTo>
                  <a:pt x="201806" y="320996"/>
                </a:lnTo>
                <a:lnTo>
                  <a:pt x="197771" y="316966"/>
                </a:lnTo>
                <a:lnTo>
                  <a:pt x="195080" y="316966"/>
                </a:lnTo>
                <a:lnTo>
                  <a:pt x="191044" y="320996"/>
                </a:lnTo>
                <a:lnTo>
                  <a:pt x="188353" y="318309"/>
                </a:lnTo>
                <a:lnTo>
                  <a:pt x="187007" y="310251"/>
                </a:lnTo>
                <a:lnTo>
                  <a:pt x="181626" y="308908"/>
                </a:lnTo>
                <a:lnTo>
                  <a:pt x="168172" y="314280"/>
                </a:lnTo>
                <a:lnTo>
                  <a:pt x="161445" y="326368"/>
                </a:lnTo>
                <a:lnTo>
                  <a:pt x="158754" y="325025"/>
                </a:lnTo>
                <a:lnTo>
                  <a:pt x="154718" y="316966"/>
                </a:lnTo>
                <a:lnTo>
                  <a:pt x="154718" y="310251"/>
                </a:lnTo>
                <a:lnTo>
                  <a:pt x="147991" y="308908"/>
                </a:lnTo>
                <a:lnTo>
                  <a:pt x="139919" y="312937"/>
                </a:lnTo>
                <a:lnTo>
                  <a:pt x="139919" y="322338"/>
                </a:lnTo>
                <a:lnTo>
                  <a:pt x="139919" y="325025"/>
                </a:lnTo>
                <a:lnTo>
                  <a:pt x="137229" y="333083"/>
                </a:lnTo>
                <a:lnTo>
                  <a:pt x="129156" y="333083"/>
                </a:lnTo>
                <a:lnTo>
                  <a:pt x="123775" y="338455"/>
                </a:lnTo>
                <a:lnTo>
                  <a:pt x="122429" y="338455"/>
                </a:lnTo>
                <a:lnTo>
                  <a:pt x="122429" y="334426"/>
                </a:lnTo>
                <a:lnTo>
                  <a:pt x="114357" y="330397"/>
                </a:lnTo>
                <a:lnTo>
                  <a:pt x="110321" y="327711"/>
                </a:lnTo>
                <a:lnTo>
                  <a:pt x="108976" y="322338"/>
                </a:lnTo>
                <a:lnTo>
                  <a:pt x="103594" y="320996"/>
                </a:lnTo>
                <a:lnTo>
                  <a:pt x="103594" y="315623"/>
                </a:lnTo>
                <a:lnTo>
                  <a:pt x="98212" y="310251"/>
                </a:lnTo>
                <a:lnTo>
                  <a:pt x="96867" y="304878"/>
                </a:lnTo>
                <a:lnTo>
                  <a:pt x="94176" y="302192"/>
                </a:lnTo>
                <a:lnTo>
                  <a:pt x="90140" y="303535"/>
                </a:lnTo>
                <a:lnTo>
                  <a:pt x="88795" y="302192"/>
                </a:lnTo>
                <a:lnTo>
                  <a:pt x="83414" y="303535"/>
                </a:lnTo>
                <a:lnTo>
                  <a:pt x="80723" y="302192"/>
                </a:lnTo>
                <a:lnTo>
                  <a:pt x="80723" y="299506"/>
                </a:lnTo>
                <a:lnTo>
                  <a:pt x="75341" y="291448"/>
                </a:lnTo>
                <a:lnTo>
                  <a:pt x="68614" y="290105"/>
                </a:lnTo>
                <a:lnTo>
                  <a:pt x="56506" y="286075"/>
                </a:lnTo>
                <a:lnTo>
                  <a:pt x="51124" y="286075"/>
                </a:lnTo>
                <a:lnTo>
                  <a:pt x="37670" y="291448"/>
                </a:lnTo>
                <a:lnTo>
                  <a:pt x="24217" y="294134"/>
                </a:lnTo>
                <a:lnTo>
                  <a:pt x="18835" y="299506"/>
                </a:lnTo>
                <a:lnTo>
                  <a:pt x="14799" y="299506"/>
                </a:lnTo>
                <a:lnTo>
                  <a:pt x="10763" y="302192"/>
                </a:lnTo>
                <a:lnTo>
                  <a:pt x="12108" y="291448"/>
                </a:lnTo>
                <a:lnTo>
                  <a:pt x="16145" y="275331"/>
                </a:lnTo>
                <a:lnTo>
                  <a:pt x="22872" y="267272"/>
                </a:lnTo>
                <a:lnTo>
                  <a:pt x="24217" y="248469"/>
                </a:lnTo>
                <a:lnTo>
                  <a:pt x="18835" y="221608"/>
                </a:lnTo>
                <a:lnTo>
                  <a:pt x="12108" y="210863"/>
                </a:lnTo>
                <a:lnTo>
                  <a:pt x="14799" y="208177"/>
                </a:lnTo>
                <a:lnTo>
                  <a:pt x="18835" y="208177"/>
                </a:lnTo>
                <a:lnTo>
                  <a:pt x="20181" y="198775"/>
                </a:lnTo>
                <a:lnTo>
                  <a:pt x="17490" y="193403"/>
                </a:lnTo>
                <a:lnTo>
                  <a:pt x="21526" y="190717"/>
                </a:lnTo>
                <a:lnTo>
                  <a:pt x="13454" y="178629"/>
                </a:lnTo>
                <a:lnTo>
                  <a:pt x="10763" y="181315"/>
                </a:lnTo>
                <a:lnTo>
                  <a:pt x="8072" y="179972"/>
                </a:lnTo>
                <a:lnTo>
                  <a:pt x="6727" y="174600"/>
                </a:lnTo>
                <a:lnTo>
                  <a:pt x="0" y="181315"/>
                </a:lnTo>
                <a:lnTo>
                  <a:pt x="0" y="170571"/>
                </a:lnTo>
                <a:lnTo>
                  <a:pt x="2691" y="16519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34" name="Freeform 733">
            <a:extLst>
              <a:ext uri="{FF2B5EF4-FFF2-40B4-BE49-F238E27FC236}">
                <a16:creationId xmlns:a16="http://schemas.microsoft.com/office/drawing/2014/main" id="{B1BE4C07-2012-8FFE-1149-B54D72624008}"/>
              </a:ext>
            </a:extLst>
          </p:cNvPr>
          <p:cNvSpPr/>
          <p:nvPr/>
        </p:nvSpPr>
        <p:spPr>
          <a:xfrm>
            <a:off x="7039013" y="3970939"/>
            <a:ext cx="423793" cy="393521"/>
          </a:xfrm>
          <a:custGeom>
            <a:avLst/>
            <a:gdLst>
              <a:gd name="connsiteX0" fmla="*/ 0 w 423793"/>
              <a:gd name="connsiteY0" fmla="*/ 275331 h 393521"/>
              <a:gd name="connsiteX1" fmla="*/ 5381 w 423793"/>
              <a:gd name="connsiteY1" fmla="*/ 269959 h 393521"/>
              <a:gd name="connsiteX2" fmla="*/ 13454 w 423793"/>
              <a:gd name="connsiteY2" fmla="*/ 269959 h 393521"/>
              <a:gd name="connsiteX3" fmla="*/ 16144 w 423793"/>
              <a:gd name="connsiteY3" fmla="*/ 261900 h 393521"/>
              <a:gd name="connsiteX4" fmla="*/ 16144 w 423793"/>
              <a:gd name="connsiteY4" fmla="*/ 259214 h 393521"/>
              <a:gd name="connsiteX5" fmla="*/ 16144 w 423793"/>
              <a:gd name="connsiteY5" fmla="*/ 249812 h 393521"/>
              <a:gd name="connsiteX6" fmla="*/ 24217 w 423793"/>
              <a:gd name="connsiteY6" fmla="*/ 245783 h 393521"/>
              <a:gd name="connsiteX7" fmla="*/ 30943 w 423793"/>
              <a:gd name="connsiteY7" fmla="*/ 247126 h 393521"/>
              <a:gd name="connsiteX8" fmla="*/ 30943 w 423793"/>
              <a:gd name="connsiteY8" fmla="*/ 253842 h 393521"/>
              <a:gd name="connsiteX9" fmla="*/ 34979 w 423793"/>
              <a:gd name="connsiteY9" fmla="*/ 261900 h 393521"/>
              <a:gd name="connsiteX10" fmla="*/ 37670 w 423793"/>
              <a:gd name="connsiteY10" fmla="*/ 263243 h 393521"/>
              <a:gd name="connsiteX11" fmla="*/ 44397 w 423793"/>
              <a:gd name="connsiteY11" fmla="*/ 251156 h 393521"/>
              <a:gd name="connsiteX12" fmla="*/ 57851 w 423793"/>
              <a:gd name="connsiteY12" fmla="*/ 245783 h 393521"/>
              <a:gd name="connsiteX13" fmla="*/ 63232 w 423793"/>
              <a:gd name="connsiteY13" fmla="*/ 247126 h 393521"/>
              <a:gd name="connsiteX14" fmla="*/ 64578 w 423793"/>
              <a:gd name="connsiteY14" fmla="*/ 255185 h 393521"/>
              <a:gd name="connsiteX15" fmla="*/ 67269 w 423793"/>
              <a:gd name="connsiteY15" fmla="*/ 257871 h 393521"/>
              <a:gd name="connsiteX16" fmla="*/ 71305 w 423793"/>
              <a:gd name="connsiteY16" fmla="*/ 253842 h 393521"/>
              <a:gd name="connsiteX17" fmla="*/ 73996 w 423793"/>
              <a:gd name="connsiteY17" fmla="*/ 253842 h 393521"/>
              <a:gd name="connsiteX18" fmla="*/ 78032 w 423793"/>
              <a:gd name="connsiteY18" fmla="*/ 257871 h 393521"/>
              <a:gd name="connsiteX19" fmla="*/ 80723 w 423793"/>
              <a:gd name="connsiteY19" fmla="*/ 257871 h 393521"/>
              <a:gd name="connsiteX20" fmla="*/ 172208 w 423793"/>
              <a:gd name="connsiteY20" fmla="*/ 257871 h 393521"/>
              <a:gd name="connsiteX21" fmla="*/ 181626 w 423793"/>
              <a:gd name="connsiteY21" fmla="*/ 235038 h 393521"/>
              <a:gd name="connsiteX22" fmla="*/ 173554 w 423793"/>
              <a:gd name="connsiteY22" fmla="*/ 229666 h 393521"/>
              <a:gd name="connsiteX23" fmla="*/ 153373 w 423793"/>
              <a:gd name="connsiteY23" fmla="*/ 0 h 393521"/>
              <a:gd name="connsiteX24" fmla="*/ 184316 w 423793"/>
              <a:gd name="connsiteY24" fmla="*/ 0 h 393521"/>
              <a:gd name="connsiteX25" fmla="*/ 355179 w 423793"/>
              <a:gd name="connsiteY25" fmla="*/ 112819 h 393521"/>
              <a:gd name="connsiteX26" fmla="*/ 357870 w 423793"/>
              <a:gd name="connsiteY26" fmla="*/ 124906 h 393521"/>
              <a:gd name="connsiteX27" fmla="*/ 363252 w 423793"/>
              <a:gd name="connsiteY27" fmla="*/ 130279 h 393521"/>
              <a:gd name="connsiteX28" fmla="*/ 374015 w 423793"/>
              <a:gd name="connsiteY28" fmla="*/ 130279 h 393521"/>
              <a:gd name="connsiteX29" fmla="*/ 380741 w 423793"/>
              <a:gd name="connsiteY29" fmla="*/ 132965 h 393521"/>
              <a:gd name="connsiteX30" fmla="*/ 386123 w 423793"/>
              <a:gd name="connsiteY30" fmla="*/ 138337 h 393521"/>
              <a:gd name="connsiteX31" fmla="*/ 391504 w 423793"/>
              <a:gd name="connsiteY31" fmla="*/ 139680 h 393521"/>
              <a:gd name="connsiteX32" fmla="*/ 396886 w 423793"/>
              <a:gd name="connsiteY32" fmla="*/ 143709 h 393521"/>
              <a:gd name="connsiteX33" fmla="*/ 396886 w 423793"/>
              <a:gd name="connsiteY33" fmla="*/ 147738 h 393521"/>
              <a:gd name="connsiteX34" fmla="*/ 394195 w 423793"/>
              <a:gd name="connsiteY34" fmla="*/ 155797 h 393521"/>
              <a:gd name="connsiteX35" fmla="*/ 395541 w 423793"/>
              <a:gd name="connsiteY35" fmla="*/ 159826 h 393521"/>
              <a:gd name="connsiteX36" fmla="*/ 402268 w 423793"/>
              <a:gd name="connsiteY36" fmla="*/ 162512 h 393521"/>
              <a:gd name="connsiteX37" fmla="*/ 414376 w 423793"/>
              <a:gd name="connsiteY37" fmla="*/ 161169 h 393521"/>
              <a:gd name="connsiteX38" fmla="*/ 423794 w 423793"/>
              <a:gd name="connsiteY38" fmla="*/ 158483 h 393521"/>
              <a:gd name="connsiteX39" fmla="*/ 423794 w 423793"/>
              <a:gd name="connsiteY39" fmla="*/ 158483 h 393521"/>
              <a:gd name="connsiteX40" fmla="*/ 422448 w 423793"/>
              <a:gd name="connsiteY40" fmla="*/ 208177 h 393521"/>
              <a:gd name="connsiteX41" fmla="*/ 421103 w 423793"/>
              <a:gd name="connsiteY41" fmla="*/ 231009 h 393521"/>
              <a:gd name="connsiteX42" fmla="*/ 415721 w 423793"/>
              <a:gd name="connsiteY42" fmla="*/ 233696 h 393521"/>
              <a:gd name="connsiteX43" fmla="*/ 415721 w 423793"/>
              <a:gd name="connsiteY43" fmla="*/ 243097 h 393521"/>
              <a:gd name="connsiteX44" fmla="*/ 414376 w 423793"/>
              <a:gd name="connsiteY44" fmla="*/ 248469 h 393521"/>
              <a:gd name="connsiteX45" fmla="*/ 400922 w 423793"/>
              <a:gd name="connsiteY45" fmla="*/ 256528 h 393521"/>
              <a:gd name="connsiteX46" fmla="*/ 392850 w 423793"/>
              <a:gd name="connsiteY46" fmla="*/ 259214 h 393521"/>
              <a:gd name="connsiteX47" fmla="*/ 386123 w 423793"/>
              <a:gd name="connsiteY47" fmla="*/ 260557 h 393521"/>
              <a:gd name="connsiteX48" fmla="*/ 378051 w 423793"/>
              <a:gd name="connsiteY48" fmla="*/ 265929 h 393521"/>
              <a:gd name="connsiteX49" fmla="*/ 372669 w 423793"/>
              <a:gd name="connsiteY49" fmla="*/ 265929 h 393521"/>
              <a:gd name="connsiteX50" fmla="*/ 361906 w 423793"/>
              <a:gd name="connsiteY50" fmla="*/ 265929 h 393521"/>
              <a:gd name="connsiteX51" fmla="*/ 355179 w 423793"/>
              <a:gd name="connsiteY51" fmla="*/ 268615 h 393521"/>
              <a:gd name="connsiteX52" fmla="*/ 348452 w 423793"/>
              <a:gd name="connsiteY52" fmla="*/ 268615 h 393521"/>
              <a:gd name="connsiteX53" fmla="*/ 330962 w 423793"/>
              <a:gd name="connsiteY53" fmla="*/ 269959 h 393521"/>
              <a:gd name="connsiteX54" fmla="*/ 324235 w 423793"/>
              <a:gd name="connsiteY54" fmla="*/ 268615 h 393521"/>
              <a:gd name="connsiteX55" fmla="*/ 324235 w 423793"/>
              <a:gd name="connsiteY55" fmla="*/ 269959 h 393521"/>
              <a:gd name="connsiteX56" fmla="*/ 321545 w 423793"/>
              <a:gd name="connsiteY56" fmla="*/ 268615 h 393521"/>
              <a:gd name="connsiteX57" fmla="*/ 317509 w 423793"/>
              <a:gd name="connsiteY57" fmla="*/ 267272 h 393521"/>
              <a:gd name="connsiteX58" fmla="*/ 310782 w 423793"/>
              <a:gd name="connsiteY58" fmla="*/ 264586 h 393521"/>
              <a:gd name="connsiteX59" fmla="*/ 304055 w 423793"/>
              <a:gd name="connsiteY59" fmla="*/ 265929 h 393521"/>
              <a:gd name="connsiteX60" fmla="*/ 290601 w 423793"/>
              <a:gd name="connsiteY60" fmla="*/ 268615 h 393521"/>
              <a:gd name="connsiteX61" fmla="*/ 283874 w 423793"/>
              <a:gd name="connsiteY61" fmla="*/ 272645 h 393521"/>
              <a:gd name="connsiteX62" fmla="*/ 277147 w 423793"/>
              <a:gd name="connsiteY62" fmla="*/ 278017 h 393521"/>
              <a:gd name="connsiteX63" fmla="*/ 256967 w 423793"/>
              <a:gd name="connsiteY63" fmla="*/ 288762 h 393521"/>
              <a:gd name="connsiteX64" fmla="*/ 242168 w 423793"/>
              <a:gd name="connsiteY64" fmla="*/ 298163 h 393521"/>
              <a:gd name="connsiteX65" fmla="*/ 239477 w 423793"/>
              <a:gd name="connsiteY65" fmla="*/ 303535 h 393521"/>
              <a:gd name="connsiteX66" fmla="*/ 226023 w 423793"/>
              <a:gd name="connsiteY66" fmla="*/ 307565 h 393521"/>
              <a:gd name="connsiteX67" fmla="*/ 223332 w 423793"/>
              <a:gd name="connsiteY67" fmla="*/ 306222 h 393521"/>
              <a:gd name="connsiteX68" fmla="*/ 216605 w 423793"/>
              <a:gd name="connsiteY68" fmla="*/ 307565 h 393521"/>
              <a:gd name="connsiteX69" fmla="*/ 215260 w 423793"/>
              <a:gd name="connsiteY69" fmla="*/ 310251 h 393521"/>
              <a:gd name="connsiteX70" fmla="*/ 211224 w 423793"/>
              <a:gd name="connsiteY70" fmla="*/ 311594 h 393521"/>
              <a:gd name="connsiteX71" fmla="*/ 205842 w 423793"/>
              <a:gd name="connsiteY71" fmla="*/ 322338 h 393521"/>
              <a:gd name="connsiteX72" fmla="*/ 205842 w 423793"/>
              <a:gd name="connsiteY72" fmla="*/ 325025 h 393521"/>
              <a:gd name="connsiteX73" fmla="*/ 199116 w 423793"/>
              <a:gd name="connsiteY73" fmla="*/ 333083 h 393521"/>
              <a:gd name="connsiteX74" fmla="*/ 192389 w 423793"/>
              <a:gd name="connsiteY74" fmla="*/ 346514 h 393521"/>
              <a:gd name="connsiteX75" fmla="*/ 185662 w 423793"/>
              <a:gd name="connsiteY75" fmla="*/ 351886 h 393521"/>
              <a:gd name="connsiteX76" fmla="*/ 181626 w 423793"/>
              <a:gd name="connsiteY76" fmla="*/ 355915 h 393521"/>
              <a:gd name="connsiteX77" fmla="*/ 182971 w 423793"/>
              <a:gd name="connsiteY77" fmla="*/ 359945 h 393521"/>
              <a:gd name="connsiteX78" fmla="*/ 182971 w 423793"/>
              <a:gd name="connsiteY78" fmla="*/ 368003 h 393521"/>
              <a:gd name="connsiteX79" fmla="*/ 178935 w 423793"/>
              <a:gd name="connsiteY79" fmla="*/ 369346 h 393521"/>
              <a:gd name="connsiteX80" fmla="*/ 178935 w 423793"/>
              <a:gd name="connsiteY80" fmla="*/ 374719 h 393521"/>
              <a:gd name="connsiteX81" fmla="*/ 180280 w 423793"/>
              <a:gd name="connsiteY81" fmla="*/ 378748 h 393521"/>
              <a:gd name="connsiteX82" fmla="*/ 178935 w 423793"/>
              <a:gd name="connsiteY82" fmla="*/ 384120 h 393521"/>
              <a:gd name="connsiteX83" fmla="*/ 176244 w 423793"/>
              <a:gd name="connsiteY83" fmla="*/ 386806 h 393521"/>
              <a:gd name="connsiteX84" fmla="*/ 170863 w 423793"/>
              <a:gd name="connsiteY84" fmla="*/ 393522 h 393521"/>
              <a:gd name="connsiteX85" fmla="*/ 162790 w 423793"/>
              <a:gd name="connsiteY85" fmla="*/ 390835 h 393521"/>
              <a:gd name="connsiteX86" fmla="*/ 161445 w 423793"/>
              <a:gd name="connsiteY86" fmla="*/ 388149 h 393521"/>
              <a:gd name="connsiteX87" fmla="*/ 162790 w 423793"/>
              <a:gd name="connsiteY87" fmla="*/ 386806 h 393521"/>
              <a:gd name="connsiteX88" fmla="*/ 154718 w 423793"/>
              <a:gd name="connsiteY88" fmla="*/ 385463 h 393521"/>
              <a:gd name="connsiteX89" fmla="*/ 146646 w 423793"/>
              <a:gd name="connsiteY89" fmla="*/ 386806 h 393521"/>
              <a:gd name="connsiteX90" fmla="*/ 146646 w 423793"/>
              <a:gd name="connsiteY90" fmla="*/ 389492 h 393521"/>
              <a:gd name="connsiteX91" fmla="*/ 143955 w 423793"/>
              <a:gd name="connsiteY91" fmla="*/ 392179 h 393521"/>
              <a:gd name="connsiteX92" fmla="*/ 133192 w 423793"/>
              <a:gd name="connsiteY92" fmla="*/ 390835 h 393521"/>
              <a:gd name="connsiteX93" fmla="*/ 127811 w 423793"/>
              <a:gd name="connsiteY93" fmla="*/ 388149 h 393521"/>
              <a:gd name="connsiteX94" fmla="*/ 125120 w 423793"/>
              <a:gd name="connsiteY94" fmla="*/ 388149 h 393521"/>
              <a:gd name="connsiteX95" fmla="*/ 117048 w 423793"/>
              <a:gd name="connsiteY95" fmla="*/ 392179 h 393521"/>
              <a:gd name="connsiteX96" fmla="*/ 117048 w 423793"/>
              <a:gd name="connsiteY96" fmla="*/ 388149 h 393521"/>
              <a:gd name="connsiteX97" fmla="*/ 114357 w 423793"/>
              <a:gd name="connsiteY97" fmla="*/ 385463 h 393521"/>
              <a:gd name="connsiteX98" fmla="*/ 107630 w 423793"/>
              <a:gd name="connsiteY98" fmla="*/ 385463 h 393521"/>
              <a:gd name="connsiteX99" fmla="*/ 107630 w 423793"/>
              <a:gd name="connsiteY99" fmla="*/ 382777 h 393521"/>
              <a:gd name="connsiteX100" fmla="*/ 104939 w 423793"/>
              <a:gd name="connsiteY100" fmla="*/ 380091 h 393521"/>
              <a:gd name="connsiteX101" fmla="*/ 104939 w 423793"/>
              <a:gd name="connsiteY101" fmla="*/ 374719 h 393521"/>
              <a:gd name="connsiteX102" fmla="*/ 102248 w 423793"/>
              <a:gd name="connsiteY102" fmla="*/ 374719 h 393521"/>
              <a:gd name="connsiteX103" fmla="*/ 99558 w 423793"/>
              <a:gd name="connsiteY103" fmla="*/ 378748 h 393521"/>
              <a:gd name="connsiteX104" fmla="*/ 95521 w 423793"/>
              <a:gd name="connsiteY104" fmla="*/ 378748 h 393521"/>
              <a:gd name="connsiteX105" fmla="*/ 96867 w 423793"/>
              <a:gd name="connsiteY105" fmla="*/ 372032 h 393521"/>
              <a:gd name="connsiteX106" fmla="*/ 102248 w 423793"/>
              <a:gd name="connsiteY106" fmla="*/ 365317 h 393521"/>
              <a:gd name="connsiteX107" fmla="*/ 102248 w 423793"/>
              <a:gd name="connsiteY107" fmla="*/ 362631 h 393521"/>
              <a:gd name="connsiteX108" fmla="*/ 96867 w 423793"/>
              <a:gd name="connsiteY108" fmla="*/ 361288 h 393521"/>
              <a:gd name="connsiteX109" fmla="*/ 92831 w 423793"/>
              <a:gd name="connsiteY109" fmla="*/ 358602 h 393521"/>
              <a:gd name="connsiteX110" fmla="*/ 95521 w 423793"/>
              <a:gd name="connsiteY110" fmla="*/ 351886 h 393521"/>
              <a:gd name="connsiteX111" fmla="*/ 92831 w 423793"/>
              <a:gd name="connsiteY111" fmla="*/ 346514 h 393521"/>
              <a:gd name="connsiteX112" fmla="*/ 86104 w 423793"/>
              <a:gd name="connsiteY112" fmla="*/ 341142 h 393521"/>
              <a:gd name="connsiteX113" fmla="*/ 86104 w 423793"/>
              <a:gd name="connsiteY113" fmla="*/ 338456 h 393521"/>
              <a:gd name="connsiteX114" fmla="*/ 82068 w 423793"/>
              <a:gd name="connsiteY114" fmla="*/ 339799 h 393521"/>
              <a:gd name="connsiteX115" fmla="*/ 79377 w 423793"/>
              <a:gd name="connsiteY115" fmla="*/ 342485 h 393521"/>
              <a:gd name="connsiteX116" fmla="*/ 72650 w 423793"/>
              <a:gd name="connsiteY116" fmla="*/ 339799 h 393521"/>
              <a:gd name="connsiteX117" fmla="*/ 67269 w 423793"/>
              <a:gd name="connsiteY117" fmla="*/ 339799 h 393521"/>
              <a:gd name="connsiteX118" fmla="*/ 61887 w 423793"/>
              <a:gd name="connsiteY118" fmla="*/ 346514 h 393521"/>
              <a:gd name="connsiteX119" fmla="*/ 59196 w 423793"/>
              <a:gd name="connsiteY119" fmla="*/ 346514 h 393521"/>
              <a:gd name="connsiteX120" fmla="*/ 53815 w 423793"/>
              <a:gd name="connsiteY120" fmla="*/ 350543 h 393521"/>
              <a:gd name="connsiteX121" fmla="*/ 47088 w 423793"/>
              <a:gd name="connsiteY121" fmla="*/ 350543 h 393521"/>
              <a:gd name="connsiteX122" fmla="*/ 41706 w 423793"/>
              <a:gd name="connsiteY122" fmla="*/ 346514 h 393521"/>
              <a:gd name="connsiteX123" fmla="*/ 37670 w 423793"/>
              <a:gd name="connsiteY123" fmla="*/ 345171 h 393521"/>
              <a:gd name="connsiteX124" fmla="*/ 32289 w 423793"/>
              <a:gd name="connsiteY124" fmla="*/ 347857 h 393521"/>
              <a:gd name="connsiteX125" fmla="*/ 29598 w 423793"/>
              <a:gd name="connsiteY125" fmla="*/ 346514 h 393521"/>
              <a:gd name="connsiteX126" fmla="*/ 29598 w 423793"/>
              <a:gd name="connsiteY126" fmla="*/ 346514 h 393521"/>
              <a:gd name="connsiteX127" fmla="*/ 30943 w 423793"/>
              <a:gd name="connsiteY127" fmla="*/ 342485 h 393521"/>
              <a:gd name="connsiteX128" fmla="*/ 30943 w 423793"/>
              <a:gd name="connsiteY128" fmla="*/ 338456 h 393521"/>
              <a:gd name="connsiteX129" fmla="*/ 24217 w 423793"/>
              <a:gd name="connsiteY129" fmla="*/ 334426 h 393521"/>
              <a:gd name="connsiteX130" fmla="*/ 24217 w 423793"/>
              <a:gd name="connsiteY130" fmla="*/ 330397 h 393521"/>
              <a:gd name="connsiteX131" fmla="*/ 25562 w 423793"/>
              <a:gd name="connsiteY131" fmla="*/ 327711 h 393521"/>
              <a:gd name="connsiteX132" fmla="*/ 25562 w 423793"/>
              <a:gd name="connsiteY132" fmla="*/ 325025 h 393521"/>
              <a:gd name="connsiteX133" fmla="*/ 21526 w 423793"/>
              <a:gd name="connsiteY133" fmla="*/ 320996 h 393521"/>
              <a:gd name="connsiteX134" fmla="*/ 20181 w 423793"/>
              <a:gd name="connsiteY134" fmla="*/ 316966 h 393521"/>
              <a:gd name="connsiteX135" fmla="*/ 17490 w 423793"/>
              <a:gd name="connsiteY135" fmla="*/ 314280 h 393521"/>
              <a:gd name="connsiteX136" fmla="*/ 14799 w 423793"/>
              <a:gd name="connsiteY136" fmla="*/ 315623 h 393521"/>
              <a:gd name="connsiteX137" fmla="*/ 12108 w 423793"/>
              <a:gd name="connsiteY137" fmla="*/ 312937 h 393521"/>
              <a:gd name="connsiteX138" fmla="*/ 9417 w 423793"/>
              <a:gd name="connsiteY138" fmla="*/ 306222 h 393521"/>
              <a:gd name="connsiteX139" fmla="*/ 2691 w 423793"/>
              <a:gd name="connsiteY139" fmla="*/ 299506 h 393521"/>
              <a:gd name="connsiteX140" fmla="*/ 1345 w 423793"/>
              <a:gd name="connsiteY140" fmla="*/ 296820 h 393521"/>
              <a:gd name="connsiteX141" fmla="*/ 4036 w 423793"/>
              <a:gd name="connsiteY141" fmla="*/ 286075 h 393521"/>
              <a:gd name="connsiteX142" fmla="*/ 2691 w 423793"/>
              <a:gd name="connsiteY142" fmla="*/ 282046 h 393521"/>
              <a:gd name="connsiteX143" fmla="*/ 2691 w 423793"/>
              <a:gd name="connsiteY143" fmla="*/ 278017 h 393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23793" h="393521">
                <a:moveTo>
                  <a:pt x="0" y="275331"/>
                </a:moveTo>
                <a:lnTo>
                  <a:pt x="5381" y="269959"/>
                </a:lnTo>
                <a:lnTo>
                  <a:pt x="13454" y="269959"/>
                </a:lnTo>
                <a:lnTo>
                  <a:pt x="16144" y="261900"/>
                </a:lnTo>
                <a:lnTo>
                  <a:pt x="16144" y="259214"/>
                </a:lnTo>
                <a:lnTo>
                  <a:pt x="16144" y="249812"/>
                </a:lnTo>
                <a:lnTo>
                  <a:pt x="24217" y="245783"/>
                </a:lnTo>
                <a:lnTo>
                  <a:pt x="30943" y="247126"/>
                </a:lnTo>
                <a:lnTo>
                  <a:pt x="30943" y="253842"/>
                </a:lnTo>
                <a:lnTo>
                  <a:pt x="34979" y="261900"/>
                </a:lnTo>
                <a:lnTo>
                  <a:pt x="37670" y="263243"/>
                </a:lnTo>
                <a:lnTo>
                  <a:pt x="44397" y="251156"/>
                </a:lnTo>
                <a:lnTo>
                  <a:pt x="57851" y="245783"/>
                </a:lnTo>
                <a:lnTo>
                  <a:pt x="63232" y="247126"/>
                </a:lnTo>
                <a:lnTo>
                  <a:pt x="64578" y="255185"/>
                </a:lnTo>
                <a:lnTo>
                  <a:pt x="67269" y="257871"/>
                </a:lnTo>
                <a:lnTo>
                  <a:pt x="71305" y="253842"/>
                </a:lnTo>
                <a:lnTo>
                  <a:pt x="73996" y="253842"/>
                </a:lnTo>
                <a:lnTo>
                  <a:pt x="78032" y="257871"/>
                </a:lnTo>
                <a:lnTo>
                  <a:pt x="80723" y="257871"/>
                </a:lnTo>
                <a:lnTo>
                  <a:pt x="172208" y="257871"/>
                </a:lnTo>
                <a:lnTo>
                  <a:pt x="181626" y="235038"/>
                </a:lnTo>
                <a:lnTo>
                  <a:pt x="173554" y="229666"/>
                </a:lnTo>
                <a:lnTo>
                  <a:pt x="153373" y="0"/>
                </a:lnTo>
                <a:lnTo>
                  <a:pt x="184316" y="0"/>
                </a:lnTo>
                <a:lnTo>
                  <a:pt x="355179" y="112819"/>
                </a:lnTo>
                <a:lnTo>
                  <a:pt x="357870" y="124906"/>
                </a:lnTo>
                <a:lnTo>
                  <a:pt x="363252" y="130279"/>
                </a:lnTo>
                <a:lnTo>
                  <a:pt x="374015" y="130279"/>
                </a:lnTo>
                <a:lnTo>
                  <a:pt x="380741" y="132965"/>
                </a:lnTo>
                <a:lnTo>
                  <a:pt x="386123" y="138337"/>
                </a:lnTo>
                <a:lnTo>
                  <a:pt x="391504" y="139680"/>
                </a:lnTo>
                <a:lnTo>
                  <a:pt x="396886" y="143709"/>
                </a:lnTo>
                <a:lnTo>
                  <a:pt x="396886" y="147738"/>
                </a:lnTo>
                <a:lnTo>
                  <a:pt x="394195" y="155797"/>
                </a:lnTo>
                <a:lnTo>
                  <a:pt x="395541" y="159826"/>
                </a:lnTo>
                <a:lnTo>
                  <a:pt x="402268" y="162512"/>
                </a:lnTo>
                <a:lnTo>
                  <a:pt x="414376" y="161169"/>
                </a:lnTo>
                <a:lnTo>
                  <a:pt x="423794" y="158483"/>
                </a:lnTo>
                <a:lnTo>
                  <a:pt x="423794" y="158483"/>
                </a:lnTo>
                <a:lnTo>
                  <a:pt x="422448" y="208177"/>
                </a:lnTo>
                <a:lnTo>
                  <a:pt x="421103" y="231009"/>
                </a:lnTo>
                <a:lnTo>
                  <a:pt x="415721" y="233696"/>
                </a:lnTo>
                <a:lnTo>
                  <a:pt x="415721" y="243097"/>
                </a:lnTo>
                <a:lnTo>
                  <a:pt x="414376" y="248469"/>
                </a:lnTo>
                <a:lnTo>
                  <a:pt x="400922" y="256528"/>
                </a:lnTo>
                <a:lnTo>
                  <a:pt x="392850" y="259214"/>
                </a:lnTo>
                <a:lnTo>
                  <a:pt x="386123" y="260557"/>
                </a:lnTo>
                <a:lnTo>
                  <a:pt x="378051" y="265929"/>
                </a:lnTo>
                <a:lnTo>
                  <a:pt x="372669" y="265929"/>
                </a:lnTo>
                <a:lnTo>
                  <a:pt x="361906" y="265929"/>
                </a:lnTo>
                <a:lnTo>
                  <a:pt x="355179" y="268615"/>
                </a:lnTo>
                <a:lnTo>
                  <a:pt x="348452" y="268615"/>
                </a:lnTo>
                <a:lnTo>
                  <a:pt x="330962" y="269959"/>
                </a:lnTo>
                <a:lnTo>
                  <a:pt x="324235" y="268615"/>
                </a:lnTo>
                <a:lnTo>
                  <a:pt x="324235" y="269959"/>
                </a:lnTo>
                <a:lnTo>
                  <a:pt x="321545" y="268615"/>
                </a:lnTo>
                <a:lnTo>
                  <a:pt x="317509" y="267272"/>
                </a:lnTo>
                <a:lnTo>
                  <a:pt x="310782" y="264586"/>
                </a:lnTo>
                <a:lnTo>
                  <a:pt x="304055" y="265929"/>
                </a:lnTo>
                <a:lnTo>
                  <a:pt x="290601" y="268615"/>
                </a:lnTo>
                <a:lnTo>
                  <a:pt x="283874" y="272645"/>
                </a:lnTo>
                <a:lnTo>
                  <a:pt x="277147" y="278017"/>
                </a:lnTo>
                <a:lnTo>
                  <a:pt x="256967" y="288762"/>
                </a:lnTo>
                <a:lnTo>
                  <a:pt x="242168" y="298163"/>
                </a:lnTo>
                <a:lnTo>
                  <a:pt x="239477" y="303535"/>
                </a:lnTo>
                <a:lnTo>
                  <a:pt x="226023" y="307565"/>
                </a:lnTo>
                <a:lnTo>
                  <a:pt x="223332" y="306222"/>
                </a:lnTo>
                <a:lnTo>
                  <a:pt x="216605" y="307565"/>
                </a:lnTo>
                <a:lnTo>
                  <a:pt x="215260" y="310251"/>
                </a:lnTo>
                <a:lnTo>
                  <a:pt x="211224" y="311594"/>
                </a:lnTo>
                <a:lnTo>
                  <a:pt x="205842" y="322338"/>
                </a:lnTo>
                <a:lnTo>
                  <a:pt x="205842" y="325025"/>
                </a:lnTo>
                <a:lnTo>
                  <a:pt x="199116" y="333083"/>
                </a:lnTo>
                <a:lnTo>
                  <a:pt x="192389" y="346514"/>
                </a:lnTo>
                <a:lnTo>
                  <a:pt x="185662" y="351886"/>
                </a:lnTo>
                <a:lnTo>
                  <a:pt x="181626" y="355915"/>
                </a:lnTo>
                <a:lnTo>
                  <a:pt x="182971" y="359945"/>
                </a:lnTo>
                <a:lnTo>
                  <a:pt x="182971" y="368003"/>
                </a:lnTo>
                <a:lnTo>
                  <a:pt x="178935" y="369346"/>
                </a:lnTo>
                <a:lnTo>
                  <a:pt x="178935" y="374719"/>
                </a:lnTo>
                <a:lnTo>
                  <a:pt x="180280" y="378748"/>
                </a:lnTo>
                <a:lnTo>
                  <a:pt x="178935" y="384120"/>
                </a:lnTo>
                <a:lnTo>
                  <a:pt x="176244" y="386806"/>
                </a:lnTo>
                <a:lnTo>
                  <a:pt x="170863" y="393522"/>
                </a:lnTo>
                <a:lnTo>
                  <a:pt x="162790" y="390835"/>
                </a:lnTo>
                <a:lnTo>
                  <a:pt x="161445" y="388149"/>
                </a:lnTo>
                <a:lnTo>
                  <a:pt x="162790" y="386806"/>
                </a:lnTo>
                <a:lnTo>
                  <a:pt x="154718" y="385463"/>
                </a:lnTo>
                <a:lnTo>
                  <a:pt x="146646" y="386806"/>
                </a:lnTo>
                <a:lnTo>
                  <a:pt x="146646" y="389492"/>
                </a:lnTo>
                <a:lnTo>
                  <a:pt x="143955" y="392179"/>
                </a:lnTo>
                <a:lnTo>
                  <a:pt x="133192" y="390835"/>
                </a:lnTo>
                <a:lnTo>
                  <a:pt x="127811" y="388149"/>
                </a:lnTo>
                <a:lnTo>
                  <a:pt x="125120" y="388149"/>
                </a:lnTo>
                <a:lnTo>
                  <a:pt x="117048" y="392179"/>
                </a:lnTo>
                <a:lnTo>
                  <a:pt x="117048" y="388149"/>
                </a:lnTo>
                <a:lnTo>
                  <a:pt x="114357" y="385463"/>
                </a:lnTo>
                <a:lnTo>
                  <a:pt x="107630" y="385463"/>
                </a:lnTo>
                <a:lnTo>
                  <a:pt x="107630" y="382777"/>
                </a:lnTo>
                <a:lnTo>
                  <a:pt x="104939" y="380091"/>
                </a:lnTo>
                <a:lnTo>
                  <a:pt x="104939" y="374719"/>
                </a:lnTo>
                <a:lnTo>
                  <a:pt x="102248" y="374719"/>
                </a:lnTo>
                <a:lnTo>
                  <a:pt x="99558" y="378748"/>
                </a:lnTo>
                <a:lnTo>
                  <a:pt x="95521" y="378748"/>
                </a:lnTo>
                <a:lnTo>
                  <a:pt x="96867" y="372032"/>
                </a:lnTo>
                <a:lnTo>
                  <a:pt x="102248" y="365317"/>
                </a:lnTo>
                <a:lnTo>
                  <a:pt x="102248" y="362631"/>
                </a:lnTo>
                <a:lnTo>
                  <a:pt x="96867" y="361288"/>
                </a:lnTo>
                <a:lnTo>
                  <a:pt x="92831" y="358602"/>
                </a:lnTo>
                <a:lnTo>
                  <a:pt x="95521" y="351886"/>
                </a:lnTo>
                <a:lnTo>
                  <a:pt x="92831" y="346514"/>
                </a:lnTo>
                <a:lnTo>
                  <a:pt x="86104" y="341142"/>
                </a:lnTo>
                <a:lnTo>
                  <a:pt x="86104" y="338456"/>
                </a:lnTo>
                <a:lnTo>
                  <a:pt x="82068" y="339799"/>
                </a:lnTo>
                <a:lnTo>
                  <a:pt x="79377" y="342485"/>
                </a:lnTo>
                <a:lnTo>
                  <a:pt x="72650" y="339799"/>
                </a:lnTo>
                <a:lnTo>
                  <a:pt x="67269" y="339799"/>
                </a:lnTo>
                <a:lnTo>
                  <a:pt x="61887" y="346514"/>
                </a:lnTo>
                <a:lnTo>
                  <a:pt x="59196" y="346514"/>
                </a:lnTo>
                <a:lnTo>
                  <a:pt x="53815" y="350543"/>
                </a:lnTo>
                <a:lnTo>
                  <a:pt x="47088" y="350543"/>
                </a:lnTo>
                <a:lnTo>
                  <a:pt x="41706" y="346514"/>
                </a:lnTo>
                <a:lnTo>
                  <a:pt x="37670" y="345171"/>
                </a:lnTo>
                <a:lnTo>
                  <a:pt x="32289" y="347857"/>
                </a:lnTo>
                <a:lnTo>
                  <a:pt x="29598" y="346514"/>
                </a:lnTo>
                <a:lnTo>
                  <a:pt x="29598" y="346514"/>
                </a:lnTo>
                <a:lnTo>
                  <a:pt x="30943" y="342485"/>
                </a:lnTo>
                <a:lnTo>
                  <a:pt x="30943" y="338456"/>
                </a:lnTo>
                <a:lnTo>
                  <a:pt x="24217" y="334426"/>
                </a:lnTo>
                <a:lnTo>
                  <a:pt x="24217" y="330397"/>
                </a:lnTo>
                <a:lnTo>
                  <a:pt x="25562" y="327711"/>
                </a:lnTo>
                <a:lnTo>
                  <a:pt x="25562" y="325025"/>
                </a:lnTo>
                <a:lnTo>
                  <a:pt x="21526" y="320996"/>
                </a:lnTo>
                <a:lnTo>
                  <a:pt x="20181" y="316966"/>
                </a:lnTo>
                <a:lnTo>
                  <a:pt x="17490" y="314280"/>
                </a:lnTo>
                <a:lnTo>
                  <a:pt x="14799" y="315623"/>
                </a:lnTo>
                <a:lnTo>
                  <a:pt x="12108" y="312937"/>
                </a:lnTo>
                <a:lnTo>
                  <a:pt x="9417" y="306222"/>
                </a:lnTo>
                <a:lnTo>
                  <a:pt x="2691" y="299506"/>
                </a:lnTo>
                <a:lnTo>
                  <a:pt x="1345" y="296820"/>
                </a:lnTo>
                <a:lnTo>
                  <a:pt x="4036" y="286075"/>
                </a:lnTo>
                <a:lnTo>
                  <a:pt x="2691" y="282046"/>
                </a:lnTo>
                <a:lnTo>
                  <a:pt x="2691" y="278017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35" name="Freeform 734">
            <a:extLst>
              <a:ext uri="{FF2B5EF4-FFF2-40B4-BE49-F238E27FC236}">
                <a16:creationId xmlns:a16="http://schemas.microsoft.com/office/drawing/2014/main" id="{09EE5A8A-7474-7FAA-B2D0-489B635AFE72}"/>
              </a:ext>
            </a:extLst>
          </p:cNvPr>
          <p:cNvSpPr/>
          <p:nvPr/>
        </p:nvSpPr>
        <p:spPr>
          <a:xfrm>
            <a:off x="7217948" y="4235525"/>
            <a:ext cx="195079" cy="142366"/>
          </a:xfrm>
          <a:custGeom>
            <a:avLst/>
            <a:gdLst>
              <a:gd name="connsiteX0" fmla="*/ 0 w 195079"/>
              <a:gd name="connsiteY0" fmla="*/ 119534 h 142366"/>
              <a:gd name="connsiteX1" fmla="*/ 1345 w 195079"/>
              <a:gd name="connsiteY1" fmla="*/ 114162 h 142366"/>
              <a:gd name="connsiteX2" fmla="*/ 0 w 195079"/>
              <a:gd name="connsiteY2" fmla="*/ 110132 h 142366"/>
              <a:gd name="connsiteX3" fmla="*/ 0 w 195079"/>
              <a:gd name="connsiteY3" fmla="*/ 104760 h 142366"/>
              <a:gd name="connsiteX4" fmla="*/ 4036 w 195079"/>
              <a:gd name="connsiteY4" fmla="*/ 103417 h 142366"/>
              <a:gd name="connsiteX5" fmla="*/ 4036 w 195079"/>
              <a:gd name="connsiteY5" fmla="*/ 95358 h 142366"/>
              <a:gd name="connsiteX6" fmla="*/ 2691 w 195079"/>
              <a:gd name="connsiteY6" fmla="*/ 91329 h 142366"/>
              <a:gd name="connsiteX7" fmla="*/ 6727 w 195079"/>
              <a:gd name="connsiteY7" fmla="*/ 87300 h 142366"/>
              <a:gd name="connsiteX8" fmla="*/ 13454 w 195079"/>
              <a:gd name="connsiteY8" fmla="*/ 81928 h 142366"/>
              <a:gd name="connsiteX9" fmla="*/ 20181 w 195079"/>
              <a:gd name="connsiteY9" fmla="*/ 68497 h 142366"/>
              <a:gd name="connsiteX10" fmla="*/ 26908 w 195079"/>
              <a:gd name="connsiteY10" fmla="*/ 60438 h 142366"/>
              <a:gd name="connsiteX11" fmla="*/ 26908 w 195079"/>
              <a:gd name="connsiteY11" fmla="*/ 57752 h 142366"/>
              <a:gd name="connsiteX12" fmla="*/ 32289 w 195079"/>
              <a:gd name="connsiteY12" fmla="*/ 47008 h 142366"/>
              <a:gd name="connsiteX13" fmla="*/ 36325 w 195079"/>
              <a:gd name="connsiteY13" fmla="*/ 45665 h 142366"/>
              <a:gd name="connsiteX14" fmla="*/ 37670 w 195079"/>
              <a:gd name="connsiteY14" fmla="*/ 42978 h 142366"/>
              <a:gd name="connsiteX15" fmla="*/ 44397 w 195079"/>
              <a:gd name="connsiteY15" fmla="*/ 41635 h 142366"/>
              <a:gd name="connsiteX16" fmla="*/ 47088 w 195079"/>
              <a:gd name="connsiteY16" fmla="*/ 42978 h 142366"/>
              <a:gd name="connsiteX17" fmla="*/ 60542 w 195079"/>
              <a:gd name="connsiteY17" fmla="*/ 38949 h 142366"/>
              <a:gd name="connsiteX18" fmla="*/ 63233 w 195079"/>
              <a:gd name="connsiteY18" fmla="*/ 33577 h 142366"/>
              <a:gd name="connsiteX19" fmla="*/ 78032 w 195079"/>
              <a:gd name="connsiteY19" fmla="*/ 24175 h 142366"/>
              <a:gd name="connsiteX20" fmla="*/ 98212 w 195079"/>
              <a:gd name="connsiteY20" fmla="*/ 13431 h 142366"/>
              <a:gd name="connsiteX21" fmla="*/ 104939 w 195079"/>
              <a:gd name="connsiteY21" fmla="*/ 8058 h 142366"/>
              <a:gd name="connsiteX22" fmla="*/ 111666 w 195079"/>
              <a:gd name="connsiteY22" fmla="*/ 4029 h 142366"/>
              <a:gd name="connsiteX23" fmla="*/ 125120 w 195079"/>
              <a:gd name="connsiteY23" fmla="*/ 1343 h 142366"/>
              <a:gd name="connsiteX24" fmla="*/ 131847 w 195079"/>
              <a:gd name="connsiteY24" fmla="*/ 0 h 142366"/>
              <a:gd name="connsiteX25" fmla="*/ 138574 w 195079"/>
              <a:gd name="connsiteY25" fmla="*/ 2686 h 142366"/>
              <a:gd name="connsiteX26" fmla="*/ 142610 w 195079"/>
              <a:gd name="connsiteY26" fmla="*/ 4029 h 142366"/>
              <a:gd name="connsiteX27" fmla="*/ 145301 w 195079"/>
              <a:gd name="connsiteY27" fmla="*/ 5372 h 142366"/>
              <a:gd name="connsiteX28" fmla="*/ 143955 w 195079"/>
              <a:gd name="connsiteY28" fmla="*/ 6715 h 142366"/>
              <a:gd name="connsiteX29" fmla="*/ 142610 w 195079"/>
              <a:gd name="connsiteY29" fmla="*/ 14774 h 142366"/>
              <a:gd name="connsiteX30" fmla="*/ 139919 w 195079"/>
              <a:gd name="connsiteY30" fmla="*/ 20146 h 142366"/>
              <a:gd name="connsiteX31" fmla="*/ 139919 w 195079"/>
              <a:gd name="connsiteY31" fmla="*/ 26862 h 142366"/>
              <a:gd name="connsiteX32" fmla="*/ 164136 w 195079"/>
              <a:gd name="connsiteY32" fmla="*/ 44321 h 142366"/>
              <a:gd name="connsiteX33" fmla="*/ 165481 w 195079"/>
              <a:gd name="connsiteY33" fmla="*/ 53723 h 142366"/>
              <a:gd name="connsiteX34" fmla="*/ 173554 w 195079"/>
              <a:gd name="connsiteY34" fmla="*/ 60438 h 142366"/>
              <a:gd name="connsiteX35" fmla="*/ 185662 w 195079"/>
              <a:gd name="connsiteY35" fmla="*/ 55066 h 142366"/>
              <a:gd name="connsiteX36" fmla="*/ 188353 w 195079"/>
              <a:gd name="connsiteY36" fmla="*/ 56409 h 142366"/>
              <a:gd name="connsiteX37" fmla="*/ 188353 w 195079"/>
              <a:gd name="connsiteY37" fmla="*/ 60438 h 142366"/>
              <a:gd name="connsiteX38" fmla="*/ 191044 w 195079"/>
              <a:gd name="connsiteY38" fmla="*/ 61781 h 142366"/>
              <a:gd name="connsiteX39" fmla="*/ 191044 w 195079"/>
              <a:gd name="connsiteY39" fmla="*/ 67154 h 142366"/>
              <a:gd name="connsiteX40" fmla="*/ 188353 w 195079"/>
              <a:gd name="connsiteY40" fmla="*/ 71183 h 142366"/>
              <a:gd name="connsiteX41" fmla="*/ 193734 w 195079"/>
              <a:gd name="connsiteY41" fmla="*/ 77898 h 142366"/>
              <a:gd name="connsiteX42" fmla="*/ 195080 w 195079"/>
              <a:gd name="connsiteY42" fmla="*/ 77898 h 142366"/>
              <a:gd name="connsiteX43" fmla="*/ 195080 w 195079"/>
              <a:gd name="connsiteY43" fmla="*/ 81928 h 142366"/>
              <a:gd name="connsiteX44" fmla="*/ 189698 w 195079"/>
              <a:gd name="connsiteY44" fmla="*/ 88643 h 142366"/>
              <a:gd name="connsiteX45" fmla="*/ 185662 w 195079"/>
              <a:gd name="connsiteY45" fmla="*/ 88643 h 142366"/>
              <a:gd name="connsiteX46" fmla="*/ 177590 w 195079"/>
              <a:gd name="connsiteY46" fmla="*/ 94015 h 142366"/>
              <a:gd name="connsiteX47" fmla="*/ 174899 w 195079"/>
              <a:gd name="connsiteY47" fmla="*/ 92672 h 142366"/>
              <a:gd name="connsiteX48" fmla="*/ 169518 w 195079"/>
              <a:gd name="connsiteY48" fmla="*/ 94015 h 142366"/>
              <a:gd name="connsiteX49" fmla="*/ 169518 w 195079"/>
              <a:gd name="connsiteY49" fmla="*/ 99388 h 142366"/>
              <a:gd name="connsiteX50" fmla="*/ 165481 w 195079"/>
              <a:gd name="connsiteY50" fmla="*/ 102074 h 142366"/>
              <a:gd name="connsiteX51" fmla="*/ 166827 w 195079"/>
              <a:gd name="connsiteY51" fmla="*/ 107446 h 142366"/>
              <a:gd name="connsiteX52" fmla="*/ 160100 w 195079"/>
              <a:gd name="connsiteY52" fmla="*/ 110132 h 142366"/>
              <a:gd name="connsiteX53" fmla="*/ 158754 w 195079"/>
              <a:gd name="connsiteY53" fmla="*/ 111475 h 142366"/>
              <a:gd name="connsiteX54" fmla="*/ 131847 w 195079"/>
              <a:gd name="connsiteY54" fmla="*/ 104760 h 142366"/>
              <a:gd name="connsiteX55" fmla="*/ 129156 w 195079"/>
              <a:gd name="connsiteY55" fmla="*/ 104760 h 142366"/>
              <a:gd name="connsiteX56" fmla="*/ 129156 w 195079"/>
              <a:gd name="connsiteY56" fmla="*/ 106103 h 142366"/>
              <a:gd name="connsiteX57" fmla="*/ 127811 w 195079"/>
              <a:gd name="connsiteY57" fmla="*/ 104760 h 142366"/>
              <a:gd name="connsiteX58" fmla="*/ 122429 w 195079"/>
              <a:gd name="connsiteY58" fmla="*/ 107446 h 142366"/>
              <a:gd name="connsiteX59" fmla="*/ 115702 w 195079"/>
              <a:gd name="connsiteY59" fmla="*/ 107446 h 142366"/>
              <a:gd name="connsiteX60" fmla="*/ 106285 w 195079"/>
              <a:gd name="connsiteY60" fmla="*/ 110132 h 142366"/>
              <a:gd name="connsiteX61" fmla="*/ 92831 w 195079"/>
              <a:gd name="connsiteY61" fmla="*/ 110132 h 142366"/>
              <a:gd name="connsiteX62" fmla="*/ 90140 w 195079"/>
              <a:gd name="connsiteY62" fmla="*/ 110132 h 142366"/>
              <a:gd name="connsiteX63" fmla="*/ 71305 w 195079"/>
              <a:gd name="connsiteY63" fmla="*/ 110132 h 142366"/>
              <a:gd name="connsiteX64" fmla="*/ 61887 w 195079"/>
              <a:gd name="connsiteY64" fmla="*/ 111475 h 142366"/>
              <a:gd name="connsiteX65" fmla="*/ 61887 w 195079"/>
              <a:gd name="connsiteY65" fmla="*/ 116848 h 142366"/>
              <a:gd name="connsiteX66" fmla="*/ 63233 w 195079"/>
              <a:gd name="connsiteY66" fmla="*/ 124906 h 142366"/>
              <a:gd name="connsiteX67" fmla="*/ 65923 w 195079"/>
              <a:gd name="connsiteY67" fmla="*/ 127592 h 142366"/>
              <a:gd name="connsiteX68" fmla="*/ 68614 w 195079"/>
              <a:gd name="connsiteY68" fmla="*/ 134308 h 142366"/>
              <a:gd name="connsiteX69" fmla="*/ 68614 w 195079"/>
              <a:gd name="connsiteY69" fmla="*/ 142366 h 142366"/>
              <a:gd name="connsiteX70" fmla="*/ 63233 w 195079"/>
              <a:gd name="connsiteY70" fmla="*/ 141023 h 142366"/>
              <a:gd name="connsiteX71" fmla="*/ 60542 w 195079"/>
              <a:gd name="connsiteY71" fmla="*/ 138337 h 142366"/>
              <a:gd name="connsiteX72" fmla="*/ 56506 w 195079"/>
              <a:gd name="connsiteY72" fmla="*/ 138337 h 142366"/>
              <a:gd name="connsiteX73" fmla="*/ 51124 w 195079"/>
              <a:gd name="connsiteY73" fmla="*/ 142366 h 142366"/>
              <a:gd name="connsiteX74" fmla="*/ 45743 w 195079"/>
              <a:gd name="connsiteY74" fmla="*/ 142366 h 142366"/>
              <a:gd name="connsiteX75" fmla="*/ 37670 w 195079"/>
              <a:gd name="connsiteY75" fmla="*/ 138337 h 142366"/>
              <a:gd name="connsiteX76" fmla="*/ 33634 w 195079"/>
              <a:gd name="connsiteY76" fmla="*/ 134308 h 142366"/>
              <a:gd name="connsiteX77" fmla="*/ 28253 w 195079"/>
              <a:gd name="connsiteY77" fmla="*/ 131621 h 142366"/>
              <a:gd name="connsiteX78" fmla="*/ 25562 w 195079"/>
              <a:gd name="connsiteY78" fmla="*/ 131621 h 142366"/>
              <a:gd name="connsiteX79" fmla="*/ 21526 w 195079"/>
              <a:gd name="connsiteY79" fmla="*/ 130278 h 142366"/>
              <a:gd name="connsiteX80" fmla="*/ 17490 w 195079"/>
              <a:gd name="connsiteY80" fmla="*/ 130278 h 142366"/>
              <a:gd name="connsiteX81" fmla="*/ 8072 w 195079"/>
              <a:gd name="connsiteY81" fmla="*/ 124906 h 142366"/>
              <a:gd name="connsiteX82" fmla="*/ 1345 w 195079"/>
              <a:gd name="connsiteY82" fmla="*/ 119534 h 14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95079" h="142366">
                <a:moveTo>
                  <a:pt x="0" y="119534"/>
                </a:moveTo>
                <a:lnTo>
                  <a:pt x="1345" y="114162"/>
                </a:lnTo>
                <a:lnTo>
                  <a:pt x="0" y="110132"/>
                </a:lnTo>
                <a:lnTo>
                  <a:pt x="0" y="104760"/>
                </a:lnTo>
                <a:lnTo>
                  <a:pt x="4036" y="103417"/>
                </a:lnTo>
                <a:lnTo>
                  <a:pt x="4036" y="95358"/>
                </a:lnTo>
                <a:lnTo>
                  <a:pt x="2691" y="91329"/>
                </a:lnTo>
                <a:lnTo>
                  <a:pt x="6727" y="87300"/>
                </a:lnTo>
                <a:lnTo>
                  <a:pt x="13454" y="81928"/>
                </a:lnTo>
                <a:lnTo>
                  <a:pt x="20181" y="68497"/>
                </a:lnTo>
                <a:lnTo>
                  <a:pt x="26908" y="60438"/>
                </a:lnTo>
                <a:lnTo>
                  <a:pt x="26908" y="57752"/>
                </a:lnTo>
                <a:lnTo>
                  <a:pt x="32289" y="47008"/>
                </a:lnTo>
                <a:lnTo>
                  <a:pt x="36325" y="45665"/>
                </a:lnTo>
                <a:lnTo>
                  <a:pt x="37670" y="42978"/>
                </a:lnTo>
                <a:lnTo>
                  <a:pt x="44397" y="41635"/>
                </a:lnTo>
                <a:lnTo>
                  <a:pt x="47088" y="42978"/>
                </a:lnTo>
                <a:lnTo>
                  <a:pt x="60542" y="38949"/>
                </a:lnTo>
                <a:lnTo>
                  <a:pt x="63233" y="33577"/>
                </a:lnTo>
                <a:lnTo>
                  <a:pt x="78032" y="24175"/>
                </a:lnTo>
                <a:lnTo>
                  <a:pt x="98212" y="13431"/>
                </a:lnTo>
                <a:lnTo>
                  <a:pt x="104939" y="8058"/>
                </a:lnTo>
                <a:lnTo>
                  <a:pt x="111666" y="4029"/>
                </a:lnTo>
                <a:lnTo>
                  <a:pt x="125120" y="1343"/>
                </a:lnTo>
                <a:lnTo>
                  <a:pt x="131847" y="0"/>
                </a:lnTo>
                <a:lnTo>
                  <a:pt x="138574" y="2686"/>
                </a:lnTo>
                <a:lnTo>
                  <a:pt x="142610" y="4029"/>
                </a:lnTo>
                <a:lnTo>
                  <a:pt x="145301" y="5372"/>
                </a:lnTo>
                <a:lnTo>
                  <a:pt x="143955" y="6715"/>
                </a:lnTo>
                <a:lnTo>
                  <a:pt x="142610" y="14774"/>
                </a:lnTo>
                <a:lnTo>
                  <a:pt x="139919" y="20146"/>
                </a:lnTo>
                <a:lnTo>
                  <a:pt x="139919" y="26862"/>
                </a:lnTo>
                <a:lnTo>
                  <a:pt x="164136" y="44321"/>
                </a:lnTo>
                <a:lnTo>
                  <a:pt x="165481" y="53723"/>
                </a:lnTo>
                <a:lnTo>
                  <a:pt x="173554" y="60438"/>
                </a:lnTo>
                <a:lnTo>
                  <a:pt x="185662" y="55066"/>
                </a:lnTo>
                <a:lnTo>
                  <a:pt x="188353" y="56409"/>
                </a:lnTo>
                <a:lnTo>
                  <a:pt x="188353" y="60438"/>
                </a:lnTo>
                <a:lnTo>
                  <a:pt x="191044" y="61781"/>
                </a:lnTo>
                <a:lnTo>
                  <a:pt x="191044" y="67154"/>
                </a:lnTo>
                <a:lnTo>
                  <a:pt x="188353" y="71183"/>
                </a:lnTo>
                <a:lnTo>
                  <a:pt x="193734" y="77898"/>
                </a:lnTo>
                <a:lnTo>
                  <a:pt x="195080" y="77898"/>
                </a:lnTo>
                <a:lnTo>
                  <a:pt x="195080" y="81928"/>
                </a:lnTo>
                <a:lnTo>
                  <a:pt x="189698" y="88643"/>
                </a:lnTo>
                <a:lnTo>
                  <a:pt x="185662" y="88643"/>
                </a:lnTo>
                <a:lnTo>
                  <a:pt x="177590" y="94015"/>
                </a:lnTo>
                <a:lnTo>
                  <a:pt x="174899" y="92672"/>
                </a:lnTo>
                <a:lnTo>
                  <a:pt x="169518" y="94015"/>
                </a:lnTo>
                <a:lnTo>
                  <a:pt x="169518" y="99388"/>
                </a:lnTo>
                <a:lnTo>
                  <a:pt x="165481" y="102074"/>
                </a:lnTo>
                <a:lnTo>
                  <a:pt x="166827" y="107446"/>
                </a:lnTo>
                <a:lnTo>
                  <a:pt x="160100" y="110132"/>
                </a:lnTo>
                <a:lnTo>
                  <a:pt x="158754" y="111475"/>
                </a:lnTo>
                <a:lnTo>
                  <a:pt x="131847" y="104760"/>
                </a:lnTo>
                <a:lnTo>
                  <a:pt x="129156" y="104760"/>
                </a:lnTo>
                <a:lnTo>
                  <a:pt x="129156" y="106103"/>
                </a:lnTo>
                <a:lnTo>
                  <a:pt x="127811" y="104760"/>
                </a:lnTo>
                <a:lnTo>
                  <a:pt x="122429" y="107446"/>
                </a:lnTo>
                <a:lnTo>
                  <a:pt x="115702" y="107446"/>
                </a:lnTo>
                <a:lnTo>
                  <a:pt x="106285" y="110132"/>
                </a:lnTo>
                <a:lnTo>
                  <a:pt x="92831" y="110132"/>
                </a:lnTo>
                <a:lnTo>
                  <a:pt x="90140" y="110132"/>
                </a:lnTo>
                <a:lnTo>
                  <a:pt x="71305" y="110132"/>
                </a:lnTo>
                <a:lnTo>
                  <a:pt x="61887" y="111475"/>
                </a:lnTo>
                <a:lnTo>
                  <a:pt x="61887" y="116848"/>
                </a:lnTo>
                <a:lnTo>
                  <a:pt x="63233" y="124906"/>
                </a:lnTo>
                <a:lnTo>
                  <a:pt x="65923" y="127592"/>
                </a:lnTo>
                <a:lnTo>
                  <a:pt x="68614" y="134308"/>
                </a:lnTo>
                <a:lnTo>
                  <a:pt x="68614" y="142366"/>
                </a:lnTo>
                <a:lnTo>
                  <a:pt x="63233" y="141023"/>
                </a:lnTo>
                <a:lnTo>
                  <a:pt x="60542" y="138337"/>
                </a:lnTo>
                <a:lnTo>
                  <a:pt x="56506" y="138337"/>
                </a:lnTo>
                <a:lnTo>
                  <a:pt x="51124" y="142366"/>
                </a:lnTo>
                <a:lnTo>
                  <a:pt x="45743" y="142366"/>
                </a:lnTo>
                <a:lnTo>
                  <a:pt x="37670" y="138337"/>
                </a:lnTo>
                <a:lnTo>
                  <a:pt x="33634" y="134308"/>
                </a:lnTo>
                <a:lnTo>
                  <a:pt x="28253" y="131621"/>
                </a:lnTo>
                <a:lnTo>
                  <a:pt x="25562" y="131621"/>
                </a:lnTo>
                <a:lnTo>
                  <a:pt x="21526" y="130278"/>
                </a:lnTo>
                <a:lnTo>
                  <a:pt x="17490" y="130278"/>
                </a:lnTo>
                <a:lnTo>
                  <a:pt x="8072" y="124906"/>
                </a:lnTo>
                <a:lnTo>
                  <a:pt x="1345" y="11953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36" name="Freeform 735">
            <a:extLst>
              <a:ext uri="{FF2B5EF4-FFF2-40B4-BE49-F238E27FC236}">
                <a16:creationId xmlns:a16="http://schemas.microsoft.com/office/drawing/2014/main" id="{187D3B25-785A-E752-0A0C-FC832BCAC126}"/>
              </a:ext>
            </a:extLst>
          </p:cNvPr>
          <p:cNvSpPr/>
          <p:nvPr/>
        </p:nvSpPr>
        <p:spPr>
          <a:xfrm>
            <a:off x="6901784" y="4193890"/>
            <a:ext cx="168172" cy="123563"/>
          </a:xfrm>
          <a:custGeom>
            <a:avLst/>
            <a:gdLst>
              <a:gd name="connsiteX0" fmla="*/ 24217 w 168172"/>
              <a:gd name="connsiteY0" fmla="*/ 16117 h 123563"/>
              <a:gd name="connsiteX1" fmla="*/ 28253 w 168172"/>
              <a:gd name="connsiteY1" fmla="*/ 13431 h 123563"/>
              <a:gd name="connsiteX2" fmla="*/ 32289 w 168172"/>
              <a:gd name="connsiteY2" fmla="*/ 13431 h 123563"/>
              <a:gd name="connsiteX3" fmla="*/ 37670 w 168172"/>
              <a:gd name="connsiteY3" fmla="*/ 8059 h 123563"/>
              <a:gd name="connsiteX4" fmla="*/ 51124 w 168172"/>
              <a:gd name="connsiteY4" fmla="*/ 5372 h 123563"/>
              <a:gd name="connsiteX5" fmla="*/ 64578 w 168172"/>
              <a:gd name="connsiteY5" fmla="*/ 0 h 123563"/>
              <a:gd name="connsiteX6" fmla="*/ 69960 w 168172"/>
              <a:gd name="connsiteY6" fmla="*/ 0 h 123563"/>
              <a:gd name="connsiteX7" fmla="*/ 82068 w 168172"/>
              <a:gd name="connsiteY7" fmla="*/ 4029 h 123563"/>
              <a:gd name="connsiteX8" fmla="*/ 88795 w 168172"/>
              <a:gd name="connsiteY8" fmla="*/ 5372 h 123563"/>
              <a:gd name="connsiteX9" fmla="*/ 94176 w 168172"/>
              <a:gd name="connsiteY9" fmla="*/ 13431 h 123563"/>
              <a:gd name="connsiteX10" fmla="*/ 94176 w 168172"/>
              <a:gd name="connsiteY10" fmla="*/ 16117 h 123563"/>
              <a:gd name="connsiteX11" fmla="*/ 96867 w 168172"/>
              <a:gd name="connsiteY11" fmla="*/ 17460 h 123563"/>
              <a:gd name="connsiteX12" fmla="*/ 102249 w 168172"/>
              <a:gd name="connsiteY12" fmla="*/ 16117 h 123563"/>
              <a:gd name="connsiteX13" fmla="*/ 103594 w 168172"/>
              <a:gd name="connsiteY13" fmla="*/ 17460 h 123563"/>
              <a:gd name="connsiteX14" fmla="*/ 107630 w 168172"/>
              <a:gd name="connsiteY14" fmla="*/ 16117 h 123563"/>
              <a:gd name="connsiteX15" fmla="*/ 110321 w 168172"/>
              <a:gd name="connsiteY15" fmla="*/ 18803 h 123563"/>
              <a:gd name="connsiteX16" fmla="*/ 111666 w 168172"/>
              <a:gd name="connsiteY16" fmla="*/ 24175 h 123563"/>
              <a:gd name="connsiteX17" fmla="*/ 117048 w 168172"/>
              <a:gd name="connsiteY17" fmla="*/ 29548 h 123563"/>
              <a:gd name="connsiteX18" fmla="*/ 117048 w 168172"/>
              <a:gd name="connsiteY18" fmla="*/ 34920 h 123563"/>
              <a:gd name="connsiteX19" fmla="*/ 122429 w 168172"/>
              <a:gd name="connsiteY19" fmla="*/ 36263 h 123563"/>
              <a:gd name="connsiteX20" fmla="*/ 123775 w 168172"/>
              <a:gd name="connsiteY20" fmla="*/ 41635 h 123563"/>
              <a:gd name="connsiteX21" fmla="*/ 127811 w 168172"/>
              <a:gd name="connsiteY21" fmla="*/ 44322 h 123563"/>
              <a:gd name="connsiteX22" fmla="*/ 135883 w 168172"/>
              <a:gd name="connsiteY22" fmla="*/ 48351 h 123563"/>
              <a:gd name="connsiteX23" fmla="*/ 135883 w 168172"/>
              <a:gd name="connsiteY23" fmla="*/ 52380 h 123563"/>
              <a:gd name="connsiteX24" fmla="*/ 139919 w 168172"/>
              <a:gd name="connsiteY24" fmla="*/ 55066 h 123563"/>
              <a:gd name="connsiteX25" fmla="*/ 139919 w 168172"/>
              <a:gd name="connsiteY25" fmla="*/ 59095 h 123563"/>
              <a:gd name="connsiteX26" fmla="*/ 141265 w 168172"/>
              <a:gd name="connsiteY26" fmla="*/ 63125 h 123563"/>
              <a:gd name="connsiteX27" fmla="*/ 138574 w 168172"/>
              <a:gd name="connsiteY27" fmla="*/ 73869 h 123563"/>
              <a:gd name="connsiteX28" fmla="*/ 139919 w 168172"/>
              <a:gd name="connsiteY28" fmla="*/ 76555 h 123563"/>
              <a:gd name="connsiteX29" fmla="*/ 146646 w 168172"/>
              <a:gd name="connsiteY29" fmla="*/ 83271 h 123563"/>
              <a:gd name="connsiteX30" fmla="*/ 149337 w 168172"/>
              <a:gd name="connsiteY30" fmla="*/ 89986 h 123563"/>
              <a:gd name="connsiteX31" fmla="*/ 152027 w 168172"/>
              <a:gd name="connsiteY31" fmla="*/ 92672 h 123563"/>
              <a:gd name="connsiteX32" fmla="*/ 154718 w 168172"/>
              <a:gd name="connsiteY32" fmla="*/ 91329 h 123563"/>
              <a:gd name="connsiteX33" fmla="*/ 157409 w 168172"/>
              <a:gd name="connsiteY33" fmla="*/ 94015 h 123563"/>
              <a:gd name="connsiteX34" fmla="*/ 158754 w 168172"/>
              <a:gd name="connsiteY34" fmla="*/ 98045 h 123563"/>
              <a:gd name="connsiteX35" fmla="*/ 162791 w 168172"/>
              <a:gd name="connsiteY35" fmla="*/ 102074 h 123563"/>
              <a:gd name="connsiteX36" fmla="*/ 162791 w 168172"/>
              <a:gd name="connsiteY36" fmla="*/ 104760 h 123563"/>
              <a:gd name="connsiteX37" fmla="*/ 161445 w 168172"/>
              <a:gd name="connsiteY37" fmla="*/ 107446 h 123563"/>
              <a:gd name="connsiteX38" fmla="*/ 161445 w 168172"/>
              <a:gd name="connsiteY38" fmla="*/ 111475 h 123563"/>
              <a:gd name="connsiteX39" fmla="*/ 168172 w 168172"/>
              <a:gd name="connsiteY39" fmla="*/ 115505 h 123563"/>
              <a:gd name="connsiteX40" fmla="*/ 168172 w 168172"/>
              <a:gd name="connsiteY40" fmla="*/ 119534 h 123563"/>
              <a:gd name="connsiteX41" fmla="*/ 166827 w 168172"/>
              <a:gd name="connsiteY41" fmla="*/ 123563 h 123563"/>
              <a:gd name="connsiteX42" fmla="*/ 165481 w 168172"/>
              <a:gd name="connsiteY42" fmla="*/ 119534 h 123563"/>
              <a:gd name="connsiteX43" fmla="*/ 160100 w 168172"/>
              <a:gd name="connsiteY43" fmla="*/ 118191 h 123563"/>
              <a:gd name="connsiteX44" fmla="*/ 157409 w 168172"/>
              <a:gd name="connsiteY44" fmla="*/ 115505 h 123563"/>
              <a:gd name="connsiteX45" fmla="*/ 153373 w 168172"/>
              <a:gd name="connsiteY45" fmla="*/ 115505 h 123563"/>
              <a:gd name="connsiteX46" fmla="*/ 147991 w 168172"/>
              <a:gd name="connsiteY46" fmla="*/ 118191 h 123563"/>
              <a:gd name="connsiteX47" fmla="*/ 139919 w 168172"/>
              <a:gd name="connsiteY47" fmla="*/ 114162 h 123563"/>
              <a:gd name="connsiteX48" fmla="*/ 131847 w 168172"/>
              <a:gd name="connsiteY48" fmla="*/ 115505 h 123563"/>
              <a:gd name="connsiteX49" fmla="*/ 127811 w 168172"/>
              <a:gd name="connsiteY49" fmla="*/ 111475 h 123563"/>
              <a:gd name="connsiteX50" fmla="*/ 117048 w 168172"/>
              <a:gd name="connsiteY50" fmla="*/ 106103 h 123563"/>
              <a:gd name="connsiteX51" fmla="*/ 100903 w 168172"/>
              <a:gd name="connsiteY51" fmla="*/ 106103 h 123563"/>
              <a:gd name="connsiteX52" fmla="*/ 95522 w 168172"/>
              <a:gd name="connsiteY52" fmla="*/ 107446 h 123563"/>
              <a:gd name="connsiteX53" fmla="*/ 95522 w 168172"/>
              <a:gd name="connsiteY53" fmla="*/ 107446 h 123563"/>
              <a:gd name="connsiteX54" fmla="*/ 88795 w 168172"/>
              <a:gd name="connsiteY54" fmla="*/ 106103 h 123563"/>
              <a:gd name="connsiteX55" fmla="*/ 65923 w 168172"/>
              <a:gd name="connsiteY55" fmla="*/ 104760 h 123563"/>
              <a:gd name="connsiteX56" fmla="*/ 56506 w 168172"/>
              <a:gd name="connsiteY56" fmla="*/ 108789 h 123563"/>
              <a:gd name="connsiteX57" fmla="*/ 52470 w 168172"/>
              <a:gd name="connsiteY57" fmla="*/ 115505 h 123563"/>
              <a:gd name="connsiteX58" fmla="*/ 33634 w 168172"/>
              <a:gd name="connsiteY58" fmla="*/ 114162 h 123563"/>
              <a:gd name="connsiteX59" fmla="*/ 25562 w 168172"/>
              <a:gd name="connsiteY59" fmla="*/ 118191 h 123563"/>
              <a:gd name="connsiteX60" fmla="*/ 18835 w 168172"/>
              <a:gd name="connsiteY60" fmla="*/ 115505 h 123563"/>
              <a:gd name="connsiteX61" fmla="*/ 20181 w 168172"/>
              <a:gd name="connsiteY61" fmla="*/ 111475 h 123563"/>
              <a:gd name="connsiteX62" fmla="*/ 17490 w 168172"/>
              <a:gd name="connsiteY62" fmla="*/ 108789 h 123563"/>
              <a:gd name="connsiteX63" fmla="*/ 21526 w 168172"/>
              <a:gd name="connsiteY63" fmla="*/ 110132 h 123563"/>
              <a:gd name="connsiteX64" fmla="*/ 24217 w 168172"/>
              <a:gd name="connsiteY64" fmla="*/ 111475 h 123563"/>
              <a:gd name="connsiteX65" fmla="*/ 30943 w 168172"/>
              <a:gd name="connsiteY65" fmla="*/ 107446 h 123563"/>
              <a:gd name="connsiteX66" fmla="*/ 21526 w 168172"/>
              <a:gd name="connsiteY66" fmla="*/ 104760 h 123563"/>
              <a:gd name="connsiteX67" fmla="*/ 16145 w 168172"/>
              <a:gd name="connsiteY67" fmla="*/ 107446 h 123563"/>
              <a:gd name="connsiteX68" fmla="*/ 14799 w 168172"/>
              <a:gd name="connsiteY68" fmla="*/ 106103 h 123563"/>
              <a:gd name="connsiteX69" fmla="*/ 17490 w 168172"/>
              <a:gd name="connsiteY69" fmla="*/ 103417 h 123563"/>
              <a:gd name="connsiteX70" fmla="*/ 17490 w 168172"/>
              <a:gd name="connsiteY70" fmla="*/ 98045 h 123563"/>
              <a:gd name="connsiteX71" fmla="*/ 20181 w 168172"/>
              <a:gd name="connsiteY71" fmla="*/ 95359 h 123563"/>
              <a:gd name="connsiteX72" fmla="*/ 34980 w 168172"/>
              <a:gd name="connsiteY72" fmla="*/ 95359 h 123563"/>
              <a:gd name="connsiteX73" fmla="*/ 40361 w 168172"/>
              <a:gd name="connsiteY73" fmla="*/ 89986 h 123563"/>
              <a:gd name="connsiteX74" fmla="*/ 44397 w 168172"/>
              <a:gd name="connsiteY74" fmla="*/ 88643 h 123563"/>
              <a:gd name="connsiteX75" fmla="*/ 49779 w 168172"/>
              <a:gd name="connsiteY75" fmla="*/ 84614 h 123563"/>
              <a:gd name="connsiteX76" fmla="*/ 53815 w 168172"/>
              <a:gd name="connsiteY76" fmla="*/ 85957 h 123563"/>
              <a:gd name="connsiteX77" fmla="*/ 55161 w 168172"/>
              <a:gd name="connsiteY77" fmla="*/ 85957 h 123563"/>
              <a:gd name="connsiteX78" fmla="*/ 59196 w 168172"/>
              <a:gd name="connsiteY78" fmla="*/ 83271 h 123563"/>
              <a:gd name="connsiteX79" fmla="*/ 61887 w 168172"/>
              <a:gd name="connsiteY79" fmla="*/ 81928 h 123563"/>
              <a:gd name="connsiteX80" fmla="*/ 68614 w 168172"/>
              <a:gd name="connsiteY80" fmla="*/ 85957 h 123563"/>
              <a:gd name="connsiteX81" fmla="*/ 73996 w 168172"/>
              <a:gd name="connsiteY81" fmla="*/ 85957 h 123563"/>
              <a:gd name="connsiteX82" fmla="*/ 80723 w 168172"/>
              <a:gd name="connsiteY82" fmla="*/ 88643 h 123563"/>
              <a:gd name="connsiteX83" fmla="*/ 88795 w 168172"/>
              <a:gd name="connsiteY83" fmla="*/ 92672 h 123563"/>
              <a:gd name="connsiteX84" fmla="*/ 94176 w 168172"/>
              <a:gd name="connsiteY84" fmla="*/ 92672 h 123563"/>
              <a:gd name="connsiteX85" fmla="*/ 96867 w 168172"/>
              <a:gd name="connsiteY85" fmla="*/ 88643 h 123563"/>
              <a:gd name="connsiteX86" fmla="*/ 94176 w 168172"/>
              <a:gd name="connsiteY86" fmla="*/ 85957 h 123563"/>
              <a:gd name="connsiteX87" fmla="*/ 91485 w 168172"/>
              <a:gd name="connsiteY87" fmla="*/ 85957 h 123563"/>
              <a:gd name="connsiteX88" fmla="*/ 80723 w 168172"/>
              <a:gd name="connsiteY88" fmla="*/ 79241 h 123563"/>
              <a:gd name="connsiteX89" fmla="*/ 75341 w 168172"/>
              <a:gd name="connsiteY89" fmla="*/ 79241 h 123563"/>
              <a:gd name="connsiteX90" fmla="*/ 67269 w 168172"/>
              <a:gd name="connsiteY90" fmla="*/ 73869 h 123563"/>
              <a:gd name="connsiteX91" fmla="*/ 60542 w 168172"/>
              <a:gd name="connsiteY91" fmla="*/ 73869 h 123563"/>
              <a:gd name="connsiteX92" fmla="*/ 56506 w 168172"/>
              <a:gd name="connsiteY92" fmla="*/ 72526 h 123563"/>
              <a:gd name="connsiteX93" fmla="*/ 49779 w 168172"/>
              <a:gd name="connsiteY93" fmla="*/ 75212 h 123563"/>
              <a:gd name="connsiteX94" fmla="*/ 40361 w 168172"/>
              <a:gd name="connsiteY94" fmla="*/ 83271 h 123563"/>
              <a:gd name="connsiteX95" fmla="*/ 34980 w 168172"/>
              <a:gd name="connsiteY95" fmla="*/ 83271 h 123563"/>
              <a:gd name="connsiteX96" fmla="*/ 32289 w 168172"/>
              <a:gd name="connsiteY96" fmla="*/ 84614 h 123563"/>
              <a:gd name="connsiteX97" fmla="*/ 20181 w 168172"/>
              <a:gd name="connsiteY97" fmla="*/ 84614 h 123563"/>
              <a:gd name="connsiteX98" fmla="*/ 20181 w 168172"/>
              <a:gd name="connsiteY98" fmla="*/ 81928 h 123563"/>
              <a:gd name="connsiteX99" fmla="*/ 24217 w 168172"/>
              <a:gd name="connsiteY99" fmla="*/ 79241 h 123563"/>
              <a:gd name="connsiteX100" fmla="*/ 17490 w 168172"/>
              <a:gd name="connsiteY100" fmla="*/ 75212 h 123563"/>
              <a:gd name="connsiteX101" fmla="*/ 18835 w 168172"/>
              <a:gd name="connsiteY101" fmla="*/ 75212 h 123563"/>
              <a:gd name="connsiteX102" fmla="*/ 18835 w 168172"/>
              <a:gd name="connsiteY102" fmla="*/ 69840 h 123563"/>
              <a:gd name="connsiteX103" fmla="*/ 14799 w 168172"/>
              <a:gd name="connsiteY103" fmla="*/ 68497 h 123563"/>
              <a:gd name="connsiteX104" fmla="*/ 9418 w 168172"/>
              <a:gd name="connsiteY104" fmla="*/ 59095 h 123563"/>
              <a:gd name="connsiteX105" fmla="*/ 0 w 168172"/>
              <a:gd name="connsiteY105" fmla="*/ 52380 h 123563"/>
              <a:gd name="connsiteX106" fmla="*/ 16145 w 168172"/>
              <a:gd name="connsiteY106" fmla="*/ 37606 h 123563"/>
              <a:gd name="connsiteX107" fmla="*/ 22872 w 168172"/>
              <a:gd name="connsiteY107" fmla="*/ 25518 h 123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168172" h="123563">
                <a:moveTo>
                  <a:pt x="24217" y="16117"/>
                </a:moveTo>
                <a:lnTo>
                  <a:pt x="28253" y="13431"/>
                </a:lnTo>
                <a:lnTo>
                  <a:pt x="32289" y="13431"/>
                </a:lnTo>
                <a:lnTo>
                  <a:pt x="37670" y="8059"/>
                </a:lnTo>
                <a:lnTo>
                  <a:pt x="51124" y="5372"/>
                </a:lnTo>
                <a:lnTo>
                  <a:pt x="64578" y="0"/>
                </a:lnTo>
                <a:lnTo>
                  <a:pt x="69960" y="0"/>
                </a:lnTo>
                <a:lnTo>
                  <a:pt x="82068" y="4029"/>
                </a:lnTo>
                <a:lnTo>
                  <a:pt x="88795" y="5372"/>
                </a:lnTo>
                <a:lnTo>
                  <a:pt x="94176" y="13431"/>
                </a:lnTo>
                <a:lnTo>
                  <a:pt x="94176" y="16117"/>
                </a:lnTo>
                <a:lnTo>
                  <a:pt x="96867" y="17460"/>
                </a:lnTo>
                <a:lnTo>
                  <a:pt x="102249" y="16117"/>
                </a:lnTo>
                <a:lnTo>
                  <a:pt x="103594" y="17460"/>
                </a:lnTo>
                <a:lnTo>
                  <a:pt x="107630" y="16117"/>
                </a:lnTo>
                <a:lnTo>
                  <a:pt x="110321" y="18803"/>
                </a:lnTo>
                <a:lnTo>
                  <a:pt x="111666" y="24175"/>
                </a:lnTo>
                <a:lnTo>
                  <a:pt x="117048" y="29548"/>
                </a:lnTo>
                <a:lnTo>
                  <a:pt x="117048" y="34920"/>
                </a:lnTo>
                <a:lnTo>
                  <a:pt x="122429" y="36263"/>
                </a:lnTo>
                <a:lnTo>
                  <a:pt x="123775" y="41635"/>
                </a:lnTo>
                <a:lnTo>
                  <a:pt x="127811" y="44322"/>
                </a:lnTo>
                <a:lnTo>
                  <a:pt x="135883" y="48351"/>
                </a:lnTo>
                <a:lnTo>
                  <a:pt x="135883" y="52380"/>
                </a:lnTo>
                <a:lnTo>
                  <a:pt x="139919" y="55066"/>
                </a:lnTo>
                <a:lnTo>
                  <a:pt x="139919" y="59095"/>
                </a:lnTo>
                <a:lnTo>
                  <a:pt x="141265" y="63125"/>
                </a:lnTo>
                <a:lnTo>
                  <a:pt x="138574" y="73869"/>
                </a:lnTo>
                <a:lnTo>
                  <a:pt x="139919" y="76555"/>
                </a:lnTo>
                <a:lnTo>
                  <a:pt x="146646" y="83271"/>
                </a:lnTo>
                <a:lnTo>
                  <a:pt x="149337" y="89986"/>
                </a:lnTo>
                <a:lnTo>
                  <a:pt x="152027" y="92672"/>
                </a:lnTo>
                <a:lnTo>
                  <a:pt x="154718" y="91329"/>
                </a:lnTo>
                <a:lnTo>
                  <a:pt x="157409" y="94015"/>
                </a:lnTo>
                <a:lnTo>
                  <a:pt x="158754" y="98045"/>
                </a:lnTo>
                <a:lnTo>
                  <a:pt x="162791" y="102074"/>
                </a:lnTo>
                <a:lnTo>
                  <a:pt x="162791" y="104760"/>
                </a:lnTo>
                <a:lnTo>
                  <a:pt x="161445" y="107446"/>
                </a:lnTo>
                <a:lnTo>
                  <a:pt x="161445" y="111475"/>
                </a:lnTo>
                <a:lnTo>
                  <a:pt x="168172" y="115505"/>
                </a:lnTo>
                <a:lnTo>
                  <a:pt x="168172" y="119534"/>
                </a:lnTo>
                <a:lnTo>
                  <a:pt x="166827" y="123563"/>
                </a:lnTo>
                <a:lnTo>
                  <a:pt x="165481" y="119534"/>
                </a:lnTo>
                <a:lnTo>
                  <a:pt x="160100" y="118191"/>
                </a:lnTo>
                <a:lnTo>
                  <a:pt x="157409" y="115505"/>
                </a:lnTo>
                <a:lnTo>
                  <a:pt x="153373" y="115505"/>
                </a:lnTo>
                <a:lnTo>
                  <a:pt x="147991" y="118191"/>
                </a:lnTo>
                <a:lnTo>
                  <a:pt x="139919" y="114162"/>
                </a:lnTo>
                <a:lnTo>
                  <a:pt x="131847" y="115505"/>
                </a:lnTo>
                <a:lnTo>
                  <a:pt x="127811" y="111475"/>
                </a:lnTo>
                <a:lnTo>
                  <a:pt x="117048" y="106103"/>
                </a:lnTo>
                <a:lnTo>
                  <a:pt x="100903" y="106103"/>
                </a:lnTo>
                <a:lnTo>
                  <a:pt x="95522" y="107446"/>
                </a:lnTo>
                <a:lnTo>
                  <a:pt x="95522" y="107446"/>
                </a:lnTo>
                <a:lnTo>
                  <a:pt x="88795" y="106103"/>
                </a:lnTo>
                <a:lnTo>
                  <a:pt x="65923" y="104760"/>
                </a:lnTo>
                <a:lnTo>
                  <a:pt x="56506" y="108789"/>
                </a:lnTo>
                <a:lnTo>
                  <a:pt x="52470" y="115505"/>
                </a:lnTo>
                <a:lnTo>
                  <a:pt x="33634" y="114162"/>
                </a:lnTo>
                <a:lnTo>
                  <a:pt x="25562" y="118191"/>
                </a:lnTo>
                <a:lnTo>
                  <a:pt x="18835" y="115505"/>
                </a:lnTo>
                <a:lnTo>
                  <a:pt x="20181" y="111475"/>
                </a:lnTo>
                <a:lnTo>
                  <a:pt x="17490" y="108789"/>
                </a:lnTo>
                <a:lnTo>
                  <a:pt x="21526" y="110132"/>
                </a:lnTo>
                <a:lnTo>
                  <a:pt x="24217" y="111475"/>
                </a:lnTo>
                <a:lnTo>
                  <a:pt x="30943" y="107446"/>
                </a:lnTo>
                <a:lnTo>
                  <a:pt x="21526" y="104760"/>
                </a:lnTo>
                <a:lnTo>
                  <a:pt x="16145" y="107446"/>
                </a:lnTo>
                <a:lnTo>
                  <a:pt x="14799" y="106103"/>
                </a:lnTo>
                <a:lnTo>
                  <a:pt x="17490" y="103417"/>
                </a:lnTo>
                <a:lnTo>
                  <a:pt x="17490" y="98045"/>
                </a:lnTo>
                <a:lnTo>
                  <a:pt x="20181" y="95359"/>
                </a:lnTo>
                <a:lnTo>
                  <a:pt x="34980" y="95359"/>
                </a:lnTo>
                <a:lnTo>
                  <a:pt x="40361" y="89986"/>
                </a:lnTo>
                <a:lnTo>
                  <a:pt x="44397" y="88643"/>
                </a:lnTo>
                <a:lnTo>
                  <a:pt x="49779" y="84614"/>
                </a:lnTo>
                <a:lnTo>
                  <a:pt x="53815" y="85957"/>
                </a:lnTo>
                <a:lnTo>
                  <a:pt x="55161" y="85957"/>
                </a:lnTo>
                <a:lnTo>
                  <a:pt x="59196" y="83271"/>
                </a:lnTo>
                <a:lnTo>
                  <a:pt x="61887" y="81928"/>
                </a:lnTo>
                <a:lnTo>
                  <a:pt x="68614" y="85957"/>
                </a:lnTo>
                <a:lnTo>
                  <a:pt x="73996" y="85957"/>
                </a:lnTo>
                <a:lnTo>
                  <a:pt x="80723" y="88643"/>
                </a:lnTo>
                <a:lnTo>
                  <a:pt x="88795" y="92672"/>
                </a:lnTo>
                <a:lnTo>
                  <a:pt x="94176" y="92672"/>
                </a:lnTo>
                <a:lnTo>
                  <a:pt x="96867" y="88643"/>
                </a:lnTo>
                <a:lnTo>
                  <a:pt x="94176" y="85957"/>
                </a:lnTo>
                <a:lnTo>
                  <a:pt x="91485" y="85957"/>
                </a:lnTo>
                <a:lnTo>
                  <a:pt x="80723" y="79241"/>
                </a:lnTo>
                <a:lnTo>
                  <a:pt x="75341" y="79241"/>
                </a:lnTo>
                <a:lnTo>
                  <a:pt x="67269" y="73869"/>
                </a:lnTo>
                <a:lnTo>
                  <a:pt x="60542" y="73869"/>
                </a:lnTo>
                <a:lnTo>
                  <a:pt x="56506" y="72526"/>
                </a:lnTo>
                <a:lnTo>
                  <a:pt x="49779" y="75212"/>
                </a:lnTo>
                <a:lnTo>
                  <a:pt x="40361" y="83271"/>
                </a:lnTo>
                <a:lnTo>
                  <a:pt x="34980" y="83271"/>
                </a:lnTo>
                <a:lnTo>
                  <a:pt x="32289" y="84614"/>
                </a:lnTo>
                <a:lnTo>
                  <a:pt x="20181" y="84614"/>
                </a:lnTo>
                <a:lnTo>
                  <a:pt x="20181" y="81928"/>
                </a:lnTo>
                <a:lnTo>
                  <a:pt x="24217" y="79241"/>
                </a:lnTo>
                <a:lnTo>
                  <a:pt x="17490" y="75212"/>
                </a:lnTo>
                <a:lnTo>
                  <a:pt x="18835" y="75212"/>
                </a:lnTo>
                <a:lnTo>
                  <a:pt x="18835" y="69840"/>
                </a:lnTo>
                <a:lnTo>
                  <a:pt x="14799" y="68497"/>
                </a:lnTo>
                <a:lnTo>
                  <a:pt x="9418" y="59095"/>
                </a:lnTo>
                <a:lnTo>
                  <a:pt x="0" y="52380"/>
                </a:lnTo>
                <a:lnTo>
                  <a:pt x="16145" y="37606"/>
                </a:lnTo>
                <a:lnTo>
                  <a:pt x="22872" y="2551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37" name="Freeform 736">
            <a:extLst>
              <a:ext uri="{FF2B5EF4-FFF2-40B4-BE49-F238E27FC236}">
                <a16:creationId xmlns:a16="http://schemas.microsoft.com/office/drawing/2014/main" id="{7786F10D-4B4C-9A6F-1CA5-4B27D31B3A6E}"/>
              </a:ext>
            </a:extLst>
          </p:cNvPr>
          <p:cNvSpPr/>
          <p:nvPr/>
        </p:nvSpPr>
        <p:spPr>
          <a:xfrm>
            <a:off x="6915238" y="4266416"/>
            <a:ext cx="83413" cy="25518"/>
          </a:xfrm>
          <a:custGeom>
            <a:avLst/>
            <a:gdLst>
              <a:gd name="connsiteX0" fmla="*/ 4036 w 83413"/>
              <a:gd name="connsiteY0" fmla="*/ 22832 h 25518"/>
              <a:gd name="connsiteX1" fmla="*/ 0 w 83413"/>
              <a:gd name="connsiteY1" fmla="*/ 18803 h 25518"/>
              <a:gd name="connsiteX2" fmla="*/ 5381 w 83413"/>
              <a:gd name="connsiteY2" fmla="*/ 14774 h 25518"/>
              <a:gd name="connsiteX3" fmla="*/ 10763 w 83413"/>
              <a:gd name="connsiteY3" fmla="*/ 21489 h 25518"/>
              <a:gd name="connsiteX4" fmla="*/ 17490 w 83413"/>
              <a:gd name="connsiteY4" fmla="*/ 21489 h 25518"/>
              <a:gd name="connsiteX5" fmla="*/ 21526 w 83413"/>
              <a:gd name="connsiteY5" fmla="*/ 17460 h 25518"/>
              <a:gd name="connsiteX6" fmla="*/ 14799 w 83413"/>
              <a:gd name="connsiteY6" fmla="*/ 18803 h 25518"/>
              <a:gd name="connsiteX7" fmla="*/ 8072 w 83413"/>
              <a:gd name="connsiteY7" fmla="*/ 16117 h 25518"/>
              <a:gd name="connsiteX8" fmla="*/ 6727 w 83413"/>
              <a:gd name="connsiteY8" fmla="*/ 12088 h 25518"/>
              <a:gd name="connsiteX9" fmla="*/ 18835 w 83413"/>
              <a:gd name="connsiteY9" fmla="*/ 12088 h 25518"/>
              <a:gd name="connsiteX10" fmla="*/ 21526 w 83413"/>
              <a:gd name="connsiteY10" fmla="*/ 10745 h 25518"/>
              <a:gd name="connsiteX11" fmla="*/ 26908 w 83413"/>
              <a:gd name="connsiteY11" fmla="*/ 10745 h 25518"/>
              <a:gd name="connsiteX12" fmla="*/ 36325 w 83413"/>
              <a:gd name="connsiteY12" fmla="*/ 2686 h 25518"/>
              <a:gd name="connsiteX13" fmla="*/ 43052 w 83413"/>
              <a:gd name="connsiteY13" fmla="*/ 0 h 25518"/>
              <a:gd name="connsiteX14" fmla="*/ 47088 w 83413"/>
              <a:gd name="connsiteY14" fmla="*/ 1343 h 25518"/>
              <a:gd name="connsiteX15" fmla="*/ 53815 w 83413"/>
              <a:gd name="connsiteY15" fmla="*/ 1343 h 25518"/>
              <a:gd name="connsiteX16" fmla="*/ 61887 w 83413"/>
              <a:gd name="connsiteY16" fmla="*/ 6715 h 25518"/>
              <a:gd name="connsiteX17" fmla="*/ 67269 w 83413"/>
              <a:gd name="connsiteY17" fmla="*/ 6715 h 25518"/>
              <a:gd name="connsiteX18" fmla="*/ 78032 w 83413"/>
              <a:gd name="connsiteY18" fmla="*/ 13431 h 25518"/>
              <a:gd name="connsiteX19" fmla="*/ 80723 w 83413"/>
              <a:gd name="connsiteY19" fmla="*/ 13431 h 25518"/>
              <a:gd name="connsiteX20" fmla="*/ 83414 w 83413"/>
              <a:gd name="connsiteY20" fmla="*/ 16117 h 25518"/>
              <a:gd name="connsiteX21" fmla="*/ 80723 w 83413"/>
              <a:gd name="connsiteY21" fmla="*/ 20146 h 25518"/>
              <a:gd name="connsiteX22" fmla="*/ 75341 w 83413"/>
              <a:gd name="connsiteY22" fmla="*/ 20146 h 25518"/>
              <a:gd name="connsiteX23" fmla="*/ 67269 w 83413"/>
              <a:gd name="connsiteY23" fmla="*/ 16117 h 25518"/>
              <a:gd name="connsiteX24" fmla="*/ 60542 w 83413"/>
              <a:gd name="connsiteY24" fmla="*/ 13431 h 25518"/>
              <a:gd name="connsiteX25" fmla="*/ 55161 w 83413"/>
              <a:gd name="connsiteY25" fmla="*/ 13431 h 25518"/>
              <a:gd name="connsiteX26" fmla="*/ 48434 w 83413"/>
              <a:gd name="connsiteY26" fmla="*/ 9402 h 25518"/>
              <a:gd name="connsiteX27" fmla="*/ 45743 w 83413"/>
              <a:gd name="connsiteY27" fmla="*/ 10745 h 25518"/>
              <a:gd name="connsiteX28" fmla="*/ 41707 w 83413"/>
              <a:gd name="connsiteY28" fmla="*/ 13431 h 25518"/>
              <a:gd name="connsiteX29" fmla="*/ 40361 w 83413"/>
              <a:gd name="connsiteY29" fmla="*/ 13431 h 25518"/>
              <a:gd name="connsiteX30" fmla="*/ 36325 w 83413"/>
              <a:gd name="connsiteY30" fmla="*/ 12088 h 25518"/>
              <a:gd name="connsiteX31" fmla="*/ 30943 w 83413"/>
              <a:gd name="connsiteY31" fmla="*/ 16117 h 25518"/>
              <a:gd name="connsiteX32" fmla="*/ 26908 w 83413"/>
              <a:gd name="connsiteY32" fmla="*/ 17460 h 25518"/>
              <a:gd name="connsiteX33" fmla="*/ 21526 w 83413"/>
              <a:gd name="connsiteY33" fmla="*/ 22832 h 25518"/>
              <a:gd name="connsiteX34" fmla="*/ 6727 w 83413"/>
              <a:gd name="connsiteY34" fmla="*/ 22832 h 25518"/>
              <a:gd name="connsiteX35" fmla="*/ 4036 w 83413"/>
              <a:gd name="connsiteY35" fmla="*/ 25519 h 2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3413" h="25518">
                <a:moveTo>
                  <a:pt x="4036" y="22832"/>
                </a:moveTo>
                <a:lnTo>
                  <a:pt x="0" y="18803"/>
                </a:lnTo>
                <a:lnTo>
                  <a:pt x="5381" y="14774"/>
                </a:lnTo>
                <a:lnTo>
                  <a:pt x="10763" y="21489"/>
                </a:lnTo>
                <a:lnTo>
                  <a:pt x="17490" y="21489"/>
                </a:lnTo>
                <a:lnTo>
                  <a:pt x="21526" y="17460"/>
                </a:lnTo>
                <a:lnTo>
                  <a:pt x="14799" y="18803"/>
                </a:lnTo>
                <a:lnTo>
                  <a:pt x="8072" y="16117"/>
                </a:lnTo>
                <a:lnTo>
                  <a:pt x="6727" y="12088"/>
                </a:lnTo>
                <a:lnTo>
                  <a:pt x="18835" y="12088"/>
                </a:lnTo>
                <a:lnTo>
                  <a:pt x="21526" y="10745"/>
                </a:lnTo>
                <a:lnTo>
                  <a:pt x="26908" y="10745"/>
                </a:lnTo>
                <a:lnTo>
                  <a:pt x="36325" y="2686"/>
                </a:lnTo>
                <a:lnTo>
                  <a:pt x="43052" y="0"/>
                </a:lnTo>
                <a:lnTo>
                  <a:pt x="47088" y="1343"/>
                </a:lnTo>
                <a:lnTo>
                  <a:pt x="53815" y="1343"/>
                </a:lnTo>
                <a:lnTo>
                  <a:pt x="61887" y="6715"/>
                </a:lnTo>
                <a:lnTo>
                  <a:pt x="67269" y="6715"/>
                </a:lnTo>
                <a:lnTo>
                  <a:pt x="78032" y="13431"/>
                </a:lnTo>
                <a:lnTo>
                  <a:pt x="80723" y="13431"/>
                </a:lnTo>
                <a:lnTo>
                  <a:pt x="83414" y="16117"/>
                </a:lnTo>
                <a:lnTo>
                  <a:pt x="80723" y="20146"/>
                </a:lnTo>
                <a:lnTo>
                  <a:pt x="75341" y="20146"/>
                </a:lnTo>
                <a:lnTo>
                  <a:pt x="67269" y="16117"/>
                </a:lnTo>
                <a:lnTo>
                  <a:pt x="60542" y="13431"/>
                </a:lnTo>
                <a:lnTo>
                  <a:pt x="55161" y="13431"/>
                </a:lnTo>
                <a:lnTo>
                  <a:pt x="48434" y="9402"/>
                </a:lnTo>
                <a:lnTo>
                  <a:pt x="45743" y="10745"/>
                </a:lnTo>
                <a:lnTo>
                  <a:pt x="41707" y="13431"/>
                </a:lnTo>
                <a:lnTo>
                  <a:pt x="40361" y="13431"/>
                </a:lnTo>
                <a:lnTo>
                  <a:pt x="36325" y="12088"/>
                </a:lnTo>
                <a:lnTo>
                  <a:pt x="30943" y="16117"/>
                </a:lnTo>
                <a:lnTo>
                  <a:pt x="26908" y="17460"/>
                </a:lnTo>
                <a:lnTo>
                  <a:pt x="21526" y="22832"/>
                </a:lnTo>
                <a:lnTo>
                  <a:pt x="6727" y="22832"/>
                </a:lnTo>
                <a:lnTo>
                  <a:pt x="4036" y="2551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38" name="Freeform 737">
            <a:extLst>
              <a:ext uri="{FF2B5EF4-FFF2-40B4-BE49-F238E27FC236}">
                <a16:creationId xmlns:a16="http://schemas.microsoft.com/office/drawing/2014/main" id="{80594709-0E0E-395B-2078-6DF57FAB3515}"/>
              </a:ext>
            </a:extLst>
          </p:cNvPr>
          <p:cNvSpPr/>
          <p:nvPr/>
        </p:nvSpPr>
        <p:spPr>
          <a:xfrm>
            <a:off x="6920619" y="4298650"/>
            <a:ext cx="79377" cy="49693"/>
          </a:xfrm>
          <a:custGeom>
            <a:avLst/>
            <a:gdLst>
              <a:gd name="connsiteX0" fmla="*/ 0 w 79377"/>
              <a:gd name="connsiteY0" fmla="*/ 10745 h 49693"/>
              <a:gd name="connsiteX1" fmla="*/ 6727 w 79377"/>
              <a:gd name="connsiteY1" fmla="*/ 13431 h 49693"/>
              <a:gd name="connsiteX2" fmla="*/ 14799 w 79377"/>
              <a:gd name="connsiteY2" fmla="*/ 9401 h 49693"/>
              <a:gd name="connsiteX3" fmla="*/ 33634 w 79377"/>
              <a:gd name="connsiteY3" fmla="*/ 10745 h 49693"/>
              <a:gd name="connsiteX4" fmla="*/ 37671 w 79377"/>
              <a:gd name="connsiteY4" fmla="*/ 4029 h 49693"/>
              <a:gd name="connsiteX5" fmla="*/ 47088 w 79377"/>
              <a:gd name="connsiteY5" fmla="*/ 0 h 49693"/>
              <a:gd name="connsiteX6" fmla="*/ 69960 w 79377"/>
              <a:gd name="connsiteY6" fmla="*/ 1343 h 49693"/>
              <a:gd name="connsiteX7" fmla="*/ 76687 w 79377"/>
              <a:gd name="connsiteY7" fmla="*/ 2686 h 49693"/>
              <a:gd name="connsiteX8" fmla="*/ 78032 w 79377"/>
              <a:gd name="connsiteY8" fmla="*/ 10745 h 49693"/>
              <a:gd name="connsiteX9" fmla="*/ 76687 w 79377"/>
              <a:gd name="connsiteY9" fmla="*/ 14774 h 49693"/>
              <a:gd name="connsiteX10" fmla="*/ 76687 w 79377"/>
              <a:gd name="connsiteY10" fmla="*/ 22832 h 49693"/>
              <a:gd name="connsiteX11" fmla="*/ 79377 w 79377"/>
              <a:gd name="connsiteY11" fmla="*/ 26862 h 49693"/>
              <a:gd name="connsiteX12" fmla="*/ 79377 w 79377"/>
              <a:gd name="connsiteY12" fmla="*/ 30891 h 49693"/>
              <a:gd name="connsiteX13" fmla="*/ 75341 w 79377"/>
              <a:gd name="connsiteY13" fmla="*/ 34920 h 49693"/>
              <a:gd name="connsiteX14" fmla="*/ 65923 w 79377"/>
              <a:gd name="connsiteY14" fmla="*/ 36263 h 49693"/>
              <a:gd name="connsiteX15" fmla="*/ 59196 w 79377"/>
              <a:gd name="connsiteY15" fmla="*/ 40292 h 49693"/>
              <a:gd name="connsiteX16" fmla="*/ 53815 w 79377"/>
              <a:gd name="connsiteY16" fmla="*/ 41635 h 49693"/>
              <a:gd name="connsiteX17" fmla="*/ 51125 w 79377"/>
              <a:gd name="connsiteY17" fmla="*/ 47008 h 49693"/>
              <a:gd name="connsiteX18" fmla="*/ 44398 w 79377"/>
              <a:gd name="connsiteY18" fmla="*/ 49694 h 49693"/>
              <a:gd name="connsiteX19" fmla="*/ 43052 w 79377"/>
              <a:gd name="connsiteY19" fmla="*/ 48351 h 49693"/>
              <a:gd name="connsiteX20" fmla="*/ 44398 w 79377"/>
              <a:gd name="connsiteY20" fmla="*/ 42978 h 49693"/>
              <a:gd name="connsiteX21" fmla="*/ 33634 w 79377"/>
              <a:gd name="connsiteY21" fmla="*/ 44322 h 49693"/>
              <a:gd name="connsiteX22" fmla="*/ 39016 w 79377"/>
              <a:gd name="connsiteY22" fmla="*/ 37606 h 49693"/>
              <a:gd name="connsiteX23" fmla="*/ 36325 w 79377"/>
              <a:gd name="connsiteY23" fmla="*/ 37606 h 49693"/>
              <a:gd name="connsiteX24" fmla="*/ 37671 w 79377"/>
              <a:gd name="connsiteY24" fmla="*/ 34920 h 49693"/>
              <a:gd name="connsiteX25" fmla="*/ 34980 w 79377"/>
              <a:gd name="connsiteY25" fmla="*/ 33577 h 49693"/>
              <a:gd name="connsiteX26" fmla="*/ 30944 w 79377"/>
              <a:gd name="connsiteY26" fmla="*/ 32234 h 49693"/>
              <a:gd name="connsiteX27" fmla="*/ 29598 w 79377"/>
              <a:gd name="connsiteY27" fmla="*/ 30891 h 49693"/>
              <a:gd name="connsiteX28" fmla="*/ 41707 w 79377"/>
              <a:gd name="connsiteY28" fmla="*/ 29548 h 49693"/>
              <a:gd name="connsiteX29" fmla="*/ 44398 w 79377"/>
              <a:gd name="connsiteY29" fmla="*/ 28204 h 49693"/>
              <a:gd name="connsiteX30" fmla="*/ 37671 w 79377"/>
              <a:gd name="connsiteY30" fmla="*/ 24175 h 49693"/>
              <a:gd name="connsiteX31" fmla="*/ 30944 w 79377"/>
              <a:gd name="connsiteY31" fmla="*/ 25518 h 49693"/>
              <a:gd name="connsiteX32" fmla="*/ 24217 w 79377"/>
              <a:gd name="connsiteY32" fmla="*/ 28204 h 49693"/>
              <a:gd name="connsiteX33" fmla="*/ 21526 w 79377"/>
              <a:gd name="connsiteY33" fmla="*/ 28204 h 49693"/>
              <a:gd name="connsiteX34" fmla="*/ 20181 w 79377"/>
              <a:gd name="connsiteY34" fmla="*/ 24175 h 49693"/>
              <a:gd name="connsiteX35" fmla="*/ 14799 w 79377"/>
              <a:gd name="connsiteY35" fmla="*/ 24175 h 49693"/>
              <a:gd name="connsiteX36" fmla="*/ 10763 w 79377"/>
              <a:gd name="connsiteY36" fmla="*/ 20146 h 49693"/>
              <a:gd name="connsiteX37" fmla="*/ 14799 w 79377"/>
              <a:gd name="connsiteY37" fmla="*/ 16117 h 49693"/>
              <a:gd name="connsiteX38" fmla="*/ 12108 w 79377"/>
              <a:gd name="connsiteY38" fmla="*/ 16117 h 49693"/>
              <a:gd name="connsiteX39" fmla="*/ 2691 w 79377"/>
              <a:gd name="connsiteY39" fmla="*/ 14774 h 49693"/>
              <a:gd name="connsiteX40" fmla="*/ 0 w 79377"/>
              <a:gd name="connsiteY40" fmla="*/ 12088 h 49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9377" h="49693">
                <a:moveTo>
                  <a:pt x="0" y="10745"/>
                </a:moveTo>
                <a:lnTo>
                  <a:pt x="6727" y="13431"/>
                </a:lnTo>
                <a:lnTo>
                  <a:pt x="14799" y="9401"/>
                </a:lnTo>
                <a:lnTo>
                  <a:pt x="33634" y="10745"/>
                </a:lnTo>
                <a:lnTo>
                  <a:pt x="37671" y="4029"/>
                </a:lnTo>
                <a:lnTo>
                  <a:pt x="47088" y="0"/>
                </a:lnTo>
                <a:lnTo>
                  <a:pt x="69960" y="1343"/>
                </a:lnTo>
                <a:lnTo>
                  <a:pt x="76687" y="2686"/>
                </a:lnTo>
                <a:lnTo>
                  <a:pt x="78032" y="10745"/>
                </a:lnTo>
                <a:lnTo>
                  <a:pt x="76687" y="14774"/>
                </a:lnTo>
                <a:lnTo>
                  <a:pt x="76687" y="22832"/>
                </a:lnTo>
                <a:lnTo>
                  <a:pt x="79377" y="26862"/>
                </a:lnTo>
                <a:lnTo>
                  <a:pt x="79377" y="30891"/>
                </a:lnTo>
                <a:lnTo>
                  <a:pt x="75341" y="34920"/>
                </a:lnTo>
                <a:lnTo>
                  <a:pt x="65923" y="36263"/>
                </a:lnTo>
                <a:lnTo>
                  <a:pt x="59196" y="40292"/>
                </a:lnTo>
                <a:lnTo>
                  <a:pt x="53815" y="41635"/>
                </a:lnTo>
                <a:lnTo>
                  <a:pt x="51125" y="47008"/>
                </a:lnTo>
                <a:lnTo>
                  <a:pt x="44398" y="49694"/>
                </a:lnTo>
                <a:lnTo>
                  <a:pt x="43052" y="48351"/>
                </a:lnTo>
                <a:lnTo>
                  <a:pt x="44398" y="42978"/>
                </a:lnTo>
                <a:lnTo>
                  <a:pt x="33634" y="44322"/>
                </a:lnTo>
                <a:lnTo>
                  <a:pt x="39016" y="37606"/>
                </a:lnTo>
                <a:lnTo>
                  <a:pt x="36325" y="37606"/>
                </a:lnTo>
                <a:lnTo>
                  <a:pt x="37671" y="34920"/>
                </a:lnTo>
                <a:lnTo>
                  <a:pt x="34980" y="33577"/>
                </a:lnTo>
                <a:lnTo>
                  <a:pt x="30944" y="32234"/>
                </a:lnTo>
                <a:lnTo>
                  <a:pt x="29598" y="30891"/>
                </a:lnTo>
                <a:lnTo>
                  <a:pt x="41707" y="29548"/>
                </a:lnTo>
                <a:lnTo>
                  <a:pt x="44398" y="28204"/>
                </a:lnTo>
                <a:lnTo>
                  <a:pt x="37671" y="24175"/>
                </a:lnTo>
                <a:lnTo>
                  <a:pt x="30944" y="25518"/>
                </a:lnTo>
                <a:lnTo>
                  <a:pt x="24217" y="28204"/>
                </a:lnTo>
                <a:lnTo>
                  <a:pt x="21526" y="28204"/>
                </a:lnTo>
                <a:lnTo>
                  <a:pt x="20181" y="24175"/>
                </a:lnTo>
                <a:lnTo>
                  <a:pt x="14799" y="24175"/>
                </a:lnTo>
                <a:lnTo>
                  <a:pt x="10763" y="20146"/>
                </a:lnTo>
                <a:lnTo>
                  <a:pt x="14799" y="16117"/>
                </a:lnTo>
                <a:lnTo>
                  <a:pt x="12108" y="16117"/>
                </a:lnTo>
                <a:lnTo>
                  <a:pt x="2691" y="14774"/>
                </a:lnTo>
                <a:lnTo>
                  <a:pt x="0" y="1208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39" name="Freeform 738">
            <a:extLst>
              <a:ext uri="{FF2B5EF4-FFF2-40B4-BE49-F238E27FC236}">
                <a16:creationId xmlns:a16="http://schemas.microsoft.com/office/drawing/2014/main" id="{39B05075-DA95-98F3-2E3E-F9526546C023}"/>
              </a:ext>
            </a:extLst>
          </p:cNvPr>
          <p:cNvSpPr/>
          <p:nvPr/>
        </p:nvSpPr>
        <p:spPr>
          <a:xfrm>
            <a:off x="6971744" y="4299993"/>
            <a:ext cx="184316" cy="181315"/>
          </a:xfrm>
          <a:custGeom>
            <a:avLst/>
            <a:gdLst>
              <a:gd name="connsiteX0" fmla="*/ 0 w 184316"/>
              <a:gd name="connsiteY0" fmla="*/ 45665 h 181315"/>
              <a:gd name="connsiteX1" fmla="*/ 2691 w 184316"/>
              <a:gd name="connsiteY1" fmla="*/ 40292 h 181315"/>
              <a:gd name="connsiteX2" fmla="*/ 8072 w 184316"/>
              <a:gd name="connsiteY2" fmla="*/ 38949 h 181315"/>
              <a:gd name="connsiteX3" fmla="*/ 14799 w 184316"/>
              <a:gd name="connsiteY3" fmla="*/ 34920 h 181315"/>
              <a:gd name="connsiteX4" fmla="*/ 24217 w 184316"/>
              <a:gd name="connsiteY4" fmla="*/ 33577 h 181315"/>
              <a:gd name="connsiteX5" fmla="*/ 28253 w 184316"/>
              <a:gd name="connsiteY5" fmla="*/ 29548 h 181315"/>
              <a:gd name="connsiteX6" fmla="*/ 28253 w 184316"/>
              <a:gd name="connsiteY6" fmla="*/ 25519 h 181315"/>
              <a:gd name="connsiteX7" fmla="*/ 25562 w 184316"/>
              <a:gd name="connsiteY7" fmla="*/ 21489 h 181315"/>
              <a:gd name="connsiteX8" fmla="*/ 25562 w 184316"/>
              <a:gd name="connsiteY8" fmla="*/ 13431 h 181315"/>
              <a:gd name="connsiteX9" fmla="*/ 26908 w 184316"/>
              <a:gd name="connsiteY9" fmla="*/ 9402 h 181315"/>
              <a:gd name="connsiteX10" fmla="*/ 25562 w 184316"/>
              <a:gd name="connsiteY10" fmla="*/ 1343 h 181315"/>
              <a:gd name="connsiteX11" fmla="*/ 30943 w 184316"/>
              <a:gd name="connsiteY11" fmla="*/ 0 h 181315"/>
              <a:gd name="connsiteX12" fmla="*/ 47088 w 184316"/>
              <a:gd name="connsiteY12" fmla="*/ 0 h 181315"/>
              <a:gd name="connsiteX13" fmla="*/ 57851 w 184316"/>
              <a:gd name="connsiteY13" fmla="*/ 5372 h 181315"/>
              <a:gd name="connsiteX14" fmla="*/ 61887 w 184316"/>
              <a:gd name="connsiteY14" fmla="*/ 9402 h 181315"/>
              <a:gd name="connsiteX15" fmla="*/ 69959 w 184316"/>
              <a:gd name="connsiteY15" fmla="*/ 8059 h 181315"/>
              <a:gd name="connsiteX16" fmla="*/ 78032 w 184316"/>
              <a:gd name="connsiteY16" fmla="*/ 12088 h 181315"/>
              <a:gd name="connsiteX17" fmla="*/ 83413 w 184316"/>
              <a:gd name="connsiteY17" fmla="*/ 9402 h 181315"/>
              <a:gd name="connsiteX18" fmla="*/ 87449 w 184316"/>
              <a:gd name="connsiteY18" fmla="*/ 9402 h 181315"/>
              <a:gd name="connsiteX19" fmla="*/ 90140 w 184316"/>
              <a:gd name="connsiteY19" fmla="*/ 12088 h 181315"/>
              <a:gd name="connsiteX20" fmla="*/ 95521 w 184316"/>
              <a:gd name="connsiteY20" fmla="*/ 13431 h 181315"/>
              <a:gd name="connsiteX21" fmla="*/ 96867 w 184316"/>
              <a:gd name="connsiteY21" fmla="*/ 17460 h 181315"/>
              <a:gd name="connsiteX22" fmla="*/ 99558 w 184316"/>
              <a:gd name="connsiteY22" fmla="*/ 18803 h 181315"/>
              <a:gd name="connsiteX23" fmla="*/ 104939 w 184316"/>
              <a:gd name="connsiteY23" fmla="*/ 16117 h 181315"/>
              <a:gd name="connsiteX24" fmla="*/ 108975 w 184316"/>
              <a:gd name="connsiteY24" fmla="*/ 17460 h 181315"/>
              <a:gd name="connsiteX25" fmla="*/ 114357 w 184316"/>
              <a:gd name="connsiteY25" fmla="*/ 21489 h 181315"/>
              <a:gd name="connsiteX26" fmla="*/ 121084 w 184316"/>
              <a:gd name="connsiteY26" fmla="*/ 21489 h 181315"/>
              <a:gd name="connsiteX27" fmla="*/ 126465 w 184316"/>
              <a:gd name="connsiteY27" fmla="*/ 17460 h 181315"/>
              <a:gd name="connsiteX28" fmla="*/ 129156 w 184316"/>
              <a:gd name="connsiteY28" fmla="*/ 17460 h 181315"/>
              <a:gd name="connsiteX29" fmla="*/ 134538 w 184316"/>
              <a:gd name="connsiteY29" fmla="*/ 10745 h 181315"/>
              <a:gd name="connsiteX30" fmla="*/ 139919 w 184316"/>
              <a:gd name="connsiteY30" fmla="*/ 10745 h 181315"/>
              <a:gd name="connsiteX31" fmla="*/ 146646 w 184316"/>
              <a:gd name="connsiteY31" fmla="*/ 13431 h 181315"/>
              <a:gd name="connsiteX32" fmla="*/ 149336 w 184316"/>
              <a:gd name="connsiteY32" fmla="*/ 10745 h 181315"/>
              <a:gd name="connsiteX33" fmla="*/ 153373 w 184316"/>
              <a:gd name="connsiteY33" fmla="*/ 9402 h 181315"/>
              <a:gd name="connsiteX34" fmla="*/ 153373 w 184316"/>
              <a:gd name="connsiteY34" fmla="*/ 12088 h 181315"/>
              <a:gd name="connsiteX35" fmla="*/ 160100 w 184316"/>
              <a:gd name="connsiteY35" fmla="*/ 17460 h 181315"/>
              <a:gd name="connsiteX36" fmla="*/ 162790 w 184316"/>
              <a:gd name="connsiteY36" fmla="*/ 22832 h 181315"/>
              <a:gd name="connsiteX37" fmla="*/ 160100 w 184316"/>
              <a:gd name="connsiteY37" fmla="*/ 29548 h 181315"/>
              <a:gd name="connsiteX38" fmla="*/ 164136 w 184316"/>
              <a:gd name="connsiteY38" fmla="*/ 32234 h 181315"/>
              <a:gd name="connsiteX39" fmla="*/ 169517 w 184316"/>
              <a:gd name="connsiteY39" fmla="*/ 33577 h 181315"/>
              <a:gd name="connsiteX40" fmla="*/ 169517 w 184316"/>
              <a:gd name="connsiteY40" fmla="*/ 36263 h 181315"/>
              <a:gd name="connsiteX41" fmla="*/ 164136 w 184316"/>
              <a:gd name="connsiteY41" fmla="*/ 42979 h 181315"/>
              <a:gd name="connsiteX42" fmla="*/ 162790 w 184316"/>
              <a:gd name="connsiteY42" fmla="*/ 49694 h 181315"/>
              <a:gd name="connsiteX43" fmla="*/ 166827 w 184316"/>
              <a:gd name="connsiteY43" fmla="*/ 49694 h 181315"/>
              <a:gd name="connsiteX44" fmla="*/ 169517 w 184316"/>
              <a:gd name="connsiteY44" fmla="*/ 45665 h 181315"/>
              <a:gd name="connsiteX45" fmla="*/ 172208 w 184316"/>
              <a:gd name="connsiteY45" fmla="*/ 45665 h 181315"/>
              <a:gd name="connsiteX46" fmla="*/ 172208 w 184316"/>
              <a:gd name="connsiteY46" fmla="*/ 51037 h 181315"/>
              <a:gd name="connsiteX47" fmla="*/ 174899 w 184316"/>
              <a:gd name="connsiteY47" fmla="*/ 53723 h 181315"/>
              <a:gd name="connsiteX48" fmla="*/ 174899 w 184316"/>
              <a:gd name="connsiteY48" fmla="*/ 56409 h 181315"/>
              <a:gd name="connsiteX49" fmla="*/ 181626 w 184316"/>
              <a:gd name="connsiteY49" fmla="*/ 56409 h 181315"/>
              <a:gd name="connsiteX50" fmla="*/ 184316 w 184316"/>
              <a:gd name="connsiteY50" fmla="*/ 59096 h 181315"/>
              <a:gd name="connsiteX51" fmla="*/ 184316 w 184316"/>
              <a:gd name="connsiteY51" fmla="*/ 63125 h 181315"/>
              <a:gd name="connsiteX52" fmla="*/ 181626 w 184316"/>
              <a:gd name="connsiteY52" fmla="*/ 64468 h 181315"/>
              <a:gd name="connsiteX53" fmla="*/ 172208 w 184316"/>
              <a:gd name="connsiteY53" fmla="*/ 68497 h 181315"/>
              <a:gd name="connsiteX54" fmla="*/ 172208 w 184316"/>
              <a:gd name="connsiteY54" fmla="*/ 72526 h 181315"/>
              <a:gd name="connsiteX55" fmla="*/ 173554 w 184316"/>
              <a:gd name="connsiteY55" fmla="*/ 73869 h 181315"/>
              <a:gd name="connsiteX56" fmla="*/ 174899 w 184316"/>
              <a:gd name="connsiteY56" fmla="*/ 85957 h 181315"/>
              <a:gd name="connsiteX57" fmla="*/ 173554 w 184316"/>
              <a:gd name="connsiteY57" fmla="*/ 89986 h 181315"/>
              <a:gd name="connsiteX58" fmla="*/ 174899 w 184316"/>
              <a:gd name="connsiteY58" fmla="*/ 99388 h 181315"/>
              <a:gd name="connsiteX59" fmla="*/ 177589 w 184316"/>
              <a:gd name="connsiteY59" fmla="*/ 100731 h 181315"/>
              <a:gd name="connsiteX60" fmla="*/ 180280 w 184316"/>
              <a:gd name="connsiteY60" fmla="*/ 106103 h 181315"/>
              <a:gd name="connsiteX61" fmla="*/ 180280 w 184316"/>
              <a:gd name="connsiteY61" fmla="*/ 110132 h 181315"/>
              <a:gd name="connsiteX62" fmla="*/ 176244 w 184316"/>
              <a:gd name="connsiteY62" fmla="*/ 110132 h 181315"/>
              <a:gd name="connsiteX63" fmla="*/ 172208 w 184316"/>
              <a:gd name="connsiteY63" fmla="*/ 111475 h 181315"/>
              <a:gd name="connsiteX64" fmla="*/ 172208 w 184316"/>
              <a:gd name="connsiteY64" fmla="*/ 114162 h 181315"/>
              <a:gd name="connsiteX65" fmla="*/ 177589 w 184316"/>
              <a:gd name="connsiteY65" fmla="*/ 120877 h 181315"/>
              <a:gd name="connsiteX66" fmla="*/ 178935 w 184316"/>
              <a:gd name="connsiteY66" fmla="*/ 122220 h 181315"/>
              <a:gd name="connsiteX67" fmla="*/ 178935 w 184316"/>
              <a:gd name="connsiteY67" fmla="*/ 127592 h 181315"/>
              <a:gd name="connsiteX68" fmla="*/ 172208 w 184316"/>
              <a:gd name="connsiteY68" fmla="*/ 143709 h 181315"/>
              <a:gd name="connsiteX69" fmla="*/ 166827 w 184316"/>
              <a:gd name="connsiteY69" fmla="*/ 145052 h 181315"/>
              <a:gd name="connsiteX70" fmla="*/ 165481 w 184316"/>
              <a:gd name="connsiteY70" fmla="*/ 147738 h 181315"/>
              <a:gd name="connsiteX71" fmla="*/ 168172 w 184316"/>
              <a:gd name="connsiteY71" fmla="*/ 153111 h 181315"/>
              <a:gd name="connsiteX72" fmla="*/ 164136 w 184316"/>
              <a:gd name="connsiteY72" fmla="*/ 162512 h 181315"/>
              <a:gd name="connsiteX73" fmla="*/ 160100 w 184316"/>
              <a:gd name="connsiteY73" fmla="*/ 166542 h 181315"/>
              <a:gd name="connsiteX74" fmla="*/ 160100 w 184316"/>
              <a:gd name="connsiteY74" fmla="*/ 169228 h 181315"/>
              <a:gd name="connsiteX75" fmla="*/ 121084 w 184316"/>
              <a:gd name="connsiteY75" fmla="*/ 181315 h 181315"/>
              <a:gd name="connsiteX76" fmla="*/ 111666 w 184316"/>
              <a:gd name="connsiteY76" fmla="*/ 174600 h 181315"/>
              <a:gd name="connsiteX77" fmla="*/ 107630 w 184316"/>
              <a:gd name="connsiteY77" fmla="*/ 174600 h 181315"/>
              <a:gd name="connsiteX78" fmla="*/ 100903 w 184316"/>
              <a:gd name="connsiteY78" fmla="*/ 165199 h 181315"/>
              <a:gd name="connsiteX79" fmla="*/ 95521 w 184316"/>
              <a:gd name="connsiteY79" fmla="*/ 163856 h 181315"/>
              <a:gd name="connsiteX80" fmla="*/ 98212 w 184316"/>
              <a:gd name="connsiteY80" fmla="*/ 159826 h 181315"/>
              <a:gd name="connsiteX81" fmla="*/ 96867 w 184316"/>
              <a:gd name="connsiteY81" fmla="*/ 159826 h 181315"/>
              <a:gd name="connsiteX82" fmla="*/ 108975 w 184316"/>
              <a:gd name="connsiteY82" fmla="*/ 151768 h 181315"/>
              <a:gd name="connsiteX83" fmla="*/ 110321 w 184316"/>
              <a:gd name="connsiteY83" fmla="*/ 118191 h 181315"/>
              <a:gd name="connsiteX84" fmla="*/ 111666 w 184316"/>
              <a:gd name="connsiteY84" fmla="*/ 114162 h 181315"/>
              <a:gd name="connsiteX85" fmla="*/ 107630 w 184316"/>
              <a:gd name="connsiteY85" fmla="*/ 112819 h 181315"/>
              <a:gd name="connsiteX86" fmla="*/ 108975 w 184316"/>
              <a:gd name="connsiteY86" fmla="*/ 107446 h 181315"/>
              <a:gd name="connsiteX87" fmla="*/ 111666 w 184316"/>
              <a:gd name="connsiteY87" fmla="*/ 106103 h 181315"/>
              <a:gd name="connsiteX88" fmla="*/ 111666 w 184316"/>
              <a:gd name="connsiteY88" fmla="*/ 102074 h 181315"/>
              <a:gd name="connsiteX89" fmla="*/ 107630 w 184316"/>
              <a:gd name="connsiteY89" fmla="*/ 98045 h 181315"/>
              <a:gd name="connsiteX90" fmla="*/ 107630 w 184316"/>
              <a:gd name="connsiteY90" fmla="*/ 94015 h 181315"/>
              <a:gd name="connsiteX91" fmla="*/ 100903 w 184316"/>
              <a:gd name="connsiteY91" fmla="*/ 81928 h 181315"/>
              <a:gd name="connsiteX92" fmla="*/ 98212 w 184316"/>
              <a:gd name="connsiteY92" fmla="*/ 77899 h 181315"/>
              <a:gd name="connsiteX93" fmla="*/ 95521 w 184316"/>
              <a:gd name="connsiteY93" fmla="*/ 71183 h 181315"/>
              <a:gd name="connsiteX94" fmla="*/ 72650 w 184316"/>
              <a:gd name="connsiteY94" fmla="*/ 71183 h 181315"/>
              <a:gd name="connsiteX95" fmla="*/ 65923 w 184316"/>
              <a:gd name="connsiteY95" fmla="*/ 73869 h 181315"/>
              <a:gd name="connsiteX96" fmla="*/ 61887 w 184316"/>
              <a:gd name="connsiteY96" fmla="*/ 77899 h 181315"/>
              <a:gd name="connsiteX97" fmla="*/ 55160 w 184316"/>
              <a:gd name="connsiteY97" fmla="*/ 84614 h 181315"/>
              <a:gd name="connsiteX98" fmla="*/ 55160 w 184316"/>
              <a:gd name="connsiteY98" fmla="*/ 87300 h 181315"/>
              <a:gd name="connsiteX99" fmla="*/ 47088 w 184316"/>
              <a:gd name="connsiteY99" fmla="*/ 91329 h 181315"/>
              <a:gd name="connsiteX100" fmla="*/ 43052 w 184316"/>
              <a:gd name="connsiteY100" fmla="*/ 92672 h 181315"/>
              <a:gd name="connsiteX101" fmla="*/ 39016 w 184316"/>
              <a:gd name="connsiteY101" fmla="*/ 88643 h 181315"/>
              <a:gd name="connsiteX102" fmla="*/ 32289 w 184316"/>
              <a:gd name="connsiteY102" fmla="*/ 85957 h 181315"/>
              <a:gd name="connsiteX103" fmla="*/ 30943 w 184316"/>
              <a:gd name="connsiteY103" fmla="*/ 77899 h 181315"/>
              <a:gd name="connsiteX104" fmla="*/ 24217 w 184316"/>
              <a:gd name="connsiteY104" fmla="*/ 76556 h 181315"/>
              <a:gd name="connsiteX105" fmla="*/ 22871 w 184316"/>
              <a:gd name="connsiteY105" fmla="*/ 75212 h 181315"/>
              <a:gd name="connsiteX106" fmla="*/ 22871 w 184316"/>
              <a:gd name="connsiteY106" fmla="*/ 71183 h 181315"/>
              <a:gd name="connsiteX107" fmla="*/ 24217 w 184316"/>
              <a:gd name="connsiteY107" fmla="*/ 68497 h 181315"/>
              <a:gd name="connsiteX108" fmla="*/ 20181 w 184316"/>
              <a:gd name="connsiteY108" fmla="*/ 67154 h 181315"/>
              <a:gd name="connsiteX109" fmla="*/ 17490 w 184316"/>
              <a:gd name="connsiteY109" fmla="*/ 69840 h 181315"/>
              <a:gd name="connsiteX110" fmla="*/ 13454 w 184316"/>
              <a:gd name="connsiteY110" fmla="*/ 68497 h 181315"/>
              <a:gd name="connsiteX111" fmla="*/ 8072 w 184316"/>
              <a:gd name="connsiteY111" fmla="*/ 68497 h 181315"/>
              <a:gd name="connsiteX112" fmla="*/ 2691 w 184316"/>
              <a:gd name="connsiteY112" fmla="*/ 60438 h 181315"/>
              <a:gd name="connsiteX113" fmla="*/ 4036 w 184316"/>
              <a:gd name="connsiteY113" fmla="*/ 51037 h 181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184316" h="181315">
                <a:moveTo>
                  <a:pt x="0" y="45665"/>
                </a:moveTo>
                <a:lnTo>
                  <a:pt x="2691" y="40292"/>
                </a:lnTo>
                <a:lnTo>
                  <a:pt x="8072" y="38949"/>
                </a:lnTo>
                <a:lnTo>
                  <a:pt x="14799" y="34920"/>
                </a:lnTo>
                <a:lnTo>
                  <a:pt x="24217" y="33577"/>
                </a:lnTo>
                <a:lnTo>
                  <a:pt x="28253" y="29548"/>
                </a:lnTo>
                <a:lnTo>
                  <a:pt x="28253" y="25519"/>
                </a:lnTo>
                <a:lnTo>
                  <a:pt x="25562" y="21489"/>
                </a:lnTo>
                <a:lnTo>
                  <a:pt x="25562" y="13431"/>
                </a:lnTo>
                <a:lnTo>
                  <a:pt x="26908" y="9402"/>
                </a:lnTo>
                <a:lnTo>
                  <a:pt x="25562" y="1343"/>
                </a:lnTo>
                <a:lnTo>
                  <a:pt x="30943" y="0"/>
                </a:lnTo>
                <a:lnTo>
                  <a:pt x="47088" y="0"/>
                </a:lnTo>
                <a:lnTo>
                  <a:pt x="57851" y="5372"/>
                </a:lnTo>
                <a:lnTo>
                  <a:pt x="61887" y="9402"/>
                </a:lnTo>
                <a:lnTo>
                  <a:pt x="69959" y="8059"/>
                </a:lnTo>
                <a:lnTo>
                  <a:pt x="78032" y="12088"/>
                </a:lnTo>
                <a:lnTo>
                  <a:pt x="83413" y="9402"/>
                </a:lnTo>
                <a:lnTo>
                  <a:pt x="87449" y="9402"/>
                </a:lnTo>
                <a:lnTo>
                  <a:pt x="90140" y="12088"/>
                </a:lnTo>
                <a:lnTo>
                  <a:pt x="95521" y="13431"/>
                </a:lnTo>
                <a:lnTo>
                  <a:pt x="96867" y="17460"/>
                </a:lnTo>
                <a:lnTo>
                  <a:pt x="99558" y="18803"/>
                </a:lnTo>
                <a:lnTo>
                  <a:pt x="104939" y="16117"/>
                </a:lnTo>
                <a:lnTo>
                  <a:pt x="108975" y="17460"/>
                </a:lnTo>
                <a:lnTo>
                  <a:pt x="114357" y="21489"/>
                </a:lnTo>
                <a:lnTo>
                  <a:pt x="121084" y="21489"/>
                </a:lnTo>
                <a:lnTo>
                  <a:pt x="126465" y="17460"/>
                </a:lnTo>
                <a:lnTo>
                  <a:pt x="129156" y="17460"/>
                </a:lnTo>
                <a:lnTo>
                  <a:pt x="134538" y="10745"/>
                </a:lnTo>
                <a:lnTo>
                  <a:pt x="139919" y="10745"/>
                </a:lnTo>
                <a:lnTo>
                  <a:pt x="146646" y="13431"/>
                </a:lnTo>
                <a:lnTo>
                  <a:pt x="149336" y="10745"/>
                </a:lnTo>
                <a:lnTo>
                  <a:pt x="153373" y="9402"/>
                </a:lnTo>
                <a:lnTo>
                  <a:pt x="153373" y="12088"/>
                </a:lnTo>
                <a:lnTo>
                  <a:pt x="160100" y="17460"/>
                </a:lnTo>
                <a:lnTo>
                  <a:pt x="162790" y="22832"/>
                </a:lnTo>
                <a:lnTo>
                  <a:pt x="160100" y="29548"/>
                </a:lnTo>
                <a:lnTo>
                  <a:pt x="164136" y="32234"/>
                </a:lnTo>
                <a:lnTo>
                  <a:pt x="169517" y="33577"/>
                </a:lnTo>
                <a:lnTo>
                  <a:pt x="169517" y="36263"/>
                </a:lnTo>
                <a:lnTo>
                  <a:pt x="164136" y="42979"/>
                </a:lnTo>
                <a:lnTo>
                  <a:pt x="162790" y="49694"/>
                </a:lnTo>
                <a:lnTo>
                  <a:pt x="166827" y="49694"/>
                </a:lnTo>
                <a:lnTo>
                  <a:pt x="169517" y="45665"/>
                </a:lnTo>
                <a:lnTo>
                  <a:pt x="172208" y="45665"/>
                </a:lnTo>
                <a:lnTo>
                  <a:pt x="172208" y="51037"/>
                </a:lnTo>
                <a:lnTo>
                  <a:pt x="174899" y="53723"/>
                </a:lnTo>
                <a:lnTo>
                  <a:pt x="174899" y="56409"/>
                </a:lnTo>
                <a:lnTo>
                  <a:pt x="181626" y="56409"/>
                </a:lnTo>
                <a:lnTo>
                  <a:pt x="184316" y="59096"/>
                </a:lnTo>
                <a:lnTo>
                  <a:pt x="184316" y="63125"/>
                </a:lnTo>
                <a:lnTo>
                  <a:pt x="181626" y="64468"/>
                </a:lnTo>
                <a:lnTo>
                  <a:pt x="172208" y="68497"/>
                </a:lnTo>
                <a:lnTo>
                  <a:pt x="172208" y="72526"/>
                </a:lnTo>
                <a:lnTo>
                  <a:pt x="173554" y="73869"/>
                </a:lnTo>
                <a:lnTo>
                  <a:pt x="174899" y="85957"/>
                </a:lnTo>
                <a:lnTo>
                  <a:pt x="173554" y="89986"/>
                </a:lnTo>
                <a:lnTo>
                  <a:pt x="174899" y="99388"/>
                </a:lnTo>
                <a:lnTo>
                  <a:pt x="177589" y="100731"/>
                </a:lnTo>
                <a:lnTo>
                  <a:pt x="180280" y="106103"/>
                </a:lnTo>
                <a:lnTo>
                  <a:pt x="180280" y="110132"/>
                </a:lnTo>
                <a:lnTo>
                  <a:pt x="176244" y="110132"/>
                </a:lnTo>
                <a:lnTo>
                  <a:pt x="172208" y="111475"/>
                </a:lnTo>
                <a:lnTo>
                  <a:pt x="172208" y="114162"/>
                </a:lnTo>
                <a:lnTo>
                  <a:pt x="177589" y="120877"/>
                </a:lnTo>
                <a:lnTo>
                  <a:pt x="178935" y="122220"/>
                </a:lnTo>
                <a:lnTo>
                  <a:pt x="178935" y="127592"/>
                </a:lnTo>
                <a:lnTo>
                  <a:pt x="172208" y="143709"/>
                </a:lnTo>
                <a:lnTo>
                  <a:pt x="166827" y="145052"/>
                </a:lnTo>
                <a:lnTo>
                  <a:pt x="165481" y="147738"/>
                </a:lnTo>
                <a:lnTo>
                  <a:pt x="168172" y="153111"/>
                </a:lnTo>
                <a:lnTo>
                  <a:pt x="164136" y="162512"/>
                </a:lnTo>
                <a:lnTo>
                  <a:pt x="160100" y="166542"/>
                </a:lnTo>
                <a:lnTo>
                  <a:pt x="160100" y="169228"/>
                </a:lnTo>
                <a:lnTo>
                  <a:pt x="121084" y="181315"/>
                </a:lnTo>
                <a:lnTo>
                  <a:pt x="111666" y="174600"/>
                </a:lnTo>
                <a:lnTo>
                  <a:pt x="107630" y="174600"/>
                </a:lnTo>
                <a:lnTo>
                  <a:pt x="100903" y="165199"/>
                </a:lnTo>
                <a:lnTo>
                  <a:pt x="95521" y="163856"/>
                </a:lnTo>
                <a:lnTo>
                  <a:pt x="98212" y="159826"/>
                </a:lnTo>
                <a:lnTo>
                  <a:pt x="96867" y="159826"/>
                </a:lnTo>
                <a:lnTo>
                  <a:pt x="108975" y="151768"/>
                </a:lnTo>
                <a:lnTo>
                  <a:pt x="110321" y="118191"/>
                </a:lnTo>
                <a:lnTo>
                  <a:pt x="111666" y="114162"/>
                </a:lnTo>
                <a:lnTo>
                  <a:pt x="107630" y="112819"/>
                </a:lnTo>
                <a:lnTo>
                  <a:pt x="108975" y="107446"/>
                </a:lnTo>
                <a:lnTo>
                  <a:pt x="111666" y="106103"/>
                </a:lnTo>
                <a:lnTo>
                  <a:pt x="111666" y="102074"/>
                </a:lnTo>
                <a:lnTo>
                  <a:pt x="107630" y="98045"/>
                </a:lnTo>
                <a:lnTo>
                  <a:pt x="107630" y="94015"/>
                </a:lnTo>
                <a:lnTo>
                  <a:pt x="100903" y="81928"/>
                </a:lnTo>
                <a:lnTo>
                  <a:pt x="98212" y="77899"/>
                </a:lnTo>
                <a:lnTo>
                  <a:pt x="95521" y="71183"/>
                </a:lnTo>
                <a:lnTo>
                  <a:pt x="72650" y="71183"/>
                </a:lnTo>
                <a:lnTo>
                  <a:pt x="65923" y="73869"/>
                </a:lnTo>
                <a:lnTo>
                  <a:pt x="61887" y="77899"/>
                </a:lnTo>
                <a:lnTo>
                  <a:pt x="55160" y="84614"/>
                </a:lnTo>
                <a:lnTo>
                  <a:pt x="55160" y="87300"/>
                </a:lnTo>
                <a:lnTo>
                  <a:pt x="47088" y="91329"/>
                </a:lnTo>
                <a:lnTo>
                  <a:pt x="43052" y="92672"/>
                </a:lnTo>
                <a:lnTo>
                  <a:pt x="39016" y="88643"/>
                </a:lnTo>
                <a:lnTo>
                  <a:pt x="32289" y="85957"/>
                </a:lnTo>
                <a:lnTo>
                  <a:pt x="30943" y="77899"/>
                </a:lnTo>
                <a:lnTo>
                  <a:pt x="24217" y="76556"/>
                </a:lnTo>
                <a:lnTo>
                  <a:pt x="22871" y="75212"/>
                </a:lnTo>
                <a:lnTo>
                  <a:pt x="22871" y="71183"/>
                </a:lnTo>
                <a:lnTo>
                  <a:pt x="24217" y="68497"/>
                </a:lnTo>
                <a:lnTo>
                  <a:pt x="20181" y="67154"/>
                </a:lnTo>
                <a:lnTo>
                  <a:pt x="17490" y="69840"/>
                </a:lnTo>
                <a:lnTo>
                  <a:pt x="13454" y="68497"/>
                </a:lnTo>
                <a:lnTo>
                  <a:pt x="8072" y="68497"/>
                </a:lnTo>
                <a:lnTo>
                  <a:pt x="2691" y="60438"/>
                </a:lnTo>
                <a:lnTo>
                  <a:pt x="4036" y="51037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740" name="Graphic 5">
            <a:extLst>
              <a:ext uri="{FF2B5EF4-FFF2-40B4-BE49-F238E27FC236}">
                <a16:creationId xmlns:a16="http://schemas.microsoft.com/office/drawing/2014/main" id="{726889FF-D457-EB42-FED3-A416D2CF904C}"/>
              </a:ext>
            </a:extLst>
          </p:cNvPr>
          <p:cNvGrpSpPr/>
          <p:nvPr/>
        </p:nvGrpSpPr>
        <p:grpSpPr>
          <a:xfrm>
            <a:off x="7012105" y="4371176"/>
            <a:ext cx="71304" cy="88643"/>
            <a:chOff x="7012105" y="4371176"/>
            <a:chExt cx="71304" cy="88643"/>
          </a:xfrm>
          <a:solidFill>
            <a:srgbClr val="E5E5E4"/>
          </a:solidFill>
        </p:grpSpPr>
        <p:sp>
          <p:nvSpPr>
            <p:cNvPr id="741" name="Freeform 740">
              <a:extLst>
                <a:ext uri="{FF2B5EF4-FFF2-40B4-BE49-F238E27FC236}">
                  <a16:creationId xmlns:a16="http://schemas.microsoft.com/office/drawing/2014/main" id="{5089E13F-C721-54F7-7358-89B913D86359}"/>
                </a:ext>
              </a:extLst>
            </p:cNvPr>
            <p:cNvSpPr/>
            <p:nvPr/>
          </p:nvSpPr>
          <p:spPr>
            <a:xfrm>
              <a:off x="7025559" y="4439673"/>
              <a:ext cx="5381" cy="6715"/>
            </a:xfrm>
            <a:custGeom>
              <a:avLst/>
              <a:gdLst>
                <a:gd name="connsiteX0" fmla="*/ 5381 w 5381"/>
                <a:gd name="connsiteY0" fmla="*/ 6715 h 6715"/>
                <a:gd name="connsiteX1" fmla="*/ 5381 w 5381"/>
                <a:gd name="connsiteY1" fmla="*/ 2686 h 6715"/>
                <a:gd name="connsiteX2" fmla="*/ 4036 w 5381"/>
                <a:gd name="connsiteY2" fmla="*/ 1343 h 6715"/>
                <a:gd name="connsiteX3" fmla="*/ 0 w 5381"/>
                <a:gd name="connsiteY3" fmla="*/ 0 h 6715"/>
                <a:gd name="connsiteX4" fmla="*/ 0 w 5381"/>
                <a:gd name="connsiteY4" fmla="*/ 1343 h 6715"/>
                <a:gd name="connsiteX5" fmla="*/ 0 w 5381"/>
                <a:gd name="connsiteY5" fmla="*/ 4029 h 6715"/>
                <a:gd name="connsiteX6" fmla="*/ 4036 w 5381"/>
                <a:gd name="connsiteY6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6715">
                  <a:moveTo>
                    <a:pt x="5381" y="6715"/>
                  </a:moveTo>
                  <a:lnTo>
                    <a:pt x="5381" y="2686"/>
                  </a:lnTo>
                  <a:lnTo>
                    <a:pt x="4036" y="1343"/>
                  </a:lnTo>
                  <a:lnTo>
                    <a:pt x="0" y="0"/>
                  </a:lnTo>
                  <a:lnTo>
                    <a:pt x="0" y="1343"/>
                  </a:lnTo>
                  <a:lnTo>
                    <a:pt x="0" y="4029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42" name="Freeform 741">
              <a:extLst>
                <a:ext uri="{FF2B5EF4-FFF2-40B4-BE49-F238E27FC236}">
                  <a16:creationId xmlns:a16="http://schemas.microsoft.com/office/drawing/2014/main" id="{EF7E43AF-FDB8-6353-98F9-D80E73950C06}"/>
                </a:ext>
              </a:extLst>
            </p:cNvPr>
            <p:cNvSpPr/>
            <p:nvPr/>
          </p:nvSpPr>
          <p:spPr>
            <a:xfrm>
              <a:off x="7012105" y="4371176"/>
              <a:ext cx="71304" cy="88643"/>
            </a:xfrm>
            <a:custGeom>
              <a:avLst/>
              <a:gdLst>
                <a:gd name="connsiteX0" fmla="*/ 2691 w 71304"/>
                <a:gd name="connsiteY0" fmla="*/ 21489 h 88643"/>
                <a:gd name="connsiteX1" fmla="*/ 6727 w 71304"/>
                <a:gd name="connsiteY1" fmla="*/ 20146 h 88643"/>
                <a:gd name="connsiteX2" fmla="*/ 14799 w 71304"/>
                <a:gd name="connsiteY2" fmla="*/ 16117 h 88643"/>
                <a:gd name="connsiteX3" fmla="*/ 14799 w 71304"/>
                <a:gd name="connsiteY3" fmla="*/ 13431 h 88643"/>
                <a:gd name="connsiteX4" fmla="*/ 21526 w 71304"/>
                <a:gd name="connsiteY4" fmla="*/ 6715 h 88643"/>
                <a:gd name="connsiteX5" fmla="*/ 25562 w 71304"/>
                <a:gd name="connsiteY5" fmla="*/ 2686 h 88643"/>
                <a:gd name="connsiteX6" fmla="*/ 32289 w 71304"/>
                <a:gd name="connsiteY6" fmla="*/ 0 h 88643"/>
                <a:gd name="connsiteX7" fmla="*/ 55160 w 71304"/>
                <a:gd name="connsiteY7" fmla="*/ 0 h 88643"/>
                <a:gd name="connsiteX8" fmla="*/ 57851 w 71304"/>
                <a:gd name="connsiteY8" fmla="*/ 6715 h 88643"/>
                <a:gd name="connsiteX9" fmla="*/ 60542 w 71304"/>
                <a:gd name="connsiteY9" fmla="*/ 10745 h 88643"/>
                <a:gd name="connsiteX10" fmla="*/ 67269 w 71304"/>
                <a:gd name="connsiteY10" fmla="*/ 22832 h 88643"/>
                <a:gd name="connsiteX11" fmla="*/ 67269 w 71304"/>
                <a:gd name="connsiteY11" fmla="*/ 26862 h 88643"/>
                <a:gd name="connsiteX12" fmla="*/ 71305 w 71304"/>
                <a:gd name="connsiteY12" fmla="*/ 30891 h 88643"/>
                <a:gd name="connsiteX13" fmla="*/ 71305 w 71304"/>
                <a:gd name="connsiteY13" fmla="*/ 34920 h 88643"/>
                <a:gd name="connsiteX14" fmla="*/ 68614 w 71304"/>
                <a:gd name="connsiteY14" fmla="*/ 36263 h 88643"/>
                <a:gd name="connsiteX15" fmla="*/ 67269 w 71304"/>
                <a:gd name="connsiteY15" fmla="*/ 41635 h 88643"/>
                <a:gd name="connsiteX16" fmla="*/ 71305 w 71304"/>
                <a:gd name="connsiteY16" fmla="*/ 42978 h 88643"/>
                <a:gd name="connsiteX17" fmla="*/ 69959 w 71304"/>
                <a:gd name="connsiteY17" fmla="*/ 47008 h 88643"/>
                <a:gd name="connsiteX18" fmla="*/ 68614 w 71304"/>
                <a:gd name="connsiteY18" fmla="*/ 80585 h 88643"/>
                <a:gd name="connsiteX19" fmla="*/ 56506 w 71304"/>
                <a:gd name="connsiteY19" fmla="*/ 88643 h 88643"/>
                <a:gd name="connsiteX20" fmla="*/ 53815 w 71304"/>
                <a:gd name="connsiteY20" fmla="*/ 85957 h 88643"/>
                <a:gd name="connsiteX21" fmla="*/ 44397 w 71304"/>
                <a:gd name="connsiteY21" fmla="*/ 85957 h 88643"/>
                <a:gd name="connsiteX22" fmla="*/ 29598 w 71304"/>
                <a:gd name="connsiteY22" fmla="*/ 79242 h 88643"/>
                <a:gd name="connsiteX23" fmla="*/ 24217 w 71304"/>
                <a:gd name="connsiteY23" fmla="*/ 77899 h 88643"/>
                <a:gd name="connsiteX24" fmla="*/ 25562 w 71304"/>
                <a:gd name="connsiteY24" fmla="*/ 75212 h 88643"/>
                <a:gd name="connsiteX25" fmla="*/ 21526 w 71304"/>
                <a:gd name="connsiteY25" fmla="*/ 71183 h 88643"/>
                <a:gd name="connsiteX26" fmla="*/ 18835 w 71304"/>
                <a:gd name="connsiteY26" fmla="*/ 67154 h 88643"/>
                <a:gd name="connsiteX27" fmla="*/ 20181 w 71304"/>
                <a:gd name="connsiteY27" fmla="*/ 63125 h 88643"/>
                <a:gd name="connsiteX28" fmla="*/ 20181 w 71304"/>
                <a:gd name="connsiteY28" fmla="*/ 61782 h 88643"/>
                <a:gd name="connsiteX29" fmla="*/ 14799 w 71304"/>
                <a:gd name="connsiteY29" fmla="*/ 63125 h 88643"/>
                <a:gd name="connsiteX30" fmla="*/ 9417 w 71304"/>
                <a:gd name="connsiteY30" fmla="*/ 57752 h 88643"/>
                <a:gd name="connsiteX31" fmla="*/ 9417 w 71304"/>
                <a:gd name="connsiteY31" fmla="*/ 52380 h 88643"/>
                <a:gd name="connsiteX32" fmla="*/ 6727 w 71304"/>
                <a:gd name="connsiteY32" fmla="*/ 42978 h 88643"/>
                <a:gd name="connsiteX33" fmla="*/ 2691 w 71304"/>
                <a:gd name="connsiteY33" fmla="*/ 42978 h 88643"/>
                <a:gd name="connsiteX34" fmla="*/ 0 w 71304"/>
                <a:gd name="connsiteY34" fmla="*/ 38949 h 88643"/>
                <a:gd name="connsiteX35" fmla="*/ 4036 w 71304"/>
                <a:gd name="connsiteY35" fmla="*/ 32234 h 88643"/>
                <a:gd name="connsiteX36" fmla="*/ 0 w 71304"/>
                <a:gd name="connsiteY36" fmla="*/ 29548 h 88643"/>
                <a:gd name="connsiteX37" fmla="*/ 0 w 71304"/>
                <a:gd name="connsiteY37" fmla="*/ 25519 h 8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71304" h="88643">
                  <a:moveTo>
                    <a:pt x="2691" y="21489"/>
                  </a:moveTo>
                  <a:lnTo>
                    <a:pt x="6727" y="20146"/>
                  </a:lnTo>
                  <a:lnTo>
                    <a:pt x="14799" y="16117"/>
                  </a:lnTo>
                  <a:lnTo>
                    <a:pt x="14799" y="13431"/>
                  </a:lnTo>
                  <a:lnTo>
                    <a:pt x="21526" y="6715"/>
                  </a:lnTo>
                  <a:lnTo>
                    <a:pt x="25562" y="2686"/>
                  </a:lnTo>
                  <a:lnTo>
                    <a:pt x="32289" y="0"/>
                  </a:lnTo>
                  <a:lnTo>
                    <a:pt x="55160" y="0"/>
                  </a:lnTo>
                  <a:lnTo>
                    <a:pt x="57851" y="6715"/>
                  </a:lnTo>
                  <a:lnTo>
                    <a:pt x="60542" y="10745"/>
                  </a:lnTo>
                  <a:lnTo>
                    <a:pt x="67269" y="22832"/>
                  </a:lnTo>
                  <a:lnTo>
                    <a:pt x="67269" y="26862"/>
                  </a:lnTo>
                  <a:lnTo>
                    <a:pt x="71305" y="30891"/>
                  </a:lnTo>
                  <a:lnTo>
                    <a:pt x="71305" y="34920"/>
                  </a:lnTo>
                  <a:lnTo>
                    <a:pt x="68614" y="36263"/>
                  </a:lnTo>
                  <a:lnTo>
                    <a:pt x="67269" y="41635"/>
                  </a:lnTo>
                  <a:lnTo>
                    <a:pt x="71305" y="42978"/>
                  </a:lnTo>
                  <a:lnTo>
                    <a:pt x="69959" y="47008"/>
                  </a:lnTo>
                  <a:lnTo>
                    <a:pt x="68614" y="80585"/>
                  </a:lnTo>
                  <a:lnTo>
                    <a:pt x="56506" y="88643"/>
                  </a:lnTo>
                  <a:lnTo>
                    <a:pt x="53815" y="85957"/>
                  </a:lnTo>
                  <a:lnTo>
                    <a:pt x="44397" y="85957"/>
                  </a:lnTo>
                  <a:lnTo>
                    <a:pt x="29598" y="79242"/>
                  </a:lnTo>
                  <a:lnTo>
                    <a:pt x="24217" y="77899"/>
                  </a:lnTo>
                  <a:lnTo>
                    <a:pt x="25562" y="75212"/>
                  </a:lnTo>
                  <a:lnTo>
                    <a:pt x="21526" y="71183"/>
                  </a:lnTo>
                  <a:lnTo>
                    <a:pt x="18835" y="67154"/>
                  </a:lnTo>
                  <a:lnTo>
                    <a:pt x="20181" y="63125"/>
                  </a:lnTo>
                  <a:lnTo>
                    <a:pt x="20181" y="61782"/>
                  </a:lnTo>
                  <a:lnTo>
                    <a:pt x="14799" y="63125"/>
                  </a:lnTo>
                  <a:lnTo>
                    <a:pt x="9417" y="57752"/>
                  </a:lnTo>
                  <a:lnTo>
                    <a:pt x="9417" y="52380"/>
                  </a:lnTo>
                  <a:lnTo>
                    <a:pt x="6727" y="42978"/>
                  </a:lnTo>
                  <a:lnTo>
                    <a:pt x="2691" y="42978"/>
                  </a:lnTo>
                  <a:lnTo>
                    <a:pt x="0" y="38949"/>
                  </a:lnTo>
                  <a:lnTo>
                    <a:pt x="4036" y="32234"/>
                  </a:lnTo>
                  <a:lnTo>
                    <a:pt x="0" y="29548"/>
                  </a:lnTo>
                  <a:lnTo>
                    <a:pt x="0" y="2551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743" name="Freeform 742">
            <a:extLst>
              <a:ext uri="{FF2B5EF4-FFF2-40B4-BE49-F238E27FC236}">
                <a16:creationId xmlns:a16="http://schemas.microsoft.com/office/drawing/2014/main" id="{3806CA6F-E21A-8E25-7770-2EFA6F3B2304}"/>
              </a:ext>
            </a:extLst>
          </p:cNvPr>
          <p:cNvSpPr/>
          <p:nvPr/>
        </p:nvSpPr>
        <p:spPr>
          <a:xfrm>
            <a:off x="7059193" y="4410125"/>
            <a:ext cx="104939" cy="112818"/>
          </a:xfrm>
          <a:custGeom>
            <a:avLst/>
            <a:gdLst>
              <a:gd name="connsiteX0" fmla="*/ 0 w 104939"/>
              <a:gd name="connsiteY0" fmla="*/ 47008 h 112818"/>
              <a:gd name="connsiteX1" fmla="*/ 1345 w 104939"/>
              <a:gd name="connsiteY1" fmla="*/ 44321 h 112818"/>
              <a:gd name="connsiteX2" fmla="*/ 4036 w 104939"/>
              <a:gd name="connsiteY2" fmla="*/ 37606 h 112818"/>
              <a:gd name="connsiteX3" fmla="*/ 9417 w 104939"/>
              <a:gd name="connsiteY3" fmla="*/ 33577 h 112818"/>
              <a:gd name="connsiteX4" fmla="*/ 14799 w 104939"/>
              <a:gd name="connsiteY4" fmla="*/ 28204 h 112818"/>
              <a:gd name="connsiteX5" fmla="*/ 14799 w 104939"/>
              <a:gd name="connsiteY5" fmla="*/ 24175 h 112818"/>
              <a:gd name="connsiteX6" fmla="*/ 17490 w 104939"/>
              <a:gd name="connsiteY6" fmla="*/ 17460 h 112818"/>
              <a:gd name="connsiteX7" fmla="*/ 20181 w 104939"/>
              <a:gd name="connsiteY7" fmla="*/ 14774 h 112818"/>
              <a:gd name="connsiteX8" fmla="*/ 20181 w 104939"/>
              <a:gd name="connsiteY8" fmla="*/ 10744 h 112818"/>
              <a:gd name="connsiteX9" fmla="*/ 22871 w 104939"/>
              <a:gd name="connsiteY9" fmla="*/ 6715 h 112818"/>
              <a:gd name="connsiteX10" fmla="*/ 29598 w 104939"/>
              <a:gd name="connsiteY10" fmla="*/ 2686 h 112818"/>
              <a:gd name="connsiteX11" fmla="*/ 30943 w 104939"/>
              <a:gd name="connsiteY11" fmla="*/ 4029 h 112818"/>
              <a:gd name="connsiteX12" fmla="*/ 43052 w 104939"/>
              <a:gd name="connsiteY12" fmla="*/ 0 h 112818"/>
              <a:gd name="connsiteX13" fmla="*/ 47088 w 104939"/>
              <a:gd name="connsiteY13" fmla="*/ 2686 h 112818"/>
              <a:gd name="connsiteX14" fmla="*/ 51124 w 104939"/>
              <a:gd name="connsiteY14" fmla="*/ 8058 h 112818"/>
              <a:gd name="connsiteX15" fmla="*/ 55160 w 104939"/>
              <a:gd name="connsiteY15" fmla="*/ 10744 h 112818"/>
              <a:gd name="connsiteX16" fmla="*/ 55160 w 104939"/>
              <a:gd name="connsiteY16" fmla="*/ 21489 h 112818"/>
              <a:gd name="connsiteX17" fmla="*/ 53815 w 104939"/>
              <a:gd name="connsiteY17" fmla="*/ 26862 h 112818"/>
              <a:gd name="connsiteX18" fmla="*/ 60542 w 104939"/>
              <a:gd name="connsiteY18" fmla="*/ 34920 h 112818"/>
              <a:gd name="connsiteX19" fmla="*/ 63232 w 104939"/>
              <a:gd name="connsiteY19" fmla="*/ 33577 h 112818"/>
              <a:gd name="connsiteX20" fmla="*/ 71305 w 104939"/>
              <a:gd name="connsiteY20" fmla="*/ 28204 h 112818"/>
              <a:gd name="connsiteX21" fmla="*/ 73996 w 104939"/>
              <a:gd name="connsiteY21" fmla="*/ 28204 h 112818"/>
              <a:gd name="connsiteX22" fmla="*/ 78032 w 104939"/>
              <a:gd name="connsiteY22" fmla="*/ 32234 h 112818"/>
              <a:gd name="connsiteX23" fmla="*/ 79377 w 104939"/>
              <a:gd name="connsiteY23" fmla="*/ 34920 h 112818"/>
              <a:gd name="connsiteX24" fmla="*/ 78032 w 104939"/>
              <a:gd name="connsiteY24" fmla="*/ 37606 h 112818"/>
              <a:gd name="connsiteX25" fmla="*/ 80723 w 104939"/>
              <a:gd name="connsiteY25" fmla="*/ 42978 h 112818"/>
              <a:gd name="connsiteX26" fmla="*/ 76686 w 104939"/>
              <a:gd name="connsiteY26" fmla="*/ 52380 h 112818"/>
              <a:gd name="connsiteX27" fmla="*/ 72650 w 104939"/>
              <a:gd name="connsiteY27" fmla="*/ 56409 h 112818"/>
              <a:gd name="connsiteX28" fmla="*/ 73996 w 104939"/>
              <a:gd name="connsiteY28" fmla="*/ 60438 h 112818"/>
              <a:gd name="connsiteX29" fmla="*/ 78032 w 104939"/>
              <a:gd name="connsiteY29" fmla="*/ 63125 h 112818"/>
              <a:gd name="connsiteX30" fmla="*/ 79377 w 104939"/>
              <a:gd name="connsiteY30" fmla="*/ 61781 h 112818"/>
              <a:gd name="connsiteX31" fmla="*/ 84759 w 104939"/>
              <a:gd name="connsiteY31" fmla="*/ 61781 h 112818"/>
              <a:gd name="connsiteX32" fmla="*/ 87449 w 104939"/>
              <a:gd name="connsiteY32" fmla="*/ 64468 h 112818"/>
              <a:gd name="connsiteX33" fmla="*/ 90140 w 104939"/>
              <a:gd name="connsiteY33" fmla="*/ 64468 h 112818"/>
              <a:gd name="connsiteX34" fmla="*/ 94176 w 104939"/>
              <a:gd name="connsiteY34" fmla="*/ 65811 h 112818"/>
              <a:gd name="connsiteX35" fmla="*/ 95521 w 104939"/>
              <a:gd name="connsiteY35" fmla="*/ 71183 h 112818"/>
              <a:gd name="connsiteX36" fmla="*/ 99558 w 104939"/>
              <a:gd name="connsiteY36" fmla="*/ 73869 h 112818"/>
              <a:gd name="connsiteX37" fmla="*/ 103594 w 104939"/>
              <a:gd name="connsiteY37" fmla="*/ 73869 h 112818"/>
              <a:gd name="connsiteX38" fmla="*/ 104939 w 104939"/>
              <a:gd name="connsiteY38" fmla="*/ 79241 h 112818"/>
              <a:gd name="connsiteX39" fmla="*/ 100903 w 104939"/>
              <a:gd name="connsiteY39" fmla="*/ 81928 h 112818"/>
              <a:gd name="connsiteX40" fmla="*/ 102248 w 104939"/>
              <a:gd name="connsiteY40" fmla="*/ 84614 h 112818"/>
              <a:gd name="connsiteX41" fmla="*/ 100903 w 104939"/>
              <a:gd name="connsiteY41" fmla="*/ 88643 h 112818"/>
              <a:gd name="connsiteX42" fmla="*/ 99558 w 104939"/>
              <a:gd name="connsiteY42" fmla="*/ 92672 h 112818"/>
              <a:gd name="connsiteX43" fmla="*/ 100903 w 104939"/>
              <a:gd name="connsiteY43" fmla="*/ 96702 h 112818"/>
              <a:gd name="connsiteX44" fmla="*/ 98212 w 104939"/>
              <a:gd name="connsiteY44" fmla="*/ 102074 h 112818"/>
              <a:gd name="connsiteX45" fmla="*/ 100903 w 104939"/>
              <a:gd name="connsiteY45" fmla="*/ 107446 h 112818"/>
              <a:gd name="connsiteX46" fmla="*/ 100903 w 104939"/>
              <a:gd name="connsiteY46" fmla="*/ 112818 h 112818"/>
              <a:gd name="connsiteX47" fmla="*/ 75341 w 104939"/>
              <a:gd name="connsiteY47" fmla="*/ 103417 h 112818"/>
              <a:gd name="connsiteX48" fmla="*/ 56506 w 104939"/>
              <a:gd name="connsiteY48" fmla="*/ 88643 h 112818"/>
              <a:gd name="connsiteX49" fmla="*/ 51124 w 104939"/>
              <a:gd name="connsiteY49" fmla="*/ 88643 h 112818"/>
              <a:gd name="connsiteX50" fmla="*/ 34979 w 104939"/>
              <a:gd name="connsiteY50" fmla="*/ 72526 h 112818"/>
              <a:gd name="connsiteX51" fmla="*/ 24217 w 104939"/>
              <a:gd name="connsiteY51" fmla="*/ 64468 h 112818"/>
              <a:gd name="connsiteX52" fmla="*/ 20181 w 104939"/>
              <a:gd name="connsiteY52" fmla="*/ 64468 h 112818"/>
              <a:gd name="connsiteX53" fmla="*/ 13454 w 104939"/>
              <a:gd name="connsiteY53" fmla="*/ 55066 h 112818"/>
              <a:gd name="connsiteX54" fmla="*/ 8072 w 104939"/>
              <a:gd name="connsiteY54" fmla="*/ 53723 h 112818"/>
              <a:gd name="connsiteX55" fmla="*/ 10763 w 104939"/>
              <a:gd name="connsiteY55" fmla="*/ 49694 h 112818"/>
              <a:gd name="connsiteX56" fmla="*/ 6727 w 104939"/>
              <a:gd name="connsiteY56" fmla="*/ 47008 h 112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04939" h="112818">
                <a:moveTo>
                  <a:pt x="0" y="47008"/>
                </a:moveTo>
                <a:lnTo>
                  <a:pt x="1345" y="44321"/>
                </a:lnTo>
                <a:lnTo>
                  <a:pt x="4036" y="37606"/>
                </a:lnTo>
                <a:lnTo>
                  <a:pt x="9417" y="33577"/>
                </a:lnTo>
                <a:lnTo>
                  <a:pt x="14799" y="28204"/>
                </a:lnTo>
                <a:lnTo>
                  <a:pt x="14799" y="24175"/>
                </a:lnTo>
                <a:lnTo>
                  <a:pt x="17490" y="17460"/>
                </a:lnTo>
                <a:lnTo>
                  <a:pt x="20181" y="14774"/>
                </a:lnTo>
                <a:lnTo>
                  <a:pt x="20181" y="10744"/>
                </a:lnTo>
                <a:lnTo>
                  <a:pt x="22871" y="6715"/>
                </a:lnTo>
                <a:lnTo>
                  <a:pt x="29598" y="2686"/>
                </a:lnTo>
                <a:lnTo>
                  <a:pt x="30943" y="4029"/>
                </a:lnTo>
                <a:lnTo>
                  <a:pt x="43052" y="0"/>
                </a:lnTo>
                <a:lnTo>
                  <a:pt x="47088" y="2686"/>
                </a:lnTo>
                <a:lnTo>
                  <a:pt x="51124" y="8058"/>
                </a:lnTo>
                <a:lnTo>
                  <a:pt x="55160" y="10744"/>
                </a:lnTo>
                <a:lnTo>
                  <a:pt x="55160" y="21489"/>
                </a:lnTo>
                <a:lnTo>
                  <a:pt x="53815" y="26862"/>
                </a:lnTo>
                <a:lnTo>
                  <a:pt x="60542" y="34920"/>
                </a:lnTo>
                <a:lnTo>
                  <a:pt x="63232" y="33577"/>
                </a:lnTo>
                <a:lnTo>
                  <a:pt x="71305" y="28204"/>
                </a:lnTo>
                <a:lnTo>
                  <a:pt x="73996" y="28204"/>
                </a:lnTo>
                <a:lnTo>
                  <a:pt x="78032" y="32234"/>
                </a:lnTo>
                <a:lnTo>
                  <a:pt x="79377" y="34920"/>
                </a:lnTo>
                <a:lnTo>
                  <a:pt x="78032" y="37606"/>
                </a:lnTo>
                <a:lnTo>
                  <a:pt x="80723" y="42978"/>
                </a:lnTo>
                <a:lnTo>
                  <a:pt x="76686" y="52380"/>
                </a:lnTo>
                <a:lnTo>
                  <a:pt x="72650" y="56409"/>
                </a:lnTo>
                <a:lnTo>
                  <a:pt x="73996" y="60438"/>
                </a:lnTo>
                <a:lnTo>
                  <a:pt x="78032" y="63125"/>
                </a:lnTo>
                <a:lnTo>
                  <a:pt x="79377" y="61781"/>
                </a:lnTo>
                <a:lnTo>
                  <a:pt x="84759" y="61781"/>
                </a:lnTo>
                <a:lnTo>
                  <a:pt x="87449" y="64468"/>
                </a:lnTo>
                <a:lnTo>
                  <a:pt x="90140" y="64468"/>
                </a:lnTo>
                <a:lnTo>
                  <a:pt x="94176" y="65811"/>
                </a:lnTo>
                <a:lnTo>
                  <a:pt x="95521" y="71183"/>
                </a:lnTo>
                <a:lnTo>
                  <a:pt x="99558" y="73869"/>
                </a:lnTo>
                <a:lnTo>
                  <a:pt x="103594" y="73869"/>
                </a:lnTo>
                <a:lnTo>
                  <a:pt x="104939" y="79241"/>
                </a:lnTo>
                <a:lnTo>
                  <a:pt x="100903" y="81928"/>
                </a:lnTo>
                <a:lnTo>
                  <a:pt x="102248" y="84614"/>
                </a:lnTo>
                <a:lnTo>
                  <a:pt x="100903" y="88643"/>
                </a:lnTo>
                <a:lnTo>
                  <a:pt x="99558" y="92672"/>
                </a:lnTo>
                <a:lnTo>
                  <a:pt x="100903" y="96702"/>
                </a:lnTo>
                <a:lnTo>
                  <a:pt x="98212" y="102074"/>
                </a:lnTo>
                <a:lnTo>
                  <a:pt x="100903" y="107446"/>
                </a:lnTo>
                <a:lnTo>
                  <a:pt x="100903" y="112818"/>
                </a:lnTo>
                <a:lnTo>
                  <a:pt x="75341" y="103417"/>
                </a:lnTo>
                <a:lnTo>
                  <a:pt x="56506" y="88643"/>
                </a:lnTo>
                <a:lnTo>
                  <a:pt x="51124" y="88643"/>
                </a:lnTo>
                <a:lnTo>
                  <a:pt x="34979" y="72526"/>
                </a:lnTo>
                <a:lnTo>
                  <a:pt x="24217" y="64468"/>
                </a:lnTo>
                <a:lnTo>
                  <a:pt x="20181" y="64468"/>
                </a:lnTo>
                <a:lnTo>
                  <a:pt x="13454" y="55066"/>
                </a:lnTo>
                <a:lnTo>
                  <a:pt x="8072" y="53723"/>
                </a:lnTo>
                <a:lnTo>
                  <a:pt x="10763" y="49694"/>
                </a:lnTo>
                <a:lnTo>
                  <a:pt x="6727" y="4700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44" name="Freeform 743">
            <a:extLst>
              <a:ext uri="{FF2B5EF4-FFF2-40B4-BE49-F238E27FC236}">
                <a16:creationId xmlns:a16="http://schemas.microsoft.com/office/drawing/2014/main" id="{242D274C-1430-1E8E-1854-81ED2AA8315C}"/>
              </a:ext>
            </a:extLst>
          </p:cNvPr>
          <p:cNvSpPr/>
          <p:nvPr/>
        </p:nvSpPr>
        <p:spPr>
          <a:xfrm>
            <a:off x="7131844" y="4355059"/>
            <a:ext cx="161445" cy="169227"/>
          </a:xfrm>
          <a:custGeom>
            <a:avLst/>
            <a:gdLst>
              <a:gd name="connsiteX0" fmla="*/ 28253 w 161445"/>
              <a:gd name="connsiteY0" fmla="*/ 167885 h 169227"/>
              <a:gd name="connsiteX1" fmla="*/ 28253 w 161445"/>
              <a:gd name="connsiteY1" fmla="*/ 162512 h 169227"/>
              <a:gd name="connsiteX2" fmla="*/ 25562 w 161445"/>
              <a:gd name="connsiteY2" fmla="*/ 157140 h 169227"/>
              <a:gd name="connsiteX3" fmla="*/ 28253 w 161445"/>
              <a:gd name="connsiteY3" fmla="*/ 151768 h 169227"/>
              <a:gd name="connsiteX4" fmla="*/ 26908 w 161445"/>
              <a:gd name="connsiteY4" fmla="*/ 147738 h 169227"/>
              <a:gd name="connsiteX5" fmla="*/ 28253 w 161445"/>
              <a:gd name="connsiteY5" fmla="*/ 143709 h 169227"/>
              <a:gd name="connsiteX6" fmla="*/ 29598 w 161445"/>
              <a:gd name="connsiteY6" fmla="*/ 139680 h 169227"/>
              <a:gd name="connsiteX7" fmla="*/ 28253 w 161445"/>
              <a:gd name="connsiteY7" fmla="*/ 136994 h 169227"/>
              <a:gd name="connsiteX8" fmla="*/ 32289 w 161445"/>
              <a:gd name="connsiteY8" fmla="*/ 134308 h 169227"/>
              <a:gd name="connsiteX9" fmla="*/ 30943 w 161445"/>
              <a:gd name="connsiteY9" fmla="*/ 128935 h 169227"/>
              <a:gd name="connsiteX10" fmla="*/ 26908 w 161445"/>
              <a:gd name="connsiteY10" fmla="*/ 128935 h 169227"/>
              <a:gd name="connsiteX11" fmla="*/ 22871 w 161445"/>
              <a:gd name="connsiteY11" fmla="*/ 126249 h 169227"/>
              <a:gd name="connsiteX12" fmla="*/ 21526 w 161445"/>
              <a:gd name="connsiteY12" fmla="*/ 120877 h 169227"/>
              <a:gd name="connsiteX13" fmla="*/ 17490 w 161445"/>
              <a:gd name="connsiteY13" fmla="*/ 119534 h 169227"/>
              <a:gd name="connsiteX14" fmla="*/ 14799 w 161445"/>
              <a:gd name="connsiteY14" fmla="*/ 119534 h 169227"/>
              <a:gd name="connsiteX15" fmla="*/ 12108 w 161445"/>
              <a:gd name="connsiteY15" fmla="*/ 116848 h 169227"/>
              <a:gd name="connsiteX16" fmla="*/ 6727 w 161445"/>
              <a:gd name="connsiteY16" fmla="*/ 116848 h 169227"/>
              <a:gd name="connsiteX17" fmla="*/ 5381 w 161445"/>
              <a:gd name="connsiteY17" fmla="*/ 118191 h 169227"/>
              <a:gd name="connsiteX18" fmla="*/ 1345 w 161445"/>
              <a:gd name="connsiteY18" fmla="*/ 115505 h 169227"/>
              <a:gd name="connsiteX19" fmla="*/ 0 w 161445"/>
              <a:gd name="connsiteY19" fmla="*/ 111475 h 169227"/>
              <a:gd name="connsiteX20" fmla="*/ 4036 w 161445"/>
              <a:gd name="connsiteY20" fmla="*/ 107446 h 169227"/>
              <a:gd name="connsiteX21" fmla="*/ 8072 w 161445"/>
              <a:gd name="connsiteY21" fmla="*/ 98045 h 169227"/>
              <a:gd name="connsiteX22" fmla="*/ 5381 w 161445"/>
              <a:gd name="connsiteY22" fmla="*/ 92672 h 169227"/>
              <a:gd name="connsiteX23" fmla="*/ 6727 w 161445"/>
              <a:gd name="connsiteY23" fmla="*/ 89986 h 169227"/>
              <a:gd name="connsiteX24" fmla="*/ 12108 w 161445"/>
              <a:gd name="connsiteY24" fmla="*/ 88643 h 169227"/>
              <a:gd name="connsiteX25" fmla="*/ 18835 w 161445"/>
              <a:gd name="connsiteY25" fmla="*/ 72526 h 169227"/>
              <a:gd name="connsiteX26" fmla="*/ 18835 w 161445"/>
              <a:gd name="connsiteY26" fmla="*/ 67154 h 169227"/>
              <a:gd name="connsiteX27" fmla="*/ 17490 w 161445"/>
              <a:gd name="connsiteY27" fmla="*/ 65811 h 169227"/>
              <a:gd name="connsiteX28" fmla="*/ 12108 w 161445"/>
              <a:gd name="connsiteY28" fmla="*/ 59095 h 169227"/>
              <a:gd name="connsiteX29" fmla="*/ 12108 w 161445"/>
              <a:gd name="connsiteY29" fmla="*/ 56409 h 169227"/>
              <a:gd name="connsiteX30" fmla="*/ 16144 w 161445"/>
              <a:gd name="connsiteY30" fmla="*/ 55066 h 169227"/>
              <a:gd name="connsiteX31" fmla="*/ 20181 w 161445"/>
              <a:gd name="connsiteY31" fmla="*/ 55066 h 169227"/>
              <a:gd name="connsiteX32" fmla="*/ 20181 w 161445"/>
              <a:gd name="connsiteY32" fmla="*/ 51037 h 169227"/>
              <a:gd name="connsiteX33" fmla="*/ 17490 w 161445"/>
              <a:gd name="connsiteY33" fmla="*/ 45665 h 169227"/>
              <a:gd name="connsiteX34" fmla="*/ 14799 w 161445"/>
              <a:gd name="connsiteY34" fmla="*/ 44322 h 169227"/>
              <a:gd name="connsiteX35" fmla="*/ 13454 w 161445"/>
              <a:gd name="connsiteY35" fmla="*/ 34920 h 169227"/>
              <a:gd name="connsiteX36" fmla="*/ 14799 w 161445"/>
              <a:gd name="connsiteY36" fmla="*/ 30891 h 169227"/>
              <a:gd name="connsiteX37" fmla="*/ 13454 w 161445"/>
              <a:gd name="connsiteY37" fmla="*/ 18803 h 169227"/>
              <a:gd name="connsiteX38" fmla="*/ 12108 w 161445"/>
              <a:gd name="connsiteY38" fmla="*/ 17460 h 169227"/>
              <a:gd name="connsiteX39" fmla="*/ 12108 w 161445"/>
              <a:gd name="connsiteY39" fmla="*/ 13431 h 169227"/>
              <a:gd name="connsiteX40" fmla="*/ 21526 w 161445"/>
              <a:gd name="connsiteY40" fmla="*/ 9401 h 169227"/>
              <a:gd name="connsiteX41" fmla="*/ 32289 w 161445"/>
              <a:gd name="connsiteY41" fmla="*/ 4029 h 169227"/>
              <a:gd name="connsiteX42" fmla="*/ 34980 w 161445"/>
              <a:gd name="connsiteY42" fmla="*/ 4029 h 169227"/>
              <a:gd name="connsiteX43" fmla="*/ 40361 w 161445"/>
              <a:gd name="connsiteY43" fmla="*/ 6715 h 169227"/>
              <a:gd name="connsiteX44" fmla="*/ 51124 w 161445"/>
              <a:gd name="connsiteY44" fmla="*/ 8059 h 169227"/>
              <a:gd name="connsiteX45" fmla="*/ 53815 w 161445"/>
              <a:gd name="connsiteY45" fmla="*/ 5372 h 169227"/>
              <a:gd name="connsiteX46" fmla="*/ 53815 w 161445"/>
              <a:gd name="connsiteY46" fmla="*/ 2686 h 169227"/>
              <a:gd name="connsiteX47" fmla="*/ 61887 w 161445"/>
              <a:gd name="connsiteY47" fmla="*/ 1343 h 169227"/>
              <a:gd name="connsiteX48" fmla="*/ 69959 w 161445"/>
              <a:gd name="connsiteY48" fmla="*/ 2686 h 169227"/>
              <a:gd name="connsiteX49" fmla="*/ 68614 w 161445"/>
              <a:gd name="connsiteY49" fmla="*/ 4029 h 169227"/>
              <a:gd name="connsiteX50" fmla="*/ 69959 w 161445"/>
              <a:gd name="connsiteY50" fmla="*/ 6715 h 169227"/>
              <a:gd name="connsiteX51" fmla="*/ 78032 w 161445"/>
              <a:gd name="connsiteY51" fmla="*/ 9401 h 169227"/>
              <a:gd name="connsiteX52" fmla="*/ 83413 w 161445"/>
              <a:gd name="connsiteY52" fmla="*/ 2686 h 169227"/>
              <a:gd name="connsiteX53" fmla="*/ 87449 w 161445"/>
              <a:gd name="connsiteY53" fmla="*/ 0 h 169227"/>
              <a:gd name="connsiteX54" fmla="*/ 94176 w 161445"/>
              <a:gd name="connsiteY54" fmla="*/ 5372 h 169227"/>
              <a:gd name="connsiteX55" fmla="*/ 103594 w 161445"/>
              <a:gd name="connsiteY55" fmla="*/ 10745 h 169227"/>
              <a:gd name="connsiteX56" fmla="*/ 107630 w 161445"/>
              <a:gd name="connsiteY56" fmla="*/ 10745 h 169227"/>
              <a:gd name="connsiteX57" fmla="*/ 111666 w 161445"/>
              <a:gd name="connsiteY57" fmla="*/ 12088 h 169227"/>
              <a:gd name="connsiteX58" fmla="*/ 114357 w 161445"/>
              <a:gd name="connsiteY58" fmla="*/ 12088 h 169227"/>
              <a:gd name="connsiteX59" fmla="*/ 119738 w 161445"/>
              <a:gd name="connsiteY59" fmla="*/ 14774 h 169227"/>
              <a:gd name="connsiteX60" fmla="*/ 123774 w 161445"/>
              <a:gd name="connsiteY60" fmla="*/ 18803 h 169227"/>
              <a:gd name="connsiteX61" fmla="*/ 131847 w 161445"/>
              <a:gd name="connsiteY61" fmla="*/ 22832 h 169227"/>
              <a:gd name="connsiteX62" fmla="*/ 137228 w 161445"/>
              <a:gd name="connsiteY62" fmla="*/ 22832 h 169227"/>
              <a:gd name="connsiteX63" fmla="*/ 142610 w 161445"/>
              <a:gd name="connsiteY63" fmla="*/ 18803 h 169227"/>
              <a:gd name="connsiteX64" fmla="*/ 146646 w 161445"/>
              <a:gd name="connsiteY64" fmla="*/ 18803 h 169227"/>
              <a:gd name="connsiteX65" fmla="*/ 149337 w 161445"/>
              <a:gd name="connsiteY65" fmla="*/ 21489 h 169227"/>
              <a:gd name="connsiteX66" fmla="*/ 154718 w 161445"/>
              <a:gd name="connsiteY66" fmla="*/ 22832 h 169227"/>
              <a:gd name="connsiteX67" fmla="*/ 154718 w 161445"/>
              <a:gd name="connsiteY67" fmla="*/ 24175 h 169227"/>
              <a:gd name="connsiteX68" fmla="*/ 153373 w 161445"/>
              <a:gd name="connsiteY68" fmla="*/ 32234 h 169227"/>
              <a:gd name="connsiteX69" fmla="*/ 156064 w 161445"/>
              <a:gd name="connsiteY69" fmla="*/ 38949 h 169227"/>
              <a:gd name="connsiteX70" fmla="*/ 156064 w 161445"/>
              <a:gd name="connsiteY70" fmla="*/ 42978 h 169227"/>
              <a:gd name="connsiteX71" fmla="*/ 160100 w 161445"/>
              <a:gd name="connsiteY71" fmla="*/ 45665 h 169227"/>
              <a:gd name="connsiteX72" fmla="*/ 161445 w 161445"/>
              <a:gd name="connsiteY72" fmla="*/ 52380 h 169227"/>
              <a:gd name="connsiteX73" fmla="*/ 160100 w 161445"/>
              <a:gd name="connsiteY73" fmla="*/ 59095 h 169227"/>
              <a:gd name="connsiteX74" fmla="*/ 160100 w 161445"/>
              <a:gd name="connsiteY74" fmla="*/ 63125 h 169227"/>
              <a:gd name="connsiteX75" fmla="*/ 153373 w 161445"/>
              <a:gd name="connsiteY75" fmla="*/ 67154 h 169227"/>
              <a:gd name="connsiteX76" fmla="*/ 145301 w 161445"/>
              <a:gd name="connsiteY76" fmla="*/ 79241 h 169227"/>
              <a:gd name="connsiteX77" fmla="*/ 146646 w 161445"/>
              <a:gd name="connsiteY77" fmla="*/ 84614 h 169227"/>
              <a:gd name="connsiteX78" fmla="*/ 143955 w 161445"/>
              <a:gd name="connsiteY78" fmla="*/ 88643 h 169227"/>
              <a:gd name="connsiteX79" fmla="*/ 143955 w 161445"/>
              <a:gd name="connsiteY79" fmla="*/ 94015 h 169227"/>
              <a:gd name="connsiteX80" fmla="*/ 141265 w 161445"/>
              <a:gd name="connsiteY80" fmla="*/ 98045 h 169227"/>
              <a:gd name="connsiteX81" fmla="*/ 141265 w 161445"/>
              <a:gd name="connsiteY81" fmla="*/ 108789 h 169227"/>
              <a:gd name="connsiteX82" fmla="*/ 139919 w 161445"/>
              <a:gd name="connsiteY82" fmla="*/ 111475 h 169227"/>
              <a:gd name="connsiteX83" fmla="*/ 139919 w 161445"/>
              <a:gd name="connsiteY83" fmla="*/ 112818 h 169227"/>
              <a:gd name="connsiteX84" fmla="*/ 142610 w 161445"/>
              <a:gd name="connsiteY84" fmla="*/ 116848 h 169227"/>
              <a:gd name="connsiteX85" fmla="*/ 146646 w 161445"/>
              <a:gd name="connsiteY85" fmla="*/ 126249 h 169227"/>
              <a:gd name="connsiteX86" fmla="*/ 146646 w 161445"/>
              <a:gd name="connsiteY86" fmla="*/ 132965 h 169227"/>
              <a:gd name="connsiteX87" fmla="*/ 153373 w 161445"/>
              <a:gd name="connsiteY87" fmla="*/ 134308 h 169227"/>
              <a:gd name="connsiteX88" fmla="*/ 154718 w 161445"/>
              <a:gd name="connsiteY88" fmla="*/ 138337 h 169227"/>
              <a:gd name="connsiteX89" fmla="*/ 154718 w 161445"/>
              <a:gd name="connsiteY89" fmla="*/ 146395 h 169227"/>
              <a:gd name="connsiteX90" fmla="*/ 152027 w 161445"/>
              <a:gd name="connsiteY90" fmla="*/ 146395 h 169227"/>
              <a:gd name="connsiteX91" fmla="*/ 146646 w 161445"/>
              <a:gd name="connsiteY91" fmla="*/ 146395 h 169227"/>
              <a:gd name="connsiteX92" fmla="*/ 145301 w 161445"/>
              <a:gd name="connsiteY92" fmla="*/ 149082 h 169227"/>
              <a:gd name="connsiteX93" fmla="*/ 141265 w 161445"/>
              <a:gd name="connsiteY93" fmla="*/ 142366 h 169227"/>
              <a:gd name="connsiteX94" fmla="*/ 135883 w 161445"/>
              <a:gd name="connsiteY94" fmla="*/ 142366 h 169227"/>
              <a:gd name="connsiteX95" fmla="*/ 134538 w 161445"/>
              <a:gd name="connsiteY95" fmla="*/ 149082 h 169227"/>
              <a:gd name="connsiteX96" fmla="*/ 123774 w 161445"/>
              <a:gd name="connsiteY96" fmla="*/ 143709 h 169227"/>
              <a:gd name="connsiteX97" fmla="*/ 110321 w 161445"/>
              <a:gd name="connsiteY97" fmla="*/ 147738 h 169227"/>
              <a:gd name="connsiteX98" fmla="*/ 75341 w 161445"/>
              <a:gd name="connsiteY98" fmla="*/ 147738 h 169227"/>
              <a:gd name="connsiteX99" fmla="*/ 65923 w 161445"/>
              <a:gd name="connsiteY99" fmla="*/ 149082 h 169227"/>
              <a:gd name="connsiteX100" fmla="*/ 65923 w 161445"/>
              <a:gd name="connsiteY100" fmla="*/ 151768 h 169227"/>
              <a:gd name="connsiteX101" fmla="*/ 48434 w 161445"/>
              <a:gd name="connsiteY101" fmla="*/ 158483 h 169227"/>
              <a:gd name="connsiteX102" fmla="*/ 45743 w 161445"/>
              <a:gd name="connsiteY102" fmla="*/ 161169 h 169227"/>
              <a:gd name="connsiteX103" fmla="*/ 40361 w 161445"/>
              <a:gd name="connsiteY103" fmla="*/ 161169 h 169227"/>
              <a:gd name="connsiteX104" fmla="*/ 30943 w 161445"/>
              <a:gd name="connsiteY104" fmla="*/ 169228 h 169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61445" h="169227">
                <a:moveTo>
                  <a:pt x="28253" y="167885"/>
                </a:moveTo>
                <a:lnTo>
                  <a:pt x="28253" y="162512"/>
                </a:lnTo>
                <a:lnTo>
                  <a:pt x="25562" y="157140"/>
                </a:lnTo>
                <a:lnTo>
                  <a:pt x="28253" y="151768"/>
                </a:lnTo>
                <a:lnTo>
                  <a:pt x="26908" y="147738"/>
                </a:lnTo>
                <a:lnTo>
                  <a:pt x="28253" y="143709"/>
                </a:lnTo>
                <a:lnTo>
                  <a:pt x="29598" y="139680"/>
                </a:lnTo>
                <a:lnTo>
                  <a:pt x="28253" y="136994"/>
                </a:lnTo>
                <a:lnTo>
                  <a:pt x="32289" y="134308"/>
                </a:lnTo>
                <a:lnTo>
                  <a:pt x="30943" y="128935"/>
                </a:lnTo>
                <a:lnTo>
                  <a:pt x="26908" y="128935"/>
                </a:lnTo>
                <a:lnTo>
                  <a:pt x="22871" y="126249"/>
                </a:lnTo>
                <a:lnTo>
                  <a:pt x="21526" y="120877"/>
                </a:lnTo>
                <a:lnTo>
                  <a:pt x="17490" y="119534"/>
                </a:lnTo>
                <a:lnTo>
                  <a:pt x="14799" y="119534"/>
                </a:lnTo>
                <a:lnTo>
                  <a:pt x="12108" y="116848"/>
                </a:lnTo>
                <a:lnTo>
                  <a:pt x="6727" y="116848"/>
                </a:lnTo>
                <a:lnTo>
                  <a:pt x="5381" y="118191"/>
                </a:lnTo>
                <a:lnTo>
                  <a:pt x="1345" y="115505"/>
                </a:lnTo>
                <a:lnTo>
                  <a:pt x="0" y="111475"/>
                </a:lnTo>
                <a:lnTo>
                  <a:pt x="4036" y="107446"/>
                </a:lnTo>
                <a:lnTo>
                  <a:pt x="8072" y="98045"/>
                </a:lnTo>
                <a:lnTo>
                  <a:pt x="5381" y="92672"/>
                </a:lnTo>
                <a:lnTo>
                  <a:pt x="6727" y="89986"/>
                </a:lnTo>
                <a:lnTo>
                  <a:pt x="12108" y="88643"/>
                </a:lnTo>
                <a:lnTo>
                  <a:pt x="18835" y="72526"/>
                </a:lnTo>
                <a:lnTo>
                  <a:pt x="18835" y="67154"/>
                </a:lnTo>
                <a:lnTo>
                  <a:pt x="17490" y="65811"/>
                </a:lnTo>
                <a:lnTo>
                  <a:pt x="12108" y="59095"/>
                </a:lnTo>
                <a:lnTo>
                  <a:pt x="12108" y="56409"/>
                </a:lnTo>
                <a:lnTo>
                  <a:pt x="16144" y="55066"/>
                </a:lnTo>
                <a:lnTo>
                  <a:pt x="20181" y="55066"/>
                </a:lnTo>
                <a:lnTo>
                  <a:pt x="20181" y="51037"/>
                </a:lnTo>
                <a:lnTo>
                  <a:pt x="17490" y="45665"/>
                </a:lnTo>
                <a:lnTo>
                  <a:pt x="14799" y="44322"/>
                </a:lnTo>
                <a:lnTo>
                  <a:pt x="13454" y="34920"/>
                </a:lnTo>
                <a:lnTo>
                  <a:pt x="14799" y="30891"/>
                </a:lnTo>
                <a:lnTo>
                  <a:pt x="13454" y="18803"/>
                </a:lnTo>
                <a:lnTo>
                  <a:pt x="12108" y="17460"/>
                </a:lnTo>
                <a:lnTo>
                  <a:pt x="12108" y="13431"/>
                </a:lnTo>
                <a:lnTo>
                  <a:pt x="21526" y="9401"/>
                </a:lnTo>
                <a:lnTo>
                  <a:pt x="32289" y="4029"/>
                </a:lnTo>
                <a:lnTo>
                  <a:pt x="34980" y="4029"/>
                </a:lnTo>
                <a:lnTo>
                  <a:pt x="40361" y="6715"/>
                </a:lnTo>
                <a:lnTo>
                  <a:pt x="51124" y="8059"/>
                </a:lnTo>
                <a:lnTo>
                  <a:pt x="53815" y="5372"/>
                </a:lnTo>
                <a:lnTo>
                  <a:pt x="53815" y="2686"/>
                </a:lnTo>
                <a:lnTo>
                  <a:pt x="61887" y="1343"/>
                </a:lnTo>
                <a:lnTo>
                  <a:pt x="69959" y="2686"/>
                </a:lnTo>
                <a:lnTo>
                  <a:pt x="68614" y="4029"/>
                </a:lnTo>
                <a:lnTo>
                  <a:pt x="69959" y="6715"/>
                </a:lnTo>
                <a:lnTo>
                  <a:pt x="78032" y="9401"/>
                </a:lnTo>
                <a:lnTo>
                  <a:pt x="83413" y="2686"/>
                </a:lnTo>
                <a:lnTo>
                  <a:pt x="87449" y="0"/>
                </a:lnTo>
                <a:lnTo>
                  <a:pt x="94176" y="5372"/>
                </a:lnTo>
                <a:lnTo>
                  <a:pt x="103594" y="10745"/>
                </a:lnTo>
                <a:lnTo>
                  <a:pt x="107630" y="10745"/>
                </a:lnTo>
                <a:lnTo>
                  <a:pt x="111666" y="12088"/>
                </a:lnTo>
                <a:lnTo>
                  <a:pt x="114357" y="12088"/>
                </a:lnTo>
                <a:lnTo>
                  <a:pt x="119738" y="14774"/>
                </a:lnTo>
                <a:lnTo>
                  <a:pt x="123774" y="18803"/>
                </a:lnTo>
                <a:lnTo>
                  <a:pt x="131847" y="22832"/>
                </a:lnTo>
                <a:lnTo>
                  <a:pt x="137228" y="22832"/>
                </a:lnTo>
                <a:lnTo>
                  <a:pt x="142610" y="18803"/>
                </a:lnTo>
                <a:lnTo>
                  <a:pt x="146646" y="18803"/>
                </a:lnTo>
                <a:lnTo>
                  <a:pt x="149337" y="21489"/>
                </a:lnTo>
                <a:lnTo>
                  <a:pt x="154718" y="22832"/>
                </a:lnTo>
                <a:lnTo>
                  <a:pt x="154718" y="24175"/>
                </a:lnTo>
                <a:lnTo>
                  <a:pt x="153373" y="32234"/>
                </a:lnTo>
                <a:lnTo>
                  <a:pt x="156064" y="38949"/>
                </a:lnTo>
                <a:lnTo>
                  <a:pt x="156064" y="42978"/>
                </a:lnTo>
                <a:lnTo>
                  <a:pt x="160100" y="45665"/>
                </a:lnTo>
                <a:lnTo>
                  <a:pt x="161445" y="52380"/>
                </a:lnTo>
                <a:lnTo>
                  <a:pt x="160100" y="59095"/>
                </a:lnTo>
                <a:lnTo>
                  <a:pt x="160100" y="63125"/>
                </a:lnTo>
                <a:lnTo>
                  <a:pt x="153373" y="67154"/>
                </a:lnTo>
                <a:lnTo>
                  <a:pt x="145301" y="79241"/>
                </a:lnTo>
                <a:lnTo>
                  <a:pt x="146646" y="84614"/>
                </a:lnTo>
                <a:lnTo>
                  <a:pt x="143955" y="88643"/>
                </a:lnTo>
                <a:lnTo>
                  <a:pt x="143955" y="94015"/>
                </a:lnTo>
                <a:lnTo>
                  <a:pt x="141265" y="98045"/>
                </a:lnTo>
                <a:lnTo>
                  <a:pt x="141265" y="108789"/>
                </a:lnTo>
                <a:lnTo>
                  <a:pt x="139919" y="111475"/>
                </a:lnTo>
                <a:lnTo>
                  <a:pt x="139919" y="112818"/>
                </a:lnTo>
                <a:lnTo>
                  <a:pt x="142610" y="116848"/>
                </a:lnTo>
                <a:lnTo>
                  <a:pt x="146646" y="126249"/>
                </a:lnTo>
                <a:lnTo>
                  <a:pt x="146646" y="132965"/>
                </a:lnTo>
                <a:lnTo>
                  <a:pt x="153373" y="134308"/>
                </a:lnTo>
                <a:lnTo>
                  <a:pt x="154718" y="138337"/>
                </a:lnTo>
                <a:lnTo>
                  <a:pt x="154718" y="146395"/>
                </a:lnTo>
                <a:lnTo>
                  <a:pt x="152027" y="146395"/>
                </a:lnTo>
                <a:lnTo>
                  <a:pt x="146646" y="146395"/>
                </a:lnTo>
                <a:lnTo>
                  <a:pt x="145301" y="149082"/>
                </a:lnTo>
                <a:lnTo>
                  <a:pt x="141265" y="142366"/>
                </a:lnTo>
                <a:lnTo>
                  <a:pt x="135883" y="142366"/>
                </a:lnTo>
                <a:lnTo>
                  <a:pt x="134538" y="149082"/>
                </a:lnTo>
                <a:lnTo>
                  <a:pt x="123774" y="143709"/>
                </a:lnTo>
                <a:lnTo>
                  <a:pt x="110321" y="147738"/>
                </a:lnTo>
                <a:lnTo>
                  <a:pt x="75341" y="147738"/>
                </a:lnTo>
                <a:lnTo>
                  <a:pt x="65923" y="149082"/>
                </a:lnTo>
                <a:lnTo>
                  <a:pt x="65923" y="151768"/>
                </a:lnTo>
                <a:lnTo>
                  <a:pt x="48434" y="158483"/>
                </a:lnTo>
                <a:lnTo>
                  <a:pt x="45743" y="161169"/>
                </a:lnTo>
                <a:lnTo>
                  <a:pt x="40361" y="161169"/>
                </a:lnTo>
                <a:lnTo>
                  <a:pt x="30943" y="16922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45" name="Freeform 744">
            <a:extLst>
              <a:ext uri="{FF2B5EF4-FFF2-40B4-BE49-F238E27FC236}">
                <a16:creationId xmlns:a16="http://schemas.microsoft.com/office/drawing/2014/main" id="{28A7EECB-4324-1D95-C413-76207483AA0B}"/>
              </a:ext>
            </a:extLst>
          </p:cNvPr>
          <p:cNvSpPr/>
          <p:nvPr/>
        </p:nvSpPr>
        <p:spPr>
          <a:xfrm>
            <a:off x="7271763" y="4340285"/>
            <a:ext cx="108975" cy="171913"/>
          </a:xfrm>
          <a:custGeom>
            <a:avLst/>
            <a:gdLst>
              <a:gd name="connsiteX0" fmla="*/ 5381 w 108975"/>
              <a:gd name="connsiteY0" fmla="*/ 163856 h 171913"/>
              <a:gd name="connsiteX1" fmla="*/ 6727 w 108975"/>
              <a:gd name="connsiteY1" fmla="*/ 161169 h 171913"/>
              <a:gd name="connsiteX2" fmla="*/ 12108 w 108975"/>
              <a:gd name="connsiteY2" fmla="*/ 161169 h 171913"/>
              <a:gd name="connsiteX3" fmla="*/ 14799 w 108975"/>
              <a:gd name="connsiteY3" fmla="*/ 161169 h 171913"/>
              <a:gd name="connsiteX4" fmla="*/ 14799 w 108975"/>
              <a:gd name="connsiteY4" fmla="*/ 153111 h 171913"/>
              <a:gd name="connsiteX5" fmla="*/ 13454 w 108975"/>
              <a:gd name="connsiteY5" fmla="*/ 149082 h 171913"/>
              <a:gd name="connsiteX6" fmla="*/ 6727 w 108975"/>
              <a:gd name="connsiteY6" fmla="*/ 147738 h 171913"/>
              <a:gd name="connsiteX7" fmla="*/ 6727 w 108975"/>
              <a:gd name="connsiteY7" fmla="*/ 141023 h 171913"/>
              <a:gd name="connsiteX8" fmla="*/ 2691 w 108975"/>
              <a:gd name="connsiteY8" fmla="*/ 131622 h 171913"/>
              <a:gd name="connsiteX9" fmla="*/ 0 w 108975"/>
              <a:gd name="connsiteY9" fmla="*/ 127592 h 171913"/>
              <a:gd name="connsiteX10" fmla="*/ 0 w 108975"/>
              <a:gd name="connsiteY10" fmla="*/ 126249 h 171913"/>
              <a:gd name="connsiteX11" fmla="*/ 1345 w 108975"/>
              <a:gd name="connsiteY11" fmla="*/ 123563 h 171913"/>
              <a:gd name="connsiteX12" fmla="*/ 1345 w 108975"/>
              <a:gd name="connsiteY12" fmla="*/ 112819 h 171913"/>
              <a:gd name="connsiteX13" fmla="*/ 4036 w 108975"/>
              <a:gd name="connsiteY13" fmla="*/ 108789 h 171913"/>
              <a:gd name="connsiteX14" fmla="*/ 4036 w 108975"/>
              <a:gd name="connsiteY14" fmla="*/ 103417 h 171913"/>
              <a:gd name="connsiteX15" fmla="*/ 6727 w 108975"/>
              <a:gd name="connsiteY15" fmla="*/ 99388 h 171913"/>
              <a:gd name="connsiteX16" fmla="*/ 5381 w 108975"/>
              <a:gd name="connsiteY16" fmla="*/ 94015 h 171913"/>
              <a:gd name="connsiteX17" fmla="*/ 13454 w 108975"/>
              <a:gd name="connsiteY17" fmla="*/ 81928 h 171913"/>
              <a:gd name="connsiteX18" fmla="*/ 20181 w 108975"/>
              <a:gd name="connsiteY18" fmla="*/ 77899 h 171913"/>
              <a:gd name="connsiteX19" fmla="*/ 20181 w 108975"/>
              <a:gd name="connsiteY19" fmla="*/ 73869 h 171913"/>
              <a:gd name="connsiteX20" fmla="*/ 21526 w 108975"/>
              <a:gd name="connsiteY20" fmla="*/ 67154 h 171913"/>
              <a:gd name="connsiteX21" fmla="*/ 20181 w 108975"/>
              <a:gd name="connsiteY21" fmla="*/ 60438 h 171913"/>
              <a:gd name="connsiteX22" fmla="*/ 16145 w 108975"/>
              <a:gd name="connsiteY22" fmla="*/ 57752 h 171913"/>
              <a:gd name="connsiteX23" fmla="*/ 16145 w 108975"/>
              <a:gd name="connsiteY23" fmla="*/ 53723 h 171913"/>
              <a:gd name="connsiteX24" fmla="*/ 13454 w 108975"/>
              <a:gd name="connsiteY24" fmla="*/ 47008 h 171913"/>
              <a:gd name="connsiteX25" fmla="*/ 14799 w 108975"/>
              <a:gd name="connsiteY25" fmla="*/ 38949 h 171913"/>
              <a:gd name="connsiteX26" fmla="*/ 14799 w 108975"/>
              <a:gd name="connsiteY26" fmla="*/ 29548 h 171913"/>
              <a:gd name="connsiteX27" fmla="*/ 12108 w 108975"/>
              <a:gd name="connsiteY27" fmla="*/ 22832 h 171913"/>
              <a:gd name="connsiteX28" fmla="*/ 9418 w 108975"/>
              <a:gd name="connsiteY28" fmla="*/ 20146 h 171913"/>
              <a:gd name="connsiteX29" fmla="*/ 8072 w 108975"/>
              <a:gd name="connsiteY29" fmla="*/ 12088 h 171913"/>
              <a:gd name="connsiteX30" fmla="*/ 8072 w 108975"/>
              <a:gd name="connsiteY30" fmla="*/ 6715 h 171913"/>
              <a:gd name="connsiteX31" fmla="*/ 17490 w 108975"/>
              <a:gd name="connsiteY31" fmla="*/ 5372 h 171913"/>
              <a:gd name="connsiteX32" fmla="*/ 36325 w 108975"/>
              <a:gd name="connsiteY32" fmla="*/ 5372 h 171913"/>
              <a:gd name="connsiteX33" fmla="*/ 39016 w 108975"/>
              <a:gd name="connsiteY33" fmla="*/ 5372 h 171913"/>
              <a:gd name="connsiteX34" fmla="*/ 52470 w 108975"/>
              <a:gd name="connsiteY34" fmla="*/ 5372 h 171913"/>
              <a:gd name="connsiteX35" fmla="*/ 61887 w 108975"/>
              <a:gd name="connsiteY35" fmla="*/ 2686 h 171913"/>
              <a:gd name="connsiteX36" fmla="*/ 68614 w 108975"/>
              <a:gd name="connsiteY36" fmla="*/ 2686 h 171913"/>
              <a:gd name="connsiteX37" fmla="*/ 73996 w 108975"/>
              <a:gd name="connsiteY37" fmla="*/ 0 h 171913"/>
              <a:gd name="connsiteX38" fmla="*/ 75341 w 108975"/>
              <a:gd name="connsiteY38" fmla="*/ 1343 h 171913"/>
              <a:gd name="connsiteX39" fmla="*/ 78032 w 108975"/>
              <a:gd name="connsiteY39" fmla="*/ 8059 h 171913"/>
              <a:gd name="connsiteX40" fmla="*/ 80723 w 108975"/>
              <a:gd name="connsiteY40" fmla="*/ 9402 h 171913"/>
              <a:gd name="connsiteX41" fmla="*/ 80723 w 108975"/>
              <a:gd name="connsiteY41" fmla="*/ 13431 h 171913"/>
              <a:gd name="connsiteX42" fmla="*/ 86104 w 108975"/>
              <a:gd name="connsiteY42" fmla="*/ 18803 h 171913"/>
              <a:gd name="connsiteX43" fmla="*/ 88795 w 108975"/>
              <a:gd name="connsiteY43" fmla="*/ 22832 h 171913"/>
              <a:gd name="connsiteX44" fmla="*/ 94176 w 108975"/>
              <a:gd name="connsiteY44" fmla="*/ 26862 h 171913"/>
              <a:gd name="connsiteX45" fmla="*/ 92831 w 108975"/>
              <a:gd name="connsiteY45" fmla="*/ 33577 h 171913"/>
              <a:gd name="connsiteX46" fmla="*/ 92831 w 108975"/>
              <a:gd name="connsiteY46" fmla="*/ 42979 h 171913"/>
              <a:gd name="connsiteX47" fmla="*/ 95522 w 108975"/>
              <a:gd name="connsiteY47" fmla="*/ 44322 h 171913"/>
              <a:gd name="connsiteX48" fmla="*/ 98212 w 108975"/>
              <a:gd name="connsiteY48" fmla="*/ 45665 h 171913"/>
              <a:gd name="connsiteX49" fmla="*/ 98212 w 108975"/>
              <a:gd name="connsiteY49" fmla="*/ 53723 h 171913"/>
              <a:gd name="connsiteX50" fmla="*/ 96867 w 108975"/>
              <a:gd name="connsiteY50" fmla="*/ 57752 h 171913"/>
              <a:gd name="connsiteX51" fmla="*/ 95522 w 108975"/>
              <a:gd name="connsiteY51" fmla="*/ 61782 h 171913"/>
              <a:gd name="connsiteX52" fmla="*/ 98212 w 108975"/>
              <a:gd name="connsiteY52" fmla="*/ 64468 h 171913"/>
              <a:gd name="connsiteX53" fmla="*/ 99558 w 108975"/>
              <a:gd name="connsiteY53" fmla="*/ 68497 h 171913"/>
              <a:gd name="connsiteX54" fmla="*/ 96867 w 108975"/>
              <a:gd name="connsiteY54" fmla="*/ 72526 h 171913"/>
              <a:gd name="connsiteX55" fmla="*/ 99558 w 108975"/>
              <a:gd name="connsiteY55" fmla="*/ 76556 h 171913"/>
              <a:gd name="connsiteX56" fmla="*/ 98212 w 108975"/>
              <a:gd name="connsiteY56" fmla="*/ 84614 h 171913"/>
              <a:gd name="connsiteX57" fmla="*/ 100903 w 108975"/>
              <a:gd name="connsiteY57" fmla="*/ 88643 h 171913"/>
              <a:gd name="connsiteX58" fmla="*/ 100903 w 108975"/>
              <a:gd name="connsiteY58" fmla="*/ 103417 h 171913"/>
              <a:gd name="connsiteX59" fmla="*/ 98212 w 108975"/>
              <a:gd name="connsiteY59" fmla="*/ 110132 h 171913"/>
              <a:gd name="connsiteX60" fmla="*/ 98212 w 108975"/>
              <a:gd name="connsiteY60" fmla="*/ 112819 h 171913"/>
              <a:gd name="connsiteX61" fmla="*/ 96867 w 108975"/>
              <a:gd name="connsiteY61" fmla="*/ 119534 h 171913"/>
              <a:gd name="connsiteX62" fmla="*/ 98212 w 108975"/>
              <a:gd name="connsiteY62" fmla="*/ 126249 h 171913"/>
              <a:gd name="connsiteX63" fmla="*/ 100903 w 108975"/>
              <a:gd name="connsiteY63" fmla="*/ 132965 h 171913"/>
              <a:gd name="connsiteX64" fmla="*/ 103594 w 108975"/>
              <a:gd name="connsiteY64" fmla="*/ 134308 h 171913"/>
              <a:gd name="connsiteX65" fmla="*/ 106285 w 108975"/>
              <a:gd name="connsiteY65" fmla="*/ 136994 h 171913"/>
              <a:gd name="connsiteX66" fmla="*/ 108976 w 108975"/>
              <a:gd name="connsiteY66" fmla="*/ 141023 h 171913"/>
              <a:gd name="connsiteX67" fmla="*/ 94176 w 108975"/>
              <a:gd name="connsiteY67" fmla="*/ 142366 h 171913"/>
              <a:gd name="connsiteX68" fmla="*/ 82068 w 108975"/>
              <a:gd name="connsiteY68" fmla="*/ 149082 h 171913"/>
              <a:gd name="connsiteX69" fmla="*/ 68614 w 108975"/>
              <a:gd name="connsiteY69" fmla="*/ 159826 h 171913"/>
              <a:gd name="connsiteX70" fmla="*/ 52470 w 108975"/>
              <a:gd name="connsiteY70" fmla="*/ 161169 h 171913"/>
              <a:gd name="connsiteX71" fmla="*/ 30943 w 108975"/>
              <a:gd name="connsiteY71" fmla="*/ 171914 h 171913"/>
              <a:gd name="connsiteX72" fmla="*/ 20181 w 108975"/>
              <a:gd name="connsiteY72" fmla="*/ 167885 h 171913"/>
              <a:gd name="connsiteX73" fmla="*/ 6727 w 108975"/>
              <a:gd name="connsiteY73" fmla="*/ 166542 h 17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108975" h="171913">
                <a:moveTo>
                  <a:pt x="5381" y="163856"/>
                </a:moveTo>
                <a:lnTo>
                  <a:pt x="6727" y="161169"/>
                </a:lnTo>
                <a:lnTo>
                  <a:pt x="12108" y="161169"/>
                </a:lnTo>
                <a:lnTo>
                  <a:pt x="14799" y="161169"/>
                </a:lnTo>
                <a:lnTo>
                  <a:pt x="14799" y="153111"/>
                </a:lnTo>
                <a:lnTo>
                  <a:pt x="13454" y="149082"/>
                </a:lnTo>
                <a:lnTo>
                  <a:pt x="6727" y="147738"/>
                </a:lnTo>
                <a:lnTo>
                  <a:pt x="6727" y="141023"/>
                </a:lnTo>
                <a:lnTo>
                  <a:pt x="2691" y="131622"/>
                </a:lnTo>
                <a:lnTo>
                  <a:pt x="0" y="127592"/>
                </a:lnTo>
                <a:lnTo>
                  <a:pt x="0" y="126249"/>
                </a:lnTo>
                <a:lnTo>
                  <a:pt x="1345" y="123563"/>
                </a:lnTo>
                <a:lnTo>
                  <a:pt x="1345" y="112819"/>
                </a:lnTo>
                <a:lnTo>
                  <a:pt x="4036" y="108789"/>
                </a:lnTo>
                <a:lnTo>
                  <a:pt x="4036" y="103417"/>
                </a:lnTo>
                <a:lnTo>
                  <a:pt x="6727" y="99388"/>
                </a:lnTo>
                <a:lnTo>
                  <a:pt x="5381" y="94015"/>
                </a:lnTo>
                <a:lnTo>
                  <a:pt x="13454" y="81928"/>
                </a:lnTo>
                <a:lnTo>
                  <a:pt x="20181" y="77899"/>
                </a:lnTo>
                <a:lnTo>
                  <a:pt x="20181" y="73869"/>
                </a:lnTo>
                <a:lnTo>
                  <a:pt x="21526" y="67154"/>
                </a:lnTo>
                <a:lnTo>
                  <a:pt x="20181" y="60438"/>
                </a:lnTo>
                <a:lnTo>
                  <a:pt x="16145" y="57752"/>
                </a:lnTo>
                <a:lnTo>
                  <a:pt x="16145" y="53723"/>
                </a:lnTo>
                <a:lnTo>
                  <a:pt x="13454" y="47008"/>
                </a:lnTo>
                <a:lnTo>
                  <a:pt x="14799" y="38949"/>
                </a:lnTo>
                <a:lnTo>
                  <a:pt x="14799" y="29548"/>
                </a:lnTo>
                <a:lnTo>
                  <a:pt x="12108" y="22832"/>
                </a:lnTo>
                <a:lnTo>
                  <a:pt x="9418" y="20146"/>
                </a:lnTo>
                <a:lnTo>
                  <a:pt x="8072" y="12088"/>
                </a:lnTo>
                <a:lnTo>
                  <a:pt x="8072" y="6715"/>
                </a:lnTo>
                <a:lnTo>
                  <a:pt x="17490" y="5372"/>
                </a:lnTo>
                <a:lnTo>
                  <a:pt x="36325" y="5372"/>
                </a:lnTo>
                <a:lnTo>
                  <a:pt x="39016" y="5372"/>
                </a:lnTo>
                <a:lnTo>
                  <a:pt x="52470" y="5372"/>
                </a:lnTo>
                <a:lnTo>
                  <a:pt x="61887" y="2686"/>
                </a:lnTo>
                <a:lnTo>
                  <a:pt x="68614" y="2686"/>
                </a:lnTo>
                <a:lnTo>
                  <a:pt x="73996" y="0"/>
                </a:lnTo>
                <a:lnTo>
                  <a:pt x="75341" y="1343"/>
                </a:lnTo>
                <a:lnTo>
                  <a:pt x="78032" y="8059"/>
                </a:lnTo>
                <a:lnTo>
                  <a:pt x="80723" y="9402"/>
                </a:lnTo>
                <a:lnTo>
                  <a:pt x="80723" y="13431"/>
                </a:lnTo>
                <a:lnTo>
                  <a:pt x="86104" y="18803"/>
                </a:lnTo>
                <a:lnTo>
                  <a:pt x="88795" y="22832"/>
                </a:lnTo>
                <a:lnTo>
                  <a:pt x="94176" y="26862"/>
                </a:lnTo>
                <a:lnTo>
                  <a:pt x="92831" y="33577"/>
                </a:lnTo>
                <a:lnTo>
                  <a:pt x="92831" y="42979"/>
                </a:lnTo>
                <a:lnTo>
                  <a:pt x="95522" y="44322"/>
                </a:lnTo>
                <a:lnTo>
                  <a:pt x="98212" y="45665"/>
                </a:lnTo>
                <a:lnTo>
                  <a:pt x="98212" y="53723"/>
                </a:lnTo>
                <a:lnTo>
                  <a:pt x="96867" y="57752"/>
                </a:lnTo>
                <a:lnTo>
                  <a:pt x="95522" y="61782"/>
                </a:lnTo>
                <a:lnTo>
                  <a:pt x="98212" y="64468"/>
                </a:lnTo>
                <a:lnTo>
                  <a:pt x="99558" y="68497"/>
                </a:lnTo>
                <a:lnTo>
                  <a:pt x="96867" y="72526"/>
                </a:lnTo>
                <a:lnTo>
                  <a:pt x="99558" y="76556"/>
                </a:lnTo>
                <a:lnTo>
                  <a:pt x="98212" y="84614"/>
                </a:lnTo>
                <a:lnTo>
                  <a:pt x="100903" y="88643"/>
                </a:lnTo>
                <a:lnTo>
                  <a:pt x="100903" y="103417"/>
                </a:lnTo>
                <a:lnTo>
                  <a:pt x="98212" y="110132"/>
                </a:lnTo>
                <a:lnTo>
                  <a:pt x="98212" y="112819"/>
                </a:lnTo>
                <a:lnTo>
                  <a:pt x="96867" y="119534"/>
                </a:lnTo>
                <a:lnTo>
                  <a:pt x="98212" y="126249"/>
                </a:lnTo>
                <a:lnTo>
                  <a:pt x="100903" y="132965"/>
                </a:lnTo>
                <a:lnTo>
                  <a:pt x="103594" y="134308"/>
                </a:lnTo>
                <a:lnTo>
                  <a:pt x="106285" y="136994"/>
                </a:lnTo>
                <a:lnTo>
                  <a:pt x="108976" y="141023"/>
                </a:lnTo>
                <a:lnTo>
                  <a:pt x="94176" y="142366"/>
                </a:lnTo>
                <a:lnTo>
                  <a:pt x="82068" y="149082"/>
                </a:lnTo>
                <a:lnTo>
                  <a:pt x="68614" y="159826"/>
                </a:lnTo>
                <a:lnTo>
                  <a:pt x="52470" y="161169"/>
                </a:lnTo>
                <a:lnTo>
                  <a:pt x="30943" y="171914"/>
                </a:lnTo>
                <a:lnTo>
                  <a:pt x="20181" y="167885"/>
                </a:lnTo>
                <a:lnTo>
                  <a:pt x="6727" y="16654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46" name="Freeform 745">
            <a:extLst>
              <a:ext uri="{FF2B5EF4-FFF2-40B4-BE49-F238E27FC236}">
                <a16:creationId xmlns:a16="http://schemas.microsoft.com/office/drawing/2014/main" id="{1F4F0309-9E8A-4F55-0240-3378DB06E994}"/>
              </a:ext>
            </a:extLst>
          </p:cNvPr>
          <p:cNvSpPr/>
          <p:nvPr/>
        </p:nvSpPr>
        <p:spPr>
          <a:xfrm>
            <a:off x="7347104" y="4340285"/>
            <a:ext cx="52469" cy="141023"/>
          </a:xfrm>
          <a:custGeom>
            <a:avLst/>
            <a:gdLst>
              <a:gd name="connsiteX0" fmla="*/ 28253 w 52469"/>
              <a:gd name="connsiteY0" fmla="*/ 10745 h 141023"/>
              <a:gd name="connsiteX1" fmla="*/ 29598 w 52469"/>
              <a:gd name="connsiteY1" fmla="*/ 18803 h 141023"/>
              <a:gd name="connsiteX2" fmla="*/ 36325 w 52469"/>
              <a:gd name="connsiteY2" fmla="*/ 21489 h 141023"/>
              <a:gd name="connsiteX3" fmla="*/ 39016 w 52469"/>
              <a:gd name="connsiteY3" fmla="*/ 25519 h 141023"/>
              <a:gd name="connsiteX4" fmla="*/ 41707 w 52469"/>
              <a:gd name="connsiteY4" fmla="*/ 26862 h 141023"/>
              <a:gd name="connsiteX5" fmla="*/ 47088 w 52469"/>
              <a:gd name="connsiteY5" fmla="*/ 40292 h 141023"/>
              <a:gd name="connsiteX6" fmla="*/ 49779 w 52469"/>
              <a:gd name="connsiteY6" fmla="*/ 51037 h 141023"/>
              <a:gd name="connsiteX7" fmla="*/ 49779 w 52469"/>
              <a:gd name="connsiteY7" fmla="*/ 59096 h 141023"/>
              <a:gd name="connsiteX8" fmla="*/ 51124 w 52469"/>
              <a:gd name="connsiteY8" fmla="*/ 63125 h 141023"/>
              <a:gd name="connsiteX9" fmla="*/ 51124 w 52469"/>
              <a:gd name="connsiteY9" fmla="*/ 68497 h 141023"/>
              <a:gd name="connsiteX10" fmla="*/ 48434 w 52469"/>
              <a:gd name="connsiteY10" fmla="*/ 72526 h 141023"/>
              <a:gd name="connsiteX11" fmla="*/ 48434 w 52469"/>
              <a:gd name="connsiteY11" fmla="*/ 76556 h 141023"/>
              <a:gd name="connsiteX12" fmla="*/ 47088 w 52469"/>
              <a:gd name="connsiteY12" fmla="*/ 107446 h 141023"/>
              <a:gd name="connsiteX13" fmla="*/ 49779 w 52469"/>
              <a:gd name="connsiteY13" fmla="*/ 114162 h 141023"/>
              <a:gd name="connsiteX14" fmla="*/ 49779 w 52469"/>
              <a:gd name="connsiteY14" fmla="*/ 120877 h 141023"/>
              <a:gd name="connsiteX15" fmla="*/ 52470 w 52469"/>
              <a:gd name="connsiteY15" fmla="*/ 127592 h 141023"/>
              <a:gd name="connsiteX16" fmla="*/ 52470 w 52469"/>
              <a:gd name="connsiteY16" fmla="*/ 132965 h 141023"/>
              <a:gd name="connsiteX17" fmla="*/ 49779 w 52469"/>
              <a:gd name="connsiteY17" fmla="*/ 131622 h 141023"/>
              <a:gd name="connsiteX18" fmla="*/ 34980 w 52469"/>
              <a:gd name="connsiteY18" fmla="*/ 141023 h 141023"/>
              <a:gd name="connsiteX19" fmla="*/ 33634 w 52469"/>
              <a:gd name="connsiteY19" fmla="*/ 141023 h 141023"/>
              <a:gd name="connsiteX20" fmla="*/ 30943 w 52469"/>
              <a:gd name="connsiteY20" fmla="*/ 136994 h 141023"/>
              <a:gd name="connsiteX21" fmla="*/ 28253 w 52469"/>
              <a:gd name="connsiteY21" fmla="*/ 134308 h 141023"/>
              <a:gd name="connsiteX22" fmla="*/ 25562 w 52469"/>
              <a:gd name="connsiteY22" fmla="*/ 132965 h 141023"/>
              <a:gd name="connsiteX23" fmla="*/ 22871 w 52469"/>
              <a:gd name="connsiteY23" fmla="*/ 126249 h 141023"/>
              <a:gd name="connsiteX24" fmla="*/ 21526 w 52469"/>
              <a:gd name="connsiteY24" fmla="*/ 119534 h 141023"/>
              <a:gd name="connsiteX25" fmla="*/ 22871 w 52469"/>
              <a:gd name="connsiteY25" fmla="*/ 112819 h 141023"/>
              <a:gd name="connsiteX26" fmla="*/ 22871 w 52469"/>
              <a:gd name="connsiteY26" fmla="*/ 110132 h 141023"/>
              <a:gd name="connsiteX27" fmla="*/ 25562 w 52469"/>
              <a:gd name="connsiteY27" fmla="*/ 103417 h 141023"/>
              <a:gd name="connsiteX28" fmla="*/ 25562 w 52469"/>
              <a:gd name="connsiteY28" fmla="*/ 88643 h 141023"/>
              <a:gd name="connsiteX29" fmla="*/ 22871 w 52469"/>
              <a:gd name="connsiteY29" fmla="*/ 84614 h 141023"/>
              <a:gd name="connsiteX30" fmla="*/ 24217 w 52469"/>
              <a:gd name="connsiteY30" fmla="*/ 76556 h 141023"/>
              <a:gd name="connsiteX31" fmla="*/ 21526 w 52469"/>
              <a:gd name="connsiteY31" fmla="*/ 72526 h 141023"/>
              <a:gd name="connsiteX32" fmla="*/ 24217 w 52469"/>
              <a:gd name="connsiteY32" fmla="*/ 68497 h 141023"/>
              <a:gd name="connsiteX33" fmla="*/ 22871 w 52469"/>
              <a:gd name="connsiteY33" fmla="*/ 64468 h 141023"/>
              <a:gd name="connsiteX34" fmla="*/ 20181 w 52469"/>
              <a:gd name="connsiteY34" fmla="*/ 61782 h 141023"/>
              <a:gd name="connsiteX35" fmla="*/ 21526 w 52469"/>
              <a:gd name="connsiteY35" fmla="*/ 57752 h 141023"/>
              <a:gd name="connsiteX36" fmla="*/ 22871 w 52469"/>
              <a:gd name="connsiteY36" fmla="*/ 53723 h 141023"/>
              <a:gd name="connsiteX37" fmla="*/ 22871 w 52469"/>
              <a:gd name="connsiteY37" fmla="*/ 45665 h 141023"/>
              <a:gd name="connsiteX38" fmla="*/ 20181 w 52469"/>
              <a:gd name="connsiteY38" fmla="*/ 44322 h 141023"/>
              <a:gd name="connsiteX39" fmla="*/ 17490 w 52469"/>
              <a:gd name="connsiteY39" fmla="*/ 42979 h 141023"/>
              <a:gd name="connsiteX40" fmla="*/ 17490 w 52469"/>
              <a:gd name="connsiteY40" fmla="*/ 33577 h 141023"/>
              <a:gd name="connsiteX41" fmla="*/ 18835 w 52469"/>
              <a:gd name="connsiteY41" fmla="*/ 26862 h 141023"/>
              <a:gd name="connsiteX42" fmla="*/ 13454 w 52469"/>
              <a:gd name="connsiteY42" fmla="*/ 22832 h 141023"/>
              <a:gd name="connsiteX43" fmla="*/ 10763 w 52469"/>
              <a:gd name="connsiteY43" fmla="*/ 18803 h 141023"/>
              <a:gd name="connsiteX44" fmla="*/ 5381 w 52469"/>
              <a:gd name="connsiteY44" fmla="*/ 13431 h 141023"/>
              <a:gd name="connsiteX45" fmla="*/ 5381 w 52469"/>
              <a:gd name="connsiteY45" fmla="*/ 9402 h 141023"/>
              <a:gd name="connsiteX46" fmla="*/ 2691 w 52469"/>
              <a:gd name="connsiteY46" fmla="*/ 8059 h 141023"/>
              <a:gd name="connsiteX47" fmla="*/ 0 w 52469"/>
              <a:gd name="connsiteY47" fmla="*/ 0 h 141023"/>
              <a:gd name="connsiteX48" fmla="*/ 2691 w 52469"/>
              <a:gd name="connsiteY48" fmla="*/ 0 h 141023"/>
              <a:gd name="connsiteX49" fmla="*/ 29598 w 52469"/>
              <a:gd name="connsiteY49" fmla="*/ 6715 h 14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52469" h="141023">
                <a:moveTo>
                  <a:pt x="28253" y="10745"/>
                </a:moveTo>
                <a:lnTo>
                  <a:pt x="29598" y="18803"/>
                </a:lnTo>
                <a:lnTo>
                  <a:pt x="36325" y="21489"/>
                </a:lnTo>
                <a:lnTo>
                  <a:pt x="39016" y="25519"/>
                </a:lnTo>
                <a:lnTo>
                  <a:pt x="41707" y="26862"/>
                </a:lnTo>
                <a:lnTo>
                  <a:pt x="47088" y="40292"/>
                </a:lnTo>
                <a:lnTo>
                  <a:pt x="49779" y="51037"/>
                </a:lnTo>
                <a:lnTo>
                  <a:pt x="49779" y="59096"/>
                </a:lnTo>
                <a:lnTo>
                  <a:pt x="51124" y="63125"/>
                </a:lnTo>
                <a:lnTo>
                  <a:pt x="51124" y="68497"/>
                </a:lnTo>
                <a:lnTo>
                  <a:pt x="48434" y="72526"/>
                </a:lnTo>
                <a:lnTo>
                  <a:pt x="48434" y="76556"/>
                </a:lnTo>
                <a:lnTo>
                  <a:pt x="47088" y="107446"/>
                </a:lnTo>
                <a:lnTo>
                  <a:pt x="49779" y="114162"/>
                </a:lnTo>
                <a:lnTo>
                  <a:pt x="49779" y="120877"/>
                </a:lnTo>
                <a:lnTo>
                  <a:pt x="52470" y="127592"/>
                </a:lnTo>
                <a:lnTo>
                  <a:pt x="52470" y="132965"/>
                </a:lnTo>
                <a:lnTo>
                  <a:pt x="49779" y="131622"/>
                </a:lnTo>
                <a:lnTo>
                  <a:pt x="34980" y="141023"/>
                </a:lnTo>
                <a:lnTo>
                  <a:pt x="33634" y="141023"/>
                </a:lnTo>
                <a:lnTo>
                  <a:pt x="30943" y="136994"/>
                </a:lnTo>
                <a:lnTo>
                  <a:pt x="28253" y="134308"/>
                </a:lnTo>
                <a:lnTo>
                  <a:pt x="25562" y="132965"/>
                </a:lnTo>
                <a:lnTo>
                  <a:pt x="22871" y="126249"/>
                </a:lnTo>
                <a:lnTo>
                  <a:pt x="21526" y="119534"/>
                </a:lnTo>
                <a:lnTo>
                  <a:pt x="22871" y="112819"/>
                </a:lnTo>
                <a:lnTo>
                  <a:pt x="22871" y="110132"/>
                </a:lnTo>
                <a:lnTo>
                  <a:pt x="25562" y="103417"/>
                </a:lnTo>
                <a:lnTo>
                  <a:pt x="25562" y="88643"/>
                </a:lnTo>
                <a:lnTo>
                  <a:pt x="22871" y="84614"/>
                </a:lnTo>
                <a:lnTo>
                  <a:pt x="24217" y="76556"/>
                </a:lnTo>
                <a:lnTo>
                  <a:pt x="21526" y="72526"/>
                </a:lnTo>
                <a:lnTo>
                  <a:pt x="24217" y="68497"/>
                </a:lnTo>
                <a:lnTo>
                  <a:pt x="22871" y="64468"/>
                </a:lnTo>
                <a:lnTo>
                  <a:pt x="20181" y="61782"/>
                </a:lnTo>
                <a:lnTo>
                  <a:pt x="21526" y="57752"/>
                </a:lnTo>
                <a:lnTo>
                  <a:pt x="22871" y="53723"/>
                </a:lnTo>
                <a:lnTo>
                  <a:pt x="22871" y="45665"/>
                </a:lnTo>
                <a:lnTo>
                  <a:pt x="20181" y="44322"/>
                </a:lnTo>
                <a:lnTo>
                  <a:pt x="17490" y="42979"/>
                </a:lnTo>
                <a:lnTo>
                  <a:pt x="17490" y="33577"/>
                </a:lnTo>
                <a:lnTo>
                  <a:pt x="18835" y="26862"/>
                </a:lnTo>
                <a:lnTo>
                  <a:pt x="13454" y="22832"/>
                </a:lnTo>
                <a:lnTo>
                  <a:pt x="10763" y="18803"/>
                </a:lnTo>
                <a:lnTo>
                  <a:pt x="5381" y="13431"/>
                </a:lnTo>
                <a:lnTo>
                  <a:pt x="5381" y="9402"/>
                </a:lnTo>
                <a:lnTo>
                  <a:pt x="2691" y="8059"/>
                </a:lnTo>
                <a:lnTo>
                  <a:pt x="0" y="0"/>
                </a:lnTo>
                <a:lnTo>
                  <a:pt x="2691" y="0"/>
                </a:lnTo>
                <a:lnTo>
                  <a:pt x="29598" y="671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47" name="Freeform 746">
            <a:extLst>
              <a:ext uri="{FF2B5EF4-FFF2-40B4-BE49-F238E27FC236}">
                <a16:creationId xmlns:a16="http://schemas.microsoft.com/office/drawing/2014/main" id="{6372896E-857B-D129-B597-14BAD69E29D8}"/>
              </a:ext>
            </a:extLst>
          </p:cNvPr>
          <p:cNvSpPr/>
          <p:nvPr/>
        </p:nvSpPr>
        <p:spPr>
          <a:xfrm>
            <a:off x="7375357" y="4304022"/>
            <a:ext cx="82067" cy="170570"/>
          </a:xfrm>
          <a:custGeom>
            <a:avLst/>
            <a:gdLst>
              <a:gd name="connsiteX0" fmla="*/ 41706 w 82067"/>
              <a:gd name="connsiteY0" fmla="*/ 9401 h 170570"/>
              <a:gd name="connsiteX1" fmla="*/ 45743 w 82067"/>
              <a:gd name="connsiteY1" fmla="*/ 8059 h 170570"/>
              <a:gd name="connsiteX2" fmla="*/ 44397 w 82067"/>
              <a:gd name="connsiteY2" fmla="*/ 5372 h 170570"/>
              <a:gd name="connsiteX3" fmla="*/ 47088 w 82067"/>
              <a:gd name="connsiteY3" fmla="*/ 0 h 170570"/>
              <a:gd name="connsiteX4" fmla="*/ 56506 w 82067"/>
              <a:gd name="connsiteY4" fmla="*/ 6715 h 170570"/>
              <a:gd name="connsiteX5" fmla="*/ 60542 w 82067"/>
              <a:gd name="connsiteY5" fmla="*/ 13431 h 170570"/>
              <a:gd name="connsiteX6" fmla="*/ 65923 w 82067"/>
              <a:gd name="connsiteY6" fmla="*/ 14774 h 170570"/>
              <a:gd name="connsiteX7" fmla="*/ 72650 w 82067"/>
              <a:gd name="connsiteY7" fmla="*/ 22832 h 170570"/>
              <a:gd name="connsiteX8" fmla="*/ 71305 w 82067"/>
              <a:gd name="connsiteY8" fmla="*/ 22832 h 170570"/>
              <a:gd name="connsiteX9" fmla="*/ 69959 w 82067"/>
              <a:gd name="connsiteY9" fmla="*/ 28205 h 170570"/>
              <a:gd name="connsiteX10" fmla="*/ 71305 w 82067"/>
              <a:gd name="connsiteY10" fmla="*/ 32234 h 170570"/>
              <a:gd name="connsiteX11" fmla="*/ 78032 w 82067"/>
              <a:gd name="connsiteY11" fmla="*/ 37606 h 170570"/>
              <a:gd name="connsiteX12" fmla="*/ 79377 w 82067"/>
              <a:gd name="connsiteY12" fmla="*/ 44322 h 170570"/>
              <a:gd name="connsiteX13" fmla="*/ 82068 w 82067"/>
              <a:gd name="connsiteY13" fmla="*/ 53723 h 170570"/>
              <a:gd name="connsiteX14" fmla="*/ 80723 w 82067"/>
              <a:gd name="connsiteY14" fmla="*/ 56409 h 170570"/>
              <a:gd name="connsiteX15" fmla="*/ 75341 w 82067"/>
              <a:gd name="connsiteY15" fmla="*/ 56409 h 170570"/>
              <a:gd name="connsiteX16" fmla="*/ 72650 w 82067"/>
              <a:gd name="connsiteY16" fmla="*/ 60438 h 170570"/>
              <a:gd name="connsiteX17" fmla="*/ 72650 w 82067"/>
              <a:gd name="connsiteY17" fmla="*/ 63125 h 170570"/>
              <a:gd name="connsiteX18" fmla="*/ 78032 w 82067"/>
              <a:gd name="connsiteY18" fmla="*/ 68497 h 170570"/>
              <a:gd name="connsiteX19" fmla="*/ 76686 w 82067"/>
              <a:gd name="connsiteY19" fmla="*/ 71183 h 170570"/>
              <a:gd name="connsiteX20" fmla="*/ 72650 w 82067"/>
              <a:gd name="connsiteY20" fmla="*/ 69840 h 170570"/>
              <a:gd name="connsiteX21" fmla="*/ 69959 w 82067"/>
              <a:gd name="connsiteY21" fmla="*/ 73869 h 170570"/>
              <a:gd name="connsiteX22" fmla="*/ 68614 w 82067"/>
              <a:gd name="connsiteY22" fmla="*/ 77899 h 170570"/>
              <a:gd name="connsiteX23" fmla="*/ 64578 w 82067"/>
              <a:gd name="connsiteY23" fmla="*/ 83271 h 170570"/>
              <a:gd name="connsiteX24" fmla="*/ 61887 w 82067"/>
              <a:gd name="connsiteY24" fmla="*/ 88643 h 170570"/>
              <a:gd name="connsiteX25" fmla="*/ 59196 w 82067"/>
              <a:gd name="connsiteY25" fmla="*/ 89986 h 170570"/>
              <a:gd name="connsiteX26" fmla="*/ 56506 w 82067"/>
              <a:gd name="connsiteY26" fmla="*/ 91329 h 170570"/>
              <a:gd name="connsiteX27" fmla="*/ 52470 w 82067"/>
              <a:gd name="connsiteY27" fmla="*/ 92672 h 170570"/>
              <a:gd name="connsiteX28" fmla="*/ 51124 w 82067"/>
              <a:gd name="connsiteY28" fmla="*/ 95359 h 170570"/>
              <a:gd name="connsiteX29" fmla="*/ 51124 w 82067"/>
              <a:gd name="connsiteY29" fmla="*/ 100731 h 170570"/>
              <a:gd name="connsiteX30" fmla="*/ 51124 w 82067"/>
              <a:gd name="connsiteY30" fmla="*/ 104760 h 170570"/>
              <a:gd name="connsiteX31" fmla="*/ 49779 w 82067"/>
              <a:gd name="connsiteY31" fmla="*/ 110132 h 170570"/>
              <a:gd name="connsiteX32" fmla="*/ 49779 w 82067"/>
              <a:gd name="connsiteY32" fmla="*/ 111475 h 170570"/>
              <a:gd name="connsiteX33" fmla="*/ 51124 w 82067"/>
              <a:gd name="connsiteY33" fmla="*/ 116848 h 170570"/>
              <a:gd name="connsiteX34" fmla="*/ 49779 w 82067"/>
              <a:gd name="connsiteY34" fmla="*/ 118191 h 170570"/>
              <a:gd name="connsiteX35" fmla="*/ 51124 w 82067"/>
              <a:gd name="connsiteY35" fmla="*/ 119534 h 170570"/>
              <a:gd name="connsiteX36" fmla="*/ 51124 w 82067"/>
              <a:gd name="connsiteY36" fmla="*/ 123563 h 170570"/>
              <a:gd name="connsiteX37" fmla="*/ 51124 w 82067"/>
              <a:gd name="connsiteY37" fmla="*/ 126249 h 170570"/>
              <a:gd name="connsiteX38" fmla="*/ 51124 w 82067"/>
              <a:gd name="connsiteY38" fmla="*/ 138337 h 170570"/>
              <a:gd name="connsiteX39" fmla="*/ 51124 w 82067"/>
              <a:gd name="connsiteY39" fmla="*/ 141023 h 170570"/>
              <a:gd name="connsiteX40" fmla="*/ 52470 w 82067"/>
              <a:gd name="connsiteY40" fmla="*/ 146396 h 170570"/>
              <a:gd name="connsiteX41" fmla="*/ 51124 w 82067"/>
              <a:gd name="connsiteY41" fmla="*/ 158483 h 170570"/>
              <a:gd name="connsiteX42" fmla="*/ 52470 w 82067"/>
              <a:gd name="connsiteY42" fmla="*/ 163855 h 170570"/>
              <a:gd name="connsiteX43" fmla="*/ 51124 w 82067"/>
              <a:gd name="connsiteY43" fmla="*/ 163855 h 170570"/>
              <a:gd name="connsiteX44" fmla="*/ 33634 w 82067"/>
              <a:gd name="connsiteY44" fmla="*/ 170571 h 170570"/>
              <a:gd name="connsiteX45" fmla="*/ 24217 w 82067"/>
              <a:gd name="connsiteY45" fmla="*/ 169228 h 170570"/>
              <a:gd name="connsiteX46" fmla="*/ 24217 w 82067"/>
              <a:gd name="connsiteY46" fmla="*/ 163855 h 170570"/>
              <a:gd name="connsiteX47" fmla="*/ 21526 w 82067"/>
              <a:gd name="connsiteY47" fmla="*/ 157140 h 170570"/>
              <a:gd name="connsiteX48" fmla="*/ 21526 w 82067"/>
              <a:gd name="connsiteY48" fmla="*/ 150425 h 170570"/>
              <a:gd name="connsiteX49" fmla="*/ 18835 w 82067"/>
              <a:gd name="connsiteY49" fmla="*/ 143709 h 170570"/>
              <a:gd name="connsiteX50" fmla="*/ 20181 w 82067"/>
              <a:gd name="connsiteY50" fmla="*/ 112819 h 170570"/>
              <a:gd name="connsiteX51" fmla="*/ 20181 w 82067"/>
              <a:gd name="connsiteY51" fmla="*/ 108789 h 170570"/>
              <a:gd name="connsiteX52" fmla="*/ 22871 w 82067"/>
              <a:gd name="connsiteY52" fmla="*/ 104760 h 170570"/>
              <a:gd name="connsiteX53" fmla="*/ 22871 w 82067"/>
              <a:gd name="connsiteY53" fmla="*/ 99388 h 170570"/>
              <a:gd name="connsiteX54" fmla="*/ 21526 w 82067"/>
              <a:gd name="connsiteY54" fmla="*/ 95359 h 170570"/>
              <a:gd name="connsiteX55" fmla="*/ 21526 w 82067"/>
              <a:gd name="connsiteY55" fmla="*/ 87300 h 170570"/>
              <a:gd name="connsiteX56" fmla="*/ 18835 w 82067"/>
              <a:gd name="connsiteY56" fmla="*/ 76555 h 170570"/>
              <a:gd name="connsiteX57" fmla="*/ 13454 w 82067"/>
              <a:gd name="connsiteY57" fmla="*/ 63125 h 170570"/>
              <a:gd name="connsiteX58" fmla="*/ 10763 w 82067"/>
              <a:gd name="connsiteY58" fmla="*/ 61782 h 170570"/>
              <a:gd name="connsiteX59" fmla="*/ 8072 w 82067"/>
              <a:gd name="connsiteY59" fmla="*/ 57752 h 170570"/>
              <a:gd name="connsiteX60" fmla="*/ 1345 w 82067"/>
              <a:gd name="connsiteY60" fmla="*/ 55066 h 170570"/>
              <a:gd name="connsiteX61" fmla="*/ 0 w 82067"/>
              <a:gd name="connsiteY61" fmla="*/ 47008 h 170570"/>
              <a:gd name="connsiteX62" fmla="*/ 2691 w 82067"/>
              <a:gd name="connsiteY62" fmla="*/ 41635 h 170570"/>
              <a:gd name="connsiteX63" fmla="*/ 9417 w 82067"/>
              <a:gd name="connsiteY63" fmla="*/ 38949 h 170570"/>
              <a:gd name="connsiteX64" fmla="*/ 8072 w 82067"/>
              <a:gd name="connsiteY64" fmla="*/ 33577 h 170570"/>
              <a:gd name="connsiteX65" fmla="*/ 12108 w 82067"/>
              <a:gd name="connsiteY65" fmla="*/ 30891 h 170570"/>
              <a:gd name="connsiteX66" fmla="*/ 12108 w 82067"/>
              <a:gd name="connsiteY66" fmla="*/ 25519 h 170570"/>
              <a:gd name="connsiteX67" fmla="*/ 17490 w 82067"/>
              <a:gd name="connsiteY67" fmla="*/ 24175 h 170570"/>
              <a:gd name="connsiteX68" fmla="*/ 20181 w 82067"/>
              <a:gd name="connsiteY68" fmla="*/ 25519 h 170570"/>
              <a:gd name="connsiteX69" fmla="*/ 28253 w 82067"/>
              <a:gd name="connsiteY69" fmla="*/ 20146 h 170570"/>
              <a:gd name="connsiteX70" fmla="*/ 32289 w 82067"/>
              <a:gd name="connsiteY70" fmla="*/ 20146 h 170570"/>
              <a:gd name="connsiteX71" fmla="*/ 37670 w 82067"/>
              <a:gd name="connsiteY71" fmla="*/ 13431 h 170570"/>
              <a:gd name="connsiteX72" fmla="*/ 37670 w 82067"/>
              <a:gd name="connsiteY72" fmla="*/ 9401 h 17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82067" h="170570">
                <a:moveTo>
                  <a:pt x="41706" y="9401"/>
                </a:moveTo>
                <a:lnTo>
                  <a:pt x="45743" y="8059"/>
                </a:lnTo>
                <a:lnTo>
                  <a:pt x="44397" y="5372"/>
                </a:lnTo>
                <a:lnTo>
                  <a:pt x="47088" y="0"/>
                </a:lnTo>
                <a:lnTo>
                  <a:pt x="56506" y="6715"/>
                </a:lnTo>
                <a:lnTo>
                  <a:pt x="60542" y="13431"/>
                </a:lnTo>
                <a:lnTo>
                  <a:pt x="65923" y="14774"/>
                </a:lnTo>
                <a:lnTo>
                  <a:pt x="72650" y="22832"/>
                </a:lnTo>
                <a:lnTo>
                  <a:pt x="71305" y="22832"/>
                </a:lnTo>
                <a:lnTo>
                  <a:pt x="69959" y="28205"/>
                </a:lnTo>
                <a:lnTo>
                  <a:pt x="71305" y="32234"/>
                </a:lnTo>
                <a:lnTo>
                  <a:pt x="78032" y="37606"/>
                </a:lnTo>
                <a:lnTo>
                  <a:pt x="79377" y="44322"/>
                </a:lnTo>
                <a:lnTo>
                  <a:pt x="82068" y="53723"/>
                </a:lnTo>
                <a:lnTo>
                  <a:pt x="80723" y="56409"/>
                </a:lnTo>
                <a:lnTo>
                  <a:pt x="75341" y="56409"/>
                </a:lnTo>
                <a:lnTo>
                  <a:pt x="72650" y="60438"/>
                </a:lnTo>
                <a:lnTo>
                  <a:pt x="72650" y="63125"/>
                </a:lnTo>
                <a:lnTo>
                  <a:pt x="78032" y="68497"/>
                </a:lnTo>
                <a:lnTo>
                  <a:pt x="76686" y="71183"/>
                </a:lnTo>
                <a:lnTo>
                  <a:pt x="72650" y="69840"/>
                </a:lnTo>
                <a:lnTo>
                  <a:pt x="69959" y="73869"/>
                </a:lnTo>
                <a:lnTo>
                  <a:pt x="68614" y="77899"/>
                </a:lnTo>
                <a:lnTo>
                  <a:pt x="64578" y="83271"/>
                </a:lnTo>
                <a:lnTo>
                  <a:pt x="61887" y="88643"/>
                </a:lnTo>
                <a:lnTo>
                  <a:pt x="59196" y="89986"/>
                </a:lnTo>
                <a:lnTo>
                  <a:pt x="56506" y="91329"/>
                </a:lnTo>
                <a:lnTo>
                  <a:pt x="52470" y="92672"/>
                </a:lnTo>
                <a:lnTo>
                  <a:pt x="51124" y="95359"/>
                </a:lnTo>
                <a:lnTo>
                  <a:pt x="51124" y="100731"/>
                </a:lnTo>
                <a:lnTo>
                  <a:pt x="51124" y="104760"/>
                </a:lnTo>
                <a:lnTo>
                  <a:pt x="49779" y="110132"/>
                </a:lnTo>
                <a:lnTo>
                  <a:pt x="49779" y="111475"/>
                </a:lnTo>
                <a:lnTo>
                  <a:pt x="51124" y="116848"/>
                </a:lnTo>
                <a:lnTo>
                  <a:pt x="49779" y="118191"/>
                </a:lnTo>
                <a:lnTo>
                  <a:pt x="51124" y="119534"/>
                </a:lnTo>
                <a:lnTo>
                  <a:pt x="51124" y="123563"/>
                </a:lnTo>
                <a:lnTo>
                  <a:pt x="51124" y="126249"/>
                </a:lnTo>
                <a:lnTo>
                  <a:pt x="51124" y="138337"/>
                </a:lnTo>
                <a:lnTo>
                  <a:pt x="51124" y="141023"/>
                </a:lnTo>
                <a:lnTo>
                  <a:pt x="52470" y="146396"/>
                </a:lnTo>
                <a:lnTo>
                  <a:pt x="51124" y="158483"/>
                </a:lnTo>
                <a:lnTo>
                  <a:pt x="52470" y="163855"/>
                </a:lnTo>
                <a:lnTo>
                  <a:pt x="51124" y="163855"/>
                </a:lnTo>
                <a:lnTo>
                  <a:pt x="33634" y="170571"/>
                </a:lnTo>
                <a:lnTo>
                  <a:pt x="24217" y="169228"/>
                </a:lnTo>
                <a:lnTo>
                  <a:pt x="24217" y="163855"/>
                </a:lnTo>
                <a:lnTo>
                  <a:pt x="21526" y="157140"/>
                </a:lnTo>
                <a:lnTo>
                  <a:pt x="21526" y="150425"/>
                </a:lnTo>
                <a:lnTo>
                  <a:pt x="18835" y="143709"/>
                </a:lnTo>
                <a:lnTo>
                  <a:pt x="20181" y="112819"/>
                </a:lnTo>
                <a:lnTo>
                  <a:pt x="20181" y="108789"/>
                </a:lnTo>
                <a:lnTo>
                  <a:pt x="22871" y="104760"/>
                </a:lnTo>
                <a:lnTo>
                  <a:pt x="22871" y="99388"/>
                </a:lnTo>
                <a:lnTo>
                  <a:pt x="21526" y="95359"/>
                </a:lnTo>
                <a:lnTo>
                  <a:pt x="21526" y="87300"/>
                </a:lnTo>
                <a:lnTo>
                  <a:pt x="18835" y="76555"/>
                </a:lnTo>
                <a:lnTo>
                  <a:pt x="13454" y="63125"/>
                </a:lnTo>
                <a:lnTo>
                  <a:pt x="10763" y="61782"/>
                </a:lnTo>
                <a:lnTo>
                  <a:pt x="8072" y="57752"/>
                </a:lnTo>
                <a:lnTo>
                  <a:pt x="1345" y="55066"/>
                </a:lnTo>
                <a:lnTo>
                  <a:pt x="0" y="47008"/>
                </a:lnTo>
                <a:lnTo>
                  <a:pt x="2691" y="41635"/>
                </a:lnTo>
                <a:lnTo>
                  <a:pt x="9417" y="38949"/>
                </a:lnTo>
                <a:lnTo>
                  <a:pt x="8072" y="33577"/>
                </a:lnTo>
                <a:lnTo>
                  <a:pt x="12108" y="30891"/>
                </a:lnTo>
                <a:lnTo>
                  <a:pt x="12108" y="25519"/>
                </a:lnTo>
                <a:lnTo>
                  <a:pt x="17490" y="24175"/>
                </a:lnTo>
                <a:lnTo>
                  <a:pt x="20181" y="25519"/>
                </a:lnTo>
                <a:lnTo>
                  <a:pt x="28253" y="20146"/>
                </a:lnTo>
                <a:lnTo>
                  <a:pt x="32289" y="20146"/>
                </a:lnTo>
                <a:lnTo>
                  <a:pt x="37670" y="13431"/>
                </a:lnTo>
                <a:lnTo>
                  <a:pt x="37670" y="9401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748" name="Graphic 5">
            <a:extLst>
              <a:ext uri="{FF2B5EF4-FFF2-40B4-BE49-F238E27FC236}">
                <a16:creationId xmlns:a16="http://schemas.microsoft.com/office/drawing/2014/main" id="{0866365F-3730-DB9E-CE81-E5955E2431F0}"/>
              </a:ext>
            </a:extLst>
          </p:cNvPr>
          <p:cNvGrpSpPr/>
          <p:nvPr/>
        </p:nvGrpSpPr>
        <p:grpSpPr>
          <a:xfrm>
            <a:off x="7661922" y="4012574"/>
            <a:ext cx="302709" cy="431127"/>
            <a:chOff x="7661922" y="4012574"/>
            <a:chExt cx="302709" cy="431127"/>
          </a:xfrm>
          <a:solidFill>
            <a:srgbClr val="E5E5E4"/>
          </a:solidFill>
        </p:grpSpPr>
        <p:sp>
          <p:nvSpPr>
            <p:cNvPr id="749" name="Freeform 748">
              <a:extLst>
                <a:ext uri="{FF2B5EF4-FFF2-40B4-BE49-F238E27FC236}">
                  <a16:creationId xmlns:a16="http://schemas.microsoft.com/office/drawing/2014/main" id="{34F0158C-E604-C7EF-EDD2-58470CA45354}"/>
                </a:ext>
              </a:extLst>
            </p:cNvPr>
            <p:cNvSpPr/>
            <p:nvPr/>
          </p:nvSpPr>
          <p:spPr>
            <a:xfrm>
              <a:off x="7694211" y="4012574"/>
              <a:ext cx="270420" cy="431127"/>
            </a:xfrm>
            <a:custGeom>
              <a:avLst/>
              <a:gdLst>
                <a:gd name="connsiteX0" fmla="*/ 29598 w 270420"/>
                <a:gd name="connsiteY0" fmla="*/ 12088 h 431127"/>
                <a:gd name="connsiteX1" fmla="*/ 59196 w 270420"/>
                <a:gd name="connsiteY1" fmla="*/ 0 h 431127"/>
                <a:gd name="connsiteX2" fmla="*/ 269075 w 270420"/>
                <a:gd name="connsiteY2" fmla="*/ 106103 h 431127"/>
                <a:gd name="connsiteX3" fmla="*/ 270421 w 270420"/>
                <a:gd name="connsiteY3" fmla="*/ 208177 h 431127"/>
                <a:gd name="connsiteX4" fmla="*/ 266385 w 270420"/>
                <a:gd name="connsiteY4" fmla="*/ 209520 h 431127"/>
                <a:gd name="connsiteX5" fmla="*/ 262348 w 270420"/>
                <a:gd name="connsiteY5" fmla="*/ 212206 h 431127"/>
                <a:gd name="connsiteX6" fmla="*/ 256967 w 270420"/>
                <a:gd name="connsiteY6" fmla="*/ 209520 h 431127"/>
                <a:gd name="connsiteX7" fmla="*/ 250240 w 270420"/>
                <a:gd name="connsiteY7" fmla="*/ 209520 h 431127"/>
                <a:gd name="connsiteX8" fmla="*/ 246204 w 270420"/>
                <a:gd name="connsiteY8" fmla="*/ 213549 h 431127"/>
                <a:gd name="connsiteX9" fmla="*/ 246204 w 270420"/>
                <a:gd name="connsiteY9" fmla="*/ 220265 h 431127"/>
                <a:gd name="connsiteX10" fmla="*/ 248895 w 270420"/>
                <a:gd name="connsiteY10" fmla="*/ 224294 h 431127"/>
                <a:gd name="connsiteX11" fmla="*/ 246204 w 270420"/>
                <a:gd name="connsiteY11" fmla="*/ 229666 h 431127"/>
                <a:gd name="connsiteX12" fmla="*/ 236786 w 270420"/>
                <a:gd name="connsiteY12" fmla="*/ 240411 h 431127"/>
                <a:gd name="connsiteX13" fmla="*/ 234095 w 270420"/>
                <a:gd name="connsiteY13" fmla="*/ 240411 h 431127"/>
                <a:gd name="connsiteX14" fmla="*/ 230059 w 270420"/>
                <a:gd name="connsiteY14" fmla="*/ 245783 h 431127"/>
                <a:gd name="connsiteX15" fmla="*/ 230059 w 270420"/>
                <a:gd name="connsiteY15" fmla="*/ 248469 h 431127"/>
                <a:gd name="connsiteX16" fmla="*/ 234095 w 270420"/>
                <a:gd name="connsiteY16" fmla="*/ 252499 h 431127"/>
                <a:gd name="connsiteX17" fmla="*/ 230059 w 270420"/>
                <a:gd name="connsiteY17" fmla="*/ 257871 h 431127"/>
                <a:gd name="connsiteX18" fmla="*/ 226024 w 270420"/>
                <a:gd name="connsiteY18" fmla="*/ 260557 h 431127"/>
                <a:gd name="connsiteX19" fmla="*/ 224678 w 270420"/>
                <a:gd name="connsiteY19" fmla="*/ 264586 h 431127"/>
                <a:gd name="connsiteX20" fmla="*/ 228714 w 270420"/>
                <a:gd name="connsiteY20" fmla="*/ 267272 h 431127"/>
                <a:gd name="connsiteX21" fmla="*/ 230059 w 270420"/>
                <a:gd name="connsiteY21" fmla="*/ 272645 h 431127"/>
                <a:gd name="connsiteX22" fmla="*/ 227369 w 270420"/>
                <a:gd name="connsiteY22" fmla="*/ 276674 h 431127"/>
                <a:gd name="connsiteX23" fmla="*/ 217951 w 270420"/>
                <a:gd name="connsiteY23" fmla="*/ 284732 h 431127"/>
                <a:gd name="connsiteX24" fmla="*/ 217951 w 270420"/>
                <a:gd name="connsiteY24" fmla="*/ 290105 h 431127"/>
                <a:gd name="connsiteX25" fmla="*/ 221987 w 270420"/>
                <a:gd name="connsiteY25" fmla="*/ 294134 h 431127"/>
                <a:gd name="connsiteX26" fmla="*/ 228714 w 270420"/>
                <a:gd name="connsiteY26" fmla="*/ 290105 h 431127"/>
                <a:gd name="connsiteX27" fmla="*/ 231405 w 270420"/>
                <a:gd name="connsiteY27" fmla="*/ 290105 h 431127"/>
                <a:gd name="connsiteX28" fmla="*/ 231405 w 270420"/>
                <a:gd name="connsiteY28" fmla="*/ 294134 h 431127"/>
                <a:gd name="connsiteX29" fmla="*/ 228714 w 270420"/>
                <a:gd name="connsiteY29" fmla="*/ 296820 h 431127"/>
                <a:gd name="connsiteX30" fmla="*/ 231405 w 270420"/>
                <a:gd name="connsiteY30" fmla="*/ 298163 h 431127"/>
                <a:gd name="connsiteX31" fmla="*/ 230059 w 270420"/>
                <a:gd name="connsiteY31" fmla="*/ 302192 h 431127"/>
                <a:gd name="connsiteX32" fmla="*/ 232750 w 270420"/>
                <a:gd name="connsiteY32" fmla="*/ 306222 h 431127"/>
                <a:gd name="connsiteX33" fmla="*/ 232750 w 270420"/>
                <a:gd name="connsiteY33" fmla="*/ 312937 h 431127"/>
                <a:gd name="connsiteX34" fmla="*/ 234095 w 270420"/>
                <a:gd name="connsiteY34" fmla="*/ 318309 h 431127"/>
                <a:gd name="connsiteX35" fmla="*/ 243513 w 270420"/>
                <a:gd name="connsiteY35" fmla="*/ 320995 h 431127"/>
                <a:gd name="connsiteX36" fmla="*/ 246204 w 270420"/>
                <a:gd name="connsiteY36" fmla="*/ 325025 h 431127"/>
                <a:gd name="connsiteX37" fmla="*/ 243513 w 270420"/>
                <a:gd name="connsiteY37" fmla="*/ 327711 h 431127"/>
                <a:gd name="connsiteX38" fmla="*/ 243513 w 270420"/>
                <a:gd name="connsiteY38" fmla="*/ 331740 h 431127"/>
                <a:gd name="connsiteX39" fmla="*/ 242168 w 270420"/>
                <a:gd name="connsiteY39" fmla="*/ 335769 h 431127"/>
                <a:gd name="connsiteX40" fmla="*/ 235441 w 270420"/>
                <a:gd name="connsiteY40" fmla="*/ 338455 h 431127"/>
                <a:gd name="connsiteX41" fmla="*/ 232750 w 270420"/>
                <a:gd name="connsiteY41" fmla="*/ 337112 h 431127"/>
                <a:gd name="connsiteX42" fmla="*/ 226024 w 270420"/>
                <a:gd name="connsiteY42" fmla="*/ 337112 h 431127"/>
                <a:gd name="connsiteX43" fmla="*/ 220642 w 270420"/>
                <a:gd name="connsiteY43" fmla="*/ 339799 h 431127"/>
                <a:gd name="connsiteX44" fmla="*/ 215260 w 270420"/>
                <a:gd name="connsiteY44" fmla="*/ 343828 h 431127"/>
                <a:gd name="connsiteX45" fmla="*/ 213915 w 270420"/>
                <a:gd name="connsiteY45" fmla="*/ 346514 h 431127"/>
                <a:gd name="connsiteX46" fmla="*/ 213915 w 270420"/>
                <a:gd name="connsiteY46" fmla="*/ 350543 h 431127"/>
                <a:gd name="connsiteX47" fmla="*/ 211224 w 270420"/>
                <a:gd name="connsiteY47" fmla="*/ 351886 h 431127"/>
                <a:gd name="connsiteX48" fmla="*/ 205843 w 270420"/>
                <a:gd name="connsiteY48" fmla="*/ 358602 h 431127"/>
                <a:gd name="connsiteX49" fmla="*/ 203152 w 270420"/>
                <a:gd name="connsiteY49" fmla="*/ 359945 h 431127"/>
                <a:gd name="connsiteX50" fmla="*/ 201806 w 270420"/>
                <a:gd name="connsiteY50" fmla="*/ 358602 h 431127"/>
                <a:gd name="connsiteX51" fmla="*/ 197771 w 270420"/>
                <a:gd name="connsiteY51" fmla="*/ 362631 h 431127"/>
                <a:gd name="connsiteX52" fmla="*/ 197771 w 270420"/>
                <a:gd name="connsiteY52" fmla="*/ 366660 h 431127"/>
                <a:gd name="connsiteX53" fmla="*/ 193734 w 270420"/>
                <a:gd name="connsiteY53" fmla="*/ 369346 h 431127"/>
                <a:gd name="connsiteX54" fmla="*/ 193734 w 270420"/>
                <a:gd name="connsiteY54" fmla="*/ 373375 h 431127"/>
                <a:gd name="connsiteX55" fmla="*/ 193734 w 270420"/>
                <a:gd name="connsiteY55" fmla="*/ 377405 h 431127"/>
                <a:gd name="connsiteX56" fmla="*/ 192389 w 270420"/>
                <a:gd name="connsiteY56" fmla="*/ 381434 h 431127"/>
                <a:gd name="connsiteX57" fmla="*/ 188353 w 270420"/>
                <a:gd name="connsiteY57" fmla="*/ 382777 h 431127"/>
                <a:gd name="connsiteX58" fmla="*/ 182971 w 270420"/>
                <a:gd name="connsiteY58" fmla="*/ 386806 h 431127"/>
                <a:gd name="connsiteX59" fmla="*/ 173554 w 270420"/>
                <a:gd name="connsiteY59" fmla="*/ 388149 h 431127"/>
                <a:gd name="connsiteX60" fmla="*/ 166827 w 270420"/>
                <a:gd name="connsiteY60" fmla="*/ 389492 h 431127"/>
                <a:gd name="connsiteX61" fmla="*/ 160100 w 270420"/>
                <a:gd name="connsiteY61" fmla="*/ 388149 h 431127"/>
                <a:gd name="connsiteX62" fmla="*/ 156064 w 270420"/>
                <a:gd name="connsiteY62" fmla="*/ 386806 h 431127"/>
                <a:gd name="connsiteX63" fmla="*/ 149337 w 270420"/>
                <a:gd name="connsiteY63" fmla="*/ 386806 h 431127"/>
                <a:gd name="connsiteX64" fmla="*/ 145301 w 270420"/>
                <a:gd name="connsiteY64" fmla="*/ 385463 h 431127"/>
                <a:gd name="connsiteX65" fmla="*/ 142610 w 270420"/>
                <a:gd name="connsiteY65" fmla="*/ 388149 h 431127"/>
                <a:gd name="connsiteX66" fmla="*/ 141265 w 270420"/>
                <a:gd name="connsiteY66" fmla="*/ 392178 h 431127"/>
                <a:gd name="connsiteX67" fmla="*/ 145301 w 270420"/>
                <a:gd name="connsiteY67" fmla="*/ 397551 h 431127"/>
                <a:gd name="connsiteX68" fmla="*/ 149337 w 270420"/>
                <a:gd name="connsiteY68" fmla="*/ 397551 h 431127"/>
                <a:gd name="connsiteX69" fmla="*/ 149337 w 270420"/>
                <a:gd name="connsiteY69" fmla="*/ 401580 h 431127"/>
                <a:gd name="connsiteX70" fmla="*/ 142610 w 270420"/>
                <a:gd name="connsiteY70" fmla="*/ 406952 h 431127"/>
                <a:gd name="connsiteX71" fmla="*/ 138574 w 270420"/>
                <a:gd name="connsiteY71" fmla="*/ 410982 h 431127"/>
                <a:gd name="connsiteX72" fmla="*/ 131847 w 270420"/>
                <a:gd name="connsiteY72" fmla="*/ 410982 h 431127"/>
                <a:gd name="connsiteX73" fmla="*/ 117048 w 270420"/>
                <a:gd name="connsiteY73" fmla="*/ 413668 h 431127"/>
                <a:gd name="connsiteX74" fmla="*/ 110321 w 270420"/>
                <a:gd name="connsiteY74" fmla="*/ 417697 h 431127"/>
                <a:gd name="connsiteX75" fmla="*/ 102249 w 270420"/>
                <a:gd name="connsiteY75" fmla="*/ 421726 h 431127"/>
                <a:gd name="connsiteX76" fmla="*/ 95522 w 270420"/>
                <a:gd name="connsiteY76" fmla="*/ 425755 h 431127"/>
                <a:gd name="connsiteX77" fmla="*/ 91486 w 270420"/>
                <a:gd name="connsiteY77" fmla="*/ 427099 h 431127"/>
                <a:gd name="connsiteX78" fmla="*/ 88795 w 270420"/>
                <a:gd name="connsiteY78" fmla="*/ 424412 h 431127"/>
                <a:gd name="connsiteX79" fmla="*/ 87449 w 270420"/>
                <a:gd name="connsiteY79" fmla="*/ 419040 h 431127"/>
                <a:gd name="connsiteX80" fmla="*/ 84759 w 270420"/>
                <a:gd name="connsiteY80" fmla="*/ 416354 h 431127"/>
                <a:gd name="connsiteX81" fmla="*/ 82068 w 270420"/>
                <a:gd name="connsiteY81" fmla="*/ 419040 h 431127"/>
                <a:gd name="connsiteX82" fmla="*/ 82068 w 270420"/>
                <a:gd name="connsiteY82" fmla="*/ 424412 h 431127"/>
                <a:gd name="connsiteX83" fmla="*/ 78032 w 270420"/>
                <a:gd name="connsiteY83" fmla="*/ 429785 h 431127"/>
                <a:gd name="connsiteX84" fmla="*/ 71305 w 270420"/>
                <a:gd name="connsiteY84" fmla="*/ 431128 h 431127"/>
                <a:gd name="connsiteX85" fmla="*/ 67269 w 270420"/>
                <a:gd name="connsiteY85" fmla="*/ 431128 h 431127"/>
                <a:gd name="connsiteX86" fmla="*/ 61887 w 270420"/>
                <a:gd name="connsiteY86" fmla="*/ 431128 h 431127"/>
                <a:gd name="connsiteX87" fmla="*/ 61887 w 270420"/>
                <a:gd name="connsiteY87" fmla="*/ 425755 h 431127"/>
                <a:gd name="connsiteX88" fmla="*/ 57851 w 270420"/>
                <a:gd name="connsiteY88" fmla="*/ 423069 h 431127"/>
                <a:gd name="connsiteX89" fmla="*/ 57851 w 270420"/>
                <a:gd name="connsiteY89" fmla="*/ 419040 h 431127"/>
                <a:gd name="connsiteX90" fmla="*/ 53815 w 270420"/>
                <a:gd name="connsiteY90" fmla="*/ 412325 h 431127"/>
                <a:gd name="connsiteX91" fmla="*/ 49779 w 270420"/>
                <a:gd name="connsiteY91" fmla="*/ 405609 h 431127"/>
                <a:gd name="connsiteX92" fmla="*/ 45743 w 270420"/>
                <a:gd name="connsiteY92" fmla="*/ 401580 h 431127"/>
                <a:gd name="connsiteX93" fmla="*/ 36325 w 270420"/>
                <a:gd name="connsiteY93" fmla="*/ 392178 h 431127"/>
                <a:gd name="connsiteX94" fmla="*/ 26908 w 270420"/>
                <a:gd name="connsiteY94" fmla="*/ 384120 h 431127"/>
                <a:gd name="connsiteX95" fmla="*/ 22872 w 270420"/>
                <a:gd name="connsiteY95" fmla="*/ 381434 h 431127"/>
                <a:gd name="connsiteX96" fmla="*/ 21526 w 270420"/>
                <a:gd name="connsiteY96" fmla="*/ 378748 h 431127"/>
                <a:gd name="connsiteX97" fmla="*/ 18835 w 270420"/>
                <a:gd name="connsiteY97" fmla="*/ 377405 h 431127"/>
                <a:gd name="connsiteX98" fmla="*/ 18835 w 270420"/>
                <a:gd name="connsiteY98" fmla="*/ 374718 h 431127"/>
                <a:gd name="connsiteX99" fmla="*/ 18835 w 270420"/>
                <a:gd name="connsiteY99" fmla="*/ 369346 h 431127"/>
                <a:gd name="connsiteX100" fmla="*/ 20181 w 270420"/>
                <a:gd name="connsiteY100" fmla="*/ 366660 h 431127"/>
                <a:gd name="connsiteX101" fmla="*/ 20181 w 270420"/>
                <a:gd name="connsiteY101" fmla="*/ 362631 h 431127"/>
                <a:gd name="connsiteX102" fmla="*/ 24217 w 270420"/>
                <a:gd name="connsiteY102" fmla="*/ 362631 h 431127"/>
                <a:gd name="connsiteX103" fmla="*/ 28253 w 270420"/>
                <a:gd name="connsiteY103" fmla="*/ 362631 h 431127"/>
                <a:gd name="connsiteX104" fmla="*/ 30944 w 270420"/>
                <a:gd name="connsiteY104" fmla="*/ 363974 h 431127"/>
                <a:gd name="connsiteX105" fmla="*/ 34980 w 270420"/>
                <a:gd name="connsiteY105" fmla="*/ 362631 h 431127"/>
                <a:gd name="connsiteX106" fmla="*/ 39016 w 270420"/>
                <a:gd name="connsiteY106" fmla="*/ 362631 h 431127"/>
                <a:gd name="connsiteX107" fmla="*/ 43052 w 270420"/>
                <a:gd name="connsiteY107" fmla="*/ 362631 h 431127"/>
                <a:gd name="connsiteX108" fmla="*/ 48434 w 270420"/>
                <a:gd name="connsiteY108" fmla="*/ 363974 h 431127"/>
                <a:gd name="connsiteX109" fmla="*/ 51125 w 270420"/>
                <a:gd name="connsiteY109" fmla="*/ 365317 h 431127"/>
                <a:gd name="connsiteX110" fmla="*/ 55161 w 270420"/>
                <a:gd name="connsiteY110" fmla="*/ 365317 h 431127"/>
                <a:gd name="connsiteX111" fmla="*/ 57851 w 270420"/>
                <a:gd name="connsiteY111" fmla="*/ 363974 h 431127"/>
                <a:gd name="connsiteX112" fmla="*/ 55161 w 270420"/>
                <a:gd name="connsiteY112" fmla="*/ 362631 h 431127"/>
                <a:gd name="connsiteX113" fmla="*/ 48434 w 270420"/>
                <a:gd name="connsiteY113" fmla="*/ 357259 h 431127"/>
                <a:gd name="connsiteX114" fmla="*/ 47088 w 270420"/>
                <a:gd name="connsiteY114" fmla="*/ 350543 h 431127"/>
                <a:gd name="connsiteX115" fmla="*/ 43052 w 270420"/>
                <a:gd name="connsiteY115" fmla="*/ 349200 h 431127"/>
                <a:gd name="connsiteX116" fmla="*/ 39016 w 270420"/>
                <a:gd name="connsiteY116" fmla="*/ 342485 h 431127"/>
                <a:gd name="connsiteX117" fmla="*/ 37671 w 270420"/>
                <a:gd name="connsiteY117" fmla="*/ 337112 h 431127"/>
                <a:gd name="connsiteX118" fmla="*/ 41707 w 270420"/>
                <a:gd name="connsiteY118" fmla="*/ 334426 h 431127"/>
                <a:gd name="connsiteX119" fmla="*/ 43052 w 270420"/>
                <a:gd name="connsiteY119" fmla="*/ 327711 h 431127"/>
                <a:gd name="connsiteX120" fmla="*/ 40361 w 270420"/>
                <a:gd name="connsiteY120" fmla="*/ 323682 h 431127"/>
                <a:gd name="connsiteX121" fmla="*/ 40361 w 270420"/>
                <a:gd name="connsiteY121" fmla="*/ 322338 h 431127"/>
                <a:gd name="connsiteX122" fmla="*/ 41707 w 270420"/>
                <a:gd name="connsiteY122" fmla="*/ 319652 h 431127"/>
                <a:gd name="connsiteX123" fmla="*/ 41707 w 270420"/>
                <a:gd name="connsiteY123" fmla="*/ 315623 h 431127"/>
                <a:gd name="connsiteX124" fmla="*/ 39016 w 270420"/>
                <a:gd name="connsiteY124" fmla="*/ 308908 h 431127"/>
                <a:gd name="connsiteX125" fmla="*/ 37671 w 270420"/>
                <a:gd name="connsiteY125" fmla="*/ 304878 h 431127"/>
                <a:gd name="connsiteX126" fmla="*/ 36325 w 270420"/>
                <a:gd name="connsiteY126" fmla="*/ 302192 h 431127"/>
                <a:gd name="connsiteX127" fmla="*/ 34980 w 270420"/>
                <a:gd name="connsiteY127" fmla="*/ 294134 h 431127"/>
                <a:gd name="connsiteX128" fmla="*/ 28253 w 270420"/>
                <a:gd name="connsiteY128" fmla="*/ 288762 h 431127"/>
                <a:gd name="connsiteX129" fmla="*/ 16145 w 270420"/>
                <a:gd name="connsiteY129" fmla="*/ 282046 h 431127"/>
                <a:gd name="connsiteX130" fmla="*/ 14799 w 270420"/>
                <a:gd name="connsiteY130" fmla="*/ 282046 h 431127"/>
                <a:gd name="connsiteX131" fmla="*/ 12108 w 270420"/>
                <a:gd name="connsiteY131" fmla="*/ 275331 h 431127"/>
                <a:gd name="connsiteX132" fmla="*/ 5381 w 270420"/>
                <a:gd name="connsiteY132" fmla="*/ 267272 h 431127"/>
                <a:gd name="connsiteX133" fmla="*/ 1345 w 270420"/>
                <a:gd name="connsiteY133" fmla="*/ 265929 h 431127"/>
                <a:gd name="connsiteX134" fmla="*/ 0 w 270420"/>
                <a:gd name="connsiteY134" fmla="*/ 233695 h 431127"/>
                <a:gd name="connsiteX135" fmla="*/ 0 w 270420"/>
                <a:gd name="connsiteY135" fmla="*/ 229666 h 431127"/>
                <a:gd name="connsiteX136" fmla="*/ 2691 w 270420"/>
                <a:gd name="connsiteY136" fmla="*/ 229666 h 431127"/>
                <a:gd name="connsiteX137" fmla="*/ 5381 w 270420"/>
                <a:gd name="connsiteY137" fmla="*/ 228323 h 431127"/>
                <a:gd name="connsiteX138" fmla="*/ 6727 w 270420"/>
                <a:gd name="connsiteY138" fmla="*/ 225637 h 431127"/>
                <a:gd name="connsiteX139" fmla="*/ 49779 w 270420"/>
                <a:gd name="connsiteY139" fmla="*/ 182659 h 431127"/>
                <a:gd name="connsiteX140" fmla="*/ 49779 w 270420"/>
                <a:gd name="connsiteY140" fmla="*/ 143709 h 431127"/>
                <a:gd name="connsiteX141" fmla="*/ 56506 w 270420"/>
                <a:gd name="connsiteY141" fmla="*/ 95359 h 431127"/>
                <a:gd name="connsiteX142" fmla="*/ 60542 w 270420"/>
                <a:gd name="connsiteY142" fmla="*/ 91329 h 431127"/>
                <a:gd name="connsiteX143" fmla="*/ 60542 w 270420"/>
                <a:gd name="connsiteY143" fmla="*/ 81928 h 431127"/>
                <a:gd name="connsiteX144" fmla="*/ 43052 w 270420"/>
                <a:gd name="connsiteY144" fmla="*/ 60438 h 431127"/>
                <a:gd name="connsiteX145" fmla="*/ 44398 w 270420"/>
                <a:gd name="connsiteY145" fmla="*/ 57752 h 431127"/>
                <a:gd name="connsiteX146" fmla="*/ 45743 w 270420"/>
                <a:gd name="connsiteY146" fmla="*/ 51037 h 431127"/>
                <a:gd name="connsiteX147" fmla="*/ 33634 w 270420"/>
                <a:gd name="connsiteY147" fmla="*/ 14774 h 43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270420" h="431127">
                  <a:moveTo>
                    <a:pt x="29598" y="12088"/>
                  </a:moveTo>
                  <a:lnTo>
                    <a:pt x="59196" y="0"/>
                  </a:lnTo>
                  <a:lnTo>
                    <a:pt x="269075" y="106103"/>
                  </a:lnTo>
                  <a:lnTo>
                    <a:pt x="270421" y="208177"/>
                  </a:lnTo>
                  <a:lnTo>
                    <a:pt x="266385" y="209520"/>
                  </a:lnTo>
                  <a:lnTo>
                    <a:pt x="262348" y="212206"/>
                  </a:lnTo>
                  <a:lnTo>
                    <a:pt x="256967" y="209520"/>
                  </a:lnTo>
                  <a:lnTo>
                    <a:pt x="250240" y="209520"/>
                  </a:lnTo>
                  <a:lnTo>
                    <a:pt x="246204" y="213549"/>
                  </a:lnTo>
                  <a:lnTo>
                    <a:pt x="246204" y="220265"/>
                  </a:lnTo>
                  <a:lnTo>
                    <a:pt x="248895" y="224294"/>
                  </a:lnTo>
                  <a:lnTo>
                    <a:pt x="246204" y="229666"/>
                  </a:lnTo>
                  <a:lnTo>
                    <a:pt x="236786" y="240411"/>
                  </a:lnTo>
                  <a:lnTo>
                    <a:pt x="234095" y="240411"/>
                  </a:lnTo>
                  <a:lnTo>
                    <a:pt x="230059" y="245783"/>
                  </a:lnTo>
                  <a:lnTo>
                    <a:pt x="230059" y="248469"/>
                  </a:lnTo>
                  <a:lnTo>
                    <a:pt x="234095" y="252499"/>
                  </a:lnTo>
                  <a:lnTo>
                    <a:pt x="230059" y="257871"/>
                  </a:lnTo>
                  <a:lnTo>
                    <a:pt x="226024" y="260557"/>
                  </a:lnTo>
                  <a:lnTo>
                    <a:pt x="224678" y="264586"/>
                  </a:lnTo>
                  <a:lnTo>
                    <a:pt x="228714" y="267272"/>
                  </a:lnTo>
                  <a:lnTo>
                    <a:pt x="230059" y="272645"/>
                  </a:lnTo>
                  <a:lnTo>
                    <a:pt x="227369" y="276674"/>
                  </a:lnTo>
                  <a:lnTo>
                    <a:pt x="217951" y="284732"/>
                  </a:lnTo>
                  <a:lnTo>
                    <a:pt x="217951" y="290105"/>
                  </a:lnTo>
                  <a:lnTo>
                    <a:pt x="221987" y="294134"/>
                  </a:lnTo>
                  <a:lnTo>
                    <a:pt x="228714" y="290105"/>
                  </a:lnTo>
                  <a:lnTo>
                    <a:pt x="231405" y="290105"/>
                  </a:lnTo>
                  <a:lnTo>
                    <a:pt x="231405" y="294134"/>
                  </a:lnTo>
                  <a:lnTo>
                    <a:pt x="228714" y="296820"/>
                  </a:lnTo>
                  <a:lnTo>
                    <a:pt x="231405" y="298163"/>
                  </a:lnTo>
                  <a:lnTo>
                    <a:pt x="230059" y="302192"/>
                  </a:lnTo>
                  <a:lnTo>
                    <a:pt x="232750" y="306222"/>
                  </a:lnTo>
                  <a:lnTo>
                    <a:pt x="232750" y="312937"/>
                  </a:lnTo>
                  <a:lnTo>
                    <a:pt x="234095" y="318309"/>
                  </a:lnTo>
                  <a:lnTo>
                    <a:pt x="243513" y="320995"/>
                  </a:lnTo>
                  <a:lnTo>
                    <a:pt x="246204" y="325025"/>
                  </a:lnTo>
                  <a:lnTo>
                    <a:pt x="243513" y="327711"/>
                  </a:lnTo>
                  <a:lnTo>
                    <a:pt x="243513" y="331740"/>
                  </a:lnTo>
                  <a:lnTo>
                    <a:pt x="242168" y="335769"/>
                  </a:lnTo>
                  <a:lnTo>
                    <a:pt x="235441" y="338455"/>
                  </a:lnTo>
                  <a:lnTo>
                    <a:pt x="232750" y="337112"/>
                  </a:lnTo>
                  <a:lnTo>
                    <a:pt x="226024" y="337112"/>
                  </a:lnTo>
                  <a:lnTo>
                    <a:pt x="220642" y="339799"/>
                  </a:lnTo>
                  <a:lnTo>
                    <a:pt x="215260" y="343828"/>
                  </a:lnTo>
                  <a:lnTo>
                    <a:pt x="213915" y="346514"/>
                  </a:lnTo>
                  <a:lnTo>
                    <a:pt x="213915" y="350543"/>
                  </a:lnTo>
                  <a:lnTo>
                    <a:pt x="211224" y="351886"/>
                  </a:lnTo>
                  <a:lnTo>
                    <a:pt x="205843" y="358602"/>
                  </a:lnTo>
                  <a:lnTo>
                    <a:pt x="203152" y="359945"/>
                  </a:lnTo>
                  <a:lnTo>
                    <a:pt x="201806" y="358602"/>
                  </a:lnTo>
                  <a:lnTo>
                    <a:pt x="197771" y="362631"/>
                  </a:lnTo>
                  <a:lnTo>
                    <a:pt x="197771" y="366660"/>
                  </a:lnTo>
                  <a:lnTo>
                    <a:pt x="193734" y="369346"/>
                  </a:lnTo>
                  <a:lnTo>
                    <a:pt x="193734" y="373375"/>
                  </a:lnTo>
                  <a:lnTo>
                    <a:pt x="193734" y="377405"/>
                  </a:lnTo>
                  <a:lnTo>
                    <a:pt x="192389" y="381434"/>
                  </a:lnTo>
                  <a:lnTo>
                    <a:pt x="188353" y="382777"/>
                  </a:lnTo>
                  <a:lnTo>
                    <a:pt x="182971" y="386806"/>
                  </a:lnTo>
                  <a:lnTo>
                    <a:pt x="173554" y="388149"/>
                  </a:lnTo>
                  <a:lnTo>
                    <a:pt x="166827" y="389492"/>
                  </a:lnTo>
                  <a:lnTo>
                    <a:pt x="160100" y="388149"/>
                  </a:lnTo>
                  <a:lnTo>
                    <a:pt x="156064" y="386806"/>
                  </a:lnTo>
                  <a:lnTo>
                    <a:pt x="149337" y="386806"/>
                  </a:lnTo>
                  <a:lnTo>
                    <a:pt x="145301" y="385463"/>
                  </a:lnTo>
                  <a:lnTo>
                    <a:pt x="142610" y="388149"/>
                  </a:lnTo>
                  <a:lnTo>
                    <a:pt x="141265" y="392178"/>
                  </a:lnTo>
                  <a:lnTo>
                    <a:pt x="145301" y="397551"/>
                  </a:lnTo>
                  <a:lnTo>
                    <a:pt x="149337" y="397551"/>
                  </a:lnTo>
                  <a:lnTo>
                    <a:pt x="149337" y="401580"/>
                  </a:lnTo>
                  <a:lnTo>
                    <a:pt x="142610" y="406952"/>
                  </a:lnTo>
                  <a:lnTo>
                    <a:pt x="138574" y="410982"/>
                  </a:lnTo>
                  <a:lnTo>
                    <a:pt x="131847" y="410982"/>
                  </a:lnTo>
                  <a:lnTo>
                    <a:pt x="117048" y="413668"/>
                  </a:lnTo>
                  <a:lnTo>
                    <a:pt x="110321" y="417697"/>
                  </a:lnTo>
                  <a:lnTo>
                    <a:pt x="102249" y="421726"/>
                  </a:lnTo>
                  <a:lnTo>
                    <a:pt x="95522" y="425755"/>
                  </a:lnTo>
                  <a:lnTo>
                    <a:pt x="91486" y="427099"/>
                  </a:lnTo>
                  <a:lnTo>
                    <a:pt x="88795" y="424412"/>
                  </a:lnTo>
                  <a:lnTo>
                    <a:pt x="87449" y="419040"/>
                  </a:lnTo>
                  <a:lnTo>
                    <a:pt x="84759" y="416354"/>
                  </a:lnTo>
                  <a:lnTo>
                    <a:pt x="82068" y="419040"/>
                  </a:lnTo>
                  <a:lnTo>
                    <a:pt x="82068" y="424412"/>
                  </a:lnTo>
                  <a:lnTo>
                    <a:pt x="78032" y="429785"/>
                  </a:lnTo>
                  <a:lnTo>
                    <a:pt x="71305" y="431128"/>
                  </a:lnTo>
                  <a:lnTo>
                    <a:pt x="67269" y="431128"/>
                  </a:lnTo>
                  <a:lnTo>
                    <a:pt x="61887" y="431128"/>
                  </a:lnTo>
                  <a:lnTo>
                    <a:pt x="61887" y="425755"/>
                  </a:lnTo>
                  <a:lnTo>
                    <a:pt x="57851" y="423069"/>
                  </a:lnTo>
                  <a:lnTo>
                    <a:pt x="57851" y="419040"/>
                  </a:lnTo>
                  <a:lnTo>
                    <a:pt x="53815" y="412325"/>
                  </a:lnTo>
                  <a:lnTo>
                    <a:pt x="49779" y="405609"/>
                  </a:lnTo>
                  <a:lnTo>
                    <a:pt x="45743" y="401580"/>
                  </a:lnTo>
                  <a:lnTo>
                    <a:pt x="36325" y="392178"/>
                  </a:lnTo>
                  <a:lnTo>
                    <a:pt x="26908" y="384120"/>
                  </a:lnTo>
                  <a:lnTo>
                    <a:pt x="22872" y="381434"/>
                  </a:lnTo>
                  <a:lnTo>
                    <a:pt x="21526" y="378748"/>
                  </a:lnTo>
                  <a:lnTo>
                    <a:pt x="18835" y="377405"/>
                  </a:lnTo>
                  <a:lnTo>
                    <a:pt x="18835" y="374718"/>
                  </a:lnTo>
                  <a:lnTo>
                    <a:pt x="18835" y="369346"/>
                  </a:lnTo>
                  <a:lnTo>
                    <a:pt x="20181" y="366660"/>
                  </a:lnTo>
                  <a:lnTo>
                    <a:pt x="20181" y="362631"/>
                  </a:lnTo>
                  <a:lnTo>
                    <a:pt x="24217" y="362631"/>
                  </a:lnTo>
                  <a:lnTo>
                    <a:pt x="28253" y="362631"/>
                  </a:lnTo>
                  <a:lnTo>
                    <a:pt x="30944" y="363974"/>
                  </a:lnTo>
                  <a:lnTo>
                    <a:pt x="34980" y="362631"/>
                  </a:lnTo>
                  <a:lnTo>
                    <a:pt x="39016" y="362631"/>
                  </a:lnTo>
                  <a:lnTo>
                    <a:pt x="43052" y="362631"/>
                  </a:lnTo>
                  <a:lnTo>
                    <a:pt x="48434" y="363974"/>
                  </a:lnTo>
                  <a:lnTo>
                    <a:pt x="51125" y="365317"/>
                  </a:lnTo>
                  <a:lnTo>
                    <a:pt x="55161" y="365317"/>
                  </a:lnTo>
                  <a:lnTo>
                    <a:pt x="57851" y="363974"/>
                  </a:lnTo>
                  <a:lnTo>
                    <a:pt x="55161" y="362631"/>
                  </a:lnTo>
                  <a:lnTo>
                    <a:pt x="48434" y="357259"/>
                  </a:lnTo>
                  <a:lnTo>
                    <a:pt x="47088" y="350543"/>
                  </a:lnTo>
                  <a:lnTo>
                    <a:pt x="43052" y="349200"/>
                  </a:lnTo>
                  <a:lnTo>
                    <a:pt x="39016" y="342485"/>
                  </a:lnTo>
                  <a:lnTo>
                    <a:pt x="37671" y="337112"/>
                  </a:lnTo>
                  <a:lnTo>
                    <a:pt x="41707" y="334426"/>
                  </a:lnTo>
                  <a:lnTo>
                    <a:pt x="43052" y="327711"/>
                  </a:lnTo>
                  <a:lnTo>
                    <a:pt x="40361" y="323682"/>
                  </a:lnTo>
                  <a:lnTo>
                    <a:pt x="40361" y="322338"/>
                  </a:lnTo>
                  <a:lnTo>
                    <a:pt x="41707" y="319652"/>
                  </a:lnTo>
                  <a:lnTo>
                    <a:pt x="41707" y="315623"/>
                  </a:lnTo>
                  <a:lnTo>
                    <a:pt x="39016" y="308908"/>
                  </a:lnTo>
                  <a:lnTo>
                    <a:pt x="37671" y="304878"/>
                  </a:lnTo>
                  <a:lnTo>
                    <a:pt x="36325" y="302192"/>
                  </a:lnTo>
                  <a:lnTo>
                    <a:pt x="34980" y="294134"/>
                  </a:lnTo>
                  <a:lnTo>
                    <a:pt x="28253" y="288762"/>
                  </a:lnTo>
                  <a:lnTo>
                    <a:pt x="16145" y="282046"/>
                  </a:lnTo>
                  <a:lnTo>
                    <a:pt x="14799" y="282046"/>
                  </a:lnTo>
                  <a:lnTo>
                    <a:pt x="12108" y="275331"/>
                  </a:lnTo>
                  <a:lnTo>
                    <a:pt x="5381" y="267272"/>
                  </a:lnTo>
                  <a:lnTo>
                    <a:pt x="1345" y="265929"/>
                  </a:lnTo>
                  <a:lnTo>
                    <a:pt x="0" y="233695"/>
                  </a:lnTo>
                  <a:lnTo>
                    <a:pt x="0" y="229666"/>
                  </a:lnTo>
                  <a:lnTo>
                    <a:pt x="2691" y="229666"/>
                  </a:lnTo>
                  <a:lnTo>
                    <a:pt x="5381" y="228323"/>
                  </a:lnTo>
                  <a:lnTo>
                    <a:pt x="6727" y="225637"/>
                  </a:lnTo>
                  <a:lnTo>
                    <a:pt x="49779" y="182659"/>
                  </a:lnTo>
                  <a:lnTo>
                    <a:pt x="49779" y="143709"/>
                  </a:lnTo>
                  <a:lnTo>
                    <a:pt x="56506" y="95359"/>
                  </a:lnTo>
                  <a:lnTo>
                    <a:pt x="60542" y="91329"/>
                  </a:lnTo>
                  <a:lnTo>
                    <a:pt x="60542" y="81928"/>
                  </a:lnTo>
                  <a:lnTo>
                    <a:pt x="43052" y="60438"/>
                  </a:lnTo>
                  <a:lnTo>
                    <a:pt x="44398" y="57752"/>
                  </a:lnTo>
                  <a:lnTo>
                    <a:pt x="45743" y="51037"/>
                  </a:lnTo>
                  <a:lnTo>
                    <a:pt x="33634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50" name="Freeform 749">
              <a:extLst>
                <a:ext uri="{FF2B5EF4-FFF2-40B4-BE49-F238E27FC236}">
                  <a16:creationId xmlns:a16="http://schemas.microsoft.com/office/drawing/2014/main" id="{C9CD6B92-A7CD-9A45-61A6-422EED43B86D}"/>
                </a:ext>
              </a:extLst>
            </p:cNvPr>
            <p:cNvSpPr/>
            <p:nvPr/>
          </p:nvSpPr>
          <p:spPr>
            <a:xfrm>
              <a:off x="7661922" y="4291934"/>
              <a:ext cx="8072" cy="4029"/>
            </a:xfrm>
            <a:custGeom>
              <a:avLst/>
              <a:gdLst>
                <a:gd name="connsiteX0" fmla="*/ 8072 w 8072"/>
                <a:gd name="connsiteY0" fmla="*/ 0 h 4029"/>
                <a:gd name="connsiteX1" fmla="*/ 5381 w 8072"/>
                <a:gd name="connsiteY1" fmla="*/ 2686 h 4029"/>
                <a:gd name="connsiteX2" fmla="*/ 1345 w 8072"/>
                <a:gd name="connsiteY2" fmla="*/ 4029 h 4029"/>
                <a:gd name="connsiteX3" fmla="*/ 0 w 8072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4029">
                  <a:moveTo>
                    <a:pt x="8072" y="0"/>
                  </a:moveTo>
                  <a:lnTo>
                    <a:pt x="5381" y="2686"/>
                  </a:lnTo>
                  <a:lnTo>
                    <a:pt x="1345" y="4029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751" name="Freeform 750">
            <a:extLst>
              <a:ext uri="{FF2B5EF4-FFF2-40B4-BE49-F238E27FC236}">
                <a16:creationId xmlns:a16="http://schemas.microsoft.com/office/drawing/2014/main" id="{44B766A6-AE62-9F64-3F3A-486072F432D4}"/>
              </a:ext>
            </a:extLst>
          </p:cNvPr>
          <p:cNvSpPr/>
          <p:nvPr/>
        </p:nvSpPr>
        <p:spPr>
          <a:xfrm>
            <a:off x="7357867" y="4017946"/>
            <a:ext cx="396886" cy="308907"/>
          </a:xfrm>
          <a:custGeom>
            <a:avLst/>
            <a:gdLst>
              <a:gd name="connsiteX0" fmla="*/ 90140 w 396886"/>
              <a:gd name="connsiteY0" fmla="*/ 308908 h 308907"/>
              <a:gd name="connsiteX1" fmla="*/ 83414 w 396886"/>
              <a:gd name="connsiteY1" fmla="*/ 300849 h 308907"/>
              <a:gd name="connsiteX2" fmla="*/ 78032 w 396886"/>
              <a:gd name="connsiteY2" fmla="*/ 299506 h 308907"/>
              <a:gd name="connsiteX3" fmla="*/ 73996 w 396886"/>
              <a:gd name="connsiteY3" fmla="*/ 292791 h 308907"/>
              <a:gd name="connsiteX4" fmla="*/ 64578 w 396886"/>
              <a:gd name="connsiteY4" fmla="*/ 286075 h 308907"/>
              <a:gd name="connsiteX5" fmla="*/ 61887 w 396886"/>
              <a:gd name="connsiteY5" fmla="*/ 291448 h 308907"/>
              <a:gd name="connsiteX6" fmla="*/ 63233 w 396886"/>
              <a:gd name="connsiteY6" fmla="*/ 294134 h 308907"/>
              <a:gd name="connsiteX7" fmla="*/ 59196 w 396886"/>
              <a:gd name="connsiteY7" fmla="*/ 295477 h 308907"/>
              <a:gd name="connsiteX8" fmla="*/ 53815 w 396886"/>
              <a:gd name="connsiteY8" fmla="*/ 295477 h 308907"/>
              <a:gd name="connsiteX9" fmla="*/ 48434 w 396886"/>
              <a:gd name="connsiteY9" fmla="*/ 288762 h 308907"/>
              <a:gd name="connsiteX10" fmla="*/ 51125 w 396886"/>
              <a:gd name="connsiteY10" fmla="*/ 284732 h 308907"/>
              <a:gd name="connsiteX11" fmla="*/ 51125 w 396886"/>
              <a:gd name="connsiteY11" fmla="*/ 279360 h 308907"/>
              <a:gd name="connsiteX12" fmla="*/ 48434 w 396886"/>
              <a:gd name="connsiteY12" fmla="*/ 278017 h 308907"/>
              <a:gd name="connsiteX13" fmla="*/ 48434 w 396886"/>
              <a:gd name="connsiteY13" fmla="*/ 273988 h 308907"/>
              <a:gd name="connsiteX14" fmla="*/ 45743 w 396886"/>
              <a:gd name="connsiteY14" fmla="*/ 272645 h 308907"/>
              <a:gd name="connsiteX15" fmla="*/ 33634 w 396886"/>
              <a:gd name="connsiteY15" fmla="*/ 278017 h 308907"/>
              <a:gd name="connsiteX16" fmla="*/ 25562 w 396886"/>
              <a:gd name="connsiteY16" fmla="*/ 271302 h 308907"/>
              <a:gd name="connsiteX17" fmla="*/ 24217 w 396886"/>
              <a:gd name="connsiteY17" fmla="*/ 261900 h 308907"/>
              <a:gd name="connsiteX18" fmla="*/ 0 w 396886"/>
              <a:gd name="connsiteY18" fmla="*/ 244440 h 308907"/>
              <a:gd name="connsiteX19" fmla="*/ 0 w 396886"/>
              <a:gd name="connsiteY19" fmla="*/ 237725 h 308907"/>
              <a:gd name="connsiteX20" fmla="*/ 2691 w 396886"/>
              <a:gd name="connsiteY20" fmla="*/ 232352 h 308907"/>
              <a:gd name="connsiteX21" fmla="*/ 4036 w 396886"/>
              <a:gd name="connsiteY21" fmla="*/ 224294 h 308907"/>
              <a:gd name="connsiteX22" fmla="*/ 5381 w 396886"/>
              <a:gd name="connsiteY22" fmla="*/ 221608 h 308907"/>
              <a:gd name="connsiteX23" fmla="*/ 12108 w 396886"/>
              <a:gd name="connsiteY23" fmla="*/ 222951 h 308907"/>
              <a:gd name="connsiteX24" fmla="*/ 29598 w 396886"/>
              <a:gd name="connsiteY24" fmla="*/ 221608 h 308907"/>
              <a:gd name="connsiteX25" fmla="*/ 36325 w 396886"/>
              <a:gd name="connsiteY25" fmla="*/ 221608 h 308907"/>
              <a:gd name="connsiteX26" fmla="*/ 43052 w 396886"/>
              <a:gd name="connsiteY26" fmla="*/ 218922 h 308907"/>
              <a:gd name="connsiteX27" fmla="*/ 53815 w 396886"/>
              <a:gd name="connsiteY27" fmla="*/ 218922 h 308907"/>
              <a:gd name="connsiteX28" fmla="*/ 59196 w 396886"/>
              <a:gd name="connsiteY28" fmla="*/ 218922 h 308907"/>
              <a:gd name="connsiteX29" fmla="*/ 67269 w 396886"/>
              <a:gd name="connsiteY29" fmla="*/ 213549 h 308907"/>
              <a:gd name="connsiteX30" fmla="*/ 73996 w 396886"/>
              <a:gd name="connsiteY30" fmla="*/ 212206 h 308907"/>
              <a:gd name="connsiteX31" fmla="*/ 82068 w 396886"/>
              <a:gd name="connsiteY31" fmla="*/ 209520 h 308907"/>
              <a:gd name="connsiteX32" fmla="*/ 95522 w 396886"/>
              <a:gd name="connsiteY32" fmla="*/ 201462 h 308907"/>
              <a:gd name="connsiteX33" fmla="*/ 96867 w 396886"/>
              <a:gd name="connsiteY33" fmla="*/ 196089 h 308907"/>
              <a:gd name="connsiteX34" fmla="*/ 96867 w 396886"/>
              <a:gd name="connsiteY34" fmla="*/ 186688 h 308907"/>
              <a:gd name="connsiteX35" fmla="*/ 102249 w 396886"/>
              <a:gd name="connsiteY35" fmla="*/ 184002 h 308907"/>
              <a:gd name="connsiteX36" fmla="*/ 103594 w 396886"/>
              <a:gd name="connsiteY36" fmla="*/ 161169 h 308907"/>
              <a:gd name="connsiteX37" fmla="*/ 104940 w 396886"/>
              <a:gd name="connsiteY37" fmla="*/ 111475 h 308907"/>
              <a:gd name="connsiteX38" fmla="*/ 143955 w 396886"/>
              <a:gd name="connsiteY38" fmla="*/ 102074 h 308907"/>
              <a:gd name="connsiteX39" fmla="*/ 176244 w 396886"/>
              <a:gd name="connsiteY39" fmla="*/ 72526 h 308907"/>
              <a:gd name="connsiteX40" fmla="*/ 293292 w 396886"/>
              <a:gd name="connsiteY40" fmla="*/ 0 h 308907"/>
              <a:gd name="connsiteX41" fmla="*/ 339035 w 396886"/>
              <a:gd name="connsiteY41" fmla="*/ 10745 h 308907"/>
              <a:gd name="connsiteX42" fmla="*/ 343071 w 396886"/>
              <a:gd name="connsiteY42" fmla="*/ 16117 h 308907"/>
              <a:gd name="connsiteX43" fmla="*/ 365943 w 396886"/>
              <a:gd name="connsiteY43" fmla="*/ 6715 h 308907"/>
              <a:gd name="connsiteX44" fmla="*/ 369979 w 396886"/>
              <a:gd name="connsiteY44" fmla="*/ 9402 h 308907"/>
              <a:gd name="connsiteX45" fmla="*/ 382087 w 396886"/>
              <a:gd name="connsiteY45" fmla="*/ 45665 h 308907"/>
              <a:gd name="connsiteX46" fmla="*/ 380742 w 396886"/>
              <a:gd name="connsiteY46" fmla="*/ 52380 h 308907"/>
              <a:gd name="connsiteX47" fmla="*/ 379396 w 396886"/>
              <a:gd name="connsiteY47" fmla="*/ 55066 h 308907"/>
              <a:gd name="connsiteX48" fmla="*/ 396886 w 396886"/>
              <a:gd name="connsiteY48" fmla="*/ 76556 h 308907"/>
              <a:gd name="connsiteX49" fmla="*/ 396886 w 396886"/>
              <a:gd name="connsiteY49" fmla="*/ 85957 h 308907"/>
              <a:gd name="connsiteX50" fmla="*/ 392850 w 396886"/>
              <a:gd name="connsiteY50" fmla="*/ 89986 h 308907"/>
              <a:gd name="connsiteX51" fmla="*/ 386123 w 396886"/>
              <a:gd name="connsiteY51" fmla="*/ 138337 h 308907"/>
              <a:gd name="connsiteX52" fmla="*/ 386123 w 396886"/>
              <a:gd name="connsiteY52" fmla="*/ 177286 h 308907"/>
              <a:gd name="connsiteX53" fmla="*/ 343071 w 396886"/>
              <a:gd name="connsiteY53" fmla="*/ 220265 h 308907"/>
              <a:gd name="connsiteX54" fmla="*/ 341726 w 396886"/>
              <a:gd name="connsiteY54" fmla="*/ 222951 h 308907"/>
              <a:gd name="connsiteX55" fmla="*/ 339035 w 396886"/>
              <a:gd name="connsiteY55" fmla="*/ 224294 h 308907"/>
              <a:gd name="connsiteX56" fmla="*/ 336344 w 396886"/>
              <a:gd name="connsiteY56" fmla="*/ 224294 h 308907"/>
              <a:gd name="connsiteX57" fmla="*/ 336344 w 396886"/>
              <a:gd name="connsiteY57" fmla="*/ 228323 h 308907"/>
              <a:gd name="connsiteX58" fmla="*/ 337690 w 396886"/>
              <a:gd name="connsiteY58" fmla="*/ 260557 h 308907"/>
              <a:gd name="connsiteX59" fmla="*/ 332308 w 396886"/>
              <a:gd name="connsiteY59" fmla="*/ 259214 h 308907"/>
              <a:gd name="connsiteX60" fmla="*/ 329617 w 396886"/>
              <a:gd name="connsiteY60" fmla="*/ 263243 h 308907"/>
              <a:gd name="connsiteX61" fmla="*/ 329617 w 396886"/>
              <a:gd name="connsiteY61" fmla="*/ 265929 h 308907"/>
              <a:gd name="connsiteX62" fmla="*/ 326927 w 396886"/>
              <a:gd name="connsiteY62" fmla="*/ 267272 h 308907"/>
              <a:gd name="connsiteX63" fmla="*/ 322890 w 396886"/>
              <a:gd name="connsiteY63" fmla="*/ 265929 h 308907"/>
              <a:gd name="connsiteX64" fmla="*/ 318854 w 396886"/>
              <a:gd name="connsiteY64" fmla="*/ 267272 h 308907"/>
              <a:gd name="connsiteX65" fmla="*/ 317509 w 396886"/>
              <a:gd name="connsiteY65" fmla="*/ 269959 h 308907"/>
              <a:gd name="connsiteX66" fmla="*/ 312128 w 396886"/>
              <a:gd name="connsiteY66" fmla="*/ 272645 h 308907"/>
              <a:gd name="connsiteX67" fmla="*/ 312128 w 396886"/>
              <a:gd name="connsiteY67" fmla="*/ 273988 h 308907"/>
              <a:gd name="connsiteX68" fmla="*/ 304055 w 396886"/>
              <a:gd name="connsiteY68" fmla="*/ 276674 h 308907"/>
              <a:gd name="connsiteX69" fmla="*/ 301364 w 396886"/>
              <a:gd name="connsiteY69" fmla="*/ 273988 h 308907"/>
              <a:gd name="connsiteX70" fmla="*/ 293292 w 396886"/>
              <a:gd name="connsiteY70" fmla="*/ 273988 h 308907"/>
              <a:gd name="connsiteX71" fmla="*/ 285220 w 396886"/>
              <a:gd name="connsiteY71" fmla="*/ 269959 h 308907"/>
              <a:gd name="connsiteX72" fmla="*/ 273112 w 396886"/>
              <a:gd name="connsiteY72" fmla="*/ 268615 h 308907"/>
              <a:gd name="connsiteX73" fmla="*/ 267730 w 396886"/>
              <a:gd name="connsiteY73" fmla="*/ 271302 h 308907"/>
              <a:gd name="connsiteX74" fmla="*/ 254276 w 396886"/>
              <a:gd name="connsiteY74" fmla="*/ 269959 h 308907"/>
              <a:gd name="connsiteX75" fmla="*/ 248895 w 396886"/>
              <a:gd name="connsiteY75" fmla="*/ 271302 h 308907"/>
              <a:gd name="connsiteX76" fmla="*/ 242168 w 396886"/>
              <a:gd name="connsiteY76" fmla="*/ 280703 h 308907"/>
              <a:gd name="connsiteX77" fmla="*/ 235441 w 396886"/>
              <a:gd name="connsiteY77" fmla="*/ 284732 h 308907"/>
              <a:gd name="connsiteX78" fmla="*/ 231405 w 396886"/>
              <a:gd name="connsiteY78" fmla="*/ 284732 h 308907"/>
              <a:gd name="connsiteX79" fmla="*/ 220642 w 396886"/>
              <a:gd name="connsiteY79" fmla="*/ 280703 h 308907"/>
              <a:gd name="connsiteX80" fmla="*/ 215260 w 396886"/>
              <a:gd name="connsiteY80" fmla="*/ 279360 h 308907"/>
              <a:gd name="connsiteX81" fmla="*/ 207188 w 396886"/>
              <a:gd name="connsiteY81" fmla="*/ 275331 h 308907"/>
              <a:gd name="connsiteX82" fmla="*/ 201806 w 396886"/>
              <a:gd name="connsiteY82" fmla="*/ 272645 h 308907"/>
              <a:gd name="connsiteX83" fmla="*/ 201806 w 396886"/>
              <a:gd name="connsiteY83" fmla="*/ 271302 h 308907"/>
              <a:gd name="connsiteX84" fmla="*/ 196425 w 396886"/>
              <a:gd name="connsiteY84" fmla="*/ 267272 h 308907"/>
              <a:gd name="connsiteX85" fmla="*/ 192389 w 396886"/>
              <a:gd name="connsiteY85" fmla="*/ 267272 h 308907"/>
              <a:gd name="connsiteX86" fmla="*/ 191044 w 396886"/>
              <a:gd name="connsiteY86" fmla="*/ 268615 h 308907"/>
              <a:gd name="connsiteX87" fmla="*/ 184317 w 396886"/>
              <a:gd name="connsiteY87" fmla="*/ 269959 h 308907"/>
              <a:gd name="connsiteX88" fmla="*/ 180280 w 396886"/>
              <a:gd name="connsiteY88" fmla="*/ 271302 h 308907"/>
              <a:gd name="connsiteX89" fmla="*/ 176244 w 396886"/>
              <a:gd name="connsiteY89" fmla="*/ 271302 h 308907"/>
              <a:gd name="connsiteX90" fmla="*/ 173554 w 396886"/>
              <a:gd name="connsiteY90" fmla="*/ 275331 h 308907"/>
              <a:gd name="connsiteX91" fmla="*/ 170863 w 396886"/>
              <a:gd name="connsiteY91" fmla="*/ 276674 h 308907"/>
              <a:gd name="connsiteX92" fmla="*/ 166827 w 396886"/>
              <a:gd name="connsiteY92" fmla="*/ 273988 h 308907"/>
              <a:gd name="connsiteX93" fmla="*/ 160100 w 396886"/>
              <a:gd name="connsiteY93" fmla="*/ 264586 h 308907"/>
              <a:gd name="connsiteX94" fmla="*/ 157409 w 396886"/>
              <a:gd name="connsiteY94" fmla="*/ 261900 h 308907"/>
              <a:gd name="connsiteX95" fmla="*/ 150682 w 396886"/>
              <a:gd name="connsiteY95" fmla="*/ 259214 h 308907"/>
              <a:gd name="connsiteX96" fmla="*/ 145301 w 396886"/>
              <a:gd name="connsiteY96" fmla="*/ 257871 h 308907"/>
              <a:gd name="connsiteX97" fmla="*/ 142610 w 396886"/>
              <a:gd name="connsiteY97" fmla="*/ 256528 h 308907"/>
              <a:gd name="connsiteX98" fmla="*/ 135883 w 396886"/>
              <a:gd name="connsiteY98" fmla="*/ 255185 h 308907"/>
              <a:gd name="connsiteX99" fmla="*/ 133192 w 396886"/>
              <a:gd name="connsiteY99" fmla="*/ 255185 h 308907"/>
              <a:gd name="connsiteX100" fmla="*/ 129156 w 396886"/>
              <a:gd name="connsiteY100" fmla="*/ 255185 h 308907"/>
              <a:gd name="connsiteX101" fmla="*/ 126465 w 396886"/>
              <a:gd name="connsiteY101" fmla="*/ 256528 h 308907"/>
              <a:gd name="connsiteX102" fmla="*/ 118393 w 396886"/>
              <a:gd name="connsiteY102" fmla="*/ 256528 h 308907"/>
              <a:gd name="connsiteX103" fmla="*/ 115702 w 396886"/>
              <a:gd name="connsiteY103" fmla="*/ 256528 h 308907"/>
              <a:gd name="connsiteX104" fmla="*/ 111667 w 396886"/>
              <a:gd name="connsiteY104" fmla="*/ 256528 h 308907"/>
              <a:gd name="connsiteX105" fmla="*/ 107630 w 396886"/>
              <a:gd name="connsiteY105" fmla="*/ 257871 h 308907"/>
              <a:gd name="connsiteX106" fmla="*/ 104940 w 396886"/>
              <a:gd name="connsiteY106" fmla="*/ 259214 h 308907"/>
              <a:gd name="connsiteX107" fmla="*/ 102249 w 396886"/>
              <a:gd name="connsiteY107" fmla="*/ 260557 h 308907"/>
              <a:gd name="connsiteX108" fmla="*/ 96867 w 396886"/>
              <a:gd name="connsiteY108" fmla="*/ 264586 h 308907"/>
              <a:gd name="connsiteX109" fmla="*/ 95522 w 396886"/>
              <a:gd name="connsiteY109" fmla="*/ 267272 h 308907"/>
              <a:gd name="connsiteX110" fmla="*/ 96867 w 396886"/>
              <a:gd name="connsiteY110" fmla="*/ 269959 h 308907"/>
              <a:gd name="connsiteX111" fmla="*/ 95522 w 396886"/>
              <a:gd name="connsiteY111" fmla="*/ 271302 h 308907"/>
              <a:gd name="connsiteX112" fmla="*/ 95522 w 396886"/>
              <a:gd name="connsiteY112" fmla="*/ 272645 h 308907"/>
              <a:gd name="connsiteX113" fmla="*/ 96867 w 396886"/>
              <a:gd name="connsiteY113" fmla="*/ 278017 h 308907"/>
              <a:gd name="connsiteX114" fmla="*/ 98213 w 396886"/>
              <a:gd name="connsiteY114" fmla="*/ 279360 h 308907"/>
              <a:gd name="connsiteX115" fmla="*/ 98213 w 396886"/>
              <a:gd name="connsiteY115" fmla="*/ 283389 h 308907"/>
              <a:gd name="connsiteX116" fmla="*/ 94176 w 396886"/>
              <a:gd name="connsiteY116" fmla="*/ 283389 h 308907"/>
              <a:gd name="connsiteX117" fmla="*/ 88795 w 396886"/>
              <a:gd name="connsiteY117" fmla="*/ 288762 h 308907"/>
              <a:gd name="connsiteX118" fmla="*/ 88795 w 396886"/>
              <a:gd name="connsiteY118" fmla="*/ 291448 h 308907"/>
              <a:gd name="connsiteX119" fmla="*/ 87449 w 396886"/>
              <a:gd name="connsiteY119" fmla="*/ 295477 h 308907"/>
              <a:gd name="connsiteX120" fmla="*/ 90140 w 396886"/>
              <a:gd name="connsiteY120" fmla="*/ 302192 h 308907"/>
              <a:gd name="connsiteX121" fmla="*/ 94176 w 396886"/>
              <a:gd name="connsiteY121" fmla="*/ 302192 h 308907"/>
              <a:gd name="connsiteX122" fmla="*/ 94176 w 396886"/>
              <a:gd name="connsiteY122" fmla="*/ 304879 h 30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96886" h="308907">
                <a:moveTo>
                  <a:pt x="90140" y="308908"/>
                </a:moveTo>
                <a:lnTo>
                  <a:pt x="83414" y="300849"/>
                </a:lnTo>
                <a:lnTo>
                  <a:pt x="78032" y="299506"/>
                </a:lnTo>
                <a:lnTo>
                  <a:pt x="73996" y="292791"/>
                </a:lnTo>
                <a:lnTo>
                  <a:pt x="64578" y="286075"/>
                </a:lnTo>
                <a:lnTo>
                  <a:pt x="61887" y="291448"/>
                </a:lnTo>
                <a:lnTo>
                  <a:pt x="63233" y="294134"/>
                </a:lnTo>
                <a:lnTo>
                  <a:pt x="59196" y="295477"/>
                </a:lnTo>
                <a:lnTo>
                  <a:pt x="53815" y="295477"/>
                </a:lnTo>
                <a:lnTo>
                  <a:pt x="48434" y="288762"/>
                </a:lnTo>
                <a:lnTo>
                  <a:pt x="51125" y="284732"/>
                </a:lnTo>
                <a:lnTo>
                  <a:pt x="51125" y="279360"/>
                </a:lnTo>
                <a:lnTo>
                  <a:pt x="48434" y="278017"/>
                </a:lnTo>
                <a:lnTo>
                  <a:pt x="48434" y="273988"/>
                </a:lnTo>
                <a:lnTo>
                  <a:pt x="45743" y="272645"/>
                </a:lnTo>
                <a:lnTo>
                  <a:pt x="33634" y="278017"/>
                </a:lnTo>
                <a:lnTo>
                  <a:pt x="25562" y="271302"/>
                </a:lnTo>
                <a:lnTo>
                  <a:pt x="24217" y="261900"/>
                </a:lnTo>
                <a:lnTo>
                  <a:pt x="0" y="244440"/>
                </a:lnTo>
                <a:lnTo>
                  <a:pt x="0" y="237725"/>
                </a:lnTo>
                <a:lnTo>
                  <a:pt x="2691" y="232352"/>
                </a:lnTo>
                <a:lnTo>
                  <a:pt x="4036" y="224294"/>
                </a:lnTo>
                <a:lnTo>
                  <a:pt x="5381" y="221608"/>
                </a:lnTo>
                <a:lnTo>
                  <a:pt x="12108" y="222951"/>
                </a:lnTo>
                <a:lnTo>
                  <a:pt x="29598" y="221608"/>
                </a:lnTo>
                <a:lnTo>
                  <a:pt x="36325" y="221608"/>
                </a:lnTo>
                <a:lnTo>
                  <a:pt x="43052" y="218922"/>
                </a:lnTo>
                <a:lnTo>
                  <a:pt x="53815" y="218922"/>
                </a:lnTo>
                <a:lnTo>
                  <a:pt x="59196" y="218922"/>
                </a:lnTo>
                <a:lnTo>
                  <a:pt x="67269" y="213549"/>
                </a:lnTo>
                <a:lnTo>
                  <a:pt x="73996" y="212206"/>
                </a:lnTo>
                <a:lnTo>
                  <a:pt x="82068" y="209520"/>
                </a:lnTo>
                <a:lnTo>
                  <a:pt x="95522" y="201462"/>
                </a:lnTo>
                <a:lnTo>
                  <a:pt x="96867" y="196089"/>
                </a:lnTo>
                <a:lnTo>
                  <a:pt x="96867" y="186688"/>
                </a:lnTo>
                <a:lnTo>
                  <a:pt x="102249" y="184002"/>
                </a:lnTo>
                <a:lnTo>
                  <a:pt x="103594" y="161169"/>
                </a:lnTo>
                <a:lnTo>
                  <a:pt x="104940" y="111475"/>
                </a:lnTo>
                <a:lnTo>
                  <a:pt x="143955" y="102074"/>
                </a:lnTo>
                <a:lnTo>
                  <a:pt x="176244" y="72526"/>
                </a:lnTo>
                <a:lnTo>
                  <a:pt x="293292" y="0"/>
                </a:lnTo>
                <a:lnTo>
                  <a:pt x="339035" y="10745"/>
                </a:lnTo>
                <a:lnTo>
                  <a:pt x="343071" y="16117"/>
                </a:lnTo>
                <a:lnTo>
                  <a:pt x="365943" y="6715"/>
                </a:lnTo>
                <a:lnTo>
                  <a:pt x="369979" y="9402"/>
                </a:lnTo>
                <a:lnTo>
                  <a:pt x="382087" y="45665"/>
                </a:lnTo>
                <a:lnTo>
                  <a:pt x="380742" y="52380"/>
                </a:lnTo>
                <a:lnTo>
                  <a:pt x="379396" y="55066"/>
                </a:lnTo>
                <a:lnTo>
                  <a:pt x="396886" y="76556"/>
                </a:lnTo>
                <a:lnTo>
                  <a:pt x="396886" y="85957"/>
                </a:lnTo>
                <a:lnTo>
                  <a:pt x="392850" y="89986"/>
                </a:lnTo>
                <a:lnTo>
                  <a:pt x="386123" y="138337"/>
                </a:lnTo>
                <a:lnTo>
                  <a:pt x="386123" y="177286"/>
                </a:lnTo>
                <a:lnTo>
                  <a:pt x="343071" y="220265"/>
                </a:lnTo>
                <a:lnTo>
                  <a:pt x="341726" y="222951"/>
                </a:lnTo>
                <a:lnTo>
                  <a:pt x="339035" y="224294"/>
                </a:lnTo>
                <a:lnTo>
                  <a:pt x="336344" y="224294"/>
                </a:lnTo>
                <a:lnTo>
                  <a:pt x="336344" y="228323"/>
                </a:lnTo>
                <a:lnTo>
                  <a:pt x="337690" y="260557"/>
                </a:lnTo>
                <a:lnTo>
                  <a:pt x="332308" y="259214"/>
                </a:lnTo>
                <a:lnTo>
                  <a:pt x="329617" y="263243"/>
                </a:lnTo>
                <a:lnTo>
                  <a:pt x="329617" y="265929"/>
                </a:lnTo>
                <a:lnTo>
                  <a:pt x="326927" y="267272"/>
                </a:lnTo>
                <a:lnTo>
                  <a:pt x="322890" y="265929"/>
                </a:lnTo>
                <a:lnTo>
                  <a:pt x="318854" y="267272"/>
                </a:lnTo>
                <a:lnTo>
                  <a:pt x="317509" y="269959"/>
                </a:lnTo>
                <a:lnTo>
                  <a:pt x="312128" y="272645"/>
                </a:lnTo>
                <a:lnTo>
                  <a:pt x="312128" y="273988"/>
                </a:lnTo>
                <a:lnTo>
                  <a:pt x="304055" y="276674"/>
                </a:lnTo>
                <a:lnTo>
                  <a:pt x="301364" y="273988"/>
                </a:lnTo>
                <a:lnTo>
                  <a:pt x="293292" y="273988"/>
                </a:lnTo>
                <a:lnTo>
                  <a:pt x="285220" y="269959"/>
                </a:lnTo>
                <a:lnTo>
                  <a:pt x="273112" y="268615"/>
                </a:lnTo>
                <a:lnTo>
                  <a:pt x="267730" y="271302"/>
                </a:lnTo>
                <a:lnTo>
                  <a:pt x="254276" y="269959"/>
                </a:lnTo>
                <a:lnTo>
                  <a:pt x="248895" y="271302"/>
                </a:lnTo>
                <a:lnTo>
                  <a:pt x="242168" y="280703"/>
                </a:lnTo>
                <a:lnTo>
                  <a:pt x="235441" y="284732"/>
                </a:lnTo>
                <a:lnTo>
                  <a:pt x="231405" y="284732"/>
                </a:lnTo>
                <a:lnTo>
                  <a:pt x="220642" y="280703"/>
                </a:lnTo>
                <a:lnTo>
                  <a:pt x="215260" y="279360"/>
                </a:lnTo>
                <a:lnTo>
                  <a:pt x="207188" y="275331"/>
                </a:lnTo>
                <a:lnTo>
                  <a:pt x="201806" y="272645"/>
                </a:lnTo>
                <a:lnTo>
                  <a:pt x="201806" y="271302"/>
                </a:lnTo>
                <a:lnTo>
                  <a:pt x="196425" y="267272"/>
                </a:lnTo>
                <a:lnTo>
                  <a:pt x="192389" y="267272"/>
                </a:lnTo>
                <a:lnTo>
                  <a:pt x="191044" y="268615"/>
                </a:lnTo>
                <a:lnTo>
                  <a:pt x="184317" y="269959"/>
                </a:lnTo>
                <a:lnTo>
                  <a:pt x="180280" y="271302"/>
                </a:lnTo>
                <a:lnTo>
                  <a:pt x="176244" y="271302"/>
                </a:lnTo>
                <a:lnTo>
                  <a:pt x="173554" y="275331"/>
                </a:lnTo>
                <a:lnTo>
                  <a:pt x="170863" y="276674"/>
                </a:lnTo>
                <a:lnTo>
                  <a:pt x="166827" y="273988"/>
                </a:lnTo>
                <a:lnTo>
                  <a:pt x="160100" y="264586"/>
                </a:lnTo>
                <a:lnTo>
                  <a:pt x="157409" y="261900"/>
                </a:lnTo>
                <a:lnTo>
                  <a:pt x="150682" y="259214"/>
                </a:lnTo>
                <a:lnTo>
                  <a:pt x="145301" y="257871"/>
                </a:lnTo>
                <a:lnTo>
                  <a:pt x="142610" y="256528"/>
                </a:lnTo>
                <a:lnTo>
                  <a:pt x="135883" y="255185"/>
                </a:lnTo>
                <a:lnTo>
                  <a:pt x="133192" y="255185"/>
                </a:lnTo>
                <a:lnTo>
                  <a:pt x="129156" y="255185"/>
                </a:lnTo>
                <a:lnTo>
                  <a:pt x="126465" y="256528"/>
                </a:lnTo>
                <a:lnTo>
                  <a:pt x="118393" y="256528"/>
                </a:lnTo>
                <a:lnTo>
                  <a:pt x="115702" y="256528"/>
                </a:lnTo>
                <a:lnTo>
                  <a:pt x="111667" y="256528"/>
                </a:lnTo>
                <a:lnTo>
                  <a:pt x="107630" y="257871"/>
                </a:lnTo>
                <a:lnTo>
                  <a:pt x="104940" y="259214"/>
                </a:lnTo>
                <a:lnTo>
                  <a:pt x="102249" y="260557"/>
                </a:lnTo>
                <a:lnTo>
                  <a:pt x="96867" y="264586"/>
                </a:lnTo>
                <a:lnTo>
                  <a:pt x="95522" y="267272"/>
                </a:lnTo>
                <a:lnTo>
                  <a:pt x="96867" y="269959"/>
                </a:lnTo>
                <a:lnTo>
                  <a:pt x="95522" y="271302"/>
                </a:lnTo>
                <a:lnTo>
                  <a:pt x="95522" y="272645"/>
                </a:lnTo>
                <a:lnTo>
                  <a:pt x="96867" y="278017"/>
                </a:lnTo>
                <a:lnTo>
                  <a:pt x="98213" y="279360"/>
                </a:lnTo>
                <a:lnTo>
                  <a:pt x="98213" y="283389"/>
                </a:lnTo>
                <a:lnTo>
                  <a:pt x="94176" y="283389"/>
                </a:lnTo>
                <a:lnTo>
                  <a:pt x="88795" y="288762"/>
                </a:lnTo>
                <a:lnTo>
                  <a:pt x="88795" y="291448"/>
                </a:lnTo>
                <a:lnTo>
                  <a:pt x="87449" y="295477"/>
                </a:lnTo>
                <a:lnTo>
                  <a:pt x="90140" y="302192"/>
                </a:lnTo>
                <a:lnTo>
                  <a:pt x="94176" y="302192"/>
                </a:lnTo>
                <a:lnTo>
                  <a:pt x="94176" y="30487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52" name="Freeform 751">
            <a:extLst>
              <a:ext uri="{FF2B5EF4-FFF2-40B4-BE49-F238E27FC236}">
                <a16:creationId xmlns:a16="http://schemas.microsoft.com/office/drawing/2014/main" id="{B8EF7558-A9BD-D223-1A38-9121B540D5FF}"/>
              </a:ext>
            </a:extLst>
          </p:cNvPr>
          <p:cNvSpPr/>
          <p:nvPr/>
        </p:nvSpPr>
        <p:spPr>
          <a:xfrm>
            <a:off x="7425136" y="4273131"/>
            <a:ext cx="298673" cy="253841"/>
          </a:xfrm>
          <a:custGeom>
            <a:avLst/>
            <a:gdLst>
              <a:gd name="connsiteX0" fmla="*/ 285220 w 298673"/>
              <a:gd name="connsiteY0" fmla="*/ 21489 h 253841"/>
              <a:gd name="connsiteX1" fmla="*/ 286565 w 298673"/>
              <a:gd name="connsiteY1" fmla="*/ 28205 h 253841"/>
              <a:gd name="connsiteX2" fmla="*/ 287911 w 298673"/>
              <a:gd name="connsiteY2" fmla="*/ 32234 h 253841"/>
              <a:gd name="connsiteX3" fmla="*/ 287911 w 298673"/>
              <a:gd name="connsiteY3" fmla="*/ 40292 h 253841"/>
              <a:gd name="connsiteX4" fmla="*/ 289256 w 298673"/>
              <a:gd name="connsiteY4" fmla="*/ 44322 h 253841"/>
              <a:gd name="connsiteX5" fmla="*/ 294637 w 298673"/>
              <a:gd name="connsiteY5" fmla="*/ 45665 h 253841"/>
              <a:gd name="connsiteX6" fmla="*/ 295983 w 298673"/>
              <a:gd name="connsiteY6" fmla="*/ 49694 h 253841"/>
              <a:gd name="connsiteX7" fmla="*/ 295983 w 298673"/>
              <a:gd name="connsiteY7" fmla="*/ 53723 h 253841"/>
              <a:gd name="connsiteX8" fmla="*/ 298674 w 298673"/>
              <a:gd name="connsiteY8" fmla="*/ 60438 h 253841"/>
              <a:gd name="connsiteX9" fmla="*/ 297328 w 298673"/>
              <a:gd name="connsiteY9" fmla="*/ 63125 h 253841"/>
              <a:gd name="connsiteX10" fmla="*/ 291947 w 298673"/>
              <a:gd name="connsiteY10" fmla="*/ 65811 h 253841"/>
              <a:gd name="connsiteX11" fmla="*/ 287911 w 298673"/>
              <a:gd name="connsiteY11" fmla="*/ 69840 h 253841"/>
              <a:gd name="connsiteX12" fmla="*/ 285220 w 298673"/>
              <a:gd name="connsiteY12" fmla="*/ 69840 h 253841"/>
              <a:gd name="connsiteX13" fmla="*/ 279839 w 298673"/>
              <a:gd name="connsiteY13" fmla="*/ 73869 h 253841"/>
              <a:gd name="connsiteX14" fmla="*/ 279839 w 298673"/>
              <a:gd name="connsiteY14" fmla="*/ 76556 h 253841"/>
              <a:gd name="connsiteX15" fmla="*/ 277148 w 298673"/>
              <a:gd name="connsiteY15" fmla="*/ 77899 h 253841"/>
              <a:gd name="connsiteX16" fmla="*/ 273112 w 298673"/>
              <a:gd name="connsiteY16" fmla="*/ 87300 h 253841"/>
              <a:gd name="connsiteX17" fmla="*/ 269075 w 298673"/>
              <a:gd name="connsiteY17" fmla="*/ 91329 h 253841"/>
              <a:gd name="connsiteX18" fmla="*/ 270421 w 298673"/>
              <a:gd name="connsiteY18" fmla="*/ 95359 h 253841"/>
              <a:gd name="connsiteX19" fmla="*/ 270421 w 298673"/>
              <a:gd name="connsiteY19" fmla="*/ 102074 h 253841"/>
              <a:gd name="connsiteX20" fmla="*/ 269075 w 298673"/>
              <a:gd name="connsiteY20" fmla="*/ 108789 h 253841"/>
              <a:gd name="connsiteX21" fmla="*/ 265039 w 298673"/>
              <a:gd name="connsiteY21" fmla="*/ 114162 h 253841"/>
              <a:gd name="connsiteX22" fmla="*/ 258312 w 298673"/>
              <a:gd name="connsiteY22" fmla="*/ 116848 h 253841"/>
              <a:gd name="connsiteX23" fmla="*/ 254276 w 298673"/>
              <a:gd name="connsiteY23" fmla="*/ 119534 h 253841"/>
              <a:gd name="connsiteX24" fmla="*/ 255622 w 298673"/>
              <a:gd name="connsiteY24" fmla="*/ 127592 h 253841"/>
              <a:gd name="connsiteX25" fmla="*/ 252931 w 298673"/>
              <a:gd name="connsiteY25" fmla="*/ 131622 h 253841"/>
              <a:gd name="connsiteX26" fmla="*/ 252931 w 298673"/>
              <a:gd name="connsiteY26" fmla="*/ 136994 h 253841"/>
              <a:gd name="connsiteX27" fmla="*/ 247549 w 298673"/>
              <a:gd name="connsiteY27" fmla="*/ 141023 h 253841"/>
              <a:gd name="connsiteX28" fmla="*/ 240822 w 298673"/>
              <a:gd name="connsiteY28" fmla="*/ 147738 h 253841"/>
              <a:gd name="connsiteX29" fmla="*/ 238132 w 298673"/>
              <a:gd name="connsiteY29" fmla="*/ 151768 h 253841"/>
              <a:gd name="connsiteX30" fmla="*/ 239477 w 298673"/>
              <a:gd name="connsiteY30" fmla="*/ 155797 h 253841"/>
              <a:gd name="connsiteX31" fmla="*/ 238132 w 298673"/>
              <a:gd name="connsiteY31" fmla="*/ 159826 h 253841"/>
              <a:gd name="connsiteX32" fmla="*/ 230059 w 298673"/>
              <a:gd name="connsiteY32" fmla="*/ 167885 h 253841"/>
              <a:gd name="connsiteX33" fmla="*/ 228714 w 298673"/>
              <a:gd name="connsiteY33" fmla="*/ 173257 h 253841"/>
              <a:gd name="connsiteX34" fmla="*/ 228714 w 298673"/>
              <a:gd name="connsiteY34" fmla="*/ 177286 h 253841"/>
              <a:gd name="connsiteX35" fmla="*/ 226024 w 298673"/>
              <a:gd name="connsiteY35" fmla="*/ 182659 h 253841"/>
              <a:gd name="connsiteX36" fmla="*/ 221987 w 298673"/>
              <a:gd name="connsiteY36" fmla="*/ 184002 h 253841"/>
              <a:gd name="connsiteX37" fmla="*/ 219297 w 298673"/>
              <a:gd name="connsiteY37" fmla="*/ 186688 h 253841"/>
              <a:gd name="connsiteX38" fmla="*/ 219297 w 298673"/>
              <a:gd name="connsiteY38" fmla="*/ 188031 h 253841"/>
              <a:gd name="connsiteX39" fmla="*/ 216606 w 298673"/>
              <a:gd name="connsiteY39" fmla="*/ 194746 h 253841"/>
              <a:gd name="connsiteX40" fmla="*/ 211224 w 298673"/>
              <a:gd name="connsiteY40" fmla="*/ 197432 h 253841"/>
              <a:gd name="connsiteX41" fmla="*/ 207188 w 298673"/>
              <a:gd name="connsiteY41" fmla="*/ 196089 h 253841"/>
              <a:gd name="connsiteX42" fmla="*/ 203152 w 298673"/>
              <a:gd name="connsiteY42" fmla="*/ 193403 h 253841"/>
              <a:gd name="connsiteX43" fmla="*/ 200461 w 298673"/>
              <a:gd name="connsiteY43" fmla="*/ 188031 h 253841"/>
              <a:gd name="connsiteX44" fmla="*/ 195080 w 298673"/>
              <a:gd name="connsiteY44" fmla="*/ 185345 h 253841"/>
              <a:gd name="connsiteX45" fmla="*/ 192389 w 298673"/>
              <a:gd name="connsiteY45" fmla="*/ 185345 h 253841"/>
              <a:gd name="connsiteX46" fmla="*/ 185662 w 298673"/>
              <a:gd name="connsiteY46" fmla="*/ 184002 h 253841"/>
              <a:gd name="connsiteX47" fmla="*/ 184317 w 298673"/>
              <a:gd name="connsiteY47" fmla="*/ 182659 h 253841"/>
              <a:gd name="connsiteX48" fmla="*/ 181626 w 298673"/>
              <a:gd name="connsiteY48" fmla="*/ 185345 h 253841"/>
              <a:gd name="connsiteX49" fmla="*/ 176244 w 298673"/>
              <a:gd name="connsiteY49" fmla="*/ 185345 h 253841"/>
              <a:gd name="connsiteX50" fmla="*/ 174899 w 298673"/>
              <a:gd name="connsiteY50" fmla="*/ 188031 h 253841"/>
              <a:gd name="connsiteX51" fmla="*/ 176244 w 298673"/>
              <a:gd name="connsiteY51" fmla="*/ 193403 h 253841"/>
              <a:gd name="connsiteX52" fmla="*/ 168172 w 298673"/>
              <a:gd name="connsiteY52" fmla="*/ 198775 h 253841"/>
              <a:gd name="connsiteX53" fmla="*/ 165482 w 298673"/>
              <a:gd name="connsiteY53" fmla="*/ 201462 h 253841"/>
              <a:gd name="connsiteX54" fmla="*/ 161445 w 298673"/>
              <a:gd name="connsiteY54" fmla="*/ 205491 h 253841"/>
              <a:gd name="connsiteX55" fmla="*/ 157409 w 298673"/>
              <a:gd name="connsiteY55" fmla="*/ 209520 h 253841"/>
              <a:gd name="connsiteX56" fmla="*/ 157409 w 298673"/>
              <a:gd name="connsiteY56" fmla="*/ 212206 h 253841"/>
              <a:gd name="connsiteX57" fmla="*/ 153373 w 298673"/>
              <a:gd name="connsiteY57" fmla="*/ 214892 h 253841"/>
              <a:gd name="connsiteX58" fmla="*/ 154718 w 298673"/>
              <a:gd name="connsiteY58" fmla="*/ 220265 h 253841"/>
              <a:gd name="connsiteX59" fmla="*/ 154718 w 298673"/>
              <a:gd name="connsiteY59" fmla="*/ 226980 h 253841"/>
              <a:gd name="connsiteX60" fmla="*/ 152028 w 298673"/>
              <a:gd name="connsiteY60" fmla="*/ 233696 h 253841"/>
              <a:gd name="connsiteX61" fmla="*/ 145301 w 298673"/>
              <a:gd name="connsiteY61" fmla="*/ 240411 h 253841"/>
              <a:gd name="connsiteX62" fmla="*/ 145301 w 298673"/>
              <a:gd name="connsiteY62" fmla="*/ 244440 h 253841"/>
              <a:gd name="connsiteX63" fmla="*/ 145301 w 298673"/>
              <a:gd name="connsiteY63" fmla="*/ 244440 h 253841"/>
              <a:gd name="connsiteX64" fmla="*/ 142610 w 298673"/>
              <a:gd name="connsiteY64" fmla="*/ 244440 h 253841"/>
              <a:gd name="connsiteX65" fmla="*/ 138574 w 298673"/>
              <a:gd name="connsiteY65" fmla="*/ 240411 h 253841"/>
              <a:gd name="connsiteX66" fmla="*/ 135883 w 298673"/>
              <a:gd name="connsiteY66" fmla="*/ 247126 h 253841"/>
              <a:gd name="connsiteX67" fmla="*/ 129156 w 298673"/>
              <a:gd name="connsiteY67" fmla="*/ 248469 h 253841"/>
              <a:gd name="connsiteX68" fmla="*/ 125120 w 298673"/>
              <a:gd name="connsiteY68" fmla="*/ 247126 h 253841"/>
              <a:gd name="connsiteX69" fmla="*/ 113012 w 298673"/>
              <a:gd name="connsiteY69" fmla="*/ 251156 h 253841"/>
              <a:gd name="connsiteX70" fmla="*/ 108976 w 298673"/>
              <a:gd name="connsiteY70" fmla="*/ 249812 h 253841"/>
              <a:gd name="connsiteX71" fmla="*/ 104940 w 298673"/>
              <a:gd name="connsiteY71" fmla="*/ 252499 h 253841"/>
              <a:gd name="connsiteX72" fmla="*/ 79377 w 298673"/>
              <a:gd name="connsiteY72" fmla="*/ 253842 h 253841"/>
              <a:gd name="connsiteX73" fmla="*/ 69960 w 298673"/>
              <a:gd name="connsiteY73" fmla="*/ 251156 h 253841"/>
              <a:gd name="connsiteX74" fmla="*/ 63233 w 298673"/>
              <a:gd name="connsiteY74" fmla="*/ 245783 h 253841"/>
              <a:gd name="connsiteX75" fmla="*/ 60542 w 298673"/>
              <a:gd name="connsiteY75" fmla="*/ 236382 h 253841"/>
              <a:gd name="connsiteX76" fmla="*/ 56506 w 298673"/>
              <a:gd name="connsiteY76" fmla="*/ 235038 h 253841"/>
              <a:gd name="connsiteX77" fmla="*/ 56506 w 298673"/>
              <a:gd name="connsiteY77" fmla="*/ 226980 h 253841"/>
              <a:gd name="connsiteX78" fmla="*/ 51125 w 298673"/>
              <a:gd name="connsiteY78" fmla="*/ 214892 h 253841"/>
              <a:gd name="connsiteX79" fmla="*/ 40361 w 298673"/>
              <a:gd name="connsiteY79" fmla="*/ 204148 h 253841"/>
              <a:gd name="connsiteX80" fmla="*/ 21526 w 298673"/>
              <a:gd name="connsiteY80" fmla="*/ 193403 h 253841"/>
              <a:gd name="connsiteX81" fmla="*/ 12108 w 298673"/>
              <a:gd name="connsiteY81" fmla="*/ 197432 h 253841"/>
              <a:gd name="connsiteX82" fmla="*/ 2691 w 298673"/>
              <a:gd name="connsiteY82" fmla="*/ 194746 h 253841"/>
              <a:gd name="connsiteX83" fmla="*/ 1345 w 298673"/>
              <a:gd name="connsiteY83" fmla="*/ 189374 h 253841"/>
              <a:gd name="connsiteX84" fmla="*/ 2691 w 298673"/>
              <a:gd name="connsiteY84" fmla="*/ 177286 h 253841"/>
              <a:gd name="connsiteX85" fmla="*/ 1345 w 298673"/>
              <a:gd name="connsiteY85" fmla="*/ 171914 h 253841"/>
              <a:gd name="connsiteX86" fmla="*/ 1345 w 298673"/>
              <a:gd name="connsiteY86" fmla="*/ 169228 h 253841"/>
              <a:gd name="connsiteX87" fmla="*/ 1345 w 298673"/>
              <a:gd name="connsiteY87" fmla="*/ 157140 h 253841"/>
              <a:gd name="connsiteX88" fmla="*/ 1345 w 298673"/>
              <a:gd name="connsiteY88" fmla="*/ 154454 h 253841"/>
              <a:gd name="connsiteX89" fmla="*/ 1345 w 298673"/>
              <a:gd name="connsiteY89" fmla="*/ 150425 h 253841"/>
              <a:gd name="connsiteX90" fmla="*/ 0 w 298673"/>
              <a:gd name="connsiteY90" fmla="*/ 149082 h 253841"/>
              <a:gd name="connsiteX91" fmla="*/ 1345 w 298673"/>
              <a:gd name="connsiteY91" fmla="*/ 147738 h 253841"/>
              <a:gd name="connsiteX92" fmla="*/ 0 w 298673"/>
              <a:gd name="connsiteY92" fmla="*/ 142366 h 253841"/>
              <a:gd name="connsiteX93" fmla="*/ 0 w 298673"/>
              <a:gd name="connsiteY93" fmla="*/ 141023 h 253841"/>
              <a:gd name="connsiteX94" fmla="*/ 1345 w 298673"/>
              <a:gd name="connsiteY94" fmla="*/ 135651 h 253841"/>
              <a:gd name="connsiteX95" fmla="*/ 1345 w 298673"/>
              <a:gd name="connsiteY95" fmla="*/ 131622 h 253841"/>
              <a:gd name="connsiteX96" fmla="*/ 1345 w 298673"/>
              <a:gd name="connsiteY96" fmla="*/ 126249 h 253841"/>
              <a:gd name="connsiteX97" fmla="*/ 2691 w 298673"/>
              <a:gd name="connsiteY97" fmla="*/ 123563 h 253841"/>
              <a:gd name="connsiteX98" fmla="*/ 6727 w 298673"/>
              <a:gd name="connsiteY98" fmla="*/ 122220 h 253841"/>
              <a:gd name="connsiteX99" fmla="*/ 9418 w 298673"/>
              <a:gd name="connsiteY99" fmla="*/ 120877 h 253841"/>
              <a:gd name="connsiteX100" fmla="*/ 12108 w 298673"/>
              <a:gd name="connsiteY100" fmla="*/ 119534 h 253841"/>
              <a:gd name="connsiteX101" fmla="*/ 14799 w 298673"/>
              <a:gd name="connsiteY101" fmla="*/ 114162 h 253841"/>
              <a:gd name="connsiteX102" fmla="*/ 18835 w 298673"/>
              <a:gd name="connsiteY102" fmla="*/ 108789 h 253841"/>
              <a:gd name="connsiteX103" fmla="*/ 20181 w 298673"/>
              <a:gd name="connsiteY103" fmla="*/ 104760 h 253841"/>
              <a:gd name="connsiteX104" fmla="*/ 22872 w 298673"/>
              <a:gd name="connsiteY104" fmla="*/ 100731 h 253841"/>
              <a:gd name="connsiteX105" fmla="*/ 26908 w 298673"/>
              <a:gd name="connsiteY105" fmla="*/ 102074 h 253841"/>
              <a:gd name="connsiteX106" fmla="*/ 28253 w 298673"/>
              <a:gd name="connsiteY106" fmla="*/ 99388 h 253841"/>
              <a:gd name="connsiteX107" fmla="*/ 22872 w 298673"/>
              <a:gd name="connsiteY107" fmla="*/ 94015 h 253841"/>
              <a:gd name="connsiteX108" fmla="*/ 22872 w 298673"/>
              <a:gd name="connsiteY108" fmla="*/ 91329 h 253841"/>
              <a:gd name="connsiteX109" fmla="*/ 25562 w 298673"/>
              <a:gd name="connsiteY109" fmla="*/ 87300 h 253841"/>
              <a:gd name="connsiteX110" fmla="*/ 30944 w 298673"/>
              <a:gd name="connsiteY110" fmla="*/ 87300 h 253841"/>
              <a:gd name="connsiteX111" fmla="*/ 32289 w 298673"/>
              <a:gd name="connsiteY111" fmla="*/ 84614 h 253841"/>
              <a:gd name="connsiteX112" fmla="*/ 29598 w 298673"/>
              <a:gd name="connsiteY112" fmla="*/ 75212 h 253841"/>
              <a:gd name="connsiteX113" fmla="*/ 28253 w 298673"/>
              <a:gd name="connsiteY113" fmla="*/ 68497 h 253841"/>
              <a:gd name="connsiteX114" fmla="*/ 21526 w 298673"/>
              <a:gd name="connsiteY114" fmla="*/ 63125 h 253841"/>
              <a:gd name="connsiteX115" fmla="*/ 20181 w 298673"/>
              <a:gd name="connsiteY115" fmla="*/ 59096 h 253841"/>
              <a:gd name="connsiteX116" fmla="*/ 21526 w 298673"/>
              <a:gd name="connsiteY116" fmla="*/ 53723 h 253841"/>
              <a:gd name="connsiteX117" fmla="*/ 26908 w 298673"/>
              <a:gd name="connsiteY117" fmla="*/ 49694 h 253841"/>
              <a:gd name="connsiteX118" fmla="*/ 26908 w 298673"/>
              <a:gd name="connsiteY118" fmla="*/ 47008 h 253841"/>
              <a:gd name="connsiteX119" fmla="*/ 22872 w 298673"/>
              <a:gd name="connsiteY119" fmla="*/ 47008 h 253841"/>
              <a:gd name="connsiteX120" fmla="*/ 20181 w 298673"/>
              <a:gd name="connsiteY120" fmla="*/ 40292 h 253841"/>
              <a:gd name="connsiteX121" fmla="*/ 21526 w 298673"/>
              <a:gd name="connsiteY121" fmla="*/ 36263 h 253841"/>
              <a:gd name="connsiteX122" fmla="*/ 21526 w 298673"/>
              <a:gd name="connsiteY122" fmla="*/ 33577 h 253841"/>
              <a:gd name="connsiteX123" fmla="*/ 26908 w 298673"/>
              <a:gd name="connsiteY123" fmla="*/ 28205 h 253841"/>
              <a:gd name="connsiteX124" fmla="*/ 30944 w 298673"/>
              <a:gd name="connsiteY124" fmla="*/ 28205 h 253841"/>
              <a:gd name="connsiteX125" fmla="*/ 30944 w 298673"/>
              <a:gd name="connsiteY125" fmla="*/ 24175 h 253841"/>
              <a:gd name="connsiteX126" fmla="*/ 29598 w 298673"/>
              <a:gd name="connsiteY126" fmla="*/ 22832 h 253841"/>
              <a:gd name="connsiteX127" fmla="*/ 28253 w 298673"/>
              <a:gd name="connsiteY127" fmla="*/ 17460 h 253841"/>
              <a:gd name="connsiteX128" fmla="*/ 28253 w 298673"/>
              <a:gd name="connsiteY128" fmla="*/ 16117 h 253841"/>
              <a:gd name="connsiteX129" fmla="*/ 29598 w 298673"/>
              <a:gd name="connsiteY129" fmla="*/ 14774 h 253841"/>
              <a:gd name="connsiteX130" fmla="*/ 28253 w 298673"/>
              <a:gd name="connsiteY130" fmla="*/ 12088 h 253841"/>
              <a:gd name="connsiteX131" fmla="*/ 29598 w 298673"/>
              <a:gd name="connsiteY131" fmla="*/ 9402 h 253841"/>
              <a:gd name="connsiteX132" fmla="*/ 34980 w 298673"/>
              <a:gd name="connsiteY132" fmla="*/ 5372 h 253841"/>
              <a:gd name="connsiteX133" fmla="*/ 37671 w 298673"/>
              <a:gd name="connsiteY133" fmla="*/ 4029 h 253841"/>
              <a:gd name="connsiteX134" fmla="*/ 40361 w 298673"/>
              <a:gd name="connsiteY134" fmla="*/ 2686 h 253841"/>
              <a:gd name="connsiteX135" fmla="*/ 44398 w 298673"/>
              <a:gd name="connsiteY135" fmla="*/ 1343 h 253841"/>
              <a:gd name="connsiteX136" fmla="*/ 48434 w 298673"/>
              <a:gd name="connsiteY136" fmla="*/ 1343 h 253841"/>
              <a:gd name="connsiteX137" fmla="*/ 51125 w 298673"/>
              <a:gd name="connsiteY137" fmla="*/ 1343 h 253841"/>
              <a:gd name="connsiteX138" fmla="*/ 59196 w 298673"/>
              <a:gd name="connsiteY138" fmla="*/ 1343 h 253841"/>
              <a:gd name="connsiteX139" fmla="*/ 61887 w 298673"/>
              <a:gd name="connsiteY139" fmla="*/ 0 h 253841"/>
              <a:gd name="connsiteX140" fmla="*/ 65923 w 298673"/>
              <a:gd name="connsiteY140" fmla="*/ 0 h 253841"/>
              <a:gd name="connsiteX141" fmla="*/ 68614 w 298673"/>
              <a:gd name="connsiteY141" fmla="*/ 0 h 253841"/>
              <a:gd name="connsiteX142" fmla="*/ 75341 w 298673"/>
              <a:gd name="connsiteY142" fmla="*/ 1343 h 253841"/>
              <a:gd name="connsiteX143" fmla="*/ 78032 w 298673"/>
              <a:gd name="connsiteY143" fmla="*/ 2686 h 253841"/>
              <a:gd name="connsiteX144" fmla="*/ 83414 w 298673"/>
              <a:gd name="connsiteY144" fmla="*/ 4029 h 253841"/>
              <a:gd name="connsiteX145" fmla="*/ 90140 w 298673"/>
              <a:gd name="connsiteY145" fmla="*/ 6715 h 253841"/>
              <a:gd name="connsiteX146" fmla="*/ 92831 w 298673"/>
              <a:gd name="connsiteY146" fmla="*/ 9402 h 253841"/>
              <a:gd name="connsiteX147" fmla="*/ 99558 w 298673"/>
              <a:gd name="connsiteY147" fmla="*/ 18803 h 253841"/>
              <a:gd name="connsiteX148" fmla="*/ 103594 w 298673"/>
              <a:gd name="connsiteY148" fmla="*/ 21489 h 253841"/>
              <a:gd name="connsiteX149" fmla="*/ 106285 w 298673"/>
              <a:gd name="connsiteY149" fmla="*/ 20146 h 253841"/>
              <a:gd name="connsiteX150" fmla="*/ 108976 w 298673"/>
              <a:gd name="connsiteY150" fmla="*/ 16117 h 253841"/>
              <a:gd name="connsiteX151" fmla="*/ 113012 w 298673"/>
              <a:gd name="connsiteY151" fmla="*/ 16117 h 253841"/>
              <a:gd name="connsiteX152" fmla="*/ 117048 w 298673"/>
              <a:gd name="connsiteY152" fmla="*/ 14774 h 253841"/>
              <a:gd name="connsiteX153" fmla="*/ 123775 w 298673"/>
              <a:gd name="connsiteY153" fmla="*/ 13431 h 253841"/>
              <a:gd name="connsiteX154" fmla="*/ 125120 w 298673"/>
              <a:gd name="connsiteY154" fmla="*/ 12088 h 253841"/>
              <a:gd name="connsiteX155" fmla="*/ 129156 w 298673"/>
              <a:gd name="connsiteY155" fmla="*/ 12088 h 253841"/>
              <a:gd name="connsiteX156" fmla="*/ 134538 w 298673"/>
              <a:gd name="connsiteY156" fmla="*/ 16117 h 253841"/>
              <a:gd name="connsiteX157" fmla="*/ 134538 w 298673"/>
              <a:gd name="connsiteY157" fmla="*/ 17460 h 253841"/>
              <a:gd name="connsiteX158" fmla="*/ 139919 w 298673"/>
              <a:gd name="connsiteY158" fmla="*/ 20146 h 253841"/>
              <a:gd name="connsiteX159" fmla="*/ 147991 w 298673"/>
              <a:gd name="connsiteY159" fmla="*/ 24175 h 253841"/>
              <a:gd name="connsiteX160" fmla="*/ 153373 w 298673"/>
              <a:gd name="connsiteY160" fmla="*/ 25519 h 253841"/>
              <a:gd name="connsiteX161" fmla="*/ 164136 w 298673"/>
              <a:gd name="connsiteY161" fmla="*/ 29548 h 253841"/>
              <a:gd name="connsiteX162" fmla="*/ 168172 w 298673"/>
              <a:gd name="connsiteY162" fmla="*/ 29548 h 253841"/>
              <a:gd name="connsiteX163" fmla="*/ 174899 w 298673"/>
              <a:gd name="connsiteY163" fmla="*/ 25519 h 253841"/>
              <a:gd name="connsiteX164" fmla="*/ 181626 w 298673"/>
              <a:gd name="connsiteY164" fmla="*/ 16117 h 253841"/>
              <a:gd name="connsiteX165" fmla="*/ 187007 w 298673"/>
              <a:gd name="connsiteY165" fmla="*/ 14774 h 253841"/>
              <a:gd name="connsiteX166" fmla="*/ 200461 w 298673"/>
              <a:gd name="connsiteY166" fmla="*/ 16117 h 253841"/>
              <a:gd name="connsiteX167" fmla="*/ 205843 w 298673"/>
              <a:gd name="connsiteY167" fmla="*/ 13431 h 253841"/>
              <a:gd name="connsiteX168" fmla="*/ 217951 w 298673"/>
              <a:gd name="connsiteY168" fmla="*/ 14774 h 253841"/>
              <a:gd name="connsiteX169" fmla="*/ 226024 w 298673"/>
              <a:gd name="connsiteY169" fmla="*/ 18803 h 253841"/>
              <a:gd name="connsiteX170" fmla="*/ 234095 w 298673"/>
              <a:gd name="connsiteY170" fmla="*/ 18803 h 253841"/>
              <a:gd name="connsiteX171" fmla="*/ 238132 w 298673"/>
              <a:gd name="connsiteY171" fmla="*/ 22832 h 253841"/>
              <a:gd name="connsiteX172" fmla="*/ 242168 w 298673"/>
              <a:gd name="connsiteY172" fmla="*/ 21489 h 253841"/>
              <a:gd name="connsiteX173" fmla="*/ 244859 w 298673"/>
              <a:gd name="connsiteY173" fmla="*/ 17460 h 253841"/>
              <a:gd name="connsiteX174" fmla="*/ 250240 w 298673"/>
              <a:gd name="connsiteY174" fmla="*/ 14774 h 253841"/>
              <a:gd name="connsiteX175" fmla="*/ 251586 w 298673"/>
              <a:gd name="connsiteY175" fmla="*/ 12088 h 253841"/>
              <a:gd name="connsiteX176" fmla="*/ 255622 w 298673"/>
              <a:gd name="connsiteY176" fmla="*/ 10745 h 253841"/>
              <a:gd name="connsiteX177" fmla="*/ 259658 w 298673"/>
              <a:gd name="connsiteY177" fmla="*/ 12088 h 253841"/>
              <a:gd name="connsiteX178" fmla="*/ 262348 w 298673"/>
              <a:gd name="connsiteY178" fmla="*/ 10745 h 253841"/>
              <a:gd name="connsiteX179" fmla="*/ 262348 w 298673"/>
              <a:gd name="connsiteY179" fmla="*/ 8059 h 253841"/>
              <a:gd name="connsiteX180" fmla="*/ 265039 w 298673"/>
              <a:gd name="connsiteY180" fmla="*/ 4029 h 253841"/>
              <a:gd name="connsiteX181" fmla="*/ 274457 w 298673"/>
              <a:gd name="connsiteY181" fmla="*/ 6715 h 253841"/>
              <a:gd name="connsiteX182" fmla="*/ 281184 w 298673"/>
              <a:gd name="connsiteY182" fmla="*/ 14774 h 253841"/>
              <a:gd name="connsiteX183" fmla="*/ 283875 w 298673"/>
              <a:gd name="connsiteY183" fmla="*/ 21489 h 25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298673" h="253841">
                <a:moveTo>
                  <a:pt x="285220" y="21489"/>
                </a:moveTo>
                <a:lnTo>
                  <a:pt x="286565" y="28205"/>
                </a:lnTo>
                <a:lnTo>
                  <a:pt x="287911" y="32234"/>
                </a:lnTo>
                <a:lnTo>
                  <a:pt x="287911" y="40292"/>
                </a:lnTo>
                <a:lnTo>
                  <a:pt x="289256" y="44322"/>
                </a:lnTo>
                <a:lnTo>
                  <a:pt x="294637" y="45665"/>
                </a:lnTo>
                <a:lnTo>
                  <a:pt x="295983" y="49694"/>
                </a:lnTo>
                <a:lnTo>
                  <a:pt x="295983" y="53723"/>
                </a:lnTo>
                <a:lnTo>
                  <a:pt x="298674" y="60438"/>
                </a:lnTo>
                <a:lnTo>
                  <a:pt x="297328" y="63125"/>
                </a:lnTo>
                <a:lnTo>
                  <a:pt x="291947" y="65811"/>
                </a:lnTo>
                <a:lnTo>
                  <a:pt x="287911" y="69840"/>
                </a:lnTo>
                <a:lnTo>
                  <a:pt x="285220" y="69840"/>
                </a:lnTo>
                <a:lnTo>
                  <a:pt x="279839" y="73869"/>
                </a:lnTo>
                <a:lnTo>
                  <a:pt x="279839" y="76556"/>
                </a:lnTo>
                <a:lnTo>
                  <a:pt x="277148" y="77899"/>
                </a:lnTo>
                <a:lnTo>
                  <a:pt x="273112" y="87300"/>
                </a:lnTo>
                <a:lnTo>
                  <a:pt x="269075" y="91329"/>
                </a:lnTo>
                <a:lnTo>
                  <a:pt x="270421" y="95359"/>
                </a:lnTo>
                <a:lnTo>
                  <a:pt x="270421" y="102074"/>
                </a:lnTo>
                <a:lnTo>
                  <a:pt x="269075" y="108789"/>
                </a:lnTo>
                <a:lnTo>
                  <a:pt x="265039" y="114162"/>
                </a:lnTo>
                <a:lnTo>
                  <a:pt x="258312" y="116848"/>
                </a:lnTo>
                <a:lnTo>
                  <a:pt x="254276" y="119534"/>
                </a:lnTo>
                <a:lnTo>
                  <a:pt x="255622" y="127592"/>
                </a:lnTo>
                <a:lnTo>
                  <a:pt x="252931" y="131622"/>
                </a:lnTo>
                <a:lnTo>
                  <a:pt x="252931" y="136994"/>
                </a:lnTo>
                <a:lnTo>
                  <a:pt x="247549" y="141023"/>
                </a:lnTo>
                <a:lnTo>
                  <a:pt x="240822" y="147738"/>
                </a:lnTo>
                <a:lnTo>
                  <a:pt x="238132" y="151768"/>
                </a:lnTo>
                <a:lnTo>
                  <a:pt x="239477" y="155797"/>
                </a:lnTo>
                <a:lnTo>
                  <a:pt x="238132" y="159826"/>
                </a:lnTo>
                <a:lnTo>
                  <a:pt x="230059" y="167885"/>
                </a:lnTo>
                <a:lnTo>
                  <a:pt x="228714" y="173257"/>
                </a:lnTo>
                <a:lnTo>
                  <a:pt x="228714" y="177286"/>
                </a:lnTo>
                <a:lnTo>
                  <a:pt x="226024" y="182659"/>
                </a:lnTo>
                <a:lnTo>
                  <a:pt x="221987" y="184002"/>
                </a:lnTo>
                <a:lnTo>
                  <a:pt x="219297" y="186688"/>
                </a:lnTo>
                <a:lnTo>
                  <a:pt x="219297" y="188031"/>
                </a:lnTo>
                <a:lnTo>
                  <a:pt x="216606" y="194746"/>
                </a:lnTo>
                <a:lnTo>
                  <a:pt x="211224" y="197432"/>
                </a:lnTo>
                <a:lnTo>
                  <a:pt x="207188" y="196089"/>
                </a:lnTo>
                <a:lnTo>
                  <a:pt x="203152" y="193403"/>
                </a:lnTo>
                <a:lnTo>
                  <a:pt x="200461" y="188031"/>
                </a:lnTo>
                <a:lnTo>
                  <a:pt x="195080" y="185345"/>
                </a:lnTo>
                <a:lnTo>
                  <a:pt x="192389" y="185345"/>
                </a:lnTo>
                <a:lnTo>
                  <a:pt x="185662" y="184002"/>
                </a:lnTo>
                <a:lnTo>
                  <a:pt x="184317" y="182659"/>
                </a:lnTo>
                <a:lnTo>
                  <a:pt x="181626" y="185345"/>
                </a:lnTo>
                <a:lnTo>
                  <a:pt x="176244" y="185345"/>
                </a:lnTo>
                <a:lnTo>
                  <a:pt x="174899" y="188031"/>
                </a:lnTo>
                <a:lnTo>
                  <a:pt x="176244" y="193403"/>
                </a:lnTo>
                <a:lnTo>
                  <a:pt x="168172" y="198775"/>
                </a:lnTo>
                <a:lnTo>
                  <a:pt x="165482" y="201462"/>
                </a:lnTo>
                <a:lnTo>
                  <a:pt x="161445" y="205491"/>
                </a:lnTo>
                <a:lnTo>
                  <a:pt x="157409" y="209520"/>
                </a:lnTo>
                <a:lnTo>
                  <a:pt x="157409" y="212206"/>
                </a:lnTo>
                <a:lnTo>
                  <a:pt x="153373" y="214892"/>
                </a:lnTo>
                <a:lnTo>
                  <a:pt x="154718" y="220265"/>
                </a:lnTo>
                <a:lnTo>
                  <a:pt x="154718" y="226980"/>
                </a:lnTo>
                <a:lnTo>
                  <a:pt x="152028" y="233696"/>
                </a:lnTo>
                <a:lnTo>
                  <a:pt x="145301" y="240411"/>
                </a:lnTo>
                <a:lnTo>
                  <a:pt x="145301" y="244440"/>
                </a:lnTo>
                <a:lnTo>
                  <a:pt x="145301" y="244440"/>
                </a:lnTo>
                <a:lnTo>
                  <a:pt x="142610" y="244440"/>
                </a:lnTo>
                <a:lnTo>
                  <a:pt x="138574" y="240411"/>
                </a:lnTo>
                <a:lnTo>
                  <a:pt x="135883" y="247126"/>
                </a:lnTo>
                <a:lnTo>
                  <a:pt x="129156" y="248469"/>
                </a:lnTo>
                <a:lnTo>
                  <a:pt x="125120" y="247126"/>
                </a:lnTo>
                <a:lnTo>
                  <a:pt x="113012" y="251156"/>
                </a:lnTo>
                <a:lnTo>
                  <a:pt x="108976" y="249812"/>
                </a:lnTo>
                <a:lnTo>
                  <a:pt x="104940" y="252499"/>
                </a:lnTo>
                <a:lnTo>
                  <a:pt x="79377" y="253842"/>
                </a:lnTo>
                <a:lnTo>
                  <a:pt x="69960" y="251156"/>
                </a:lnTo>
                <a:lnTo>
                  <a:pt x="63233" y="245783"/>
                </a:lnTo>
                <a:lnTo>
                  <a:pt x="60542" y="236382"/>
                </a:lnTo>
                <a:lnTo>
                  <a:pt x="56506" y="235038"/>
                </a:lnTo>
                <a:lnTo>
                  <a:pt x="56506" y="226980"/>
                </a:lnTo>
                <a:lnTo>
                  <a:pt x="51125" y="214892"/>
                </a:lnTo>
                <a:lnTo>
                  <a:pt x="40361" y="204148"/>
                </a:lnTo>
                <a:lnTo>
                  <a:pt x="21526" y="193403"/>
                </a:lnTo>
                <a:lnTo>
                  <a:pt x="12108" y="197432"/>
                </a:lnTo>
                <a:lnTo>
                  <a:pt x="2691" y="194746"/>
                </a:lnTo>
                <a:lnTo>
                  <a:pt x="1345" y="189374"/>
                </a:lnTo>
                <a:lnTo>
                  <a:pt x="2691" y="177286"/>
                </a:lnTo>
                <a:lnTo>
                  <a:pt x="1345" y="171914"/>
                </a:lnTo>
                <a:lnTo>
                  <a:pt x="1345" y="169228"/>
                </a:lnTo>
                <a:lnTo>
                  <a:pt x="1345" y="157140"/>
                </a:lnTo>
                <a:lnTo>
                  <a:pt x="1345" y="154454"/>
                </a:lnTo>
                <a:lnTo>
                  <a:pt x="1345" y="150425"/>
                </a:lnTo>
                <a:lnTo>
                  <a:pt x="0" y="149082"/>
                </a:lnTo>
                <a:lnTo>
                  <a:pt x="1345" y="147738"/>
                </a:lnTo>
                <a:lnTo>
                  <a:pt x="0" y="142366"/>
                </a:lnTo>
                <a:lnTo>
                  <a:pt x="0" y="141023"/>
                </a:lnTo>
                <a:lnTo>
                  <a:pt x="1345" y="135651"/>
                </a:lnTo>
                <a:lnTo>
                  <a:pt x="1345" y="131622"/>
                </a:lnTo>
                <a:lnTo>
                  <a:pt x="1345" y="126249"/>
                </a:lnTo>
                <a:lnTo>
                  <a:pt x="2691" y="123563"/>
                </a:lnTo>
                <a:lnTo>
                  <a:pt x="6727" y="122220"/>
                </a:lnTo>
                <a:lnTo>
                  <a:pt x="9418" y="120877"/>
                </a:lnTo>
                <a:lnTo>
                  <a:pt x="12108" y="119534"/>
                </a:lnTo>
                <a:lnTo>
                  <a:pt x="14799" y="114162"/>
                </a:lnTo>
                <a:lnTo>
                  <a:pt x="18835" y="108789"/>
                </a:lnTo>
                <a:lnTo>
                  <a:pt x="20181" y="104760"/>
                </a:lnTo>
                <a:lnTo>
                  <a:pt x="22872" y="100731"/>
                </a:lnTo>
                <a:lnTo>
                  <a:pt x="26908" y="102074"/>
                </a:lnTo>
                <a:lnTo>
                  <a:pt x="28253" y="99388"/>
                </a:lnTo>
                <a:lnTo>
                  <a:pt x="22872" y="94015"/>
                </a:lnTo>
                <a:lnTo>
                  <a:pt x="22872" y="91329"/>
                </a:lnTo>
                <a:lnTo>
                  <a:pt x="25562" y="87300"/>
                </a:lnTo>
                <a:lnTo>
                  <a:pt x="30944" y="87300"/>
                </a:lnTo>
                <a:lnTo>
                  <a:pt x="32289" y="84614"/>
                </a:lnTo>
                <a:lnTo>
                  <a:pt x="29598" y="75212"/>
                </a:lnTo>
                <a:lnTo>
                  <a:pt x="28253" y="68497"/>
                </a:lnTo>
                <a:lnTo>
                  <a:pt x="21526" y="63125"/>
                </a:lnTo>
                <a:lnTo>
                  <a:pt x="20181" y="59096"/>
                </a:lnTo>
                <a:lnTo>
                  <a:pt x="21526" y="53723"/>
                </a:lnTo>
                <a:lnTo>
                  <a:pt x="26908" y="49694"/>
                </a:lnTo>
                <a:lnTo>
                  <a:pt x="26908" y="47008"/>
                </a:lnTo>
                <a:lnTo>
                  <a:pt x="22872" y="47008"/>
                </a:lnTo>
                <a:lnTo>
                  <a:pt x="20181" y="40292"/>
                </a:lnTo>
                <a:lnTo>
                  <a:pt x="21526" y="36263"/>
                </a:lnTo>
                <a:lnTo>
                  <a:pt x="21526" y="33577"/>
                </a:lnTo>
                <a:lnTo>
                  <a:pt x="26908" y="28205"/>
                </a:lnTo>
                <a:lnTo>
                  <a:pt x="30944" y="28205"/>
                </a:lnTo>
                <a:lnTo>
                  <a:pt x="30944" y="24175"/>
                </a:lnTo>
                <a:lnTo>
                  <a:pt x="29598" y="22832"/>
                </a:lnTo>
                <a:lnTo>
                  <a:pt x="28253" y="17460"/>
                </a:lnTo>
                <a:lnTo>
                  <a:pt x="28253" y="16117"/>
                </a:lnTo>
                <a:lnTo>
                  <a:pt x="29598" y="14774"/>
                </a:lnTo>
                <a:lnTo>
                  <a:pt x="28253" y="12088"/>
                </a:lnTo>
                <a:lnTo>
                  <a:pt x="29598" y="9402"/>
                </a:lnTo>
                <a:lnTo>
                  <a:pt x="34980" y="5372"/>
                </a:lnTo>
                <a:lnTo>
                  <a:pt x="37671" y="4029"/>
                </a:lnTo>
                <a:lnTo>
                  <a:pt x="40361" y="2686"/>
                </a:lnTo>
                <a:lnTo>
                  <a:pt x="44398" y="1343"/>
                </a:lnTo>
                <a:lnTo>
                  <a:pt x="48434" y="1343"/>
                </a:lnTo>
                <a:lnTo>
                  <a:pt x="51125" y="1343"/>
                </a:lnTo>
                <a:lnTo>
                  <a:pt x="59196" y="1343"/>
                </a:lnTo>
                <a:lnTo>
                  <a:pt x="61887" y="0"/>
                </a:lnTo>
                <a:lnTo>
                  <a:pt x="65923" y="0"/>
                </a:lnTo>
                <a:lnTo>
                  <a:pt x="68614" y="0"/>
                </a:lnTo>
                <a:lnTo>
                  <a:pt x="75341" y="1343"/>
                </a:lnTo>
                <a:lnTo>
                  <a:pt x="78032" y="2686"/>
                </a:lnTo>
                <a:lnTo>
                  <a:pt x="83414" y="4029"/>
                </a:lnTo>
                <a:lnTo>
                  <a:pt x="90140" y="6715"/>
                </a:lnTo>
                <a:lnTo>
                  <a:pt x="92831" y="9402"/>
                </a:lnTo>
                <a:lnTo>
                  <a:pt x="99558" y="18803"/>
                </a:lnTo>
                <a:lnTo>
                  <a:pt x="103594" y="21489"/>
                </a:lnTo>
                <a:lnTo>
                  <a:pt x="106285" y="20146"/>
                </a:lnTo>
                <a:lnTo>
                  <a:pt x="108976" y="16117"/>
                </a:lnTo>
                <a:lnTo>
                  <a:pt x="113012" y="16117"/>
                </a:lnTo>
                <a:lnTo>
                  <a:pt x="117048" y="14774"/>
                </a:lnTo>
                <a:lnTo>
                  <a:pt x="123775" y="13431"/>
                </a:lnTo>
                <a:lnTo>
                  <a:pt x="125120" y="12088"/>
                </a:lnTo>
                <a:lnTo>
                  <a:pt x="129156" y="12088"/>
                </a:lnTo>
                <a:lnTo>
                  <a:pt x="134538" y="16117"/>
                </a:lnTo>
                <a:lnTo>
                  <a:pt x="134538" y="17460"/>
                </a:lnTo>
                <a:lnTo>
                  <a:pt x="139919" y="20146"/>
                </a:lnTo>
                <a:lnTo>
                  <a:pt x="147991" y="24175"/>
                </a:lnTo>
                <a:lnTo>
                  <a:pt x="153373" y="25519"/>
                </a:lnTo>
                <a:lnTo>
                  <a:pt x="164136" y="29548"/>
                </a:lnTo>
                <a:lnTo>
                  <a:pt x="168172" y="29548"/>
                </a:lnTo>
                <a:lnTo>
                  <a:pt x="174899" y="25519"/>
                </a:lnTo>
                <a:lnTo>
                  <a:pt x="181626" y="16117"/>
                </a:lnTo>
                <a:lnTo>
                  <a:pt x="187007" y="14774"/>
                </a:lnTo>
                <a:lnTo>
                  <a:pt x="200461" y="16117"/>
                </a:lnTo>
                <a:lnTo>
                  <a:pt x="205843" y="13431"/>
                </a:lnTo>
                <a:lnTo>
                  <a:pt x="217951" y="14774"/>
                </a:lnTo>
                <a:lnTo>
                  <a:pt x="226024" y="18803"/>
                </a:lnTo>
                <a:lnTo>
                  <a:pt x="234095" y="18803"/>
                </a:lnTo>
                <a:lnTo>
                  <a:pt x="238132" y="22832"/>
                </a:lnTo>
                <a:lnTo>
                  <a:pt x="242168" y="21489"/>
                </a:lnTo>
                <a:lnTo>
                  <a:pt x="244859" y="17460"/>
                </a:lnTo>
                <a:lnTo>
                  <a:pt x="250240" y="14774"/>
                </a:lnTo>
                <a:lnTo>
                  <a:pt x="251586" y="12088"/>
                </a:lnTo>
                <a:lnTo>
                  <a:pt x="255622" y="10745"/>
                </a:lnTo>
                <a:lnTo>
                  <a:pt x="259658" y="12088"/>
                </a:lnTo>
                <a:lnTo>
                  <a:pt x="262348" y="10745"/>
                </a:lnTo>
                <a:lnTo>
                  <a:pt x="262348" y="8059"/>
                </a:lnTo>
                <a:lnTo>
                  <a:pt x="265039" y="4029"/>
                </a:lnTo>
                <a:lnTo>
                  <a:pt x="274457" y="6715"/>
                </a:lnTo>
                <a:lnTo>
                  <a:pt x="281184" y="14774"/>
                </a:lnTo>
                <a:lnTo>
                  <a:pt x="283875" y="2148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53" name="Freeform 752">
            <a:extLst>
              <a:ext uri="{FF2B5EF4-FFF2-40B4-BE49-F238E27FC236}">
                <a16:creationId xmlns:a16="http://schemas.microsoft.com/office/drawing/2014/main" id="{FC60F5D6-F796-82A6-1680-2BB839D877D2}"/>
              </a:ext>
            </a:extLst>
          </p:cNvPr>
          <p:cNvSpPr/>
          <p:nvPr/>
        </p:nvSpPr>
        <p:spPr>
          <a:xfrm>
            <a:off x="7513931" y="4629046"/>
            <a:ext cx="8072" cy="8058"/>
          </a:xfrm>
          <a:custGeom>
            <a:avLst/>
            <a:gdLst>
              <a:gd name="connsiteX0" fmla="*/ 0 w 8072"/>
              <a:gd name="connsiteY0" fmla="*/ 8059 h 8058"/>
              <a:gd name="connsiteX1" fmla="*/ 0 w 8072"/>
              <a:gd name="connsiteY1" fmla="*/ 2686 h 8058"/>
              <a:gd name="connsiteX2" fmla="*/ 2691 w 8072"/>
              <a:gd name="connsiteY2" fmla="*/ 0 h 8058"/>
              <a:gd name="connsiteX3" fmla="*/ 8072 w 8072"/>
              <a:gd name="connsiteY3" fmla="*/ 2686 h 8058"/>
              <a:gd name="connsiteX4" fmla="*/ 5381 w 8072"/>
              <a:gd name="connsiteY4" fmla="*/ 6715 h 8058"/>
              <a:gd name="connsiteX5" fmla="*/ 2691 w 8072"/>
              <a:gd name="connsiteY5" fmla="*/ 8059 h 8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72" h="8058">
                <a:moveTo>
                  <a:pt x="0" y="8059"/>
                </a:moveTo>
                <a:lnTo>
                  <a:pt x="0" y="2686"/>
                </a:lnTo>
                <a:lnTo>
                  <a:pt x="2691" y="0"/>
                </a:lnTo>
                <a:lnTo>
                  <a:pt x="8072" y="2686"/>
                </a:lnTo>
                <a:lnTo>
                  <a:pt x="5381" y="6715"/>
                </a:lnTo>
                <a:lnTo>
                  <a:pt x="2691" y="805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54" name="Freeform 753">
            <a:extLst>
              <a:ext uri="{FF2B5EF4-FFF2-40B4-BE49-F238E27FC236}">
                <a16:creationId xmlns:a16="http://schemas.microsoft.com/office/drawing/2014/main" id="{C98F7BE7-153B-5699-CF45-D90A790A033A}"/>
              </a:ext>
            </a:extLst>
          </p:cNvPr>
          <p:cNvSpPr/>
          <p:nvPr/>
        </p:nvSpPr>
        <p:spPr>
          <a:xfrm>
            <a:off x="7562364" y="4536374"/>
            <a:ext cx="14799" cy="20146"/>
          </a:xfrm>
          <a:custGeom>
            <a:avLst/>
            <a:gdLst>
              <a:gd name="connsiteX0" fmla="*/ 0 w 14799"/>
              <a:gd name="connsiteY0" fmla="*/ 16117 h 20146"/>
              <a:gd name="connsiteX1" fmla="*/ 1345 w 14799"/>
              <a:gd name="connsiteY1" fmla="*/ 12088 h 20146"/>
              <a:gd name="connsiteX2" fmla="*/ 4036 w 14799"/>
              <a:gd name="connsiteY2" fmla="*/ 12088 h 20146"/>
              <a:gd name="connsiteX3" fmla="*/ 6727 w 14799"/>
              <a:gd name="connsiteY3" fmla="*/ 5372 h 20146"/>
              <a:gd name="connsiteX4" fmla="*/ 12108 w 14799"/>
              <a:gd name="connsiteY4" fmla="*/ 0 h 20146"/>
              <a:gd name="connsiteX5" fmla="*/ 13454 w 14799"/>
              <a:gd name="connsiteY5" fmla="*/ 2686 h 20146"/>
              <a:gd name="connsiteX6" fmla="*/ 14799 w 14799"/>
              <a:gd name="connsiteY6" fmla="*/ 9401 h 20146"/>
              <a:gd name="connsiteX7" fmla="*/ 10763 w 14799"/>
              <a:gd name="connsiteY7" fmla="*/ 20146 h 20146"/>
              <a:gd name="connsiteX8" fmla="*/ 5381 w 14799"/>
              <a:gd name="connsiteY8" fmla="*/ 18803 h 2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99" h="20146">
                <a:moveTo>
                  <a:pt x="0" y="16117"/>
                </a:moveTo>
                <a:lnTo>
                  <a:pt x="1345" y="12088"/>
                </a:lnTo>
                <a:lnTo>
                  <a:pt x="4036" y="12088"/>
                </a:lnTo>
                <a:lnTo>
                  <a:pt x="6727" y="5372"/>
                </a:lnTo>
                <a:lnTo>
                  <a:pt x="12108" y="0"/>
                </a:lnTo>
                <a:lnTo>
                  <a:pt x="13454" y="2686"/>
                </a:lnTo>
                <a:lnTo>
                  <a:pt x="14799" y="9401"/>
                </a:lnTo>
                <a:lnTo>
                  <a:pt x="10763" y="20146"/>
                </a:lnTo>
                <a:lnTo>
                  <a:pt x="5381" y="1880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55" name="Freeform 754">
            <a:extLst>
              <a:ext uri="{FF2B5EF4-FFF2-40B4-BE49-F238E27FC236}">
                <a16:creationId xmlns:a16="http://schemas.microsoft.com/office/drawing/2014/main" id="{AC83877A-75BA-CBB0-7C29-83ECB453B27F}"/>
              </a:ext>
            </a:extLst>
          </p:cNvPr>
          <p:cNvSpPr/>
          <p:nvPr/>
        </p:nvSpPr>
        <p:spPr>
          <a:xfrm>
            <a:off x="7570436" y="4294620"/>
            <a:ext cx="197770" cy="296820"/>
          </a:xfrm>
          <a:custGeom>
            <a:avLst/>
            <a:gdLst>
              <a:gd name="connsiteX0" fmla="*/ 0 w 197770"/>
              <a:gd name="connsiteY0" fmla="*/ 222951 h 296820"/>
              <a:gd name="connsiteX1" fmla="*/ 0 w 197770"/>
              <a:gd name="connsiteY1" fmla="*/ 218922 h 296820"/>
              <a:gd name="connsiteX2" fmla="*/ 6727 w 197770"/>
              <a:gd name="connsiteY2" fmla="*/ 212206 h 296820"/>
              <a:gd name="connsiteX3" fmla="*/ 9417 w 197770"/>
              <a:gd name="connsiteY3" fmla="*/ 205491 h 296820"/>
              <a:gd name="connsiteX4" fmla="*/ 9417 w 197770"/>
              <a:gd name="connsiteY4" fmla="*/ 198775 h 296820"/>
              <a:gd name="connsiteX5" fmla="*/ 8072 w 197770"/>
              <a:gd name="connsiteY5" fmla="*/ 193403 h 296820"/>
              <a:gd name="connsiteX6" fmla="*/ 12108 w 197770"/>
              <a:gd name="connsiteY6" fmla="*/ 190717 h 296820"/>
              <a:gd name="connsiteX7" fmla="*/ 12108 w 197770"/>
              <a:gd name="connsiteY7" fmla="*/ 188031 h 296820"/>
              <a:gd name="connsiteX8" fmla="*/ 16144 w 197770"/>
              <a:gd name="connsiteY8" fmla="*/ 184002 h 296820"/>
              <a:gd name="connsiteX9" fmla="*/ 20181 w 197770"/>
              <a:gd name="connsiteY9" fmla="*/ 179972 h 296820"/>
              <a:gd name="connsiteX10" fmla="*/ 22871 w 197770"/>
              <a:gd name="connsiteY10" fmla="*/ 177286 h 296820"/>
              <a:gd name="connsiteX11" fmla="*/ 30943 w 197770"/>
              <a:gd name="connsiteY11" fmla="*/ 171914 h 296820"/>
              <a:gd name="connsiteX12" fmla="*/ 29598 w 197770"/>
              <a:gd name="connsiteY12" fmla="*/ 166541 h 296820"/>
              <a:gd name="connsiteX13" fmla="*/ 30943 w 197770"/>
              <a:gd name="connsiteY13" fmla="*/ 163855 h 296820"/>
              <a:gd name="connsiteX14" fmla="*/ 36325 w 197770"/>
              <a:gd name="connsiteY14" fmla="*/ 163855 h 296820"/>
              <a:gd name="connsiteX15" fmla="*/ 39016 w 197770"/>
              <a:gd name="connsiteY15" fmla="*/ 161169 h 296820"/>
              <a:gd name="connsiteX16" fmla="*/ 40361 w 197770"/>
              <a:gd name="connsiteY16" fmla="*/ 162512 h 296820"/>
              <a:gd name="connsiteX17" fmla="*/ 47088 w 197770"/>
              <a:gd name="connsiteY17" fmla="*/ 163855 h 296820"/>
              <a:gd name="connsiteX18" fmla="*/ 49779 w 197770"/>
              <a:gd name="connsiteY18" fmla="*/ 163855 h 296820"/>
              <a:gd name="connsiteX19" fmla="*/ 55160 w 197770"/>
              <a:gd name="connsiteY19" fmla="*/ 166541 h 296820"/>
              <a:gd name="connsiteX20" fmla="*/ 57851 w 197770"/>
              <a:gd name="connsiteY20" fmla="*/ 171914 h 296820"/>
              <a:gd name="connsiteX21" fmla="*/ 61887 w 197770"/>
              <a:gd name="connsiteY21" fmla="*/ 174600 h 296820"/>
              <a:gd name="connsiteX22" fmla="*/ 65923 w 197770"/>
              <a:gd name="connsiteY22" fmla="*/ 175943 h 296820"/>
              <a:gd name="connsiteX23" fmla="*/ 71305 w 197770"/>
              <a:gd name="connsiteY23" fmla="*/ 173257 h 296820"/>
              <a:gd name="connsiteX24" fmla="*/ 73996 w 197770"/>
              <a:gd name="connsiteY24" fmla="*/ 166541 h 296820"/>
              <a:gd name="connsiteX25" fmla="*/ 73996 w 197770"/>
              <a:gd name="connsiteY25" fmla="*/ 165199 h 296820"/>
              <a:gd name="connsiteX26" fmla="*/ 76686 w 197770"/>
              <a:gd name="connsiteY26" fmla="*/ 162512 h 296820"/>
              <a:gd name="connsiteX27" fmla="*/ 80723 w 197770"/>
              <a:gd name="connsiteY27" fmla="*/ 161169 h 296820"/>
              <a:gd name="connsiteX28" fmla="*/ 83413 w 197770"/>
              <a:gd name="connsiteY28" fmla="*/ 155797 h 296820"/>
              <a:gd name="connsiteX29" fmla="*/ 83413 w 197770"/>
              <a:gd name="connsiteY29" fmla="*/ 151768 h 296820"/>
              <a:gd name="connsiteX30" fmla="*/ 84759 w 197770"/>
              <a:gd name="connsiteY30" fmla="*/ 146395 h 296820"/>
              <a:gd name="connsiteX31" fmla="*/ 92831 w 197770"/>
              <a:gd name="connsiteY31" fmla="*/ 138337 h 296820"/>
              <a:gd name="connsiteX32" fmla="*/ 94176 w 197770"/>
              <a:gd name="connsiteY32" fmla="*/ 134308 h 296820"/>
              <a:gd name="connsiteX33" fmla="*/ 92831 w 197770"/>
              <a:gd name="connsiteY33" fmla="*/ 130278 h 296820"/>
              <a:gd name="connsiteX34" fmla="*/ 95521 w 197770"/>
              <a:gd name="connsiteY34" fmla="*/ 126249 h 296820"/>
              <a:gd name="connsiteX35" fmla="*/ 102248 w 197770"/>
              <a:gd name="connsiteY35" fmla="*/ 119534 h 296820"/>
              <a:gd name="connsiteX36" fmla="*/ 107630 w 197770"/>
              <a:gd name="connsiteY36" fmla="*/ 115505 h 296820"/>
              <a:gd name="connsiteX37" fmla="*/ 107630 w 197770"/>
              <a:gd name="connsiteY37" fmla="*/ 110132 h 296820"/>
              <a:gd name="connsiteX38" fmla="*/ 110321 w 197770"/>
              <a:gd name="connsiteY38" fmla="*/ 106103 h 296820"/>
              <a:gd name="connsiteX39" fmla="*/ 108975 w 197770"/>
              <a:gd name="connsiteY39" fmla="*/ 98045 h 296820"/>
              <a:gd name="connsiteX40" fmla="*/ 113012 w 197770"/>
              <a:gd name="connsiteY40" fmla="*/ 95359 h 296820"/>
              <a:gd name="connsiteX41" fmla="*/ 119738 w 197770"/>
              <a:gd name="connsiteY41" fmla="*/ 92672 h 296820"/>
              <a:gd name="connsiteX42" fmla="*/ 123774 w 197770"/>
              <a:gd name="connsiteY42" fmla="*/ 87300 h 296820"/>
              <a:gd name="connsiteX43" fmla="*/ 125120 w 197770"/>
              <a:gd name="connsiteY43" fmla="*/ 80585 h 296820"/>
              <a:gd name="connsiteX44" fmla="*/ 125120 w 197770"/>
              <a:gd name="connsiteY44" fmla="*/ 73869 h 296820"/>
              <a:gd name="connsiteX45" fmla="*/ 123774 w 197770"/>
              <a:gd name="connsiteY45" fmla="*/ 69840 h 296820"/>
              <a:gd name="connsiteX46" fmla="*/ 127811 w 197770"/>
              <a:gd name="connsiteY46" fmla="*/ 65811 h 296820"/>
              <a:gd name="connsiteX47" fmla="*/ 131847 w 197770"/>
              <a:gd name="connsiteY47" fmla="*/ 56409 h 296820"/>
              <a:gd name="connsiteX48" fmla="*/ 134538 w 197770"/>
              <a:gd name="connsiteY48" fmla="*/ 55066 h 296820"/>
              <a:gd name="connsiteX49" fmla="*/ 134538 w 197770"/>
              <a:gd name="connsiteY49" fmla="*/ 52380 h 296820"/>
              <a:gd name="connsiteX50" fmla="*/ 139919 w 197770"/>
              <a:gd name="connsiteY50" fmla="*/ 48351 h 296820"/>
              <a:gd name="connsiteX51" fmla="*/ 142610 w 197770"/>
              <a:gd name="connsiteY51" fmla="*/ 48351 h 296820"/>
              <a:gd name="connsiteX52" fmla="*/ 146646 w 197770"/>
              <a:gd name="connsiteY52" fmla="*/ 44322 h 296820"/>
              <a:gd name="connsiteX53" fmla="*/ 152027 w 197770"/>
              <a:gd name="connsiteY53" fmla="*/ 41635 h 296820"/>
              <a:gd name="connsiteX54" fmla="*/ 153373 w 197770"/>
              <a:gd name="connsiteY54" fmla="*/ 38949 h 296820"/>
              <a:gd name="connsiteX55" fmla="*/ 150682 w 197770"/>
              <a:gd name="connsiteY55" fmla="*/ 32234 h 296820"/>
              <a:gd name="connsiteX56" fmla="*/ 150682 w 197770"/>
              <a:gd name="connsiteY56" fmla="*/ 28205 h 296820"/>
              <a:gd name="connsiteX57" fmla="*/ 149336 w 197770"/>
              <a:gd name="connsiteY57" fmla="*/ 24175 h 296820"/>
              <a:gd name="connsiteX58" fmla="*/ 143955 w 197770"/>
              <a:gd name="connsiteY58" fmla="*/ 22832 h 296820"/>
              <a:gd name="connsiteX59" fmla="*/ 142610 w 197770"/>
              <a:gd name="connsiteY59" fmla="*/ 18803 h 296820"/>
              <a:gd name="connsiteX60" fmla="*/ 142610 w 197770"/>
              <a:gd name="connsiteY60" fmla="*/ 10745 h 296820"/>
              <a:gd name="connsiteX61" fmla="*/ 141265 w 197770"/>
              <a:gd name="connsiteY61" fmla="*/ 6715 h 296820"/>
              <a:gd name="connsiteX62" fmla="*/ 139919 w 197770"/>
              <a:gd name="connsiteY62" fmla="*/ 0 h 296820"/>
              <a:gd name="connsiteX63" fmla="*/ 152027 w 197770"/>
              <a:gd name="connsiteY63" fmla="*/ 6715 h 296820"/>
              <a:gd name="connsiteX64" fmla="*/ 158754 w 197770"/>
              <a:gd name="connsiteY64" fmla="*/ 12088 h 296820"/>
              <a:gd name="connsiteX65" fmla="*/ 160100 w 197770"/>
              <a:gd name="connsiteY65" fmla="*/ 20146 h 296820"/>
              <a:gd name="connsiteX66" fmla="*/ 161445 w 197770"/>
              <a:gd name="connsiteY66" fmla="*/ 22832 h 296820"/>
              <a:gd name="connsiteX67" fmla="*/ 162790 w 197770"/>
              <a:gd name="connsiteY67" fmla="*/ 26862 h 296820"/>
              <a:gd name="connsiteX68" fmla="*/ 165481 w 197770"/>
              <a:gd name="connsiteY68" fmla="*/ 33577 h 296820"/>
              <a:gd name="connsiteX69" fmla="*/ 165481 w 197770"/>
              <a:gd name="connsiteY69" fmla="*/ 37606 h 296820"/>
              <a:gd name="connsiteX70" fmla="*/ 164136 w 197770"/>
              <a:gd name="connsiteY70" fmla="*/ 40292 h 296820"/>
              <a:gd name="connsiteX71" fmla="*/ 164136 w 197770"/>
              <a:gd name="connsiteY71" fmla="*/ 41635 h 296820"/>
              <a:gd name="connsiteX72" fmla="*/ 166827 w 197770"/>
              <a:gd name="connsiteY72" fmla="*/ 45665 h 296820"/>
              <a:gd name="connsiteX73" fmla="*/ 165481 w 197770"/>
              <a:gd name="connsiteY73" fmla="*/ 52380 h 296820"/>
              <a:gd name="connsiteX74" fmla="*/ 161445 w 197770"/>
              <a:gd name="connsiteY74" fmla="*/ 55066 h 296820"/>
              <a:gd name="connsiteX75" fmla="*/ 162790 w 197770"/>
              <a:gd name="connsiteY75" fmla="*/ 60438 h 296820"/>
              <a:gd name="connsiteX76" fmla="*/ 166827 w 197770"/>
              <a:gd name="connsiteY76" fmla="*/ 67154 h 296820"/>
              <a:gd name="connsiteX77" fmla="*/ 170863 w 197770"/>
              <a:gd name="connsiteY77" fmla="*/ 68497 h 296820"/>
              <a:gd name="connsiteX78" fmla="*/ 172208 w 197770"/>
              <a:gd name="connsiteY78" fmla="*/ 75212 h 296820"/>
              <a:gd name="connsiteX79" fmla="*/ 178935 w 197770"/>
              <a:gd name="connsiteY79" fmla="*/ 80585 h 296820"/>
              <a:gd name="connsiteX80" fmla="*/ 181626 w 197770"/>
              <a:gd name="connsiteY80" fmla="*/ 81928 h 296820"/>
              <a:gd name="connsiteX81" fmla="*/ 178935 w 197770"/>
              <a:gd name="connsiteY81" fmla="*/ 83271 h 296820"/>
              <a:gd name="connsiteX82" fmla="*/ 174899 w 197770"/>
              <a:gd name="connsiteY82" fmla="*/ 83271 h 296820"/>
              <a:gd name="connsiteX83" fmla="*/ 172208 w 197770"/>
              <a:gd name="connsiteY83" fmla="*/ 81928 h 296820"/>
              <a:gd name="connsiteX84" fmla="*/ 166827 w 197770"/>
              <a:gd name="connsiteY84" fmla="*/ 80585 h 296820"/>
              <a:gd name="connsiteX85" fmla="*/ 162790 w 197770"/>
              <a:gd name="connsiteY85" fmla="*/ 80585 h 296820"/>
              <a:gd name="connsiteX86" fmla="*/ 158754 w 197770"/>
              <a:gd name="connsiteY86" fmla="*/ 80585 h 296820"/>
              <a:gd name="connsiteX87" fmla="*/ 154718 w 197770"/>
              <a:gd name="connsiteY87" fmla="*/ 81928 h 296820"/>
              <a:gd name="connsiteX88" fmla="*/ 152027 w 197770"/>
              <a:gd name="connsiteY88" fmla="*/ 80585 h 296820"/>
              <a:gd name="connsiteX89" fmla="*/ 147991 w 197770"/>
              <a:gd name="connsiteY89" fmla="*/ 80585 h 296820"/>
              <a:gd name="connsiteX90" fmla="*/ 143955 w 197770"/>
              <a:gd name="connsiteY90" fmla="*/ 80585 h 296820"/>
              <a:gd name="connsiteX91" fmla="*/ 143955 w 197770"/>
              <a:gd name="connsiteY91" fmla="*/ 84614 h 296820"/>
              <a:gd name="connsiteX92" fmla="*/ 142610 w 197770"/>
              <a:gd name="connsiteY92" fmla="*/ 87300 h 296820"/>
              <a:gd name="connsiteX93" fmla="*/ 142610 w 197770"/>
              <a:gd name="connsiteY93" fmla="*/ 92672 h 296820"/>
              <a:gd name="connsiteX94" fmla="*/ 142610 w 197770"/>
              <a:gd name="connsiteY94" fmla="*/ 95359 h 296820"/>
              <a:gd name="connsiteX95" fmla="*/ 145301 w 197770"/>
              <a:gd name="connsiteY95" fmla="*/ 96702 h 296820"/>
              <a:gd name="connsiteX96" fmla="*/ 146646 w 197770"/>
              <a:gd name="connsiteY96" fmla="*/ 99388 h 296820"/>
              <a:gd name="connsiteX97" fmla="*/ 150682 w 197770"/>
              <a:gd name="connsiteY97" fmla="*/ 102074 h 296820"/>
              <a:gd name="connsiteX98" fmla="*/ 160100 w 197770"/>
              <a:gd name="connsiteY98" fmla="*/ 110132 h 296820"/>
              <a:gd name="connsiteX99" fmla="*/ 169517 w 197770"/>
              <a:gd name="connsiteY99" fmla="*/ 119534 h 296820"/>
              <a:gd name="connsiteX100" fmla="*/ 173554 w 197770"/>
              <a:gd name="connsiteY100" fmla="*/ 123563 h 296820"/>
              <a:gd name="connsiteX101" fmla="*/ 177589 w 197770"/>
              <a:gd name="connsiteY101" fmla="*/ 130278 h 296820"/>
              <a:gd name="connsiteX102" fmla="*/ 181626 w 197770"/>
              <a:gd name="connsiteY102" fmla="*/ 136994 h 296820"/>
              <a:gd name="connsiteX103" fmla="*/ 182971 w 197770"/>
              <a:gd name="connsiteY103" fmla="*/ 142366 h 296820"/>
              <a:gd name="connsiteX104" fmla="*/ 177589 w 197770"/>
              <a:gd name="connsiteY104" fmla="*/ 149082 h 296820"/>
              <a:gd name="connsiteX105" fmla="*/ 173554 w 197770"/>
              <a:gd name="connsiteY105" fmla="*/ 150425 h 296820"/>
              <a:gd name="connsiteX106" fmla="*/ 170863 w 197770"/>
              <a:gd name="connsiteY106" fmla="*/ 155797 h 296820"/>
              <a:gd name="connsiteX107" fmla="*/ 166827 w 197770"/>
              <a:gd name="connsiteY107" fmla="*/ 165199 h 296820"/>
              <a:gd name="connsiteX108" fmla="*/ 164136 w 197770"/>
              <a:gd name="connsiteY108" fmla="*/ 171914 h 296820"/>
              <a:gd name="connsiteX109" fmla="*/ 158754 w 197770"/>
              <a:gd name="connsiteY109" fmla="*/ 178629 h 296820"/>
              <a:gd name="connsiteX110" fmla="*/ 156063 w 197770"/>
              <a:gd name="connsiteY110" fmla="*/ 179972 h 296820"/>
              <a:gd name="connsiteX111" fmla="*/ 153373 w 197770"/>
              <a:gd name="connsiteY111" fmla="*/ 182659 h 296820"/>
              <a:gd name="connsiteX112" fmla="*/ 153373 w 197770"/>
              <a:gd name="connsiteY112" fmla="*/ 189374 h 296820"/>
              <a:gd name="connsiteX113" fmla="*/ 156063 w 197770"/>
              <a:gd name="connsiteY113" fmla="*/ 196089 h 296820"/>
              <a:gd name="connsiteX114" fmla="*/ 154718 w 197770"/>
              <a:gd name="connsiteY114" fmla="*/ 201462 h 296820"/>
              <a:gd name="connsiteX115" fmla="*/ 157409 w 197770"/>
              <a:gd name="connsiteY115" fmla="*/ 208177 h 296820"/>
              <a:gd name="connsiteX116" fmla="*/ 157409 w 197770"/>
              <a:gd name="connsiteY116" fmla="*/ 214892 h 296820"/>
              <a:gd name="connsiteX117" fmla="*/ 157409 w 197770"/>
              <a:gd name="connsiteY117" fmla="*/ 225637 h 296820"/>
              <a:gd name="connsiteX118" fmla="*/ 160100 w 197770"/>
              <a:gd name="connsiteY118" fmla="*/ 226980 h 296820"/>
              <a:gd name="connsiteX119" fmla="*/ 168172 w 197770"/>
              <a:gd name="connsiteY119" fmla="*/ 231009 h 296820"/>
              <a:gd name="connsiteX120" fmla="*/ 172208 w 197770"/>
              <a:gd name="connsiteY120" fmla="*/ 235038 h 296820"/>
              <a:gd name="connsiteX121" fmla="*/ 173554 w 197770"/>
              <a:gd name="connsiteY121" fmla="*/ 240411 h 296820"/>
              <a:gd name="connsiteX122" fmla="*/ 180280 w 197770"/>
              <a:gd name="connsiteY122" fmla="*/ 249812 h 296820"/>
              <a:gd name="connsiteX123" fmla="*/ 184316 w 197770"/>
              <a:gd name="connsiteY123" fmla="*/ 257871 h 296820"/>
              <a:gd name="connsiteX124" fmla="*/ 187007 w 197770"/>
              <a:gd name="connsiteY124" fmla="*/ 260557 h 296820"/>
              <a:gd name="connsiteX125" fmla="*/ 195080 w 197770"/>
              <a:gd name="connsiteY125" fmla="*/ 267272 h 296820"/>
              <a:gd name="connsiteX126" fmla="*/ 196425 w 197770"/>
              <a:gd name="connsiteY126" fmla="*/ 272645 h 296820"/>
              <a:gd name="connsiteX127" fmla="*/ 196425 w 197770"/>
              <a:gd name="connsiteY127" fmla="*/ 276674 h 296820"/>
              <a:gd name="connsiteX128" fmla="*/ 196425 w 197770"/>
              <a:gd name="connsiteY128" fmla="*/ 279360 h 296820"/>
              <a:gd name="connsiteX129" fmla="*/ 197770 w 197770"/>
              <a:gd name="connsiteY129" fmla="*/ 279360 h 296820"/>
              <a:gd name="connsiteX130" fmla="*/ 196425 w 197770"/>
              <a:gd name="connsiteY130" fmla="*/ 280703 h 296820"/>
              <a:gd name="connsiteX131" fmla="*/ 195080 w 197770"/>
              <a:gd name="connsiteY131" fmla="*/ 283389 h 296820"/>
              <a:gd name="connsiteX132" fmla="*/ 192389 w 197770"/>
              <a:gd name="connsiteY132" fmla="*/ 287418 h 296820"/>
              <a:gd name="connsiteX133" fmla="*/ 191043 w 197770"/>
              <a:gd name="connsiteY133" fmla="*/ 290105 h 296820"/>
              <a:gd name="connsiteX134" fmla="*/ 193734 w 197770"/>
              <a:gd name="connsiteY134" fmla="*/ 294134 h 296820"/>
              <a:gd name="connsiteX135" fmla="*/ 193734 w 197770"/>
              <a:gd name="connsiteY135" fmla="*/ 296820 h 296820"/>
              <a:gd name="connsiteX136" fmla="*/ 189698 w 197770"/>
              <a:gd name="connsiteY136" fmla="*/ 296820 h 296820"/>
              <a:gd name="connsiteX137" fmla="*/ 189698 w 197770"/>
              <a:gd name="connsiteY137" fmla="*/ 295477 h 296820"/>
              <a:gd name="connsiteX138" fmla="*/ 187007 w 197770"/>
              <a:gd name="connsiteY138" fmla="*/ 296820 h 296820"/>
              <a:gd name="connsiteX139" fmla="*/ 185662 w 197770"/>
              <a:gd name="connsiteY139" fmla="*/ 295477 h 296820"/>
              <a:gd name="connsiteX140" fmla="*/ 182971 w 197770"/>
              <a:gd name="connsiteY140" fmla="*/ 294134 h 296820"/>
              <a:gd name="connsiteX141" fmla="*/ 177589 w 197770"/>
              <a:gd name="connsiteY141" fmla="*/ 294134 h 296820"/>
              <a:gd name="connsiteX142" fmla="*/ 174899 w 197770"/>
              <a:gd name="connsiteY142" fmla="*/ 295477 h 296820"/>
              <a:gd name="connsiteX143" fmla="*/ 172208 w 197770"/>
              <a:gd name="connsiteY143" fmla="*/ 292791 h 296820"/>
              <a:gd name="connsiteX144" fmla="*/ 169517 w 197770"/>
              <a:gd name="connsiteY144" fmla="*/ 291448 h 296820"/>
              <a:gd name="connsiteX145" fmla="*/ 169517 w 197770"/>
              <a:gd name="connsiteY145" fmla="*/ 294134 h 296820"/>
              <a:gd name="connsiteX146" fmla="*/ 165481 w 197770"/>
              <a:gd name="connsiteY146" fmla="*/ 294134 h 296820"/>
              <a:gd name="connsiteX147" fmla="*/ 164136 w 197770"/>
              <a:gd name="connsiteY147" fmla="*/ 292791 h 296820"/>
              <a:gd name="connsiteX148" fmla="*/ 161445 w 197770"/>
              <a:gd name="connsiteY148" fmla="*/ 291448 h 296820"/>
              <a:gd name="connsiteX149" fmla="*/ 158754 w 197770"/>
              <a:gd name="connsiteY149" fmla="*/ 291448 h 296820"/>
              <a:gd name="connsiteX150" fmla="*/ 156063 w 197770"/>
              <a:gd name="connsiteY150" fmla="*/ 288762 h 296820"/>
              <a:gd name="connsiteX151" fmla="*/ 153373 w 197770"/>
              <a:gd name="connsiteY151" fmla="*/ 288762 h 296820"/>
              <a:gd name="connsiteX152" fmla="*/ 152027 w 197770"/>
              <a:gd name="connsiteY152" fmla="*/ 290105 h 296820"/>
              <a:gd name="connsiteX153" fmla="*/ 149336 w 197770"/>
              <a:gd name="connsiteY153" fmla="*/ 288762 h 296820"/>
              <a:gd name="connsiteX154" fmla="*/ 117048 w 197770"/>
              <a:gd name="connsiteY154" fmla="*/ 288762 h 296820"/>
              <a:gd name="connsiteX155" fmla="*/ 115702 w 197770"/>
              <a:gd name="connsiteY155" fmla="*/ 286075 h 296820"/>
              <a:gd name="connsiteX156" fmla="*/ 113012 w 197770"/>
              <a:gd name="connsiteY156" fmla="*/ 286075 h 296820"/>
              <a:gd name="connsiteX157" fmla="*/ 111666 w 197770"/>
              <a:gd name="connsiteY157" fmla="*/ 287418 h 296820"/>
              <a:gd name="connsiteX158" fmla="*/ 104939 w 197770"/>
              <a:gd name="connsiteY158" fmla="*/ 287418 h 296820"/>
              <a:gd name="connsiteX159" fmla="*/ 104939 w 197770"/>
              <a:gd name="connsiteY159" fmla="*/ 286075 h 296820"/>
              <a:gd name="connsiteX160" fmla="*/ 100903 w 197770"/>
              <a:gd name="connsiteY160" fmla="*/ 286075 h 296820"/>
              <a:gd name="connsiteX161" fmla="*/ 96867 w 197770"/>
              <a:gd name="connsiteY161" fmla="*/ 286075 h 296820"/>
              <a:gd name="connsiteX162" fmla="*/ 94176 w 197770"/>
              <a:gd name="connsiteY162" fmla="*/ 286075 h 296820"/>
              <a:gd name="connsiteX163" fmla="*/ 86104 w 197770"/>
              <a:gd name="connsiteY163" fmla="*/ 284732 h 296820"/>
              <a:gd name="connsiteX164" fmla="*/ 83413 w 197770"/>
              <a:gd name="connsiteY164" fmla="*/ 286075 h 296820"/>
              <a:gd name="connsiteX165" fmla="*/ 76686 w 197770"/>
              <a:gd name="connsiteY165" fmla="*/ 286075 h 296820"/>
              <a:gd name="connsiteX166" fmla="*/ 73996 w 197770"/>
              <a:gd name="connsiteY166" fmla="*/ 287418 h 296820"/>
              <a:gd name="connsiteX167" fmla="*/ 71305 w 197770"/>
              <a:gd name="connsiteY167" fmla="*/ 287418 h 296820"/>
              <a:gd name="connsiteX168" fmla="*/ 68614 w 197770"/>
              <a:gd name="connsiteY168" fmla="*/ 287418 h 296820"/>
              <a:gd name="connsiteX169" fmla="*/ 68614 w 197770"/>
              <a:gd name="connsiteY169" fmla="*/ 288762 h 296820"/>
              <a:gd name="connsiteX170" fmla="*/ 68614 w 197770"/>
              <a:gd name="connsiteY170" fmla="*/ 288762 h 296820"/>
              <a:gd name="connsiteX171" fmla="*/ 37670 w 197770"/>
              <a:gd name="connsiteY171" fmla="*/ 288762 h 296820"/>
              <a:gd name="connsiteX172" fmla="*/ 36325 w 197770"/>
              <a:gd name="connsiteY172" fmla="*/ 287418 h 296820"/>
              <a:gd name="connsiteX173" fmla="*/ 32289 w 197770"/>
              <a:gd name="connsiteY173" fmla="*/ 287418 h 296820"/>
              <a:gd name="connsiteX174" fmla="*/ 29598 w 197770"/>
              <a:gd name="connsiteY174" fmla="*/ 288762 h 296820"/>
              <a:gd name="connsiteX175" fmla="*/ 33634 w 197770"/>
              <a:gd name="connsiteY175" fmla="*/ 284732 h 296820"/>
              <a:gd name="connsiteX176" fmla="*/ 29598 w 197770"/>
              <a:gd name="connsiteY176" fmla="*/ 280703 h 296820"/>
              <a:gd name="connsiteX177" fmla="*/ 33634 w 197770"/>
              <a:gd name="connsiteY177" fmla="*/ 271302 h 296820"/>
              <a:gd name="connsiteX178" fmla="*/ 32289 w 197770"/>
              <a:gd name="connsiteY178" fmla="*/ 261900 h 296820"/>
              <a:gd name="connsiteX179" fmla="*/ 26908 w 197770"/>
              <a:gd name="connsiteY179" fmla="*/ 255185 h 296820"/>
              <a:gd name="connsiteX180" fmla="*/ 26908 w 197770"/>
              <a:gd name="connsiteY180" fmla="*/ 247126 h 296820"/>
              <a:gd name="connsiteX181" fmla="*/ 29598 w 197770"/>
              <a:gd name="connsiteY181" fmla="*/ 244440 h 296820"/>
              <a:gd name="connsiteX182" fmla="*/ 25562 w 197770"/>
              <a:gd name="connsiteY182" fmla="*/ 237725 h 296820"/>
              <a:gd name="connsiteX183" fmla="*/ 17490 w 197770"/>
              <a:gd name="connsiteY183" fmla="*/ 241754 h 296820"/>
              <a:gd name="connsiteX184" fmla="*/ 16144 w 197770"/>
              <a:gd name="connsiteY184" fmla="*/ 239068 h 296820"/>
              <a:gd name="connsiteX185" fmla="*/ 10763 w 197770"/>
              <a:gd name="connsiteY185" fmla="*/ 237725 h 296820"/>
              <a:gd name="connsiteX186" fmla="*/ 8072 w 197770"/>
              <a:gd name="connsiteY186" fmla="*/ 221608 h 296820"/>
              <a:gd name="connsiteX187" fmla="*/ 4036 w 197770"/>
              <a:gd name="connsiteY187" fmla="*/ 224294 h 296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97770" h="296820">
                <a:moveTo>
                  <a:pt x="0" y="222951"/>
                </a:moveTo>
                <a:lnTo>
                  <a:pt x="0" y="218922"/>
                </a:lnTo>
                <a:lnTo>
                  <a:pt x="6727" y="212206"/>
                </a:lnTo>
                <a:lnTo>
                  <a:pt x="9417" y="205491"/>
                </a:lnTo>
                <a:lnTo>
                  <a:pt x="9417" y="198775"/>
                </a:lnTo>
                <a:lnTo>
                  <a:pt x="8072" y="193403"/>
                </a:lnTo>
                <a:lnTo>
                  <a:pt x="12108" y="190717"/>
                </a:lnTo>
                <a:lnTo>
                  <a:pt x="12108" y="188031"/>
                </a:lnTo>
                <a:lnTo>
                  <a:pt x="16144" y="184002"/>
                </a:lnTo>
                <a:lnTo>
                  <a:pt x="20181" y="179972"/>
                </a:lnTo>
                <a:lnTo>
                  <a:pt x="22871" y="177286"/>
                </a:lnTo>
                <a:lnTo>
                  <a:pt x="30943" y="171914"/>
                </a:lnTo>
                <a:lnTo>
                  <a:pt x="29598" y="166541"/>
                </a:lnTo>
                <a:lnTo>
                  <a:pt x="30943" y="163855"/>
                </a:lnTo>
                <a:lnTo>
                  <a:pt x="36325" y="163855"/>
                </a:lnTo>
                <a:lnTo>
                  <a:pt x="39016" y="161169"/>
                </a:lnTo>
                <a:lnTo>
                  <a:pt x="40361" y="162512"/>
                </a:lnTo>
                <a:lnTo>
                  <a:pt x="47088" y="163855"/>
                </a:lnTo>
                <a:lnTo>
                  <a:pt x="49779" y="163855"/>
                </a:lnTo>
                <a:lnTo>
                  <a:pt x="55160" y="166541"/>
                </a:lnTo>
                <a:lnTo>
                  <a:pt x="57851" y="171914"/>
                </a:lnTo>
                <a:lnTo>
                  <a:pt x="61887" y="174600"/>
                </a:lnTo>
                <a:lnTo>
                  <a:pt x="65923" y="175943"/>
                </a:lnTo>
                <a:lnTo>
                  <a:pt x="71305" y="173257"/>
                </a:lnTo>
                <a:lnTo>
                  <a:pt x="73996" y="166541"/>
                </a:lnTo>
                <a:lnTo>
                  <a:pt x="73996" y="165199"/>
                </a:lnTo>
                <a:lnTo>
                  <a:pt x="76686" y="162512"/>
                </a:lnTo>
                <a:lnTo>
                  <a:pt x="80723" y="161169"/>
                </a:lnTo>
                <a:lnTo>
                  <a:pt x="83413" y="155797"/>
                </a:lnTo>
                <a:lnTo>
                  <a:pt x="83413" y="151768"/>
                </a:lnTo>
                <a:lnTo>
                  <a:pt x="84759" y="146395"/>
                </a:lnTo>
                <a:lnTo>
                  <a:pt x="92831" y="138337"/>
                </a:lnTo>
                <a:lnTo>
                  <a:pt x="94176" y="134308"/>
                </a:lnTo>
                <a:lnTo>
                  <a:pt x="92831" y="130278"/>
                </a:lnTo>
                <a:lnTo>
                  <a:pt x="95521" y="126249"/>
                </a:lnTo>
                <a:lnTo>
                  <a:pt x="102248" y="119534"/>
                </a:lnTo>
                <a:lnTo>
                  <a:pt x="107630" y="115505"/>
                </a:lnTo>
                <a:lnTo>
                  <a:pt x="107630" y="110132"/>
                </a:lnTo>
                <a:lnTo>
                  <a:pt x="110321" y="106103"/>
                </a:lnTo>
                <a:lnTo>
                  <a:pt x="108975" y="98045"/>
                </a:lnTo>
                <a:lnTo>
                  <a:pt x="113012" y="95359"/>
                </a:lnTo>
                <a:lnTo>
                  <a:pt x="119738" y="92672"/>
                </a:lnTo>
                <a:lnTo>
                  <a:pt x="123774" y="87300"/>
                </a:lnTo>
                <a:lnTo>
                  <a:pt x="125120" y="80585"/>
                </a:lnTo>
                <a:lnTo>
                  <a:pt x="125120" y="73869"/>
                </a:lnTo>
                <a:lnTo>
                  <a:pt x="123774" y="69840"/>
                </a:lnTo>
                <a:lnTo>
                  <a:pt x="127811" y="65811"/>
                </a:lnTo>
                <a:lnTo>
                  <a:pt x="131847" y="56409"/>
                </a:lnTo>
                <a:lnTo>
                  <a:pt x="134538" y="55066"/>
                </a:lnTo>
                <a:lnTo>
                  <a:pt x="134538" y="52380"/>
                </a:lnTo>
                <a:lnTo>
                  <a:pt x="139919" y="48351"/>
                </a:lnTo>
                <a:lnTo>
                  <a:pt x="142610" y="48351"/>
                </a:lnTo>
                <a:lnTo>
                  <a:pt x="146646" y="44322"/>
                </a:lnTo>
                <a:lnTo>
                  <a:pt x="152027" y="41635"/>
                </a:lnTo>
                <a:lnTo>
                  <a:pt x="153373" y="38949"/>
                </a:lnTo>
                <a:lnTo>
                  <a:pt x="150682" y="32234"/>
                </a:lnTo>
                <a:lnTo>
                  <a:pt x="150682" y="28205"/>
                </a:lnTo>
                <a:lnTo>
                  <a:pt x="149336" y="24175"/>
                </a:lnTo>
                <a:lnTo>
                  <a:pt x="143955" y="22832"/>
                </a:lnTo>
                <a:lnTo>
                  <a:pt x="142610" y="18803"/>
                </a:lnTo>
                <a:lnTo>
                  <a:pt x="142610" y="10745"/>
                </a:lnTo>
                <a:lnTo>
                  <a:pt x="141265" y="6715"/>
                </a:lnTo>
                <a:lnTo>
                  <a:pt x="139919" y="0"/>
                </a:lnTo>
                <a:lnTo>
                  <a:pt x="152027" y="6715"/>
                </a:lnTo>
                <a:lnTo>
                  <a:pt x="158754" y="12088"/>
                </a:lnTo>
                <a:lnTo>
                  <a:pt x="160100" y="20146"/>
                </a:lnTo>
                <a:lnTo>
                  <a:pt x="161445" y="22832"/>
                </a:lnTo>
                <a:lnTo>
                  <a:pt x="162790" y="26862"/>
                </a:lnTo>
                <a:lnTo>
                  <a:pt x="165481" y="33577"/>
                </a:lnTo>
                <a:lnTo>
                  <a:pt x="165481" y="37606"/>
                </a:lnTo>
                <a:lnTo>
                  <a:pt x="164136" y="40292"/>
                </a:lnTo>
                <a:lnTo>
                  <a:pt x="164136" y="41635"/>
                </a:lnTo>
                <a:lnTo>
                  <a:pt x="166827" y="45665"/>
                </a:lnTo>
                <a:lnTo>
                  <a:pt x="165481" y="52380"/>
                </a:lnTo>
                <a:lnTo>
                  <a:pt x="161445" y="55066"/>
                </a:lnTo>
                <a:lnTo>
                  <a:pt x="162790" y="60438"/>
                </a:lnTo>
                <a:lnTo>
                  <a:pt x="166827" y="67154"/>
                </a:lnTo>
                <a:lnTo>
                  <a:pt x="170863" y="68497"/>
                </a:lnTo>
                <a:lnTo>
                  <a:pt x="172208" y="75212"/>
                </a:lnTo>
                <a:lnTo>
                  <a:pt x="178935" y="80585"/>
                </a:lnTo>
                <a:lnTo>
                  <a:pt x="181626" y="81928"/>
                </a:lnTo>
                <a:lnTo>
                  <a:pt x="178935" y="83271"/>
                </a:lnTo>
                <a:lnTo>
                  <a:pt x="174899" y="83271"/>
                </a:lnTo>
                <a:lnTo>
                  <a:pt x="172208" y="81928"/>
                </a:lnTo>
                <a:lnTo>
                  <a:pt x="166827" y="80585"/>
                </a:lnTo>
                <a:lnTo>
                  <a:pt x="162790" y="80585"/>
                </a:lnTo>
                <a:lnTo>
                  <a:pt x="158754" y="80585"/>
                </a:lnTo>
                <a:lnTo>
                  <a:pt x="154718" y="81928"/>
                </a:lnTo>
                <a:lnTo>
                  <a:pt x="152027" y="80585"/>
                </a:lnTo>
                <a:lnTo>
                  <a:pt x="147991" y="80585"/>
                </a:lnTo>
                <a:lnTo>
                  <a:pt x="143955" y="80585"/>
                </a:lnTo>
                <a:lnTo>
                  <a:pt x="143955" y="84614"/>
                </a:lnTo>
                <a:lnTo>
                  <a:pt x="142610" y="87300"/>
                </a:lnTo>
                <a:lnTo>
                  <a:pt x="142610" y="92672"/>
                </a:lnTo>
                <a:lnTo>
                  <a:pt x="142610" y="95359"/>
                </a:lnTo>
                <a:lnTo>
                  <a:pt x="145301" y="96702"/>
                </a:lnTo>
                <a:lnTo>
                  <a:pt x="146646" y="99388"/>
                </a:lnTo>
                <a:lnTo>
                  <a:pt x="150682" y="102074"/>
                </a:lnTo>
                <a:lnTo>
                  <a:pt x="160100" y="110132"/>
                </a:lnTo>
                <a:lnTo>
                  <a:pt x="169517" y="119534"/>
                </a:lnTo>
                <a:lnTo>
                  <a:pt x="173554" y="123563"/>
                </a:lnTo>
                <a:lnTo>
                  <a:pt x="177589" y="130278"/>
                </a:lnTo>
                <a:lnTo>
                  <a:pt x="181626" y="136994"/>
                </a:lnTo>
                <a:lnTo>
                  <a:pt x="182971" y="142366"/>
                </a:lnTo>
                <a:lnTo>
                  <a:pt x="177589" y="149082"/>
                </a:lnTo>
                <a:lnTo>
                  <a:pt x="173554" y="150425"/>
                </a:lnTo>
                <a:lnTo>
                  <a:pt x="170863" y="155797"/>
                </a:lnTo>
                <a:lnTo>
                  <a:pt x="166827" y="165199"/>
                </a:lnTo>
                <a:lnTo>
                  <a:pt x="164136" y="171914"/>
                </a:lnTo>
                <a:lnTo>
                  <a:pt x="158754" y="178629"/>
                </a:lnTo>
                <a:lnTo>
                  <a:pt x="156063" y="179972"/>
                </a:lnTo>
                <a:lnTo>
                  <a:pt x="153373" y="182659"/>
                </a:lnTo>
                <a:lnTo>
                  <a:pt x="153373" y="189374"/>
                </a:lnTo>
                <a:lnTo>
                  <a:pt x="156063" y="196089"/>
                </a:lnTo>
                <a:lnTo>
                  <a:pt x="154718" y="201462"/>
                </a:lnTo>
                <a:lnTo>
                  <a:pt x="157409" y="208177"/>
                </a:lnTo>
                <a:lnTo>
                  <a:pt x="157409" y="214892"/>
                </a:lnTo>
                <a:lnTo>
                  <a:pt x="157409" y="225637"/>
                </a:lnTo>
                <a:lnTo>
                  <a:pt x="160100" y="226980"/>
                </a:lnTo>
                <a:lnTo>
                  <a:pt x="168172" y="231009"/>
                </a:lnTo>
                <a:lnTo>
                  <a:pt x="172208" y="235038"/>
                </a:lnTo>
                <a:lnTo>
                  <a:pt x="173554" y="240411"/>
                </a:lnTo>
                <a:lnTo>
                  <a:pt x="180280" y="249812"/>
                </a:lnTo>
                <a:lnTo>
                  <a:pt x="184316" y="257871"/>
                </a:lnTo>
                <a:lnTo>
                  <a:pt x="187007" y="260557"/>
                </a:lnTo>
                <a:lnTo>
                  <a:pt x="195080" y="267272"/>
                </a:lnTo>
                <a:lnTo>
                  <a:pt x="196425" y="272645"/>
                </a:lnTo>
                <a:lnTo>
                  <a:pt x="196425" y="276674"/>
                </a:lnTo>
                <a:lnTo>
                  <a:pt x="196425" y="279360"/>
                </a:lnTo>
                <a:lnTo>
                  <a:pt x="197770" y="279360"/>
                </a:lnTo>
                <a:lnTo>
                  <a:pt x="196425" y="280703"/>
                </a:lnTo>
                <a:lnTo>
                  <a:pt x="195080" y="283389"/>
                </a:lnTo>
                <a:lnTo>
                  <a:pt x="192389" y="287418"/>
                </a:lnTo>
                <a:lnTo>
                  <a:pt x="191043" y="290105"/>
                </a:lnTo>
                <a:lnTo>
                  <a:pt x="193734" y="294134"/>
                </a:lnTo>
                <a:lnTo>
                  <a:pt x="193734" y="296820"/>
                </a:lnTo>
                <a:lnTo>
                  <a:pt x="189698" y="296820"/>
                </a:lnTo>
                <a:lnTo>
                  <a:pt x="189698" y="295477"/>
                </a:lnTo>
                <a:lnTo>
                  <a:pt x="187007" y="296820"/>
                </a:lnTo>
                <a:lnTo>
                  <a:pt x="185662" y="295477"/>
                </a:lnTo>
                <a:lnTo>
                  <a:pt x="182971" y="294134"/>
                </a:lnTo>
                <a:lnTo>
                  <a:pt x="177589" y="294134"/>
                </a:lnTo>
                <a:lnTo>
                  <a:pt x="174899" y="295477"/>
                </a:lnTo>
                <a:lnTo>
                  <a:pt x="172208" y="292791"/>
                </a:lnTo>
                <a:lnTo>
                  <a:pt x="169517" y="291448"/>
                </a:lnTo>
                <a:lnTo>
                  <a:pt x="169517" y="294134"/>
                </a:lnTo>
                <a:lnTo>
                  <a:pt x="165481" y="294134"/>
                </a:lnTo>
                <a:lnTo>
                  <a:pt x="164136" y="292791"/>
                </a:lnTo>
                <a:lnTo>
                  <a:pt x="161445" y="291448"/>
                </a:lnTo>
                <a:lnTo>
                  <a:pt x="158754" y="291448"/>
                </a:lnTo>
                <a:lnTo>
                  <a:pt x="156063" y="288762"/>
                </a:lnTo>
                <a:lnTo>
                  <a:pt x="153373" y="288762"/>
                </a:lnTo>
                <a:lnTo>
                  <a:pt x="152027" y="290105"/>
                </a:lnTo>
                <a:lnTo>
                  <a:pt x="149336" y="288762"/>
                </a:lnTo>
                <a:lnTo>
                  <a:pt x="117048" y="288762"/>
                </a:lnTo>
                <a:lnTo>
                  <a:pt x="115702" y="286075"/>
                </a:lnTo>
                <a:lnTo>
                  <a:pt x="113012" y="286075"/>
                </a:lnTo>
                <a:lnTo>
                  <a:pt x="111666" y="287418"/>
                </a:lnTo>
                <a:lnTo>
                  <a:pt x="104939" y="287418"/>
                </a:lnTo>
                <a:lnTo>
                  <a:pt x="104939" y="286075"/>
                </a:lnTo>
                <a:lnTo>
                  <a:pt x="100903" y="286075"/>
                </a:lnTo>
                <a:lnTo>
                  <a:pt x="96867" y="286075"/>
                </a:lnTo>
                <a:lnTo>
                  <a:pt x="94176" y="286075"/>
                </a:lnTo>
                <a:lnTo>
                  <a:pt x="86104" y="284732"/>
                </a:lnTo>
                <a:lnTo>
                  <a:pt x="83413" y="286075"/>
                </a:lnTo>
                <a:lnTo>
                  <a:pt x="76686" y="286075"/>
                </a:lnTo>
                <a:lnTo>
                  <a:pt x="73996" y="287418"/>
                </a:lnTo>
                <a:lnTo>
                  <a:pt x="71305" y="287418"/>
                </a:lnTo>
                <a:lnTo>
                  <a:pt x="68614" y="287418"/>
                </a:lnTo>
                <a:lnTo>
                  <a:pt x="68614" y="288762"/>
                </a:lnTo>
                <a:lnTo>
                  <a:pt x="68614" y="288762"/>
                </a:lnTo>
                <a:lnTo>
                  <a:pt x="37670" y="288762"/>
                </a:lnTo>
                <a:lnTo>
                  <a:pt x="36325" y="287418"/>
                </a:lnTo>
                <a:lnTo>
                  <a:pt x="32289" y="287418"/>
                </a:lnTo>
                <a:lnTo>
                  <a:pt x="29598" y="288762"/>
                </a:lnTo>
                <a:lnTo>
                  <a:pt x="33634" y="284732"/>
                </a:lnTo>
                <a:lnTo>
                  <a:pt x="29598" y="280703"/>
                </a:lnTo>
                <a:lnTo>
                  <a:pt x="33634" y="271302"/>
                </a:lnTo>
                <a:lnTo>
                  <a:pt x="32289" y="261900"/>
                </a:lnTo>
                <a:lnTo>
                  <a:pt x="26908" y="255185"/>
                </a:lnTo>
                <a:lnTo>
                  <a:pt x="26908" y="247126"/>
                </a:lnTo>
                <a:lnTo>
                  <a:pt x="29598" y="244440"/>
                </a:lnTo>
                <a:lnTo>
                  <a:pt x="25562" y="237725"/>
                </a:lnTo>
                <a:lnTo>
                  <a:pt x="17490" y="241754"/>
                </a:lnTo>
                <a:lnTo>
                  <a:pt x="16144" y="239068"/>
                </a:lnTo>
                <a:lnTo>
                  <a:pt x="10763" y="237725"/>
                </a:lnTo>
                <a:lnTo>
                  <a:pt x="8072" y="221608"/>
                </a:lnTo>
                <a:lnTo>
                  <a:pt x="4036" y="22429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56" name="Freeform 755">
            <a:extLst>
              <a:ext uri="{FF2B5EF4-FFF2-40B4-BE49-F238E27FC236}">
                <a16:creationId xmlns:a16="http://schemas.microsoft.com/office/drawing/2014/main" id="{46214B76-7602-22EB-889C-A3477A2C5F7F}"/>
              </a:ext>
            </a:extLst>
          </p:cNvPr>
          <p:cNvSpPr/>
          <p:nvPr/>
        </p:nvSpPr>
        <p:spPr>
          <a:xfrm>
            <a:off x="7571782" y="4579353"/>
            <a:ext cx="149336" cy="161169"/>
          </a:xfrm>
          <a:custGeom>
            <a:avLst/>
            <a:gdLst>
              <a:gd name="connsiteX0" fmla="*/ 67269 w 149336"/>
              <a:gd name="connsiteY0" fmla="*/ 4029 h 161169"/>
              <a:gd name="connsiteX1" fmla="*/ 67269 w 149336"/>
              <a:gd name="connsiteY1" fmla="*/ 2686 h 161169"/>
              <a:gd name="connsiteX2" fmla="*/ 69960 w 149336"/>
              <a:gd name="connsiteY2" fmla="*/ 2686 h 161169"/>
              <a:gd name="connsiteX3" fmla="*/ 72651 w 149336"/>
              <a:gd name="connsiteY3" fmla="*/ 2686 h 161169"/>
              <a:gd name="connsiteX4" fmla="*/ 75341 w 149336"/>
              <a:gd name="connsiteY4" fmla="*/ 1343 h 161169"/>
              <a:gd name="connsiteX5" fmla="*/ 82068 w 149336"/>
              <a:gd name="connsiteY5" fmla="*/ 1343 h 161169"/>
              <a:gd name="connsiteX6" fmla="*/ 84759 w 149336"/>
              <a:gd name="connsiteY6" fmla="*/ 0 h 161169"/>
              <a:gd name="connsiteX7" fmla="*/ 92831 w 149336"/>
              <a:gd name="connsiteY7" fmla="*/ 1343 h 161169"/>
              <a:gd name="connsiteX8" fmla="*/ 95522 w 149336"/>
              <a:gd name="connsiteY8" fmla="*/ 1343 h 161169"/>
              <a:gd name="connsiteX9" fmla="*/ 99558 w 149336"/>
              <a:gd name="connsiteY9" fmla="*/ 1343 h 161169"/>
              <a:gd name="connsiteX10" fmla="*/ 103594 w 149336"/>
              <a:gd name="connsiteY10" fmla="*/ 1343 h 161169"/>
              <a:gd name="connsiteX11" fmla="*/ 103594 w 149336"/>
              <a:gd name="connsiteY11" fmla="*/ 2686 h 161169"/>
              <a:gd name="connsiteX12" fmla="*/ 110321 w 149336"/>
              <a:gd name="connsiteY12" fmla="*/ 2686 h 161169"/>
              <a:gd name="connsiteX13" fmla="*/ 111667 w 149336"/>
              <a:gd name="connsiteY13" fmla="*/ 1343 h 161169"/>
              <a:gd name="connsiteX14" fmla="*/ 114357 w 149336"/>
              <a:gd name="connsiteY14" fmla="*/ 1343 h 161169"/>
              <a:gd name="connsiteX15" fmla="*/ 115702 w 149336"/>
              <a:gd name="connsiteY15" fmla="*/ 4029 h 161169"/>
              <a:gd name="connsiteX16" fmla="*/ 115702 w 149336"/>
              <a:gd name="connsiteY16" fmla="*/ 4029 h 161169"/>
              <a:gd name="connsiteX17" fmla="*/ 114357 w 149336"/>
              <a:gd name="connsiteY17" fmla="*/ 9401 h 161169"/>
              <a:gd name="connsiteX18" fmla="*/ 115702 w 149336"/>
              <a:gd name="connsiteY18" fmla="*/ 13431 h 161169"/>
              <a:gd name="connsiteX19" fmla="*/ 115702 w 149336"/>
              <a:gd name="connsiteY19" fmla="*/ 20146 h 161169"/>
              <a:gd name="connsiteX20" fmla="*/ 117048 w 149336"/>
              <a:gd name="connsiteY20" fmla="*/ 24175 h 161169"/>
              <a:gd name="connsiteX21" fmla="*/ 115702 w 149336"/>
              <a:gd name="connsiteY21" fmla="*/ 28205 h 161169"/>
              <a:gd name="connsiteX22" fmla="*/ 118393 w 149336"/>
              <a:gd name="connsiteY22" fmla="*/ 29548 h 161169"/>
              <a:gd name="connsiteX23" fmla="*/ 122429 w 149336"/>
              <a:gd name="connsiteY23" fmla="*/ 26862 h 161169"/>
              <a:gd name="connsiteX24" fmla="*/ 125120 w 149336"/>
              <a:gd name="connsiteY24" fmla="*/ 28205 h 161169"/>
              <a:gd name="connsiteX25" fmla="*/ 131847 w 149336"/>
              <a:gd name="connsiteY25" fmla="*/ 26862 h 161169"/>
              <a:gd name="connsiteX26" fmla="*/ 137229 w 149336"/>
              <a:gd name="connsiteY26" fmla="*/ 24175 h 161169"/>
              <a:gd name="connsiteX27" fmla="*/ 145301 w 149336"/>
              <a:gd name="connsiteY27" fmla="*/ 24175 h 161169"/>
              <a:gd name="connsiteX28" fmla="*/ 147991 w 149336"/>
              <a:gd name="connsiteY28" fmla="*/ 26862 h 161169"/>
              <a:gd name="connsiteX29" fmla="*/ 149337 w 149336"/>
              <a:gd name="connsiteY29" fmla="*/ 34920 h 161169"/>
              <a:gd name="connsiteX30" fmla="*/ 146646 w 149336"/>
              <a:gd name="connsiteY30" fmla="*/ 37606 h 161169"/>
              <a:gd name="connsiteX31" fmla="*/ 147991 w 149336"/>
              <a:gd name="connsiteY31" fmla="*/ 40292 h 161169"/>
              <a:gd name="connsiteX32" fmla="*/ 147991 w 149336"/>
              <a:gd name="connsiteY32" fmla="*/ 45665 h 161169"/>
              <a:gd name="connsiteX33" fmla="*/ 142610 w 149336"/>
              <a:gd name="connsiteY33" fmla="*/ 45665 h 161169"/>
              <a:gd name="connsiteX34" fmla="*/ 137229 w 149336"/>
              <a:gd name="connsiteY34" fmla="*/ 49694 h 161169"/>
              <a:gd name="connsiteX35" fmla="*/ 137229 w 149336"/>
              <a:gd name="connsiteY35" fmla="*/ 52380 h 161169"/>
              <a:gd name="connsiteX36" fmla="*/ 138574 w 149336"/>
              <a:gd name="connsiteY36" fmla="*/ 53723 h 161169"/>
              <a:gd name="connsiteX37" fmla="*/ 139920 w 149336"/>
              <a:gd name="connsiteY37" fmla="*/ 57752 h 161169"/>
              <a:gd name="connsiteX38" fmla="*/ 138574 w 149336"/>
              <a:gd name="connsiteY38" fmla="*/ 57752 h 161169"/>
              <a:gd name="connsiteX39" fmla="*/ 137229 w 149336"/>
              <a:gd name="connsiteY39" fmla="*/ 59096 h 161169"/>
              <a:gd name="connsiteX40" fmla="*/ 133193 w 149336"/>
              <a:gd name="connsiteY40" fmla="*/ 60438 h 161169"/>
              <a:gd name="connsiteX41" fmla="*/ 133193 w 149336"/>
              <a:gd name="connsiteY41" fmla="*/ 63125 h 161169"/>
              <a:gd name="connsiteX42" fmla="*/ 135883 w 149336"/>
              <a:gd name="connsiteY42" fmla="*/ 64468 h 161169"/>
              <a:gd name="connsiteX43" fmla="*/ 137229 w 149336"/>
              <a:gd name="connsiteY43" fmla="*/ 67154 h 161169"/>
              <a:gd name="connsiteX44" fmla="*/ 139920 w 149336"/>
              <a:gd name="connsiteY44" fmla="*/ 68497 h 161169"/>
              <a:gd name="connsiteX45" fmla="*/ 141265 w 149336"/>
              <a:gd name="connsiteY45" fmla="*/ 71183 h 161169"/>
              <a:gd name="connsiteX46" fmla="*/ 143955 w 149336"/>
              <a:gd name="connsiteY46" fmla="*/ 73869 h 161169"/>
              <a:gd name="connsiteX47" fmla="*/ 145301 w 149336"/>
              <a:gd name="connsiteY47" fmla="*/ 77899 h 161169"/>
              <a:gd name="connsiteX48" fmla="*/ 147991 w 149336"/>
              <a:gd name="connsiteY48" fmla="*/ 79242 h 161169"/>
              <a:gd name="connsiteX49" fmla="*/ 147991 w 149336"/>
              <a:gd name="connsiteY49" fmla="*/ 84614 h 161169"/>
              <a:gd name="connsiteX50" fmla="*/ 145301 w 149336"/>
              <a:gd name="connsiteY50" fmla="*/ 95358 h 161169"/>
              <a:gd name="connsiteX51" fmla="*/ 138574 w 149336"/>
              <a:gd name="connsiteY51" fmla="*/ 114162 h 161169"/>
              <a:gd name="connsiteX52" fmla="*/ 139920 w 149336"/>
              <a:gd name="connsiteY52" fmla="*/ 119534 h 161169"/>
              <a:gd name="connsiteX53" fmla="*/ 139920 w 149336"/>
              <a:gd name="connsiteY53" fmla="*/ 123563 h 161169"/>
              <a:gd name="connsiteX54" fmla="*/ 137229 w 149336"/>
              <a:gd name="connsiteY54" fmla="*/ 123563 h 161169"/>
              <a:gd name="connsiteX55" fmla="*/ 135883 w 149336"/>
              <a:gd name="connsiteY55" fmla="*/ 120877 h 161169"/>
              <a:gd name="connsiteX56" fmla="*/ 130502 w 149336"/>
              <a:gd name="connsiteY56" fmla="*/ 118191 h 161169"/>
              <a:gd name="connsiteX57" fmla="*/ 125120 w 149336"/>
              <a:gd name="connsiteY57" fmla="*/ 118191 h 161169"/>
              <a:gd name="connsiteX58" fmla="*/ 122429 w 149336"/>
              <a:gd name="connsiteY58" fmla="*/ 120877 h 161169"/>
              <a:gd name="connsiteX59" fmla="*/ 119739 w 149336"/>
              <a:gd name="connsiteY59" fmla="*/ 119534 h 161169"/>
              <a:gd name="connsiteX60" fmla="*/ 113012 w 149336"/>
              <a:gd name="connsiteY60" fmla="*/ 120877 h 161169"/>
              <a:gd name="connsiteX61" fmla="*/ 108976 w 149336"/>
              <a:gd name="connsiteY61" fmla="*/ 116848 h 161169"/>
              <a:gd name="connsiteX62" fmla="*/ 104940 w 149336"/>
              <a:gd name="connsiteY62" fmla="*/ 106103 h 161169"/>
              <a:gd name="connsiteX63" fmla="*/ 100903 w 149336"/>
              <a:gd name="connsiteY63" fmla="*/ 106103 h 161169"/>
              <a:gd name="connsiteX64" fmla="*/ 98213 w 149336"/>
              <a:gd name="connsiteY64" fmla="*/ 108789 h 161169"/>
              <a:gd name="connsiteX65" fmla="*/ 98213 w 149336"/>
              <a:gd name="connsiteY65" fmla="*/ 115504 h 161169"/>
              <a:gd name="connsiteX66" fmla="*/ 96867 w 149336"/>
              <a:gd name="connsiteY66" fmla="*/ 119534 h 161169"/>
              <a:gd name="connsiteX67" fmla="*/ 88795 w 149336"/>
              <a:gd name="connsiteY67" fmla="*/ 119534 h 161169"/>
              <a:gd name="connsiteX68" fmla="*/ 84759 w 149336"/>
              <a:gd name="connsiteY68" fmla="*/ 119534 h 161169"/>
              <a:gd name="connsiteX69" fmla="*/ 83414 w 149336"/>
              <a:gd name="connsiteY69" fmla="*/ 123563 h 161169"/>
              <a:gd name="connsiteX70" fmla="*/ 80723 w 149336"/>
              <a:gd name="connsiteY70" fmla="*/ 124906 h 161169"/>
              <a:gd name="connsiteX71" fmla="*/ 75341 w 149336"/>
              <a:gd name="connsiteY71" fmla="*/ 122220 h 161169"/>
              <a:gd name="connsiteX72" fmla="*/ 69960 w 149336"/>
              <a:gd name="connsiteY72" fmla="*/ 123563 h 161169"/>
              <a:gd name="connsiteX73" fmla="*/ 67269 w 149336"/>
              <a:gd name="connsiteY73" fmla="*/ 124906 h 161169"/>
              <a:gd name="connsiteX74" fmla="*/ 69960 w 149336"/>
              <a:gd name="connsiteY74" fmla="*/ 128935 h 161169"/>
              <a:gd name="connsiteX75" fmla="*/ 68614 w 149336"/>
              <a:gd name="connsiteY75" fmla="*/ 134308 h 161169"/>
              <a:gd name="connsiteX76" fmla="*/ 72651 w 149336"/>
              <a:gd name="connsiteY76" fmla="*/ 132965 h 161169"/>
              <a:gd name="connsiteX77" fmla="*/ 76687 w 149336"/>
              <a:gd name="connsiteY77" fmla="*/ 131622 h 161169"/>
              <a:gd name="connsiteX78" fmla="*/ 79378 w 149336"/>
              <a:gd name="connsiteY78" fmla="*/ 134308 h 161169"/>
              <a:gd name="connsiteX79" fmla="*/ 83414 w 149336"/>
              <a:gd name="connsiteY79" fmla="*/ 136994 h 161169"/>
              <a:gd name="connsiteX80" fmla="*/ 84759 w 149336"/>
              <a:gd name="connsiteY80" fmla="*/ 150425 h 161169"/>
              <a:gd name="connsiteX81" fmla="*/ 83414 w 149336"/>
              <a:gd name="connsiteY81" fmla="*/ 154454 h 161169"/>
              <a:gd name="connsiteX82" fmla="*/ 76687 w 149336"/>
              <a:gd name="connsiteY82" fmla="*/ 149081 h 161169"/>
              <a:gd name="connsiteX83" fmla="*/ 75341 w 149336"/>
              <a:gd name="connsiteY83" fmla="*/ 149081 h 161169"/>
              <a:gd name="connsiteX84" fmla="*/ 73996 w 149336"/>
              <a:gd name="connsiteY84" fmla="*/ 151768 h 161169"/>
              <a:gd name="connsiteX85" fmla="*/ 68614 w 149336"/>
              <a:gd name="connsiteY85" fmla="*/ 151768 h 161169"/>
              <a:gd name="connsiteX86" fmla="*/ 65924 w 149336"/>
              <a:gd name="connsiteY86" fmla="*/ 153111 h 161169"/>
              <a:gd name="connsiteX87" fmla="*/ 65924 w 149336"/>
              <a:gd name="connsiteY87" fmla="*/ 157140 h 161169"/>
              <a:gd name="connsiteX88" fmla="*/ 61887 w 149336"/>
              <a:gd name="connsiteY88" fmla="*/ 161169 h 161169"/>
              <a:gd name="connsiteX89" fmla="*/ 60542 w 149336"/>
              <a:gd name="connsiteY89" fmla="*/ 161169 h 161169"/>
              <a:gd name="connsiteX90" fmla="*/ 56506 w 149336"/>
              <a:gd name="connsiteY90" fmla="*/ 158483 h 161169"/>
              <a:gd name="connsiteX91" fmla="*/ 55161 w 149336"/>
              <a:gd name="connsiteY91" fmla="*/ 154454 h 161169"/>
              <a:gd name="connsiteX92" fmla="*/ 45743 w 149336"/>
              <a:gd name="connsiteY92" fmla="*/ 150425 h 161169"/>
              <a:gd name="connsiteX93" fmla="*/ 43052 w 149336"/>
              <a:gd name="connsiteY93" fmla="*/ 145052 h 161169"/>
              <a:gd name="connsiteX94" fmla="*/ 32289 w 149336"/>
              <a:gd name="connsiteY94" fmla="*/ 135651 h 161169"/>
              <a:gd name="connsiteX95" fmla="*/ 24217 w 149336"/>
              <a:gd name="connsiteY95" fmla="*/ 127593 h 161169"/>
              <a:gd name="connsiteX96" fmla="*/ 26908 w 149336"/>
              <a:gd name="connsiteY96" fmla="*/ 126249 h 161169"/>
              <a:gd name="connsiteX97" fmla="*/ 20181 w 149336"/>
              <a:gd name="connsiteY97" fmla="*/ 120877 h 161169"/>
              <a:gd name="connsiteX98" fmla="*/ 17490 w 149336"/>
              <a:gd name="connsiteY98" fmla="*/ 114162 h 161169"/>
              <a:gd name="connsiteX99" fmla="*/ 13454 w 149336"/>
              <a:gd name="connsiteY99" fmla="*/ 111475 h 161169"/>
              <a:gd name="connsiteX100" fmla="*/ 13454 w 149336"/>
              <a:gd name="connsiteY100" fmla="*/ 103417 h 161169"/>
              <a:gd name="connsiteX101" fmla="*/ 8072 w 149336"/>
              <a:gd name="connsiteY101" fmla="*/ 96702 h 161169"/>
              <a:gd name="connsiteX102" fmla="*/ 8072 w 149336"/>
              <a:gd name="connsiteY102" fmla="*/ 92672 h 161169"/>
              <a:gd name="connsiteX103" fmla="*/ 5382 w 149336"/>
              <a:gd name="connsiteY103" fmla="*/ 89986 h 161169"/>
              <a:gd name="connsiteX104" fmla="*/ 0 w 149336"/>
              <a:gd name="connsiteY104" fmla="*/ 79242 h 161169"/>
              <a:gd name="connsiteX105" fmla="*/ 0 w 149336"/>
              <a:gd name="connsiteY105" fmla="*/ 76555 h 161169"/>
              <a:gd name="connsiteX106" fmla="*/ 6727 w 149336"/>
              <a:gd name="connsiteY106" fmla="*/ 77899 h 161169"/>
              <a:gd name="connsiteX107" fmla="*/ 12109 w 149336"/>
              <a:gd name="connsiteY107" fmla="*/ 73869 h 161169"/>
              <a:gd name="connsiteX108" fmla="*/ 13454 w 149336"/>
              <a:gd name="connsiteY108" fmla="*/ 60438 h 161169"/>
              <a:gd name="connsiteX109" fmla="*/ 13454 w 149336"/>
              <a:gd name="connsiteY109" fmla="*/ 52380 h 161169"/>
              <a:gd name="connsiteX110" fmla="*/ 16145 w 149336"/>
              <a:gd name="connsiteY110" fmla="*/ 55066 h 161169"/>
              <a:gd name="connsiteX111" fmla="*/ 28253 w 149336"/>
              <a:gd name="connsiteY111" fmla="*/ 52380 h 161169"/>
              <a:gd name="connsiteX112" fmla="*/ 20181 w 149336"/>
              <a:gd name="connsiteY112" fmla="*/ 51037 h 161169"/>
              <a:gd name="connsiteX113" fmla="*/ 14799 w 149336"/>
              <a:gd name="connsiteY113" fmla="*/ 42978 h 161169"/>
              <a:gd name="connsiteX114" fmla="*/ 20181 w 149336"/>
              <a:gd name="connsiteY114" fmla="*/ 41635 h 161169"/>
              <a:gd name="connsiteX115" fmla="*/ 20181 w 149336"/>
              <a:gd name="connsiteY115" fmla="*/ 36263 h 161169"/>
              <a:gd name="connsiteX116" fmla="*/ 24217 w 149336"/>
              <a:gd name="connsiteY116" fmla="*/ 36263 h 161169"/>
              <a:gd name="connsiteX117" fmla="*/ 26908 w 149336"/>
              <a:gd name="connsiteY117" fmla="*/ 33577 h 161169"/>
              <a:gd name="connsiteX118" fmla="*/ 29598 w 149336"/>
              <a:gd name="connsiteY118" fmla="*/ 33577 h 161169"/>
              <a:gd name="connsiteX119" fmla="*/ 30944 w 149336"/>
              <a:gd name="connsiteY119" fmla="*/ 34920 h 161169"/>
              <a:gd name="connsiteX120" fmla="*/ 67269 w 149336"/>
              <a:gd name="connsiteY120" fmla="*/ 34920 h 16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49336" h="161169">
                <a:moveTo>
                  <a:pt x="67269" y="4029"/>
                </a:moveTo>
                <a:lnTo>
                  <a:pt x="67269" y="2686"/>
                </a:lnTo>
                <a:lnTo>
                  <a:pt x="69960" y="2686"/>
                </a:lnTo>
                <a:lnTo>
                  <a:pt x="72651" y="2686"/>
                </a:lnTo>
                <a:lnTo>
                  <a:pt x="75341" y="1343"/>
                </a:lnTo>
                <a:lnTo>
                  <a:pt x="82068" y="1343"/>
                </a:lnTo>
                <a:lnTo>
                  <a:pt x="84759" y="0"/>
                </a:lnTo>
                <a:lnTo>
                  <a:pt x="92831" y="1343"/>
                </a:lnTo>
                <a:lnTo>
                  <a:pt x="95522" y="1343"/>
                </a:lnTo>
                <a:lnTo>
                  <a:pt x="99558" y="1343"/>
                </a:lnTo>
                <a:lnTo>
                  <a:pt x="103594" y="1343"/>
                </a:lnTo>
                <a:lnTo>
                  <a:pt x="103594" y="2686"/>
                </a:lnTo>
                <a:lnTo>
                  <a:pt x="110321" y="2686"/>
                </a:lnTo>
                <a:lnTo>
                  <a:pt x="111667" y="1343"/>
                </a:lnTo>
                <a:lnTo>
                  <a:pt x="114357" y="1343"/>
                </a:lnTo>
                <a:lnTo>
                  <a:pt x="115702" y="4029"/>
                </a:lnTo>
                <a:lnTo>
                  <a:pt x="115702" y="4029"/>
                </a:lnTo>
                <a:lnTo>
                  <a:pt x="114357" y="9401"/>
                </a:lnTo>
                <a:lnTo>
                  <a:pt x="115702" y="13431"/>
                </a:lnTo>
                <a:lnTo>
                  <a:pt x="115702" y="20146"/>
                </a:lnTo>
                <a:lnTo>
                  <a:pt x="117048" y="24175"/>
                </a:lnTo>
                <a:lnTo>
                  <a:pt x="115702" y="28205"/>
                </a:lnTo>
                <a:lnTo>
                  <a:pt x="118393" y="29548"/>
                </a:lnTo>
                <a:lnTo>
                  <a:pt x="122429" y="26862"/>
                </a:lnTo>
                <a:lnTo>
                  <a:pt x="125120" y="28205"/>
                </a:lnTo>
                <a:lnTo>
                  <a:pt x="131847" y="26862"/>
                </a:lnTo>
                <a:lnTo>
                  <a:pt x="137229" y="24175"/>
                </a:lnTo>
                <a:lnTo>
                  <a:pt x="145301" y="24175"/>
                </a:lnTo>
                <a:lnTo>
                  <a:pt x="147991" y="26862"/>
                </a:lnTo>
                <a:lnTo>
                  <a:pt x="149337" y="34920"/>
                </a:lnTo>
                <a:lnTo>
                  <a:pt x="146646" y="37606"/>
                </a:lnTo>
                <a:lnTo>
                  <a:pt x="147991" y="40292"/>
                </a:lnTo>
                <a:lnTo>
                  <a:pt x="147991" y="45665"/>
                </a:lnTo>
                <a:lnTo>
                  <a:pt x="142610" y="45665"/>
                </a:lnTo>
                <a:lnTo>
                  <a:pt x="137229" y="49694"/>
                </a:lnTo>
                <a:lnTo>
                  <a:pt x="137229" y="52380"/>
                </a:lnTo>
                <a:lnTo>
                  <a:pt x="138574" y="53723"/>
                </a:lnTo>
                <a:lnTo>
                  <a:pt x="139920" y="57752"/>
                </a:lnTo>
                <a:lnTo>
                  <a:pt x="138574" y="57752"/>
                </a:lnTo>
                <a:lnTo>
                  <a:pt x="137229" y="59096"/>
                </a:lnTo>
                <a:lnTo>
                  <a:pt x="133193" y="60438"/>
                </a:lnTo>
                <a:lnTo>
                  <a:pt x="133193" y="63125"/>
                </a:lnTo>
                <a:lnTo>
                  <a:pt x="135883" y="64468"/>
                </a:lnTo>
                <a:lnTo>
                  <a:pt x="137229" y="67154"/>
                </a:lnTo>
                <a:lnTo>
                  <a:pt x="139920" y="68497"/>
                </a:lnTo>
                <a:lnTo>
                  <a:pt x="141265" y="71183"/>
                </a:lnTo>
                <a:lnTo>
                  <a:pt x="143955" y="73869"/>
                </a:lnTo>
                <a:lnTo>
                  <a:pt x="145301" y="77899"/>
                </a:lnTo>
                <a:lnTo>
                  <a:pt x="147991" y="79242"/>
                </a:lnTo>
                <a:lnTo>
                  <a:pt x="147991" y="84614"/>
                </a:lnTo>
                <a:lnTo>
                  <a:pt x="145301" y="95358"/>
                </a:lnTo>
                <a:lnTo>
                  <a:pt x="138574" y="114162"/>
                </a:lnTo>
                <a:lnTo>
                  <a:pt x="139920" y="119534"/>
                </a:lnTo>
                <a:lnTo>
                  <a:pt x="139920" y="123563"/>
                </a:lnTo>
                <a:lnTo>
                  <a:pt x="137229" y="123563"/>
                </a:lnTo>
                <a:lnTo>
                  <a:pt x="135883" y="120877"/>
                </a:lnTo>
                <a:lnTo>
                  <a:pt x="130502" y="118191"/>
                </a:lnTo>
                <a:lnTo>
                  <a:pt x="125120" y="118191"/>
                </a:lnTo>
                <a:lnTo>
                  <a:pt x="122429" y="120877"/>
                </a:lnTo>
                <a:lnTo>
                  <a:pt x="119739" y="119534"/>
                </a:lnTo>
                <a:lnTo>
                  <a:pt x="113012" y="120877"/>
                </a:lnTo>
                <a:lnTo>
                  <a:pt x="108976" y="116848"/>
                </a:lnTo>
                <a:lnTo>
                  <a:pt x="104940" y="106103"/>
                </a:lnTo>
                <a:lnTo>
                  <a:pt x="100903" y="106103"/>
                </a:lnTo>
                <a:lnTo>
                  <a:pt x="98213" y="108789"/>
                </a:lnTo>
                <a:lnTo>
                  <a:pt x="98213" y="115504"/>
                </a:lnTo>
                <a:lnTo>
                  <a:pt x="96867" y="119534"/>
                </a:lnTo>
                <a:lnTo>
                  <a:pt x="88795" y="119534"/>
                </a:lnTo>
                <a:lnTo>
                  <a:pt x="84759" y="119534"/>
                </a:lnTo>
                <a:lnTo>
                  <a:pt x="83414" y="123563"/>
                </a:lnTo>
                <a:lnTo>
                  <a:pt x="80723" y="124906"/>
                </a:lnTo>
                <a:lnTo>
                  <a:pt x="75341" y="122220"/>
                </a:lnTo>
                <a:lnTo>
                  <a:pt x="69960" y="123563"/>
                </a:lnTo>
                <a:lnTo>
                  <a:pt x="67269" y="124906"/>
                </a:lnTo>
                <a:lnTo>
                  <a:pt x="69960" y="128935"/>
                </a:lnTo>
                <a:lnTo>
                  <a:pt x="68614" y="134308"/>
                </a:lnTo>
                <a:lnTo>
                  <a:pt x="72651" y="132965"/>
                </a:lnTo>
                <a:lnTo>
                  <a:pt x="76687" y="131622"/>
                </a:lnTo>
                <a:lnTo>
                  <a:pt x="79378" y="134308"/>
                </a:lnTo>
                <a:lnTo>
                  <a:pt x="83414" y="136994"/>
                </a:lnTo>
                <a:lnTo>
                  <a:pt x="84759" y="150425"/>
                </a:lnTo>
                <a:lnTo>
                  <a:pt x="83414" y="154454"/>
                </a:lnTo>
                <a:lnTo>
                  <a:pt x="76687" y="149081"/>
                </a:lnTo>
                <a:lnTo>
                  <a:pt x="75341" y="149081"/>
                </a:lnTo>
                <a:lnTo>
                  <a:pt x="73996" y="151768"/>
                </a:lnTo>
                <a:lnTo>
                  <a:pt x="68614" y="151768"/>
                </a:lnTo>
                <a:lnTo>
                  <a:pt x="65924" y="153111"/>
                </a:lnTo>
                <a:lnTo>
                  <a:pt x="65924" y="157140"/>
                </a:lnTo>
                <a:lnTo>
                  <a:pt x="61887" y="161169"/>
                </a:lnTo>
                <a:lnTo>
                  <a:pt x="60542" y="161169"/>
                </a:lnTo>
                <a:lnTo>
                  <a:pt x="56506" y="158483"/>
                </a:lnTo>
                <a:lnTo>
                  <a:pt x="55161" y="154454"/>
                </a:lnTo>
                <a:lnTo>
                  <a:pt x="45743" y="150425"/>
                </a:lnTo>
                <a:lnTo>
                  <a:pt x="43052" y="145052"/>
                </a:lnTo>
                <a:lnTo>
                  <a:pt x="32289" y="135651"/>
                </a:lnTo>
                <a:lnTo>
                  <a:pt x="24217" y="127593"/>
                </a:lnTo>
                <a:lnTo>
                  <a:pt x="26908" y="126249"/>
                </a:lnTo>
                <a:lnTo>
                  <a:pt x="20181" y="120877"/>
                </a:lnTo>
                <a:lnTo>
                  <a:pt x="17490" y="114162"/>
                </a:lnTo>
                <a:lnTo>
                  <a:pt x="13454" y="111475"/>
                </a:lnTo>
                <a:lnTo>
                  <a:pt x="13454" y="103417"/>
                </a:lnTo>
                <a:lnTo>
                  <a:pt x="8072" y="96702"/>
                </a:lnTo>
                <a:lnTo>
                  <a:pt x="8072" y="92672"/>
                </a:lnTo>
                <a:lnTo>
                  <a:pt x="5382" y="89986"/>
                </a:lnTo>
                <a:lnTo>
                  <a:pt x="0" y="79242"/>
                </a:lnTo>
                <a:lnTo>
                  <a:pt x="0" y="76555"/>
                </a:lnTo>
                <a:lnTo>
                  <a:pt x="6727" y="77899"/>
                </a:lnTo>
                <a:lnTo>
                  <a:pt x="12109" y="73869"/>
                </a:lnTo>
                <a:lnTo>
                  <a:pt x="13454" y="60438"/>
                </a:lnTo>
                <a:lnTo>
                  <a:pt x="13454" y="52380"/>
                </a:lnTo>
                <a:lnTo>
                  <a:pt x="16145" y="55066"/>
                </a:lnTo>
                <a:lnTo>
                  <a:pt x="28253" y="52380"/>
                </a:lnTo>
                <a:lnTo>
                  <a:pt x="20181" y="51037"/>
                </a:lnTo>
                <a:lnTo>
                  <a:pt x="14799" y="42978"/>
                </a:lnTo>
                <a:lnTo>
                  <a:pt x="20181" y="41635"/>
                </a:lnTo>
                <a:lnTo>
                  <a:pt x="20181" y="36263"/>
                </a:lnTo>
                <a:lnTo>
                  <a:pt x="24217" y="36263"/>
                </a:lnTo>
                <a:lnTo>
                  <a:pt x="26908" y="33577"/>
                </a:lnTo>
                <a:lnTo>
                  <a:pt x="29598" y="33577"/>
                </a:lnTo>
                <a:lnTo>
                  <a:pt x="30944" y="34920"/>
                </a:lnTo>
                <a:lnTo>
                  <a:pt x="67269" y="34920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57" name="Freeform 756">
            <a:extLst>
              <a:ext uri="{FF2B5EF4-FFF2-40B4-BE49-F238E27FC236}">
                <a16:creationId xmlns:a16="http://schemas.microsoft.com/office/drawing/2014/main" id="{FBFCF67E-9E37-B638-8AE8-A16FDAD27405}"/>
              </a:ext>
            </a:extLst>
          </p:cNvPr>
          <p:cNvSpPr/>
          <p:nvPr/>
        </p:nvSpPr>
        <p:spPr>
          <a:xfrm>
            <a:off x="7586581" y="4582039"/>
            <a:ext cx="52469" cy="33576"/>
          </a:xfrm>
          <a:custGeom>
            <a:avLst/>
            <a:gdLst>
              <a:gd name="connsiteX0" fmla="*/ 6727 w 52469"/>
              <a:gd name="connsiteY0" fmla="*/ 32234 h 33576"/>
              <a:gd name="connsiteX1" fmla="*/ 0 w 52469"/>
              <a:gd name="connsiteY1" fmla="*/ 28205 h 33576"/>
              <a:gd name="connsiteX2" fmla="*/ 6727 w 52469"/>
              <a:gd name="connsiteY2" fmla="*/ 16117 h 33576"/>
              <a:gd name="connsiteX3" fmla="*/ 14799 w 52469"/>
              <a:gd name="connsiteY3" fmla="*/ 6715 h 33576"/>
              <a:gd name="connsiteX4" fmla="*/ 12108 w 52469"/>
              <a:gd name="connsiteY4" fmla="*/ 2686 h 33576"/>
              <a:gd name="connsiteX5" fmla="*/ 13454 w 52469"/>
              <a:gd name="connsiteY5" fmla="*/ 1343 h 33576"/>
              <a:gd name="connsiteX6" fmla="*/ 16145 w 52469"/>
              <a:gd name="connsiteY6" fmla="*/ 0 h 33576"/>
              <a:gd name="connsiteX7" fmla="*/ 20181 w 52469"/>
              <a:gd name="connsiteY7" fmla="*/ 0 h 33576"/>
              <a:gd name="connsiteX8" fmla="*/ 21526 w 52469"/>
              <a:gd name="connsiteY8" fmla="*/ 1343 h 33576"/>
              <a:gd name="connsiteX9" fmla="*/ 52470 w 52469"/>
              <a:gd name="connsiteY9" fmla="*/ 1343 h 33576"/>
              <a:gd name="connsiteX10" fmla="*/ 52470 w 52469"/>
              <a:gd name="connsiteY10" fmla="*/ 32234 h 33576"/>
              <a:gd name="connsiteX11" fmla="*/ 16145 w 52469"/>
              <a:gd name="connsiteY11" fmla="*/ 32234 h 33576"/>
              <a:gd name="connsiteX12" fmla="*/ 14799 w 52469"/>
              <a:gd name="connsiteY12" fmla="*/ 30891 h 33576"/>
              <a:gd name="connsiteX13" fmla="*/ 12108 w 52469"/>
              <a:gd name="connsiteY13" fmla="*/ 30891 h 33576"/>
              <a:gd name="connsiteX14" fmla="*/ 9418 w 52469"/>
              <a:gd name="connsiteY14" fmla="*/ 33577 h 33576"/>
              <a:gd name="connsiteX15" fmla="*/ 5381 w 52469"/>
              <a:gd name="connsiteY15" fmla="*/ 33577 h 33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2469" h="33576">
                <a:moveTo>
                  <a:pt x="6727" y="32234"/>
                </a:moveTo>
                <a:lnTo>
                  <a:pt x="0" y="28205"/>
                </a:lnTo>
                <a:lnTo>
                  <a:pt x="6727" y="16117"/>
                </a:lnTo>
                <a:lnTo>
                  <a:pt x="14799" y="6715"/>
                </a:lnTo>
                <a:lnTo>
                  <a:pt x="12108" y="2686"/>
                </a:lnTo>
                <a:lnTo>
                  <a:pt x="13454" y="1343"/>
                </a:lnTo>
                <a:lnTo>
                  <a:pt x="16145" y="0"/>
                </a:lnTo>
                <a:lnTo>
                  <a:pt x="20181" y="0"/>
                </a:lnTo>
                <a:lnTo>
                  <a:pt x="21526" y="1343"/>
                </a:lnTo>
                <a:lnTo>
                  <a:pt x="52470" y="1343"/>
                </a:lnTo>
                <a:lnTo>
                  <a:pt x="52470" y="32234"/>
                </a:lnTo>
                <a:lnTo>
                  <a:pt x="16145" y="32234"/>
                </a:lnTo>
                <a:lnTo>
                  <a:pt x="14799" y="30891"/>
                </a:lnTo>
                <a:lnTo>
                  <a:pt x="12108" y="30891"/>
                </a:lnTo>
                <a:lnTo>
                  <a:pt x="9418" y="33577"/>
                </a:lnTo>
                <a:lnTo>
                  <a:pt x="5381" y="33577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58" name="Freeform 757">
            <a:extLst>
              <a:ext uri="{FF2B5EF4-FFF2-40B4-BE49-F238E27FC236}">
                <a16:creationId xmlns:a16="http://schemas.microsoft.com/office/drawing/2014/main" id="{8711A5A3-5240-6516-AFB5-777AD250B978}"/>
              </a:ext>
            </a:extLst>
          </p:cNvPr>
          <p:cNvSpPr/>
          <p:nvPr/>
        </p:nvSpPr>
        <p:spPr>
          <a:xfrm>
            <a:off x="7633669" y="4539060"/>
            <a:ext cx="199115" cy="232352"/>
          </a:xfrm>
          <a:custGeom>
            <a:avLst/>
            <a:gdLst>
              <a:gd name="connsiteX0" fmla="*/ 0 w 199115"/>
              <a:gd name="connsiteY0" fmla="*/ 201462 h 232352"/>
              <a:gd name="connsiteX1" fmla="*/ 4036 w 199115"/>
              <a:gd name="connsiteY1" fmla="*/ 197432 h 232352"/>
              <a:gd name="connsiteX2" fmla="*/ 4036 w 199115"/>
              <a:gd name="connsiteY2" fmla="*/ 193403 h 232352"/>
              <a:gd name="connsiteX3" fmla="*/ 6727 w 199115"/>
              <a:gd name="connsiteY3" fmla="*/ 192060 h 232352"/>
              <a:gd name="connsiteX4" fmla="*/ 12108 w 199115"/>
              <a:gd name="connsiteY4" fmla="*/ 192060 h 232352"/>
              <a:gd name="connsiteX5" fmla="*/ 13454 w 199115"/>
              <a:gd name="connsiteY5" fmla="*/ 189374 h 232352"/>
              <a:gd name="connsiteX6" fmla="*/ 14799 w 199115"/>
              <a:gd name="connsiteY6" fmla="*/ 189374 h 232352"/>
              <a:gd name="connsiteX7" fmla="*/ 21526 w 199115"/>
              <a:gd name="connsiteY7" fmla="*/ 194746 h 232352"/>
              <a:gd name="connsiteX8" fmla="*/ 22872 w 199115"/>
              <a:gd name="connsiteY8" fmla="*/ 190717 h 232352"/>
              <a:gd name="connsiteX9" fmla="*/ 21526 w 199115"/>
              <a:gd name="connsiteY9" fmla="*/ 177286 h 232352"/>
              <a:gd name="connsiteX10" fmla="*/ 17490 w 199115"/>
              <a:gd name="connsiteY10" fmla="*/ 174600 h 232352"/>
              <a:gd name="connsiteX11" fmla="*/ 14799 w 199115"/>
              <a:gd name="connsiteY11" fmla="*/ 171914 h 232352"/>
              <a:gd name="connsiteX12" fmla="*/ 10763 w 199115"/>
              <a:gd name="connsiteY12" fmla="*/ 173257 h 232352"/>
              <a:gd name="connsiteX13" fmla="*/ 6727 w 199115"/>
              <a:gd name="connsiteY13" fmla="*/ 174600 h 232352"/>
              <a:gd name="connsiteX14" fmla="*/ 8072 w 199115"/>
              <a:gd name="connsiteY14" fmla="*/ 169228 h 232352"/>
              <a:gd name="connsiteX15" fmla="*/ 5381 w 199115"/>
              <a:gd name="connsiteY15" fmla="*/ 165199 h 232352"/>
              <a:gd name="connsiteX16" fmla="*/ 8072 w 199115"/>
              <a:gd name="connsiteY16" fmla="*/ 163855 h 232352"/>
              <a:gd name="connsiteX17" fmla="*/ 13454 w 199115"/>
              <a:gd name="connsiteY17" fmla="*/ 162512 h 232352"/>
              <a:gd name="connsiteX18" fmla="*/ 18835 w 199115"/>
              <a:gd name="connsiteY18" fmla="*/ 165199 h 232352"/>
              <a:gd name="connsiteX19" fmla="*/ 21526 w 199115"/>
              <a:gd name="connsiteY19" fmla="*/ 163855 h 232352"/>
              <a:gd name="connsiteX20" fmla="*/ 22872 w 199115"/>
              <a:gd name="connsiteY20" fmla="*/ 159826 h 232352"/>
              <a:gd name="connsiteX21" fmla="*/ 26908 w 199115"/>
              <a:gd name="connsiteY21" fmla="*/ 159826 h 232352"/>
              <a:gd name="connsiteX22" fmla="*/ 34980 w 199115"/>
              <a:gd name="connsiteY22" fmla="*/ 159826 h 232352"/>
              <a:gd name="connsiteX23" fmla="*/ 36325 w 199115"/>
              <a:gd name="connsiteY23" fmla="*/ 155797 h 232352"/>
              <a:gd name="connsiteX24" fmla="*/ 36325 w 199115"/>
              <a:gd name="connsiteY24" fmla="*/ 149081 h 232352"/>
              <a:gd name="connsiteX25" fmla="*/ 39016 w 199115"/>
              <a:gd name="connsiteY25" fmla="*/ 146396 h 232352"/>
              <a:gd name="connsiteX26" fmla="*/ 43052 w 199115"/>
              <a:gd name="connsiteY26" fmla="*/ 146396 h 232352"/>
              <a:gd name="connsiteX27" fmla="*/ 47088 w 199115"/>
              <a:gd name="connsiteY27" fmla="*/ 157140 h 232352"/>
              <a:gd name="connsiteX28" fmla="*/ 51125 w 199115"/>
              <a:gd name="connsiteY28" fmla="*/ 161169 h 232352"/>
              <a:gd name="connsiteX29" fmla="*/ 57851 w 199115"/>
              <a:gd name="connsiteY29" fmla="*/ 159826 h 232352"/>
              <a:gd name="connsiteX30" fmla="*/ 60542 w 199115"/>
              <a:gd name="connsiteY30" fmla="*/ 161169 h 232352"/>
              <a:gd name="connsiteX31" fmla="*/ 63233 w 199115"/>
              <a:gd name="connsiteY31" fmla="*/ 158483 h 232352"/>
              <a:gd name="connsiteX32" fmla="*/ 68614 w 199115"/>
              <a:gd name="connsiteY32" fmla="*/ 158483 h 232352"/>
              <a:gd name="connsiteX33" fmla="*/ 73996 w 199115"/>
              <a:gd name="connsiteY33" fmla="*/ 161169 h 232352"/>
              <a:gd name="connsiteX34" fmla="*/ 75341 w 199115"/>
              <a:gd name="connsiteY34" fmla="*/ 163855 h 232352"/>
              <a:gd name="connsiteX35" fmla="*/ 78032 w 199115"/>
              <a:gd name="connsiteY35" fmla="*/ 163855 h 232352"/>
              <a:gd name="connsiteX36" fmla="*/ 78032 w 199115"/>
              <a:gd name="connsiteY36" fmla="*/ 159826 h 232352"/>
              <a:gd name="connsiteX37" fmla="*/ 76687 w 199115"/>
              <a:gd name="connsiteY37" fmla="*/ 154454 h 232352"/>
              <a:gd name="connsiteX38" fmla="*/ 83414 w 199115"/>
              <a:gd name="connsiteY38" fmla="*/ 135651 h 232352"/>
              <a:gd name="connsiteX39" fmla="*/ 86104 w 199115"/>
              <a:gd name="connsiteY39" fmla="*/ 124906 h 232352"/>
              <a:gd name="connsiteX40" fmla="*/ 86104 w 199115"/>
              <a:gd name="connsiteY40" fmla="*/ 119534 h 232352"/>
              <a:gd name="connsiteX41" fmla="*/ 83414 w 199115"/>
              <a:gd name="connsiteY41" fmla="*/ 118191 h 232352"/>
              <a:gd name="connsiteX42" fmla="*/ 82068 w 199115"/>
              <a:gd name="connsiteY42" fmla="*/ 114162 h 232352"/>
              <a:gd name="connsiteX43" fmla="*/ 79377 w 199115"/>
              <a:gd name="connsiteY43" fmla="*/ 111475 h 232352"/>
              <a:gd name="connsiteX44" fmla="*/ 78032 w 199115"/>
              <a:gd name="connsiteY44" fmla="*/ 108789 h 232352"/>
              <a:gd name="connsiteX45" fmla="*/ 75341 w 199115"/>
              <a:gd name="connsiteY45" fmla="*/ 107446 h 232352"/>
              <a:gd name="connsiteX46" fmla="*/ 73996 w 199115"/>
              <a:gd name="connsiteY46" fmla="*/ 104760 h 232352"/>
              <a:gd name="connsiteX47" fmla="*/ 71305 w 199115"/>
              <a:gd name="connsiteY47" fmla="*/ 103417 h 232352"/>
              <a:gd name="connsiteX48" fmla="*/ 71305 w 199115"/>
              <a:gd name="connsiteY48" fmla="*/ 100731 h 232352"/>
              <a:gd name="connsiteX49" fmla="*/ 75341 w 199115"/>
              <a:gd name="connsiteY49" fmla="*/ 99388 h 232352"/>
              <a:gd name="connsiteX50" fmla="*/ 76687 w 199115"/>
              <a:gd name="connsiteY50" fmla="*/ 98045 h 232352"/>
              <a:gd name="connsiteX51" fmla="*/ 78032 w 199115"/>
              <a:gd name="connsiteY51" fmla="*/ 98045 h 232352"/>
              <a:gd name="connsiteX52" fmla="*/ 76687 w 199115"/>
              <a:gd name="connsiteY52" fmla="*/ 94015 h 232352"/>
              <a:gd name="connsiteX53" fmla="*/ 75341 w 199115"/>
              <a:gd name="connsiteY53" fmla="*/ 92672 h 232352"/>
              <a:gd name="connsiteX54" fmla="*/ 75341 w 199115"/>
              <a:gd name="connsiteY54" fmla="*/ 89986 h 232352"/>
              <a:gd name="connsiteX55" fmla="*/ 80723 w 199115"/>
              <a:gd name="connsiteY55" fmla="*/ 85957 h 232352"/>
              <a:gd name="connsiteX56" fmla="*/ 86104 w 199115"/>
              <a:gd name="connsiteY56" fmla="*/ 85957 h 232352"/>
              <a:gd name="connsiteX57" fmla="*/ 86104 w 199115"/>
              <a:gd name="connsiteY57" fmla="*/ 80585 h 232352"/>
              <a:gd name="connsiteX58" fmla="*/ 84759 w 199115"/>
              <a:gd name="connsiteY58" fmla="*/ 77899 h 232352"/>
              <a:gd name="connsiteX59" fmla="*/ 87449 w 199115"/>
              <a:gd name="connsiteY59" fmla="*/ 75212 h 232352"/>
              <a:gd name="connsiteX60" fmla="*/ 86104 w 199115"/>
              <a:gd name="connsiteY60" fmla="*/ 67154 h 232352"/>
              <a:gd name="connsiteX61" fmla="*/ 83414 w 199115"/>
              <a:gd name="connsiteY61" fmla="*/ 64468 h 232352"/>
              <a:gd name="connsiteX62" fmla="*/ 75341 w 199115"/>
              <a:gd name="connsiteY62" fmla="*/ 64468 h 232352"/>
              <a:gd name="connsiteX63" fmla="*/ 69960 w 199115"/>
              <a:gd name="connsiteY63" fmla="*/ 67154 h 232352"/>
              <a:gd name="connsiteX64" fmla="*/ 63233 w 199115"/>
              <a:gd name="connsiteY64" fmla="*/ 68497 h 232352"/>
              <a:gd name="connsiteX65" fmla="*/ 60542 w 199115"/>
              <a:gd name="connsiteY65" fmla="*/ 67154 h 232352"/>
              <a:gd name="connsiteX66" fmla="*/ 56506 w 199115"/>
              <a:gd name="connsiteY66" fmla="*/ 69840 h 232352"/>
              <a:gd name="connsiteX67" fmla="*/ 53815 w 199115"/>
              <a:gd name="connsiteY67" fmla="*/ 68497 h 232352"/>
              <a:gd name="connsiteX68" fmla="*/ 55161 w 199115"/>
              <a:gd name="connsiteY68" fmla="*/ 64468 h 232352"/>
              <a:gd name="connsiteX69" fmla="*/ 53815 w 199115"/>
              <a:gd name="connsiteY69" fmla="*/ 60438 h 232352"/>
              <a:gd name="connsiteX70" fmla="*/ 53815 w 199115"/>
              <a:gd name="connsiteY70" fmla="*/ 53723 h 232352"/>
              <a:gd name="connsiteX71" fmla="*/ 52470 w 199115"/>
              <a:gd name="connsiteY71" fmla="*/ 49694 h 232352"/>
              <a:gd name="connsiteX72" fmla="*/ 53815 w 199115"/>
              <a:gd name="connsiteY72" fmla="*/ 44322 h 232352"/>
              <a:gd name="connsiteX73" fmla="*/ 86104 w 199115"/>
              <a:gd name="connsiteY73" fmla="*/ 44322 h 232352"/>
              <a:gd name="connsiteX74" fmla="*/ 88795 w 199115"/>
              <a:gd name="connsiteY74" fmla="*/ 45665 h 232352"/>
              <a:gd name="connsiteX75" fmla="*/ 90140 w 199115"/>
              <a:gd name="connsiteY75" fmla="*/ 44322 h 232352"/>
              <a:gd name="connsiteX76" fmla="*/ 92831 w 199115"/>
              <a:gd name="connsiteY76" fmla="*/ 44322 h 232352"/>
              <a:gd name="connsiteX77" fmla="*/ 95522 w 199115"/>
              <a:gd name="connsiteY77" fmla="*/ 47008 h 232352"/>
              <a:gd name="connsiteX78" fmla="*/ 98213 w 199115"/>
              <a:gd name="connsiteY78" fmla="*/ 47008 h 232352"/>
              <a:gd name="connsiteX79" fmla="*/ 100903 w 199115"/>
              <a:gd name="connsiteY79" fmla="*/ 48351 h 232352"/>
              <a:gd name="connsiteX80" fmla="*/ 102249 w 199115"/>
              <a:gd name="connsiteY80" fmla="*/ 49694 h 232352"/>
              <a:gd name="connsiteX81" fmla="*/ 106285 w 199115"/>
              <a:gd name="connsiteY81" fmla="*/ 49694 h 232352"/>
              <a:gd name="connsiteX82" fmla="*/ 106285 w 199115"/>
              <a:gd name="connsiteY82" fmla="*/ 47008 h 232352"/>
              <a:gd name="connsiteX83" fmla="*/ 108976 w 199115"/>
              <a:gd name="connsiteY83" fmla="*/ 48351 h 232352"/>
              <a:gd name="connsiteX84" fmla="*/ 111667 w 199115"/>
              <a:gd name="connsiteY84" fmla="*/ 51037 h 232352"/>
              <a:gd name="connsiteX85" fmla="*/ 114357 w 199115"/>
              <a:gd name="connsiteY85" fmla="*/ 49694 h 232352"/>
              <a:gd name="connsiteX86" fmla="*/ 119738 w 199115"/>
              <a:gd name="connsiteY86" fmla="*/ 49694 h 232352"/>
              <a:gd name="connsiteX87" fmla="*/ 122429 w 199115"/>
              <a:gd name="connsiteY87" fmla="*/ 51037 h 232352"/>
              <a:gd name="connsiteX88" fmla="*/ 123775 w 199115"/>
              <a:gd name="connsiteY88" fmla="*/ 52380 h 232352"/>
              <a:gd name="connsiteX89" fmla="*/ 126465 w 199115"/>
              <a:gd name="connsiteY89" fmla="*/ 51037 h 232352"/>
              <a:gd name="connsiteX90" fmla="*/ 126465 w 199115"/>
              <a:gd name="connsiteY90" fmla="*/ 52380 h 232352"/>
              <a:gd name="connsiteX91" fmla="*/ 130502 w 199115"/>
              <a:gd name="connsiteY91" fmla="*/ 52380 h 232352"/>
              <a:gd name="connsiteX92" fmla="*/ 130502 w 199115"/>
              <a:gd name="connsiteY92" fmla="*/ 49694 h 232352"/>
              <a:gd name="connsiteX93" fmla="*/ 127811 w 199115"/>
              <a:gd name="connsiteY93" fmla="*/ 45665 h 232352"/>
              <a:gd name="connsiteX94" fmla="*/ 129156 w 199115"/>
              <a:gd name="connsiteY94" fmla="*/ 42978 h 232352"/>
              <a:gd name="connsiteX95" fmla="*/ 131847 w 199115"/>
              <a:gd name="connsiteY95" fmla="*/ 38949 h 232352"/>
              <a:gd name="connsiteX96" fmla="*/ 133192 w 199115"/>
              <a:gd name="connsiteY96" fmla="*/ 36263 h 232352"/>
              <a:gd name="connsiteX97" fmla="*/ 146646 w 199115"/>
              <a:gd name="connsiteY97" fmla="*/ 16117 h 232352"/>
              <a:gd name="connsiteX98" fmla="*/ 152028 w 199115"/>
              <a:gd name="connsiteY98" fmla="*/ 9401 h 232352"/>
              <a:gd name="connsiteX99" fmla="*/ 157409 w 199115"/>
              <a:gd name="connsiteY99" fmla="*/ 8059 h 232352"/>
              <a:gd name="connsiteX100" fmla="*/ 158755 w 199115"/>
              <a:gd name="connsiteY100" fmla="*/ 5372 h 232352"/>
              <a:gd name="connsiteX101" fmla="*/ 169518 w 199115"/>
              <a:gd name="connsiteY101" fmla="*/ 1343 h 232352"/>
              <a:gd name="connsiteX102" fmla="*/ 174899 w 199115"/>
              <a:gd name="connsiteY102" fmla="*/ 1343 h 232352"/>
              <a:gd name="connsiteX103" fmla="*/ 177590 w 199115"/>
              <a:gd name="connsiteY103" fmla="*/ 0 h 232352"/>
              <a:gd name="connsiteX104" fmla="*/ 181626 w 199115"/>
              <a:gd name="connsiteY104" fmla="*/ 0 h 232352"/>
              <a:gd name="connsiteX105" fmla="*/ 184317 w 199115"/>
              <a:gd name="connsiteY105" fmla="*/ 0 h 232352"/>
              <a:gd name="connsiteX106" fmla="*/ 187007 w 199115"/>
              <a:gd name="connsiteY106" fmla="*/ 1343 h 232352"/>
              <a:gd name="connsiteX107" fmla="*/ 191044 w 199115"/>
              <a:gd name="connsiteY107" fmla="*/ 4029 h 232352"/>
              <a:gd name="connsiteX108" fmla="*/ 193734 w 199115"/>
              <a:gd name="connsiteY108" fmla="*/ 2686 h 232352"/>
              <a:gd name="connsiteX109" fmla="*/ 196425 w 199115"/>
              <a:gd name="connsiteY109" fmla="*/ 2686 h 232352"/>
              <a:gd name="connsiteX110" fmla="*/ 196425 w 199115"/>
              <a:gd name="connsiteY110" fmla="*/ 4029 h 232352"/>
              <a:gd name="connsiteX111" fmla="*/ 199116 w 199115"/>
              <a:gd name="connsiteY111" fmla="*/ 9401 h 232352"/>
              <a:gd name="connsiteX112" fmla="*/ 199116 w 199115"/>
              <a:gd name="connsiteY112" fmla="*/ 18803 h 232352"/>
              <a:gd name="connsiteX113" fmla="*/ 195080 w 199115"/>
              <a:gd name="connsiteY113" fmla="*/ 21489 h 232352"/>
              <a:gd name="connsiteX114" fmla="*/ 193734 w 199115"/>
              <a:gd name="connsiteY114" fmla="*/ 26862 h 232352"/>
              <a:gd name="connsiteX115" fmla="*/ 181626 w 199115"/>
              <a:gd name="connsiteY115" fmla="*/ 40292 h 232352"/>
              <a:gd name="connsiteX116" fmla="*/ 184317 w 199115"/>
              <a:gd name="connsiteY116" fmla="*/ 49694 h 232352"/>
              <a:gd name="connsiteX117" fmla="*/ 182971 w 199115"/>
              <a:gd name="connsiteY117" fmla="*/ 55066 h 232352"/>
              <a:gd name="connsiteX118" fmla="*/ 182971 w 199115"/>
              <a:gd name="connsiteY118" fmla="*/ 61782 h 232352"/>
              <a:gd name="connsiteX119" fmla="*/ 178935 w 199115"/>
              <a:gd name="connsiteY119" fmla="*/ 65811 h 232352"/>
              <a:gd name="connsiteX120" fmla="*/ 177590 w 199115"/>
              <a:gd name="connsiteY120" fmla="*/ 73869 h 232352"/>
              <a:gd name="connsiteX121" fmla="*/ 178935 w 199115"/>
              <a:gd name="connsiteY121" fmla="*/ 76555 h 232352"/>
              <a:gd name="connsiteX122" fmla="*/ 177590 w 199115"/>
              <a:gd name="connsiteY122" fmla="*/ 84614 h 232352"/>
              <a:gd name="connsiteX123" fmla="*/ 177590 w 199115"/>
              <a:gd name="connsiteY123" fmla="*/ 85957 h 232352"/>
              <a:gd name="connsiteX124" fmla="*/ 177590 w 199115"/>
              <a:gd name="connsiteY124" fmla="*/ 94015 h 232352"/>
              <a:gd name="connsiteX125" fmla="*/ 173554 w 199115"/>
              <a:gd name="connsiteY125" fmla="*/ 95359 h 232352"/>
              <a:gd name="connsiteX126" fmla="*/ 170863 w 199115"/>
              <a:gd name="connsiteY126" fmla="*/ 103417 h 232352"/>
              <a:gd name="connsiteX127" fmla="*/ 170863 w 199115"/>
              <a:gd name="connsiteY127" fmla="*/ 112819 h 232352"/>
              <a:gd name="connsiteX128" fmla="*/ 162791 w 199115"/>
              <a:gd name="connsiteY128" fmla="*/ 126249 h 232352"/>
              <a:gd name="connsiteX129" fmla="*/ 157409 w 199115"/>
              <a:gd name="connsiteY129" fmla="*/ 127593 h 232352"/>
              <a:gd name="connsiteX130" fmla="*/ 153373 w 199115"/>
              <a:gd name="connsiteY130" fmla="*/ 131622 h 232352"/>
              <a:gd name="connsiteX131" fmla="*/ 150682 w 199115"/>
              <a:gd name="connsiteY131" fmla="*/ 130278 h 232352"/>
              <a:gd name="connsiteX132" fmla="*/ 143955 w 199115"/>
              <a:gd name="connsiteY132" fmla="*/ 134308 h 232352"/>
              <a:gd name="connsiteX133" fmla="*/ 138574 w 199115"/>
              <a:gd name="connsiteY133" fmla="*/ 141023 h 232352"/>
              <a:gd name="connsiteX134" fmla="*/ 138574 w 199115"/>
              <a:gd name="connsiteY134" fmla="*/ 146396 h 232352"/>
              <a:gd name="connsiteX135" fmla="*/ 131847 w 199115"/>
              <a:gd name="connsiteY135" fmla="*/ 154454 h 232352"/>
              <a:gd name="connsiteX136" fmla="*/ 127811 w 199115"/>
              <a:gd name="connsiteY136" fmla="*/ 159826 h 232352"/>
              <a:gd name="connsiteX137" fmla="*/ 129156 w 199115"/>
              <a:gd name="connsiteY137" fmla="*/ 167885 h 232352"/>
              <a:gd name="connsiteX138" fmla="*/ 130502 w 199115"/>
              <a:gd name="connsiteY138" fmla="*/ 169228 h 232352"/>
              <a:gd name="connsiteX139" fmla="*/ 130502 w 199115"/>
              <a:gd name="connsiteY139" fmla="*/ 184002 h 232352"/>
              <a:gd name="connsiteX140" fmla="*/ 127811 w 199115"/>
              <a:gd name="connsiteY140" fmla="*/ 190717 h 232352"/>
              <a:gd name="connsiteX141" fmla="*/ 129156 w 199115"/>
              <a:gd name="connsiteY141" fmla="*/ 194746 h 232352"/>
              <a:gd name="connsiteX142" fmla="*/ 123775 w 199115"/>
              <a:gd name="connsiteY142" fmla="*/ 202805 h 232352"/>
              <a:gd name="connsiteX143" fmla="*/ 119738 w 199115"/>
              <a:gd name="connsiteY143" fmla="*/ 202805 h 232352"/>
              <a:gd name="connsiteX144" fmla="*/ 115702 w 199115"/>
              <a:gd name="connsiteY144" fmla="*/ 205491 h 232352"/>
              <a:gd name="connsiteX145" fmla="*/ 114357 w 199115"/>
              <a:gd name="connsiteY145" fmla="*/ 209520 h 232352"/>
              <a:gd name="connsiteX146" fmla="*/ 103594 w 199115"/>
              <a:gd name="connsiteY146" fmla="*/ 220265 h 232352"/>
              <a:gd name="connsiteX147" fmla="*/ 99558 w 199115"/>
              <a:gd name="connsiteY147" fmla="*/ 225637 h 232352"/>
              <a:gd name="connsiteX148" fmla="*/ 92831 w 199115"/>
              <a:gd name="connsiteY148" fmla="*/ 228323 h 232352"/>
              <a:gd name="connsiteX149" fmla="*/ 87449 w 199115"/>
              <a:gd name="connsiteY149" fmla="*/ 225637 h 232352"/>
              <a:gd name="connsiteX150" fmla="*/ 86104 w 199115"/>
              <a:gd name="connsiteY150" fmla="*/ 220265 h 232352"/>
              <a:gd name="connsiteX151" fmla="*/ 84759 w 199115"/>
              <a:gd name="connsiteY151" fmla="*/ 218922 h 232352"/>
              <a:gd name="connsiteX152" fmla="*/ 87449 w 199115"/>
              <a:gd name="connsiteY152" fmla="*/ 213549 h 232352"/>
              <a:gd name="connsiteX153" fmla="*/ 87449 w 199115"/>
              <a:gd name="connsiteY153" fmla="*/ 210863 h 232352"/>
              <a:gd name="connsiteX154" fmla="*/ 79377 w 199115"/>
              <a:gd name="connsiteY154" fmla="*/ 213549 h 232352"/>
              <a:gd name="connsiteX155" fmla="*/ 73996 w 199115"/>
              <a:gd name="connsiteY155" fmla="*/ 218922 h 232352"/>
              <a:gd name="connsiteX156" fmla="*/ 71305 w 199115"/>
              <a:gd name="connsiteY156" fmla="*/ 217578 h 232352"/>
              <a:gd name="connsiteX157" fmla="*/ 67269 w 199115"/>
              <a:gd name="connsiteY157" fmla="*/ 217578 h 232352"/>
              <a:gd name="connsiteX158" fmla="*/ 67269 w 199115"/>
              <a:gd name="connsiteY158" fmla="*/ 222951 h 232352"/>
              <a:gd name="connsiteX159" fmla="*/ 64578 w 199115"/>
              <a:gd name="connsiteY159" fmla="*/ 226980 h 232352"/>
              <a:gd name="connsiteX160" fmla="*/ 59196 w 199115"/>
              <a:gd name="connsiteY160" fmla="*/ 226980 h 232352"/>
              <a:gd name="connsiteX161" fmla="*/ 59196 w 199115"/>
              <a:gd name="connsiteY161" fmla="*/ 224294 h 232352"/>
              <a:gd name="connsiteX162" fmla="*/ 57851 w 199115"/>
              <a:gd name="connsiteY162" fmla="*/ 221608 h 232352"/>
              <a:gd name="connsiteX163" fmla="*/ 53815 w 199115"/>
              <a:gd name="connsiteY163" fmla="*/ 224294 h 232352"/>
              <a:gd name="connsiteX164" fmla="*/ 51125 w 199115"/>
              <a:gd name="connsiteY164" fmla="*/ 222951 h 232352"/>
              <a:gd name="connsiteX165" fmla="*/ 49779 w 199115"/>
              <a:gd name="connsiteY165" fmla="*/ 224294 h 232352"/>
              <a:gd name="connsiteX166" fmla="*/ 49779 w 199115"/>
              <a:gd name="connsiteY166" fmla="*/ 220265 h 232352"/>
              <a:gd name="connsiteX167" fmla="*/ 47088 w 199115"/>
              <a:gd name="connsiteY167" fmla="*/ 216235 h 232352"/>
              <a:gd name="connsiteX168" fmla="*/ 44398 w 199115"/>
              <a:gd name="connsiteY168" fmla="*/ 213549 h 232352"/>
              <a:gd name="connsiteX169" fmla="*/ 41707 w 199115"/>
              <a:gd name="connsiteY169" fmla="*/ 213549 h 232352"/>
              <a:gd name="connsiteX170" fmla="*/ 37671 w 199115"/>
              <a:gd name="connsiteY170" fmla="*/ 217578 h 232352"/>
              <a:gd name="connsiteX171" fmla="*/ 33634 w 199115"/>
              <a:gd name="connsiteY171" fmla="*/ 218922 h 232352"/>
              <a:gd name="connsiteX172" fmla="*/ 32289 w 199115"/>
              <a:gd name="connsiteY172" fmla="*/ 222951 h 232352"/>
              <a:gd name="connsiteX173" fmla="*/ 28253 w 199115"/>
              <a:gd name="connsiteY173" fmla="*/ 225637 h 232352"/>
              <a:gd name="connsiteX174" fmla="*/ 26908 w 199115"/>
              <a:gd name="connsiteY174" fmla="*/ 225637 h 232352"/>
              <a:gd name="connsiteX175" fmla="*/ 24217 w 199115"/>
              <a:gd name="connsiteY175" fmla="*/ 231009 h 232352"/>
              <a:gd name="connsiteX176" fmla="*/ 21526 w 199115"/>
              <a:gd name="connsiteY176" fmla="*/ 232352 h 232352"/>
              <a:gd name="connsiteX177" fmla="*/ 18835 w 199115"/>
              <a:gd name="connsiteY177" fmla="*/ 229666 h 232352"/>
              <a:gd name="connsiteX178" fmla="*/ 18835 w 199115"/>
              <a:gd name="connsiteY178" fmla="*/ 224294 h 232352"/>
              <a:gd name="connsiteX179" fmla="*/ 14799 w 199115"/>
              <a:gd name="connsiteY179" fmla="*/ 220265 h 232352"/>
              <a:gd name="connsiteX180" fmla="*/ 14799 w 199115"/>
              <a:gd name="connsiteY180" fmla="*/ 214893 h 232352"/>
              <a:gd name="connsiteX181" fmla="*/ 6727 w 199115"/>
              <a:gd name="connsiteY181" fmla="*/ 210863 h 232352"/>
              <a:gd name="connsiteX182" fmla="*/ 5381 w 199115"/>
              <a:gd name="connsiteY182" fmla="*/ 206834 h 23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199115" h="232352">
                <a:moveTo>
                  <a:pt x="0" y="201462"/>
                </a:moveTo>
                <a:lnTo>
                  <a:pt x="4036" y="197432"/>
                </a:lnTo>
                <a:lnTo>
                  <a:pt x="4036" y="193403"/>
                </a:lnTo>
                <a:lnTo>
                  <a:pt x="6727" y="192060"/>
                </a:lnTo>
                <a:lnTo>
                  <a:pt x="12108" y="192060"/>
                </a:lnTo>
                <a:lnTo>
                  <a:pt x="13454" y="189374"/>
                </a:lnTo>
                <a:lnTo>
                  <a:pt x="14799" y="189374"/>
                </a:lnTo>
                <a:lnTo>
                  <a:pt x="21526" y="194746"/>
                </a:lnTo>
                <a:lnTo>
                  <a:pt x="22872" y="190717"/>
                </a:lnTo>
                <a:lnTo>
                  <a:pt x="21526" y="177286"/>
                </a:lnTo>
                <a:lnTo>
                  <a:pt x="17490" y="174600"/>
                </a:lnTo>
                <a:lnTo>
                  <a:pt x="14799" y="171914"/>
                </a:lnTo>
                <a:lnTo>
                  <a:pt x="10763" y="173257"/>
                </a:lnTo>
                <a:lnTo>
                  <a:pt x="6727" y="174600"/>
                </a:lnTo>
                <a:lnTo>
                  <a:pt x="8072" y="169228"/>
                </a:lnTo>
                <a:lnTo>
                  <a:pt x="5381" y="165199"/>
                </a:lnTo>
                <a:lnTo>
                  <a:pt x="8072" y="163855"/>
                </a:lnTo>
                <a:lnTo>
                  <a:pt x="13454" y="162512"/>
                </a:lnTo>
                <a:lnTo>
                  <a:pt x="18835" y="165199"/>
                </a:lnTo>
                <a:lnTo>
                  <a:pt x="21526" y="163855"/>
                </a:lnTo>
                <a:lnTo>
                  <a:pt x="22872" y="159826"/>
                </a:lnTo>
                <a:lnTo>
                  <a:pt x="26908" y="159826"/>
                </a:lnTo>
                <a:lnTo>
                  <a:pt x="34980" y="159826"/>
                </a:lnTo>
                <a:lnTo>
                  <a:pt x="36325" y="155797"/>
                </a:lnTo>
                <a:lnTo>
                  <a:pt x="36325" y="149081"/>
                </a:lnTo>
                <a:lnTo>
                  <a:pt x="39016" y="146396"/>
                </a:lnTo>
                <a:lnTo>
                  <a:pt x="43052" y="146396"/>
                </a:lnTo>
                <a:lnTo>
                  <a:pt x="47088" y="157140"/>
                </a:lnTo>
                <a:lnTo>
                  <a:pt x="51125" y="161169"/>
                </a:lnTo>
                <a:lnTo>
                  <a:pt x="57851" y="159826"/>
                </a:lnTo>
                <a:lnTo>
                  <a:pt x="60542" y="161169"/>
                </a:lnTo>
                <a:lnTo>
                  <a:pt x="63233" y="158483"/>
                </a:lnTo>
                <a:lnTo>
                  <a:pt x="68614" y="158483"/>
                </a:lnTo>
                <a:lnTo>
                  <a:pt x="73996" y="161169"/>
                </a:lnTo>
                <a:lnTo>
                  <a:pt x="75341" y="163855"/>
                </a:lnTo>
                <a:lnTo>
                  <a:pt x="78032" y="163855"/>
                </a:lnTo>
                <a:lnTo>
                  <a:pt x="78032" y="159826"/>
                </a:lnTo>
                <a:lnTo>
                  <a:pt x="76687" y="154454"/>
                </a:lnTo>
                <a:lnTo>
                  <a:pt x="83414" y="135651"/>
                </a:lnTo>
                <a:lnTo>
                  <a:pt x="86104" y="124906"/>
                </a:lnTo>
                <a:lnTo>
                  <a:pt x="86104" y="119534"/>
                </a:lnTo>
                <a:lnTo>
                  <a:pt x="83414" y="118191"/>
                </a:lnTo>
                <a:lnTo>
                  <a:pt x="82068" y="114162"/>
                </a:lnTo>
                <a:lnTo>
                  <a:pt x="79377" y="111475"/>
                </a:lnTo>
                <a:lnTo>
                  <a:pt x="78032" y="108789"/>
                </a:lnTo>
                <a:lnTo>
                  <a:pt x="75341" y="107446"/>
                </a:lnTo>
                <a:lnTo>
                  <a:pt x="73996" y="104760"/>
                </a:lnTo>
                <a:lnTo>
                  <a:pt x="71305" y="103417"/>
                </a:lnTo>
                <a:lnTo>
                  <a:pt x="71305" y="100731"/>
                </a:lnTo>
                <a:lnTo>
                  <a:pt x="75341" y="99388"/>
                </a:lnTo>
                <a:lnTo>
                  <a:pt x="76687" y="98045"/>
                </a:lnTo>
                <a:lnTo>
                  <a:pt x="78032" y="98045"/>
                </a:lnTo>
                <a:lnTo>
                  <a:pt x="76687" y="94015"/>
                </a:lnTo>
                <a:lnTo>
                  <a:pt x="75341" y="92672"/>
                </a:lnTo>
                <a:lnTo>
                  <a:pt x="75341" y="89986"/>
                </a:lnTo>
                <a:lnTo>
                  <a:pt x="80723" y="85957"/>
                </a:lnTo>
                <a:lnTo>
                  <a:pt x="86104" y="85957"/>
                </a:lnTo>
                <a:lnTo>
                  <a:pt x="86104" y="80585"/>
                </a:lnTo>
                <a:lnTo>
                  <a:pt x="84759" y="77899"/>
                </a:lnTo>
                <a:lnTo>
                  <a:pt x="87449" y="75212"/>
                </a:lnTo>
                <a:lnTo>
                  <a:pt x="86104" y="67154"/>
                </a:lnTo>
                <a:lnTo>
                  <a:pt x="83414" y="64468"/>
                </a:lnTo>
                <a:lnTo>
                  <a:pt x="75341" y="64468"/>
                </a:lnTo>
                <a:lnTo>
                  <a:pt x="69960" y="67154"/>
                </a:lnTo>
                <a:lnTo>
                  <a:pt x="63233" y="68497"/>
                </a:lnTo>
                <a:lnTo>
                  <a:pt x="60542" y="67154"/>
                </a:lnTo>
                <a:lnTo>
                  <a:pt x="56506" y="69840"/>
                </a:lnTo>
                <a:lnTo>
                  <a:pt x="53815" y="68497"/>
                </a:lnTo>
                <a:lnTo>
                  <a:pt x="55161" y="64468"/>
                </a:lnTo>
                <a:lnTo>
                  <a:pt x="53815" y="60438"/>
                </a:lnTo>
                <a:lnTo>
                  <a:pt x="53815" y="53723"/>
                </a:lnTo>
                <a:lnTo>
                  <a:pt x="52470" y="49694"/>
                </a:lnTo>
                <a:lnTo>
                  <a:pt x="53815" y="44322"/>
                </a:lnTo>
                <a:lnTo>
                  <a:pt x="86104" y="44322"/>
                </a:lnTo>
                <a:lnTo>
                  <a:pt x="88795" y="45665"/>
                </a:lnTo>
                <a:lnTo>
                  <a:pt x="90140" y="44322"/>
                </a:lnTo>
                <a:lnTo>
                  <a:pt x="92831" y="44322"/>
                </a:lnTo>
                <a:lnTo>
                  <a:pt x="95522" y="47008"/>
                </a:lnTo>
                <a:lnTo>
                  <a:pt x="98213" y="47008"/>
                </a:lnTo>
                <a:lnTo>
                  <a:pt x="100903" y="48351"/>
                </a:lnTo>
                <a:lnTo>
                  <a:pt x="102249" y="49694"/>
                </a:lnTo>
                <a:lnTo>
                  <a:pt x="106285" y="49694"/>
                </a:lnTo>
                <a:lnTo>
                  <a:pt x="106285" y="47008"/>
                </a:lnTo>
                <a:lnTo>
                  <a:pt x="108976" y="48351"/>
                </a:lnTo>
                <a:lnTo>
                  <a:pt x="111667" y="51037"/>
                </a:lnTo>
                <a:lnTo>
                  <a:pt x="114357" y="49694"/>
                </a:lnTo>
                <a:lnTo>
                  <a:pt x="119738" y="49694"/>
                </a:lnTo>
                <a:lnTo>
                  <a:pt x="122429" y="51037"/>
                </a:lnTo>
                <a:lnTo>
                  <a:pt x="123775" y="52380"/>
                </a:lnTo>
                <a:lnTo>
                  <a:pt x="126465" y="51037"/>
                </a:lnTo>
                <a:lnTo>
                  <a:pt x="126465" y="52380"/>
                </a:lnTo>
                <a:lnTo>
                  <a:pt x="130502" y="52380"/>
                </a:lnTo>
                <a:lnTo>
                  <a:pt x="130502" y="49694"/>
                </a:lnTo>
                <a:lnTo>
                  <a:pt x="127811" y="45665"/>
                </a:lnTo>
                <a:lnTo>
                  <a:pt x="129156" y="42978"/>
                </a:lnTo>
                <a:lnTo>
                  <a:pt x="131847" y="38949"/>
                </a:lnTo>
                <a:lnTo>
                  <a:pt x="133192" y="36263"/>
                </a:lnTo>
                <a:lnTo>
                  <a:pt x="146646" y="16117"/>
                </a:lnTo>
                <a:lnTo>
                  <a:pt x="152028" y="9401"/>
                </a:lnTo>
                <a:lnTo>
                  <a:pt x="157409" y="8059"/>
                </a:lnTo>
                <a:lnTo>
                  <a:pt x="158755" y="5372"/>
                </a:lnTo>
                <a:lnTo>
                  <a:pt x="169518" y="1343"/>
                </a:lnTo>
                <a:lnTo>
                  <a:pt x="174899" y="1343"/>
                </a:lnTo>
                <a:lnTo>
                  <a:pt x="177590" y="0"/>
                </a:lnTo>
                <a:lnTo>
                  <a:pt x="181626" y="0"/>
                </a:lnTo>
                <a:lnTo>
                  <a:pt x="184317" y="0"/>
                </a:lnTo>
                <a:lnTo>
                  <a:pt x="187007" y="1343"/>
                </a:lnTo>
                <a:lnTo>
                  <a:pt x="191044" y="4029"/>
                </a:lnTo>
                <a:lnTo>
                  <a:pt x="193734" y="2686"/>
                </a:lnTo>
                <a:lnTo>
                  <a:pt x="196425" y="2686"/>
                </a:lnTo>
                <a:lnTo>
                  <a:pt x="196425" y="4029"/>
                </a:lnTo>
                <a:lnTo>
                  <a:pt x="199116" y="9401"/>
                </a:lnTo>
                <a:lnTo>
                  <a:pt x="199116" y="18803"/>
                </a:lnTo>
                <a:lnTo>
                  <a:pt x="195080" y="21489"/>
                </a:lnTo>
                <a:lnTo>
                  <a:pt x="193734" y="26862"/>
                </a:lnTo>
                <a:lnTo>
                  <a:pt x="181626" y="40292"/>
                </a:lnTo>
                <a:lnTo>
                  <a:pt x="184317" y="49694"/>
                </a:lnTo>
                <a:lnTo>
                  <a:pt x="182971" y="55066"/>
                </a:lnTo>
                <a:lnTo>
                  <a:pt x="182971" y="61782"/>
                </a:lnTo>
                <a:lnTo>
                  <a:pt x="178935" y="65811"/>
                </a:lnTo>
                <a:lnTo>
                  <a:pt x="177590" y="73869"/>
                </a:lnTo>
                <a:lnTo>
                  <a:pt x="178935" y="76555"/>
                </a:lnTo>
                <a:lnTo>
                  <a:pt x="177590" y="84614"/>
                </a:lnTo>
                <a:lnTo>
                  <a:pt x="177590" y="85957"/>
                </a:lnTo>
                <a:lnTo>
                  <a:pt x="177590" y="94015"/>
                </a:lnTo>
                <a:lnTo>
                  <a:pt x="173554" y="95359"/>
                </a:lnTo>
                <a:lnTo>
                  <a:pt x="170863" y="103417"/>
                </a:lnTo>
                <a:lnTo>
                  <a:pt x="170863" y="112819"/>
                </a:lnTo>
                <a:lnTo>
                  <a:pt x="162791" y="126249"/>
                </a:lnTo>
                <a:lnTo>
                  <a:pt x="157409" y="127593"/>
                </a:lnTo>
                <a:lnTo>
                  <a:pt x="153373" y="131622"/>
                </a:lnTo>
                <a:lnTo>
                  <a:pt x="150682" y="130278"/>
                </a:lnTo>
                <a:lnTo>
                  <a:pt x="143955" y="134308"/>
                </a:lnTo>
                <a:lnTo>
                  <a:pt x="138574" y="141023"/>
                </a:lnTo>
                <a:lnTo>
                  <a:pt x="138574" y="146396"/>
                </a:lnTo>
                <a:lnTo>
                  <a:pt x="131847" y="154454"/>
                </a:lnTo>
                <a:lnTo>
                  <a:pt x="127811" y="159826"/>
                </a:lnTo>
                <a:lnTo>
                  <a:pt x="129156" y="167885"/>
                </a:lnTo>
                <a:lnTo>
                  <a:pt x="130502" y="169228"/>
                </a:lnTo>
                <a:lnTo>
                  <a:pt x="130502" y="184002"/>
                </a:lnTo>
                <a:lnTo>
                  <a:pt x="127811" y="190717"/>
                </a:lnTo>
                <a:lnTo>
                  <a:pt x="129156" y="194746"/>
                </a:lnTo>
                <a:lnTo>
                  <a:pt x="123775" y="202805"/>
                </a:lnTo>
                <a:lnTo>
                  <a:pt x="119738" y="202805"/>
                </a:lnTo>
                <a:lnTo>
                  <a:pt x="115702" y="205491"/>
                </a:lnTo>
                <a:lnTo>
                  <a:pt x="114357" y="209520"/>
                </a:lnTo>
                <a:lnTo>
                  <a:pt x="103594" y="220265"/>
                </a:lnTo>
                <a:lnTo>
                  <a:pt x="99558" y="225637"/>
                </a:lnTo>
                <a:lnTo>
                  <a:pt x="92831" y="228323"/>
                </a:lnTo>
                <a:lnTo>
                  <a:pt x="87449" y="225637"/>
                </a:lnTo>
                <a:lnTo>
                  <a:pt x="86104" y="220265"/>
                </a:lnTo>
                <a:lnTo>
                  <a:pt x="84759" y="218922"/>
                </a:lnTo>
                <a:lnTo>
                  <a:pt x="87449" y="213549"/>
                </a:lnTo>
                <a:lnTo>
                  <a:pt x="87449" y="210863"/>
                </a:lnTo>
                <a:lnTo>
                  <a:pt x="79377" y="213549"/>
                </a:lnTo>
                <a:lnTo>
                  <a:pt x="73996" y="218922"/>
                </a:lnTo>
                <a:lnTo>
                  <a:pt x="71305" y="217578"/>
                </a:lnTo>
                <a:lnTo>
                  <a:pt x="67269" y="217578"/>
                </a:lnTo>
                <a:lnTo>
                  <a:pt x="67269" y="222951"/>
                </a:lnTo>
                <a:lnTo>
                  <a:pt x="64578" y="226980"/>
                </a:lnTo>
                <a:lnTo>
                  <a:pt x="59196" y="226980"/>
                </a:lnTo>
                <a:lnTo>
                  <a:pt x="59196" y="224294"/>
                </a:lnTo>
                <a:lnTo>
                  <a:pt x="57851" y="221608"/>
                </a:lnTo>
                <a:lnTo>
                  <a:pt x="53815" y="224294"/>
                </a:lnTo>
                <a:lnTo>
                  <a:pt x="51125" y="222951"/>
                </a:lnTo>
                <a:lnTo>
                  <a:pt x="49779" y="224294"/>
                </a:lnTo>
                <a:lnTo>
                  <a:pt x="49779" y="220265"/>
                </a:lnTo>
                <a:lnTo>
                  <a:pt x="47088" y="216235"/>
                </a:lnTo>
                <a:lnTo>
                  <a:pt x="44398" y="213549"/>
                </a:lnTo>
                <a:lnTo>
                  <a:pt x="41707" y="213549"/>
                </a:lnTo>
                <a:lnTo>
                  <a:pt x="37671" y="217578"/>
                </a:lnTo>
                <a:lnTo>
                  <a:pt x="33634" y="218922"/>
                </a:lnTo>
                <a:lnTo>
                  <a:pt x="32289" y="222951"/>
                </a:lnTo>
                <a:lnTo>
                  <a:pt x="28253" y="225637"/>
                </a:lnTo>
                <a:lnTo>
                  <a:pt x="26908" y="225637"/>
                </a:lnTo>
                <a:lnTo>
                  <a:pt x="24217" y="231009"/>
                </a:lnTo>
                <a:lnTo>
                  <a:pt x="21526" y="232352"/>
                </a:lnTo>
                <a:lnTo>
                  <a:pt x="18835" y="229666"/>
                </a:lnTo>
                <a:lnTo>
                  <a:pt x="18835" y="224294"/>
                </a:lnTo>
                <a:lnTo>
                  <a:pt x="14799" y="220265"/>
                </a:lnTo>
                <a:lnTo>
                  <a:pt x="14799" y="214893"/>
                </a:lnTo>
                <a:lnTo>
                  <a:pt x="6727" y="210863"/>
                </a:lnTo>
                <a:lnTo>
                  <a:pt x="5381" y="20683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59" name="Freeform 758">
            <a:extLst>
              <a:ext uri="{FF2B5EF4-FFF2-40B4-BE49-F238E27FC236}">
                <a16:creationId xmlns:a16="http://schemas.microsoft.com/office/drawing/2014/main" id="{AFDD5C78-B89D-7FB3-20CE-E1E7AD830F3D}"/>
              </a:ext>
            </a:extLst>
          </p:cNvPr>
          <p:cNvSpPr/>
          <p:nvPr/>
        </p:nvSpPr>
        <p:spPr>
          <a:xfrm>
            <a:off x="7655195" y="4752610"/>
            <a:ext cx="28252" cy="38949"/>
          </a:xfrm>
          <a:custGeom>
            <a:avLst/>
            <a:gdLst>
              <a:gd name="connsiteX0" fmla="*/ 22872 w 28252"/>
              <a:gd name="connsiteY0" fmla="*/ 14774 h 38949"/>
              <a:gd name="connsiteX1" fmla="*/ 17490 w 28252"/>
              <a:gd name="connsiteY1" fmla="*/ 20146 h 38949"/>
              <a:gd name="connsiteX2" fmla="*/ 16145 w 28252"/>
              <a:gd name="connsiteY2" fmla="*/ 22832 h 38949"/>
              <a:gd name="connsiteX3" fmla="*/ 16145 w 28252"/>
              <a:gd name="connsiteY3" fmla="*/ 32234 h 38949"/>
              <a:gd name="connsiteX4" fmla="*/ 13454 w 28252"/>
              <a:gd name="connsiteY4" fmla="*/ 34920 h 38949"/>
              <a:gd name="connsiteX5" fmla="*/ 8072 w 28252"/>
              <a:gd name="connsiteY5" fmla="*/ 36263 h 38949"/>
              <a:gd name="connsiteX6" fmla="*/ 4036 w 28252"/>
              <a:gd name="connsiteY6" fmla="*/ 38949 h 38949"/>
              <a:gd name="connsiteX7" fmla="*/ 2691 w 28252"/>
              <a:gd name="connsiteY7" fmla="*/ 36263 h 38949"/>
              <a:gd name="connsiteX8" fmla="*/ 5381 w 28252"/>
              <a:gd name="connsiteY8" fmla="*/ 30891 h 38949"/>
              <a:gd name="connsiteX9" fmla="*/ 4036 w 28252"/>
              <a:gd name="connsiteY9" fmla="*/ 22832 h 38949"/>
              <a:gd name="connsiteX10" fmla="*/ 0 w 28252"/>
              <a:gd name="connsiteY10" fmla="*/ 18803 h 38949"/>
              <a:gd name="connsiteX11" fmla="*/ 2691 w 28252"/>
              <a:gd name="connsiteY11" fmla="*/ 17460 h 38949"/>
              <a:gd name="connsiteX12" fmla="*/ 5381 w 28252"/>
              <a:gd name="connsiteY12" fmla="*/ 12088 h 38949"/>
              <a:gd name="connsiteX13" fmla="*/ 6727 w 28252"/>
              <a:gd name="connsiteY13" fmla="*/ 12088 h 38949"/>
              <a:gd name="connsiteX14" fmla="*/ 10763 w 28252"/>
              <a:gd name="connsiteY14" fmla="*/ 9401 h 38949"/>
              <a:gd name="connsiteX15" fmla="*/ 12108 w 28252"/>
              <a:gd name="connsiteY15" fmla="*/ 5372 h 38949"/>
              <a:gd name="connsiteX16" fmla="*/ 16145 w 28252"/>
              <a:gd name="connsiteY16" fmla="*/ 4029 h 38949"/>
              <a:gd name="connsiteX17" fmla="*/ 20181 w 28252"/>
              <a:gd name="connsiteY17" fmla="*/ 0 h 38949"/>
              <a:gd name="connsiteX18" fmla="*/ 22872 w 28252"/>
              <a:gd name="connsiteY18" fmla="*/ 0 h 38949"/>
              <a:gd name="connsiteX19" fmla="*/ 25562 w 28252"/>
              <a:gd name="connsiteY19" fmla="*/ 2686 h 38949"/>
              <a:gd name="connsiteX20" fmla="*/ 28253 w 28252"/>
              <a:gd name="connsiteY20" fmla="*/ 6715 h 38949"/>
              <a:gd name="connsiteX21" fmla="*/ 28253 w 28252"/>
              <a:gd name="connsiteY21" fmla="*/ 10744 h 38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8252" h="38949">
                <a:moveTo>
                  <a:pt x="22872" y="14774"/>
                </a:moveTo>
                <a:lnTo>
                  <a:pt x="17490" y="20146"/>
                </a:lnTo>
                <a:lnTo>
                  <a:pt x="16145" y="22832"/>
                </a:lnTo>
                <a:lnTo>
                  <a:pt x="16145" y="32234"/>
                </a:lnTo>
                <a:lnTo>
                  <a:pt x="13454" y="34920"/>
                </a:lnTo>
                <a:lnTo>
                  <a:pt x="8072" y="36263"/>
                </a:lnTo>
                <a:lnTo>
                  <a:pt x="4036" y="38949"/>
                </a:lnTo>
                <a:lnTo>
                  <a:pt x="2691" y="36263"/>
                </a:lnTo>
                <a:lnTo>
                  <a:pt x="5381" y="30891"/>
                </a:lnTo>
                <a:lnTo>
                  <a:pt x="4036" y="22832"/>
                </a:lnTo>
                <a:lnTo>
                  <a:pt x="0" y="18803"/>
                </a:lnTo>
                <a:lnTo>
                  <a:pt x="2691" y="17460"/>
                </a:lnTo>
                <a:lnTo>
                  <a:pt x="5381" y="12088"/>
                </a:lnTo>
                <a:lnTo>
                  <a:pt x="6727" y="12088"/>
                </a:lnTo>
                <a:lnTo>
                  <a:pt x="10763" y="9401"/>
                </a:lnTo>
                <a:lnTo>
                  <a:pt x="12108" y="5372"/>
                </a:lnTo>
                <a:lnTo>
                  <a:pt x="16145" y="4029"/>
                </a:lnTo>
                <a:lnTo>
                  <a:pt x="20181" y="0"/>
                </a:lnTo>
                <a:lnTo>
                  <a:pt x="22872" y="0"/>
                </a:lnTo>
                <a:lnTo>
                  <a:pt x="25562" y="2686"/>
                </a:lnTo>
                <a:lnTo>
                  <a:pt x="28253" y="6715"/>
                </a:lnTo>
                <a:lnTo>
                  <a:pt x="28253" y="1074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0" name="Freeform 759">
            <a:extLst>
              <a:ext uri="{FF2B5EF4-FFF2-40B4-BE49-F238E27FC236}">
                <a16:creationId xmlns:a16="http://schemas.microsoft.com/office/drawing/2014/main" id="{BAAE10D3-BB83-2EFE-2DFD-D00D6E63C68F}"/>
              </a:ext>
            </a:extLst>
          </p:cNvPr>
          <p:cNvSpPr/>
          <p:nvPr/>
        </p:nvSpPr>
        <p:spPr>
          <a:xfrm>
            <a:off x="8107242" y="4662623"/>
            <a:ext cx="291946" cy="296820"/>
          </a:xfrm>
          <a:custGeom>
            <a:avLst/>
            <a:gdLst>
              <a:gd name="connsiteX0" fmla="*/ 32289 w 291946"/>
              <a:gd name="connsiteY0" fmla="*/ 6715 h 296820"/>
              <a:gd name="connsiteX1" fmla="*/ 34980 w 291946"/>
              <a:gd name="connsiteY1" fmla="*/ 4029 h 296820"/>
              <a:gd name="connsiteX2" fmla="*/ 36325 w 291946"/>
              <a:gd name="connsiteY2" fmla="*/ 4029 h 296820"/>
              <a:gd name="connsiteX3" fmla="*/ 39016 w 291946"/>
              <a:gd name="connsiteY3" fmla="*/ 2686 h 296820"/>
              <a:gd name="connsiteX4" fmla="*/ 71305 w 291946"/>
              <a:gd name="connsiteY4" fmla="*/ 2686 h 296820"/>
              <a:gd name="connsiteX5" fmla="*/ 123774 w 291946"/>
              <a:gd name="connsiteY5" fmla="*/ 0 h 296820"/>
              <a:gd name="connsiteX6" fmla="*/ 219296 w 291946"/>
              <a:gd name="connsiteY6" fmla="*/ 55066 h 296820"/>
              <a:gd name="connsiteX7" fmla="*/ 224678 w 291946"/>
              <a:gd name="connsiteY7" fmla="*/ 63125 h 296820"/>
              <a:gd name="connsiteX8" fmla="*/ 223333 w 291946"/>
              <a:gd name="connsiteY8" fmla="*/ 65811 h 296820"/>
              <a:gd name="connsiteX9" fmla="*/ 224678 w 291946"/>
              <a:gd name="connsiteY9" fmla="*/ 69840 h 296820"/>
              <a:gd name="connsiteX10" fmla="*/ 226023 w 291946"/>
              <a:gd name="connsiteY10" fmla="*/ 72526 h 296820"/>
              <a:gd name="connsiteX11" fmla="*/ 258312 w 291946"/>
              <a:gd name="connsiteY11" fmla="*/ 95359 h 296820"/>
              <a:gd name="connsiteX12" fmla="*/ 258312 w 291946"/>
              <a:gd name="connsiteY12" fmla="*/ 95359 h 296820"/>
              <a:gd name="connsiteX13" fmla="*/ 259658 w 291946"/>
              <a:gd name="connsiteY13" fmla="*/ 96702 h 296820"/>
              <a:gd name="connsiteX14" fmla="*/ 259658 w 291946"/>
              <a:gd name="connsiteY14" fmla="*/ 100731 h 296820"/>
              <a:gd name="connsiteX15" fmla="*/ 258312 w 291946"/>
              <a:gd name="connsiteY15" fmla="*/ 102074 h 296820"/>
              <a:gd name="connsiteX16" fmla="*/ 251585 w 291946"/>
              <a:gd name="connsiteY16" fmla="*/ 119534 h 296820"/>
              <a:gd name="connsiteX17" fmla="*/ 247549 w 291946"/>
              <a:gd name="connsiteY17" fmla="*/ 130279 h 296820"/>
              <a:gd name="connsiteX18" fmla="*/ 247549 w 291946"/>
              <a:gd name="connsiteY18" fmla="*/ 136994 h 296820"/>
              <a:gd name="connsiteX19" fmla="*/ 255622 w 291946"/>
              <a:gd name="connsiteY19" fmla="*/ 143709 h 296820"/>
              <a:gd name="connsiteX20" fmla="*/ 261003 w 291946"/>
              <a:gd name="connsiteY20" fmla="*/ 149082 h 296820"/>
              <a:gd name="connsiteX21" fmla="*/ 265039 w 291946"/>
              <a:gd name="connsiteY21" fmla="*/ 149082 h 296820"/>
              <a:gd name="connsiteX22" fmla="*/ 267730 w 291946"/>
              <a:gd name="connsiteY22" fmla="*/ 158483 h 296820"/>
              <a:gd name="connsiteX23" fmla="*/ 266384 w 291946"/>
              <a:gd name="connsiteY23" fmla="*/ 161169 h 296820"/>
              <a:gd name="connsiteX24" fmla="*/ 263694 w 291946"/>
              <a:gd name="connsiteY24" fmla="*/ 161169 h 296820"/>
              <a:gd name="connsiteX25" fmla="*/ 261003 w 291946"/>
              <a:gd name="connsiteY25" fmla="*/ 162512 h 296820"/>
              <a:gd name="connsiteX26" fmla="*/ 259658 w 291946"/>
              <a:gd name="connsiteY26" fmla="*/ 169228 h 296820"/>
              <a:gd name="connsiteX27" fmla="*/ 259658 w 291946"/>
              <a:gd name="connsiteY27" fmla="*/ 178629 h 296820"/>
              <a:gd name="connsiteX28" fmla="*/ 263694 w 291946"/>
              <a:gd name="connsiteY28" fmla="*/ 182659 h 296820"/>
              <a:gd name="connsiteX29" fmla="*/ 263694 w 291946"/>
              <a:gd name="connsiteY29" fmla="*/ 188031 h 296820"/>
              <a:gd name="connsiteX30" fmla="*/ 259658 w 291946"/>
              <a:gd name="connsiteY30" fmla="*/ 192060 h 296820"/>
              <a:gd name="connsiteX31" fmla="*/ 261003 w 291946"/>
              <a:gd name="connsiteY31" fmla="*/ 197432 h 296820"/>
              <a:gd name="connsiteX32" fmla="*/ 263694 w 291946"/>
              <a:gd name="connsiteY32" fmla="*/ 204148 h 296820"/>
              <a:gd name="connsiteX33" fmla="*/ 262348 w 291946"/>
              <a:gd name="connsiteY33" fmla="*/ 204148 h 296820"/>
              <a:gd name="connsiteX34" fmla="*/ 263694 w 291946"/>
              <a:gd name="connsiteY34" fmla="*/ 208177 h 296820"/>
              <a:gd name="connsiteX35" fmla="*/ 265039 w 291946"/>
              <a:gd name="connsiteY35" fmla="*/ 212206 h 296820"/>
              <a:gd name="connsiteX36" fmla="*/ 267730 w 291946"/>
              <a:gd name="connsiteY36" fmla="*/ 214892 h 296820"/>
              <a:gd name="connsiteX37" fmla="*/ 265039 w 291946"/>
              <a:gd name="connsiteY37" fmla="*/ 220265 h 296820"/>
              <a:gd name="connsiteX38" fmla="*/ 267730 w 291946"/>
              <a:gd name="connsiteY38" fmla="*/ 222951 h 296820"/>
              <a:gd name="connsiteX39" fmla="*/ 270421 w 291946"/>
              <a:gd name="connsiteY39" fmla="*/ 229666 h 296820"/>
              <a:gd name="connsiteX40" fmla="*/ 269075 w 291946"/>
              <a:gd name="connsiteY40" fmla="*/ 233695 h 296820"/>
              <a:gd name="connsiteX41" fmla="*/ 278493 w 291946"/>
              <a:gd name="connsiteY41" fmla="*/ 243097 h 296820"/>
              <a:gd name="connsiteX42" fmla="*/ 285220 w 291946"/>
              <a:gd name="connsiteY42" fmla="*/ 244440 h 296820"/>
              <a:gd name="connsiteX43" fmla="*/ 290601 w 291946"/>
              <a:gd name="connsiteY43" fmla="*/ 248469 h 296820"/>
              <a:gd name="connsiteX44" fmla="*/ 290601 w 291946"/>
              <a:gd name="connsiteY44" fmla="*/ 251156 h 296820"/>
              <a:gd name="connsiteX45" fmla="*/ 291946 w 291946"/>
              <a:gd name="connsiteY45" fmla="*/ 251156 h 296820"/>
              <a:gd name="connsiteX46" fmla="*/ 290601 w 291946"/>
              <a:gd name="connsiteY46" fmla="*/ 252499 h 296820"/>
              <a:gd name="connsiteX47" fmla="*/ 287911 w 291946"/>
              <a:gd name="connsiteY47" fmla="*/ 255185 h 296820"/>
              <a:gd name="connsiteX48" fmla="*/ 283875 w 291946"/>
              <a:gd name="connsiteY48" fmla="*/ 253841 h 296820"/>
              <a:gd name="connsiteX49" fmla="*/ 281184 w 291946"/>
              <a:gd name="connsiteY49" fmla="*/ 257871 h 296820"/>
              <a:gd name="connsiteX50" fmla="*/ 277148 w 291946"/>
              <a:gd name="connsiteY50" fmla="*/ 260557 h 296820"/>
              <a:gd name="connsiteX51" fmla="*/ 271766 w 291946"/>
              <a:gd name="connsiteY51" fmla="*/ 261900 h 296820"/>
              <a:gd name="connsiteX52" fmla="*/ 267730 w 291946"/>
              <a:gd name="connsiteY52" fmla="*/ 264586 h 296820"/>
              <a:gd name="connsiteX53" fmla="*/ 261003 w 291946"/>
              <a:gd name="connsiteY53" fmla="*/ 265929 h 296820"/>
              <a:gd name="connsiteX54" fmla="*/ 259658 w 291946"/>
              <a:gd name="connsiteY54" fmla="*/ 268615 h 296820"/>
              <a:gd name="connsiteX55" fmla="*/ 255622 w 291946"/>
              <a:gd name="connsiteY55" fmla="*/ 269959 h 296820"/>
              <a:gd name="connsiteX56" fmla="*/ 251585 w 291946"/>
              <a:gd name="connsiteY56" fmla="*/ 268615 h 296820"/>
              <a:gd name="connsiteX57" fmla="*/ 242168 w 291946"/>
              <a:gd name="connsiteY57" fmla="*/ 271302 h 296820"/>
              <a:gd name="connsiteX58" fmla="*/ 239477 w 291946"/>
              <a:gd name="connsiteY58" fmla="*/ 272645 h 296820"/>
              <a:gd name="connsiteX59" fmla="*/ 235441 w 291946"/>
              <a:gd name="connsiteY59" fmla="*/ 273988 h 296820"/>
              <a:gd name="connsiteX60" fmla="*/ 231405 w 291946"/>
              <a:gd name="connsiteY60" fmla="*/ 271302 h 296820"/>
              <a:gd name="connsiteX61" fmla="*/ 227369 w 291946"/>
              <a:gd name="connsiteY61" fmla="*/ 271302 h 296820"/>
              <a:gd name="connsiteX62" fmla="*/ 223333 w 291946"/>
              <a:gd name="connsiteY62" fmla="*/ 269959 h 296820"/>
              <a:gd name="connsiteX63" fmla="*/ 221987 w 291946"/>
              <a:gd name="connsiteY63" fmla="*/ 271302 h 296820"/>
              <a:gd name="connsiteX64" fmla="*/ 221987 w 291946"/>
              <a:gd name="connsiteY64" fmla="*/ 275331 h 296820"/>
              <a:gd name="connsiteX65" fmla="*/ 220642 w 291946"/>
              <a:gd name="connsiteY65" fmla="*/ 279360 h 296820"/>
              <a:gd name="connsiteX66" fmla="*/ 213915 w 291946"/>
              <a:gd name="connsiteY66" fmla="*/ 279360 h 296820"/>
              <a:gd name="connsiteX67" fmla="*/ 208533 w 291946"/>
              <a:gd name="connsiteY67" fmla="*/ 282046 h 296820"/>
              <a:gd name="connsiteX68" fmla="*/ 204497 w 291946"/>
              <a:gd name="connsiteY68" fmla="*/ 279360 h 296820"/>
              <a:gd name="connsiteX69" fmla="*/ 201806 w 291946"/>
              <a:gd name="connsiteY69" fmla="*/ 279360 h 296820"/>
              <a:gd name="connsiteX70" fmla="*/ 200461 w 291946"/>
              <a:gd name="connsiteY70" fmla="*/ 278017 h 296820"/>
              <a:gd name="connsiteX71" fmla="*/ 197770 w 291946"/>
              <a:gd name="connsiteY71" fmla="*/ 276674 h 296820"/>
              <a:gd name="connsiteX72" fmla="*/ 196425 w 291946"/>
              <a:gd name="connsiteY72" fmla="*/ 278017 h 296820"/>
              <a:gd name="connsiteX73" fmla="*/ 193734 w 291946"/>
              <a:gd name="connsiteY73" fmla="*/ 278017 h 296820"/>
              <a:gd name="connsiteX74" fmla="*/ 187007 w 291946"/>
              <a:gd name="connsiteY74" fmla="*/ 282046 h 296820"/>
              <a:gd name="connsiteX75" fmla="*/ 180280 w 291946"/>
              <a:gd name="connsiteY75" fmla="*/ 284732 h 296820"/>
              <a:gd name="connsiteX76" fmla="*/ 180280 w 291946"/>
              <a:gd name="connsiteY76" fmla="*/ 282046 h 296820"/>
              <a:gd name="connsiteX77" fmla="*/ 177589 w 291946"/>
              <a:gd name="connsiteY77" fmla="*/ 279360 h 296820"/>
              <a:gd name="connsiteX78" fmla="*/ 174899 w 291946"/>
              <a:gd name="connsiteY78" fmla="*/ 279360 h 296820"/>
              <a:gd name="connsiteX79" fmla="*/ 172208 w 291946"/>
              <a:gd name="connsiteY79" fmla="*/ 276674 h 296820"/>
              <a:gd name="connsiteX80" fmla="*/ 168172 w 291946"/>
              <a:gd name="connsiteY80" fmla="*/ 276674 h 296820"/>
              <a:gd name="connsiteX81" fmla="*/ 168172 w 291946"/>
              <a:gd name="connsiteY81" fmla="*/ 273988 h 296820"/>
              <a:gd name="connsiteX82" fmla="*/ 164136 w 291946"/>
              <a:gd name="connsiteY82" fmla="*/ 275331 h 296820"/>
              <a:gd name="connsiteX83" fmla="*/ 162791 w 291946"/>
              <a:gd name="connsiteY83" fmla="*/ 276674 h 296820"/>
              <a:gd name="connsiteX84" fmla="*/ 158754 w 291946"/>
              <a:gd name="connsiteY84" fmla="*/ 278017 h 296820"/>
              <a:gd name="connsiteX85" fmla="*/ 134538 w 291946"/>
              <a:gd name="connsiteY85" fmla="*/ 278017 h 296820"/>
              <a:gd name="connsiteX86" fmla="*/ 129156 w 291946"/>
              <a:gd name="connsiteY86" fmla="*/ 296820 h 296820"/>
              <a:gd name="connsiteX87" fmla="*/ 129156 w 291946"/>
              <a:gd name="connsiteY87" fmla="*/ 252499 h 296820"/>
              <a:gd name="connsiteX88" fmla="*/ 127811 w 291946"/>
              <a:gd name="connsiteY88" fmla="*/ 243097 h 296820"/>
              <a:gd name="connsiteX89" fmla="*/ 119738 w 291946"/>
              <a:gd name="connsiteY89" fmla="*/ 233695 h 296820"/>
              <a:gd name="connsiteX90" fmla="*/ 117048 w 291946"/>
              <a:gd name="connsiteY90" fmla="*/ 231009 h 296820"/>
              <a:gd name="connsiteX91" fmla="*/ 113012 w 291946"/>
              <a:gd name="connsiteY91" fmla="*/ 228323 h 296820"/>
              <a:gd name="connsiteX92" fmla="*/ 113012 w 291946"/>
              <a:gd name="connsiteY92" fmla="*/ 226980 h 296820"/>
              <a:gd name="connsiteX93" fmla="*/ 110321 w 291946"/>
              <a:gd name="connsiteY93" fmla="*/ 226980 h 296820"/>
              <a:gd name="connsiteX94" fmla="*/ 108976 w 291946"/>
              <a:gd name="connsiteY94" fmla="*/ 225637 h 296820"/>
              <a:gd name="connsiteX95" fmla="*/ 106285 w 291946"/>
              <a:gd name="connsiteY95" fmla="*/ 224294 h 296820"/>
              <a:gd name="connsiteX96" fmla="*/ 104939 w 291946"/>
              <a:gd name="connsiteY96" fmla="*/ 225637 h 296820"/>
              <a:gd name="connsiteX97" fmla="*/ 103594 w 291946"/>
              <a:gd name="connsiteY97" fmla="*/ 224294 h 296820"/>
              <a:gd name="connsiteX98" fmla="*/ 99558 w 291946"/>
              <a:gd name="connsiteY98" fmla="*/ 224294 h 296820"/>
              <a:gd name="connsiteX99" fmla="*/ 98212 w 291946"/>
              <a:gd name="connsiteY99" fmla="*/ 220265 h 296820"/>
              <a:gd name="connsiteX100" fmla="*/ 95522 w 291946"/>
              <a:gd name="connsiteY100" fmla="*/ 220265 h 296820"/>
              <a:gd name="connsiteX101" fmla="*/ 94176 w 291946"/>
              <a:gd name="connsiteY101" fmla="*/ 221608 h 296820"/>
              <a:gd name="connsiteX102" fmla="*/ 94176 w 291946"/>
              <a:gd name="connsiteY102" fmla="*/ 221608 h 296820"/>
              <a:gd name="connsiteX103" fmla="*/ 92831 w 291946"/>
              <a:gd name="connsiteY103" fmla="*/ 221608 h 296820"/>
              <a:gd name="connsiteX104" fmla="*/ 87449 w 291946"/>
              <a:gd name="connsiteY104" fmla="*/ 216235 h 296820"/>
              <a:gd name="connsiteX105" fmla="*/ 86104 w 291946"/>
              <a:gd name="connsiteY105" fmla="*/ 212206 h 296820"/>
              <a:gd name="connsiteX106" fmla="*/ 82068 w 291946"/>
              <a:gd name="connsiteY106" fmla="*/ 210863 h 296820"/>
              <a:gd name="connsiteX107" fmla="*/ 80723 w 291946"/>
              <a:gd name="connsiteY107" fmla="*/ 209520 h 296820"/>
              <a:gd name="connsiteX108" fmla="*/ 78032 w 291946"/>
              <a:gd name="connsiteY108" fmla="*/ 209520 h 296820"/>
              <a:gd name="connsiteX109" fmla="*/ 65923 w 291946"/>
              <a:gd name="connsiteY109" fmla="*/ 205491 h 296820"/>
              <a:gd name="connsiteX110" fmla="*/ 60542 w 291946"/>
              <a:gd name="connsiteY110" fmla="*/ 204148 h 296820"/>
              <a:gd name="connsiteX111" fmla="*/ 57851 w 291946"/>
              <a:gd name="connsiteY111" fmla="*/ 201462 h 296820"/>
              <a:gd name="connsiteX112" fmla="*/ 57851 w 291946"/>
              <a:gd name="connsiteY112" fmla="*/ 200118 h 296820"/>
              <a:gd name="connsiteX113" fmla="*/ 53815 w 291946"/>
              <a:gd name="connsiteY113" fmla="*/ 197432 h 296820"/>
              <a:gd name="connsiteX114" fmla="*/ 51124 w 291946"/>
              <a:gd name="connsiteY114" fmla="*/ 197432 h 296820"/>
              <a:gd name="connsiteX115" fmla="*/ 47088 w 291946"/>
              <a:gd name="connsiteY115" fmla="*/ 196089 h 296820"/>
              <a:gd name="connsiteX116" fmla="*/ 43052 w 291946"/>
              <a:gd name="connsiteY116" fmla="*/ 196089 h 296820"/>
              <a:gd name="connsiteX117" fmla="*/ 34980 w 291946"/>
              <a:gd name="connsiteY117" fmla="*/ 192060 h 296820"/>
              <a:gd name="connsiteX118" fmla="*/ 28253 w 291946"/>
              <a:gd name="connsiteY118" fmla="*/ 170571 h 296820"/>
              <a:gd name="connsiteX119" fmla="*/ 10763 w 291946"/>
              <a:gd name="connsiteY119" fmla="*/ 146395 h 296820"/>
              <a:gd name="connsiteX120" fmla="*/ 4036 w 291946"/>
              <a:gd name="connsiteY120" fmla="*/ 115505 h 296820"/>
              <a:gd name="connsiteX121" fmla="*/ 0 w 291946"/>
              <a:gd name="connsiteY121" fmla="*/ 92672 h 296820"/>
              <a:gd name="connsiteX122" fmla="*/ 13454 w 291946"/>
              <a:gd name="connsiteY122" fmla="*/ 94015 h 296820"/>
              <a:gd name="connsiteX123" fmla="*/ 22871 w 291946"/>
              <a:gd name="connsiteY123" fmla="*/ 91329 h 296820"/>
              <a:gd name="connsiteX124" fmla="*/ 26908 w 291946"/>
              <a:gd name="connsiteY124" fmla="*/ 84614 h 296820"/>
              <a:gd name="connsiteX125" fmla="*/ 33634 w 291946"/>
              <a:gd name="connsiteY125" fmla="*/ 76556 h 296820"/>
              <a:gd name="connsiteX126" fmla="*/ 36325 w 291946"/>
              <a:gd name="connsiteY126" fmla="*/ 75212 h 296820"/>
              <a:gd name="connsiteX127" fmla="*/ 40361 w 291946"/>
              <a:gd name="connsiteY127" fmla="*/ 71183 h 296820"/>
              <a:gd name="connsiteX128" fmla="*/ 44397 w 291946"/>
              <a:gd name="connsiteY128" fmla="*/ 67154 h 296820"/>
              <a:gd name="connsiteX129" fmla="*/ 44397 w 291946"/>
              <a:gd name="connsiteY129" fmla="*/ 63125 h 296820"/>
              <a:gd name="connsiteX130" fmla="*/ 43052 w 291946"/>
              <a:gd name="connsiteY130" fmla="*/ 55066 h 296820"/>
              <a:gd name="connsiteX131" fmla="*/ 40361 w 291946"/>
              <a:gd name="connsiteY131" fmla="*/ 55066 h 296820"/>
              <a:gd name="connsiteX132" fmla="*/ 39016 w 291946"/>
              <a:gd name="connsiteY132" fmla="*/ 51037 h 296820"/>
              <a:gd name="connsiteX133" fmla="*/ 34980 w 291946"/>
              <a:gd name="connsiteY133" fmla="*/ 49694 h 296820"/>
              <a:gd name="connsiteX134" fmla="*/ 34980 w 291946"/>
              <a:gd name="connsiteY134" fmla="*/ 45665 h 296820"/>
              <a:gd name="connsiteX135" fmla="*/ 33634 w 291946"/>
              <a:gd name="connsiteY135" fmla="*/ 44322 h 296820"/>
              <a:gd name="connsiteX136" fmla="*/ 33634 w 291946"/>
              <a:gd name="connsiteY136" fmla="*/ 41635 h 296820"/>
              <a:gd name="connsiteX137" fmla="*/ 34980 w 291946"/>
              <a:gd name="connsiteY137" fmla="*/ 42979 h 296820"/>
              <a:gd name="connsiteX138" fmla="*/ 37670 w 291946"/>
              <a:gd name="connsiteY138" fmla="*/ 42979 h 296820"/>
              <a:gd name="connsiteX139" fmla="*/ 40361 w 291946"/>
              <a:gd name="connsiteY139" fmla="*/ 41635 h 296820"/>
              <a:gd name="connsiteX140" fmla="*/ 43052 w 291946"/>
              <a:gd name="connsiteY140" fmla="*/ 38949 h 296820"/>
              <a:gd name="connsiteX141" fmla="*/ 43052 w 291946"/>
              <a:gd name="connsiteY141" fmla="*/ 36263 h 296820"/>
              <a:gd name="connsiteX142" fmla="*/ 44397 w 291946"/>
              <a:gd name="connsiteY142" fmla="*/ 32234 h 296820"/>
              <a:gd name="connsiteX143" fmla="*/ 44397 w 291946"/>
              <a:gd name="connsiteY143" fmla="*/ 26862 h 296820"/>
              <a:gd name="connsiteX144" fmla="*/ 41707 w 291946"/>
              <a:gd name="connsiteY144" fmla="*/ 20146 h 296820"/>
              <a:gd name="connsiteX145" fmla="*/ 40361 w 291946"/>
              <a:gd name="connsiteY145" fmla="*/ 16117 h 296820"/>
              <a:gd name="connsiteX146" fmla="*/ 39016 w 291946"/>
              <a:gd name="connsiteY146" fmla="*/ 13431 h 296820"/>
              <a:gd name="connsiteX147" fmla="*/ 36325 w 291946"/>
              <a:gd name="connsiteY147" fmla="*/ 10745 h 296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291946" h="296820">
                <a:moveTo>
                  <a:pt x="32289" y="6715"/>
                </a:moveTo>
                <a:lnTo>
                  <a:pt x="34980" y="4029"/>
                </a:lnTo>
                <a:lnTo>
                  <a:pt x="36325" y="4029"/>
                </a:lnTo>
                <a:lnTo>
                  <a:pt x="39016" y="2686"/>
                </a:lnTo>
                <a:lnTo>
                  <a:pt x="71305" y="2686"/>
                </a:lnTo>
                <a:lnTo>
                  <a:pt x="123774" y="0"/>
                </a:lnTo>
                <a:lnTo>
                  <a:pt x="219296" y="55066"/>
                </a:lnTo>
                <a:lnTo>
                  <a:pt x="224678" y="63125"/>
                </a:lnTo>
                <a:lnTo>
                  <a:pt x="223333" y="65811"/>
                </a:lnTo>
                <a:lnTo>
                  <a:pt x="224678" y="69840"/>
                </a:lnTo>
                <a:lnTo>
                  <a:pt x="226023" y="72526"/>
                </a:lnTo>
                <a:lnTo>
                  <a:pt x="258312" y="95359"/>
                </a:lnTo>
                <a:lnTo>
                  <a:pt x="258312" y="95359"/>
                </a:lnTo>
                <a:lnTo>
                  <a:pt x="259658" y="96702"/>
                </a:lnTo>
                <a:lnTo>
                  <a:pt x="259658" y="100731"/>
                </a:lnTo>
                <a:lnTo>
                  <a:pt x="258312" y="102074"/>
                </a:lnTo>
                <a:lnTo>
                  <a:pt x="251585" y="119534"/>
                </a:lnTo>
                <a:lnTo>
                  <a:pt x="247549" y="130279"/>
                </a:lnTo>
                <a:lnTo>
                  <a:pt x="247549" y="136994"/>
                </a:lnTo>
                <a:lnTo>
                  <a:pt x="255622" y="143709"/>
                </a:lnTo>
                <a:lnTo>
                  <a:pt x="261003" y="149082"/>
                </a:lnTo>
                <a:lnTo>
                  <a:pt x="265039" y="149082"/>
                </a:lnTo>
                <a:lnTo>
                  <a:pt x="267730" y="158483"/>
                </a:lnTo>
                <a:lnTo>
                  <a:pt x="266384" y="161169"/>
                </a:lnTo>
                <a:lnTo>
                  <a:pt x="263694" y="161169"/>
                </a:lnTo>
                <a:lnTo>
                  <a:pt x="261003" y="162512"/>
                </a:lnTo>
                <a:lnTo>
                  <a:pt x="259658" y="169228"/>
                </a:lnTo>
                <a:lnTo>
                  <a:pt x="259658" y="178629"/>
                </a:lnTo>
                <a:lnTo>
                  <a:pt x="263694" y="182659"/>
                </a:lnTo>
                <a:lnTo>
                  <a:pt x="263694" y="188031"/>
                </a:lnTo>
                <a:lnTo>
                  <a:pt x="259658" y="192060"/>
                </a:lnTo>
                <a:lnTo>
                  <a:pt x="261003" y="197432"/>
                </a:lnTo>
                <a:lnTo>
                  <a:pt x="263694" y="204148"/>
                </a:lnTo>
                <a:lnTo>
                  <a:pt x="262348" y="204148"/>
                </a:lnTo>
                <a:lnTo>
                  <a:pt x="263694" y="208177"/>
                </a:lnTo>
                <a:lnTo>
                  <a:pt x="265039" y="212206"/>
                </a:lnTo>
                <a:lnTo>
                  <a:pt x="267730" y="214892"/>
                </a:lnTo>
                <a:lnTo>
                  <a:pt x="265039" y="220265"/>
                </a:lnTo>
                <a:lnTo>
                  <a:pt x="267730" y="222951"/>
                </a:lnTo>
                <a:lnTo>
                  <a:pt x="270421" y="229666"/>
                </a:lnTo>
                <a:lnTo>
                  <a:pt x="269075" y="233695"/>
                </a:lnTo>
                <a:lnTo>
                  <a:pt x="278493" y="243097"/>
                </a:lnTo>
                <a:lnTo>
                  <a:pt x="285220" y="244440"/>
                </a:lnTo>
                <a:lnTo>
                  <a:pt x="290601" y="248469"/>
                </a:lnTo>
                <a:lnTo>
                  <a:pt x="290601" y="251156"/>
                </a:lnTo>
                <a:lnTo>
                  <a:pt x="291946" y="251156"/>
                </a:lnTo>
                <a:lnTo>
                  <a:pt x="290601" y="252499"/>
                </a:lnTo>
                <a:lnTo>
                  <a:pt x="287911" y="255185"/>
                </a:lnTo>
                <a:lnTo>
                  <a:pt x="283875" y="253841"/>
                </a:lnTo>
                <a:lnTo>
                  <a:pt x="281184" y="257871"/>
                </a:lnTo>
                <a:lnTo>
                  <a:pt x="277148" y="260557"/>
                </a:lnTo>
                <a:lnTo>
                  <a:pt x="271766" y="261900"/>
                </a:lnTo>
                <a:lnTo>
                  <a:pt x="267730" y="264586"/>
                </a:lnTo>
                <a:lnTo>
                  <a:pt x="261003" y="265929"/>
                </a:lnTo>
                <a:lnTo>
                  <a:pt x="259658" y="268615"/>
                </a:lnTo>
                <a:lnTo>
                  <a:pt x="255622" y="269959"/>
                </a:lnTo>
                <a:lnTo>
                  <a:pt x="251585" y="268615"/>
                </a:lnTo>
                <a:lnTo>
                  <a:pt x="242168" y="271302"/>
                </a:lnTo>
                <a:lnTo>
                  <a:pt x="239477" y="272645"/>
                </a:lnTo>
                <a:lnTo>
                  <a:pt x="235441" y="273988"/>
                </a:lnTo>
                <a:lnTo>
                  <a:pt x="231405" y="271302"/>
                </a:lnTo>
                <a:lnTo>
                  <a:pt x="227369" y="271302"/>
                </a:lnTo>
                <a:lnTo>
                  <a:pt x="223333" y="269959"/>
                </a:lnTo>
                <a:lnTo>
                  <a:pt x="221987" y="271302"/>
                </a:lnTo>
                <a:lnTo>
                  <a:pt x="221987" y="275331"/>
                </a:lnTo>
                <a:lnTo>
                  <a:pt x="220642" y="279360"/>
                </a:lnTo>
                <a:lnTo>
                  <a:pt x="213915" y="279360"/>
                </a:lnTo>
                <a:lnTo>
                  <a:pt x="208533" y="282046"/>
                </a:lnTo>
                <a:lnTo>
                  <a:pt x="204497" y="279360"/>
                </a:lnTo>
                <a:lnTo>
                  <a:pt x="201806" y="279360"/>
                </a:lnTo>
                <a:lnTo>
                  <a:pt x="200461" y="278017"/>
                </a:lnTo>
                <a:lnTo>
                  <a:pt x="197770" y="276674"/>
                </a:lnTo>
                <a:lnTo>
                  <a:pt x="196425" y="278017"/>
                </a:lnTo>
                <a:lnTo>
                  <a:pt x="193734" y="278017"/>
                </a:lnTo>
                <a:lnTo>
                  <a:pt x="187007" y="282046"/>
                </a:lnTo>
                <a:lnTo>
                  <a:pt x="180280" y="284732"/>
                </a:lnTo>
                <a:lnTo>
                  <a:pt x="180280" y="282046"/>
                </a:lnTo>
                <a:lnTo>
                  <a:pt x="177589" y="279360"/>
                </a:lnTo>
                <a:lnTo>
                  <a:pt x="174899" y="279360"/>
                </a:lnTo>
                <a:lnTo>
                  <a:pt x="172208" y="276674"/>
                </a:lnTo>
                <a:lnTo>
                  <a:pt x="168172" y="276674"/>
                </a:lnTo>
                <a:lnTo>
                  <a:pt x="168172" y="273988"/>
                </a:lnTo>
                <a:lnTo>
                  <a:pt x="164136" y="275331"/>
                </a:lnTo>
                <a:lnTo>
                  <a:pt x="162791" y="276674"/>
                </a:lnTo>
                <a:lnTo>
                  <a:pt x="158754" y="278017"/>
                </a:lnTo>
                <a:lnTo>
                  <a:pt x="134538" y="278017"/>
                </a:lnTo>
                <a:lnTo>
                  <a:pt x="129156" y="296820"/>
                </a:lnTo>
                <a:lnTo>
                  <a:pt x="129156" y="252499"/>
                </a:lnTo>
                <a:lnTo>
                  <a:pt x="127811" y="243097"/>
                </a:lnTo>
                <a:lnTo>
                  <a:pt x="119738" y="233695"/>
                </a:lnTo>
                <a:lnTo>
                  <a:pt x="117048" y="231009"/>
                </a:lnTo>
                <a:lnTo>
                  <a:pt x="113012" y="228323"/>
                </a:lnTo>
                <a:lnTo>
                  <a:pt x="113012" y="226980"/>
                </a:lnTo>
                <a:lnTo>
                  <a:pt x="110321" y="226980"/>
                </a:lnTo>
                <a:lnTo>
                  <a:pt x="108976" y="225637"/>
                </a:lnTo>
                <a:lnTo>
                  <a:pt x="106285" y="224294"/>
                </a:lnTo>
                <a:lnTo>
                  <a:pt x="104939" y="225637"/>
                </a:lnTo>
                <a:lnTo>
                  <a:pt x="103594" y="224294"/>
                </a:lnTo>
                <a:lnTo>
                  <a:pt x="99558" y="224294"/>
                </a:lnTo>
                <a:lnTo>
                  <a:pt x="98212" y="220265"/>
                </a:lnTo>
                <a:lnTo>
                  <a:pt x="95522" y="220265"/>
                </a:lnTo>
                <a:lnTo>
                  <a:pt x="94176" y="221608"/>
                </a:lnTo>
                <a:lnTo>
                  <a:pt x="94176" y="221608"/>
                </a:lnTo>
                <a:lnTo>
                  <a:pt x="92831" y="221608"/>
                </a:lnTo>
                <a:lnTo>
                  <a:pt x="87449" y="216235"/>
                </a:lnTo>
                <a:lnTo>
                  <a:pt x="86104" y="212206"/>
                </a:lnTo>
                <a:lnTo>
                  <a:pt x="82068" y="210863"/>
                </a:lnTo>
                <a:lnTo>
                  <a:pt x="80723" y="209520"/>
                </a:lnTo>
                <a:lnTo>
                  <a:pt x="78032" y="209520"/>
                </a:lnTo>
                <a:lnTo>
                  <a:pt x="65923" y="205491"/>
                </a:lnTo>
                <a:lnTo>
                  <a:pt x="60542" y="204148"/>
                </a:lnTo>
                <a:lnTo>
                  <a:pt x="57851" y="201462"/>
                </a:lnTo>
                <a:lnTo>
                  <a:pt x="57851" y="200118"/>
                </a:lnTo>
                <a:lnTo>
                  <a:pt x="53815" y="197432"/>
                </a:lnTo>
                <a:lnTo>
                  <a:pt x="51124" y="197432"/>
                </a:lnTo>
                <a:lnTo>
                  <a:pt x="47088" y="196089"/>
                </a:lnTo>
                <a:lnTo>
                  <a:pt x="43052" y="196089"/>
                </a:lnTo>
                <a:lnTo>
                  <a:pt x="34980" y="192060"/>
                </a:lnTo>
                <a:lnTo>
                  <a:pt x="28253" y="170571"/>
                </a:lnTo>
                <a:lnTo>
                  <a:pt x="10763" y="146395"/>
                </a:lnTo>
                <a:lnTo>
                  <a:pt x="4036" y="115505"/>
                </a:lnTo>
                <a:lnTo>
                  <a:pt x="0" y="92672"/>
                </a:lnTo>
                <a:lnTo>
                  <a:pt x="13454" y="94015"/>
                </a:lnTo>
                <a:lnTo>
                  <a:pt x="22871" y="91329"/>
                </a:lnTo>
                <a:lnTo>
                  <a:pt x="26908" y="84614"/>
                </a:lnTo>
                <a:lnTo>
                  <a:pt x="33634" y="76556"/>
                </a:lnTo>
                <a:lnTo>
                  <a:pt x="36325" y="75212"/>
                </a:lnTo>
                <a:lnTo>
                  <a:pt x="40361" y="71183"/>
                </a:lnTo>
                <a:lnTo>
                  <a:pt x="44397" y="67154"/>
                </a:lnTo>
                <a:lnTo>
                  <a:pt x="44397" y="63125"/>
                </a:lnTo>
                <a:lnTo>
                  <a:pt x="43052" y="55066"/>
                </a:lnTo>
                <a:lnTo>
                  <a:pt x="40361" y="55066"/>
                </a:lnTo>
                <a:lnTo>
                  <a:pt x="39016" y="51037"/>
                </a:lnTo>
                <a:lnTo>
                  <a:pt x="34980" y="49694"/>
                </a:lnTo>
                <a:lnTo>
                  <a:pt x="34980" y="45665"/>
                </a:lnTo>
                <a:lnTo>
                  <a:pt x="33634" y="44322"/>
                </a:lnTo>
                <a:lnTo>
                  <a:pt x="33634" y="41635"/>
                </a:lnTo>
                <a:lnTo>
                  <a:pt x="34980" y="42979"/>
                </a:lnTo>
                <a:lnTo>
                  <a:pt x="37670" y="42979"/>
                </a:lnTo>
                <a:lnTo>
                  <a:pt x="40361" y="41635"/>
                </a:lnTo>
                <a:lnTo>
                  <a:pt x="43052" y="38949"/>
                </a:lnTo>
                <a:lnTo>
                  <a:pt x="43052" y="36263"/>
                </a:lnTo>
                <a:lnTo>
                  <a:pt x="44397" y="32234"/>
                </a:lnTo>
                <a:lnTo>
                  <a:pt x="44397" y="26862"/>
                </a:lnTo>
                <a:lnTo>
                  <a:pt x="41707" y="20146"/>
                </a:lnTo>
                <a:lnTo>
                  <a:pt x="40361" y="16117"/>
                </a:lnTo>
                <a:lnTo>
                  <a:pt x="39016" y="13431"/>
                </a:lnTo>
                <a:lnTo>
                  <a:pt x="36325" y="1074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1" name="Freeform 760">
            <a:extLst>
              <a:ext uri="{FF2B5EF4-FFF2-40B4-BE49-F238E27FC236}">
                <a16:creationId xmlns:a16="http://schemas.microsoft.com/office/drawing/2014/main" id="{A62199E2-F9C6-6819-CCD0-BEEDC9E7EFAD}"/>
              </a:ext>
            </a:extLst>
          </p:cNvPr>
          <p:cNvSpPr/>
          <p:nvPr/>
        </p:nvSpPr>
        <p:spPr>
          <a:xfrm>
            <a:off x="8099169" y="4667996"/>
            <a:ext cx="52469" cy="42978"/>
          </a:xfrm>
          <a:custGeom>
            <a:avLst/>
            <a:gdLst>
              <a:gd name="connsiteX0" fmla="*/ 14799 w 52469"/>
              <a:gd name="connsiteY0" fmla="*/ 5373 h 42978"/>
              <a:gd name="connsiteX1" fmla="*/ 17490 w 52469"/>
              <a:gd name="connsiteY1" fmla="*/ 6715 h 42978"/>
              <a:gd name="connsiteX2" fmla="*/ 21526 w 52469"/>
              <a:gd name="connsiteY2" fmla="*/ 5373 h 42978"/>
              <a:gd name="connsiteX3" fmla="*/ 25562 w 52469"/>
              <a:gd name="connsiteY3" fmla="*/ 2686 h 42978"/>
              <a:gd name="connsiteX4" fmla="*/ 28253 w 52469"/>
              <a:gd name="connsiteY4" fmla="*/ 4029 h 42978"/>
              <a:gd name="connsiteX5" fmla="*/ 30943 w 52469"/>
              <a:gd name="connsiteY5" fmla="*/ 5373 h 42978"/>
              <a:gd name="connsiteX6" fmla="*/ 33634 w 52469"/>
              <a:gd name="connsiteY6" fmla="*/ 5373 h 42978"/>
              <a:gd name="connsiteX7" fmla="*/ 36325 w 52469"/>
              <a:gd name="connsiteY7" fmla="*/ 4029 h 42978"/>
              <a:gd name="connsiteX8" fmla="*/ 36325 w 52469"/>
              <a:gd name="connsiteY8" fmla="*/ 0 h 42978"/>
              <a:gd name="connsiteX9" fmla="*/ 40361 w 52469"/>
              <a:gd name="connsiteY9" fmla="*/ 0 h 42978"/>
              <a:gd name="connsiteX10" fmla="*/ 44397 w 52469"/>
              <a:gd name="connsiteY10" fmla="*/ 5373 h 42978"/>
              <a:gd name="connsiteX11" fmla="*/ 47088 w 52469"/>
              <a:gd name="connsiteY11" fmla="*/ 8059 h 42978"/>
              <a:gd name="connsiteX12" fmla="*/ 48434 w 52469"/>
              <a:gd name="connsiteY12" fmla="*/ 10745 h 42978"/>
              <a:gd name="connsiteX13" fmla="*/ 49779 w 52469"/>
              <a:gd name="connsiteY13" fmla="*/ 14774 h 42978"/>
              <a:gd name="connsiteX14" fmla="*/ 52470 w 52469"/>
              <a:gd name="connsiteY14" fmla="*/ 21489 h 42978"/>
              <a:gd name="connsiteX15" fmla="*/ 52470 w 52469"/>
              <a:gd name="connsiteY15" fmla="*/ 26862 h 42978"/>
              <a:gd name="connsiteX16" fmla="*/ 51124 w 52469"/>
              <a:gd name="connsiteY16" fmla="*/ 30891 h 42978"/>
              <a:gd name="connsiteX17" fmla="*/ 51124 w 52469"/>
              <a:gd name="connsiteY17" fmla="*/ 33577 h 42978"/>
              <a:gd name="connsiteX18" fmla="*/ 48434 w 52469"/>
              <a:gd name="connsiteY18" fmla="*/ 36263 h 42978"/>
              <a:gd name="connsiteX19" fmla="*/ 45743 w 52469"/>
              <a:gd name="connsiteY19" fmla="*/ 37606 h 42978"/>
              <a:gd name="connsiteX20" fmla="*/ 43052 w 52469"/>
              <a:gd name="connsiteY20" fmla="*/ 37606 h 42978"/>
              <a:gd name="connsiteX21" fmla="*/ 41707 w 52469"/>
              <a:gd name="connsiteY21" fmla="*/ 36263 h 42978"/>
              <a:gd name="connsiteX22" fmla="*/ 41707 w 52469"/>
              <a:gd name="connsiteY22" fmla="*/ 34920 h 42978"/>
              <a:gd name="connsiteX23" fmla="*/ 39016 w 52469"/>
              <a:gd name="connsiteY23" fmla="*/ 32234 h 42978"/>
              <a:gd name="connsiteX24" fmla="*/ 37670 w 52469"/>
              <a:gd name="connsiteY24" fmla="*/ 28205 h 42978"/>
              <a:gd name="connsiteX25" fmla="*/ 34980 w 52469"/>
              <a:gd name="connsiteY25" fmla="*/ 28205 h 42978"/>
              <a:gd name="connsiteX26" fmla="*/ 32289 w 52469"/>
              <a:gd name="connsiteY26" fmla="*/ 26862 h 42978"/>
              <a:gd name="connsiteX27" fmla="*/ 29598 w 52469"/>
              <a:gd name="connsiteY27" fmla="*/ 26862 h 42978"/>
              <a:gd name="connsiteX28" fmla="*/ 30943 w 52469"/>
              <a:gd name="connsiteY28" fmla="*/ 30891 h 42978"/>
              <a:gd name="connsiteX29" fmla="*/ 26908 w 52469"/>
              <a:gd name="connsiteY29" fmla="*/ 38950 h 42978"/>
              <a:gd name="connsiteX30" fmla="*/ 26908 w 52469"/>
              <a:gd name="connsiteY30" fmla="*/ 41635 h 42978"/>
              <a:gd name="connsiteX31" fmla="*/ 21526 w 52469"/>
              <a:gd name="connsiteY31" fmla="*/ 42979 h 42978"/>
              <a:gd name="connsiteX32" fmla="*/ 20181 w 52469"/>
              <a:gd name="connsiteY32" fmla="*/ 40292 h 42978"/>
              <a:gd name="connsiteX33" fmla="*/ 17490 w 52469"/>
              <a:gd name="connsiteY33" fmla="*/ 41635 h 42978"/>
              <a:gd name="connsiteX34" fmla="*/ 16145 w 52469"/>
              <a:gd name="connsiteY34" fmla="*/ 42979 h 42978"/>
              <a:gd name="connsiteX35" fmla="*/ 12108 w 52469"/>
              <a:gd name="connsiteY35" fmla="*/ 41635 h 42978"/>
              <a:gd name="connsiteX36" fmla="*/ 9418 w 52469"/>
              <a:gd name="connsiteY36" fmla="*/ 37606 h 42978"/>
              <a:gd name="connsiteX37" fmla="*/ 6727 w 52469"/>
              <a:gd name="connsiteY37" fmla="*/ 36263 h 42978"/>
              <a:gd name="connsiteX38" fmla="*/ 2691 w 52469"/>
              <a:gd name="connsiteY38" fmla="*/ 36263 h 42978"/>
              <a:gd name="connsiteX39" fmla="*/ 0 w 52469"/>
              <a:gd name="connsiteY39" fmla="*/ 36263 h 42978"/>
              <a:gd name="connsiteX40" fmla="*/ 1345 w 52469"/>
              <a:gd name="connsiteY40" fmla="*/ 32234 h 42978"/>
              <a:gd name="connsiteX41" fmla="*/ 5381 w 52469"/>
              <a:gd name="connsiteY41" fmla="*/ 17460 h 42978"/>
              <a:gd name="connsiteX42" fmla="*/ 9418 w 52469"/>
              <a:gd name="connsiteY42" fmla="*/ 10745 h 42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2469" h="42978">
                <a:moveTo>
                  <a:pt x="14799" y="5373"/>
                </a:moveTo>
                <a:lnTo>
                  <a:pt x="17490" y="6715"/>
                </a:lnTo>
                <a:lnTo>
                  <a:pt x="21526" y="5373"/>
                </a:lnTo>
                <a:lnTo>
                  <a:pt x="25562" y="2686"/>
                </a:lnTo>
                <a:lnTo>
                  <a:pt x="28253" y="4029"/>
                </a:lnTo>
                <a:lnTo>
                  <a:pt x="30943" y="5373"/>
                </a:lnTo>
                <a:lnTo>
                  <a:pt x="33634" y="5373"/>
                </a:lnTo>
                <a:lnTo>
                  <a:pt x="36325" y="4029"/>
                </a:lnTo>
                <a:lnTo>
                  <a:pt x="36325" y="0"/>
                </a:lnTo>
                <a:lnTo>
                  <a:pt x="40361" y="0"/>
                </a:lnTo>
                <a:lnTo>
                  <a:pt x="44397" y="5373"/>
                </a:lnTo>
                <a:lnTo>
                  <a:pt x="47088" y="8059"/>
                </a:lnTo>
                <a:lnTo>
                  <a:pt x="48434" y="10745"/>
                </a:lnTo>
                <a:lnTo>
                  <a:pt x="49779" y="14774"/>
                </a:lnTo>
                <a:lnTo>
                  <a:pt x="52470" y="21489"/>
                </a:lnTo>
                <a:lnTo>
                  <a:pt x="52470" y="26862"/>
                </a:lnTo>
                <a:lnTo>
                  <a:pt x="51124" y="30891"/>
                </a:lnTo>
                <a:lnTo>
                  <a:pt x="51124" y="33577"/>
                </a:lnTo>
                <a:lnTo>
                  <a:pt x="48434" y="36263"/>
                </a:lnTo>
                <a:lnTo>
                  <a:pt x="45743" y="37606"/>
                </a:lnTo>
                <a:lnTo>
                  <a:pt x="43052" y="37606"/>
                </a:lnTo>
                <a:lnTo>
                  <a:pt x="41707" y="36263"/>
                </a:lnTo>
                <a:lnTo>
                  <a:pt x="41707" y="34920"/>
                </a:lnTo>
                <a:lnTo>
                  <a:pt x="39016" y="32234"/>
                </a:lnTo>
                <a:lnTo>
                  <a:pt x="37670" y="28205"/>
                </a:lnTo>
                <a:lnTo>
                  <a:pt x="34980" y="28205"/>
                </a:lnTo>
                <a:lnTo>
                  <a:pt x="32289" y="26862"/>
                </a:lnTo>
                <a:lnTo>
                  <a:pt x="29598" y="26862"/>
                </a:lnTo>
                <a:lnTo>
                  <a:pt x="30943" y="30891"/>
                </a:lnTo>
                <a:lnTo>
                  <a:pt x="26908" y="38950"/>
                </a:lnTo>
                <a:lnTo>
                  <a:pt x="26908" y="41635"/>
                </a:lnTo>
                <a:lnTo>
                  <a:pt x="21526" y="42979"/>
                </a:lnTo>
                <a:lnTo>
                  <a:pt x="20181" y="40292"/>
                </a:lnTo>
                <a:lnTo>
                  <a:pt x="17490" y="41635"/>
                </a:lnTo>
                <a:lnTo>
                  <a:pt x="16145" y="42979"/>
                </a:lnTo>
                <a:lnTo>
                  <a:pt x="12108" y="41635"/>
                </a:lnTo>
                <a:lnTo>
                  <a:pt x="9418" y="37606"/>
                </a:lnTo>
                <a:lnTo>
                  <a:pt x="6727" y="36263"/>
                </a:lnTo>
                <a:lnTo>
                  <a:pt x="2691" y="36263"/>
                </a:lnTo>
                <a:lnTo>
                  <a:pt x="0" y="36263"/>
                </a:lnTo>
                <a:lnTo>
                  <a:pt x="1345" y="32234"/>
                </a:lnTo>
                <a:lnTo>
                  <a:pt x="5381" y="17460"/>
                </a:lnTo>
                <a:lnTo>
                  <a:pt x="9418" y="1074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2" name="Freeform 761">
            <a:extLst>
              <a:ext uri="{FF2B5EF4-FFF2-40B4-BE49-F238E27FC236}">
                <a16:creationId xmlns:a16="http://schemas.microsoft.com/office/drawing/2014/main" id="{429807AA-2DF6-7294-87F9-994C7C8072E3}"/>
              </a:ext>
            </a:extLst>
          </p:cNvPr>
          <p:cNvSpPr/>
          <p:nvPr/>
        </p:nvSpPr>
        <p:spPr>
          <a:xfrm>
            <a:off x="8099169" y="4694857"/>
            <a:ext cx="52469" cy="61781"/>
          </a:xfrm>
          <a:custGeom>
            <a:avLst/>
            <a:gdLst>
              <a:gd name="connsiteX0" fmla="*/ 4036 w 52469"/>
              <a:gd name="connsiteY0" fmla="*/ 30891 h 61781"/>
              <a:gd name="connsiteX1" fmla="*/ 4036 w 52469"/>
              <a:gd name="connsiteY1" fmla="*/ 24176 h 61781"/>
              <a:gd name="connsiteX2" fmla="*/ 4036 w 52469"/>
              <a:gd name="connsiteY2" fmla="*/ 17460 h 61781"/>
              <a:gd name="connsiteX3" fmla="*/ 0 w 52469"/>
              <a:gd name="connsiteY3" fmla="*/ 12088 h 61781"/>
              <a:gd name="connsiteX4" fmla="*/ 0 w 52469"/>
              <a:gd name="connsiteY4" fmla="*/ 9402 h 61781"/>
              <a:gd name="connsiteX5" fmla="*/ 2691 w 52469"/>
              <a:gd name="connsiteY5" fmla="*/ 9402 h 61781"/>
              <a:gd name="connsiteX6" fmla="*/ 6727 w 52469"/>
              <a:gd name="connsiteY6" fmla="*/ 9402 h 61781"/>
              <a:gd name="connsiteX7" fmla="*/ 9418 w 52469"/>
              <a:gd name="connsiteY7" fmla="*/ 10745 h 61781"/>
              <a:gd name="connsiteX8" fmla="*/ 12108 w 52469"/>
              <a:gd name="connsiteY8" fmla="*/ 14774 h 61781"/>
              <a:gd name="connsiteX9" fmla="*/ 16145 w 52469"/>
              <a:gd name="connsiteY9" fmla="*/ 16117 h 61781"/>
              <a:gd name="connsiteX10" fmla="*/ 17490 w 52469"/>
              <a:gd name="connsiteY10" fmla="*/ 14774 h 61781"/>
              <a:gd name="connsiteX11" fmla="*/ 20181 w 52469"/>
              <a:gd name="connsiteY11" fmla="*/ 13431 h 61781"/>
              <a:gd name="connsiteX12" fmla="*/ 21526 w 52469"/>
              <a:gd name="connsiteY12" fmla="*/ 16117 h 61781"/>
              <a:gd name="connsiteX13" fmla="*/ 26908 w 52469"/>
              <a:gd name="connsiteY13" fmla="*/ 14774 h 61781"/>
              <a:gd name="connsiteX14" fmla="*/ 26908 w 52469"/>
              <a:gd name="connsiteY14" fmla="*/ 12088 h 61781"/>
              <a:gd name="connsiteX15" fmla="*/ 30943 w 52469"/>
              <a:gd name="connsiteY15" fmla="*/ 4029 h 61781"/>
              <a:gd name="connsiteX16" fmla="*/ 29598 w 52469"/>
              <a:gd name="connsiteY16" fmla="*/ 0 h 61781"/>
              <a:gd name="connsiteX17" fmla="*/ 32289 w 52469"/>
              <a:gd name="connsiteY17" fmla="*/ 0 h 61781"/>
              <a:gd name="connsiteX18" fmla="*/ 34980 w 52469"/>
              <a:gd name="connsiteY18" fmla="*/ 1343 h 61781"/>
              <a:gd name="connsiteX19" fmla="*/ 37670 w 52469"/>
              <a:gd name="connsiteY19" fmla="*/ 1343 h 61781"/>
              <a:gd name="connsiteX20" fmla="*/ 39016 w 52469"/>
              <a:gd name="connsiteY20" fmla="*/ 5373 h 61781"/>
              <a:gd name="connsiteX21" fmla="*/ 41707 w 52469"/>
              <a:gd name="connsiteY21" fmla="*/ 8059 h 61781"/>
              <a:gd name="connsiteX22" fmla="*/ 41707 w 52469"/>
              <a:gd name="connsiteY22" fmla="*/ 12088 h 61781"/>
              <a:gd name="connsiteX23" fmla="*/ 43052 w 52469"/>
              <a:gd name="connsiteY23" fmla="*/ 13431 h 61781"/>
              <a:gd name="connsiteX24" fmla="*/ 43052 w 52469"/>
              <a:gd name="connsiteY24" fmla="*/ 17460 h 61781"/>
              <a:gd name="connsiteX25" fmla="*/ 47088 w 52469"/>
              <a:gd name="connsiteY25" fmla="*/ 18803 h 61781"/>
              <a:gd name="connsiteX26" fmla="*/ 48434 w 52469"/>
              <a:gd name="connsiteY26" fmla="*/ 22832 h 61781"/>
              <a:gd name="connsiteX27" fmla="*/ 51124 w 52469"/>
              <a:gd name="connsiteY27" fmla="*/ 22832 h 61781"/>
              <a:gd name="connsiteX28" fmla="*/ 52470 w 52469"/>
              <a:gd name="connsiteY28" fmla="*/ 30891 h 61781"/>
              <a:gd name="connsiteX29" fmla="*/ 52470 w 52469"/>
              <a:gd name="connsiteY29" fmla="*/ 34920 h 61781"/>
              <a:gd name="connsiteX30" fmla="*/ 48434 w 52469"/>
              <a:gd name="connsiteY30" fmla="*/ 38950 h 61781"/>
              <a:gd name="connsiteX31" fmla="*/ 44397 w 52469"/>
              <a:gd name="connsiteY31" fmla="*/ 42979 h 61781"/>
              <a:gd name="connsiteX32" fmla="*/ 41707 w 52469"/>
              <a:gd name="connsiteY32" fmla="*/ 44322 h 61781"/>
              <a:gd name="connsiteX33" fmla="*/ 34980 w 52469"/>
              <a:gd name="connsiteY33" fmla="*/ 52380 h 61781"/>
              <a:gd name="connsiteX34" fmla="*/ 30943 w 52469"/>
              <a:gd name="connsiteY34" fmla="*/ 59096 h 61781"/>
              <a:gd name="connsiteX35" fmla="*/ 21526 w 52469"/>
              <a:gd name="connsiteY35" fmla="*/ 61782 h 61781"/>
              <a:gd name="connsiteX36" fmla="*/ 8072 w 52469"/>
              <a:gd name="connsiteY36" fmla="*/ 60438 h 61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2469" h="61781">
                <a:moveTo>
                  <a:pt x="4036" y="30891"/>
                </a:moveTo>
                <a:lnTo>
                  <a:pt x="4036" y="24176"/>
                </a:lnTo>
                <a:lnTo>
                  <a:pt x="4036" y="17460"/>
                </a:lnTo>
                <a:lnTo>
                  <a:pt x="0" y="12088"/>
                </a:lnTo>
                <a:lnTo>
                  <a:pt x="0" y="9402"/>
                </a:lnTo>
                <a:lnTo>
                  <a:pt x="2691" y="9402"/>
                </a:lnTo>
                <a:lnTo>
                  <a:pt x="6727" y="9402"/>
                </a:lnTo>
                <a:lnTo>
                  <a:pt x="9418" y="10745"/>
                </a:lnTo>
                <a:lnTo>
                  <a:pt x="12108" y="14774"/>
                </a:lnTo>
                <a:lnTo>
                  <a:pt x="16145" y="16117"/>
                </a:lnTo>
                <a:lnTo>
                  <a:pt x="17490" y="14774"/>
                </a:lnTo>
                <a:lnTo>
                  <a:pt x="20181" y="13431"/>
                </a:lnTo>
                <a:lnTo>
                  <a:pt x="21526" y="16117"/>
                </a:lnTo>
                <a:lnTo>
                  <a:pt x="26908" y="14774"/>
                </a:lnTo>
                <a:lnTo>
                  <a:pt x="26908" y="12088"/>
                </a:lnTo>
                <a:lnTo>
                  <a:pt x="30943" y="4029"/>
                </a:lnTo>
                <a:lnTo>
                  <a:pt x="29598" y="0"/>
                </a:lnTo>
                <a:lnTo>
                  <a:pt x="32289" y="0"/>
                </a:lnTo>
                <a:lnTo>
                  <a:pt x="34980" y="1343"/>
                </a:lnTo>
                <a:lnTo>
                  <a:pt x="37670" y="1343"/>
                </a:lnTo>
                <a:lnTo>
                  <a:pt x="39016" y="5373"/>
                </a:lnTo>
                <a:lnTo>
                  <a:pt x="41707" y="8059"/>
                </a:lnTo>
                <a:lnTo>
                  <a:pt x="41707" y="12088"/>
                </a:lnTo>
                <a:lnTo>
                  <a:pt x="43052" y="13431"/>
                </a:lnTo>
                <a:lnTo>
                  <a:pt x="43052" y="17460"/>
                </a:lnTo>
                <a:lnTo>
                  <a:pt x="47088" y="18803"/>
                </a:lnTo>
                <a:lnTo>
                  <a:pt x="48434" y="22832"/>
                </a:lnTo>
                <a:lnTo>
                  <a:pt x="51124" y="22832"/>
                </a:lnTo>
                <a:lnTo>
                  <a:pt x="52470" y="30891"/>
                </a:lnTo>
                <a:lnTo>
                  <a:pt x="52470" y="34920"/>
                </a:lnTo>
                <a:lnTo>
                  <a:pt x="48434" y="38950"/>
                </a:lnTo>
                <a:lnTo>
                  <a:pt x="44397" y="42979"/>
                </a:lnTo>
                <a:lnTo>
                  <a:pt x="41707" y="44322"/>
                </a:lnTo>
                <a:lnTo>
                  <a:pt x="34980" y="52380"/>
                </a:lnTo>
                <a:lnTo>
                  <a:pt x="30943" y="59096"/>
                </a:lnTo>
                <a:lnTo>
                  <a:pt x="21526" y="61782"/>
                </a:lnTo>
                <a:lnTo>
                  <a:pt x="8072" y="6043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3" name="Freeform 762">
            <a:extLst>
              <a:ext uri="{FF2B5EF4-FFF2-40B4-BE49-F238E27FC236}">
                <a16:creationId xmlns:a16="http://schemas.microsoft.com/office/drawing/2014/main" id="{92A47562-7AF1-4653-236D-ED5FE76D53CA}"/>
              </a:ext>
            </a:extLst>
          </p:cNvPr>
          <p:cNvSpPr/>
          <p:nvPr/>
        </p:nvSpPr>
        <p:spPr>
          <a:xfrm>
            <a:off x="7659231" y="4497425"/>
            <a:ext cx="496444" cy="492908"/>
          </a:xfrm>
          <a:custGeom>
            <a:avLst/>
            <a:gdLst>
              <a:gd name="connsiteX0" fmla="*/ 0 w 496444"/>
              <a:gd name="connsiteY0" fmla="*/ 294134 h 492908"/>
              <a:gd name="connsiteX1" fmla="*/ 4036 w 496444"/>
              <a:gd name="connsiteY1" fmla="*/ 291447 h 492908"/>
              <a:gd name="connsiteX2" fmla="*/ 9418 w 496444"/>
              <a:gd name="connsiteY2" fmla="*/ 290105 h 492908"/>
              <a:gd name="connsiteX3" fmla="*/ 12109 w 496444"/>
              <a:gd name="connsiteY3" fmla="*/ 287418 h 492908"/>
              <a:gd name="connsiteX4" fmla="*/ 12109 w 496444"/>
              <a:gd name="connsiteY4" fmla="*/ 278017 h 492908"/>
              <a:gd name="connsiteX5" fmla="*/ 13454 w 496444"/>
              <a:gd name="connsiteY5" fmla="*/ 275331 h 492908"/>
              <a:gd name="connsiteX6" fmla="*/ 18836 w 496444"/>
              <a:gd name="connsiteY6" fmla="*/ 269959 h 492908"/>
              <a:gd name="connsiteX7" fmla="*/ 25562 w 496444"/>
              <a:gd name="connsiteY7" fmla="*/ 264586 h 492908"/>
              <a:gd name="connsiteX8" fmla="*/ 28253 w 496444"/>
              <a:gd name="connsiteY8" fmla="*/ 265929 h 492908"/>
              <a:gd name="connsiteX9" fmla="*/ 32289 w 496444"/>
              <a:gd name="connsiteY9" fmla="*/ 263243 h 492908"/>
              <a:gd name="connsiteX10" fmla="*/ 33634 w 496444"/>
              <a:gd name="connsiteY10" fmla="*/ 265929 h 492908"/>
              <a:gd name="connsiteX11" fmla="*/ 33634 w 496444"/>
              <a:gd name="connsiteY11" fmla="*/ 268615 h 492908"/>
              <a:gd name="connsiteX12" fmla="*/ 39016 w 496444"/>
              <a:gd name="connsiteY12" fmla="*/ 268615 h 492908"/>
              <a:gd name="connsiteX13" fmla="*/ 41707 w 496444"/>
              <a:gd name="connsiteY13" fmla="*/ 264586 h 492908"/>
              <a:gd name="connsiteX14" fmla="*/ 41707 w 496444"/>
              <a:gd name="connsiteY14" fmla="*/ 259214 h 492908"/>
              <a:gd name="connsiteX15" fmla="*/ 45743 w 496444"/>
              <a:gd name="connsiteY15" fmla="*/ 259214 h 492908"/>
              <a:gd name="connsiteX16" fmla="*/ 48434 w 496444"/>
              <a:gd name="connsiteY16" fmla="*/ 260557 h 492908"/>
              <a:gd name="connsiteX17" fmla="*/ 53815 w 496444"/>
              <a:gd name="connsiteY17" fmla="*/ 255185 h 492908"/>
              <a:gd name="connsiteX18" fmla="*/ 61887 w 496444"/>
              <a:gd name="connsiteY18" fmla="*/ 252498 h 492908"/>
              <a:gd name="connsiteX19" fmla="*/ 61887 w 496444"/>
              <a:gd name="connsiteY19" fmla="*/ 255185 h 492908"/>
              <a:gd name="connsiteX20" fmla="*/ 59197 w 496444"/>
              <a:gd name="connsiteY20" fmla="*/ 260557 h 492908"/>
              <a:gd name="connsiteX21" fmla="*/ 60542 w 496444"/>
              <a:gd name="connsiteY21" fmla="*/ 261900 h 492908"/>
              <a:gd name="connsiteX22" fmla="*/ 61887 w 496444"/>
              <a:gd name="connsiteY22" fmla="*/ 267272 h 492908"/>
              <a:gd name="connsiteX23" fmla="*/ 67269 w 496444"/>
              <a:gd name="connsiteY23" fmla="*/ 269959 h 492908"/>
              <a:gd name="connsiteX24" fmla="*/ 73996 w 496444"/>
              <a:gd name="connsiteY24" fmla="*/ 267272 h 492908"/>
              <a:gd name="connsiteX25" fmla="*/ 78032 w 496444"/>
              <a:gd name="connsiteY25" fmla="*/ 261900 h 492908"/>
              <a:gd name="connsiteX26" fmla="*/ 88795 w 496444"/>
              <a:gd name="connsiteY26" fmla="*/ 251155 h 492908"/>
              <a:gd name="connsiteX27" fmla="*/ 90140 w 496444"/>
              <a:gd name="connsiteY27" fmla="*/ 247126 h 492908"/>
              <a:gd name="connsiteX28" fmla="*/ 94176 w 496444"/>
              <a:gd name="connsiteY28" fmla="*/ 244440 h 492908"/>
              <a:gd name="connsiteX29" fmla="*/ 98213 w 496444"/>
              <a:gd name="connsiteY29" fmla="*/ 244440 h 492908"/>
              <a:gd name="connsiteX30" fmla="*/ 103594 w 496444"/>
              <a:gd name="connsiteY30" fmla="*/ 236382 h 492908"/>
              <a:gd name="connsiteX31" fmla="*/ 102249 w 496444"/>
              <a:gd name="connsiteY31" fmla="*/ 232352 h 492908"/>
              <a:gd name="connsiteX32" fmla="*/ 104940 w 496444"/>
              <a:gd name="connsiteY32" fmla="*/ 225637 h 492908"/>
              <a:gd name="connsiteX33" fmla="*/ 104940 w 496444"/>
              <a:gd name="connsiteY33" fmla="*/ 210863 h 492908"/>
              <a:gd name="connsiteX34" fmla="*/ 103594 w 496444"/>
              <a:gd name="connsiteY34" fmla="*/ 209520 h 492908"/>
              <a:gd name="connsiteX35" fmla="*/ 102249 w 496444"/>
              <a:gd name="connsiteY35" fmla="*/ 201462 h 492908"/>
              <a:gd name="connsiteX36" fmla="*/ 106285 w 496444"/>
              <a:gd name="connsiteY36" fmla="*/ 196089 h 492908"/>
              <a:gd name="connsiteX37" fmla="*/ 113012 w 496444"/>
              <a:gd name="connsiteY37" fmla="*/ 188031 h 492908"/>
              <a:gd name="connsiteX38" fmla="*/ 113012 w 496444"/>
              <a:gd name="connsiteY38" fmla="*/ 182659 h 492908"/>
              <a:gd name="connsiteX39" fmla="*/ 118393 w 496444"/>
              <a:gd name="connsiteY39" fmla="*/ 175943 h 492908"/>
              <a:gd name="connsiteX40" fmla="*/ 125120 w 496444"/>
              <a:gd name="connsiteY40" fmla="*/ 171914 h 492908"/>
              <a:gd name="connsiteX41" fmla="*/ 127811 w 496444"/>
              <a:gd name="connsiteY41" fmla="*/ 173257 h 492908"/>
              <a:gd name="connsiteX42" fmla="*/ 131847 w 496444"/>
              <a:gd name="connsiteY42" fmla="*/ 169228 h 492908"/>
              <a:gd name="connsiteX43" fmla="*/ 137229 w 496444"/>
              <a:gd name="connsiteY43" fmla="*/ 167885 h 492908"/>
              <a:gd name="connsiteX44" fmla="*/ 145301 w 496444"/>
              <a:gd name="connsiteY44" fmla="*/ 154454 h 492908"/>
              <a:gd name="connsiteX45" fmla="*/ 145301 w 496444"/>
              <a:gd name="connsiteY45" fmla="*/ 145052 h 492908"/>
              <a:gd name="connsiteX46" fmla="*/ 147991 w 496444"/>
              <a:gd name="connsiteY46" fmla="*/ 136994 h 492908"/>
              <a:gd name="connsiteX47" fmla="*/ 152028 w 496444"/>
              <a:gd name="connsiteY47" fmla="*/ 135651 h 492908"/>
              <a:gd name="connsiteX48" fmla="*/ 152028 w 496444"/>
              <a:gd name="connsiteY48" fmla="*/ 127592 h 492908"/>
              <a:gd name="connsiteX49" fmla="*/ 152028 w 496444"/>
              <a:gd name="connsiteY49" fmla="*/ 126249 h 492908"/>
              <a:gd name="connsiteX50" fmla="*/ 153373 w 496444"/>
              <a:gd name="connsiteY50" fmla="*/ 118191 h 492908"/>
              <a:gd name="connsiteX51" fmla="*/ 152028 w 496444"/>
              <a:gd name="connsiteY51" fmla="*/ 115504 h 492908"/>
              <a:gd name="connsiteX52" fmla="*/ 153373 w 496444"/>
              <a:gd name="connsiteY52" fmla="*/ 107446 h 492908"/>
              <a:gd name="connsiteX53" fmla="*/ 157409 w 496444"/>
              <a:gd name="connsiteY53" fmla="*/ 103417 h 492908"/>
              <a:gd name="connsiteX54" fmla="*/ 157409 w 496444"/>
              <a:gd name="connsiteY54" fmla="*/ 96702 h 492908"/>
              <a:gd name="connsiteX55" fmla="*/ 158755 w 496444"/>
              <a:gd name="connsiteY55" fmla="*/ 91329 h 492908"/>
              <a:gd name="connsiteX56" fmla="*/ 156064 w 496444"/>
              <a:gd name="connsiteY56" fmla="*/ 81928 h 492908"/>
              <a:gd name="connsiteX57" fmla="*/ 168172 w 496444"/>
              <a:gd name="connsiteY57" fmla="*/ 68497 h 492908"/>
              <a:gd name="connsiteX58" fmla="*/ 169518 w 496444"/>
              <a:gd name="connsiteY58" fmla="*/ 63125 h 492908"/>
              <a:gd name="connsiteX59" fmla="*/ 173554 w 496444"/>
              <a:gd name="connsiteY59" fmla="*/ 60438 h 492908"/>
              <a:gd name="connsiteX60" fmla="*/ 173554 w 496444"/>
              <a:gd name="connsiteY60" fmla="*/ 51037 h 492908"/>
              <a:gd name="connsiteX61" fmla="*/ 170863 w 496444"/>
              <a:gd name="connsiteY61" fmla="*/ 45665 h 492908"/>
              <a:gd name="connsiteX62" fmla="*/ 172208 w 496444"/>
              <a:gd name="connsiteY62" fmla="*/ 40292 h 492908"/>
              <a:gd name="connsiteX63" fmla="*/ 173554 w 496444"/>
              <a:gd name="connsiteY63" fmla="*/ 36263 h 492908"/>
              <a:gd name="connsiteX64" fmla="*/ 174899 w 496444"/>
              <a:gd name="connsiteY64" fmla="*/ 33577 h 492908"/>
              <a:gd name="connsiteX65" fmla="*/ 170863 w 496444"/>
              <a:gd name="connsiteY65" fmla="*/ 28204 h 492908"/>
              <a:gd name="connsiteX66" fmla="*/ 170863 w 496444"/>
              <a:gd name="connsiteY66" fmla="*/ 25518 h 492908"/>
              <a:gd name="connsiteX67" fmla="*/ 173554 w 496444"/>
              <a:gd name="connsiteY67" fmla="*/ 25518 h 492908"/>
              <a:gd name="connsiteX68" fmla="*/ 176244 w 496444"/>
              <a:gd name="connsiteY68" fmla="*/ 22832 h 492908"/>
              <a:gd name="connsiteX69" fmla="*/ 176244 w 496444"/>
              <a:gd name="connsiteY69" fmla="*/ 20146 h 492908"/>
              <a:gd name="connsiteX70" fmla="*/ 178935 w 496444"/>
              <a:gd name="connsiteY70" fmla="*/ 17460 h 492908"/>
              <a:gd name="connsiteX71" fmla="*/ 178935 w 496444"/>
              <a:gd name="connsiteY71" fmla="*/ 13431 h 492908"/>
              <a:gd name="connsiteX72" fmla="*/ 181626 w 496444"/>
              <a:gd name="connsiteY72" fmla="*/ 12088 h 492908"/>
              <a:gd name="connsiteX73" fmla="*/ 184317 w 496444"/>
              <a:gd name="connsiteY73" fmla="*/ 12088 h 492908"/>
              <a:gd name="connsiteX74" fmla="*/ 188353 w 496444"/>
              <a:gd name="connsiteY74" fmla="*/ 8058 h 492908"/>
              <a:gd name="connsiteX75" fmla="*/ 192389 w 496444"/>
              <a:gd name="connsiteY75" fmla="*/ 9401 h 492908"/>
              <a:gd name="connsiteX76" fmla="*/ 193735 w 496444"/>
              <a:gd name="connsiteY76" fmla="*/ 6715 h 492908"/>
              <a:gd name="connsiteX77" fmla="*/ 196425 w 496444"/>
              <a:gd name="connsiteY77" fmla="*/ 6715 h 492908"/>
              <a:gd name="connsiteX78" fmla="*/ 199116 w 496444"/>
              <a:gd name="connsiteY78" fmla="*/ 9401 h 492908"/>
              <a:gd name="connsiteX79" fmla="*/ 203152 w 496444"/>
              <a:gd name="connsiteY79" fmla="*/ 10744 h 492908"/>
              <a:gd name="connsiteX80" fmla="*/ 209879 w 496444"/>
              <a:gd name="connsiteY80" fmla="*/ 16117 h 492908"/>
              <a:gd name="connsiteX81" fmla="*/ 213915 w 496444"/>
              <a:gd name="connsiteY81" fmla="*/ 17460 h 492908"/>
              <a:gd name="connsiteX82" fmla="*/ 220642 w 496444"/>
              <a:gd name="connsiteY82" fmla="*/ 24175 h 492908"/>
              <a:gd name="connsiteX83" fmla="*/ 223333 w 496444"/>
              <a:gd name="connsiteY83" fmla="*/ 25518 h 492908"/>
              <a:gd name="connsiteX84" fmla="*/ 228714 w 496444"/>
              <a:gd name="connsiteY84" fmla="*/ 24175 h 492908"/>
              <a:gd name="connsiteX85" fmla="*/ 234096 w 496444"/>
              <a:gd name="connsiteY85" fmla="*/ 28204 h 492908"/>
              <a:gd name="connsiteX86" fmla="*/ 239477 w 496444"/>
              <a:gd name="connsiteY86" fmla="*/ 28204 h 492908"/>
              <a:gd name="connsiteX87" fmla="*/ 243513 w 496444"/>
              <a:gd name="connsiteY87" fmla="*/ 28204 h 492908"/>
              <a:gd name="connsiteX88" fmla="*/ 246204 w 496444"/>
              <a:gd name="connsiteY88" fmla="*/ 26862 h 492908"/>
              <a:gd name="connsiteX89" fmla="*/ 250240 w 496444"/>
              <a:gd name="connsiteY89" fmla="*/ 26862 h 492908"/>
              <a:gd name="connsiteX90" fmla="*/ 255622 w 496444"/>
              <a:gd name="connsiteY90" fmla="*/ 29548 h 492908"/>
              <a:gd name="connsiteX91" fmla="*/ 261003 w 496444"/>
              <a:gd name="connsiteY91" fmla="*/ 30891 h 492908"/>
              <a:gd name="connsiteX92" fmla="*/ 263694 w 496444"/>
              <a:gd name="connsiteY92" fmla="*/ 32234 h 492908"/>
              <a:gd name="connsiteX93" fmla="*/ 269075 w 496444"/>
              <a:gd name="connsiteY93" fmla="*/ 30891 h 492908"/>
              <a:gd name="connsiteX94" fmla="*/ 270421 w 496444"/>
              <a:gd name="connsiteY94" fmla="*/ 28204 h 492908"/>
              <a:gd name="connsiteX95" fmla="*/ 267730 w 496444"/>
              <a:gd name="connsiteY95" fmla="*/ 26862 h 492908"/>
              <a:gd name="connsiteX96" fmla="*/ 267730 w 496444"/>
              <a:gd name="connsiteY96" fmla="*/ 22832 h 492908"/>
              <a:gd name="connsiteX97" fmla="*/ 271766 w 496444"/>
              <a:gd name="connsiteY97" fmla="*/ 18803 h 492908"/>
              <a:gd name="connsiteX98" fmla="*/ 275802 w 496444"/>
              <a:gd name="connsiteY98" fmla="*/ 14774 h 492908"/>
              <a:gd name="connsiteX99" fmla="*/ 279839 w 496444"/>
              <a:gd name="connsiteY99" fmla="*/ 14774 h 492908"/>
              <a:gd name="connsiteX100" fmla="*/ 285220 w 496444"/>
              <a:gd name="connsiteY100" fmla="*/ 16117 h 492908"/>
              <a:gd name="connsiteX101" fmla="*/ 287911 w 496444"/>
              <a:gd name="connsiteY101" fmla="*/ 18803 h 492908"/>
              <a:gd name="connsiteX102" fmla="*/ 291947 w 496444"/>
              <a:gd name="connsiteY102" fmla="*/ 17460 h 492908"/>
              <a:gd name="connsiteX103" fmla="*/ 302710 w 496444"/>
              <a:gd name="connsiteY103" fmla="*/ 16117 h 492908"/>
              <a:gd name="connsiteX104" fmla="*/ 305401 w 496444"/>
              <a:gd name="connsiteY104" fmla="*/ 13431 h 492908"/>
              <a:gd name="connsiteX105" fmla="*/ 309437 w 496444"/>
              <a:gd name="connsiteY105" fmla="*/ 12088 h 492908"/>
              <a:gd name="connsiteX106" fmla="*/ 318854 w 496444"/>
              <a:gd name="connsiteY106" fmla="*/ 6715 h 492908"/>
              <a:gd name="connsiteX107" fmla="*/ 322890 w 496444"/>
              <a:gd name="connsiteY107" fmla="*/ 8058 h 492908"/>
              <a:gd name="connsiteX108" fmla="*/ 324236 w 496444"/>
              <a:gd name="connsiteY108" fmla="*/ 9401 h 492908"/>
              <a:gd name="connsiteX109" fmla="*/ 325581 w 496444"/>
              <a:gd name="connsiteY109" fmla="*/ 9401 h 492908"/>
              <a:gd name="connsiteX110" fmla="*/ 326927 w 496444"/>
              <a:gd name="connsiteY110" fmla="*/ 13431 h 492908"/>
              <a:gd name="connsiteX111" fmla="*/ 328272 w 496444"/>
              <a:gd name="connsiteY111" fmla="*/ 13431 h 492908"/>
              <a:gd name="connsiteX112" fmla="*/ 332308 w 496444"/>
              <a:gd name="connsiteY112" fmla="*/ 10744 h 492908"/>
              <a:gd name="connsiteX113" fmla="*/ 339035 w 496444"/>
              <a:gd name="connsiteY113" fmla="*/ 10744 h 492908"/>
              <a:gd name="connsiteX114" fmla="*/ 341726 w 496444"/>
              <a:gd name="connsiteY114" fmla="*/ 9401 h 492908"/>
              <a:gd name="connsiteX115" fmla="*/ 344417 w 496444"/>
              <a:gd name="connsiteY115" fmla="*/ 9401 h 492908"/>
              <a:gd name="connsiteX116" fmla="*/ 348453 w 496444"/>
              <a:gd name="connsiteY116" fmla="*/ 4029 h 492908"/>
              <a:gd name="connsiteX117" fmla="*/ 347107 w 496444"/>
              <a:gd name="connsiteY117" fmla="*/ 2686 h 492908"/>
              <a:gd name="connsiteX118" fmla="*/ 347107 w 496444"/>
              <a:gd name="connsiteY118" fmla="*/ 1343 h 492908"/>
              <a:gd name="connsiteX119" fmla="*/ 351143 w 496444"/>
              <a:gd name="connsiteY119" fmla="*/ 0 h 492908"/>
              <a:gd name="connsiteX120" fmla="*/ 353834 w 496444"/>
              <a:gd name="connsiteY120" fmla="*/ 2686 h 492908"/>
              <a:gd name="connsiteX121" fmla="*/ 359216 w 496444"/>
              <a:gd name="connsiteY121" fmla="*/ 4029 h 492908"/>
              <a:gd name="connsiteX122" fmla="*/ 361907 w 496444"/>
              <a:gd name="connsiteY122" fmla="*/ 4029 h 492908"/>
              <a:gd name="connsiteX123" fmla="*/ 364597 w 496444"/>
              <a:gd name="connsiteY123" fmla="*/ 5372 h 492908"/>
              <a:gd name="connsiteX124" fmla="*/ 368634 w 496444"/>
              <a:gd name="connsiteY124" fmla="*/ 5372 h 492908"/>
              <a:gd name="connsiteX125" fmla="*/ 372670 w 496444"/>
              <a:gd name="connsiteY125" fmla="*/ 8058 h 492908"/>
              <a:gd name="connsiteX126" fmla="*/ 382087 w 496444"/>
              <a:gd name="connsiteY126" fmla="*/ 8058 h 492908"/>
              <a:gd name="connsiteX127" fmla="*/ 383432 w 496444"/>
              <a:gd name="connsiteY127" fmla="*/ 9401 h 492908"/>
              <a:gd name="connsiteX128" fmla="*/ 391505 w 496444"/>
              <a:gd name="connsiteY128" fmla="*/ 5372 h 492908"/>
              <a:gd name="connsiteX129" fmla="*/ 398232 w 496444"/>
              <a:gd name="connsiteY129" fmla="*/ 5372 h 492908"/>
              <a:gd name="connsiteX130" fmla="*/ 402268 w 496444"/>
              <a:gd name="connsiteY130" fmla="*/ 8058 h 492908"/>
              <a:gd name="connsiteX131" fmla="*/ 403613 w 496444"/>
              <a:gd name="connsiteY131" fmla="*/ 9401 h 492908"/>
              <a:gd name="connsiteX132" fmla="*/ 404958 w 496444"/>
              <a:gd name="connsiteY132" fmla="*/ 13431 h 492908"/>
              <a:gd name="connsiteX133" fmla="*/ 407649 w 496444"/>
              <a:gd name="connsiteY133" fmla="*/ 16117 h 492908"/>
              <a:gd name="connsiteX134" fmla="*/ 410340 w 496444"/>
              <a:gd name="connsiteY134" fmla="*/ 17460 h 492908"/>
              <a:gd name="connsiteX135" fmla="*/ 413031 w 496444"/>
              <a:gd name="connsiteY135" fmla="*/ 20146 h 492908"/>
              <a:gd name="connsiteX136" fmla="*/ 418412 w 496444"/>
              <a:gd name="connsiteY136" fmla="*/ 25518 h 492908"/>
              <a:gd name="connsiteX137" fmla="*/ 423794 w 496444"/>
              <a:gd name="connsiteY137" fmla="*/ 26862 h 492908"/>
              <a:gd name="connsiteX138" fmla="*/ 426485 w 496444"/>
              <a:gd name="connsiteY138" fmla="*/ 26862 h 492908"/>
              <a:gd name="connsiteX139" fmla="*/ 429175 w 496444"/>
              <a:gd name="connsiteY139" fmla="*/ 22832 h 492908"/>
              <a:gd name="connsiteX140" fmla="*/ 431866 w 496444"/>
              <a:gd name="connsiteY140" fmla="*/ 21489 h 492908"/>
              <a:gd name="connsiteX141" fmla="*/ 438593 w 496444"/>
              <a:gd name="connsiteY141" fmla="*/ 21489 h 492908"/>
              <a:gd name="connsiteX142" fmla="*/ 441284 w 496444"/>
              <a:gd name="connsiteY142" fmla="*/ 21489 h 492908"/>
              <a:gd name="connsiteX143" fmla="*/ 442629 w 496444"/>
              <a:gd name="connsiteY143" fmla="*/ 22832 h 492908"/>
              <a:gd name="connsiteX144" fmla="*/ 445320 w 496444"/>
              <a:gd name="connsiteY144" fmla="*/ 22832 h 492908"/>
              <a:gd name="connsiteX145" fmla="*/ 450701 w 496444"/>
              <a:gd name="connsiteY145" fmla="*/ 21489 h 492908"/>
              <a:gd name="connsiteX146" fmla="*/ 452047 w 496444"/>
              <a:gd name="connsiteY146" fmla="*/ 18803 h 492908"/>
              <a:gd name="connsiteX147" fmla="*/ 454738 w 496444"/>
              <a:gd name="connsiteY147" fmla="*/ 14774 h 492908"/>
              <a:gd name="connsiteX148" fmla="*/ 461464 w 496444"/>
              <a:gd name="connsiteY148" fmla="*/ 16117 h 492908"/>
              <a:gd name="connsiteX149" fmla="*/ 462810 w 496444"/>
              <a:gd name="connsiteY149" fmla="*/ 17460 h 492908"/>
              <a:gd name="connsiteX150" fmla="*/ 466846 w 496444"/>
              <a:gd name="connsiteY150" fmla="*/ 24175 h 492908"/>
              <a:gd name="connsiteX151" fmla="*/ 469537 w 496444"/>
              <a:gd name="connsiteY151" fmla="*/ 26862 h 492908"/>
              <a:gd name="connsiteX152" fmla="*/ 470882 w 496444"/>
              <a:gd name="connsiteY152" fmla="*/ 29548 h 492908"/>
              <a:gd name="connsiteX153" fmla="*/ 477609 w 496444"/>
              <a:gd name="connsiteY153" fmla="*/ 30891 h 492908"/>
              <a:gd name="connsiteX154" fmla="*/ 480300 w 496444"/>
              <a:gd name="connsiteY154" fmla="*/ 33577 h 492908"/>
              <a:gd name="connsiteX155" fmla="*/ 481645 w 496444"/>
              <a:gd name="connsiteY155" fmla="*/ 37606 h 492908"/>
              <a:gd name="connsiteX156" fmla="*/ 484336 w 496444"/>
              <a:gd name="connsiteY156" fmla="*/ 40292 h 492908"/>
              <a:gd name="connsiteX157" fmla="*/ 485681 w 496444"/>
              <a:gd name="connsiteY157" fmla="*/ 44321 h 492908"/>
              <a:gd name="connsiteX158" fmla="*/ 485681 w 496444"/>
              <a:gd name="connsiteY158" fmla="*/ 47008 h 492908"/>
              <a:gd name="connsiteX159" fmla="*/ 487027 w 496444"/>
              <a:gd name="connsiteY159" fmla="*/ 47008 h 492908"/>
              <a:gd name="connsiteX160" fmla="*/ 493753 w 496444"/>
              <a:gd name="connsiteY160" fmla="*/ 47008 h 492908"/>
              <a:gd name="connsiteX161" fmla="*/ 495099 w 496444"/>
              <a:gd name="connsiteY161" fmla="*/ 48351 h 492908"/>
              <a:gd name="connsiteX162" fmla="*/ 493753 w 496444"/>
              <a:gd name="connsiteY162" fmla="*/ 52380 h 492908"/>
              <a:gd name="connsiteX163" fmla="*/ 491062 w 496444"/>
              <a:gd name="connsiteY163" fmla="*/ 56409 h 492908"/>
              <a:gd name="connsiteX164" fmla="*/ 491062 w 496444"/>
              <a:gd name="connsiteY164" fmla="*/ 63125 h 492908"/>
              <a:gd name="connsiteX165" fmla="*/ 489717 w 496444"/>
              <a:gd name="connsiteY165" fmla="*/ 72526 h 492908"/>
              <a:gd name="connsiteX166" fmla="*/ 488372 w 496444"/>
              <a:gd name="connsiteY166" fmla="*/ 79241 h 492908"/>
              <a:gd name="connsiteX167" fmla="*/ 492408 w 496444"/>
              <a:gd name="connsiteY167" fmla="*/ 80585 h 492908"/>
              <a:gd name="connsiteX168" fmla="*/ 493753 w 496444"/>
              <a:gd name="connsiteY168" fmla="*/ 84614 h 492908"/>
              <a:gd name="connsiteX169" fmla="*/ 496444 w 496444"/>
              <a:gd name="connsiteY169" fmla="*/ 88643 h 492908"/>
              <a:gd name="connsiteX170" fmla="*/ 496444 w 496444"/>
              <a:gd name="connsiteY170" fmla="*/ 91329 h 492908"/>
              <a:gd name="connsiteX171" fmla="*/ 482991 w 496444"/>
              <a:gd name="connsiteY171" fmla="*/ 108789 h 492908"/>
              <a:gd name="connsiteX172" fmla="*/ 474918 w 496444"/>
              <a:gd name="connsiteY172" fmla="*/ 118191 h 492908"/>
              <a:gd name="connsiteX173" fmla="*/ 472227 w 496444"/>
              <a:gd name="connsiteY173" fmla="*/ 122220 h 492908"/>
              <a:gd name="connsiteX174" fmla="*/ 461464 w 496444"/>
              <a:gd name="connsiteY174" fmla="*/ 141023 h 492908"/>
              <a:gd name="connsiteX175" fmla="*/ 460119 w 496444"/>
              <a:gd name="connsiteY175" fmla="*/ 143709 h 492908"/>
              <a:gd name="connsiteX176" fmla="*/ 460119 w 496444"/>
              <a:gd name="connsiteY176" fmla="*/ 150424 h 492908"/>
              <a:gd name="connsiteX177" fmla="*/ 458774 w 496444"/>
              <a:gd name="connsiteY177" fmla="*/ 159826 h 492908"/>
              <a:gd name="connsiteX178" fmla="*/ 456083 w 496444"/>
              <a:gd name="connsiteY178" fmla="*/ 169228 h 492908"/>
              <a:gd name="connsiteX179" fmla="*/ 456083 w 496444"/>
              <a:gd name="connsiteY179" fmla="*/ 174600 h 492908"/>
              <a:gd name="connsiteX180" fmla="*/ 449356 w 496444"/>
              <a:gd name="connsiteY180" fmla="*/ 181315 h 492908"/>
              <a:gd name="connsiteX181" fmla="*/ 445320 w 496444"/>
              <a:gd name="connsiteY181" fmla="*/ 188031 h 492908"/>
              <a:gd name="connsiteX182" fmla="*/ 441284 w 496444"/>
              <a:gd name="connsiteY182" fmla="*/ 202805 h 492908"/>
              <a:gd name="connsiteX183" fmla="*/ 439938 w 496444"/>
              <a:gd name="connsiteY183" fmla="*/ 209520 h 492908"/>
              <a:gd name="connsiteX184" fmla="*/ 443974 w 496444"/>
              <a:gd name="connsiteY184" fmla="*/ 214892 h 492908"/>
              <a:gd name="connsiteX185" fmla="*/ 443974 w 496444"/>
              <a:gd name="connsiteY185" fmla="*/ 221608 h 492908"/>
              <a:gd name="connsiteX186" fmla="*/ 443974 w 496444"/>
              <a:gd name="connsiteY186" fmla="*/ 228323 h 492908"/>
              <a:gd name="connsiteX187" fmla="*/ 452047 w 496444"/>
              <a:gd name="connsiteY187" fmla="*/ 280703 h 492908"/>
              <a:gd name="connsiteX188" fmla="*/ 458774 w 496444"/>
              <a:gd name="connsiteY188" fmla="*/ 311594 h 492908"/>
              <a:gd name="connsiteX189" fmla="*/ 476264 w 496444"/>
              <a:gd name="connsiteY189" fmla="*/ 335769 h 492908"/>
              <a:gd name="connsiteX190" fmla="*/ 482991 w 496444"/>
              <a:gd name="connsiteY190" fmla="*/ 357259 h 492908"/>
              <a:gd name="connsiteX191" fmla="*/ 478954 w 496444"/>
              <a:gd name="connsiteY191" fmla="*/ 354572 h 492908"/>
              <a:gd name="connsiteX192" fmla="*/ 437247 w 496444"/>
              <a:gd name="connsiteY192" fmla="*/ 365317 h 492908"/>
              <a:gd name="connsiteX193" fmla="*/ 426485 w 496444"/>
              <a:gd name="connsiteY193" fmla="*/ 385463 h 492908"/>
              <a:gd name="connsiteX194" fmla="*/ 427830 w 496444"/>
              <a:gd name="connsiteY194" fmla="*/ 390835 h 492908"/>
              <a:gd name="connsiteX195" fmla="*/ 430521 w 496444"/>
              <a:gd name="connsiteY195" fmla="*/ 393521 h 492908"/>
              <a:gd name="connsiteX196" fmla="*/ 433211 w 496444"/>
              <a:gd name="connsiteY196" fmla="*/ 394865 h 492908"/>
              <a:gd name="connsiteX197" fmla="*/ 433211 w 496444"/>
              <a:gd name="connsiteY197" fmla="*/ 398894 h 492908"/>
              <a:gd name="connsiteX198" fmla="*/ 430521 w 496444"/>
              <a:gd name="connsiteY198" fmla="*/ 400237 h 492908"/>
              <a:gd name="connsiteX199" fmla="*/ 431866 w 496444"/>
              <a:gd name="connsiteY199" fmla="*/ 402923 h 492908"/>
              <a:gd name="connsiteX200" fmla="*/ 430521 w 496444"/>
              <a:gd name="connsiteY200" fmla="*/ 406952 h 492908"/>
              <a:gd name="connsiteX201" fmla="*/ 431866 w 496444"/>
              <a:gd name="connsiteY201" fmla="*/ 410982 h 492908"/>
              <a:gd name="connsiteX202" fmla="*/ 430521 w 496444"/>
              <a:gd name="connsiteY202" fmla="*/ 416354 h 492908"/>
              <a:gd name="connsiteX203" fmla="*/ 429175 w 496444"/>
              <a:gd name="connsiteY203" fmla="*/ 417697 h 492908"/>
              <a:gd name="connsiteX204" fmla="*/ 429175 w 496444"/>
              <a:gd name="connsiteY204" fmla="*/ 419040 h 492908"/>
              <a:gd name="connsiteX205" fmla="*/ 427830 w 496444"/>
              <a:gd name="connsiteY205" fmla="*/ 421726 h 492908"/>
              <a:gd name="connsiteX206" fmla="*/ 422449 w 496444"/>
              <a:gd name="connsiteY206" fmla="*/ 427098 h 492908"/>
              <a:gd name="connsiteX207" fmla="*/ 422449 w 496444"/>
              <a:gd name="connsiteY207" fmla="*/ 429785 h 492908"/>
              <a:gd name="connsiteX208" fmla="*/ 422449 w 496444"/>
              <a:gd name="connsiteY208" fmla="*/ 444559 h 492908"/>
              <a:gd name="connsiteX209" fmla="*/ 422449 w 496444"/>
              <a:gd name="connsiteY209" fmla="*/ 451274 h 492908"/>
              <a:gd name="connsiteX210" fmla="*/ 426485 w 496444"/>
              <a:gd name="connsiteY210" fmla="*/ 453960 h 492908"/>
              <a:gd name="connsiteX211" fmla="*/ 433211 w 496444"/>
              <a:gd name="connsiteY211" fmla="*/ 460675 h 492908"/>
              <a:gd name="connsiteX212" fmla="*/ 434557 w 496444"/>
              <a:gd name="connsiteY212" fmla="*/ 466047 h 492908"/>
              <a:gd name="connsiteX213" fmla="*/ 437247 w 496444"/>
              <a:gd name="connsiteY213" fmla="*/ 468734 h 492908"/>
              <a:gd name="connsiteX214" fmla="*/ 448011 w 496444"/>
              <a:gd name="connsiteY214" fmla="*/ 468734 h 492908"/>
              <a:gd name="connsiteX215" fmla="*/ 449356 w 496444"/>
              <a:gd name="connsiteY215" fmla="*/ 467391 h 492908"/>
              <a:gd name="connsiteX216" fmla="*/ 448011 w 496444"/>
              <a:gd name="connsiteY216" fmla="*/ 466047 h 492908"/>
              <a:gd name="connsiteX217" fmla="*/ 446665 w 496444"/>
              <a:gd name="connsiteY217" fmla="*/ 462018 h 492908"/>
              <a:gd name="connsiteX218" fmla="*/ 453392 w 496444"/>
              <a:gd name="connsiteY218" fmla="*/ 462018 h 492908"/>
              <a:gd name="connsiteX219" fmla="*/ 456083 w 496444"/>
              <a:gd name="connsiteY219" fmla="*/ 463362 h 492908"/>
              <a:gd name="connsiteX220" fmla="*/ 457428 w 496444"/>
              <a:gd name="connsiteY220" fmla="*/ 490223 h 492908"/>
              <a:gd name="connsiteX221" fmla="*/ 456083 w 496444"/>
              <a:gd name="connsiteY221" fmla="*/ 492909 h 492908"/>
              <a:gd name="connsiteX222" fmla="*/ 452047 w 496444"/>
              <a:gd name="connsiteY222" fmla="*/ 491566 h 492908"/>
              <a:gd name="connsiteX223" fmla="*/ 452047 w 496444"/>
              <a:gd name="connsiteY223" fmla="*/ 490223 h 492908"/>
              <a:gd name="connsiteX224" fmla="*/ 449356 w 496444"/>
              <a:gd name="connsiteY224" fmla="*/ 490223 h 492908"/>
              <a:gd name="connsiteX225" fmla="*/ 445320 w 496444"/>
              <a:gd name="connsiteY225" fmla="*/ 491566 h 492908"/>
              <a:gd name="connsiteX226" fmla="*/ 441284 w 496444"/>
              <a:gd name="connsiteY226" fmla="*/ 492909 h 492908"/>
              <a:gd name="connsiteX227" fmla="*/ 438593 w 496444"/>
              <a:gd name="connsiteY227" fmla="*/ 492909 h 492908"/>
              <a:gd name="connsiteX228" fmla="*/ 433211 w 496444"/>
              <a:gd name="connsiteY228" fmla="*/ 487537 h 492908"/>
              <a:gd name="connsiteX229" fmla="*/ 427830 w 496444"/>
              <a:gd name="connsiteY229" fmla="*/ 482165 h 492908"/>
              <a:gd name="connsiteX230" fmla="*/ 422449 w 496444"/>
              <a:gd name="connsiteY230" fmla="*/ 476792 h 492908"/>
              <a:gd name="connsiteX231" fmla="*/ 417067 w 496444"/>
              <a:gd name="connsiteY231" fmla="*/ 470077 h 492908"/>
              <a:gd name="connsiteX232" fmla="*/ 411685 w 496444"/>
              <a:gd name="connsiteY232" fmla="*/ 466047 h 492908"/>
              <a:gd name="connsiteX233" fmla="*/ 402268 w 496444"/>
              <a:gd name="connsiteY233" fmla="*/ 463362 h 492908"/>
              <a:gd name="connsiteX234" fmla="*/ 395541 w 496444"/>
              <a:gd name="connsiteY234" fmla="*/ 459332 h 492908"/>
              <a:gd name="connsiteX235" fmla="*/ 395541 w 496444"/>
              <a:gd name="connsiteY235" fmla="*/ 456646 h 492908"/>
              <a:gd name="connsiteX236" fmla="*/ 391505 w 496444"/>
              <a:gd name="connsiteY236" fmla="*/ 452617 h 492908"/>
              <a:gd name="connsiteX237" fmla="*/ 391505 w 496444"/>
              <a:gd name="connsiteY237" fmla="*/ 444559 h 492908"/>
              <a:gd name="connsiteX238" fmla="*/ 388814 w 496444"/>
              <a:gd name="connsiteY238" fmla="*/ 444559 h 492908"/>
              <a:gd name="connsiteX239" fmla="*/ 386123 w 496444"/>
              <a:gd name="connsiteY239" fmla="*/ 445901 h 492908"/>
              <a:gd name="connsiteX240" fmla="*/ 383432 w 496444"/>
              <a:gd name="connsiteY240" fmla="*/ 445901 h 492908"/>
              <a:gd name="connsiteX241" fmla="*/ 380742 w 496444"/>
              <a:gd name="connsiteY241" fmla="*/ 452617 h 492908"/>
              <a:gd name="connsiteX242" fmla="*/ 380742 w 496444"/>
              <a:gd name="connsiteY242" fmla="*/ 455303 h 492908"/>
              <a:gd name="connsiteX243" fmla="*/ 372670 w 496444"/>
              <a:gd name="connsiteY243" fmla="*/ 457989 h 492908"/>
              <a:gd name="connsiteX244" fmla="*/ 368634 w 496444"/>
              <a:gd name="connsiteY244" fmla="*/ 457989 h 492908"/>
              <a:gd name="connsiteX245" fmla="*/ 368634 w 496444"/>
              <a:gd name="connsiteY245" fmla="*/ 456646 h 492908"/>
              <a:gd name="connsiteX246" fmla="*/ 361907 w 496444"/>
              <a:gd name="connsiteY246" fmla="*/ 455303 h 492908"/>
              <a:gd name="connsiteX247" fmla="*/ 356525 w 496444"/>
              <a:gd name="connsiteY247" fmla="*/ 453960 h 492908"/>
              <a:gd name="connsiteX248" fmla="*/ 351143 w 496444"/>
              <a:gd name="connsiteY248" fmla="*/ 449931 h 492908"/>
              <a:gd name="connsiteX249" fmla="*/ 348453 w 496444"/>
              <a:gd name="connsiteY249" fmla="*/ 449931 h 492908"/>
              <a:gd name="connsiteX250" fmla="*/ 343071 w 496444"/>
              <a:gd name="connsiteY250" fmla="*/ 448588 h 492908"/>
              <a:gd name="connsiteX251" fmla="*/ 341726 w 496444"/>
              <a:gd name="connsiteY251" fmla="*/ 448588 h 492908"/>
              <a:gd name="connsiteX252" fmla="*/ 341726 w 496444"/>
              <a:gd name="connsiteY252" fmla="*/ 445901 h 492908"/>
              <a:gd name="connsiteX253" fmla="*/ 341726 w 496444"/>
              <a:gd name="connsiteY253" fmla="*/ 441872 h 492908"/>
              <a:gd name="connsiteX254" fmla="*/ 340381 w 496444"/>
              <a:gd name="connsiteY254" fmla="*/ 440529 h 492908"/>
              <a:gd name="connsiteX255" fmla="*/ 339035 w 496444"/>
              <a:gd name="connsiteY255" fmla="*/ 435157 h 492908"/>
              <a:gd name="connsiteX256" fmla="*/ 337690 w 496444"/>
              <a:gd name="connsiteY256" fmla="*/ 433814 h 492908"/>
              <a:gd name="connsiteX257" fmla="*/ 330963 w 496444"/>
              <a:gd name="connsiteY257" fmla="*/ 436500 h 492908"/>
              <a:gd name="connsiteX258" fmla="*/ 329617 w 496444"/>
              <a:gd name="connsiteY258" fmla="*/ 437843 h 492908"/>
              <a:gd name="connsiteX259" fmla="*/ 325581 w 496444"/>
              <a:gd name="connsiteY259" fmla="*/ 437843 h 492908"/>
              <a:gd name="connsiteX260" fmla="*/ 321545 w 496444"/>
              <a:gd name="connsiteY260" fmla="*/ 439186 h 492908"/>
              <a:gd name="connsiteX261" fmla="*/ 318854 w 496444"/>
              <a:gd name="connsiteY261" fmla="*/ 441872 h 492908"/>
              <a:gd name="connsiteX262" fmla="*/ 317509 w 496444"/>
              <a:gd name="connsiteY262" fmla="*/ 441872 h 492908"/>
              <a:gd name="connsiteX263" fmla="*/ 316164 w 496444"/>
              <a:gd name="connsiteY263" fmla="*/ 440529 h 492908"/>
              <a:gd name="connsiteX264" fmla="*/ 316164 w 496444"/>
              <a:gd name="connsiteY264" fmla="*/ 435157 h 492908"/>
              <a:gd name="connsiteX265" fmla="*/ 314818 w 496444"/>
              <a:gd name="connsiteY265" fmla="*/ 433814 h 492908"/>
              <a:gd name="connsiteX266" fmla="*/ 310782 w 496444"/>
              <a:gd name="connsiteY266" fmla="*/ 432471 h 492908"/>
              <a:gd name="connsiteX267" fmla="*/ 308092 w 496444"/>
              <a:gd name="connsiteY267" fmla="*/ 432471 h 492908"/>
              <a:gd name="connsiteX268" fmla="*/ 305401 w 496444"/>
              <a:gd name="connsiteY268" fmla="*/ 431128 h 492908"/>
              <a:gd name="connsiteX269" fmla="*/ 305401 w 496444"/>
              <a:gd name="connsiteY269" fmla="*/ 429785 h 492908"/>
              <a:gd name="connsiteX270" fmla="*/ 301365 w 496444"/>
              <a:gd name="connsiteY270" fmla="*/ 431128 h 492908"/>
              <a:gd name="connsiteX271" fmla="*/ 297328 w 496444"/>
              <a:gd name="connsiteY271" fmla="*/ 432471 h 492908"/>
              <a:gd name="connsiteX272" fmla="*/ 291947 w 496444"/>
              <a:gd name="connsiteY272" fmla="*/ 435157 h 492908"/>
              <a:gd name="connsiteX273" fmla="*/ 290601 w 496444"/>
              <a:gd name="connsiteY273" fmla="*/ 435157 h 492908"/>
              <a:gd name="connsiteX274" fmla="*/ 286565 w 496444"/>
              <a:gd name="connsiteY274" fmla="*/ 436500 h 492908"/>
              <a:gd name="connsiteX275" fmla="*/ 285220 w 496444"/>
              <a:gd name="connsiteY275" fmla="*/ 435157 h 492908"/>
              <a:gd name="connsiteX276" fmla="*/ 278493 w 496444"/>
              <a:gd name="connsiteY276" fmla="*/ 435157 h 492908"/>
              <a:gd name="connsiteX277" fmla="*/ 275802 w 496444"/>
              <a:gd name="connsiteY277" fmla="*/ 435157 h 492908"/>
              <a:gd name="connsiteX278" fmla="*/ 271766 w 496444"/>
              <a:gd name="connsiteY278" fmla="*/ 432471 h 492908"/>
              <a:gd name="connsiteX279" fmla="*/ 269075 w 496444"/>
              <a:gd name="connsiteY279" fmla="*/ 432471 h 492908"/>
              <a:gd name="connsiteX280" fmla="*/ 267730 w 496444"/>
              <a:gd name="connsiteY280" fmla="*/ 432471 h 492908"/>
              <a:gd name="connsiteX281" fmla="*/ 265039 w 496444"/>
              <a:gd name="connsiteY281" fmla="*/ 433814 h 492908"/>
              <a:gd name="connsiteX282" fmla="*/ 263694 w 496444"/>
              <a:gd name="connsiteY282" fmla="*/ 435157 h 492908"/>
              <a:gd name="connsiteX283" fmla="*/ 261003 w 496444"/>
              <a:gd name="connsiteY283" fmla="*/ 435157 h 492908"/>
              <a:gd name="connsiteX284" fmla="*/ 259658 w 496444"/>
              <a:gd name="connsiteY284" fmla="*/ 433814 h 492908"/>
              <a:gd name="connsiteX285" fmla="*/ 259658 w 496444"/>
              <a:gd name="connsiteY285" fmla="*/ 428441 h 492908"/>
              <a:gd name="connsiteX286" fmla="*/ 262348 w 496444"/>
              <a:gd name="connsiteY286" fmla="*/ 427098 h 492908"/>
              <a:gd name="connsiteX287" fmla="*/ 262348 w 496444"/>
              <a:gd name="connsiteY287" fmla="*/ 425755 h 492908"/>
              <a:gd name="connsiteX288" fmla="*/ 263694 w 496444"/>
              <a:gd name="connsiteY288" fmla="*/ 421726 h 492908"/>
              <a:gd name="connsiteX289" fmla="*/ 261003 w 496444"/>
              <a:gd name="connsiteY289" fmla="*/ 419040 h 492908"/>
              <a:gd name="connsiteX290" fmla="*/ 259658 w 496444"/>
              <a:gd name="connsiteY290" fmla="*/ 415011 h 492908"/>
              <a:gd name="connsiteX291" fmla="*/ 261003 w 496444"/>
              <a:gd name="connsiteY291" fmla="*/ 412324 h 492908"/>
              <a:gd name="connsiteX292" fmla="*/ 261003 w 496444"/>
              <a:gd name="connsiteY292" fmla="*/ 409638 h 492908"/>
              <a:gd name="connsiteX293" fmla="*/ 256967 w 496444"/>
              <a:gd name="connsiteY293" fmla="*/ 406952 h 492908"/>
              <a:gd name="connsiteX294" fmla="*/ 256967 w 496444"/>
              <a:gd name="connsiteY294" fmla="*/ 404266 h 492908"/>
              <a:gd name="connsiteX295" fmla="*/ 258312 w 496444"/>
              <a:gd name="connsiteY295" fmla="*/ 400237 h 492908"/>
              <a:gd name="connsiteX296" fmla="*/ 258312 w 496444"/>
              <a:gd name="connsiteY296" fmla="*/ 397551 h 492908"/>
              <a:gd name="connsiteX297" fmla="*/ 255622 w 496444"/>
              <a:gd name="connsiteY297" fmla="*/ 397551 h 492908"/>
              <a:gd name="connsiteX298" fmla="*/ 254277 w 496444"/>
              <a:gd name="connsiteY298" fmla="*/ 393521 h 492908"/>
              <a:gd name="connsiteX299" fmla="*/ 252931 w 496444"/>
              <a:gd name="connsiteY299" fmla="*/ 392178 h 492908"/>
              <a:gd name="connsiteX300" fmla="*/ 252931 w 496444"/>
              <a:gd name="connsiteY300" fmla="*/ 389492 h 492908"/>
              <a:gd name="connsiteX301" fmla="*/ 250240 w 496444"/>
              <a:gd name="connsiteY301" fmla="*/ 386806 h 492908"/>
              <a:gd name="connsiteX302" fmla="*/ 250240 w 496444"/>
              <a:gd name="connsiteY302" fmla="*/ 384120 h 492908"/>
              <a:gd name="connsiteX303" fmla="*/ 248895 w 496444"/>
              <a:gd name="connsiteY303" fmla="*/ 381434 h 492908"/>
              <a:gd name="connsiteX304" fmla="*/ 251586 w 496444"/>
              <a:gd name="connsiteY304" fmla="*/ 376062 h 492908"/>
              <a:gd name="connsiteX305" fmla="*/ 250240 w 496444"/>
              <a:gd name="connsiteY305" fmla="*/ 366660 h 492908"/>
              <a:gd name="connsiteX306" fmla="*/ 248895 w 496444"/>
              <a:gd name="connsiteY306" fmla="*/ 363974 h 492908"/>
              <a:gd name="connsiteX307" fmla="*/ 250240 w 496444"/>
              <a:gd name="connsiteY307" fmla="*/ 362631 h 492908"/>
              <a:gd name="connsiteX308" fmla="*/ 251586 w 496444"/>
              <a:gd name="connsiteY308" fmla="*/ 359944 h 492908"/>
              <a:gd name="connsiteX309" fmla="*/ 251586 w 496444"/>
              <a:gd name="connsiteY309" fmla="*/ 355915 h 492908"/>
              <a:gd name="connsiteX310" fmla="*/ 247550 w 496444"/>
              <a:gd name="connsiteY310" fmla="*/ 351886 h 492908"/>
              <a:gd name="connsiteX311" fmla="*/ 248895 w 496444"/>
              <a:gd name="connsiteY311" fmla="*/ 347857 h 492908"/>
              <a:gd name="connsiteX312" fmla="*/ 251586 w 496444"/>
              <a:gd name="connsiteY312" fmla="*/ 343828 h 492908"/>
              <a:gd name="connsiteX313" fmla="*/ 251586 w 496444"/>
              <a:gd name="connsiteY313" fmla="*/ 339798 h 492908"/>
              <a:gd name="connsiteX314" fmla="*/ 251586 w 496444"/>
              <a:gd name="connsiteY314" fmla="*/ 335769 h 492908"/>
              <a:gd name="connsiteX315" fmla="*/ 251586 w 496444"/>
              <a:gd name="connsiteY315" fmla="*/ 333083 h 492908"/>
              <a:gd name="connsiteX316" fmla="*/ 220642 w 496444"/>
              <a:gd name="connsiteY316" fmla="*/ 330397 h 492908"/>
              <a:gd name="connsiteX317" fmla="*/ 219297 w 496444"/>
              <a:gd name="connsiteY317" fmla="*/ 327711 h 492908"/>
              <a:gd name="connsiteX318" fmla="*/ 221987 w 496444"/>
              <a:gd name="connsiteY318" fmla="*/ 325024 h 492908"/>
              <a:gd name="connsiteX319" fmla="*/ 221987 w 496444"/>
              <a:gd name="connsiteY319" fmla="*/ 322338 h 492908"/>
              <a:gd name="connsiteX320" fmla="*/ 213915 w 496444"/>
              <a:gd name="connsiteY320" fmla="*/ 320995 h 492908"/>
              <a:gd name="connsiteX321" fmla="*/ 213915 w 496444"/>
              <a:gd name="connsiteY321" fmla="*/ 323682 h 492908"/>
              <a:gd name="connsiteX322" fmla="*/ 188353 w 496444"/>
              <a:gd name="connsiteY322" fmla="*/ 325024 h 492908"/>
              <a:gd name="connsiteX323" fmla="*/ 188353 w 496444"/>
              <a:gd name="connsiteY323" fmla="*/ 331740 h 492908"/>
              <a:gd name="connsiteX324" fmla="*/ 185662 w 496444"/>
              <a:gd name="connsiteY324" fmla="*/ 335769 h 492908"/>
              <a:gd name="connsiteX325" fmla="*/ 184317 w 496444"/>
              <a:gd name="connsiteY325" fmla="*/ 337112 h 492908"/>
              <a:gd name="connsiteX326" fmla="*/ 184317 w 496444"/>
              <a:gd name="connsiteY326" fmla="*/ 342485 h 492908"/>
              <a:gd name="connsiteX327" fmla="*/ 184317 w 496444"/>
              <a:gd name="connsiteY327" fmla="*/ 349200 h 492908"/>
              <a:gd name="connsiteX328" fmla="*/ 165482 w 496444"/>
              <a:gd name="connsiteY328" fmla="*/ 350543 h 492908"/>
              <a:gd name="connsiteX329" fmla="*/ 161445 w 496444"/>
              <a:gd name="connsiteY329" fmla="*/ 351886 h 492908"/>
              <a:gd name="connsiteX330" fmla="*/ 152028 w 496444"/>
              <a:gd name="connsiteY330" fmla="*/ 351886 h 492908"/>
              <a:gd name="connsiteX331" fmla="*/ 149337 w 496444"/>
              <a:gd name="connsiteY331" fmla="*/ 350543 h 492908"/>
              <a:gd name="connsiteX332" fmla="*/ 145301 w 496444"/>
              <a:gd name="connsiteY332" fmla="*/ 351886 h 492908"/>
              <a:gd name="connsiteX333" fmla="*/ 138574 w 496444"/>
              <a:gd name="connsiteY333" fmla="*/ 351886 h 492908"/>
              <a:gd name="connsiteX334" fmla="*/ 135883 w 496444"/>
              <a:gd name="connsiteY334" fmla="*/ 350543 h 492908"/>
              <a:gd name="connsiteX335" fmla="*/ 133193 w 496444"/>
              <a:gd name="connsiteY335" fmla="*/ 341141 h 492908"/>
              <a:gd name="connsiteX336" fmla="*/ 130502 w 496444"/>
              <a:gd name="connsiteY336" fmla="*/ 337112 h 492908"/>
              <a:gd name="connsiteX337" fmla="*/ 127811 w 496444"/>
              <a:gd name="connsiteY337" fmla="*/ 333083 h 492908"/>
              <a:gd name="connsiteX338" fmla="*/ 125120 w 496444"/>
              <a:gd name="connsiteY338" fmla="*/ 331740 h 492908"/>
              <a:gd name="connsiteX339" fmla="*/ 125120 w 496444"/>
              <a:gd name="connsiteY339" fmla="*/ 329054 h 492908"/>
              <a:gd name="connsiteX340" fmla="*/ 125120 w 496444"/>
              <a:gd name="connsiteY340" fmla="*/ 326368 h 492908"/>
              <a:gd name="connsiteX341" fmla="*/ 123775 w 496444"/>
              <a:gd name="connsiteY341" fmla="*/ 319652 h 492908"/>
              <a:gd name="connsiteX342" fmla="*/ 121084 w 496444"/>
              <a:gd name="connsiteY342" fmla="*/ 315623 h 492908"/>
              <a:gd name="connsiteX343" fmla="*/ 121084 w 496444"/>
              <a:gd name="connsiteY343" fmla="*/ 311594 h 492908"/>
              <a:gd name="connsiteX344" fmla="*/ 122429 w 496444"/>
              <a:gd name="connsiteY344" fmla="*/ 308908 h 492908"/>
              <a:gd name="connsiteX345" fmla="*/ 121084 w 496444"/>
              <a:gd name="connsiteY345" fmla="*/ 306221 h 492908"/>
              <a:gd name="connsiteX346" fmla="*/ 118393 w 496444"/>
              <a:gd name="connsiteY346" fmla="*/ 303535 h 492908"/>
              <a:gd name="connsiteX347" fmla="*/ 118393 w 496444"/>
              <a:gd name="connsiteY347" fmla="*/ 300849 h 492908"/>
              <a:gd name="connsiteX348" fmla="*/ 118393 w 496444"/>
              <a:gd name="connsiteY348" fmla="*/ 299506 h 492908"/>
              <a:gd name="connsiteX349" fmla="*/ 118393 w 496444"/>
              <a:gd name="connsiteY349" fmla="*/ 295477 h 492908"/>
              <a:gd name="connsiteX350" fmla="*/ 91486 w 496444"/>
              <a:gd name="connsiteY350" fmla="*/ 295477 h 492908"/>
              <a:gd name="connsiteX351" fmla="*/ 73996 w 496444"/>
              <a:gd name="connsiteY351" fmla="*/ 295477 h 492908"/>
              <a:gd name="connsiteX352" fmla="*/ 64578 w 496444"/>
              <a:gd name="connsiteY352" fmla="*/ 295477 h 492908"/>
              <a:gd name="connsiteX353" fmla="*/ 56506 w 496444"/>
              <a:gd name="connsiteY353" fmla="*/ 295477 h 492908"/>
              <a:gd name="connsiteX354" fmla="*/ 52470 w 496444"/>
              <a:gd name="connsiteY354" fmla="*/ 295477 h 492908"/>
              <a:gd name="connsiteX355" fmla="*/ 44398 w 496444"/>
              <a:gd name="connsiteY355" fmla="*/ 295477 h 492908"/>
              <a:gd name="connsiteX356" fmla="*/ 39016 w 496444"/>
              <a:gd name="connsiteY356" fmla="*/ 295477 h 492908"/>
              <a:gd name="connsiteX357" fmla="*/ 33634 w 496444"/>
              <a:gd name="connsiteY357" fmla="*/ 295477 h 492908"/>
              <a:gd name="connsiteX358" fmla="*/ 29598 w 496444"/>
              <a:gd name="connsiteY358" fmla="*/ 295477 h 492908"/>
              <a:gd name="connsiteX359" fmla="*/ 25562 w 496444"/>
              <a:gd name="connsiteY359" fmla="*/ 295477 h 492908"/>
              <a:gd name="connsiteX360" fmla="*/ 21526 w 496444"/>
              <a:gd name="connsiteY360" fmla="*/ 295477 h 492908"/>
              <a:gd name="connsiteX361" fmla="*/ 17490 w 496444"/>
              <a:gd name="connsiteY361" fmla="*/ 296820 h 492908"/>
              <a:gd name="connsiteX362" fmla="*/ 16145 w 496444"/>
              <a:gd name="connsiteY362" fmla="*/ 298163 h 492908"/>
              <a:gd name="connsiteX363" fmla="*/ 13454 w 496444"/>
              <a:gd name="connsiteY363" fmla="*/ 298163 h 492908"/>
              <a:gd name="connsiteX364" fmla="*/ 12109 w 496444"/>
              <a:gd name="connsiteY364" fmla="*/ 299506 h 492908"/>
              <a:gd name="connsiteX365" fmla="*/ 12109 w 496444"/>
              <a:gd name="connsiteY365" fmla="*/ 299506 h 492908"/>
              <a:gd name="connsiteX366" fmla="*/ 12109 w 496444"/>
              <a:gd name="connsiteY366" fmla="*/ 299506 h 492908"/>
              <a:gd name="connsiteX367" fmla="*/ 12109 w 496444"/>
              <a:gd name="connsiteY367" fmla="*/ 299506 h 492908"/>
              <a:gd name="connsiteX368" fmla="*/ 8072 w 496444"/>
              <a:gd name="connsiteY368" fmla="*/ 296820 h 492908"/>
              <a:gd name="connsiteX369" fmla="*/ 1345 w 496444"/>
              <a:gd name="connsiteY369" fmla="*/ 296820 h 49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</a:cxnLst>
            <a:rect l="l" t="t" r="r" b="b"/>
            <a:pathLst>
              <a:path w="496444" h="492908">
                <a:moveTo>
                  <a:pt x="0" y="294134"/>
                </a:moveTo>
                <a:lnTo>
                  <a:pt x="4036" y="291447"/>
                </a:lnTo>
                <a:lnTo>
                  <a:pt x="9418" y="290105"/>
                </a:lnTo>
                <a:lnTo>
                  <a:pt x="12109" y="287418"/>
                </a:lnTo>
                <a:lnTo>
                  <a:pt x="12109" y="278017"/>
                </a:lnTo>
                <a:lnTo>
                  <a:pt x="13454" y="275331"/>
                </a:lnTo>
                <a:lnTo>
                  <a:pt x="18836" y="269959"/>
                </a:lnTo>
                <a:lnTo>
                  <a:pt x="25562" y="264586"/>
                </a:lnTo>
                <a:lnTo>
                  <a:pt x="28253" y="265929"/>
                </a:lnTo>
                <a:lnTo>
                  <a:pt x="32289" y="263243"/>
                </a:lnTo>
                <a:lnTo>
                  <a:pt x="33634" y="265929"/>
                </a:lnTo>
                <a:lnTo>
                  <a:pt x="33634" y="268615"/>
                </a:lnTo>
                <a:lnTo>
                  <a:pt x="39016" y="268615"/>
                </a:lnTo>
                <a:lnTo>
                  <a:pt x="41707" y="264586"/>
                </a:lnTo>
                <a:lnTo>
                  <a:pt x="41707" y="259214"/>
                </a:lnTo>
                <a:lnTo>
                  <a:pt x="45743" y="259214"/>
                </a:lnTo>
                <a:lnTo>
                  <a:pt x="48434" y="260557"/>
                </a:lnTo>
                <a:lnTo>
                  <a:pt x="53815" y="255185"/>
                </a:lnTo>
                <a:lnTo>
                  <a:pt x="61887" y="252498"/>
                </a:lnTo>
                <a:lnTo>
                  <a:pt x="61887" y="255185"/>
                </a:lnTo>
                <a:lnTo>
                  <a:pt x="59197" y="260557"/>
                </a:lnTo>
                <a:lnTo>
                  <a:pt x="60542" y="261900"/>
                </a:lnTo>
                <a:lnTo>
                  <a:pt x="61887" y="267272"/>
                </a:lnTo>
                <a:lnTo>
                  <a:pt x="67269" y="269959"/>
                </a:lnTo>
                <a:lnTo>
                  <a:pt x="73996" y="267272"/>
                </a:lnTo>
                <a:lnTo>
                  <a:pt x="78032" y="261900"/>
                </a:lnTo>
                <a:lnTo>
                  <a:pt x="88795" y="251155"/>
                </a:lnTo>
                <a:lnTo>
                  <a:pt x="90140" y="247126"/>
                </a:lnTo>
                <a:lnTo>
                  <a:pt x="94176" y="244440"/>
                </a:lnTo>
                <a:lnTo>
                  <a:pt x="98213" y="244440"/>
                </a:lnTo>
                <a:lnTo>
                  <a:pt x="103594" y="236382"/>
                </a:lnTo>
                <a:lnTo>
                  <a:pt x="102249" y="232352"/>
                </a:lnTo>
                <a:lnTo>
                  <a:pt x="104940" y="225637"/>
                </a:lnTo>
                <a:lnTo>
                  <a:pt x="104940" y="210863"/>
                </a:lnTo>
                <a:lnTo>
                  <a:pt x="103594" y="209520"/>
                </a:lnTo>
                <a:lnTo>
                  <a:pt x="102249" y="201462"/>
                </a:lnTo>
                <a:lnTo>
                  <a:pt x="106285" y="196089"/>
                </a:lnTo>
                <a:lnTo>
                  <a:pt x="113012" y="188031"/>
                </a:lnTo>
                <a:lnTo>
                  <a:pt x="113012" y="182659"/>
                </a:lnTo>
                <a:lnTo>
                  <a:pt x="118393" y="175943"/>
                </a:lnTo>
                <a:lnTo>
                  <a:pt x="125120" y="171914"/>
                </a:lnTo>
                <a:lnTo>
                  <a:pt x="127811" y="173257"/>
                </a:lnTo>
                <a:lnTo>
                  <a:pt x="131847" y="169228"/>
                </a:lnTo>
                <a:lnTo>
                  <a:pt x="137229" y="167885"/>
                </a:lnTo>
                <a:lnTo>
                  <a:pt x="145301" y="154454"/>
                </a:lnTo>
                <a:lnTo>
                  <a:pt x="145301" y="145052"/>
                </a:lnTo>
                <a:lnTo>
                  <a:pt x="147991" y="136994"/>
                </a:lnTo>
                <a:lnTo>
                  <a:pt x="152028" y="135651"/>
                </a:lnTo>
                <a:lnTo>
                  <a:pt x="152028" y="127592"/>
                </a:lnTo>
                <a:lnTo>
                  <a:pt x="152028" y="126249"/>
                </a:lnTo>
                <a:lnTo>
                  <a:pt x="153373" y="118191"/>
                </a:lnTo>
                <a:lnTo>
                  <a:pt x="152028" y="115504"/>
                </a:lnTo>
                <a:lnTo>
                  <a:pt x="153373" y="107446"/>
                </a:lnTo>
                <a:lnTo>
                  <a:pt x="157409" y="103417"/>
                </a:lnTo>
                <a:lnTo>
                  <a:pt x="157409" y="96702"/>
                </a:lnTo>
                <a:lnTo>
                  <a:pt x="158755" y="91329"/>
                </a:lnTo>
                <a:lnTo>
                  <a:pt x="156064" y="81928"/>
                </a:lnTo>
                <a:lnTo>
                  <a:pt x="168172" y="68497"/>
                </a:lnTo>
                <a:lnTo>
                  <a:pt x="169518" y="63125"/>
                </a:lnTo>
                <a:lnTo>
                  <a:pt x="173554" y="60438"/>
                </a:lnTo>
                <a:lnTo>
                  <a:pt x="173554" y="51037"/>
                </a:lnTo>
                <a:lnTo>
                  <a:pt x="170863" y="45665"/>
                </a:lnTo>
                <a:lnTo>
                  <a:pt x="172208" y="40292"/>
                </a:lnTo>
                <a:lnTo>
                  <a:pt x="173554" y="36263"/>
                </a:lnTo>
                <a:lnTo>
                  <a:pt x="174899" y="33577"/>
                </a:lnTo>
                <a:lnTo>
                  <a:pt x="170863" y="28204"/>
                </a:lnTo>
                <a:lnTo>
                  <a:pt x="170863" y="25518"/>
                </a:lnTo>
                <a:lnTo>
                  <a:pt x="173554" y="25518"/>
                </a:lnTo>
                <a:lnTo>
                  <a:pt x="176244" y="22832"/>
                </a:lnTo>
                <a:lnTo>
                  <a:pt x="176244" y="20146"/>
                </a:lnTo>
                <a:lnTo>
                  <a:pt x="178935" y="17460"/>
                </a:lnTo>
                <a:lnTo>
                  <a:pt x="178935" y="13431"/>
                </a:lnTo>
                <a:lnTo>
                  <a:pt x="181626" y="12088"/>
                </a:lnTo>
                <a:lnTo>
                  <a:pt x="184317" y="12088"/>
                </a:lnTo>
                <a:lnTo>
                  <a:pt x="188353" y="8058"/>
                </a:lnTo>
                <a:lnTo>
                  <a:pt x="192389" y="9401"/>
                </a:lnTo>
                <a:lnTo>
                  <a:pt x="193735" y="6715"/>
                </a:lnTo>
                <a:lnTo>
                  <a:pt x="196425" y="6715"/>
                </a:lnTo>
                <a:lnTo>
                  <a:pt x="199116" y="9401"/>
                </a:lnTo>
                <a:lnTo>
                  <a:pt x="203152" y="10744"/>
                </a:lnTo>
                <a:lnTo>
                  <a:pt x="209879" y="16117"/>
                </a:lnTo>
                <a:lnTo>
                  <a:pt x="213915" y="17460"/>
                </a:lnTo>
                <a:lnTo>
                  <a:pt x="220642" y="24175"/>
                </a:lnTo>
                <a:lnTo>
                  <a:pt x="223333" y="25518"/>
                </a:lnTo>
                <a:lnTo>
                  <a:pt x="228714" y="24175"/>
                </a:lnTo>
                <a:lnTo>
                  <a:pt x="234096" y="28204"/>
                </a:lnTo>
                <a:lnTo>
                  <a:pt x="239477" y="28204"/>
                </a:lnTo>
                <a:lnTo>
                  <a:pt x="243513" y="28204"/>
                </a:lnTo>
                <a:lnTo>
                  <a:pt x="246204" y="26862"/>
                </a:lnTo>
                <a:lnTo>
                  <a:pt x="250240" y="26862"/>
                </a:lnTo>
                <a:lnTo>
                  <a:pt x="255622" y="29548"/>
                </a:lnTo>
                <a:lnTo>
                  <a:pt x="261003" y="30891"/>
                </a:lnTo>
                <a:lnTo>
                  <a:pt x="263694" y="32234"/>
                </a:lnTo>
                <a:lnTo>
                  <a:pt x="269075" y="30891"/>
                </a:lnTo>
                <a:lnTo>
                  <a:pt x="270421" y="28204"/>
                </a:lnTo>
                <a:lnTo>
                  <a:pt x="267730" y="26862"/>
                </a:lnTo>
                <a:lnTo>
                  <a:pt x="267730" y="22832"/>
                </a:lnTo>
                <a:lnTo>
                  <a:pt x="271766" y="18803"/>
                </a:lnTo>
                <a:lnTo>
                  <a:pt x="275802" y="14774"/>
                </a:lnTo>
                <a:lnTo>
                  <a:pt x="279839" y="14774"/>
                </a:lnTo>
                <a:lnTo>
                  <a:pt x="285220" y="16117"/>
                </a:lnTo>
                <a:lnTo>
                  <a:pt x="287911" y="18803"/>
                </a:lnTo>
                <a:lnTo>
                  <a:pt x="291947" y="17460"/>
                </a:lnTo>
                <a:lnTo>
                  <a:pt x="302710" y="16117"/>
                </a:lnTo>
                <a:lnTo>
                  <a:pt x="305401" y="13431"/>
                </a:lnTo>
                <a:lnTo>
                  <a:pt x="309437" y="12088"/>
                </a:lnTo>
                <a:lnTo>
                  <a:pt x="318854" y="6715"/>
                </a:lnTo>
                <a:lnTo>
                  <a:pt x="322890" y="8058"/>
                </a:lnTo>
                <a:lnTo>
                  <a:pt x="324236" y="9401"/>
                </a:lnTo>
                <a:lnTo>
                  <a:pt x="325581" y="9401"/>
                </a:lnTo>
                <a:lnTo>
                  <a:pt x="326927" y="13431"/>
                </a:lnTo>
                <a:lnTo>
                  <a:pt x="328272" y="13431"/>
                </a:lnTo>
                <a:lnTo>
                  <a:pt x="332308" y="10744"/>
                </a:lnTo>
                <a:lnTo>
                  <a:pt x="339035" y="10744"/>
                </a:lnTo>
                <a:lnTo>
                  <a:pt x="341726" y="9401"/>
                </a:lnTo>
                <a:lnTo>
                  <a:pt x="344417" y="9401"/>
                </a:lnTo>
                <a:lnTo>
                  <a:pt x="348453" y="4029"/>
                </a:lnTo>
                <a:lnTo>
                  <a:pt x="347107" y="2686"/>
                </a:lnTo>
                <a:lnTo>
                  <a:pt x="347107" y="1343"/>
                </a:lnTo>
                <a:lnTo>
                  <a:pt x="351143" y="0"/>
                </a:lnTo>
                <a:lnTo>
                  <a:pt x="353834" y="2686"/>
                </a:lnTo>
                <a:lnTo>
                  <a:pt x="359216" y="4029"/>
                </a:lnTo>
                <a:lnTo>
                  <a:pt x="361907" y="4029"/>
                </a:lnTo>
                <a:lnTo>
                  <a:pt x="364597" y="5372"/>
                </a:lnTo>
                <a:lnTo>
                  <a:pt x="368634" y="5372"/>
                </a:lnTo>
                <a:lnTo>
                  <a:pt x="372670" y="8058"/>
                </a:lnTo>
                <a:lnTo>
                  <a:pt x="382087" y="8058"/>
                </a:lnTo>
                <a:lnTo>
                  <a:pt x="383432" y="9401"/>
                </a:lnTo>
                <a:lnTo>
                  <a:pt x="391505" y="5372"/>
                </a:lnTo>
                <a:lnTo>
                  <a:pt x="398232" y="5372"/>
                </a:lnTo>
                <a:lnTo>
                  <a:pt x="402268" y="8058"/>
                </a:lnTo>
                <a:lnTo>
                  <a:pt x="403613" y="9401"/>
                </a:lnTo>
                <a:lnTo>
                  <a:pt x="404958" y="13431"/>
                </a:lnTo>
                <a:lnTo>
                  <a:pt x="407649" y="16117"/>
                </a:lnTo>
                <a:lnTo>
                  <a:pt x="410340" y="17460"/>
                </a:lnTo>
                <a:lnTo>
                  <a:pt x="413031" y="20146"/>
                </a:lnTo>
                <a:lnTo>
                  <a:pt x="418412" y="25518"/>
                </a:lnTo>
                <a:lnTo>
                  <a:pt x="423794" y="26862"/>
                </a:lnTo>
                <a:lnTo>
                  <a:pt x="426485" y="26862"/>
                </a:lnTo>
                <a:lnTo>
                  <a:pt x="429175" y="22832"/>
                </a:lnTo>
                <a:lnTo>
                  <a:pt x="431866" y="21489"/>
                </a:lnTo>
                <a:lnTo>
                  <a:pt x="438593" y="21489"/>
                </a:lnTo>
                <a:lnTo>
                  <a:pt x="441284" y="21489"/>
                </a:lnTo>
                <a:lnTo>
                  <a:pt x="442629" y="22832"/>
                </a:lnTo>
                <a:lnTo>
                  <a:pt x="445320" y="22832"/>
                </a:lnTo>
                <a:lnTo>
                  <a:pt x="450701" y="21489"/>
                </a:lnTo>
                <a:lnTo>
                  <a:pt x="452047" y="18803"/>
                </a:lnTo>
                <a:lnTo>
                  <a:pt x="454738" y="14774"/>
                </a:lnTo>
                <a:lnTo>
                  <a:pt x="461464" y="16117"/>
                </a:lnTo>
                <a:lnTo>
                  <a:pt x="462810" y="17460"/>
                </a:lnTo>
                <a:lnTo>
                  <a:pt x="466846" y="24175"/>
                </a:lnTo>
                <a:lnTo>
                  <a:pt x="469537" y="26862"/>
                </a:lnTo>
                <a:lnTo>
                  <a:pt x="470882" y="29548"/>
                </a:lnTo>
                <a:lnTo>
                  <a:pt x="477609" y="30891"/>
                </a:lnTo>
                <a:lnTo>
                  <a:pt x="480300" y="33577"/>
                </a:lnTo>
                <a:lnTo>
                  <a:pt x="481645" y="37606"/>
                </a:lnTo>
                <a:lnTo>
                  <a:pt x="484336" y="40292"/>
                </a:lnTo>
                <a:lnTo>
                  <a:pt x="485681" y="44321"/>
                </a:lnTo>
                <a:lnTo>
                  <a:pt x="485681" y="47008"/>
                </a:lnTo>
                <a:lnTo>
                  <a:pt x="487027" y="47008"/>
                </a:lnTo>
                <a:lnTo>
                  <a:pt x="493753" y="47008"/>
                </a:lnTo>
                <a:lnTo>
                  <a:pt x="495099" y="48351"/>
                </a:lnTo>
                <a:lnTo>
                  <a:pt x="493753" y="52380"/>
                </a:lnTo>
                <a:lnTo>
                  <a:pt x="491062" y="56409"/>
                </a:lnTo>
                <a:lnTo>
                  <a:pt x="491062" y="63125"/>
                </a:lnTo>
                <a:lnTo>
                  <a:pt x="489717" y="72526"/>
                </a:lnTo>
                <a:lnTo>
                  <a:pt x="488372" y="79241"/>
                </a:lnTo>
                <a:lnTo>
                  <a:pt x="492408" y="80585"/>
                </a:lnTo>
                <a:lnTo>
                  <a:pt x="493753" y="84614"/>
                </a:lnTo>
                <a:lnTo>
                  <a:pt x="496444" y="88643"/>
                </a:lnTo>
                <a:lnTo>
                  <a:pt x="496444" y="91329"/>
                </a:lnTo>
                <a:lnTo>
                  <a:pt x="482991" y="108789"/>
                </a:lnTo>
                <a:lnTo>
                  <a:pt x="474918" y="118191"/>
                </a:lnTo>
                <a:lnTo>
                  <a:pt x="472227" y="122220"/>
                </a:lnTo>
                <a:lnTo>
                  <a:pt x="461464" y="141023"/>
                </a:lnTo>
                <a:lnTo>
                  <a:pt x="460119" y="143709"/>
                </a:lnTo>
                <a:lnTo>
                  <a:pt x="460119" y="150424"/>
                </a:lnTo>
                <a:lnTo>
                  <a:pt x="458774" y="159826"/>
                </a:lnTo>
                <a:lnTo>
                  <a:pt x="456083" y="169228"/>
                </a:lnTo>
                <a:lnTo>
                  <a:pt x="456083" y="174600"/>
                </a:lnTo>
                <a:lnTo>
                  <a:pt x="449356" y="181315"/>
                </a:lnTo>
                <a:lnTo>
                  <a:pt x="445320" y="188031"/>
                </a:lnTo>
                <a:lnTo>
                  <a:pt x="441284" y="202805"/>
                </a:lnTo>
                <a:lnTo>
                  <a:pt x="439938" y="209520"/>
                </a:lnTo>
                <a:lnTo>
                  <a:pt x="443974" y="214892"/>
                </a:lnTo>
                <a:lnTo>
                  <a:pt x="443974" y="221608"/>
                </a:lnTo>
                <a:lnTo>
                  <a:pt x="443974" y="228323"/>
                </a:lnTo>
                <a:lnTo>
                  <a:pt x="452047" y="280703"/>
                </a:lnTo>
                <a:lnTo>
                  <a:pt x="458774" y="311594"/>
                </a:lnTo>
                <a:lnTo>
                  <a:pt x="476264" y="335769"/>
                </a:lnTo>
                <a:lnTo>
                  <a:pt x="482991" y="357259"/>
                </a:lnTo>
                <a:lnTo>
                  <a:pt x="478954" y="354572"/>
                </a:lnTo>
                <a:lnTo>
                  <a:pt x="437247" y="365317"/>
                </a:lnTo>
                <a:lnTo>
                  <a:pt x="426485" y="385463"/>
                </a:lnTo>
                <a:lnTo>
                  <a:pt x="427830" y="390835"/>
                </a:lnTo>
                <a:lnTo>
                  <a:pt x="430521" y="393521"/>
                </a:lnTo>
                <a:lnTo>
                  <a:pt x="433211" y="394865"/>
                </a:lnTo>
                <a:lnTo>
                  <a:pt x="433211" y="398894"/>
                </a:lnTo>
                <a:lnTo>
                  <a:pt x="430521" y="400237"/>
                </a:lnTo>
                <a:lnTo>
                  <a:pt x="431866" y="402923"/>
                </a:lnTo>
                <a:lnTo>
                  <a:pt x="430521" y="406952"/>
                </a:lnTo>
                <a:lnTo>
                  <a:pt x="431866" y="410982"/>
                </a:lnTo>
                <a:lnTo>
                  <a:pt x="430521" y="416354"/>
                </a:lnTo>
                <a:lnTo>
                  <a:pt x="429175" y="417697"/>
                </a:lnTo>
                <a:lnTo>
                  <a:pt x="429175" y="419040"/>
                </a:lnTo>
                <a:lnTo>
                  <a:pt x="427830" y="421726"/>
                </a:lnTo>
                <a:lnTo>
                  <a:pt x="422449" y="427098"/>
                </a:lnTo>
                <a:lnTo>
                  <a:pt x="422449" y="429785"/>
                </a:lnTo>
                <a:lnTo>
                  <a:pt x="422449" y="444559"/>
                </a:lnTo>
                <a:lnTo>
                  <a:pt x="422449" y="451274"/>
                </a:lnTo>
                <a:lnTo>
                  <a:pt x="426485" y="453960"/>
                </a:lnTo>
                <a:lnTo>
                  <a:pt x="433211" y="460675"/>
                </a:lnTo>
                <a:lnTo>
                  <a:pt x="434557" y="466047"/>
                </a:lnTo>
                <a:lnTo>
                  <a:pt x="437247" y="468734"/>
                </a:lnTo>
                <a:lnTo>
                  <a:pt x="448011" y="468734"/>
                </a:lnTo>
                <a:lnTo>
                  <a:pt x="449356" y="467391"/>
                </a:lnTo>
                <a:lnTo>
                  <a:pt x="448011" y="466047"/>
                </a:lnTo>
                <a:lnTo>
                  <a:pt x="446665" y="462018"/>
                </a:lnTo>
                <a:lnTo>
                  <a:pt x="453392" y="462018"/>
                </a:lnTo>
                <a:lnTo>
                  <a:pt x="456083" y="463362"/>
                </a:lnTo>
                <a:lnTo>
                  <a:pt x="457428" y="490223"/>
                </a:lnTo>
                <a:lnTo>
                  <a:pt x="456083" y="492909"/>
                </a:lnTo>
                <a:lnTo>
                  <a:pt x="452047" y="491566"/>
                </a:lnTo>
                <a:lnTo>
                  <a:pt x="452047" y="490223"/>
                </a:lnTo>
                <a:lnTo>
                  <a:pt x="449356" y="490223"/>
                </a:lnTo>
                <a:lnTo>
                  <a:pt x="445320" y="491566"/>
                </a:lnTo>
                <a:lnTo>
                  <a:pt x="441284" y="492909"/>
                </a:lnTo>
                <a:lnTo>
                  <a:pt x="438593" y="492909"/>
                </a:lnTo>
                <a:lnTo>
                  <a:pt x="433211" y="487537"/>
                </a:lnTo>
                <a:lnTo>
                  <a:pt x="427830" y="482165"/>
                </a:lnTo>
                <a:lnTo>
                  <a:pt x="422449" y="476792"/>
                </a:lnTo>
                <a:lnTo>
                  <a:pt x="417067" y="470077"/>
                </a:lnTo>
                <a:lnTo>
                  <a:pt x="411685" y="466047"/>
                </a:lnTo>
                <a:lnTo>
                  <a:pt x="402268" y="463362"/>
                </a:lnTo>
                <a:lnTo>
                  <a:pt x="395541" y="459332"/>
                </a:lnTo>
                <a:lnTo>
                  <a:pt x="395541" y="456646"/>
                </a:lnTo>
                <a:lnTo>
                  <a:pt x="391505" y="452617"/>
                </a:lnTo>
                <a:lnTo>
                  <a:pt x="391505" y="444559"/>
                </a:lnTo>
                <a:lnTo>
                  <a:pt x="388814" y="444559"/>
                </a:lnTo>
                <a:lnTo>
                  <a:pt x="386123" y="445901"/>
                </a:lnTo>
                <a:lnTo>
                  <a:pt x="383432" y="445901"/>
                </a:lnTo>
                <a:lnTo>
                  <a:pt x="380742" y="452617"/>
                </a:lnTo>
                <a:lnTo>
                  <a:pt x="380742" y="455303"/>
                </a:lnTo>
                <a:lnTo>
                  <a:pt x="372670" y="457989"/>
                </a:lnTo>
                <a:lnTo>
                  <a:pt x="368634" y="457989"/>
                </a:lnTo>
                <a:lnTo>
                  <a:pt x="368634" y="456646"/>
                </a:lnTo>
                <a:lnTo>
                  <a:pt x="361907" y="455303"/>
                </a:lnTo>
                <a:lnTo>
                  <a:pt x="356525" y="453960"/>
                </a:lnTo>
                <a:lnTo>
                  <a:pt x="351143" y="449931"/>
                </a:lnTo>
                <a:lnTo>
                  <a:pt x="348453" y="449931"/>
                </a:lnTo>
                <a:lnTo>
                  <a:pt x="343071" y="448588"/>
                </a:lnTo>
                <a:lnTo>
                  <a:pt x="341726" y="448588"/>
                </a:lnTo>
                <a:lnTo>
                  <a:pt x="341726" y="445901"/>
                </a:lnTo>
                <a:lnTo>
                  <a:pt x="341726" y="441872"/>
                </a:lnTo>
                <a:lnTo>
                  <a:pt x="340381" y="440529"/>
                </a:lnTo>
                <a:lnTo>
                  <a:pt x="339035" y="435157"/>
                </a:lnTo>
                <a:lnTo>
                  <a:pt x="337690" y="433814"/>
                </a:lnTo>
                <a:lnTo>
                  <a:pt x="330963" y="436500"/>
                </a:lnTo>
                <a:lnTo>
                  <a:pt x="329617" y="437843"/>
                </a:lnTo>
                <a:lnTo>
                  <a:pt x="325581" y="437843"/>
                </a:lnTo>
                <a:lnTo>
                  <a:pt x="321545" y="439186"/>
                </a:lnTo>
                <a:lnTo>
                  <a:pt x="318854" y="441872"/>
                </a:lnTo>
                <a:lnTo>
                  <a:pt x="317509" y="441872"/>
                </a:lnTo>
                <a:lnTo>
                  <a:pt x="316164" y="440529"/>
                </a:lnTo>
                <a:lnTo>
                  <a:pt x="316164" y="435157"/>
                </a:lnTo>
                <a:lnTo>
                  <a:pt x="314818" y="433814"/>
                </a:lnTo>
                <a:lnTo>
                  <a:pt x="310782" y="432471"/>
                </a:lnTo>
                <a:lnTo>
                  <a:pt x="308092" y="432471"/>
                </a:lnTo>
                <a:lnTo>
                  <a:pt x="305401" y="431128"/>
                </a:lnTo>
                <a:lnTo>
                  <a:pt x="305401" y="429785"/>
                </a:lnTo>
                <a:lnTo>
                  <a:pt x="301365" y="431128"/>
                </a:lnTo>
                <a:lnTo>
                  <a:pt x="297328" y="432471"/>
                </a:lnTo>
                <a:lnTo>
                  <a:pt x="291947" y="435157"/>
                </a:lnTo>
                <a:lnTo>
                  <a:pt x="290601" y="435157"/>
                </a:lnTo>
                <a:lnTo>
                  <a:pt x="286565" y="436500"/>
                </a:lnTo>
                <a:lnTo>
                  <a:pt x="285220" y="435157"/>
                </a:lnTo>
                <a:lnTo>
                  <a:pt x="278493" y="435157"/>
                </a:lnTo>
                <a:lnTo>
                  <a:pt x="275802" y="435157"/>
                </a:lnTo>
                <a:lnTo>
                  <a:pt x="271766" y="432471"/>
                </a:lnTo>
                <a:lnTo>
                  <a:pt x="269075" y="432471"/>
                </a:lnTo>
                <a:lnTo>
                  <a:pt x="267730" y="432471"/>
                </a:lnTo>
                <a:lnTo>
                  <a:pt x="265039" y="433814"/>
                </a:lnTo>
                <a:lnTo>
                  <a:pt x="263694" y="435157"/>
                </a:lnTo>
                <a:lnTo>
                  <a:pt x="261003" y="435157"/>
                </a:lnTo>
                <a:lnTo>
                  <a:pt x="259658" y="433814"/>
                </a:lnTo>
                <a:lnTo>
                  <a:pt x="259658" y="428441"/>
                </a:lnTo>
                <a:lnTo>
                  <a:pt x="262348" y="427098"/>
                </a:lnTo>
                <a:lnTo>
                  <a:pt x="262348" y="425755"/>
                </a:lnTo>
                <a:lnTo>
                  <a:pt x="263694" y="421726"/>
                </a:lnTo>
                <a:lnTo>
                  <a:pt x="261003" y="419040"/>
                </a:lnTo>
                <a:lnTo>
                  <a:pt x="259658" y="415011"/>
                </a:lnTo>
                <a:lnTo>
                  <a:pt x="261003" y="412324"/>
                </a:lnTo>
                <a:lnTo>
                  <a:pt x="261003" y="409638"/>
                </a:lnTo>
                <a:lnTo>
                  <a:pt x="256967" y="406952"/>
                </a:lnTo>
                <a:lnTo>
                  <a:pt x="256967" y="404266"/>
                </a:lnTo>
                <a:lnTo>
                  <a:pt x="258312" y="400237"/>
                </a:lnTo>
                <a:lnTo>
                  <a:pt x="258312" y="397551"/>
                </a:lnTo>
                <a:lnTo>
                  <a:pt x="255622" y="397551"/>
                </a:lnTo>
                <a:lnTo>
                  <a:pt x="254277" y="393521"/>
                </a:lnTo>
                <a:lnTo>
                  <a:pt x="252931" y="392178"/>
                </a:lnTo>
                <a:lnTo>
                  <a:pt x="252931" y="389492"/>
                </a:lnTo>
                <a:lnTo>
                  <a:pt x="250240" y="386806"/>
                </a:lnTo>
                <a:lnTo>
                  <a:pt x="250240" y="384120"/>
                </a:lnTo>
                <a:lnTo>
                  <a:pt x="248895" y="381434"/>
                </a:lnTo>
                <a:lnTo>
                  <a:pt x="251586" y="376062"/>
                </a:lnTo>
                <a:lnTo>
                  <a:pt x="250240" y="366660"/>
                </a:lnTo>
                <a:lnTo>
                  <a:pt x="248895" y="363974"/>
                </a:lnTo>
                <a:lnTo>
                  <a:pt x="250240" y="362631"/>
                </a:lnTo>
                <a:lnTo>
                  <a:pt x="251586" y="359944"/>
                </a:lnTo>
                <a:lnTo>
                  <a:pt x="251586" y="355915"/>
                </a:lnTo>
                <a:lnTo>
                  <a:pt x="247550" y="351886"/>
                </a:lnTo>
                <a:lnTo>
                  <a:pt x="248895" y="347857"/>
                </a:lnTo>
                <a:lnTo>
                  <a:pt x="251586" y="343828"/>
                </a:lnTo>
                <a:lnTo>
                  <a:pt x="251586" y="339798"/>
                </a:lnTo>
                <a:lnTo>
                  <a:pt x="251586" y="335769"/>
                </a:lnTo>
                <a:lnTo>
                  <a:pt x="251586" y="333083"/>
                </a:lnTo>
                <a:lnTo>
                  <a:pt x="220642" y="330397"/>
                </a:lnTo>
                <a:lnTo>
                  <a:pt x="219297" y="327711"/>
                </a:lnTo>
                <a:lnTo>
                  <a:pt x="221987" y="325024"/>
                </a:lnTo>
                <a:lnTo>
                  <a:pt x="221987" y="322338"/>
                </a:lnTo>
                <a:lnTo>
                  <a:pt x="213915" y="320995"/>
                </a:lnTo>
                <a:lnTo>
                  <a:pt x="213915" y="323682"/>
                </a:lnTo>
                <a:lnTo>
                  <a:pt x="188353" y="325024"/>
                </a:lnTo>
                <a:lnTo>
                  <a:pt x="188353" y="331740"/>
                </a:lnTo>
                <a:lnTo>
                  <a:pt x="185662" y="335769"/>
                </a:lnTo>
                <a:lnTo>
                  <a:pt x="184317" y="337112"/>
                </a:lnTo>
                <a:lnTo>
                  <a:pt x="184317" y="342485"/>
                </a:lnTo>
                <a:lnTo>
                  <a:pt x="184317" y="349200"/>
                </a:lnTo>
                <a:lnTo>
                  <a:pt x="165482" y="350543"/>
                </a:lnTo>
                <a:lnTo>
                  <a:pt x="161445" y="351886"/>
                </a:lnTo>
                <a:lnTo>
                  <a:pt x="152028" y="351886"/>
                </a:lnTo>
                <a:lnTo>
                  <a:pt x="149337" y="350543"/>
                </a:lnTo>
                <a:lnTo>
                  <a:pt x="145301" y="351886"/>
                </a:lnTo>
                <a:lnTo>
                  <a:pt x="138574" y="351886"/>
                </a:lnTo>
                <a:lnTo>
                  <a:pt x="135883" y="350543"/>
                </a:lnTo>
                <a:lnTo>
                  <a:pt x="133193" y="341141"/>
                </a:lnTo>
                <a:lnTo>
                  <a:pt x="130502" y="337112"/>
                </a:lnTo>
                <a:lnTo>
                  <a:pt x="127811" y="333083"/>
                </a:lnTo>
                <a:lnTo>
                  <a:pt x="125120" y="331740"/>
                </a:lnTo>
                <a:lnTo>
                  <a:pt x="125120" y="329054"/>
                </a:lnTo>
                <a:lnTo>
                  <a:pt x="125120" y="326368"/>
                </a:lnTo>
                <a:lnTo>
                  <a:pt x="123775" y="319652"/>
                </a:lnTo>
                <a:lnTo>
                  <a:pt x="121084" y="315623"/>
                </a:lnTo>
                <a:lnTo>
                  <a:pt x="121084" y="311594"/>
                </a:lnTo>
                <a:lnTo>
                  <a:pt x="122429" y="308908"/>
                </a:lnTo>
                <a:lnTo>
                  <a:pt x="121084" y="306221"/>
                </a:lnTo>
                <a:lnTo>
                  <a:pt x="118393" y="303535"/>
                </a:lnTo>
                <a:lnTo>
                  <a:pt x="118393" y="300849"/>
                </a:lnTo>
                <a:lnTo>
                  <a:pt x="118393" y="299506"/>
                </a:lnTo>
                <a:lnTo>
                  <a:pt x="118393" y="295477"/>
                </a:lnTo>
                <a:lnTo>
                  <a:pt x="91486" y="295477"/>
                </a:lnTo>
                <a:lnTo>
                  <a:pt x="73996" y="295477"/>
                </a:lnTo>
                <a:lnTo>
                  <a:pt x="64578" y="295477"/>
                </a:lnTo>
                <a:lnTo>
                  <a:pt x="56506" y="295477"/>
                </a:lnTo>
                <a:lnTo>
                  <a:pt x="52470" y="295477"/>
                </a:lnTo>
                <a:lnTo>
                  <a:pt x="44398" y="295477"/>
                </a:lnTo>
                <a:lnTo>
                  <a:pt x="39016" y="295477"/>
                </a:lnTo>
                <a:lnTo>
                  <a:pt x="33634" y="295477"/>
                </a:lnTo>
                <a:lnTo>
                  <a:pt x="29598" y="295477"/>
                </a:lnTo>
                <a:lnTo>
                  <a:pt x="25562" y="295477"/>
                </a:lnTo>
                <a:lnTo>
                  <a:pt x="21526" y="295477"/>
                </a:lnTo>
                <a:lnTo>
                  <a:pt x="17490" y="296820"/>
                </a:lnTo>
                <a:lnTo>
                  <a:pt x="16145" y="298163"/>
                </a:lnTo>
                <a:lnTo>
                  <a:pt x="13454" y="298163"/>
                </a:lnTo>
                <a:lnTo>
                  <a:pt x="12109" y="299506"/>
                </a:lnTo>
                <a:lnTo>
                  <a:pt x="12109" y="299506"/>
                </a:lnTo>
                <a:lnTo>
                  <a:pt x="12109" y="299506"/>
                </a:lnTo>
                <a:lnTo>
                  <a:pt x="12109" y="299506"/>
                </a:lnTo>
                <a:lnTo>
                  <a:pt x="8072" y="296820"/>
                </a:lnTo>
                <a:lnTo>
                  <a:pt x="1345" y="296820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4" name="Freeform 763">
            <a:extLst>
              <a:ext uri="{FF2B5EF4-FFF2-40B4-BE49-F238E27FC236}">
                <a16:creationId xmlns:a16="http://schemas.microsoft.com/office/drawing/2014/main" id="{5B427993-64BC-9413-D5CE-B193CDFA3A83}"/>
              </a:ext>
            </a:extLst>
          </p:cNvPr>
          <p:cNvSpPr/>
          <p:nvPr/>
        </p:nvSpPr>
        <p:spPr>
          <a:xfrm>
            <a:off x="8193346" y="4882888"/>
            <a:ext cx="83413" cy="209520"/>
          </a:xfrm>
          <a:custGeom>
            <a:avLst/>
            <a:gdLst>
              <a:gd name="connsiteX0" fmla="*/ 8072 w 83413"/>
              <a:gd name="connsiteY0" fmla="*/ 1343 h 209520"/>
              <a:gd name="connsiteX1" fmla="*/ 9418 w 83413"/>
              <a:gd name="connsiteY1" fmla="*/ 0 h 209520"/>
              <a:gd name="connsiteX2" fmla="*/ 12108 w 83413"/>
              <a:gd name="connsiteY2" fmla="*/ 0 h 209520"/>
              <a:gd name="connsiteX3" fmla="*/ 13454 w 83413"/>
              <a:gd name="connsiteY3" fmla="*/ 4029 h 209520"/>
              <a:gd name="connsiteX4" fmla="*/ 17490 w 83413"/>
              <a:gd name="connsiteY4" fmla="*/ 4029 h 209520"/>
              <a:gd name="connsiteX5" fmla="*/ 18835 w 83413"/>
              <a:gd name="connsiteY5" fmla="*/ 5373 h 209520"/>
              <a:gd name="connsiteX6" fmla="*/ 20181 w 83413"/>
              <a:gd name="connsiteY6" fmla="*/ 4029 h 209520"/>
              <a:gd name="connsiteX7" fmla="*/ 22872 w 83413"/>
              <a:gd name="connsiteY7" fmla="*/ 5373 h 209520"/>
              <a:gd name="connsiteX8" fmla="*/ 24217 w 83413"/>
              <a:gd name="connsiteY8" fmla="*/ 6715 h 209520"/>
              <a:gd name="connsiteX9" fmla="*/ 26908 w 83413"/>
              <a:gd name="connsiteY9" fmla="*/ 6715 h 209520"/>
              <a:gd name="connsiteX10" fmla="*/ 26908 w 83413"/>
              <a:gd name="connsiteY10" fmla="*/ 8059 h 209520"/>
              <a:gd name="connsiteX11" fmla="*/ 30943 w 83413"/>
              <a:gd name="connsiteY11" fmla="*/ 10745 h 209520"/>
              <a:gd name="connsiteX12" fmla="*/ 33634 w 83413"/>
              <a:gd name="connsiteY12" fmla="*/ 13431 h 209520"/>
              <a:gd name="connsiteX13" fmla="*/ 41707 w 83413"/>
              <a:gd name="connsiteY13" fmla="*/ 22832 h 209520"/>
              <a:gd name="connsiteX14" fmla="*/ 43052 w 83413"/>
              <a:gd name="connsiteY14" fmla="*/ 32234 h 209520"/>
              <a:gd name="connsiteX15" fmla="*/ 43052 w 83413"/>
              <a:gd name="connsiteY15" fmla="*/ 76556 h 209520"/>
              <a:gd name="connsiteX16" fmla="*/ 41707 w 83413"/>
              <a:gd name="connsiteY16" fmla="*/ 80585 h 209520"/>
              <a:gd name="connsiteX17" fmla="*/ 45743 w 83413"/>
              <a:gd name="connsiteY17" fmla="*/ 104760 h 209520"/>
              <a:gd name="connsiteX18" fmla="*/ 53815 w 83413"/>
              <a:gd name="connsiteY18" fmla="*/ 108789 h 209520"/>
              <a:gd name="connsiteX19" fmla="*/ 57851 w 83413"/>
              <a:gd name="connsiteY19" fmla="*/ 112819 h 209520"/>
              <a:gd name="connsiteX20" fmla="*/ 59196 w 83413"/>
              <a:gd name="connsiteY20" fmla="*/ 115505 h 209520"/>
              <a:gd name="connsiteX21" fmla="*/ 61887 w 83413"/>
              <a:gd name="connsiteY21" fmla="*/ 115505 h 209520"/>
              <a:gd name="connsiteX22" fmla="*/ 71305 w 83413"/>
              <a:gd name="connsiteY22" fmla="*/ 124906 h 209520"/>
              <a:gd name="connsiteX23" fmla="*/ 72650 w 83413"/>
              <a:gd name="connsiteY23" fmla="*/ 128935 h 209520"/>
              <a:gd name="connsiteX24" fmla="*/ 79377 w 83413"/>
              <a:gd name="connsiteY24" fmla="*/ 136994 h 209520"/>
              <a:gd name="connsiteX25" fmla="*/ 80723 w 83413"/>
              <a:gd name="connsiteY25" fmla="*/ 143709 h 209520"/>
              <a:gd name="connsiteX26" fmla="*/ 82068 w 83413"/>
              <a:gd name="connsiteY26" fmla="*/ 146396 h 209520"/>
              <a:gd name="connsiteX27" fmla="*/ 83414 w 83413"/>
              <a:gd name="connsiteY27" fmla="*/ 149082 h 209520"/>
              <a:gd name="connsiteX28" fmla="*/ 79377 w 83413"/>
              <a:gd name="connsiteY28" fmla="*/ 150425 h 209520"/>
              <a:gd name="connsiteX29" fmla="*/ 78032 w 83413"/>
              <a:gd name="connsiteY29" fmla="*/ 153111 h 209520"/>
              <a:gd name="connsiteX30" fmla="*/ 75341 w 83413"/>
              <a:gd name="connsiteY30" fmla="*/ 153111 h 209520"/>
              <a:gd name="connsiteX31" fmla="*/ 73996 w 83413"/>
              <a:gd name="connsiteY31" fmla="*/ 155797 h 209520"/>
              <a:gd name="connsiteX32" fmla="*/ 75341 w 83413"/>
              <a:gd name="connsiteY32" fmla="*/ 157140 h 209520"/>
              <a:gd name="connsiteX33" fmla="*/ 75341 w 83413"/>
              <a:gd name="connsiteY33" fmla="*/ 159826 h 209520"/>
              <a:gd name="connsiteX34" fmla="*/ 78032 w 83413"/>
              <a:gd name="connsiteY34" fmla="*/ 162512 h 209520"/>
              <a:gd name="connsiteX35" fmla="*/ 78032 w 83413"/>
              <a:gd name="connsiteY35" fmla="*/ 171914 h 209520"/>
              <a:gd name="connsiteX36" fmla="*/ 76687 w 83413"/>
              <a:gd name="connsiteY36" fmla="*/ 175943 h 209520"/>
              <a:gd name="connsiteX37" fmla="*/ 72650 w 83413"/>
              <a:gd name="connsiteY37" fmla="*/ 179973 h 209520"/>
              <a:gd name="connsiteX38" fmla="*/ 67269 w 83413"/>
              <a:gd name="connsiteY38" fmla="*/ 181315 h 209520"/>
              <a:gd name="connsiteX39" fmla="*/ 64578 w 83413"/>
              <a:gd name="connsiteY39" fmla="*/ 188031 h 209520"/>
              <a:gd name="connsiteX40" fmla="*/ 64578 w 83413"/>
              <a:gd name="connsiteY40" fmla="*/ 192060 h 209520"/>
              <a:gd name="connsiteX41" fmla="*/ 61887 w 83413"/>
              <a:gd name="connsiteY41" fmla="*/ 197432 h 209520"/>
              <a:gd name="connsiteX42" fmla="*/ 63233 w 83413"/>
              <a:gd name="connsiteY42" fmla="*/ 202805 h 209520"/>
              <a:gd name="connsiteX43" fmla="*/ 61887 w 83413"/>
              <a:gd name="connsiteY43" fmla="*/ 208177 h 209520"/>
              <a:gd name="connsiteX44" fmla="*/ 56506 w 83413"/>
              <a:gd name="connsiteY44" fmla="*/ 209520 h 209520"/>
              <a:gd name="connsiteX45" fmla="*/ 55161 w 83413"/>
              <a:gd name="connsiteY45" fmla="*/ 205491 h 209520"/>
              <a:gd name="connsiteX46" fmla="*/ 57851 w 83413"/>
              <a:gd name="connsiteY46" fmla="*/ 202805 h 209520"/>
              <a:gd name="connsiteX47" fmla="*/ 53815 w 83413"/>
              <a:gd name="connsiteY47" fmla="*/ 197432 h 209520"/>
              <a:gd name="connsiteX48" fmla="*/ 51124 w 83413"/>
              <a:gd name="connsiteY48" fmla="*/ 196089 h 209520"/>
              <a:gd name="connsiteX49" fmla="*/ 47088 w 83413"/>
              <a:gd name="connsiteY49" fmla="*/ 193403 h 209520"/>
              <a:gd name="connsiteX50" fmla="*/ 43052 w 83413"/>
              <a:gd name="connsiteY50" fmla="*/ 189374 h 209520"/>
              <a:gd name="connsiteX51" fmla="*/ 39016 w 83413"/>
              <a:gd name="connsiteY51" fmla="*/ 184002 h 209520"/>
              <a:gd name="connsiteX52" fmla="*/ 39016 w 83413"/>
              <a:gd name="connsiteY52" fmla="*/ 179973 h 209520"/>
              <a:gd name="connsiteX53" fmla="*/ 36325 w 83413"/>
              <a:gd name="connsiteY53" fmla="*/ 174600 h 209520"/>
              <a:gd name="connsiteX54" fmla="*/ 34980 w 83413"/>
              <a:gd name="connsiteY54" fmla="*/ 170571 h 209520"/>
              <a:gd name="connsiteX55" fmla="*/ 39016 w 83413"/>
              <a:gd name="connsiteY55" fmla="*/ 165199 h 209520"/>
              <a:gd name="connsiteX56" fmla="*/ 40361 w 83413"/>
              <a:gd name="connsiteY56" fmla="*/ 159826 h 209520"/>
              <a:gd name="connsiteX57" fmla="*/ 45743 w 83413"/>
              <a:gd name="connsiteY57" fmla="*/ 153111 h 209520"/>
              <a:gd name="connsiteX58" fmla="*/ 45743 w 83413"/>
              <a:gd name="connsiteY58" fmla="*/ 147738 h 209520"/>
              <a:gd name="connsiteX59" fmla="*/ 45743 w 83413"/>
              <a:gd name="connsiteY59" fmla="*/ 139680 h 209520"/>
              <a:gd name="connsiteX60" fmla="*/ 44397 w 83413"/>
              <a:gd name="connsiteY60" fmla="*/ 136994 h 209520"/>
              <a:gd name="connsiteX61" fmla="*/ 36325 w 83413"/>
              <a:gd name="connsiteY61" fmla="*/ 134308 h 209520"/>
              <a:gd name="connsiteX62" fmla="*/ 30943 w 83413"/>
              <a:gd name="connsiteY62" fmla="*/ 134308 h 209520"/>
              <a:gd name="connsiteX63" fmla="*/ 29598 w 83413"/>
              <a:gd name="connsiteY63" fmla="*/ 136994 h 209520"/>
              <a:gd name="connsiteX64" fmla="*/ 25562 w 83413"/>
              <a:gd name="connsiteY64" fmla="*/ 136994 h 209520"/>
              <a:gd name="connsiteX65" fmla="*/ 24217 w 83413"/>
              <a:gd name="connsiteY65" fmla="*/ 138337 h 209520"/>
              <a:gd name="connsiteX66" fmla="*/ 20181 w 83413"/>
              <a:gd name="connsiteY66" fmla="*/ 135651 h 209520"/>
              <a:gd name="connsiteX67" fmla="*/ 18835 w 83413"/>
              <a:gd name="connsiteY67" fmla="*/ 132965 h 209520"/>
              <a:gd name="connsiteX68" fmla="*/ 17490 w 83413"/>
              <a:gd name="connsiteY68" fmla="*/ 130279 h 209520"/>
              <a:gd name="connsiteX69" fmla="*/ 16145 w 83413"/>
              <a:gd name="connsiteY69" fmla="*/ 127592 h 209520"/>
              <a:gd name="connsiteX70" fmla="*/ 14799 w 83413"/>
              <a:gd name="connsiteY70" fmla="*/ 124906 h 209520"/>
              <a:gd name="connsiteX71" fmla="*/ 8072 w 83413"/>
              <a:gd name="connsiteY71" fmla="*/ 126250 h 209520"/>
              <a:gd name="connsiteX72" fmla="*/ 6727 w 83413"/>
              <a:gd name="connsiteY72" fmla="*/ 123563 h 209520"/>
              <a:gd name="connsiteX73" fmla="*/ 5381 w 83413"/>
              <a:gd name="connsiteY73" fmla="*/ 119534 h 209520"/>
              <a:gd name="connsiteX74" fmla="*/ 1345 w 83413"/>
              <a:gd name="connsiteY74" fmla="*/ 114162 h 209520"/>
              <a:gd name="connsiteX75" fmla="*/ 0 w 83413"/>
              <a:gd name="connsiteY75" fmla="*/ 111476 h 209520"/>
              <a:gd name="connsiteX76" fmla="*/ 2691 w 83413"/>
              <a:gd name="connsiteY76" fmla="*/ 110132 h 209520"/>
              <a:gd name="connsiteX77" fmla="*/ 6727 w 83413"/>
              <a:gd name="connsiteY77" fmla="*/ 106103 h 209520"/>
              <a:gd name="connsiteX78" fmla="*/ 6727 w 83413"/>
              <a:gd name="connsiteY78" fmla="*/ 102074 h 209520"/>
              <a:gd name="connsiteX79" fmla="*/ 8072 w 83413"/>
              <a:gd name="connsiteY79" fmla="*/ 99388 h 209520"/>
              <a:gd name="connsiteX80" fmla="*/ 6727 w 83413"/>
              <a:gd name="connsiteY80" fmla="*/ 98045 h 209520"/>
              <a:gd name="connsiteX81" fmla="*/ 6727 w 83413"/>
              <a:gd name="connsiteY81" fmla="*/ 94015 h 209520"/>
              <a:gd name="connsiteX82" fmla="*/ 8072 w 83413"/>
              <a:gd name="connsiteY82" fmla="*/ 91329 h 209520"/>
              <a:gd name="connsiteX83" fmla="*/ 13454 w 83413"/>
              <a:gd name="connsiteY83" fmla="*/ 87300 h 209520"/>
              <a:gd name="connsiteX84" fmla="*/ 17490 w 83413"/>
              <a:gd name="connsiteY84" fmla="*/ 85957 h 209520"/>
              <a:gd name="connsiteX85" fmla="*/ 18835 w 83413"/>
              <a:gd name="connsiteY85" fmla="*/ 83271 h 209520"/>
              <a:gd name="connsiteX86" fmla="*/ 21526 w 83413"/>
              <a:gd name="connsiteY86" fmla="*/ 83271 h 209520"/>
              <a:gd name="connsiteX87" fmla="*/ 20181 w 83413"/>
              <a:gd name="connsiteY87" fmla="*/ 80585 h 209520"/>
              <a:gd name="connsiteX88" fmla="*/ 17490 w 83413"/>
              <a:gd name="connsiteY88" fmla="*/ 79242 h 209520"/>
              <a:gd name="connsiteX89" fmla="*/ 17490 w 83413"/>
              <a:gd name="connsiteY89" fmla="*/ 76556 h 209520"/>
              <a:gd name="connsiteX90" fmla="*/ 16145 w 83413"/>
              <a:gd name="connsiteY90" fmla="*/ 72526 h 209520"/>
              <a:gd name="connsiteX91" fmla="*/ 17490 w 83413"/>
              <a:gd name="connsiteY91" fmla="*/ 71183 h 209520"/>
              <a:gd name="connsiteX92" fmla="*/ 18835 w 83413"/>
              <a:gd name="connsiteY92" fmla="*/ 69840 h 209520"/>
              <a:gd name="connsiteX93" fmla="*/ 16145 w 83413"/>
              <a:gd name="connsiteY93" fmla="*/ 64468 h 209520"/>
              <a:gd name="connsiteX94" fmla="*/ 18835 w 83413"/>
              <a:gd name="connsiteY94" fmla="*/ 61782 h 209520"/>
              <a:gd name="connsiteX95" fmla="*/ 17490 w 83413"/>
              <a:gd name="connsiteY95" fmla="*/ 59096 h 209520"/>
              <a:gd name="connsiteX96" fmla="*/ 17490 w 83413"/>
              <a:gd name="connsiteY96" fmla="*/ 55066 h 209520"/>
              <a:gd name="connsiteX97" fmla="*/ 14799 w 83413"/>
              <a:gd name="connsiteY97" fmla="*/ 49694 h 209520"/>
              <a:gd name="connsiteX98" fmla="*/ 16145 w 83413"/>
              <a:gd name="connsiteY98" fmla="*/ 45665 h 209520"/>
              <a:gd name="connsiteX99" fmla="*/ 21526 w 83413"/>
              <a:gd name="connsiteY99" fmla="*/ 40292 h 209520"/>
              <a:gd name="connsiteX100" fmla="*/ 21526 w 83413"/>
              <a:gd name="connsiteY100" fmla="*/ 38950 h 209520"/>
              <a:gd name="connsiteX101" fmla="*/ 22872 w 83413"/>
              <a:gd name="connsiteY101" fmla="*/ 36263 h 209520"/>
              <a:gd name="connsiteX102" fmla="*/ 22872 w 83413"/>
              <a:gd name="connsiteY102" fmla="*/ 30891 h 209520"/>
              <a:gd name="connsiteX103" fmla="*/ 21526 w 83413"/>
              <a:gd name="connsiteY103" fmla="*/ 26862 h 209520"/>
              <a:gd name="connsiteX104" fmla="*/ 17490 w 83413"/>
              <a:gd name="connsiteY104" fmla="*/ 24176 h 209520"/>
              <a:gd name="connsiteX105" fmla="*/ 16145 w 83413"/>
              <a:gd name="connsiteY105" fmla="*/ 21489 h 209520"/>
              <a:gd name="connsiteX106" fmla="*/ 20181 w 83413"/>
              <a:gd name="connsiteY106" fmla="*/ 14774 h 209520"/>
              <a:gd name="connsiteX107" fmla="*/ 20181 w 83413"/>
              <a:gd name="connsiteY107" fmla="*/ 13431 h 209520"/>
              <a:gd name="connsiteX108" fmla="*/ 16145 w 83413"/>
              <a:gd name="connsiteY108" fmla="*/ 12088 h 209520"/>
              <a:gd name="connsiteX109" fmla="*/ 13454 w 83413"/>
              <a:gd name="connsiteY109" fmla="*/ 9402 h 209520"/>
              <a:gd name="connsiteX110" fmla="*/ 12108 w 83413"/>
              <a:gd name="connsiteY110" fmla="*/ 6715 h 209520"/>
              <a:gd name="connsiteX111" fmla="*/ 9418 w 83413"/>
              <a:gd name="connsiteY111" fmla="*/ 5373 h 20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83413" h="209520">
                <a:moveTo>
                  <a:pt x="8072" y="1343"/>
                </a:moveTo>
                <a:lnTo>
                  <a:pt x="9418" y="0"/>
                </a:lnTo>
                <a:lnTo>
                  <a:pt x="12108" y="0"/>
                </a:lnTo>
                <a:lnTo>
                  <a:pt x="13454" y="4029"/>
                </a:lnTo>
                <a:lnTo>
                  <a:pt x="17490" y="4029"/>
                </a:lnTo>
                <a:lnTo>
                  <a:pt x="18835" y="5373"/>
                </a:lnTo>
                <a:lnTo>
                  <a:pt x="20181" y="4029"/>
                </a:lnTo>
                <a:lnTo>
                  <a:pt x="22872" y="5373"/>
                </a:lnTo>
                <a:lnTo>
                  <a:pt x="24217" y="6715"/>
                </a:lnTo>
                <a:lnTo>
                  <a:pt x="26908" y="6715"/>
                </a:lnTo>
                <a:lnTo>
                  <a:pt x="26908" y="8059"/>
                </a:lnTo>
                <a:lnTo>
                  <a:pt x="30943" y="10745"/>
                </a:lnTo>
                <a:lnTo>
                  <a:pt x="33634" y="13431"/>
                </a:lnTo>
                <a:lnTo>
                  <a:pt x="41707" y="22832"/>
                </a:lnTo>
                <a:lnTo>
                  <a:pt x="43052" y="32234"/>
                </a:lnTo>
                <a:lnTo>
                  <a:pt x="43052" y="76556"/>
                </a:lnTo>
                <a:lnTo>
                  <a:pt x="41707" y="80585"/>
                </a:lnTo>
                <a:lnTo>
                  <a:pt x="45743" y="104760"/>
                </a:lnTo>
                <a:lnTo>
                  <a:pt x="53815" y="108789"/>
                </a:lnTo>
                <a:lnTo>
                  <a:pt x="57851" y="112819"/>
                </a:lnTo>
                <a:lnTo>
                  <a:pt x="59196" y="115505"/>
                </a:lnTo>
                <a:lnTo>
                  <a:pt x="61887" y="115505"/>
                </a:lnTo>
                <a:lnTo>
                  <a:pt x="71305" y="124906"/>
                </a:lnTo>
                <a:lnTo>
                  <a:pt x="72650" y="128935"/>
                </a:lnTo>
                <a:lnTo>
                  <a:pt x="79377" y="136994"/>
                </a:lnTo>
                <a:lnTo>
                  <a:pt x="80723" y="143709"/>
                </a:lnTo>
                <a:lnTo>
                  <a:pt x="82068" y="146396"/>
                </a:lnTo>
                <a:lnTo>
                  <a:pt x="83414" y="149082"/>
                </a:lnTo>
                <a:lnTo>
                  <a:pt x="79377" y="150425"/>
                </a:lnTo>
                <a:lnTo>
                  <a:pt x="78032" y="153111"/>
                </a:lnTo>
                <a:lnTo>
                  <a:pt x="75341" y="153111"/>
                </a:lnTo>
                <a:lnTo>
                  <a:pt x="73996" y="155797"/>
                </a:lnTo>
                <a:lnTo>
                  <a:pt x="75341" y="157140"/>
                </a:lnTo>
                <a:lnTo>
                  <a:pt x="75341" y="159826"/>
                </a:lnTo>
                <a:lnTo>
                  <a:pt x="78032" y="162512"/>
                </a:lnTo>
                <a:lnTo>
                  <a:pt x="78032" y="171914"/>
                </a:lnTo>
                <a:lnTo>
                  <a:pt x="76687" y="175943"/>
                </a:lnTo>
                <a:lnTo>
                  <a:pt x="72650" y="179973"/>
                </a:lnTo>
                <a:lnTo>
                  <a:pt x="67269" y="181315"/>
                </a:lnTo>
                <a:lnTo>
                  <a:pt x="64578" y="188031"/>
                </a:lnTo>
                <a:lnTo>
                  <a:pt x="64578" y="192060"/>
                </a:lnTo>
                <a:lnTo>
                  <a:pt x="61887" y="197432"/>
                </a:lnTo>
                <a:lnTo>
                  <a:pt x="63233" y="202805"/>
                </a:lnTo>
                <a:lnTo>
                  <a:pt x="61887" y="208177"/>
                </a:lnTo>
                <a:lnTo>
                  <a:pt x="56506" y="209520"/>
                </a:lnTo>
                <a:lnTo>
                  <a:pt x="55161" y="205491"/>
                </a:lnTo>
                <a:lnTo>
                  <a:pt x="57851" y="202805"/>
                </a:lnTo>
                <a:lnTo>
                  <a:pt x="53815" y="197432"/>
                </a:lnTo>
                <a:lnTo>
                  <a:pt x="51124" y="196089"/>
                </a:lnTo>
                <a:lnTo>
                  <a:pt x="47088" y="193403"/>
                </a:lnTo>
                <a:lnTo>
                  <a:pt x="43052" y="189374"/>
                </a:lnTo>
                <a:lnTo>
                  <a:pt x="39016" y="184002"/>
                </a:lnTo>
                <a:lnTo>
                  <a:pt x="39016" y="179973"/>
                </a:lnTo>
                <a:lnTo>
                  <a:pt x="36325" y="174600"/>
                </a:lnTo>
                <a:lnTo>
                  <a:pt x="34980" y="170571"/>
                </a:lnTo>
                <a:lnTo>
                  <a:pt x="39016" y="165199"/>
                </a:lnTo>
                <a:lnTo>
                  <a:pt x="40361" y="159826"/>
                </a:lnTo>
                <a:lnTo>
                  <a:pt x="45743" y="153111"/>
                </a:lnTo>
                <a:lnTo>
                  <a:pt x="45743" y="147738"/>
                </a:lnTo>
                <a:lnTo>
                  <a:pt x="45743" y="139680"/>
                </a:lnTo>
                <a:lnTo>
                  <a:pt x="44397" y="136994"/>
                </a:lnTo>
                <a:lnTo>
                  <a:pt x="36325" y="134308"/>
                </a:lnTo>
                <a:lnTo>
                  <a:pt x="30943" y="134308"/>
                </a:lnTo>
                <a:lnTo>
                  <a:pt x="29598" y="136994"/>
                </a:lnTo>
                <a:lnTo>
                  <a:pt x="25562" y="136994"/>
                </a:lnTo>
                <a:lnTo>
                  <a:pt x="24217" y="138337"/>
                </a:lnTo>
                <a:lnTo>
                  <a:pt x="20181" y="135651"/>
                </a:lnTo>
                <a:lnTo>
                  <a:pt x="18835" y="132965"/>
                </a:lnTo>
                <a:lnTo>
                  <a:pt x="17490" y="130279"/>
                </a:lnTo>
                <a:lnTo>
                  <a:pt x="16145" y="127592"/>
                </a:lnTo>
                <a:lnTo>
                  <a:pt x="14799" y="124906"/>
                </a:lnTo>
                <a:lnTo>
                  <a:pt x="8072" y="126250"/>
                </a:lnTo>
                <a:lnTo>
                  <a:pt x="6727" y="123563"/>
                </a:lnTo>
                <a:lnTo>
                  <a:pt x="5381" y="119534"/>
                </a:lnTo>
                <a:lnTo>
                  <a:pt x="1345" y="114162"/>
                </a:lnTo>
                <a:lnTo>
                  <a:pt x="0" y="111476"/>
                </a:lnTo>
                <a:lnTo>
                  <a:pt x="2691" y="110132"/>
                </a:lnTo>
                <a:lnTo>
                  <a:pt x="6727" y="106103"/>
                </a:lnTo>
                <a:lnTo>
                  <a:pt x="6727" y="102074"/>
                </a:lnTo>
                <a:lnTo>
                  <a:pt x="8072" y="99388"/>
                </a:lnTo>
                <a:lnTo>
                  <a:pt x="6727" y="98045"/>
                </a:lnTo>
                <a:lnTo>
                  <a:pt x="6727" y="94015"/>
                </a:lnTo>
                <a:lnTo>
                  <a:pt x="8072" y="91329"/>
                </a:lnTo>
                <a:lnTo>
                  <a:pt x="13454" y="87300"/>
                </a:lnTo>
                <a:lnTo>
                  <a:pt x="17490" y="85957"/>
                </a:lnTo>
                <a:lnTo>
                  <a:pt x="18835" y="83271"/>
                </a:lnTo>
                <a:lnTo>
                  <a:pt x="21526" y="83271"/>
                </a:lnTo>
                <a:lnTo>
                  <a:pt x="20181" y="80585"/>
                </a:lnTo>
                <a:lnTo>
                  <a:pt x="17490" y="79242"/>
                </a:lnTo>
                <a:lnTo>
                  <a:pt x="17490" y="76556"/>
                </a:lnTo>
                <a:lnTo>
                  <a:pt x="16145" y="72526"/>
                </a:lnTo>
                <a:lnTo>
                  <a:pt x="17490" y="71183"/>
                </a:lnTo>
                <a:lnTo>
                  <a:pt x="18835" y="69840"/>
                </a:lnTo>
                <a:lnTo>
                  <a:pt x="16145" y="64468"/>
                </a:lnTo>
                <a:lnTo>
                  <a:pt x="18835" y="61782"/>
                </a:lnTo>
                <a:lnTo>
                  <a:pt x="17490" y="59096"/>
                </a:lnTo>
                <a:lnTo>
                  <a:pt x="17490" y="55066"/>
                </a:lnTo>
                <a:lnTo>
                  <a:pt x="14799" y="49694"/>
                </a:lnTo>
                <a:lnTo>
                  <a:pt x="16145" y="45665"/>
                </a:lnTo>
                <a:lnTo>
                  <a:pt x="21526" y="40292"/>
                </a:lnTo>
                <a:lnTo>
                  <a:pt x="21526" y="38950"/>
                </a:lnTo>
                <a:lnTo>
                  <a:pt x="22872" y="36263"/>
                </a:lnTo>
                <a:lnTo>
                  <a:pt x="22872" y="30891"/>
                </a:lnTo>
                <a:lnTo>
                  <a:pt x="21526" y="26862"/>
                </a:lnTo>
                <a:lnTo>
                  <a:pt x="17490" y="24176"/>
                </a:lnTo>
                <a:lnTo>
                  <a:pt x="16145" y="21489"/>
                </a:lnTo>
                <a:lnTo>
                  <a:pt x="20181" y="14774"/>
                </a:lnTo>
                <a:lnTo>
                  <a:pt x="20181" y="13431"/>
                </a:lnTo>
                <a:lnTo>
                  <a:pt x="16145" y="12088"/>
                </a:lnTo>
                <a:lnTo>
                  <a:pt x="13454" y="9402"/>
                </a:lnTo>
                <a:lnTo>
                  <a:pt x="12108" y="6715"/>
                </a:lnTo>
                <a:lnTo>
                  <a:pt x="9418" y="537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5" name="Freeform 764">
            <a:extLst>
              <a:ext uri="{FF2B5EF4-FFF2-40B4-BE49-F238E27FC236}">
                <a16:creationId xmlns:a16="http://schemas.microsoft.com/office/drawing/2014/main" id="{A26A0DB3-781A-78C6-680E-C71F599CFFD5}"/>
              </a:ext>
            </a:extLst>
          </p:cNvPr>
          <p:cNvSpPr/>
          <p:nvPr/>
        </p:nvSpPr>
        <p:spPr>
          <a:xfrm>
            <a:off x="7909471" y="4851997"/>
            <a:ext cx="306746" cy="261900"/>
          </a:xfrm>
          <a:custGeom>
            <a:avLst/>
            <a:gdLst>
              <a:gd name="connsiteX0" fmla="*/ 55161 w 306746"/>
              <a:gd name="connsiteY0" fmla="*/ 76556 h 261900"/>
              <a:gd name="connsiteX1" fmla="*/ 57851 w 306746"/>
              <a:gd name="connsiteY1" fmla="*/ 77898 h 261900"/>
              <a:gd name="connsiteX2" fmla="*/ 60542 w 306746"/>
              <a:gd name="connsiteY2" fmla="*/ 77898 h 261900"/>
              <a:gd name="connsiteX3" fmla="*/ 64578 w 306746"/>
              <a:gd name="connsiteY3" fmla="*/ 79241 h 261900"/>
              <a:gd name="connsiteX4" fmla="*/ 65923 w 306746"/>
              <a:gd name="connsiteY4" fmla="*/ 80585 h 261900"/>
              <a:gd name="connsiteX5" fmla="*/ 65923 w 306746"/>
              <a:gd name="connsiteY5" fmla="*/ 85957 h 261900"/>
              <a:gd name="connsiteX6" fmla="*/ 67269 w 306746"/>
              <a:gd name="connsiteY6" fmla="*/ 87300 h 261900"/>
              <a:gd name="connsiteX7" fmla="*/ 68614 w 306746"/>
              <a:gd name="connsiteY7" fmla="*/ 87300 h 261900"/>
              <a:gd name="connsiteX8" fmla="*/ 71305 w 306746"/>
              <a:gd name="connsiteY8" fmla="*/ 84614 h 261900"/>
              <a:gd name="connsiteX9" fmla="*/ 75341 w 306746"/>
              <a:gd name="connsiteY9" fmla="*/ 83271 h 261900"/>
              <a:gd name="connsiteX10" fmla="*/ 79377 w 306746"/>
              <a:gd name="connsiteY10" fmla="*/ 83271 h 261900"/>
              <a:gd name="connsiteX11" fmla="*/ 80723 w 306746"/>
              <a:gd name="connsiteY11" fmla="*/ 81928 h 261900"/>
              <a:gd name="connsiteX12" fmla="*/ 87449 w 306746"/>
              <a:gd name="connsiteY12" fmla="*/ 79241 h 261900"/>
              <a:gd name="connsiteX13" fmla="*/ 88795 w 306746"/>
              <a:gd name="connsiteY13" fmla="*/ 80585 h 261900"/>
              <a:gd name="connsiteX14" fmla="*/ 90140 w 306746"/>
              <a:gd name="connsiteY14" fmla="*/ 85957 h 261900"/>
              <a:gd name="connsiteX15" fmla="*/ 91486 w 306746"/>
              <a:gd name="connsiteY15" fmla="*/ 87300 h 261900"/>
              <a:gd name="connsiteX16" fmla="*/ 91486 w 306746"/>
              <a:gd name="connsiteY16" fmla="*/ 91329 h 261900"/>
              <a:gd name="connsiteX17" fmla="*/ 91486 w 306746"/>
              <a:gd name="connsiteY17" fmla="*/ 94015 h 261900"/>
              <a:gd name="connsiteX18" fmla="*/ 92831 w 306746"/>
              <a:gd name="connsiteY18" fmla="*/ 94015 h 261900"/>
              <a:gd name="connsiteX19" fmla="*/ 98213 w 306746"/>
              <a:gd name="connsiteY19" fmla="*/ 95359 h 261900"/>
              <a:gd name="connsiteX20" fmla="*/ 100903 w 306746"/>
              <a:gd name="connsiteY20" fmla="*/ 95359 h 261900"/>
              <a:gd name="connsiteX21" fmla="*/ 106285 w 306746"/>
              <a:gd name="connsiteY21" fmla="*/ 99388 h 261900"/>
              <a:gd name="connsiteX22" fmla="*/ 111667 w 306746"/>
              <a:gd name="connsiteY22" fmla="*/ 100731 h 261900"/>
              <a:gd name="connsiteX23" fmla="*/ 118393 w 306746"/>
              <a:gd name="connsiteY23" fmla="*/ 102074 h 261900"/>
              <a:gd name="connsiteX24" fmla="*/ 118393 w 306746"/>
              <a:gd name="connsiteY24" fmla="*/ 103417 h 261900"/>
              <a:gd name="connsiteX25" fmla="*/ 122429 w 306746"/>
              <a:gd name="connsiteY25" fmla="*/ 103417 h 261900"/>
              <a:gd name="connsiteX26" fmla="*/ 130502 w 306746"/>
              <a:gd name="connsiteY26" fmla="*/ 100731 h 261900"/>
              <a:gd name="connsiteX27" fmla="*/ 130502 w 306746"/>
              <a:gd name="connsiteY27" fmla="*/ 98044 h 261900"/>
              <a:gd name="connsiteX28" fmla="*/ 133192 w 306746"/>
              <a:gd name="connsiteY28" fmla="*/ 91329 h 261900"/>
              <a:gd name="connsiteX29" fmla="*/ 135883 w 306746"/>
              <a:gd name="connsiteY29" fmla="*/ 91329 h 261900"/>
              <a:gd name="connsiteX30" fmla="*/ 138574 w 306746"/>
              <a:gd name="connsiteY30" fmla="*/ 89986 h 261900"/>
              <a:gd name="connsiteX31" fmla="*/ 141265 w 306746"/>
              <a:gd name="connsiteY31" fmla="*/ 89986 h 261900"/>
              <a:gd name="connsiteX32" fmla="*/ 141265 w 306746"/>
              <a:gd name="connsiteY32" fmla="*/ 98044 h 261900"/>
              <a:gd name="connsiteX33" fmla="*/ 145301 w 306746"/>
              <a:gd name="connsiteY33" fmla="*/ 102074 h 261900"/>
              <a:gd name="connsiteX34" fmla="*/ 145301 w 306746"/>
              <a:gd name="connsiteY34" fmla="*/ 104760 h 261900"/>
              <a:gd name="connsiteX35" fmla="*/ 152028 w 306746"/>
              <a:gd name="connsiteY35" fmla="*/ 108789 h 261900"/>
              <a:gd name="connsiteX36" fmla="*/ 161445 w 306746"/>
              <a:gd name="connsiteY36" fmla="*/ 111475 h 261900"/>
              <a:gd name="connsiteX37" fmla="*/ 166827 w 306746"/>
              <a:gd name="connsiteY37" fmla="*/ 115505 h 261900"/>
              <a:gd name="connsiteX38" fmla="*/ 172208 w 306746"/>
              <a:gd name="connsiteY38" fmla="*/ 122220 h 261900"/>
              <a:gd name="connsiteX39" fmla="*/ 177590 w 306746"/>
              <a:gd name="connsiteY39" fmla="*/ 127592 h 261900"/>
              <a:gd name="connsiteX40" fmla="*/ 182971 w 306746"/>
              <a:gd name="connsiteY40" fmla="*/ 132965 h 261900"/>
              <a:gd name="connsiteX41" fmla="*/ 188353 w 306746"/>
              <a:gd name="connsiteY41" fmla="*/ 138337 h 261900"/>
              <a:gd name="connsiteX42" fmla="*/ 191044 w 306746"/>
              <a:gd name="connsiteY42" fmla="*/ 138337 h 261900"/>
              <a:gd name="connsiteX43" fmla="*/ 195080 w 306746"/>
              <a:gd name="connsiteY43" fmla="*/ 136994 h 261900"/>
              <a:gd name="connsiteX44" fmla="*/ 199116 w 306746"/>
              <a:gd name="connsiteY44" fmla="*/ 135651 h 261900"/>
              <a:gd name="connsiteX45" fmla="*/ 201806 w 306746"/>
              <a:gd name="connsiteY45" fmla="*/ 135651 h 261900"/>
              <a:gd name="connsiteX46" fmla="*/ 201806 w 306746"/>
              <a:gd name="connsiteY46" fmla="*/ 136994 h 261900"/>
              <a:gd name="connsiteX47" fmla="*/ 205843 w 306746"/>
              <a:gd name="connsiteY47" fmla="*/ 138337 h 261900"/>
              <a:gd name="connsiteX48" fmla="*/ 207188 w 306746"/>
              <a:gd name="connsiteY48" fmla="*/ 135651 h 261900"/>
              <a:gd name="connsiteX49" fmla="*/ 205843 w 306746"/>
              <a:gd name="connsiteY49" fmla="*/ 108789 h 261900"/>
              <a:gd name="connsiteX50" fmla="*/ 203152 w 306746"/>
              <a:gd name="connsiteY50" fmla="*/ 107446 h 261900"/>
              <a:gd name="connsiteX51" fmla="*/ 196425 w 306746"/>
              <a:gd name="connsiteY51" fmla="*/ 107446 h 261900"/>
              <a:gd name="connsiteX52" fmla="*/ 197771 w 306746"/>
              <a:gd name="connsiteY52" fmla="*/ 111475 h 261900"/>
              <a:gd name="connsiteX53" fmla="*/ 199116 w 306746"/>
              <a:gd name="connsiteY53" fmla="*/ 112818 h 261900"/>
              <a:gd name="connsiteX54" fmla="*/ 197771 w 306746"/>
              <a:gd name="connsiteY54" fmla="*/ 114162 h 261900"/>
              <a:gd name="connsiteX55" fmla="*/ 187007 w 306746"/>
              <a:gd name="connsiteY55" fmla="*/ 114162 h 261900"/>
              <a:gd name="connsiteX56" fmla="*/ 184317 w 306746"/>
              <a:gd name="connsiteY56" fmla="*/ 111475 h 261900"/>
              <a:gd name="connsiteX57" fmla="*/ 182971 w 306746"/>
              <a:gd name="connsiteY57" fmla="*/ 106103 h 261900"/>
              <a:gd name="connsiteX58" fmla="*/ 176244 w 306746"/>
              <a:gd name="connsiteY58" fmla="*/ 99388 h 261900"/>
              <a:gd name="connsiteX59" fmla="*/ 172208 w 306746"/>
              <a:gd name="connsiteY59" fmla="*/ 96702 h 261900"/>
              <a:gd name="connsiteX60" fmla="*/ 172208 w 306746"/>
              <a:gd name="connsiteY60" fmla="*/ 89986 h 261900"/>
              <a:gd name="connsiteX61" fmla="*/ 172208 w 306746"/>
              <a:gd name="connsiteY61" fmla="*/ 75212 h 261900"/>
              <a:gd name="connsiteX62" fmla="*/ 172208 w 306746"/>
              <a:gd name="connsiteY62" fmla="*/ 72526 h 261900"/>
              <a:gd name="connsiteX63" fmla="*/ 177590 w 306746"/>
              <a:gd name="connsiteY63" fmla="*/ 67154 h 261900"/>
              <a:gd name="connsiteX64" fmla="*/ 178935 w 306746"/>
              <a:gd name="connsiteY64" fmla="*/ 64468 h 261900"/>
              <a:gd name="connsiteX65" fmla="*/ 178935 w 306746"/>
              <a:gd name="connsiteY65" fmla="*/ 63125 h 261900"/>
              <a:gd name="connsiteX66" fmla="*/ 180280 w 306746"/>
              <a:gd name="connsiteY66" fmla="*/ 61782 h 261900"/>
              <a:gd name="connsiteX67" fmla="*/ 181626 w 306746"/>
              <a:gd name="connsiteY67" fmla="*/ 56409 h 261900"/>
              <a:gd name="connsiteX68" fmla="*/ 180280 w 306746"/>
              <a:gd name="connsiteY68" fmla="*/ 52380 h 261900"/>
              <a:gd name="connsiteX69" fmla="*/ 181626 w 306746"/>
              <a:gd name="connsiteY69" fmla="*/ 48351 h 261900"/>
              <a:gd name="connsiteX70" fmla="*/ 180280 w 306746"/>
              <a:gd name="connsiteY70" fmla="*/ 45665 h 261900"/>
              <a:gd name="connsiteX71" fmla="*/ 182971 w 306746"/>
              <a:gd name="connsiteY71" fmla="*/ 44321 h 261900"/>
              <a:gd name="connsiteX72" fmla="*/ 182971 w 306746"/>
              <a:gd name="connsiteY72" fmla="*/ 40292 h 261900"/>
              <a:gd name="connsiteX73" fmla="*/ 180280 w 306746"/>
              <a:gd name="connsiteY73" fmla="*/ 38949 h 261900"/>
              <a:gd name="connsiteX74" fmla="*/ 177590 w 306746"/>
              <a:gd name="connsiteY74" fmla="*/ 36263 h 261900"/>
              <a:gd name="connsiteX75" fmla="*/ 176244 w 306746"/>
              <a:gd name="connsiteY75" fmla="*/ 30891 h 261900"/>
              <a:gd name="connsiteX76" fmla="*/ 187007 w 306746"/>
              <a:gd name="connsiteY76" fmla="*/ 10744 h 261900"/>
              <a:gd name="connsiteX77" fmla="*/ 228714 w 306746"/>
              <a:gd name="connsiteY77" fmla="*/ 0 h 261900"/>
              <a:gd name="connsiteX78" fmla="*/ 240822 w 306746"/>
              <a:gd name="connsiteY78" fmla="*/ 6715 h 261900"/>
              <a:gd name="connsiteX79" fmla="*/ 244859 w 306746"/>
              <a:gd name="connsiteY79" fmla="*/ 6715 h 261900"/>
              <a:gd name="connsiteX80" fmla="*/ 248895 w 306746"/>
              <a:gd name="connsiteY80" fmla="*/ 8059 h 261900"/>
              <a:gd name="connsiteX81" fmla="*/ 251586 w 306746"/>
              <a:gd name="connsiteY81" fmla="*/ 8059 h 261900"/>
              <a:gd name="connsiteX82" fmla="*/ 255622 w 306746"/>
              <a:gd name="connsiteY82" fmla="*/ 10744 h 261900"/>
              <a:gd name="connsiteX83" fmla="*/ 255622 w 306746"/>
              <a:gd name="connsiteY83" fmla="*/ 12088 h 261900"/>
              <a:gd name="connsiteX84" fmla="*/ 258312 w 306746"/>
              <a:gd name="connsiteY84" fmla="*/ 14774 h 261900"/>
              <a:gd name="connsiteX85" fmla="*/ 263694 w 306746"/>
              <a:gd name="connsiteY85" fmla="*/ 16117 h 261900"/>
              <a:gd name="connsiteX86" fmla="*/ 275802 w 306746"/>
              <a:gd name="connsiteY86" fmla="*/ 20146 h 261900"/>
              <a:gd name="connsiteX87" fmla="*/ 278493 w 306746"/>
              <a:gd name="connsiteY87" fmla="*/ 20146 h 261900"/>
              <a:gd name="connsiteX88" fmla="*/ 279839 w 306746"/>
              <a:gd name="connsiteY88" fmla="*/ 21489 h 261900"/>
              <a:gd name="connsiteX89" fmla="*/ 283875 w 306746"/>
              <a:gd name="connsiteY89" fmla="*/ 22832 h 261900"/>
              <a:gd name="connsiteX90" fmla="*/ 285220 w 306746"/>
              <a:gd name="connsiteY90" fmla="*/ 26862 h 261900"/>
              <a:gd name="connsiteX91" fmla="*/ 290601 w 306746"/>
              <a:gd name="connsiteY91" fmla="*/ 32234 h 261900"/>
              <a:gd name="connsiteX92" fmla="*/ 291947 w 306746"/>
              <a:gd name="connsiteY92" fmla="*/ 32234 h 261900"/>
              <a:gd name="connsiteX93" fmla="*/ 293292 w 306746"/>
              <a:gd name="connsiteY93" fmla="*/ 36263 h 261900"/>
              <a:gd name="connsiteX94" fmla="*/ 295983 w 306746"/>
              <a:gd name="connsiteY94" fmla="*/ 37606 h 261900"/>
              <a:gd name="connsiteX95" fmla="*/ 297328 w 306746"/>
              <a:gd name="connsiteY95" fmla="*/ 40292 h 261900"/>
              <a:gd name="connsiteX96" fmla="*/ 300019 w 306746"/>
              <a:gd name="connsiteY96" fmla="*/ 42979 h 261900"/>
              <a:gd name="connsiteX97" fmla="*/ 304055 w 306746"/>
              <a:gd name="connsiteY97" fmla="*/ 44321 h 261900"/>
              <a:gd name="connsiteX98" fmla="*/ 304055 w 306746"/>
              <a:gd name="connsiteY98" fmla="*/ 45665 h 261900"/>
              <a:gd name="connsiteX99" fmla="*/ 300019 w 306746"/>
              <a:gd name="connsiteY99" fmla="*/ 52380 h 261900"/>
              <a:gd name="connsiteX100" fmla="*/ 301364 w 306746"/>
              <a:gd name="connsiteY100" fmla="*/ 55066 h 261900"/>
              <a:gd name="connsiteX101" fmla="*/ 305401 w 306746"/>
              <a:gd name="connsiteY101" fmla="*/ 57752 h 261900"/>
              <a:gd name="connsiteX102" fmla="*/ 306746 w 306746"/>
              <a:gd name="connsiteY102" fmla="*/ 61782 h 261900"/>
              <a:gd name="connsiteX103" fmla="*/ 306746 w 306746"/>
              <a:gd name="connsiteY103" fmla="*/ 67154 h 261900"/>
              <a:gd name="connsiteX104" fmla="*/ 305401 w 306746"/>
              <a:gd name="connsiteY104" fmla="*/ 69840 h 261900"/>
              <a:gd name="connsiteX105" fmla="*/ 305401 w 306746"/>
              <a:gd name="connsiteY105" fmla="*/ 71183 h 261900"/>
              <a:gd name="connsiteX106" fmla="*/ 300019 w 306746"/>
              <a:gd name="connsiteY106" fmla="*/ 76556 h 261900"/>
              <a:gd name="connsiteX107" fmla="*/ 298674 w 306746"/>
              <a:gd name="connsiteY107" fmla="*/ 80585 h 261900"/>
              <a:gd name="connsiteX108" fmla="*/ 301364 w 306746"/>
              <a:gd name="connsiteY108" fmla="*/ 85957 h 261900"/>
              <a:gd name="connsiteX109" fmla="*/ 301364 w 306746"/>
              <a:gd name="connsiteY109" fmla="*/ 89986 h 261900"/>
              <a:gd name="connsiteX110" fmla="*/ 302710 w 306746"/>
              <a:gd name="connsiteY110" fmla="*/ 92672 h 261900"/>
              <a:gd name="connsiteX111" fmla="*/ 300019 w 306746"/>
              <a:gd name="connsiteY111" fmla="*/ 95359 h 261900"/>
              <a:gd name="connsiteX112" fmla="*/ 302710 w 306746"/>
              <a:gd name="connsiteY112" fmla="*/ 100731 h 261900"/>
              <a:gd name="connsiteX113" fmla="*/ 301364 w 306746"/>
              <a:gd name="connsiteY113" fmla="*/ 102074 h 261900"/>
              <a:gd name="connsiteX114" fmla="*/ 300019 w 306746"/>
              <a:gd name="connsiteY114" fmla="*/ 103417 h 261900"/>
              <a:gd name="connsiteX115" fmla="*/ 301364 w 306746"/>
              <a:gd name="connsiteY115" fmla="*/ 107446 h 261900"/>
              <a:gd name="connsiteX116" fmla="*/ 301364 w 306746"/>
              <a:gd name="connsiteY116" fmla="*/ 110132 h 261900"/>
              <a:gd name="connsiteX117" fmla="*/ 304055 w 306746"/>
              <a:gd name="connsiteY117" fmla="*/ 111475 h 261900"/>
              <a:gd name="connsiteX118" fmla="*/ 305401 w 306746"/>
              <a:gd name="connsiteY118" fmla="*/ 114162 h 261900"/>
              <a:gd name="connsiteX119" fmla="*/ 302710 w 306746"/>
              <a:gd name="connsiteY119" fmla="*/ 114162 h 261900"/>
              <a:gd name="connsiteX120" fmla="*/ 301364 w 306746"/>
              <a:gd name="connsiteY120" fmla="*/ 116848 h 261900"/>
              <a:gd name="connsiteX121" fmla="*/ 297328 w 306746"/>
              <a:gd name="connsiteY121" fmla="*/ 118191 h 261900"/>
              <a:gd name="connsiteX122" fmla="*/ 291947 w 306746"/>
              <a:gd name="connsiteY122" fmla="*/ 122220 h 261900"/>
              <a:gd name="connsiteX123" fmla="*/ 290601 w 306746"/>
              <a:gd name="connsiteY123" fmla="*/ 124906 h 261900"/>
              <a:gd name="connsiteX124" fmla="*/ 290601 w 306746"/>
              <a:gd name="connsiteY124" fmla="*/ 128935 h 261900"/>
              <a:gd name="connsiteX125" fmla="*/ 291947 w 306746"/>
              <a:gd name="connsiteY125" fmla="*/ 130279 h 261900"/>
              <a:gd name="connsiteX126" fmla="*/ 290601 w 306746"/>
              <a:gd name="connsiteY126" fmla="*/ 132965 h 261900"/>
              <a:gd name="connsiteX127" fmla="*/ 290601 w 306746"/>
              <a:gd name="connsiteY127" fmla="*/ 136994 h 261900"/>
              <a:gd name="connsiteX128" fmla="*/ 286565 w 306746"/>
              <a:gd name="connsiteY128" fmla="*/ 141023 h 261900"/>
              <a:gd name="connsiteX129" fmla="*/ 283875 w 306746"/>
              <a:gd name="connsiteY129" fmla="*/ 142366 h 261900"/>
              <a:gd name="connsiteX130" fmla="*/ 285220 w 306746"/>
              <a:gd name="connsiteY130" fmla="*/ 145052 h 261900"/>
              <a:gd name="connsiteX131" fmla="*/ 289256 w 306746"/>
              <a:gd name="connsiteY131" fmla="*/ 150425 h 261900"/>
              <a:gd name="connsiteX132" fmla="*/ 290601 w 306746"/>
              <a:gd name="connsiteY132" fmla="*/ 154454 h 261900"/>
              <a:gd name="connsiteX133" fmla="*/ 291947 w 306746"/>
              <a:gd name="connsiteY133" fmla="*/ 157140 h 261900"/>
              <a:gd name="connsiteX134" fmla="*/ 290601 w 306746"/>
              <a:gd name="connsiteY134" fmla="*/ 157140 h 261900"/>
              <a:gd name="connsiteX135" fmla="*/ 283875 w 306746"/>
              <a:gd name="connsiteY135" fmla="*/ 159826 h 261900"/>
              <a:gd name="connsiteX136" fmla="*/ 267730 w 306746"/>
              <a:gd name="connsiteY136" fmla="*/ 166541 h 261900"/>
              <a:gd name="connsiteX137" fmla="*/ 263694 w 306746"/>
              <a:gd name="connsiteY137" fmla="*/ 166541 h 261900"/>
              <a:gd name="connsiteX138" fmla="*/ 236786 w 306746"/>
              <a:gd name="connsiteY138" fmla="*/ 178629 h 261900"/>
              <a:gd name="connsiteX139" fmla="*/ 231405 w 306746"/>
              <a:gd name="connsiteY139" fmla="*/ 178629 h 261900"/>
              <a:gd name="connsiteX140" fmla="*/ 221987 w 306746"/>
              <a:gd name="connsiteY140" fmla="*/ 182659 h 261900"/>
              <a:gd name="connsiteX141" fmla="*/ 219297 w 306746"/>
              <a:gd name="connsiteY141" fmla="*/ 186688 h 261900"/>
              <a:gd name="connsiteX142" fmla="*/ 220642 w 306746"/>
              <a:gd name="connsiteY142" fmla="*/ 194746 h 261900"/>
              <a:gd name="connsiteX143" fmla="*/ 221987 w 306746"/>
              <a:gd name="connsiteY143" fmla="*/ 197432 h 261900"/>
              <a:gd name="connsiteX144" fmla="*/ 220642 w 306746"/>
              <a:gd name="connsiteY144" fmla="*/ 197432 h 261900"/>
              <a:gd name="connsiteX145" fmla="*/ 217951 w 306746"/>
              <a:gd name="connsiteY145" fmla="*/ 198775 h 261900"/>
              <a:gd name="connsiteX146" fmla="*/ 212570 w 306746"/>
              <a:gd name="connsiteY146" fmla="*/ 197432 h 261900"/>
              <a:gd name="connsiteX147" fmla="*/ 209879 w 306746"/>
              <a:gd name="connsiteY147" fmla="*/ 197432 h 261900"/>
              <a:gd name="connsiteX148" fmla="*/ 208533 w 306746"/>
              <a:gd name="connsiteY148" fmla="*/ 196089 h 261900"/>
              <a:gd name="connsiteX149" fmla="*/ 201806 w 306746"/>
              <a:gd name="connsiteY149" fmla="*/ 196089 h 261900"/>
              <a:gd name="connsiteX150" fmla="*/ 196425 w 306746"/>
              <a:gd name="connsiteY150" fmla="*/ 198775 h 261900"/>
              <a:gd name="connsiteX151" fmla="*/ 192389 w 306746"/>
              <a:gd name="connsiteY151" fmla="*/ 200118 h 261900"/>
              <a:gd name="connsiteX152" fmla="*/ 188353 w 306746"/>
              <a:gd name="connsiteY152" fmla="*/ 201462 h 261900"/>
              <a:gd name="connsiteX153" fmla="*/ 181626 w 306746"/>
              <a:gd name="connsiteY153" fmla="*/ 205491 h 261900"/>
              <a:gd name="connsiteX154" fmla="*/ 178935 w 306746"/>
              <a:gd name="connsiteY154" fmla="*/ 208177 h 261900"/>
              <a:gd name="connsiteX155" fmla="*/ 180280 w 306746"/>
              <a:gd name="connsiteY155" fmla="*/ 210863 h 261900"/>
              <a:gd name="connsiteX156" fmla="*/ 178935 w 306746"/>
              <a:gd name="connsiteY156" fmla="*/ 213549 h 261900"/>
              <a:gd name="connsiteX157" fmla="*/ 178935 w 306746"/>
              <a:gd name="connsiteY157" fmla="*/ 216235 h 261900"/>
              <a:gd name="connsiteX158" fmla="*/ 178935 w 306746"/>
              <a:gd name="connsiteY158" fmla="*/ 217579 h 261900"/>
              <a:gd name="connsiteX159" fmla="*/ 176244 w 306746"/>
              <a:gd name="connsiteY159" fmla="*/ 220265 h 261900"/>
              <a:gd name="connsiteX160" fmla="*/ 168172 w 306746"/>
              <a:gd name="connsiteY160" fmla="*/ 222951 h 261900"/>
              <a:gd name="connsiteX161" fmla="*/ 153373 w 306746"/>
              <a:gd name="connsiteY161" fmla="*/ 233695 h 261900"/>
              <a:gd name="connsiteX162" fmla="*/ 139919 w 306746"/>
              <a:gd name="connsiteY162" fmla="*/ 248469 h 261900"/>
              <a:gd name="connsiteX163" fmla="*/ 133192 w 306746"/>
              <a:gd name="connsiteY163" fmla="*/ 259214 h 261900"/>
              <a:gd name="connsiteX164" fmla="*/ 126465 w 306746"/>
              <a:gd name="connsiteY164" fmla="*/ 261900 h 261900"/>
              <a:gd name="connsiteX165" fmla="*/ 121084 w 306746"/>
              <a:gd name="connsiteY165" fmla="*/ 260557 h 261900"/>
              <a:gd name="connsiteX166" fmla="*/ 117048 w 306746"/>
              <a:gd name="connsiteY166" fmla="*/ 257871 h 261900"/>
              <a:gd name="connsiteX167" fmla="*/ 115702 w 306746"/>
              <a:gd name="connsiteY167" fmla="*/ 256528 h 261900"/>
              <a:gd name="connsiteX168" fmla="*/ 114357 w 306746"/>
              <a:gd name="connsiteY168" fmla="*/ 256528 h 261900"/>
              <a:gd name="connsiteX169" fmla="*/ 113012 w 306746"/>
              <a:gd name="connsiteY169" fmla="*/ 256528 h 261900"/>
              <a:gd name="connsiteX170" fmla="*/ 110321 w 306746"/>
              <a:gd name="connsiteY170" fmla="*/ 255185 h 261900"/>
              <a:gd name="connsiteX171" fmla="*/ 104940 w 306746"/>
              <a:gd name="connsiteY171" fmla="*/ 256528 h 261900"/>
              <a:gd name="connsiteX172" fmla="*/ 100903 w 306746"/>
              <a:gd name="connsiteY172" fmla="*/ 259214 h 261900"/>
              <a:gd name="connsiteX173" fmla="*/ 98213 w 306746"/>
              <a:gd name="connsiteY173" fmla="*/ 259214 h 261900"/>
              <a:gd name="connsiteX174" fmla="*/ 95522 w 306746"/>
              <a:gd name="connsiteY174" fmla="*/ 256528 h 261900"/>
              <a:gd name="connsiteX175" fmla="*/ 90140 w 306746"/>
              <a:gd name="connsiteY175" fmla="*/ 255185 h 261900"/>
              <a:gd name="connsiteX176" fmla="*/ 84759 w 306746"/>
              <a:gd name="connsiteY176" fmla="*/ 253841 h 261900"/>
              <a:gd name="connsiteX177" fmla="*/ 82068 w 306746"/>
              <a:gd name="connsiteY177" fmla="*/ 253841 h 261900"/>
              <a:gd name="connsiteX178" fmla="*/ 78032 w 306746"/>
              <a:gd name="connsiteY178" fmla="*/ 249812 h 261900"/>
              <a:gd name="connsiteX179" fmla="*/ 76687 w 306746"/>
              <a:gd name="connsiteY179" fmla="*/ 248469 h 261900"/>
              <a:gd name="connsiteX180" fmla="*/ 75341 w 306746"/>
              <a:gd name="connsiteY180" fmla="*/ 248469 h 261900"/>
              <a:gd name="connsiteX181" fmla="*/ 72650 w 306746"/>
              <a:gd name="connsiteY181" fmla="*/ 248469 h 261900"/>
              <a:gd name="connsiteX182" fmla="*/ 71305 w 306746"/>
              <a:gd name="connsiteY182" fmla="*/ 247126 h 261900"/>
              <a:gd name="connsiteX183" fmla="*/ 69960 w 306746"/>
              <a:gd name="connsiteY183" fmla="*/ 247126 h 261900"/>
              <a:gd name="connsiteX184" fmla="*/ 68614 w 306746"/>
              <a:gd name="connsiteY184" fmla="*/ 245783 h 261900"/>
              <a:gd name="connsiteX185" fmla="*/ 61887 w 306746"/>
              <a:gd name="connsiteY185" fmla="*/ 247126 h 261900"/>
              <a:gd name="connsiteX186" fmla="*/ 59196 w 306746"/>
              <a:gd name="connsiteY186" fmla="*/ 247126 h 261900"/>
              <a:gd name="connsiteX187" fmla="*/ 34980 w 306746"/>
              <a:gd name="connsiteY187" fmla="*/ 252498 h 261900"/>
              <a:gd name="connsiteX188" fmla="*/ 33634 w 306746"/>
              <a:gd name="connsiteY188" fmla="*/ 248469 h 261900"/>
              <a:gd name="connsiteX189" fmla="*/ 30944 w 306746"/>
              <a:gd name="connsiteY189" fmla="*/ 247126 h 261900"/>
              <a:gd name="connsiteX190" fmla="*/ 26908 w 306746"/>
              <a:gd name="connsiteY190" fmla="*/ 243097 h 261900"/>
              <a:gd name="connsiteX191" fmla="*/ 25562 w 306746"/>
              <a:gd name="connsiteY191" fmla="*/ 240411 h 261900"/>
              <a:gd name="connsiteX192" fmla="*/ 21526 w 306746"/>
              <a:gd name="connsiteY192" fmla="*/ 239068 h 261900"/>
              <a:gd name="connsiteX193" fmla="*/ 17490 w 306746"/>
              <a:gd name="connsiteY193" fmla="*/ 236382 h 261900"/>
              <a:gd name="connsiteX194" fmla="*/ 13454 w 306746"/>
              <a:gd name="connsiteY194" fmla="*/ 229666 h 261900"/>
              <a:gd name="connsiteX195" fmla="*/ 9418 w 306746"/>
              <a:gd name="connsiteY195" fmla="*/ 228323 h 261900"/>
              <a:gd name="connsiteX196" fmla="*/ 6727 w 306746"/>
              <a:gd name="connsiteY196" fmla="*/ 224294 h 261900"/>
              <a:gd name="connsiteX197" fmla="*/ 4036 w 306746"/>
              <a:gd name="connsiteY197" fmla="*/ 221608 h 261900"/>
              <a:gd name="connsiteX198" fmla="*/ 1345 w 306746"/>
              <a:gd name="connsiteY198" fmla="*/ 217579 h 261900"/>
              <a:gd name="connsiteX199" fmla="*/ 0 w 306746"/>
              <a:gd name="connsiteY199" fmla="*/ 214892 h 261900"/>
              <a:gd name="connsiteX200" fmla="*/ 1345 w 306746"/>
              <a:gd name="connsiteY200" fmla="*/ 127592 h 261900"/>
              <a:gd name="connsiteX201" fmla="*/ 56506 w 306746"/>
              <a:gd name="connsiteY201" fmla="*/ 127592 h 261900"/>
              <a:gd name="connsiteX202" fmla="*/ 55161 w 306746"/>
              <a:gd name="connsiteY202" fmla="*/ 124906 h 261900"/>
              <a:gd name="connsiteX203" fmla="*/ 56506 w 306746"/>
              <a:gd name="connsiteY203" fmla="*/ 118191 h 261900"/>
              <a:gd name="connsiteX204" fmla="*/ 59196 w 306746"/>
              <a:gd name="connsiteY204" fmla="*/ 115505 h 261900"/>
              <a:gd name="connsiteX205" fmla="*/ 59196 w 306746"/>
              <a:gd name="connsiteY205" fmla="*/ 111475 h 261900"/>
              <a:gd name="connsiteX206" fmla="*/ 55161 w 306746"/>
              <a:gd name="connsiteY206" fmla="*/ 107446 h 261900"/>
              <a:gd name="connsiteX207" fmla="*/ 55161 w 306746"/>
              <a:gd name="connsiteY207" fmla="*/ 100731 h 261900"/>
              <a:gd name="connsiteX208" fmla="*/ 55161 w 306746"/>
              <a:gd name="connsiteY208" fmla="*/ 91329 h 261900"/>
              <a:gd name="connsiteX209" fmla="*/ 53815 w 306746"/>
              <a:gd name="connsiteY209" fmla="*/ 80585 h 261900"/>
              <a:gd name="connsiteX210" fmla="*/ 55161 w 306746"/>
              <a:gd name="connsiteY210" fmla="*/ 79241 h 26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</a:cxnLst>
            <a:rect l="l" t="t" r="r" b="b"/>
            <a:pathLst>
              <a:path w="306746" h="261900">
                <a:moveTo>
                  <a:pt x="55161" y="76556"/>
                </a:moveTo>
                <a:lnTo>
                  <a:pt x="57851" y="77898"/>
                </a:lnTo>
                <a:lnTo>
                  <a:pt x="60542" y="77898"/>
                </a:lnTo>
                <a:lnTo>
                  <a:pt x="64578" y="79241"/>
                </a:lnTo>
                <a:lnTo>
                  <a:pt x="65923" y="80585"/>
                </a:lnTo>
                <a:lnTo>
                  <a:pt x="65923" y="85957"/>
                </a:lnTo>
                <a:lnTo>
                  <a:pt x="67269" y="87300"/>
                </a:lnTo>
                <a:lnTo>
                  <a:pt x="68614" y="87300"/>
                </a:lnTo>
                <a:lnTo>
                  <a:pt x="71305" y="84614"/>
                </a:lnTo>
                <a:lnTo>
                  <a:pt x="75341" y="83271"/>
                </a:lnTo>
                <a:lnTo>
                  <a:pt x="79377" y="83271"/>
                </a:lnTo>
                <a:lnTo>
                  <a:pt x="80723" y="81928"/>
                </a:lnTo>
                <a:lnTo>
                  <a:pt x="87449" y="79241"/>
                </a:lnTo>
                <a:lnTo>
                  <a:pt x="88795" y="80585"/>
                </a:lnTo>
                <a:lnTo>
                  <a:pt x="90140" y="85957"/>
                </a:lnTo>
                <a:lnTo>
                  <a:pt x="91486" y="87300"/>
                </a:lnTo>
                <a:lnTo>
                  <a:pt x="91486" y="91329"/>
                </a:lnTo>
                <a:lnTo>
                  <a:pt x="91486" y="94015"/>
                </a:lnTo>
                <a:lnTo>
                  <a:pt x="92831" y="94015"/>
                </a:lnTo>
                <a:lnTo>
                  <a:pt x="98213" y="95359"/>
                </a:lnTo>
                <a:lnTo>
                  <a:pt x="100903" y="95359"/>
                </a:lnTo>
                <a:lnTo>
                  <a:pt x="106285" y="99388"/>
                </a:lnTo>
                <a:lnTo>
                  <a:pt x="111667" y="100731"/>
                </a:lnTo>
                <a:lnTo>
                  <a:pt x="118393" y="102074"/>
                </a:lnTo>
                <a:lnTo>
                  <a:pt x="118393" y="103417"/>
                </a:lnTo>
                <a:lnTo>
                  <a:pt x="122429" y="103417"/>
                </a:lnTo>
                <a:lnTo>
                  <a:pt x="130502" y="100731"/>
                </a:lnTo>
                <a:lnTo>
                  <a:pt x="130502" y="98044"/>
                </a:lnTo>
                <a:lnTo>
                  <a:pt x="133192" y="91329"/>
                </a:lnTo>
                <a:lnTo>
                  <a:pt x="135883" y="91329"/>
                </a:lnTo>
                <a:lnTo>
                  <a:pt x="138574" y="89986"/>
                </a:lnTo>
                <a:lnTo>
                  <a:pt x="141265" y="89986"/>
                </a:lnTo>
                <a:lnTo>
                  <a:pt x="141265" y="98044"/>
                </a:lnTo>
                <a:lnTo>
                  <a:pt x="145301" y="102074"/>
                </a:lnTo>
                <a:lnTo>
                  <a:pt x="145301" y="104760"/>
                </a:lnTo>
                <a:lnTo>
                  <a:pt x="152028" y="108789"/>
                </a:lnTo>
                <a:lnTo>
                  <a:pt x="161445" y="111475"/>
                </a:lnTo>
                <a:lnTo>
                  <a:pt x="166827" y="115505"/>
                </a:lnTo>
                <a:lnTo>
                  <a:pt x="172208" y="122220"/>
                </a:lnTo>
                <a:lnTo>
                  <a:pt x="177590" y="127592"/>
                </a:lnTo>
                <a:lnTo>
                  <a:pt x="182971" y="132965"/>
                </a:lnTo>
                <a:lnTo>
                  <a:pt x="188353" y="138337"/>
                </a:lnTo>
                <a:lnTo>
                  <a:pt x="191044" y="138337"/>
                </a:lnTo>
                <a:lnTo>
                  <a:pt x="195080" y="136994"/>
                </a:lnTo>
                <a:lnTo>
                  <a:pt x="199116" y="135651"/>
                </a:lnTo>
                <a:lnTo>
                  <a:pt x="201806" y="135651"/>
                </a:lnTo>
                <a:lnTo>
                  <a:pt x="201806" y="136994"/>
                </a:lnTo>
                <a:lnTo>
                  <a:pt x="205843" y="138337"/>
                </a:lnTo>
                <a:lnTo>
                  <a:pt x="207188" y="135651"/>
                </a:lnTo>
                <a:lnTo>
                  <a:pt x="205843" y="108789"/>
                </a:lnTo>
                <a:lnTo>
                  <a:pt x="203152" y="107446"/>
                </a:lnTo>
                <a:lnTo>
                  <a:pt x="196425" y="107446"/>
                </a:lnTo>
                <a:lnTo>
                  <a:pt x="197771" y="111475"/>
                </a:lnTo>
                <a:lnTo>
                  <a:pt x="199116" y="112818"/>
                </a:lnTo>
                <a:lnTo>
                  <a:pt x="197771" y="114162"/>
                </a:lnTo>
                <a:lnTo>
                  <a:pt x="187007" y="114162"/>
                </a:lnTo>
                <a:lnTo>
                  <a:pt x="184317" y="111475"/>
                </a:lnTo>
                <a:lnTo>
                  <a:pt x="182971" y="106103"/>
                </a:lnTo>
                <a:lnTo>
                  <a:pt x="176244" y="99388"/>
                </a:lnTo>
                <a:lnTo>
                  <a:pt x="172208" y="96702"/>
                </a:lnTo>
                <a:lnTo>
                  <a:pt x="172208" y="89986"/>
                </a:lnTo>
                <a:lnTo>
                  <a:pt x="172208" y="75212"/>
                </a:lnTo>
                <a:lnTo>
                  <a:pt x="172208" y="72526"/>
                </a:lnTo>
                <a:lnTo>
                  <a:pt x="177590" y="67154"/>
                </a:lnTo>
                <a:lnTo>
                  <a:pt x="178935" y="64468"/>
                </a:lnTo>
                <a:lnTo>
                  <a:pt x="178935" y="63125"/>
                </a:lnTo>
                <a:lnTo>
                  <a:pt x="180280" y="61782"/>
                </a:lnTo>
                <a:lnTo>
                  <a:pt x="181626" y="56409"/>
                </a:lnTo>
                <a:lnTo>
                  <a:pt x="180280" y="52380"/>
                </a:lnTo>
                <a:lnTo>
                  <a:pt x="181626" y="48351"/>
                </a:lnTo>
                <a:lnTo>
                  <a:pt x="180280" y="45665"/>
                </a:lnTo>
                <a:lnTo>
                  <a:pt x="182971" y="44321"/>
                </a:lnTo>
                <a:lnTo>
                  <a:pt x="182971" y="40292"/>
                </a:lnTo>
                <a:lnTo>
                  <a:pt x="180280" y="38949"/>
                </a:lnTo>
                <a:lnTo>
                  <a:pt x="177590" y="36263"/>
                </a:lnTo>
                <a:lnTo>
                  <a:pt x="176244" y="30891"/>
                </a:lnTo>
                <a:lnTo>
                  <a:pt x="187007" y="10744"/>
                </a:lnTo>
                <a:lnTo>
                  <a:pt x="228714" y="0"/>
                </a:lnTo>
                <a:lnTo>
                  <a:pt x="240822" y="6715"/>
                </a:lnTo>
                <a:lnTo>
                  <a:pt x="244859" y="6715"/>
                </a:lnTo>
                <a:lnTo>
                  <a:pt x="248895" y="8059"/>
                </a:lnTo>
                <a:lnTo>
                  <a:pt x="251586" y="8059"/>
                </a:lnTo>
                <a:lnTo>
                  <a:pt x="255622" y="10744"/>
                </a:lnTo>
                <a:lnTo>
                  <a:pt x="255622" y="12088"/>
                </a:lnTo>
                <a:lnTo>
                  <a:pt x="258312" y="14774"/>
                </a:lnTo>
                <a:lnTo>
                  <a:pt x="263694" y="16117"/>
                </a:lnTo>
                <a:lnTo>
                  <a:pt x="275802" y="20146"/>
                </a:lnTo>
                <a:lnTo>
                  <a:pt x="278493" y="20146"/>
                </a:lnTo>
                <a:lnTo>
                  <a:pt x="279839" y="21489"/>
                </a:lnTo>
                <a:lnTo>
                  <a:pt x="283875" y="22832"/>
                </a:lnTo>
                <a:lnTo>
                  <a:pt x="285220" y="26862"/>
                </a:lnTo>
                <a:lnTo>
                  <a:pt x="290601" y="32234"/>
                </a:lnTo>
                <a:lnTo>
                  <a:pt x="291947" y="32234"/>
                </a:lnTo>
                <a:lnTo>
                  <a:pt x="293292" y="36263"/>
                </a:lnTo>
                <a:lnTo>
                  <a:pt x="295983" y="37606"/>
                </a:lnTo>
                <a:lnTo>
                  <a:pt x="297328" y="40292"/>
                </a:lnTo>
                <a:lnTo>
                  <a:pt x="300019" y="42979"/>
                </a:lnTo>
                <a:lnTo>
                  <a:pt x="304055" y="44321"/>
                </a:lnTo>
                <a:lnTo>
                  <a:pt x="304055" y="45665"/>
                </a:lnTo>
                <a:lnTo>
                  <a:pt x="300019" y="52380"/>
                </a:lnTo>
                <a:lnTo>
                  <a:pt x="301364" y="55066"/>
                </a:lnTo>
                <a:lnTo>
                  <a:pt x="305401" y="57752"/>
                </a:lnTo>
                <a:lnTo>
                  <a:pt x="306746" y="61782"/>
                </a:lnTo>
                <a:lnTo>
                  <a:pt x="306746" y="67154"/>
                </a:lnTo>
                <a:lnTo>
                  <a:pt x="305401" y="69840"/>
                </a:lnTo>
                <a:lnTo>
                  <a:pt x="305401" y="71183"/>
                </a:lnTo>
                <a:lnTo>
                  <a:pt x="300019" y="76556"/>
                </a:lnTo>
                <a:lnTo>
                  <a:pt x="298674" y="80585"/>
                </a:lnTo>
                <a:lnTo>
                  <a:pt x="301364" y="85957"/>
                </a:lnTo>
                <a:lnTo>
                  <a:pt x="301364" y="89986"/>
                </a:lnTo>
                <a:lnTo>
                  <a:pt x="302710" y="92672"/>
                </a:lnTo>
                <a:lnTo>
                  <a:pt x="300019" y="95359"/>
                </a:lnTo>
                <a:lnTo>
                  <a:pt x="302710" y="100731"/>
                </a:lnTo>
                <a:lnTo>
                  <a:pt x="301364" y="102074"/>
                </a:lnTo>
                <a:lnTo>
                  <a:pt x="300019" y="103417"/>
                </a:lnTo>
                <a:lnTo>
                  <a:pt x="301364" y="107446"/>
                </a:lnTo>
                <a:lnTo>
                  <a:pt x="301364" y="110132"/>
                </a:lnTo>
                <a:lnTo>
                  <a:pt x="304055" y="111475"/>
                </a:lnTo>
                <a:lnTo>
                  <a:pt x="305401" y="114162"/>
                </a:lnTo>
                <a:lnTo>
                  <a:pt x="302710" y="114162"/>
                </a:lnTo>
                <a:lnTo>
                  <a:pt x="301364" y="116848"/>
                </a:lnTo>
                <a:lnTo>
                  <a:pt x="297328" y="118191"/>
                </a:lnTo>
                <a:lnTo>
                  <a:pt x="291947" y="122220"/>
                </a:lnTo>
                <a:lnTo>
                  <a:pt x="290601" y="124906"/>
                </a:lnTo>
                <a:lnTo>
                  <a:pt x="290601" y="128935"/>
                </a:lnTo>
                <a:lnTo>
                  <a:pt x="291947" y="130279"/>
                </a:lnTo>
                <a:lnTo>
                  <a:pt x="290601" y="132965"/>
                </a:lnTo>
                <a:lnTo>
                  <a:pt x="290601" y="136994"/>
                </a:lnTo>
                <a:lnTo>
                  <a:pt x="286565" y="141023"/>
                </a:lnTo>
                <a:lnTo>
                  <a:pt x="283875" y="142366"/>
                </a:lnTo>
                <a:lnTo>
                  <a:pt x="285220" y="145052"/>
                </a:lnTo>
                <a:lnTo>
                  <a:pt x="289256" y="150425"/>
                </a:lnTo>
                <a:lnTo>
                  <a:pt x="290601" y="154454"/>
                </a:lnTo>
                <a:lnTo>
                  <a:pt x="291947" y="157140"/>
                </a:lnTo>
                <a:lnTo>
                  <a:pt x="290601" y="157140"/>
                </a:lnTo>
                <a:lnTo>
                  <a:pt x="283875" y="159826"/>
                </a:lnTo>
                <a:lnTo>
                  <a:pt x="267730" y="166541"/>
                </a:lnTo>
                <a:lnTo>
                  <a:pt x="263694" y="166541"/>
                </a:lnTo>
                <a:lnTo>
                  <a:pt x="236786" y="178629"/>
                </a:lnTo>
                <a:lnTo>
                  <a:pt x="231405" y="178629"/>
                </a:lnTo>
                <a:lnTo>
                  <a:pt x="221987" y="182659"/>
                </a:lnTo>
                <a:lnTo>
                  <a:pt x="219297" y="186688"/>
                </a:lnTo>
                <a:lnTo>
                  <a:pt x="220642" y="194746"/>
                </a:lnTo>
                <a:lnTo>
                  <a:pt x="221987" y="197432"/>
                </a:lnTo>
                <a:lnTo>
                  <a:pt x="220642" y="197432"/>
                </a:lnTo>
                <a:lnTo>
                  <a:pt x="217951" y="198775"/>
                </a:lnTo>
                <a:lnTo>
                  <a:pt x="212570" y="197432"/>
                </a:lnTo>
                <a:lnTo>
                  <a:pt x="209879" y="197432"/>
                </a:lnTo>
                <a:lnTo>
                  <a:pt x="208533" y="196089"/>
                </a:lnTo>
                <a:lnTo>
                  <a:pt x="201806" y="196089"/>
                </a:lnTo>
                <a:lnTo>
                  <a:pt x="196425" y="198775"/>
                </a:lnTo>
                <a:lnTo>
                  <a:pt x="192389" y="200118"/>
                </a:lnTo>
                <a:lnTo>
                  <a:pt x="188353" y="201462"/>
                </a:lnTo>
                <a:lnTo>
                  <a:pt x="181626" y="205491"/>
                </a:lnTo>
                <a:lnTo>
                  <a:pt x="178935" y="208177"/>
                </a:lnTo>
                <a:lnTo>
                  <a:pt x="180280" y="210863"/>
                </a:lnTo>
                <a:lnTo>
                  <a:pt x="178935" y="213549"/>
                </a:lnTo>
                <a:lnTo>
                  <a:pt x="178935" y="216235"/>
                </a:lnTo>
                <a:lnTo>
                  <a:pt x="178935" y="217579"/>
                </a:lnTo>
                <a:lnTo>
                  <a:pt x="176244" y="220265"/>
                </a:lnTo>
                <a:lnTo>
                  <a:pt x="168172" y="222951"/>
                </a:lnTo>
                <a:lnTo>
                  <a:pt x="153373" y="233695"/>
                </a:lnTo>
                <a:lnTo>
                  <a:pt x="139919" y="248469"/>
                </a:lnTo>
                <a:lnTo>
                  <a:pt x="133192" y="259214"/>
                </a:lnTo>
                <a:lnTo>
                  <a:pt x="126465" y="261900"/>
                </a:lnTo>
                <a:lnTo>
                  <a:pt x="121084" y="260557"/>
                </a:lnTo>
                <a:lnTo>
                  <a:pt x="117048" y="257871"/>
                </a:lnTo>
                <a:lnTo>
                  <a:pt x="115702" y="256528"/>
                </a:lnTo>
                <a:lnTo>
                  <a:pt x="114357" y="256528"/>
                </a:lnTo>
                <a:lnTo>
                  <a:pt x="113012" y="256528"/>
                </a:lnTo>
                <a:lnTo>
                  <a:pt x="110321" y="255185"/>
                </a:lnTo>
                <a:lnTo>
                  <a:pt x="104940" y="256528"/>
                </a:lnTo>
                <a:lnTo>
                  <a:pt x="100903" y="259214"/>
                </a:lnTo>
                <a:lnTo>
                  <a:pt x="98213" y="259214"/>
                </a:lnTo>
                <a:lnTo>
                  <a:pt x="95522" y="256528"/>
                </a:lnTo>
                <a:lnTo>
                  <a:pt x="90140" y="255185"/>
                </a:lnTo>
                <a:lnTo>
                  <a:pt x="84759" y="253841"/>
                </a:lnTo>
                <a:lnTo>
                  <a:pt x="82068" y="253841"/>
                </a:lnTo>
                <a:lnTo>
                  <a:pt x="78032" y="249812"/>
                </a:lnTo>
                <a:lnTo>
                  <a:pt x="76687" y="248469"/>
                </a:lnTo>
                <a:lnTo>
                  <a:pt x="75341" y="248469"/>
                </a:lnTo>
                <a:lnTo>
                  <a:pt x="72650" y="248469"/>
                </a:lnTo>
                <a:lnTo>
                  <a:pt x="71305" y="247126"/>
                </a:lnTo>
                <a:lnTo>
                  <a:pt x="69960" y="247126"/>
                </a:lnTo>
                <a:lnTo>
                  <a:pt x="68614" y="245783"/>
                </a:lnTo>
                <a:lnTo>
                  <a:pt x="61887" y="247126"/>
                </a:lnTo>
                <a:lnTo>
                  <a:pt x="59196" y="247126"/>
                </a:lnTo>
                <a:lnTo>
                  <a:pt x="34980" y="252498"/>
                </a:lnTo>
                <a:lnTo>
                  <a:pt x="33634" y="248469"/>
                </a:lnTo>
                <a:lnTo>
                  <a:pt x="30944" y="247126"/>
                </a:lnTo>
                <a:lnTo>
                  <a:pt x="26908" y="243097"/>
                </a:lnTo>
                <a:lnTo>
                  <a:pt x="25562" y="240411"/>
                </a:lnTo>
                <a:lnTo>
                  <a:pt x="21526" y="239068"/>
                </a:lnTo>
                <a:lnTo>
                  <a:pt x="17490" y="236382"/>
                </a:lnTo>
                <a:lnTo>
                  <a:pt x="13454" y="229666"/>
                </a:lnTo>
                <a:lnTo>
                  <a:pt x="9418" y="228323"/>
                </a:lnTo>
                <a:lnTo>
                  <a:pt x="6727" y="224294"/>
                </a:lnTo>
                <a:lnTo>
                  <a:pt x="4036" y="221608"/>
                </a:lnTo>
                <a:lnTo>
                  <a:pt x="1345" y="217579"/>
                </a:lnTo>
                <a:lnTo>
                  <a:pt x="0" y="214892"/>
                </a:lnTo>
                <a:lnTo>
                  <a:pt x="1345" y="127592"/>
                </a:lnTo>
                <a:lnTo>
                  <a:pt x="56506" y="127592"/>
                </a:lnTo>
                <a:lnTo>
                  <a:pt x="55161" y="124906"/>
                </a:lnTo>
                <a:lnTo>
                  <a:pt x="56506" y="118191"/>
                </a:lnTo>
                <a:lnTo>
                  <a:pt x="59196" y="115505"/>
                </a:lnTo>
                <a:lnTo>
                  <a:pt x="59196" y="111475"/>
                </a:lnTo>
                <a:lnTo>
                  <a:pt x="55161" y="107446"/>
                </a:lnTo>
                <a:lnTo>
                  <a:pt x="55161" y="100731"/>
                </a:lnTo>
                <a:lnTo>
                  <a:pt x="55161" y="91329"/>
                </a:lnTo>
                <a:lnTo>
                  <a:pt x="53815" y="80585"/>
                </a:lnTo>
                <a:lnTo>
                  <a:pt x="55161" y="79241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6" name="Freeform 765">
            <a:extLst>
              <a:ext uri="{FF2B5EF4-FFF2-40B4-BE49-F238E27FC236}">
                <a16:creationId xmlns:a16="http://schemas.microsoft.com/office/drawing/2014/main" id="{2A09F820-C167-6CFC-4C83-41E49A154B02}"/>
              </a:ext>
            </a:extLst>
          </p:cNvPr>
          <p:cNvSpPr/>
          <p:nvPr/>
        </p:nvSpPr>
        <p:spPr>
          <a:xfrm>
            <a:off x="7641741" y="4792902"/>
            <a:ext cx="326926" cy="320995"/>
          </a:xfrm>
          <a:custGeom>
            <a:avLst/>
            <a:gdLst>
              <a:gd name="connsiteX0" fmla="*/ 262348 w 326926"/>
              <a:gd name="connsiteY0" fmla="*/ 320995 h 320995"/>
              <a:gd name="connsiteX1" fmla="*/ 261003 w 326926"/>
              <a:gd name="connsiteY1" fmla="*/ 320995 h 320995"/>
              <a:gd name="connsiteX2" fmla="*/ 258312 w 326926"/>
              <a:gd name="connsiteY2" fmla="*/ 320995 h 320995"/>
              <a:gd name="connsiteX3" fmla="*/ 255622 w 326926"/>
              <a:gd name="connsiteY3" fmla="*/ 320995 h 320995"/>
              <a:gd name="connsiteX4" fmla="*/ 254276 w 326926"/>
              <a:gd name="connsiteY4" fmla="*/ 319652 h 320995"/>
              <a:gd name="connsiteX5" fmla="*/ 252931 w 326926"/>
              <a:gd name="connsiteY5" fmla="*/ 319652 h 320995"/>
              <a:gd name="connsiteX6" fmla="*/ 251586 w 326926"/>
              <a:gd name="connsiteY6" fmla="*/ 318309 h 320995"/>
              <a:gd name="connsiteX7" fmla="*/ 248895 w 326926"/>
              <a:gd name="connsiteY7" fmla="*/ 318309 h 320995"/>
              <a:gd name="connsiteX8" fmla="*/ 247549 w 326926"/>
              <a:gd name="connsiteY8" fmla="*/ 318309 h 320995"/>
              <a:gd name="connsiteX9" fmla="*/ 244859 w 326926"/>
              <a:gd name="connsiteY9" fmla="*/ 316966 h 320995"/>
              <a:gd name="connsiteX10" fmla="*/ 242168 w 326926"/>
              <a:gd name="connsiteY10" fmla="*/ 318309 h 320995"/>
              <a:gd name="connsiteX11" fmla="*/ 240822 w 326926"/>
              <a:gd name="connsiteY11" fmla="*/ 319652 h 320995"/>
              <a:gd name="connsiteX12" fmla="*/ 239477 w 326926"/>
              <a:gd name="connsiteY12" fmla="*/ 320995 h 320995"/>
              <a:gd name="connsiteX13" fmla="*/ 234095 w 326926"/>
              <a:gd name="connsiteY13" fmla="*/ 319652 h 320995"/>
              <a:gd name="connsiteX14" fmla="*/ 230059 w 326926"/>
              <a:gd name="connsiteY14" fmla="*/ 318309 h 320995"/>
              <a:gd name="connsiteX15" fmla="*/ 223333 w 326926"/>
              <a:gd name="connsiteY15" fmla="*/ 312937 h 320995"/>
              <a:gd name="connsiteX16" fmla="*/ 220642 w 326926"/>
              <a:gd name="connsiteY16" fmla="*/ 312937 h 320995"/>
              <a:gd name="connsiteX17" fmla="*/ 219296 w 326926"/>
              <a:gd name="connsiteY17" fmla="*/ 311594 h 320995"/>
              <a:gd name="connsiteX18" fmla="*/ 219296 w 326926"/>
              <a:gd name="connsiteY18" fmla="*/ 315623 h 320995"/>
              <a:gd name="connsiteX19" fmla="*/ 215260 w 326926"/>
              <a:gd name="connsiteY19" fmla="*/ 315623 h 320995"/>
              <a:gd name="connsiteX20" fmla="*/ 208533 w 326926"/>
              <a:gd name="connsiteY20" fmla="*/ 314280 h 320995"/>
              <a:gd name="connsiteX21" fmla="*/ 204497 w 326926"/>
              <a:gd name="connsiteY21" fmla="*/ 315623 h 320995"/>
              <a:gd name="connsiteX22" fmla="*/ 200461 w 326926"/>
              <a:gd name="connsiteY22" fmla="*/ 316966 h 320995"/>
              <a:gd name="connsiteX23" fmla="*/ 196425 w 326926"/>
              <a:gd name="connsiteY23" fmla="*/ 315623 h 320995"/>
              <a:gd name="connsiteX24" fmla="*/ 196425 w 326926"/>
              <a:gd name="connsiteY24" fmla="*/ 314280 h 320995"/>
              <a:gd name="connsiteX25" fmla="*/ 193734 w 326926"/>
              <a:gd name="connsiteY25" fmla="*/ 312937 h 320995"/>
              <a:gd name="connsiteX26" fmla="*/ 189698 w 326926"/>
              <a:gd name="connsiteY26" fmla="*/ 314280 h 320995"/>
              <a:gd name="connsiteX27" fmla="*/ 184317 w 326926"/>
              <a:gd name="connsiteY27" fmla="*/ 312937 h 320995"/>
              <a:gd name="connsiteX28" fmla="*/ 178935 w 326926"/>
              <a:gd name="connsiteY28" fmla="*/ 310251 h 320995"/>
              <a:gd name="connsiteX29" fmla="*/ 176244 w 326926"/>
              <a:gd name="connsiteY29" fmla="*/ 308908 h 320995"/>
              <a:gd name="connsiteX30" fmla="*/ 173554 w 326926"/>
              <a:gd name="connsiteY30" fmla="*/ 303535 h 320995"/>
              <a:gd name="connsiteX31" fmla="*/ 172208 w 326926"/>
              <a:gd name="connsiteY31" fmla="*/ 302192 h 320995"/>
              <a:gd name="connsiteX32" fmla="*/ 75341 w 326926"/>
              <a:gd name="connsiteY32" fmla="*/ 302192 h 320995"/>
              <a:gd name="connsiteX33" fmla="*/ 73996 w 326926"/>
              <a:gd name="connsiteY33" fmla="*/ 300849 h 320995"/>
              <a:gd name="connsiteX34" fmla="*/ 71305 w 326926"/>
              <a:gd name="connsiteY34" fmla="*/ 300849 h 320995"/>
              <a:gd name="connsiteX35" fmla="*/ 67269 w 326926"/>
              <a:gd name="connsiteY35" fmla="*/ 303535 h 320995"/>
              <a:gd name="connsiteX36" fmla="*/ 65923 w 326926"/>
              <a:gd name="connsiteY36" fmla="*/ 303535 h 320995"/>
              <a:gd name="connsiteX37" fmla="*/ 61887 w 326926"/>
              <a:gd name="connsiteY37" fmla="*/ 306221 h 320995"/>
              <a:gd name="connsiteX38" fmla="*/ 56506 w 326926"/>
              <a:gd name="connsiteY38" fmla="*/ 303535 h 320995"/>
              <a:gd name="connsiteX39" fmla="*/ 51124 w 326926"/>
              <a:gd name="connsiteY39" fmla="*/ 299506 h 320995"/>
              <a:gd name="connsiteX40" fmla="*/ 48434 w 326926"/>
              <a:gd name="connsiteY40" fmla="*/ 298163 h 320995"/>
              <a:gd name="connsiteX41" fmla="*/ 49779 w 326926"/>
              <a:gd name="connsiteY41" fmla="*/ 295477 h 320995"/>
              <a:gd name="connsiteX42" fmla="*/ 47088 w 326926"/>
              <a:gd name="connsiteY42" fmla="*/ 294134 h 320995"/>
              <a:gd name="connsiteX43" fmla="*/ 45743 w 326926"/>
              <a:gd name="connsiteY43" fmla="*/ 292791 h 320995"/>
              <a:gd name="connsiteX44" fmla="*/ 43052 w 326926"/>
              <a:gd name="connsiteY44" fmla="*/ 291447 h 320995"/>
              <a:gd name="connsiteX45" fmla="*/ 40361 w 326926"/>
              <a:gd name="connsiteY45" fmla="*/ 291447 h 320995"/>
              <a:gd name="connsiteX46" fmla="*/ 39016 w 326926"/>
              <a:gd name="connsiteY46" fmla="*/ 292791 h 320995"/>
              <a:gd name="connsiteX47" fmla="*/ 37670 w 326926"/>
              <a:gd name="connsiteY47" fmla="*/ 292791 h 320995"/>
              <a:gd name="connsiteX48" fmla="*/ 33634 w 326926"/>
              <a:gd name="connsiteY48" fmla="*/ 290105 h 320995"/>
              <a:gd name="connsiteX49" fmla="*/ 30943 w 326926"/>
              <a:gd name="connsiteY49" fmla="*/ 290105 h 320995"/>
              <a:gd name="connsiteX50" fmla="*/ 22872 w 326926"/>
              <a:gd name="connsiteY50" fmla="*/ 295477 h 320995"/>
              <a:gd name="connsiteX51" fmla="*/ 22872 w 326926"/>
              <a:gd name="connsiteY51" fmla="*/ 299506 h 320995"/>
              <a:gd name="connsiteX52" fmla="*/ 20181 w 326926"/>
              <a:gd name="connsiteY52" fmla="*/ 300849 h 320995"/>
              <a:gd name="connsiteX53" fmla="*/ 16145 w 326926"/>
              <a:gd name="connsiteY53" fmla="*/ 299506 h 320995"/>
              <a:gd name="connsiteX54" fmla="*/ 9418 w 326926"/>
              <a:gd name="connsiteY54" fmla="*/ 298163 h 320995"/>
              <a:gd name="connsiteX55" fmla="*/ 8072 w 326926"/>
              <a:gd name="connsiteY55" fmla="*/ 299506 h 320995"/>
              <a:gd name="connsiteX56" fmla="*/ 8072 w 326926"/>
              <a:gd name="connsiteY56" fmla="*/ 302192 h 320995"/>
              <a:gd name="connsiteX57" fmla="*/ 5381 w 326926"/>
              <a:gd name="connsiteY57" fmla="*/ 303535 h 320995"/>
              <a:gd name="connsiteX58" fmla="*/ 4036 w 326926"/>
              <a:gd name="connsiteY58" fmla="*/ 302192 h 320995"/>
              <a:gd name="connsiteX59" fmla="*/ 0 w 326926"/>
              <a:gd name="connsiteY59" fmla="*/ 300849 h 320995"/>
              <a:gd name="connsiteX60" fmla="*/ 0 w 326926"/>
              <a:gd name="connsiteY60" fmla="*/ 300849 h 320995"/>
              <a:gd name="connsiteX61" fmla="*/ 0 w 326926"/>
              <a:gd name="connsiteY61" fmla="*/ 298163 h 320995"/>
              <a:gd name="connsiteX62" fmla="*/ 1345 w 326926"/>
              <a:gd name="connsiteY62" fmla="*/ 290105 h 320995"/>
              <a:gd name="connsiteX63" fmla="*/ 0 w 326926"/>
              <a:gd name="connsiteY63" fmla="*/ 278017 h 320995"/>
              <a:gd name="connsiteX64" fmla="*/ 1345 w 326926"/>
              <a:gd name="connsiteY64" fmla="*/ 269959 h 320995"/>
              <a:gd name="connsiteX65" fmla="*/ 1345 w 326926"/>
              <a:gd name="connsiteY65" fmla="*/ 260557 h 320995"/>
              <a:gd name="connsiteX66" fmla="*/ 9418 w 326926"/>
              <a:gd name="connsiteY66" fmla="*/ 251155 h 320995"/>
              <a:gd name="connsiteX67" fmla="*/ 10763 w 326926"/>
              <a:gd name="connsiteY67" fmla="*/ 241754 h 320995"/>
              <a:gd name="connsiteX68" fmla="*/ 17490 w 326926"/>
              <a:gd name="connsiteY68" fmla="*/ 233695 h 320995"/>
              <a:gd name="connsiteX69" fmla="*/ 17490 w 326926"/>
              <a:gd name="connsiteY69" fmla="*/ 212206 h 320995"/>
              <a:gd name="connsiteX70" fmla="*/ 18835 w 326926"/>
              <a:gd name="connsiteY70" fmla="*/ 210863 h 320995"/>
              <a:gd name="connsiteX71" fmla="*/ 20181 w 326926"/>
              <a:gd name="connsiteY71" fmla="*/ 201462 h 320995"/>
              <a:gd name="connsiteX72" fmla="*/ 33634 w 326926"/>
              <a:gd name="connsiteY72" fmla="*/ 189374 h 320995"/>
              <a:gd name="connsiteX73" fmla="*/ 33634 w 326926"/>
              <a:gd name="connsiteY73" fmla="*/ 182659 h 320995"/>
              <a:gd name="connsiteX74" fmla="*/ 45743 w 326926"/>
              <a:gd name="connsiteY74" fmla="*/ 174600 h 320995"/>
              <a:gd name="connsiteX75" fmla="*/ 48434 w 326926"/>
              <a:gd name="connsiteY75" fmla="*/ 174600 h 320995"/>
              <a:gd name="connsiteX76" fmla="*/ 59196 w 326926"/>
              <a:gd name="connsiteY76" fmla="*/ 155797 h 320995"/>
              <a:gd name="connsiteX77" fmla="*/ 59196 w 326926"/>
              <a:gd name="connsiteY77" fmla="*/ 132965 h 320995"/>
              <a:gd name="connsiteX78" fmla="*/ 55161 w 326926"/>
              <a:gd name="connsiteY78" fmla="*/ 128935 h 320995"/>
              <a:gd name="connsiteX79" fmla="*/ 56506 w 326926"/>
              <a:gd name="connsiteY79" fmla="*/ 124906 h 320995"/>
              <a:gd name="connsiteX80" fmla="*/ 45743 w 326926"/>
              <a:gd name="connsiteY80" fmla="*/ 107446 h 320995"/>
              <a:gd name="connsiteX81" fmla="*/ 45743 w 326926"/>
              <a:gd name="connsiteY81" fmla="*/ 100731 h 320995"/>
              <a:gd name="connsiteX82" fmla="*/ 41707 w 326926"/>
              <a:gd name="connsiteY82" fmla="*/ 95359 h 320995"/>
              <a:gd name="connsiteX83" fmla="*/ 41707 w 326926"/>
              <a:gd name="connsiteY83" fmla="*/ 85957 h 320995"/>
              <a:gd name="connsiteX84" fmla="*/ 37670 w 326926"/>
              <a:gd name="connsiteY84" fmla="*/ 83271 h 320995"/>
              <a:gd name="connsiteX85" fmla="*/ 45743 w 326926"/>
              <a:gd name="connsiteY85" fmla="*/ 72526 h 320995"/>
              <a:gd name="connsiteX86" fmla="*/ 47088 w 326926"/>
              <a:gd name="connsiteY86" fmla="*/ 63124 h 320995"/>
              <a:gd name="connsiteX87" fmla="*/ 39016 w 326926"/>
              <a:gd name="connsiteY87" fmla="*/ 51037 h 320995"/>
              <a:gd name="connsiteX88" fmla="*/ 39016 w 326926"/>
              <a:gd name="connsiteY88" fmla="*/ 30891 h 320995"/>
              <a:gd name="connsiteX89" fmla="*/ 24217 w 326926"/>
              <a:gd name="connsiteY89" fmla="*/ 14774 h 320995"/>
              <a:gd name="connsiteX90" fmla="*/ 24217 w 326926"/>
              <a:gd name="connsiteY90" fmla="*/ 12088 h 320995"/>
              <a:gd name="connsiteX91" fmla="*/ 21526 w 326926"/>
              <a:gd name="connsiteY91" fmla="*/ 8059 h 320995"/>
              <a:gd name="connsiteX92" fmla="*/ 29598 w 326926"/>
              <a:gd name="connsiteY92" fmla="*/ 4029 h 320995"/>
              <a:gd name="connsiteX93" fmla="*/ 29598 w 326926"/>
              <a:gd name="connsiteY93" fmla="*/ 4029 h 320995"/>
              <a:gd name="connsiteX94" fmla="*/ 29598 w 326926"/>
              <a:gd name="connsiteY94" fmla="*/ 4029 h 320995"/>
              <a:gd name="connsiteX95" fmla="*/ 30943 w 326926"/>
              <a:gd name="connsiteY95" fmla="*/ 2686 h 320995"/>
              <a:gd name="connsiteX96" fmla="*/ 33634 w 326926"/>
              <a:gd name="connsiteY96" fmla="*/ 2686 h 320995"/>
              <a:gd name="connsiteX97" fmla="*/ 34980 w 326926"/>
              <a:gd name="connsiteY97" fmla="*/ 1343 h 320995"/>
              <a:gd name="connsiteX98" fmla="*/ 39016 w 326926"/>
              <a:gd name="connsiteY98" fmla="*/ 0 h 320995"/>
              <a:gd name="connsiteX99" fmla="*/ 43052 w 326926"/>
              <a:gd name="connsiteY99" fmla="*/ 0 h 320995"/>
              <a:gd name="connsiteX100" fmla="*/ 47088 w 326926"/>
              <a:gd name="connsiteY100" fmla="*/ 0 h 320995"/>
              <a:gd name="connsiteX101" fmla="*/ 51124 w 326926"/>
              <a:gd name="connsiteY101" fmla="*/ 0 h 320995"/>
              <a:gd name="connsiteX102" fmla="*/ 56506 w 326926"/>
              <a:gd name="connsiteY102" fmla="*/ 0 h 320995"/>
              <a:gd name="connsiteX103" fmla="*/ 61887 w 326926"/>
              <a:gd name="connsiteY103" fmla="*/ 0 h 320995"/>
              <a:gd name="connsiteX104" fmla="*/ 69960 w 326926"/>
              <a:gd name="connsiteY104" fmla="*/ 0 h 320995"/>
              <a:gd name="connsiteX105" fmla="*/ 73996 w 326926"/>
              <a:gd name="connsiteY105" fmla="*/ 0 h 320995"/>
              <a:gd name="connsiteX106" fmla="*/ 82068 w 326926"/>
              <a:gd name="connsiteY106" fmla="*/ 0 h 320995"/>
              <a:gd name="connsiteX107" fmla="*/ 91485 w 326926"/>
              <a:gd name="connsiteY107" fmla="*/ 0 h 320995"/>
              <a:gd name="connsiteX108" fmla="*/ 108976 w 326926"/>
              <a:gd name="connsiteY108" fmla="*/ 0 h 320995"/>
              <a:gd name="connsiteX109" fmla="*/ 135883 w 326926"/>
              <a:gd name="connsiteY109" fmla="*/ 0 h 320995"/>
              <a:gd name="connsiteX110" fmla="*/ 135883 w 326926"/>
              <a:gd name="connsiteY110" fmla="*/ 4029 h 320995"/>
              <a:gd name="connsiteX111" fmla="*/ 135883 w 326926"/>
              <a:gd name="connsiteY111" fmla="*/ 5372 h 320995"/>
              <a:gd name="connsiteX112" fmla="*/ 135883 w 326926"/>
              <a:gd name="connsiteY112" fmla="*/ 8059 h 320995"/>
              <a:gd name="connsiteX113" fmla="*/ 138574 w 326926"/>
              <a:gd name="connsiteY113" fmla="*/ 10744 h 320995"/>
              <a:gd name="connsiteX114" fmla="*/ 139919 w 326926"/>
              <a:gd name="connsiteY114" fmla="*/ 13431 h 320995"/>
              <a:gd name="connsiteX115" fmla="*/ 138574 w 326926"/>
              <a:gd name="connsiteY115" fmla="*/ 16117 h 320995"/>
              <a:gd name="connsiteX116" fmla="*/ 138574 w 326926"/>
              <a:gd name="connsiteY116" fmla="*/ 20146 h 320995"/>
              <a:gd name="connsiteX117" fmla="*/ 141265 w 326926"/>
              <a:gd name="connsiteY117" fmla="*/ 24175 h 320995"/>
              <a:gd name="connsiteX118" fmla="*/ 142610 w 326926"/>
              <a:gd name="connsiteY118" fmla="*/ 30891 h 320995"/>
              <a:gd name="connsiteX119" fmla="*/ 142610 w 326926"/>
              <a:gd name="connsiteY119" fmla="*/ 33577 h 320995"/>
              <a:gd name="connsiteX120" fmla="*/ 142610 w 326926"/>
              <a:gd name="connsiteY120" fmla="*/ 36263 h 320995"/>
              <a:gd name="connsiteX121" fmla="*/ 145301 w 326926"/>
              <a:gd name="connsiteY121" fmla="*/ 37606 h 320995"/>
              <a:gd name="connsiteX122" fmla="*/ 147991 w 326926"/>
              <a:gd name="connsiteY122" fmla="*/ 41635 h 320995"/>
              <a:gd name="connsiteX123" fmla="*/ 150682 w 326926"/>
              <a:gd name="connsiteY123" fmla="*/ 45665 h 320995"/>
              <a:gd name="connsiteX124" fmla="*/ 153373 w 326926"/>
              <a:gd name="connsiteY124" fmla="*/ 55066 h 320995"/>
              <a:gd name="connsiteX125" fmla="*/ 156064 w 326926"/>
              <a:gd name="connsiteY125" fmla="*/ 56409 h 320995"/>
              <a:gd name="connsiteX126" fmla="*/ 162791 w 326926"/>
              <a:gd name="connsiteY126" fmla="*/ 56409 h 320995"/>
              <a:gd name="connsiteX127" fmla="*/ 166827 w 326926"/>
              <a:gd name="connsiteY127" fmla="*/ 55066 h 320995"/>
              <a:gd name="connsiteX128" fmla="*/ 169518 w 326926"/>
              <a:gd name="connsiteY128" fmla="*/ 56409 h 320995"/>
              <a:gd name="connsiteX129" fmla="*/ 178935 w 326926"/>
              <a:gd name="connsiteY129" fmla="*/ 56409 h 320995"/>
              <a:gd name="connsiteX130" fmla="*/ 182971 w 326926"/>
              <a:gd name="connsiteY130" fmla="*/ 55066 h 320995"/>
              <a:gd name="connsiteX131" fmla="*/ 201806 w 326926"/>
              <a:gd name="connsiteY131" fmla="*/ 53723 h 320995"/>
              <a:gd name="connsiteX132" fmla="*/ 201806 w 326926"/>
              <a:gd name="connsiteY132" fmla="*/ 47008 h 320995"/>
              <a:gd name="connsiteX133" fmla="*/ 201806 w 326926"/>
              <a:gd name="connsiteY133" fmla="*/ 41635 h 320995"/>
              <a:gd name="connsiteX134" fmla="*/ 203152 w 326926"/>
              <a:gd name="connsiteY134" fmla="*/ 40292 h 320995"/>
              <a:gd name="connsiteX135" fmla="*/ 205842 w 326926"/>
              <a:gd name="connsiteY135" fmla="*/ 36263 h 320995"/>
              <a:gd name="connsiteX136" fmla="*/ 205842 w 326926"/>
              <a:gd name="connsiteY136" fmla="*/ 29547 h 320995"/>
              <a:gd name="connsiteX137" fmla="*/ 231405 w 326926"/>
              <a:gd name="connsiteY137" fmla="*/ 28205 h 320995"/>
              <a:gd name="connsiteX138" fmla="*/ 231405 w 326926"/>
              <a:gd name="connsiteY138" fmla="*/ 25518 h 320995"/>
              <a:gd name="connsiteX139" fmla="*/ 239477 w 326926"/>
              <a:gd name="connsiteY139" fmla="*/ 26862 h 320995"/>
              <a:gd name="connsiteX140" fmla="*/ 239477 w 326926"/>
              <a:gd name="connsiteY140" fmla="*/ 29547 h 320995"/>
              <a:gd name="connsiteX141" fmla="*/ 236786 w 326926"/>
              <a:gd name="connsiteY141" fmla="*/ 32234 h 320995"/>
              <a:gd name="connsiteX142" fmla="*/ 238132 w 326926"/>
              <a:gd name="connsiteY142" fmla="*/ 34920 h 320995"/>
              <a:gd name="connsiteX143" fmla="*/ 269075 w 326926"/>
              <a:gd name="connsiteY143" fmla="*/ 37606 h 320995"/>
              <a:gd name="connsiteX144" fmla="*/ 269075 w 326926"/>
              <a:gd name="connsiteY144" fmla="*/ 40292 h 320995"/>
              <a:gd name="connsiteX145" fmla="*/ 269075 w 326926"/>
              <a:gd name="connsiteY145" fmla="*/ 44321 h 320995"/>
              <a:gd name="connsiteX146" fmla="*/ 269075 w 326926"/>
              <a:gd name="connsiteY146" fmla="*/ 48351 h 320995"/>
              <a:gd name="connsiteX147" fmla="*/ 266384 w 326926"/>
              <a:gd name="connsiteY147" fmla="*/ 52380 h 320995"/>
              <a:gd name="connsiteX148" fmla="*/ 265039 w 326926"/>
              <a:gd name="connsiteY148" fmla="*/ 56409 h 320995"/>
              <a:gd name="connsiteX149" fmla="*/ 269075 w 326926"/>
              <a:gd name="connsiteY149" fmla="*/ 60438 h 320995"/>
              <a:gd name="connsiteX150" fmla="*/ 269075 w 326926"/>
              <a:gd name="connsiteY150" fmla="*/ 64468 h 320995"/>
              <a:gd name="connsiteX151" fmla="*/ 267730 w 326926"/>
              <a:gd name="connsiteY151" fmla="*/ 67154 h 320995"/>
              <a:gd name="connsiteX152" fmla="*/ 266384 w 326926"/>
              <a:gd name="connsiteY152" fmla="*/ 68497 h 320995"/>
              <a:gd name="connsiteX153" fmla="*/ 267730 w 326926"/>
              <a:gd name="connsiteY153" fmla="*/ 71183 h 320995"/>
              <a:gd name="connsiteX154" fmla="*/ 269075 w 326926"/>
              <a:gd name="connsiteY154" fmla="*/ 80585 h 320995"/>
              <a:gd name="connsiteX155" fmla="*/ 266384 w 326926"/>
              <a:gd name="connsiteY155" fmla="*/ 85957 h 320995"/>
              <a:gd name="connsiteX156" fmla="*/ 267730 w 326926"/>
              <a:gd name="connsiteY156" fmla="*/ 88643 h 320995"/>
              <a:gd name="connsiteX157" fmla="*/ 267730 w 326926"/>
              <a:gd name="connsiteY157" fmla="*/ 91329 h 320995"/>
              <a:gd name="connsiteX158" fmla="*/ 270421 w 326926"/>
              <a:gd name="connsiteY158" fmla="*/ 94015 h 320995"/>
              <a:gd name="connsiteX159" fmla="*/ 270421 w 326926"/>
              <a:gd name="connsiteY159" fmla="*/ 96701 h 320995"/>
              <a:gd name="connsiteX160" fmla="*/ 271766 w 326926"/>
              <a:gd name="connsiteY160" fmla="*/ 98044 h 320995"/>
              <a:gd name="connsiteX161" fmla="*/ 273111 w 326926"/>
              <a:gd name="connsiteY161" fmla="*/ 102074 h 320995"/>
              <a:gd name="connsiteX162" fmla="*/ 275802 w 326926"/>
              <a:gd name="connsiteY162" fmla="*/ 102074 h 320995"/>
              <a:gd name="connsiteX163" fmla="*/ 275802 w 326926"/>
              <a:gd name="connsiteY163" fmla="*/ 104760 h 320995"/>
              <a:gd name="connsiteX164" fmla="*/ 274457 w 326926"/>
              <a:gd name="connsiteY164" fmla="*/ 108789 h 320995"/>
              <a:gd name="connsiteX165" fmla="*/ 274457 w 326926"/>
              <a:gd name="connsiteY165" fmla="*/ 111475 h 320995"/>
              <a:gd name="connsiteX166" fmla="*/ 278493 w 326926"/>
              <a:gd name="connsiteY166" fmla="*/ 114162 h 320995"/>
              <a:gd name="connsiteX167" fmla="*/ 278493 w 326926"/>
              <a:gd name="connsiteY167" fmla="*/ 116847 h 320995"/>
              <a:gd name="connsiteX168" fmla="*/ 277148 w 326926"/>
              <a:gd name="connsiteY168" fmla="*/ 119534 h 320995"/>
              <a:gd name="connsiteX169" fmla="*/ 278493 w 326926"/>
              <a:gd name="connsiteY169" fmla="*/ 123563 h 320995"/>
              <a:gd name="connsiteX170" fmla="*/ 281184 w 326926"/>
              <a:gd name="connsiteY170" fmla="*/ 126249 h 320995"/>
              <a:gd name="connsiteX171" fmla="*/ 279838 w 326926"/>
              <a:gd name="connsiteY171" fmla="*/ 130278 h 320995"/>
              <a:gd name="connsiteX172" fmla="*/ 279838 w 326926"/>
              <a:gd name="connsiteY172" fmla="*/ 131621 h 320995"/>
              <a:gd name="connsiteX173" fmla="*/ 277148 w 326926"/>
              <a:gd name="connsiteY173" fmla="*/ 132965 h 320995"/>
              <a:gd name="connsiteX174" fmla="*/ 277148 w 326926"/>
              <a:gd name="connsiteY174" fmla="*/ 138337 h 320995"/>
              <a:gd name="connsiteX175" fmla="*/ 278493 w 326926"/>
              <a:gd name="connsiteY175" fmla="*/ 139680 h 320995"/>
              <a:gd name="connsiteX176" fmla="*/ 281184 w 326926"/>
              <a:gd name="connsiteY176" fmla="*/ 139680 h 320995"/>
              <a:gd name="connsiteX177" fmla="*/ 282529 w 326926"/>
              <a:gd name="connsiteY177" fmla="*/ 138337 h 320995"/>
              <a:gd name="connsiteX178" fmla="*/ 285220 w 326926"/>
              <a:gd name="connsiteY178" fmla="*/ 136994 h 320995"/>
              <a:gd name="connsiteX179" fmla="*/ 286565 w 326926"/>
              <a:gd name="connsiteY179" fmla="*/ 136994 h 320995"/>
              <a:gd name="connsiteX180" fmla="*/ 289256 w 326926"/>
              <a:gd name="connsiteY180" fmla="*/ 136994 h 320995"/>
              <a:gd name="connsiteX181" fmla="*/ 293292 w 326926"/>
              <a:gd name="connsiteY181" fmla="*/ 139680 h 320995"/>
              <a:gd name="connsiteX182" fmla="*/ 295983 w 326926"/>
              <a:gd name="connsiteY182" fmla="*/ 139680 h 320995"/>
              <a:gd name="connsiteX183" fmla="*/ 302710 w 326926"/>
              <a:gd name="connsiteY183" fmla="*/ 139680 h 320995"/>
              <a:gd name="connsiteX184" fmla="*/ 304055 w 326926"/>
              <a:gd name="connsiteY184" fmla="*/ 141023 h 320995"/>
              <a:gd name="connsiteX185" fmla="*/ 308091 w 326926"/>
              <a:gd name="connsiteY185" fmla="*/ 139680 h 320995"/>
              <a:gd name="connsiteX186" fmla="*/ 309437 w 326926"/>
              <a:gd name="connsiteY186" fmla="*/ 139680 h 320995"/>
              <a:gd name="connsiteX187" fmla="*/ 314818 w 326926"/>
              <a:gd name="connsiteY187" fmla="*/ 136994 h 320995"/>
              <a:gd name="connsiteX188" fmla="*/ 318854 w 326926"/>
              <a:gd name="connsiteY188" fmla="*/ 135651 h 320995"/>
              <a:gd name="connsiteX189" fmla="*/ 322890 w 326926"/>
              <a:gd name="connsiteY189" fmla="*/ 134308 h 320995"/>
              <a:gd name="connsiteX190" fmla="*/ 322890 w 326926"/>
              <a:gd name="connsiteY190" fmla="*/ 135651 h 320995"/>
              <a:gd name="connsiteX191" fmla="*/ 322890 w 326926"/>
              <a:gd name="connsiteY191" fmla="*/ 138337 h 320995"/>
              <a:gd name="connsiteX192" fmla="*/ 321545 w 326926"/>
              <a:gd name="connsiteY192" fmla="*/ 139680 h 320995"/>
              <a:gd name="connsiteX193" fmla="*/ 322890 w 326926"/>
              <a:gd name="connsiteY193" fmla="*/ 150424 h 320995"/>
              <a:gd name="connsiteX194" fmla="*/ 322890 w 326926"/>
              <a:gd name="connsiteY194" fmla="*/ 159826 h 320995"/>
              <a:gd name="connsiteX195" fmla="*/ 322890 w 326926"/>
              <a:gd name="connsiteY195" fmla="*/ 166541 h 320995"/>
              <a:gd name="connsiteX196" fmla="*/ 326926 w 326926"/>
              <a:gd name="connsiteY196" fmla="*/ 170571 h 320995"/>
              <a:gd name="connsiteX197" fmla="*/ 326926 w 326926"/>
              <a:gd name="connsiteY197" fmla="*/ 174600 h 320995"/>
              <a:gd name="connsiteX198" fmla="*/ 324236 w 326926"/>
              <a:gd name="connsiteY198" fmla="*/ 177286 h 320995"/>
              <a:gd name="connsiteX199" fmla="*/ 322890 w 326926"/>
              <a:gd name="connsiteY199" fmla="*/ 184001 h 320995"/>
              <a:gd name="connsiteX200" fmla="*/ 324236 w 326926"/>
              <a:gd name="connsiteY200" fmla="*/ 186688 h 320995"/>
              <a:gd name="connsiteX201" fmla="*/ 269075 w 326926"/>
              <a:gd name="connsiteY201" fmla="*/ 186688 h 320995"/>
              <a:gd name="connsiteX202" fmla="*/ 267730 w 326926"/>
              <a:gd name="connsiteY202" fmla="*/ 273988 h 320995"/>
              <a:gd name="connsiteX203" fmla="*/ 269075 w 326926"/>
              <a:gd name="connsiteY203" fmla="*/ 276674 h 320995"/>
              <a:gd name="connsiteX204" fmla="*/ 271766 w 326926"/>
              <a:gd name="connsiteY204" fmla="*/ 280703 h 320995"/>
              <a:gd name="connsiteX205" fmla="*/ 274457 w 326926"/>
              <a:gd name="connsiteY205" fmla="*/ 283389 h 320995"/>
              <a:gd name="connsiteX206" fmla="*/ 277148 w 326926"/>
              <a:gd name="connsiteY206" fmla="*/ 287418 h 320995"/>
              <a:gd name="connsiteX207" fmla="*/ 281184 w 326926"/>
              <a:gd name="connsiteY207" fmla="*/ 288762 h 320995"/>
              <a:gd name="connsiteX208" fmla="*/ 285220 w 326926"/>
              <a:gd name="connsiteY208" fmla="*/ 295477 h 320995"/>
              <a:gd name="connsiteX209" fmla="*/ 289256 w 326926"/>
              <a:gd name="connsiteY209" fmla="*/ 298163 h 320995"/>
              <a:gd name="connsiteX210" fmla="*/ 293292 w 326926"/>
              <a:gd name="connsiteY210" fmla="*/ 299506 h 320995"/>
              <a:gd name="connsiteX211" fmla="*/ 294637 w 326926"/>
              <a:gd name="connsiteY211" fmla="*/ 302192 h 320995"/>
              <a:gd name="connsiteX212" fmla="*/ 298674 w 326926"/>
              <a:gd name="connsiteY212" fmla="*/ 306221 h 320995"/>
              <a:gd name="connsiteX213" fmla="*/ 301364 w 326926"/>
              <a:gd name="connsiteY213" fmla="*/ 307565 h 320995"/>
              <a:gd name="connsiteX214" fmla="*/ 302710 w 326926"/>
              <a:gd name="connsiteY214" fmla="*/ 311594 h 32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326926" h="320995">
                <a:moveTo>
                  <a:pt x="262348" y="320995"/>
                </a:moveTo>
                <a:lnTo>
                  <a:pt x="261003" y="320995"/>
                </a:lnTo>
                <a:lnTo>
                  <a:pt x="258312" y="320995"/>
                </a:lnTo>
                <a:lnTo>
                  <a:pt x="255622" y="320995"/>
                </a:lnTo>
                <a:lnTo>
                  <a:pt x="254276" y="319652"/>
                </a:lnTo>
                <a:lnTo>
                  <a:pt x="252931" y="319652"/>
                </a:lnTo>
                <a:lnTo>
                  <a:pt x="251586" y="318309"/>
                </a:lnTo>
                <a:lnTo>
                  <a:pt x="248895" y="318309"/>
                </a:lnTo>
                <a:lnTo>
                  <a:pt x="247549" y="318309"/>
                </a:lnTo>
                <a:lnTo>
                  <a:pt x="244859" y="316966"/>
                </a:lnTo>
                <a:lnTo>
                  <a:pt x="242168" y="318309"/>
                </a:lnTo>
                <a:lnTo>
                  <a:pt x="240822" y="319652"/>
                </a:lnTo>
                <a:lnTo>
                  <a:pt x="239477" y="320995"/>
                </a:lnTo>
                <a:lnTo>
                  <a:pt x="234095" y="319652"/>
                </a:lnTo>
                <a:lnTo>
                  <a:pt x="230059" y="318309"/>
                </a:lnTo>
                <a:lnTo>
                  <a:pt x="223333" y="312937"/>
                </a:lnTo>
                <a:lnTo>
                  <a:pt x="220642" y="312937"/>
                </a:lnTo>
                <a:lnTo>
                  <a:pt x="219296" y="311594"/>
                </a:lnTo>
                <a:lnTo>
                  <a:pt x="219296" y="315623"/>
                </a:lnTo>
                <a:lnTo>
                  <a:pt x="215260" y="315623"/>
                </a:lnTo>
                <a:lnTo>
                  <a:pt x="208533" y="314280"/>
                </a:lnTo>
                <a:lnTo>
                  <a:pt x="204497" y="315623"/>
                </a:lnTo>
                <a:lnTo>
                  <a:pt x="200461" y="316966"/>
                </a:lnTo>
                <a:lnTo>
                  <a:pt x="196425" y="315623"/>
                </a:lnTo>
                <a:lnTo>
                  <a:pt x="196425" y="314280"/>
                </a:lnTo>
                <a:lnTo>
                  <a:pt x="193734" y="312937"/>
                </a:lnTo>
                <a:lnTo>
                  <a:pt x="189698" y="314280"/>
                </a:lnTo>
                <a:lnTo>
                  <a:pt x="184317" y="312937"/>
                </a:lnTo>
                <a:lnTo>
                  <a:pt x="178935" y="310251"/>
                </a:lnTo>
                <a:lnTo>
                  <a:pt x="176244" y="308908"/>
                </a:lnTo>
                <a:lnTo>
                  <a:pt x="173554" y="303535"/>
                </a:lnTo>
                <a:lnTo>
                  <a:pt x="172208" y="302192"/>
                </a:lnTo>
                <a:lnTo>
                  <a:pt x="75341" y="302192"/>
                </a:lnTo>
                <a:lnTo>
                  <a:pt x="73996" y="300849"/>
                </a:lnTo>
                <a:lnTo>
                  <a:pt x="71305" y="300849"/>
                </a:lnTo>
                <a:lnTo>
                  <a:pt x="67269" y="303535"/>
                </a:lnTo>
                <a:lnTo>
                  <a:pt x="65923" y="303535"/>
                </a:lnTo>
                <a:lnTo>
                  <a:pt x="61887" y="306221"/>
                </a:lnTo>
                <a:lnTo>
                  <a:pt x="56506" y="303535"/>
                </a:lnTo>
                <a:lnTo>
                  <a:pt x="51124" y="299506"/>
                </a:lnTo>
                <a:lnTo>
                  <a:pt x="48434" y="298163"/>
                </a:lnTo>
                <a:lnTo>
                  <a:pt x="49779" y="295477"/>
                </a:lnTo>
                <a:lnTo>
                  <a:pt x="47088" y="294134"/>
                </a:lnTo>
                <a:lnTo>
                  <a:pt x="45743" y="292791"/>
                </a:lnTo>
                <a:lnTo>
                  <a:pt x="43052" y="291447"/>
                </a:lnTo>
                <a:lnTo>
                  <a:pt x="40361" y="291447"/>
                </a:lnTo>
                <a:lnTo>
                  <a:pt x="39016" y="292791"/>
                </a:lnTo>
                <a:lnTo>
                  <a:pt x="37670" y="292791"/>
                </a:lnTo>
                <a:lnTo>
                  <a:pt x="33634" y="290105"/>
                </a:lnTo>
                <a:lnTo>
                  <a:pt x="30943" y="290105"/>
                </a:lnTo>
                <a:lnTo>
                  <a:pt x="22872" y="295477"/>
                </a:lnTo>
                <a:lnTo>
                  <a:pt x="22872" y="299506"/>
                </a:lnTo>
                <a:lnTo>
                  <a:pt x="20181" y="300849"/>
                </a:lnTo>
                <a:lnTo>
                  <a:pt x="16145" y="299506"/>
                </a:lnTo>
                <a:lnTo>
                  <a:pt x="9418" y="298163"/>
                </a:lnTo>
                <a:lnTo>
                  <a:pt x="8072" y="299506"/>
                </a:lnTo>
                <a:lnTo>
                  <a:pt x="8072" y="302192"/>
                </a:lnTo>
                <a:lnTo>
                  <a:pt x="5381" y="303535"/>
                </a:lnTo>
                <a:lnTo>
                  <a:pt x="4036" y="302192"/>
                </a:lnTo>
                <a:lnTo>
                  <a:pt x="0" y="300849"/>
                </a:lnTo>
                <a:lnTo>
                  <a:pt x="0" y="300849"/>
                </a:lnTo>
                <a:lnTo>
                  <a:pt x="0" y="298163"/>
                </a:lnTo>
                <a:lnTo>
                  <a:pt x="1345" y="290105"/>
                </a:lnTo>
                <a:lnTo>
                  <a:pt x="0" y="278017"/>
                </a:lnTo>
                <a:lnTo>
                  <a:pt x="1345" y="269959"/>
                </a:lnTo>
                <a:lnTo>
                  <a:pt x="1345" y="260557"/>
                </a:lnTo>
                <a:lnTo>
                  <a:pt x="9418" y="251155"/>
                </a:lnTo>
                <a:lnTo>
                  <a:pt x="10763" y="241754"/>
                </a:lnTo>
                <a:lnTo>
                  <a:pt x="17490" y="233695"/>
                </a:lnTo>
                <a:lnTo>
                  <a:pt x="17490" y="212206"/>
                </a:lnTo>
                <a:lnTo>
                  <a:pt x="18835" y="210863"/>
                </a:lnTo>
                <a:lnTo>
                  <a:pt x="20181" y="201462"/>
                </a:lnTo>
                <a:lnTo>
                  <a:pt x="33634" y="189374"/>
                </a:lnTo>
                <a:lnTo>
                  <a:pt x="33634" y="182659"/>
                </a:lnTo>
                <a:lnTo>
                  <a:pt x="45743" y="174600"/>
                </a:lnTo>
                <a:lnTo>
                  <a:pt x="48434" y="174600"/>
                </a:lnTo>
                <a:lnTo>
                  <a:pt x="59196" y="155797"/>
                </a:lnTo>
                <a:lnTo>
                  <a:pt x="59196" y="132965"/>
                </a:lnTo>
                <a:lnTo>
                  <a:pt x="55161" y="128935"/>
                </a:lnTo>
                <a:lnTo>
                  <a:pt x="56506" y="124906"/>
                </a:lnTo>
                <a:lnTo>
                  <a:pt x="45743" y="107446"/>
                </a:lnTo>
                <a:lnTo>
                  <a:pt x="45743" y="100731"/>
                </a:lnTo>
                <a:lnTo>
                  <a:pt x="41707" y="95359"/>
                </a:lnTo>
                <a:lnTo>
                  <a:pt x="41707" y="85957"/>
                </a:lnTo>
                <a:lnTo>
                  <a:pt x="37670" y="83271"/>
                </a:lnTo>
                <a:lnTo>
                  <a:pt x="45743" y="72526"/>
                </a:lnTo>
                <a:lnTo>
                  <a:pt x="47088" y="63124"/>
                </a:lnTo>
                <a:lnTo>
                  <a:pt x="39016" y="51037"/>
                </a:lnTo>
                <a:lnTo>
                  <a:pt x="39016" y="30891"/>
                </a:lnTo>
                <a:lnTo>
                  <a:pt x="24217" y="14774"/>
                </a:lnTo>
                <a:lnTo>
                  <a:pt x="24217" y="12088"/>
                </a:lnTo>
                <a:lnTo>
                  <a:pt x="21526" y="8059"/>
                </a:lnTo>
                <a:lnTo>
                  <a:pt x="29598" y="4029"/>
                </a:lnTo>
                <a:lnTo>
                  <a:pt x="29598" y="4029"/>
                </a:lnTo>
                <a:lnTo>
                  <a:pt x="29598" y="4029"/>
                </a:lnTo>
                <a:lnTo>
                  <a:pt x="30943" y="2686"/>
                </a:lnTo>
                <a:lnTo>
                  <a:pt x="33634" y="2686"/>
                </a:lnTo>
                <a:lnTo>
                  <a:pt x="34980" y="1343"/>
                </a:lnTo>
                <a:lnTo>
                  <a:pt x="39016" y="0"/>
                </a:lnTo>
                <a:lnTo>
                  <a:pt x="43052" y="0"/>
                </a:lnTo>
                <a:lnTo>
                  <a:pt x="47088" y="0"/>
                </a:lnTo>
                <a:lnTo>
                  <a:pt x="51124" y="0"/>
                </a:lnTo>
                <a:lnTo>
                  <a:pt x="56506" y="0"/>
                </a:lnTo>
                <a:lnTo>
                  <a:pt x="61887" y="0"/>
                </a:lnTo>
                <a:lnTo>
                  <a:pt x="69960" y="0"/>
                </a:lnTo>
                <a:lnTo>
                  <a:pt x="73996" y="0"/>
                </a:lnTo>
                <a:lnTo>
                  <a:pt x="82068" y="0"/>
                </a:lnTo>
                <a:lnTo>
                  <a:pt x="91485" y="0"/>
                </a:lnTo>
                <a:lnTo>
                  <a:pt x="108976" y="0"/>
                </a:lnTo>
                <a:lnTo>
                  <a:pt x="135883" y="0"/>
                </a:lnTo>
                <a:lnTo>
                  <a:pt x="135883" y="4029"/>
                </a:lnTo>
                <a:lnTo>
                  <a:pt x="135883" y="5372"/>
                </a:lnTo>
                <a:lnTo>
                  <a:pt x="135883" y="8059"/>
                </a:lnTo>
                <a:lnTo>
                  <a:pt x="138574" y="10744"/>
                </a:lnTo>
                <a:lnTo>
                  <a:pt x="139919" y="13431"/>
                </a:lnTo>
                <a:lnTo>
                  <a:pt x="138574" y="16117"/>
                </a:lnTo>
                <a:lnTo>
                  <a:pt x="138574" y="20146"/>
                </a:lnTo>
                <a:lnTo>
                  <a:pt x="141265" y="24175"/>
                </a:lnTo>
                <a:lnTo>
                  <a:pt x="142610" y="30891"/>
                </a:lnTo>
                <a:lnTo>
                  <a:pt x="142610" y="33577"/>
                </a:lnTo>
                <a:lnTo>
                  <a:pt x="142610" y="36263"/>
                </a:lnTo>
                <a:lnTo>
                  <a:pt x="145301" y="37606"/>
                </a:lnTo>
                <a:lnTo>
                  <a:pt x="147991" y="41635"/>
                </a:lnTo>
                <a:lnTo>
                  <a:pt x="150682" y="45665"/>
                </a:lnTo>
                <a:lnTo>
                  <a:pt x="153373" y="55066"/>
                </a:lnTo>
                <a:lnTo>
                  <a:pt x="156064" y="56409"/>
                </a:lnTo>
                <a:lnTo>
                  <a:pt x="162791" y="56409"/>
                </a:lnTo>
                <a:lnTo>
                  <a:pt x="166827" y="55066"/>
                </a:lnTo>
                <a:lnTo>
                  <a:pt x="169518" y="56409"/>
                </a:lnTo>
                <a:lnTo>
                  <a:pt x="178935" y="56409"/>
                </a:lnTo>
                <a:lnTo>
                  <a:pt x="182971" y="55066"/>
                </a:lnTo>
                <a:lnTo>
                  <a:pt x="201806" y="53723"/>
                </a:lnTo>
                <a:lnTo>
                  <a:pt x="201806" y="47008"/>
                </a:lnTo>
                <a:lnTo>
                  <a:pt x="201806" y="41635"/>
                </a:lnTo>
                <a:lnTo>
                  <a:pt x="203152" y="40292"/>
                </a:lnTo>
                <a:lnTo>
                  <a:pt x="205842" y="36263"/>
                </a:lnTo>
                <a:lnTo>
                  <a:pt x="205842" y="29547"/>
                </a:lnTo>
                <a:lnTo>
                  <a:pt x="231405" y="28205"/>
                </a:lnTo>
                <a:lnTo>
                  <a:pt x="231405" y="25518"/>
                </a:lnTo>
                <a:lnTo>
                  <a:pt x="239477" y="26862"/>
                </a:lnTo>
                <a:lnTo>
                  <a:pt x="239477" y="29547"/>
                </a:lnTo>
                <a:lnTo>
                  <a:pt x="236786" y="32234"/>
                </a:lnTo>
                <a:lnTo>
                  <a:pt x="238132" y="34920"/>
                </a:lnTo>
                <a:lnTo>
                  <a:pt x="269075" y="37606"/>
                </a:lnTo>
                <a:lnTo>
                  <a:pt x="269075" y="40292"/>
                </a:lnTo>
                <a:lnTo>
                  <a:pt x="269075" y="44321"/>
                </a:lnTo>
                <a:lnTo>
                  <a:pt x="269075" y="48351"/>
                </a:lnTo>
                <a:lnTo>
                  <a:pt x="266384" y="52380"/>
                </a:lnTo>
                <a:lnTo>
                  <a:pt x="265039" y="56409"/>
                </a:lnTo>
                <a:lnTo>
                  <a:pt x="269075" y="60438"/>
                </a:lnTo>
                <a:lnTo>
                  <a:pt x="269075" y="64468"/>
                </a:lnTo>
                <a:lnTo>
                  <a:pt x="267730" y="67154"/>
                </a:lnTo>
                <a:lnTo>
                  <a:pt x="266384" y="68497"/>
                </a:lnTo>
                <a:lnTo>
                  <a:pt x="267730" y="71183"/>
                </a:lnTo>
                <a:lnTo>
                  <a:pt x="269075" y="80585"/>
                </a:lnTo>
                <a:lnTo>
                  <a:pt x="266384" y="85957"/>
                </a:lnTo>
                <a:lnTo>
                  <a:pt x="267730" y="88643"/>
                </a:lnTo>
                <a:lnTo>
                  <a:pt x="267730" y="91329"/>
                </a:lnTo>
                <a:lnTo>
                  <a:pt x="270421" y="94015"/>
                </a:lnTo>
                <a:lnTo>
                  <a:pt x="270421" y="96701"/>
                </a:lnTo>
                <a:lnTo>
                  <a:pt x="271766" y="98044"/>
                </a:lnTo>
                <a:lnTo>
                  <a:pt x="273111" y="102074"/>
                </a:lnTo>
                <a:lnTo>
                  <a:pt x="275802" y="102074"/>
                </a:lnTo>
                <a:lnTo>
                  <a:pt x="275802" y="104760"/>
                </a:lnTo>
                <a:lnTo>
                  <a:pt x="274457" y="108789"/>
                </a:lnTo>
                <a:lnTo>
                  <a:pt x="274457" y="111475"/>
                </a:lnTo>
                <a:lnTo>
                  <a:pt x="278493" y="114162"/>
                </a:lnTo>
                <a:lnTo>
                  <a:pt x="278493" y="116847"/>
                </a:lnTo>
                <a:lnTo>
                  <a:pt x="277148" y="119534"/>
                </a:lnTo>
                <a:lnTo>
                  <a:pt x="278493" y="123563"/>
                </a:lnTo>
                <a:lnTo>
                  <a:pt x="281184" y="126249"/>
                </a:lnTo>
                <a:lnTo>
                  <a:pt x="279838" y="130278"/>
                </a:lnTo>
                <a:lnTo>
                  <a:pt x="279838" y="131621"/>
                </a:lnTo>
                <a:lnTo>
                  <a:pt x="277148" y="132965"/>
                </a:lnTo>
                <a:lnTo>
                  <a:pt x="277148" y="138337"/>
                </a:lnTo>
                <a:lnTo>
                  <a:pt x="278493" y="139680"/>
                </a:lnTo>
                <a:lnTo>
                  <a:pt x="281184" y="139680"/>
                </a:lnTo>
                <a:lnTo>
                  <a:pt x="282529" y="138337"/>
                </a:lnTo>
                <a:lnTo>
                  <a:pt x="285220" y="136994"/>
                </a:lnTo>
                <a:lnTo>
                  <a:pt x="286565" y="136994"/>
                </a:lnTo>
                <a:lnTo>
                  <a:pt x="289256" y="136994"/>
                </a:lnTo>
                <a:lnTo>
                  <a:pt x="293292" y="139680"/>
                </a:lnTo>
                <a:lnTo>
                  <a:pt x="295983" y="139680"/>
                </a:lnTo>
                <a:lnTo>
                  <a:pt x="302710" y="139680"/>
                </a:lnTo>
                <a:lnTo>
                  <a:pt x="304055" y="141023"/>
                </a:lnTo>
                <a:lnTo>
                  <a:pt x="308091" y="139680"/>
                </a:lnTo>
                <a:lnTo>
                  <a:pt x="309437" y="139680"/>
                </a:lnTo>
                <a:lnTo>
                  <a:pt x="314818" y="136994"/>
                </a:lnTo>
                <a:lnTo>
                  <a:pt x="318854" y="135651"/>
                </a:lnTo>
                <a:lnTo>
                  <a:pt x="322890" y="134308"/>
                </a:lnTo>
                <a:lnTo>
                  <a:pt x="322890" y="135651"/>
                </a:lnTo>
                <a:lnTo>
                  <a:pt x="322890" y="138337"/>
                </a:lnTo>
                <a:lnTo>
                  <a:pt x="321545" y="139680"/>
                </a:lnTo>
                <a:lnTo>
                  <a:pt x="322890" y="150424"/>
                </a:lnTo>
                <a:lnTo>
                  <a:pt x="322890" y="159826"/>
                </a:lnTo>
                <a:lnTo>
                  <a:pt x="322890" y="166541"/>
                </a:lnTo>
                <a:lnTo>
                  <a:pt x="326926" y="170571"/>
                </a:lnTo>
                <a:lnTo>
                  <a:pt x="326926" y="174600"/>
                </a:lnTo>
                <a:lnTo>
                  <a:pt x="324236" y="177286"/>
                </a:lnTo>
                <a:lnTo>
                  <a:pt x="322890" y="184001"/>
                </a:lnTo>
                <a:lnTo>
                  <a:pt x="324236" y="186688"/>
                </a:lnTo>
                <a:lnTo>
                  <a:pt x="269075" y="186688"/>
                </a:lnTo>
                <a:lnTo>
                  <a:pt x="267730" y="273988"/>
                </a:lnTo>
                <a:lnTo>
                  <a:pt x="269075" y="276674"/>
                </a:lnTo>
                <a:lnTo>
                  <a:pt x="271766" y="280703"/>
                </a:lnTo>
                <a:lnTo>
                  <a:pt x="274457" y="283389"/>
                </a:lnTo>
                <a:lnTo>
                  <a:pt x="277148" y="287418"/>
                </a:lnTo>
                <a:lnTo>
                  <a:pt x="281184" y="288762"/>
                </a:lnTo>
                <a:lnTo>
                  <a:pt x="285220" y="295477"/>
                </a:lnTo>
                <a:lnTo>
                  <a:pt x="289256" y="298163"/>
                </a:lnTo>
                <a:lnTo>
                  <a:pt x="293292" y="299506"/>
                </a:lnTo>
                <a:lnTo>
                  <a:pt x="294637" y="302192"/>
                </a:lnTo>
                <a:lnTo>
                  <a:pt x="298674" y="306221"/>
                </a:lnTo>
                <a:lnTo>
                  <a:pt x="301364" y="307565"/>
                </a:lnTo>
                <a:lnTo>
                  <a:pt x="302710" y="31159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7" name="Freeform 766">
            <a:extLst>
              <a:ext uri="{FF2B5EF4-FFF2-40B4-BE49-F238E27FC236}">
                <a16:creationId xmlns:a16="http://schemas.microsoft.com/office/drawing/2014/main" id="{2DC0153C-7796-DB84-7E56-B74EE8E97253}"/>
              </a:ext>
            </a:extLst>
          </p:cNvPr>
          <p:cNvSpPr/>
          <p:nvPr/>
        </p:nvSpPr>
        <p:spPr>
          <a:xfrm>
            <a:off x="7991539" y="5048087"/>
            <a:ext cx="204497" cy="185344"/>
          </a:xfrm>
          <a:custGeom>
            <a:avLst/>
            <a:gdLst>
              <a:gd name="connsiteX0" fmla="*/ 0 w 204497"/>
              <a:gd name="connsiteY0" fmla="*/ 57752 h 185344"/>
              <a:gd name="connsiteX1" fmla="*/ 2691 w 204497"/>
              <a:gd name="connsiteY1" fmla="*/ 57752 h 185344"/>
              <a:gd name="connsiteX2" fmla="*/ 8072 w 204497"/>
              <a:gd name="connsiteY2" fmla="*/ 59095 h 185344"/>
              <a:gd name="connsiteX3" fmla="*/ 13454 w 204497"/>
              <a:gd name="connsiteY3" fmla="*/ 60438 h 185344"/>
              <a:gd name="connsiteX4" fmla="*/ 16145 w 204497"/>
              <a:gd name="connsiteY4" fmla="*/ 63124 h 185344"/>
              <a:gd name="connsiteX5" fmla="*/ 18835 w 204497"/>
              <a:gd name="connsiteY5" fmla="*/ 63124 h 185344"/>
              <a:gd name="connsiteX6" fmla="*/ 22872 w 204497"/>
              <a:gd name="connsiteY6" fmla="*/ 60438 h 185344"/>
              <a:gd name="connsiteX7" fmla="*/ 28253 w 204497"/>
              <a:gd name="connsiteY7" fmla="*/ 59095 h 185344"/>
              <a:gd name="connsiteX8" fmla="*/ 30943 w 204497"/>
              <a:gd name="connsiteY8" fmla="*/ 60438 h 185344"/>
              <a:gd name="connsiteX9" fmla="*/ 32289 w 204497"/>
              <a:gd name="connsiteY9" fmla="*/ 60438 h 185344"/>
              <a:gd name="connsiteX10" fmla="*/ 33634 w 204497"/>
              <a:gd name="connsiteY10" fmla="*/ 60438 h 185344"/>
              <a:gd name="connsiteX11" fmla="*/ 34980 w 204497"/>
              <a:gd name="connsiteY11" fmla="*/ 61782 h 185344"/>
              <a:gd name="connsiteX12" fmla="*/ 39016 w 204497"/>
              <a:gd name="connsiteY12" fmla="*/ 64468 h 185344"/>
              <a:gd name="connsiteX13" fmla="*/ 44397 w 204497"/>
              <a:gd name="connsiteY13" fmla="*/ 65811 h 185344"/>
              <a:gd name="connsiteX14" fmla="*/ 51124 w 204497"/>
              <a:gd name="connsiteY14" fmla="*/ 63124 h 185344"/>
              <a:gd name="connsiteX15" fmla="*/ 57851 w 204497"/>
              <a:gd name="connsiteY15" fmla="*/ 52380 h 185344"/>
              <a:gd name="connsiteX16" fmla="*/ 71305 w 204497"/>
              <a:gd name="connsiteY16" fmla="*/ 37606 h 185344"/>
              <a:gd name="connsiteX17" fmla="*/ 86104 w 204497"/>
              <a:gd name="connsiteY17" fmla="*/ 26862 h 185344"/>
              <a:gd name="connsiteX18" fmla="*/ 94176 w 204497"/>
              <a:gd name="connsiteY18" fmla="*/ 24175 h 185344"/>
              <a:gd name="connsiteX19" fmla="*/ 96867 w 204497"/>
              <a:gd name="connsiteY19" fmla="*/ 21489 h 185344"/>
              <a:gd name="connsiteX20" fmla="*/ 96867 w 204497"/>
              <a:gd name="connsiteY20" fmla="*/ 20146 h 185344"/>
              <a:gd name="connsiteX21" fmla="*/ 96867 w 204497"/>
              <a:gd name="connsiteY21" fmla="*/ 17460 h 185344"/>
              <a:gd name="connsiteX22" fmla="*/ 98212 w 204497"/>
              <a:gd name="connsiteY22" fmla="*/ 14774 h 185344"/>
              <a:gd name="connsiteX23" fmla="*/ 96867 w 204497"/>
              <a:gd name="connsiteY23" fmla="*/ 12088 h 185344"/>
              <a:gd name="connsiteX24" fmla="*/ 99558 w 204497"/>
              <a:gd name="connsiteY24" fmla="*/ 9401 h 185344"/>
              <a:gd name="connsiteX25" fmla="*/ 106285 w 204497"/>
              <a:gd name="connsiteY25" fmla="*/ 5372 h 185344"/>
              <a:gd name="connsiteX26" fmla="*/ 110321 w 204497"/>
              <a:gd name="connsiteY26" fmla="*/ 4029 h 185344"/>
              <a:gd name="connsiteX27" fmla="*/ 114357 w 204497"/>
              <a:gd name="connsiteY27" fmla="*/ 2686 h 185344"/>
              <a:gd name="connsiteX28" fmla="*/ 119738 w 204497"/>
              <a:gd name="connsiteY28" fmla="*/ 0 h 185344"/>
              <a:gd name="connsiteX29" fmla="*/ 126465 w 204497"/>
              <a:gd name="connsiteY29" fmla="*/ 0 h 185344"/>
              <a:gd name="connsiteX30" fmla="*/ 127811 w 204497"/>
              <a:gd name="connsiteY30" fmla="*/ 1343 h 185344"/>
              <a:gd name="connsiteX31" fmla="*/ 130502 w 204497"/>
              <a:gd name="connsiteY31" fmla="*/ 1343 h 185344"/>
              <a:gd name="connsiteX32" fmla="*/ 135883 w 204497"/>
              <a:gd name="connsiteY32" fmla="*/ 2686 h 185344"/>
              <a:gd name="connsiteX33" fmla="*/ 138574 w 204497"/>
              <a:gd name="connsiteY33" fmla="*/ 1343 h 185344"/>
              <a:gd name="connsiteX34" fmla="*/ 139919 w 204497"/>
              <a:gd name="connsiteY34" fmla="*/ 1343 h 185344"/>
              <a:gd name="connsiteX35" fmla="*/ 139919 w 204497"/>
              <a:gd name="connsiteY35" fmla="*/ 10744 h 185344"/>
              <a:gd name="connsiteX36" fmla="*/ 149337 w 204497"/>
              <a:gd name="connsiteY36" fmla="*/ 12088 h 185344"/>
              <a:gd name="connsiteX37" fmla="*/ 153373 w 204497"/>
              <a:gd name="connsiteY37" fmla="*/ 12088 h 185344"/>
              <a:gd name="connsiteX38" fmla="*/ 154718 w 204497"/>
              <a:gd name="connsiteY38" fmla="*/ 14774 h 185344"/>
              <a:gd name="connsiteX39" fmla="*/ 157409 w 204497"/>
              <a:gd name="connsiteY39" fmla="*/ 14774 h 185344"/>
              <a:gd name="connsiteX40" fmla="*/ 158754 w 204497"/>
              <a:gd name="connsiteY40" fmla="*/ 12088 h 185344"/>
              <a:gd name="connsiteX41" fmla="*/ 165481 w 204497"/>
              <a:gd name="connsiteY41" fmla="*/ 13431 h 185344"/>
              <a:gd name="connsiteX42" fmla="*/ 173554 w 204497"/>
              <a:gd name="connsiteY42" fmla="*/ 17460 h 185344"/>
              <a:gd name="connsiteX43" fmla="*/ 177590 w 204497"/>
              <a:gd name="connsiteY43" fmla="*/ 24175 h 185344"/>
              <a:gd name="connsiteX44" fmla="*/ 181626 w 204497"/>
              <a:gd name="connsiteY44" fmla="*/ 24175 h 185344"/>
              <a:gd name="connsiteX45" fmla="*/ 189698 w 204497"/>
              <a:gd name="connsiteY45" fmla="*/ 25518 h 185344"/>
              <a:gd name="connsiteX46" fmla="*/ 195080 w 204497"/>
              <a:gd name="connsiteY46" fmla="*/ 28205 h 185344"/>
              <a:gd name="connsiteX47" fmla="*/ 197771 w 204497"/>
              <a:gd name="connsiteY47" fmla="*/ 32234 h 185344"/>
              <a:gd name="connsiteX48" fmla="*/ 203152 w 204497"/>
              <a:gd name="connsiteY48" fmla="*/ 32234 h 185344"/>
              <a:gd name="connsiteX49" fmla="*/ 204497 w 204497"/>
              <a:gd name="connsiteY49" fmla="*/ 37606 h 185344"/>
              <a:gd name="connsiteX50" fmla="*/ 201806 w 204497"/>
              <a:gd name="connsiteY50" fmla="*/ 40292 h 185344"/>
              <a:gd name="connsiteX51" fmla="*/ 201806 w 204497"/>
              <a:gd name="connsiteY51" fmla="*/ 44321 h 185344"/>
              <a:gd name="connsiteX52" fmla="*/ 201806 w 204497"/>
              <a:gd name="connsiteY52" fmla="*/ 48351 h 185344"/>
              <a:gd name="connsiteX53" fmla="*/ 201806 w 204497"/>
              <a:gd name="connsiteY53" fmla="*/ 52380 h 185344"/>
              <a:gd name="connsiteX54" fmla="*/ 201806 w 204497"/>
              <a:gd name="connsiteY54" fmla="*/ 55066 h 185344"/>
              <a:gd name="connsiteX55" fmla="*/ 200461 w 204497"/>
              <a:gd name="connsiteY55" fmla="*/ 59095 h 185344"/>
              <a:gd name="connsiteX56" fmla="*/ 199116 w 204497"/>
              <a:gd name="connsiteY56" fmla="*/ 65811 h 185344"/>
              <a:gd name="connsiteX57" fmla="*/ 196425 w 204497"/>
              <a:gd name="connsiteY57" fmla="*/ 71183 h 185344"/>
              <a:gd name="connsiteX58" fmla="*/ 199116 w 204497"/>
              <a:gd name="connsiteY58" fmla="*/ 73869 h 185344"/>
              <a:gd name="connsiteX59" fmla="*/ 203152 w 204497"/>
              <a:gd name="connsiteY59" fmla="*/ 72526 h 185344"/>
              <a:gd name="connsiteX60" fmla="*/ 200461 w 204497"/>
              <a:gd name="connsiteY60" fmla="*/ 76555 h 185344"/>
              <a:gd name="connsiteX61" fmla="*/ 196425 w 204497"/>
              <a:gd name="connsiteY61" fmla="*/ 79241 h 185344"/>
              <a:gd name="connsiteX62" fmla="*/ 196425 w 204497"/>
              <a:gd name="connsiteY62" fmla="*/ 83271 h 185344"/>
              <a:gd name="connsiteX63" fmla="*/ 196425 w 204497"/>
              <a:gd name="connsiteY63" fmla="*/ 88643 h 185344"/>
              <a:gd name="connsiteX64" fmla="*/ 193734 w 204497"/>
              <a:gd name="connsiteY64" fmla="*/ 89986 h 185344"/>
              <a:gd name="connsiteX65" fmla="*/ 193734 w 204497"/>
              <a:gd name="connsiteY65" fmla="*/ 92672 h 185344"/>
              <a:gd name="connsiteX66" fmla="*/ 197771 w 204497"/>
              <a:gd name="connsiteY66" fmla="*/ 96701 h 185344"/>
              <a:gd name="connsiteX67" fmla="*/ 199116 w 204497"/>
              <a:gd name="connsiteY67" fmla="*/ 100731 h 185344"/>
              <a:gd name="connsiteX68" fmla="*/ 196425 w 204497"/>
              <a:gd name="connsiteY68" fmla="*/ 103417 h 185344"/>
              <a:gd name="connsiteX69" fmla="*/ 196425 w 204497"/>
              <a:gd name="connsiteY69" fmla="*/ 108789 h 185344"/>
              <a:gd name="connsiteX70" fmla="*/ 199116 w 204497"/>
              <a:gd name="connsiteY70" fmla="*/ 110132 h 185344"/>
              <a:gd name="connsiteX71" fmla="*/ 200461 w 204497"/>
              <a:gd name="connsiteY71" fmla="*/ 114162 h 185344"/>
              <a:gd name="connsiteX72" fmla="*/ 196425 w 204497"/>
              <a:gd name="connsiteY72" fmla="*/ 119534 h 185344"/>
              <a:gd name="connsiteX73" fmla="*/ 192389 w 204497"/>
              <a:gd name="connsiteY73" fmla="*/ 123563 h 185344"/>
              <a:gd name="connsiteX74" fmla="*/ 189698 w 204497"/>
              <a:gd name="connsiteY74" fmla="*/ 126249 h 185344"/>
              <a:gd name="connsiteX75" fmla="*/ 187007 w 204497"/>
              <a:gd name="connsiteY75" fmla="*/ 126249 h 185344"/>
              <a:gd name="connsiteX76" fmla="*/ 185662 w 204497"/>
              <a:gd name="connsiteY76" fmla="*/ 130278 h 185344"/>
              <a:gd name="connsiteX77" fmla="*/ 187007 w 204497"/>
              <a:gd name="connsiteY77" fmla="*/ 134308 h 185344"/>
              <a:gd name="connsiteX78" fmla="*/ 185662 w 204497"/>
              <a:gd name="connsiteY78" fmla="*/ 136994 h 185344"/>
              <a:gd name="connsiteX79" fmla="*/ 185662 w 204497"/>
              <a:gd name="connsiteY79" fmla="*/ 145052 h 185344"/>
              <a:gd name="connsiteX80" fmla="*/ 184317 w 204497"/>
              <a:gd name="connsiteY80" fmla="*/ 147738 h 185344"/>
              <a:gd name="connsiteX81" fmla="*/ 182971 w 204497"/>
              <a:gd name="connsiteY81" fmla="*/ 157140 h 185344"/>
              <a:gd name="connsiteX82" fmla="*/ 154718 w 204497"/>
              <a:gd name="connsiteY82" fmla="*/ 185344 h 185344"/>
              <a:gd name="connsiteX83" fmla="*/ 150682 w 204497"/>
              <a:gd name="connsiteY83" fmla="*/ 181315 h 185344"/>
              <a:gd name="connsiteX84" fmla="*/ 141265 w 204497"/>
              <a:gd name="connsiteY84" fmla="*/ 179972 h 185344"/>
              <a:gd name="connsiteX85" fmla="*/ 134538 w 204497"/>
              <a:gd name="connsiteY85" fmla="*/ 181315 h 185344"/>
              <a:gd name="connsiteX86" fmla="*/ 130502 w 204497"/>
              <a:gd name="connsiteY86" fmla="*/ 182659 h 185344"/>
              <a:gd name="connsiteX87" fmla="*/ 129156 w 204497"/>
              <a:gd name="connsiteY87" fmla="*/ 181315 h 185344"/>
              <a:gd name="connsiteX88" fmla="*/ 123775 w 204497"/>
              <a:gd name="connsiteY88" fmla="*/ 178629 h 185344"/>
              <a:gd name="connsiteX89" fmla="*/ 119738 w 204497"/>
              <a:gd name="connsiteY89" fmla="*/ 178629 h 185344"/>
              <a:gd name="connsiteX90" fmla="*/ 118393 w 204497"/>
              <a:gd name="connsiteY90" fmla="*/ 174600 h 185344"/>
              <a:gd name="connsiteX91" fmla="*/ 111666 w 204497"/>
              <a:gd name="connsiteY91" fmla="*/ 174600 h 185344"/>
              <a:gd name="connsiteX92" fmla="*/ 103594 w 204497"/>
              <a:gd name="connsiteY92" fmla="*/ 175943 h 185344"/>
              <a:gd name="connsiteX93" fmla="*/ 100903 w 204497"/>
              <a:gd name="connsiteY93" fmla="*/ 173257 h 185344"/>
              <a:gd name="connsiteX94" fmla="*/ 99558 w 204497"/>
              <a:gd name="connsiteY94" fmla="*/ 170571 h 185344"/>
              <a:gd name="connsiteX95" fmla="*/ 99558 w 204497"/>
              <a:gd name="connsiteY95" fmla="*/ 167885 h 185344"/>
              <a:gd name="connsiteX96" fmla="*/ 96867 w 204497"/>
              <a:gd name="connsiteY96" fmla="*/ 166541 h 185344"/>
              <a:gd name="connsiteX97" fmla="*/ 92831 w 204497"/>
              <a:gd name="connsiteY97" fmla="*/ 165198 h 185344"/>
              <a:gd name="connsiteX98" fmla="*/ 88795 w 204497"/>
              <a:gd name="connsiteY98" fmla="*/ 162512 h 185344"/>
              <a:gd name="connsiteX99" fmla="*/ 84759 w 204497"/>
              <a:gd name="connsiteY99" fmla="*/ 162512 h 185344"/>
              <a:gd name="connsiteX100" fmla="*/ 78032 w 204497"/>
              <a:gd name="connsiteY100" fmla="*/ 159826 h 185344"/>
              <a:gd name="connsiteX101" fmla="*/ 75341 w 204497"/>
              <a:gd name="connsiteY101" fmla="*/ 161169 h 185344"/>
              <a:gd name="connsiteX102" fmla="*/ 69960 w 204497"/>
              <a:gd name="connsiteY102" fmla="*/ 159826 h 185344"/>
              <a:gd name="connsiteX103" fmla="*/ 67269 w 204497"/>
              <a:gd name="connsiteY103" fmla="*/ 155797 h 185344"/>
              <a:gd name="connsiteX104" fmla="*/ 61887 w 204497"/>
              <a:gd name="connsiteY104" fmla="*/ 151768 h 185344"/>
              <a:gd name="connsiteX105" fmla="*/ 60542 w 204497"/>
              <a:gd name="connsiteY105" fmla="*/ 147738 h 185344"/>
              <a:gd name="connsiteX106" fmla="*/ 60542 w 204497"/>
              <a:gd name="connsiteY106" fmla="*/ 143709 h 185344"/>
              <a:gd name="connsiteX107" fmla="*/ 59196 w 204497"/>
              <a:gd name="connsiteY107" fmla="*/ 136994 h 185344"/>
              <a:gd name="connsiteX108" fmla="*/ 60542 w 204497"/>
              <a:gd name="connsiteY108" fmla="*/ 134308 h 185344"/>
              <a:gd name="connsiteX109" fmla="*/ 56506 w 204497"/>
              <a:gd name="connsiteY109" fmla="*/ 131621 h 185344"/>
              <a:gd name="connsiteX110" fmla="*/ 51124 w 204497"/>
              <a:gd name="connsiteY110" fmla="*/ 128935 h 185344"/>
              <a:gd name="connsiteX111" fmla="*/ 49779 w 204497"/>
              <a:gd name="connsiteY111" fmla="*/ 126249 h 185344"/>
              <a:gd name="connsiteX112" fmla="*/ 51124 w 204497"/>
              <a:gd name="connsiteY112" fmla="*/ 124906 h 185344"/>
              <a:gd name="connsiteX113" fmla="*/ 51124 w 204497"/>
              <a:gd name="connsiteY113" fmla="*/ 123563 h 185344"/>
              <a:gd name="connsiteX114" fmla="*/ 47088 w 204497"/>
              <a:gd name="connsiteY114" fmla="*/ 122220 h 185344"/>
              <a:gd name="connsiteX115" fmla="*/ 44397 w 204497"/>
              <a:gd name="connsiteY115" fmla="*/ 119534 h 185344"/>
              <a:gd name="connsiteX116" fmla="*/ 40361 w 204497"/>
              <a:gd name="connsiteY116" fmla="*/ 115505 h 185344"/>
              <a:gd name="connsiteX117" fmla="*/ 34980 w 204497"/>
              <a:gd name="connsiteY117" fmla="*/ 112818 h 185344"/>
              <a:gd name="connsiteX118" fmla="*/ 28253 w 204497"/>
              <a:gd name="connsiteY118" fmla="*/ 102074 h 185344"/>
              <a:gd name="connsiteX119" fmla="*/ 25562 w 204497"/>
              <a:gd name="connsiteY119" fmla="*/ 98044 h 185344"/>
              <a:gd name="connsiteX120" fmla="*/ 24217 w 204497"/>
              <a:gd name="connsiteY120" fmla="*/ 98044 h 185344"/>
              <a:gd name="connsiteX121" fmla="*/ 21526 w 204497"/>
              <a:gd name="connsiteY121" fmla="*/ 95359 h 185344"/>
              <a:gd name="connsiteX122" fmla="*/ 20181 w 204497"/>
              <a:gd name="connsiteY122" fmla="*/ 92672 h 185344"/>
              <a:gd name="connsiteX123" fmla="*/ 17490 w 204497"/>
              <a:gd name="connsiteY123" fmla="*/ 89986 h 185344"/>
              <a:gd name="connsiteX124" fmla="*/ 16145 w 204497"/>
              <a:gd name="connsiteY124" fmla="*/ 84614 h 185344"/>
              <a:gd name="connsiteX125" fmla="*/ 13454 w 204497"/>
              <a:gd name="connsiteY125" fmla="*/ 80585 h 185344"/>
              <a:gd name="connsiteX126" fmla="*/ 13454 w 204497"/>
              <a:gd name="connsiteY126" fmla="*/ 79241 h 185344"/>
              <a:gd name="connsiteX127" fmla="*/ 12108 w 204497"/>
              <a:gd name="connsiteY127" fmla="*/ 76555 h 185344"/>
              <a:gd name="connsiteX128" fmla="*/ 9418 w 204497"/>
              <a:gd name="connsiteY128" fmla="*/ 73869 h 185344"/>
              <a:gd name="connsiteX129" fmla="*/ 6727 w 204497"/>
              <a:gd name="connsiteY129" fmla="*/ 72526 h 185344"/>
              <a:gd name="connsiteX130" fmla="*/ 5381 w 204497"/>
              <a:gd name="connsiteY130" fmla="*/ 69840 h 185344"/>
              <a:gd name="connsiteX131" fmla="*/ 1345 w 204497"/>
              <a:gd name="connsiteY131" fmla="*/ 67154 h 185344"/>
              <a:gd name="connsiteX132" fmla="*/ 1345 w 204497"/>
              <a:gd name="connsiteY132" fmla="*/ 64468 h 185344"/>
              <a:gd name="connsiteX133" fmla="*/ 0 w 204497"/>
              <a:gd name="connsiteY133" fmla="*/ 63124 h 185344"/>
              <a:gd name="connsiteX134" fmla="*/ 1345 w 204497"/>
              <a:gd name="connsiteY134" fmla="*/ 60438 h 18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204497" h="185344">
                <a:moveTo>
                  <a:pt x="0" y="57752"/>
                </a:moveTo>
                <a:lnTo>
                  <a:pt x="2691" y="57752"/>
                </a:lnTo>
                <a:lnTo>
                  <a:pt x="8072" y="59095"/>
                </a:lnTo>
                <a:lnTo>
                  <a:pt x="13454" y="60438"/>
                </a:lnTo>
                <a:lnTo>
                  <a:pt x="16145" y="63124"/>
                </a:lnTo>
                <a:lnTo>
                  <a:pt x="18835" y="63124"/>
                </a:lnTo>
                <a:lnTo>
                  <a:pt x="22872" y="60438"/>
                </a:lnTo>
                <a:lnTo>
                  <a:pt x="28253" y="59095"/>
                </a:lnTo>
                <a:lnTo>
                  <a:pt x="30943" y="60438"/>
                </a:lnTo>
                <a:lnTo>
                  <a:pt x="32289" y="60438"/>
                </a:lnTo>
                <a:lnTo>
                  <a:pt x="33634" y="60438"/>
                </a:lnTo>
                <a:lnTo>
                  <a:pt x="34980" y="61782"/>
                </a:lnTo>
                <a:lnTo>
                  <a:pt x="39016" y="64468"/>
                </a:lnTo>
                <a:lnTo>
                  <a:pt x="44397" y="65811"/>
                </a:lnTo>
                <a:lnTo>
                  <a:pt x="51124" y="63124"/>
                </a:lnTo>
                <a:lnTo>
                  <a:pt x="57851" y="52380"/>
                </a:lnTo>
                <a:lnTo>
                  <a:pt x="71305" y="37606"/>
                </a:lnTo>
                <a:lnTo>
                  <a:pt x="86104" y="26862"/>
                </a:lnTo>
                <a:lnTo>
                  <a:pt x="94176" y="24175"/>
                </a:lnTo>
                <a:lnTo>
                  <a:pt x="96867" y="21489"/>
                </a:lnTo>
                <a:lnTo>
                  <a:pt x="96867" y="20146"/>
                </a:lnTo>
                <a:lnTo>
                  <a:pt x="96867" y="17460"/>
                </a:lnTo>
                <a:lnTo>
                  <a:pt x="98212" y="14774"/>
                </a:lnTo>
                <a:lnTo>
                  <a:pt x="96867" y="12088"/>
                </a:lnTo>
                <a:lnTo>
                  <a:pt x="99558" y="9401"/>
                </a:lnTo>
                <a:lnTo>
                  <a:pt x="106285" y="5372"/>
                </a:lnTo>
                <a:lnTo>
                  <a:pt x="110321" y="4029"/>
                </a:lnTo>
                <a:lnTo>
                  <a:pt x="114357" y="2686"/>
                </a:lnTo>
                <a:lnTo>
                  <a:pt x="119738" y="0"/>
                </a:lnTo>
                <a:lnTo>
                  <a:pt x="126465" y="0"/>
                </a:lnTo>
                <a:lnTo>
                  <a:pt x="127811" y="1343"/>
                </a:lnTo>
                <a:lnTo>
                  <a:pt x="130502" y="1343"/>
                </a:lnTo>
                <a:lnTo>
                  <a:pt x="135883" y="2686"/>
                </a:lnTo>
                <a:lnTo>
                  <a:pt x="138574" y="1343"/>
                </a:lnTo>
                <a:lnTo>
                  <a:pt x="139919" y="1343"/>
                </a:lnTo>
                <a:lnTo>
                  <a:pt x="139919" y="10744"/>
                </a:lnTo>
                <a:lnTo>
                  <a:pt x="149337" y="12088"/>
                </a:lnTo>
                <a:lnTo>
                  <a:pt x="153373" y="12088"/>
                </a:lnTo>
                <a:lnTo>
                  <a:pt x="154718" y="14774"/>
                </a:lnTo>
                <a:lnTo>
                  <a:pt x="157409" y="14774"/>
                </a:lnTo>
                <a:lnTo>
                  <a:pt x="158754" y="12088"/>
                </a:lnTo>
                <a:lnTo>
                  <a:pt x="165481" y="13431"/>
                </a:lnTo>
                <a:lnTo>
                  <a:pt x="173554" y="17460"/>
                </a:lnTo>
                <a:lnTo>
                  <a:pt x="177590" y="24175"/>
                </a:lnTo>
                <a:lnTo>
                  <a:pt x="181626" y="24175"/>
                </a:lnTo>
                <a:lnTo>
                  <a:pt x="189698" y="25518"/>
                </a:lnTo>
                <a:lnTo>
                  <a:pt x="195080" y="28205"/>
                </a:lnTo>
                <a:lnTo>
                  <a:pt x="197771" y="32234"/>
                </a:lnTo>
                <a:lnTo>
                  <a:pt x="203152" y="32234"/>
                </a:lnTo>
                <a:lnTo>
                  <a:pt x="204497" y="37606"/>
                </a:lnTo>
                <a:lnTo>
                  <a:pt x="201806" y="40292"/>
                </a:lnTo>
                <a:lnTo>
                  <a:pt x="201806" y="44321"/>
                </a:lnTo>
                <a:lnTo>
                  <a:pt x="201806" y="48351"/>
                </a:lnTo>
                <a:lnTo>
                  <a:pt x="201806" y="52380"/>
                </a:lnTo>
                <a:lnTo>
                  <a:pt x="201806" y="55066"/>
                </a:lnTo>
                <a:lnTo>
                  <a:pt x="200461" y="59095"/>
                </a:lnTo>
                <a:lnTo>
                  <a:pt x="199116" y="65811"/>
                </a:lnTo>
                <a:lnTo>
                  <a:pt x="196425" y="71183"/>
                </a:lnTo>
                <a:lnTo>
                  <a:pt x="199116" y="73869"/>
                </a:lnTo>
                <a:lnTo>
                  <a:pt x="203152" y="72526"/>
                </a:lnTo>
                <a:lnTo>
                  <a:pt x="200461" y="76555"/>
                </a:lnTo>
                <a:lnTo>
                  <a:pt x="196425" y="79241"/>
                </a:lnTo>
                <a:lnTo>
                  <a:pt x="196425" y="83271"/>
                </a:lnTo>
                <a:lnTo>
                  <a:pt x="196425" y="88643"/>
                </a:lnTo>
                <a:lnTo>
                  <a:pt x="193734" y="89986"/>
                </a:lnTo>
                <a:lnTo>
                  <a:pt x="193734" y="92672"/>
                </a:lnTo>
                <a:lnTo>
                  <a:pt x="197771" y="96701"/>
                </a:lnTo>
                <a:lnTo>
                  <a:pt x="199116" y="100731"/>
                </a:lnTo>
                <a:lnTo>
                  <a:pt x="196425" y="103417"/>
                </a:lnTo>
                <a:lnTo>
                  <a:pt x="196425" y="108789"/>
                </a:lnTo>
                <a:lnTo>
                  <a:pt x="199116" y="110132"/>
                </a:lnTo>
                <a:lnTo>
                  <a:pt x="200461" y="114162"/>
                </a:lnTo>
                <a:lnTo>
                  <a:pt x="196425" y="119534"/>
                </a:lnTo>
                <a:lnTo>
                  <a:pt x="192389" y="123563"/>
                </a:lnTo>
                <a:lnTo>
                  <a:pt x="189698" y="126249"/>
                </a:lnTo>
                <a:lnTo>
                  <a:pt x="187007" y="126249"/>
                </a:lnTo>
                <a:lnTo>
                  <a:pt x="185662" y="130278"/>
                </a:lnTo>
                <a:lnTo>
                  <a:pt x="187007" y="134308"/>
                </a:lnTo>
                <a:lnTo>
                  <a:pt x="185662" y="136994"/>
                </a:lnTo>
                <a:lnTo>
                  <a:pt x="185662" y="145052"/>
                </a:lnTo>
                <a:lnTo>
                  <a:pt x="184317" y="147738"/>
                </a:lnTo>
                <a:lnTo>
                  <a:pt x="182971" y="157140"/>
                </a:lnTo>
                <a:lnTo>
                  <a:pt x="154718" y="185344"/>
                </a:lnTo>
                <a:lnTo>
                  <a:pt x="150682" y="181315"/>
                </a:lnTo>
                <a:lnTo>
                  <a:pt x="141265" y="179972"/>
                </a:lnTo>
                <a:lnTo>
                  <a:pt x="134538" y="181315"/>
                </a:lnTo>
                <a:lnTo>
                  <a:pt x="130502" y="182659"/>
                </a:lnTo>
                <a:lnTo>
                  <a:pt x="129156" y="181315"/>
                </a:lnTo>
                <a:lnTo>
                  <a:pt x="123775" y="178629"/>
                </a:lnTo>
                <a:lnTo>
                  <a:pt x="119738" y="178629"/>
                </a:lnTo>
                <a:lnTo>
                  <a:pt x="118393" y="174600"/>
                </a:lnTo>
                <a:lnTo>
                  <a:pt x="111666" y="174600"/>
                </a:lnTo>
                <a:lnTo>
                  <a:pt x="103594" y="175943"/>
                </a:lnTo>
                <a:lnTo>
                  <a:pt x="100903" y="173257"/>
                </a:lnTo>
                <a:lnTo>
                  <a:pt x="99558" y="170571"/>
                </a:lnTo>
                <a:lnTo>
                  <a:pt x="99558" y="167885"/>
                </a:lnTo>
                <a:lnTo>
                  <a:pt x="96867" y="166541"/>
                </a:lnTo>
                <a:lnTo>
                  <a:pt x="92831" y="165198"/>
                </a:lnTo>
                <a:lnTo>
                  <a:pt x="88795" y="162512"/>
                </a:lnTo>
                <a:lnTo>
                  <a:pt x="84759" y="162512"/>
                </a:lnTo>
                <a:lnTo>
                  <a:pt x="78032" y="159826"/>
                </a:lnTo>
                <a:lnTo>
                  <a:pt x="75341" y="161169"/>
                </a:lnTo>
                <a:lnTo>
                  <a:pt x="69960" y="159826"/>
                </a:lnTo>
                <a:lnTo>
                  <a:pt x="67269" y="155797"/>
                </a:lnTo>
                <a:lnTo>
                  <a:pt x="61887" y="151768"/>
                </a:lnTo>
                <a:lnTo>
                  <a:pt x="60542" y="147738"/>
                </a:lnTo>
                <a:lnTo>
                  <a:pt x="60542" y="143709"/>
                </a:lnTo>
                <a:lnTo>
                  <a:pt x="59196" y="136994"/>
                </a:lnTo>
                <a:lnTo>
                  <a:pt x="60542" y="134308"/>
                </a:lnTo>
                <a:lnTo>
                  <a:pt x="56506" y="131621"/>
                </a:lnTo>
                <a:lnTo>
                  <a:pt x="51124" y="128935"/>
                </a:lnTo>
                <a:lnTo>
                  <a:pt x="49779" y="126249"/>
                </a:lnTo>
                <a:lnTo>
                  <a:pt x="51124" y="124906"/>
                </a:lnTo>
                <a:lnTo>
                  <a:pt x="51124" y="123563"/>
                </a:lnTo>
                <a:lnTo>
                  <a:pt x="47088" y="122220"/>
                </a:lnTo>
                <a:lnTo>
                  <a:pt x="44397" y="119534"/>
                </a:lnTo>
                <a:lnTo>
                  <a:pt x="40361" y="115505"/>
                </a:lnTo>
                <a:lnTo>
                  <a:pt x="34980" y="112818"/>
                </a:lnTo>
                <a:lnTo>
                  <a:pt x="28253" y="102074"/>
                </a:lnTo>
                <a:lnTo>
                  <a:pt x="25562" y="98044"/>
                </a:lnTo>
                <a:lnTo>
                  <a:pt x="24217" y="98044"/>
                </a:lnTo>
                <a:lnTo>
                  <a:pt x="21526" y="95359"/>
                </a:lnTo>
                <a:lnTo>
                  <a:pt x="20181" y="92672"/>
                </a:lnTo>
                <a:lnTo>
                  <a:pt x="17490" y="89986"/>
                </a:lnTo>
                <a:lnTo>
                  <a:pt x="16145" y="84614"/>
                </a:lnTo>
                <a:lnTo>
                  <a:pt x="13454" y="80585"/>
                </a:lnTo>
                <a:lnTo>
                  <a:pt x="13454" y="79241"/>
                </a:lnTo>
                <a:lnTo>
                  <a:pt x="12108" y="76555"/>
                </a:lnTo>
                <a:lnTo>
                  <a:pt x="9418" y="73869"/>
                </a:lnTo>
                <a:lnTo>
                  <a:pt x="6727" y="72526"/>
                </a:lnTo>
                <a:lnTo>
                  <a:pt x="5381" y="69840"/>
                </a:lnTo>
                <a:lnTo>
                  <a:pt x="1345" y="67154"/>
                </a:lnTo>
                <a:lnTo>
                  <a:pt x="1345" y="64468"/>
                </a:lnTo>
                <a:lnTo>
                  <a:pt x="0" y="63124"/>
                </a:lnTo>
                <a:lnTo>
                  <a:pt x="1345" y="6043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8" name="Freeform 767">
            <a:extLst>
              <a:ext uri="{FF2B5EF4-FFF2-40B4-BE49-F238E27FC236}">
                <a16:creationId xmlns:a16="http://schemas.microsoft.com/office/drawing/2014/main" id="{A2A380E9-D55D-8668-4EF2-B17009BE1709}"/>
              </a:ext>
            </a:extLst>
          </p:cNvPr>
          <p:cNvSpPr/>
          <p:nvPr/>
        </p:nvSpPr>
        <p:spPr>
          <a:xfrm>
            <a:off x="7851620" y="5105839"/>
            <a:ext cx="243513" cy="243097"/>
          </a:xfrm>
          <a:custGeom>
            <a:avLst/>
            <a:gdLst>
              <a:gd name="connsiteX0" fmla="*/ 139919 w 243513"/>
              <a:gd name="connsiteY0" fmla="*/ 0 h 243097"/>
              <a:gd name="connsiteX1" fmla="*/ 141265 w 243513"/>
              <a:gd name="connsiteY1" fmla="*/ 2686 h 243097"/>
              <a:gd name="connsiteX2" fmla="*/ 139919 w 243513"/>
              <a:gd name="connsiteY2" fmla="*/ 5372 h 243097"/>
              <a:gd name="connsiteX3" fmla="*/ 141265 w 243513"/>
              <a:gd name="connsiteY3" fmla="*/ 6715 h 243097"/>
              <a:gd name="connsiteX4" fmla="*/ 141265 w 243513"/>
              <a:gd name="connsiteY4" fmla="*/ 9402 h 243097"/>
              <a:gd name="connsiteX5" fmla="*/ 145301 w 243513"/>
              <a:gd name="connsiteY5" fmla="*/ 12088 h 243097"/>
              <a:gd name="connsiteX6" fmla="*/ 146646 w 243513"/>
              <a:gd name="connsiteY6" fmla="*/ 14774 h 243097"/>
              <a:gd name="connsiteX7" fmla="*/ 149337 w 243513"/>
              <a:gd name="connsiteY7" fmla="*/ 16117 h 243097"/>
              <a:gd name="connsiteX8" fmla="*/ 152027 w 243513"/>
              <a:gd name="connsiteY8" fmla="*/ 18803 h 243097"/>
              <a:gd name="connsiteX9" fmla="*/ 153373 w 243513"/>
              <a:gd name="connsiteY9" fmla="*/ 21489 h 243097"/>
              <a:gd name="connsiteX10" fmla="*/ 153373 w 243513"/>
              <a:gd name="connsiteY10" fmla="*/ 22832 h 243097"/>
              <a:gd name="connsiteX11" fmla="*/ 156064 w 243513"/>
              <a:gd name="connsiteY11" fmla="*/ 26862 h 243097"/>
              <a:gd name="connsiteX12" fmla="*/ 157409 w 243513"/>
              <a:gd name="connsiteY12" fmla="*/ 32234 h 243097"/>
              <a:gd name="connsiteX13" fmla="*/ 160100 w 243513"/>
              <a:gd name="connsiteY13" fmla="*/ 34920 h 243097"/>
              <a:gd name="connsiteX14" fmla="*/ 161445 w 243513"/>
              <a:gd name="connsiteY14" fmla="*/ 37606 h 243097"/>
              <a:gd name="connsiteX15" fmla="*/ 164136 w 243513"/>
              <a:gd name="connsiteY15" fmla="*/ 40292 h 243097"/>
              <a:gd name="connsiteX16" fmla="*/ 165481 w 243513"/>
              <a:gd name="connsiteY16" fmla="*/ 40292 h 243097"/>
              <a:gd name="connsiteX17" fmla="*/ 168172 w 243513"/>
              <a:gd name="connsiteY17" fmla="*/ 44322 h 243097"/>
              <a:gd name="connsiteX18" fmla="*/ 174899 w 243513"/>
              <a:gd name="connsiteY18" fmla="*/ 55066 h 243097"/>
              <a:gd name="connsiteX19" fmla="*/ 180280 w 243513"/>
              <a:gd name="connsiteY19" fmla="*/ 57753 h 243097"/>
              <a:gd name="connsiteX20" fmla="*/ 184316 w 243513"/>
              <a:gd name="connsiteY20" fmla="*/ 61782 h 243097"/>
              <a:gd name="connsiteX21" fmla="*/ 187007 w 243513"/>
              <a:gd name="connsiteY21" fmla="*/ 64468 h 243097"/>
              <a:gd name="connsiteX22" fmla="*/ 191043 w 243513"/>
              <a:gd name="connsiteY22" fmla="*/ 65811 h 243097"/>
              <a:gd name="connsiteX23" fmla="*/ 191043 w 243513"/>
              <a:gd name="connsiteY23" fmla="*/ 67154 h 243097"/>
              <a:gd name="connsiteX24" fmla="*/ 189698 w 243513"/>
              <a:gd name="connsiteY24" fmla="*/ 68497 h 243097"/>
              <a:gd name="connsiteX25" fmla="*/ 191043 w 243513"/>
              <a:gd name="connsiteY25" fmla="*/ 71183 h 243097"/>
              <a:gd name="connsiteX26" fmla="*/ 196425 w 243513"/>
              <a:gd name="connsiteY26" fmla="*/ 73869 h 243097"/>
              <a:gd name="connsiteX27" fmla="*/ 200461 w 243513"/>
              <a:gd name="connsiteY27" fmla="*/ 76556 h 243097"/>
              <a:gd name="connsiteX28" fmla="*/ 199116 w 243513"/>
              <a:gd name="connsiteY28" fmla="*/ 79241 h 243097"/>
              <a:gd name="connsiteX29" fmla="*/ 200461 w 243513"/>
              <a:gd name="connsiteY29" fmla="*/ 85957 h 243097"/>
              <a:gd name="connsiteX30" fmla="*/ 200461 w 243513"/>
              <a:gd name="connsiteY30" fmla="*/ 89986 h 243097"/>
              <a:gd name="connsiteX31" fmla="*/ 201806 w 243513"/>
              <a:gd name="connsiteY31" fmla="*/ 94015 h 243097"/>
              <a:gd name="connsiteX32" fmla="*/ 207188 w 243513"/>
              <a:gd name="connsiteY32" fmla="*/ 98045 h 243097"/>
              <a:gd name="connsiteX33" fmla="*/ 209879 w 243513"/>
              <a:gd name="connsiteY33" fmla="*/ 102074 h 243097"/>
              <a:gd name="connsiteX34" fmla="*/ 215260 w 243513"/>
              <a:gd name="connsiteY34" fmla="*/ 103417 h 243097"/>
              <a:gd name="connsiteX35" fmla="*/ 217951 w 243513"/>
              <a:gd name="connsiteY35" fmla="*/ 102074 h 243097"/>
              <a:gd name="connsiteX36" fmla="*/ 224678 w 243513"/>
              <a:gd name="connsiteY36" fmla="*/ 104760 h 243097"/>
              <a:gd name="connsiteX37" fmla="*/ 228714 w 243513"/>
              <a:gd name="connsiteY37" fmla="*/ 104760 h 243097"/>
              <a:gd name="connsiteX38" fmla="*/ 232750 w 243513"/>
              <a:gd name="connsiteY38" fmla="*/ 107446 h 243097"/>
              <a:gd name="connsiteX39" fmla="*/ 236786 w 243513"/>
              <a:gd name="connsiteY39" fmla="*/ 108789 h 243097"/>
              <a:gd name="connsiteX40" fmla="*/ 239477 w 243513"/>
              <a:gd name="connsiteY40" fmla="*/ 110132 h 243097"/>
              <a:gd name="connsiteX41" fmla="*/ 239477 w 243513"/>
              <a:gd name="connsiteY41" fmla="*/ 112818 h 243097"/>
              <a:gd name="connsiteX42" fmla="*/ 240822 w 243513"/>
              <a:gd name="connsiteY42" fmla="*/ 115505 h 243097"/>
              <a:gd name="connsiteX43" fmla="*/ 243513 w 243513"/>
              <a:gd name="connsiteY43" fmla="*/ 118191 h 243097"/>
              <a:gd name="connsiteX44" fmla="*/ 239477 w 243513"/>
              <a:gd name="connsiteY44" fmla="*/ 118191 h 243097"/>
              <a:gd name="connsiteX45" fmla="*/ 238131 w 243513"/>
              <a:gd name="connsiteY45" fmla="*/ 119534 h 243097"/>
              <a:gd name="connsiteX46" fmla="*/ 232750 w 243513"/>
              <a:gd name="connsiteY46" fmla="*/ 120877 h 243097"/>
              <a:gd name="connsiteX47" fmla="*/ 230059 w 243513"/>
              <a:gd name="connsiteY47" fmla="*/ 122220 h 243097"/>
              <a:gd name="connsiteX48" fmla="*/ 231405 w 243513"/>
              <a:gd name="connsiteY48" fmla="*/ 124906 h 243097"/>
              <a:gd name="connsiteX49" fmla="*/ 228714 w 243513"/>
              <a:gd name="connsiteY49" fmla="*/ 128935 h 243097"/>
              <a:gd name="connsiteX50" fmla="*/ 226023 w 243513"/>
              <a:gd name="connsiteY50" fmla="*/ 130279 h 243097"/>
              <a:gd name="connsiteX51" fmla="*/ 221987 w 243513"/>
              <a:gd name="connsiteY51" fmla="*/ 132965 h 243097"/>
              <a:gd name="connsiteX52" fmla="*/ 217951 w 243513"/>
              <a:gd name="connsiteY52" fmla="*/ 132965 h 243097"/>
              <a:gd name="connsiteX53" fmla="*/ 215260 w 243513"/>
              <a:gd name="connsiteY53" fmla="*/ 134308 h 243097"/>
              <a:gd name="connsiteX54" fmla="*/ 213915 w 243513"/>
              <a:gd name="connsiteY54" fmla="*/ 132965 h 243097"/>
              <a:gd name="connsiteX55" fmla="*/ 208533 w 243513"/>
              <a:gd name="connsiteY55" fmla="*/ 134308 h 243097"/>
              <a:gd name="connsiteX56" fmla="*/ 203152 w 243513"/>
              <a:gd name="connsiteY56" fmla="*/ 138337 h 243097"/>
              <a:gd name="connsiteX57" fmla="*/ 200461 w 243513"/>
              <a:gd name="connsiteY57" fmla="*/ 141023 h 243097"/>
              <a:gd name="connsiteX58" fmla="*/ 196425 w 243513"/>
              <a:gd name="connsiteY58" fmla="*/ 142366 h 243097"/>
              <a:gd name="connsiteX59" fmla="*/ 196425 w 243513"/>
              <a:gd name="connsiteY59" fmla="*/ 145053 h 243097"/>
              <a:gd name="connsiteX60" fmla="*/ 192389 w 243513"/>
              <a:gd name="connsiteY60" fmla="*/ 146395 h 243097"/>
              <a:gd name="connsiteX61" fmla="*/ 189698 w 243513"/>
              <a:gd name="connsiteY61" fmla="*/ 149082 h 243097"/>
              <a:gd name="connsiteX62" fmla="*/ 187007 w 243513"/>
              <a:gd name="connsiteY62" fmla="*/ 150425 h 243097"/>
              <a:gd name="connsiteX63" fmla="*/ 184316 w 243513"/>
              <a:gd name="connsiteY63" fmla="*/ 151768 h 243097"/>
              <a:gd name="connsiteX64" fmla="*/ 176244 w 243513"/>
              <a:gd name="connsiteY64" fmla="*/ 161169 h 243097"/>
              <a:gd name="connsiteX65" fmla="*/ 176244 w 243513"/>
              <a:gd name="connsiteY65" fmla="*/ 167885 h 243097"/>
              <a:gd name="connsiteX66" fmla="*/ 177589 w 243513"/>
              <a:gd name="connsiteY66" fmla="*/ 169228 h 243097"/>
              <a:gd name="connsiteX67" fmla="*/ 177589 w 243513"/>
              <a:gd name="connsiteY67" fmla="*/ 173257 h 243097"/>
              <a:gd name="connsiteX68" fmla="*/ 173554 w 243513"/>
              <a:gd name="connsiteY68" fmla="*/ 174600 h 243097"/>
              <a:gd name="connsiteX69" fmla="*/ 172208 w 243513"/>
              <a:gd name="connsiteY69" fmla="*/ 175943 h 243097"/>
              <a:gd name="connsiteX70" fmla="*/ 169518 w 243513"/>
              <a:gd name="connsiteY70" fmla="*/ 177286 h 243097"/>
              <a:gd name="connsiteX71" fmla="*/ 165481 w 243513"/>
              <a:gd name="connsiteY71" fmla="*/ 179972 h 243097"/>
              <a:gd name="connsiteX72" fmla="*/ 164136 w 243513"/>
              <a:gd name="connsiteY72" fmla="*/ 184002 h 243097"/>
              <a:gd name="connsiteX73" fmla="*/ 162791 w 243513"/>
              <a:gd name="connsiteY73" fmla="*/ 185345 h 243097"/>
              <a:gd name="connsiteX74" fmla="*/ 161445 w 243513"/>
              <a:gd name="connsiteY74" fmla="*/ 186688 h 243097"/>
              <a:gd name="connsiteX75" fmla="*/ 157409 w 243513"/>
              <a:gd name="connsiteY75" fmla="*/ 188031 h 243097"/>
              <a:gd name="connsiteX76" fmla="*/ 153373 w 243513"/>
              <a:gd name="connsiteY76" fmla="*/ 189374 h 243097"/>
              <a:gd name="connsiteX77" fmla="*/ 147991 w 243513"/>
              <a:gd name="connsiteY77" fmla="*/ 190717 h 243097"/>
              <a:gd name="connsiteX78" fmla="*/ 146646 w 243513"/>
              <a:gd name="connsiteY78" fmla="*/ 194746 h 243097"/>
              <a:gd name="connsiteX79" fmla="*/ 146646 w 243513"/>
              <a:gd name="connsiteY79" fmla="*/ 201462 h 243097"/>
              <a:gd name="connsiteX80" fmla="*/ 143955 w 243513"/>
              <a:gd name="connsiteY80" fmla="*/ 204148 h 243097"/>
              <a:gd name="connsiteX81" fmla="*/ 143955 w 243513"/>
              <a:gd name="connsiteY81" fmla="*/ 208177 h 243097"/>
              <a:gd name="connsiteX82" fmla="*/ 142610 w 243513"/>
              <a:gd name="connsiteY82" fmla="*/ 212206 h 243097"/>
              <a:gd name="connsiteX83" fmla="*/ 143955 w 243513"/>
              <a:gd name="connsiteY83" fmla="*/ 214892 h 243097"/>
              <a:gd name="connsiteX84" fmla="*/ 138574 w 243513"/>
              <a:gd name="connsiteY84" fmla="*/ 217579 h 243097"/>
              <a:gd name="connsiteX85" fmla="*/ 134538 w 243513"/>
              <a:gd name="connsiteY85" fmla="*/ 217579 h 243097"/>
              <a:gd name="connsiteX86" fmla="*/ 133192 w 243513"/>
              <a:gd name="connsiteY86" fmla="*/ 214892 h 243097"/>
              <a:gd name="connsiteX87" fmla="*/ 129156 w 243513"/>
              <a:gd name="connsiteY87" fmla="*/ 214892 h 243097"/>
              <a:gd name="connsiteX88" fmla="*/ 122429 w 243513"/>
              <a:gd name="connsiteY88" fmla="*/ 214892 h 243097"/>
              <a:gd name="connsiteX89" fmla="*/ 117048 w 243513"/>
              <a:gd name="connsiteY89" fmla="*/ 216235 h 243097"/>
              <a:gd name="connsiteX90" fmla="*/ 113012 w 243513"/>
              <a:gd name="connsiteY90" fmla="*/ 214892 h 243097"/>
              <a:gd name="connsiteX91" fmla="*/ 108976 w 243513"/>
              <a:gd name="connsiteY91" fmla="*/ 216235 h 243097"/>
              <a:gd name="connsiteX92" fmla="*/ 99558 w 243513"/>
              <a:gd name="connsiteY92" fmla="*/ 209520 h 243097"/>
              <a:gd name="connsiteX93" fmla="*/ 96867 w 243513"/>
              <a:gd name="connsiteY93" fmla="*/ 209520 h 243097"/>
              <a:gd name="connsiteX94" fmla="*/ 94176 w 243513"/>
              <a:gd name="connsiteY94" fmla="*/ 206834 h 243097"/>
              <a:gd name="connsiteX95" fmla="*/ 84759 w 243513"/>
              <a:gd name="connsiteY95" fmla="*/ 205491 h 243097"/>
              <a:gd name="connsiteX96" fmla="*/ 78032 w 243513"/>
              <a:gd name="connsiteY96" fmla="*/ 205491 h 243097"/>
              <a:gd name="connsiteX97" fmla="*/ 71305 w 243513"/>
              <a:gd name="connsiteY97" fmla="*/ 212206 h 243097"/>
              <a:gd name="connsiteX98" fmla="*/ 67269 w 243513"/>
              <a:gd name="connsiteY98" fmla="*/ 222951 h 243097"/>
              <a:gd name="connsiteX99" fmla="*/ 63232 w 243513"/>
              <a:gd name="connsiteY99" fmla="*/ 226980 h 243097"/>
              <a:gd name="connsiteX100" fmla="*/ 53815 w 243513"/>
              <a:gd name="connsiteY100" fmla="*/ 231009 h 243097"/>
              <a:gd name="connsiteX101" fmla="*/ 52470 w 243513"/>
              <a:gd name="connsiteY101" fmla="*/ 233695 h 243097"/>
              <a:gd name="connsiteX102" fmla="*/ 47088 w 243513"/>
              <a:gd name="connsiteY102" fmla="*/ 237725 h 243097"/>
              <a:gd name="connsiteX103" fmla="*/ 41707 w 243513"/>
              <a:gd name="connsiteY103" fmla="*/ 239068 h 243097"/>
              <a:gd name="connsiteX104" fmla="*/ 37670 w 243513"/>
              <a:gd name="connsiteY104" fmla="*/ 241754 h 243097"/>
              <a:gd name="connsiteX105" fmla="*/ 30943 w 243513"/>
              <a:gd name="connsiteY105" fmla="*/ 241754 h 243097"/>
              <a:gd name="connsiteX106" fmla="*/ 26908 w 243513"/>
              <a:gd name="connsiteY106" fmla="*/ 243097 h 243097"/>
              <a:gd name="connsiteX107" fmla="*/ 20181 w 243513"/>
              <a:gd name="connsiteY107" fmla="*/ 241754 h 243097"/>
              <a:gd name="connsiteX108" fmla="*/ 13454 w 243513"/>
              <a:gd name="connsiteY108" fmla="*/ 243097 h 243097"/>
              <a:gd name="connsiteX109" fmla="*/ 13454 w 243513"/>
              <a:gd name="connsiteY109" fmla="*/ 237725 h 243097"/>
              <a:gd name="connsiteX110" fmla="*/ 17490 w 243513"/>
              <a:gd name="connsiteY110" fmla="*/ 229666 h 243097"/>
              <a:gd name="connsiteX111" fmla="*/ 17490 w 243513"/>
              <a:gd name="connsiteY111" fmla="*/ 222951 h 243097"/>
              <a:gd name="connsiteX112" fmla="*/ 10763 w 243513"/>
              <a:gd name="connsiteY112" fmla="*/ 208177 h 243097"/>
              <a:gd name="connsiteX113" fmla="*/ 8072 w 243513"/>
              <a:gd name="connsiteY113" fmla="*/ 200118 h 243097"/>
              <a:gd name="connsiteX114" fmla="*/ 0 w 243513"/>
              <a:gd name="connsiteY114" fmla="*/ 194746 h 243097"/>
              <a:gd name="connsiteX115" fmla="*/ 0 w 243513"/>
              <a:gd name="connsiteY115" fmla="*/ 194746 h 243097"/>
              <a:gd name="connsiteX116" fmla="*/ 0 w 243513"/>
              <a:gd name="connsiteY116" fmla="*/ 194746 h 243097"/>
              <a:gd name="connsiteX117" fmla="*/ 0 w 243513"/>
              <a:gd name="connsiteY117" fmla="*/ 193403 h 243097"/>
              <a:gd name="connsiteX118" fmla="*/ 4036 w 243513"/>
              <a:gd name="connsiteY118" fmla="*/ 111476 h 243097"/>
              <a:gd name="connsiteX119" fmla="*/ 26908 w 243513"/>
              <a:gd name="connsiteY119" fmla="*/ 111476 h 243097"/>
              <a:gd name="connsiteX120" fmla="*/ 32289 w 243513"/>
              <a:gd name="connsiteY120" fmla="*/ 18803 h 243097"/>
              <a:gd name="connsiteX121" fmla="*/ 51124 w 243513"/>
              <a:gd name="connsiteY121" fmla="*/ 18803 h 243097"/>
              <a:gd name="connsiteX122" fmla="*/ 76686 w 243513"/>
              <a:gd name="connsiteY122" fmla="*/ 13431 h 243097"/>
              <a:gd name="connsiteX123" fmla="*/ 84759 w 243513"/>
              <a:gd name="connsiteY123" fmla="*/ 10745 h 243097"/>
              <a:gd name="connsiteX124" fmla="*/ 87449 w 243513"/>
              <a:gd name="connsiteY124" fmla="*/ 10745 h 243097"/>
              <a:gd name="connsiteX125" fmla="*/ 88795 w 243513"/>
              <a:gd name="connsiteY125" fmla="*/ 9402 h 243097"/>
              <a:gd name="connsiteX126" fmla="*/ 90140 w 243513"/>
              <a:gd name="connsiteY126" fmla="*/ 10745 h 243097"/>
              <a:gd name="connsiteX127" fmla="*/ 91485 w 243513"/>
              <a:gd name="connsiteY127" fmla="*/ 14774 h 243097"/>
              <a:gd name="connsiteX128" fmla="*/ 94176 w 243513"/>
              <a:gd name="connsiteY128" fmla="*/ 16117 h 243097"/>
              <a:gd name="connsiteX129" fmla="*/ 92831 w 243513"/>
              <a:gd name="connsiteY129" fmla="*/ 18803 h 243097"/>
              <a:gd name="connsiteX130" fmla="*/ 91485 w 243513"/>
              <a:gd name="connsiteY130" fmla="*/ 21489 h 243097"/>
              <a:gd name="connsiteX131" fmla="*/ 94176 w 243513"/>
              <a:gd name="connsiteY131" fmla="*/ 22832 h 243097"/>
              <a:gd name="connsiteX132" fmla="*/ 102249 w 243513"/>
              <a:gd name="connsiteY132" fmla="*/ 16117 h 243097"/>
              <a:gd name="connsiteX133" fmla="*/ 107630 w 243513"/>
              <a:gd name="connsiteY133" fmla="*/ 10745 h 243097"/>
              <a:gd name="connsiteX134" fmla="*/ 113012 w 243513"/>
              <a:gd name="connsiteY134" fmla="*/ 5372 h 243097"/>
              <a:gd name="connsiteX135" fmla="*/ 118393 w 243513"/>
              <a:gd name="connsiteY135" fmla="*/ 4029 h 243097"/>
              <a:gd name="connsiteX136" fmla="*/ 119738 w 243513"/>
              <a:gd name="connsiteY136" fmla="*/ 6715 h 243097"/>
              <a:gd name="connsiteX137" fmla="*/ 122429 w 243513"/>
              <a:gd name="connsiteY137" fmla="*/ 6715 h 243097"/>
              <a:gd name="connsiteX138" fmla="*/ 126465 w 243513"/>
              <a:gd name="connsiteY138" fmla="*/ 4029 h 243097"/>
              <a:gd name="connsiteX139" fmla="*/ 134538 w 243513"/>
              <a:gd name="connsiteY139" fmla="*/ 1343 h 243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243513" h="243097">
                <a:moveTo>
                  <a:pt x="139919" y="0"/>
                </a:moveTo>
                <a:lnTo>
                  <a:pt x="141265" y="2686"/>
                </a:lnTo>
                <a:lnTo>
                  <a:pt x="139919" y="5372"/>
                </a:lnTo>
                <a:lnTo>
                  <a:pt x="141265" y="6715"/>
                </a:lnTo>
                <a:lnTo>
                  <a:pt x="141265" y="9402"/>
                </a:lnTo>
                <a:lnTo>
                  <a:pt x="145301" y="12088"/>
                </a:lnTo>
                <a:lnTo>
                  <a:pt x="146646" y="14774"/>
                </a:lnTo>
                <a:lnTo>
                  <a:pt x="149337" y="16117"/>
                </a:lnTo>
                <a:lnTo>
                  <a:pt x="152027" y="18803"/>
                </a:lnTo>
                <a:lnTo>
                  <a:pt x="153373" y="21489"/>
                </a:lnTo>
                <a:lnTo>
                  <a:pt x="153373" y="22832"/>
                </a:lnTo>
                <a:lnTo>
                  <a:pt x="156064" y="26862"/>
                </a:lnTo>
                <a:lnTo>
                  <a:pt x="157409" y="32234"/>
                </a:lnTo>
                <a:lnTo>
                  <a:pt x="160100" y="34920"/>
                </a:lnTo>
                <a:lnTo>
                  <a:pt x="161445" y="37606"/>
                </a:lnTo>
                <a:lnTo>
                  <a:pt x="164136" y="40292"/>
                </a:lnTo>
                <a:lnTo>
                  <a:pt x="165481" y="40292"/>
                </a:lnTo>
                <a:lnTo>
                  <a:pt x="168172" y="44322"/>
                </a:lnTo>
                <a:lnTo>
                  <a:pt x="174899" y="55066"/>
                </a:lnTo>
                <a:lnTo>
                  <a:pt x="180280" y="57753"/>
                </a:lnTo>
                <a:lnTo>
                  <a:pt x="184316" y="61782"/>
                </a:lnTo>
                <a:lnTo>
                  <a:pt x="187007" y="64468"/>
                </a:lnTo>
                <a:lnTo>
                  <a:pt x="191043" y="65811"/>
                </a:lnTo>
                <a:lnTo>
                  <a:pt x="191043" y="67154"/>
                </a:lnTo>
                <a:lnTo>
                  <a:pt x="189698" y="68497"/>
                </a:lnTo>
                <a:lnTo>
                  <a:pt x="191043" y="71183"/>
                </a:lnTo>
                <a:lnTo>
                  <a:pt x="196425" y="73869"/>
                </a:lnTo>
                <a:lnTo>
                  <a:pt x="200461" y="76556"/>
                </a:lnTo>
                <a:lnTo>
                  <a:pt x="199116" y="79241"/>
                </a:lnTo>
                <a:lnTo>
                  <a:pt x="200461" y="85957"/>
                </a:lnTo>
                <a:lnTo>
                  <a:pt x="200461" y="89986"/>
                </a:lnTo>
                <a:lnTo>
                  <a:pt x="201806" y="94015"/>
                </a:lnTo>
                <a:lnTo>
                  <a:pt x="207188" y="98045"/>
                </a:lnTo>
                <a:lnTo>
                  <a:pt x="209879" y="102074"/>
                </a:lnTo>
                <a:lnTo>
                  <a:pt x="215260" y="103417"/>
                </a:lnTo>
                <a:lnTo>
                  <a:pt x="217951" y="102074"/>
                </a:lnTo>
                <a:lnTo>
                  <a:pt x="224678" y="104760"/>
                </a:lnTo>
                <a:lnTo>
                  <a:pt x="228714" y="104760"/>
                </a:lnTo>
                <a:lnTo>
                  <a:pt x="232750" y="107446"/>
                </a:lnTo>
                <a:lnTo>
                  <a:pt x="236786" y="108789"/>
                </a:lnTo>
                <a:lnTo>
                  <a:pt x="239477" y="110132"/>
                </a:lnTo>
                <a:lnTo>
                  <a:pt x="239477" y="112818"/>
                </a:lnTo>
                <a:lnTo>
                  <a:pt x="240822" y="115505"/>
                </a:lnTo>
                <a:lnTo>
                  <a:pt x="243513" y="118191"/>
                </a:lnTo>
                <a:lnTo>
                  <a:pt x="239477" y="118191"/>
                </a:lnTo>
                <a:lnTo>
                  <a:pt x="238131" y="119534"/>
                </a:lnTo>
                <a:lnTo>
                  <a:pt x="232750" y="120877"/>
                </a:lnTo>
                <a:lnTo>
                  <a:pt x="230059" y="122220"/>
                </a:lnTo>
                <a:lnTo>
                  <a:pt x="231405" y="124906"/>
                </a:lnTo>
                <a:lnTo>
                  <a:pt x="228714" y="128935"/>
                </a:lnTo>
                <a:lnTo>
                  <a:pt x="226023" y="130279"/>
                </a:lnTo>
                <a:lnTo>
                  <a:pt x="221987" y="132965"/>
                </a:lnTo>
                <a:lnTo>
                  <a:pt x="217951" y="132965"/>
                </a:lnTo>
                <a:lnTo>
                  <a:pt x="215260" y="134308"/>
                </a:lnTo>
                <a:lnTo>
                  <a:pt x="213915" y="132965"/>
                </a:lnTo>
                <a:lnTo>
                  <a:pt x="208533" y="134308"/>
                </a:lnTo>
                <a:lnTo>
                  <a:pt x="203152" y="138337"/>
                </a:lnTo>
                <a:lnTo>
                  <a:pt x="200461" y="141023"/>
                </a:lnTo>
                <a:lnTo>
                  <a:pt x="196425" y="142366"/>
                </a:lnTo>
                <a:lnTo>
                  <a:pt x="196425" y="145053"/>
                </a:lnTo>
                <a:lnTo>
                  <a:pt x="192389" y="146395"/>
                </a:lnTo>
                <a:lnTo>
                  <a:pt x="189698" y="149082"/>
                </a:lnTo>
                <a:lnTo>
                  <a:pt x="187007" y="150425"/>
                </a:lnTo>
                <a:lnTo>
                  <a:pt x="184316" y="151768"/>
                </a:lnTo>
                <a:lnTo>
                  <a:pt x="176244" y="161169"/>
                </a:lnTo>
                <a:lnTo>
                  <a:pt x="176244" y="167885"/>
                </a:lnTo>
                <a:lnTo>
                  <a:pt x="177589" y="169228"/>
                </a:lnTo>
                <a:lnTo>
                  <a:pt x="177589" y="173257"/>
                </a:lnTo>
                <a:lnTo>
                  <a:pt x="173554" y="174600"/>
                </a:lnTo>
                <a:lnTo>
                  <a:pt x="172208" y="175943"/>
                </a:lnTo>
                <a:lnTo>
                  <a:pt x="169518" y="177286"/>
                </a:lnTo>
                <a:lnTo>
                  <a:pt x="165481" y="179972"/>
                </a:lnTo>
                <a:lnTo>
                  <a:pt x="164136" y="184002"/>
                </a:lnTo>
                <a:lnTo>
                  <a:pt x="162791" y="185345"/>
                </a:lnTo>
                <a:lnTo>
                  <a:pt x="161445" y="186688"/>
                </a:lnTo>
                <a:lnTo>
                  <a:pt x="157409" y="188031"/>
                </a:lnTo>
                <a:lnTo>
                  <a:pt x="153373" y="189374"/>
                </a:lnTo>
                <a:lnTo>
                  <a:pt x="147991" y="190717"/>
                </a:lnTo>
                <a:lnTo>
                  <a:pt x="146646" y="194746"/>
                </a:lnTo>
                <a:lnTo>
                  <a:pt x="146646" y="201462"/>
                </a:lnTo>
                <a:lnTo>
                  <a:pt x="143955" y="204148"/>
                </a:lnTo>
                <a:lnTo>
                  <a:pt x="143955" y="208177"/>
                </a:lnTo>
                <a:lnTo>
                  <a:pt x="142610" y="212206"/>
                </a:lnTo>
                <a:lnTo>
                  <a:pt x="143955" y="214892"/>
                </a:lnTo>
                <a:lnTo>
                  <a:pt x="138574" y="217579"/>
                </a:lnTo>
                <a:lnTo>
                  <a:pt x="134538" y="217579"/>
                </a:lnTo>
                <a:lnTo>
                  <a:pt x="133192" y="214892"/>
                </a:lnTo>
                <a:lnTo>
                  <a:pt x="129156" y="214892"/>
                </a:lnTo>
                <a:lnTo>
                  <a:pt x="122429" y="214892"/>
                </a:lnTo>
                <a:lnTo>
                  <a:pt x="117048" y="216235"/>
                </a:lnTo>
                <a:lnTo>
                  <a:pt x="113012" y="214892"/>
                </a:lnTo>
                <a:lnTo>
                  <a:pt x="108976" y="216235"/>
                </a:lnTo>
                <a:lnTo>
                  <a:pt x="99558" y="209520"/>
                </a:lnTo>
                <a:lnTo>
                  <a:pt x="96867" y="209520"/>
                </a:lnTo>
                <a:lnTo>
                  <a:pt x="94176" y="206834"/>
                </a:lnTo>
                <a:lnTo>
                  <a:pt x="84759" y="205491"/>
                </a:lnTo>
                <a:lnTo>
                  <a:pt x="78032" y="205491"/>
                </a:lnTo>
                <a:lnTo>
                  <a:pt x="71305" y="212206"/>
                </a:lnTo>
                <a:lnTo>
                  <a:pt x="67269" y="222951"/>
                </a:lnTo>
                <a:lnTo>
                  <a:pt x="63232" y="226980"/>
                </a:lnTo>
                <a:lnTo>
                  <a:pt x="53815" y="231009"/>
                </a:lnTo>
                <a:lnTo>
                  <a:pt x="52470" y="233695"/>
                </a:lnTo>
                <a:lnTo>
                  <a:pt x="47088" y="237725"/>
                </a:lnTo>
                <a:lnTo>
                  <a:pt x="41707" y="239068"/>
                </a:lnTo>
                <a:lnTo>
                  <a:pt x="37670" y="241754"/>
                </a:lnTo>
                <a:lnTo>
                  <a:pt x="30943" y="241754"/>
                </a:lnTo>
                <a:lnTo>
                  <a:pt x="26908" y="243097"/>
                </a:lnTo>
                <a:lnTo>
                  <a:pt x="20181" y="241754"/>
                </a:lnTo>
                <a:lnTo>
                  <a:pt x="13454" y="243097"/>
                </a:lnTo>
                <a:lnTo>
                  <a:pt x="13454" y="237725"/>
                </a:lnTo>
                <a:lnTo>
                  <a:pt x="17490" y="229666"/>
                </a:lnTo>
                <a:lnTo>
                  <a:pt x="17490" y="222951"/>
                </a:lnTo>
                <a:lnTo>
                  <a:pt x="10763" y="208177"/>
                </a:lnTo>
                <a:lnTo>
                  <a:pt x="8072" y="200118"/>
                </a:lnTo>
                <a:lnTo>
                  <a:pt x="0" y="194746"/>
                </a:lnTo>
                <a:lnTo>
                  <a:pt x="0" y="194746"/>
                </a:lnTo>
                <a:lnTo>
                  <a:pt x="0" y="194746"/>
                </a:lnTo>
                <a:lnTo>
                  <a:pt x="0" y="193403"/>
                </a:lnTo>
                <a:lnTo>
                  <a:pt x="4036" y="111476"/>
                </a:lnTo>
                <a:lnTo>
                  <a:pt x="26908" y="111476"/>
                </a:lnTo>
                <a:lnTo>
                  <a:pt x="32289" y="18803"/>
                </a:lnTo>
                <a:lnTo>
                  <a:pt x="51124" y="18803"/>
                </a:lnTo>
                <a:lnTo>
                  <a:pt x="76686" y="13431"/>
                </a:lnTo>
                <a:lnTo>
                  <a:pt x="84759" y="10745"/>
                </a:lnTo>
                <a:lnTo>
                  <a:pt x="87449" y="10745"/>
                </a:lnTo>
                <a:lnTo>
                  <a:pt x="88795" y="9402"/>
                </a:lnTo>
                <a:lnTo>
                  <a:pt x="90140" y="10745"/>
                </a:lnTo>
                <a:lnTo>
                  <a:pt x="91485" y="14774"/>
                </a:lnTo>
                <a:lnTo>
                  <a:pt x="94176" y="16117"/>
                </a:lnTo>
                <a:lnTo>
                  <a:pt x="92831" y="18803"/>
                </a:lnTo>
                <a:lnTo>
                  <a:pt x="91485" y="21489"/>
                </a:lnTo>
                <a:lnTo>
                  <a:pt x="94176" y="22832"/>
                </a:lnTo>
                <a:lnTo>
                  <a:pt x="102249" y="16117"/>
                </a:lnTo>
                <a:lnTo>
                  <a:pt x="107630" y="10745"/>
                </a:lnTo>
                <a:lnTo>
                  <a:pt x="113012" y="5372"/>
                </a:lnTo>
                <a:lnTo>
                  <a:pt x="118393" y="4029"/>
                </a:lnTo>
                <a:lnTo>
                  <a:pt x="119738" y="6715"/>
                </a:lnTo>
                <a:lnTo>
                  <a:pt x="122429" y="6715"/>
                </a:lnTo>
                <a:lnTo>
                  <a:pt x="126465" y="4029"/>
                </a:lnTo>
                <a:lnTo>
                  <a:pt x="134538" y="134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69" name="Freeform 768">
            <a:extLst>
              <a:ext uri="{FF2B5EF4-FFF2-40B4-BE49-F238E27FC236}">
                <a16:creationId xmlns:a16="http://schemas.microsoft.com/office/drawing/2014/main" id="{90F09ACB-75EE-3E6B-65DB-11582CE8339E}"/>
              </a:ext>
            </a:extLst>
          </p:cNvPr>
          <p:cNvSpPr/>
          <p:nvPr/>
        </p:nvSpPr>
        <p:spPr>
          <a:xfrm>
            <a:off x="7641741" y="5083007"/>
            <a:ext cx="349797" cy="327710"/>
          </a:xfrm>
          <a:custGeom>
            <a:avLst/>
            <a:gdLst>
              <a:gd name="connsiteX0" fmla="*/ 209879 w 349797"/>
              <a:gd name="connsiteY0" fmla="*/ 217578 h 327710"/>
              <a:gd name="connsiteX1" fmla="*/ 205842 w 349797"/>
              <a:gd name="connsiteY1" fmla="*/ 311594 h 327710"/>
              <a:gd name="connsiteX2" fmla="*/ 203152 w 349797"/>
              <a:gd name="connsiteY2" fmla="*/ 311594 h 327710"/>
              <a:gd name="connsiteX3" fmla="*/ 195080 w 349797"/>
              <a:gd name="connsiteY3" fmla="*/ 310250 h 327710"/>
              <a:gd name="connsiteX4" fmla="*/ 188353 w 349797"/>
              <a:gd name="connsiteY4" fmla="*/ 314280 h 327710"/>
              <a:gd name="connsiteX5" fmla="*/ 185662 w 349797"/>
              <a:gd name="connsiteY5" fmla="*/ 319652 h 327710"/>
              <a:gd name="connsiteX6" fmla="*/ 182971 w 349797"/>
              <a:gd name="connsiteY6" fmla="*/ 319652 h 327710"/>
              <a:gd name="connsiteX7" fmla="*/ 180280 w 349797"/>
              <a:gd name="connsiteY7" fmla="*/ 322338 h 327710"/>
              <a:gd name="connsiteX8" fmla="*/ 180280 w 349797"/>
              <a:gd name="connsiteY8" fmla="*/ 327711 h 327710"/>
              <a:gd name="connsiteX9" fmla="*/ 177590 w 349797"/>
              <a:gd name="connsiteY9" fmla="*/ 326368 h 327710"/>
              <a:gd name="connsiteX10" fmla="*/ 173554 w 349797"/>
              <a:gd name="connsiteY10" fmla="*/ 327711 h 327710"/>
              <a:gd name="connsiteX11" fmla="*/ 170863 w 349797"/>
              <a:gd name="connsiteY11" fmla="*/ 323681 h 327710"/>
              <a:gd name="connsiteX12" fmla="*/ 168172 w 349797"/>
              <a:gd name="connsiteY12" fmla="*/ 323681 h 327710"/>
              <a:gd name="connsiteX13" fmla="*/ 165481 w 349797"/>
              <a:gd name="connsiteY13" fmla="*/ 326368 h 327710"/>
              <a:gd name="connsiteX14" fmla="*/ 161445 w 349797"/>
              <a:gd name="connsiteY14" fmla="*/ 325024 h 327710"/>
              <a:gd name="connsiteX15" fmla="*/ 157409 w 349797"/>
              <a:gd name="connsiteY15" fmla="*/ 325024 h 327710"/>
              <a:gd name="connsiteX16" fmla="*/ 154718 w 349797"/>
              <a:gd name="connsiteY16" fmla="*/ 325024 h 327710"/>
              <a:gd name="connsiteX17" fmla="*/ 147991 w 349797"/>
              <a:gd name="connsiteY17" fmla="*/ 322338 h 327710"/>
              <a:gd name="connsiteX18" fmla="*/ 139919 w 349797"/>
              <a:gd name="connsiteY18" fmla="*/ 319652 h 327710"/>
              <a:gd name="connsiteX19" fmla="*/ 135883 w 349797"/>
              <a:gd name="connsiteY19" fmla="*/ 312937 h 327710"/>
              <a:gd name="connsiteX20" fmla="*/ 138574 w 349797"/>
              <a:gd name="connsiteY20" fmla="*/ 307565 h 327710"/>
              <a:gd name="connsiteX21" fmla="*/ 133192 w 349797"/>
              <a:gd name="connsiteY21" fmla="*/ 306221 h 327710"/>
              <a:gd name="connsiteX22" fmla="*/ 130502 w 349797"/>
              <a:gd name="connsiteY22" fmla="*/ 300849 h 327710"/>
              <a:gd name="connsiteX23" fmla="*/ 123775 w 349797"/>
              <a:gd name="connsiteY23" fmla="*/ 303535 h 327710"/>
              <a:gd name="connsiteX24" fmla="*/ 121084 w 349797"/>
              <a:gd name="connsiteY24" fmla="*/ 308908 h 327710"/>
              <a:gd name="connsiteX25" fmla="*/ 122429 w 349797"/>
              <a:gd name="connsiteY25" fmla="*/ 310250 h 327710"/>
              <a:gd name="connsiteX26" fmla="*/ 122429 w 349797"/>
              <a:gd name="connsiteY26" fmla="*/ 312937 h 327710"/>
              <a:gd name="connsiteX27" fmla="*/ 117048 w 349797"/>
              <a:gd name="connsiteY27" fmla="*/ 314280 h 327710"/>
              <a:gd name="connsiteX28" fmla="*/ 113012 w 349797"/>
              <a:gd name="connsiteY28" fmla="*/ 316966 h 327710"/>
              <a:gd name="connsiteX29" fmla="*/ 104939 w 349797"/>
              <a:gd name="connsiteY29" fmla="*/ 310250 h 327710"/>
              <a:gd name="connsiteX30" fmla="*/ 103594 w 349797"/>
              <a:gd name="connsiteY30" fmla="*/ 306221 h 327710"/>
              <a:gd name="connsiteX31" fmla="*/ 96867 w 349797"/>
              <a:gd name="connsiteY31" fmla="*/ 300849 h 327710"/>
              <a:gd name="connsiteX32" fmla="*/ 90140 w 349797"/>
              <a:gd name="connsiteY32" fmla="*/ 287418 h 327710"/>
              <a:gd name="connsiteX33" fmla="*/ 86104 w 349797"/>
              <a:gd name="connsiteY33" fmla="*/ 282046 h 327710"/>
              <a:gd name="connsiteX34" fmla="*/ 86104 w 349797"/>
              <a:gd name="connsiteY34" fmla="*/ 271301 h 327710"/>
              <a:gd name="connsiteX35" fmla="*/ 80723 w 349797"/>
              <a:gd name="connsiteY35" fmla="*/ 267272 h 327710"/>
              <a:gd name="connsiteX36" fmla="*/ 80723 w 349797"/>
              <a:gd name="connsiteY36" fmla="*/ 261900 h 327710"/>
              <a:gd name="connsiteX37" fmla="*/ 84759 w 349797"/>
              <a:gd name="connsiteY37" fmla="*/ 259214 h 327710"/>
              <a:gd name="connsiteX38" fmla="*/ 82068 w 349797"/>
              <a:gd name="connsiteY38" fmla="*/ 255185 h 327710"/>
              <a:gd name="connsiteX39" fmla="*/ 78032 w 349797"/>
              <a:gd name="connsiteY39" fmla="*/ 252498 h 327710"/>
              <a:gd name="connsiteX40" fmla="*/ 76687 w 349797"/>
              <a:gd name="connsiteY40" fmla="*/ 239068 h 327710"/>
              <a:gd name="connsiteX41" fmla="*/ 72650 w 349797"/>
              <a:gd name="connsiteY41" fmla="*/ 235038 h 327710"/>
              <a:gd name="connsiteX42" fmla="*/ 76687 w 349797"/>
              <a:gd name="connsiteY42" fmla="*/ 233695 h 327710"/>
              <a:gd name="connsiteX43" fmla="*/ 73996 w 349797"/>
              <a:gd name="connsiteY43" fmla="*/ 225637 h 327710"/>
              <a:gd name="connsiteX44" fmla="*/ 75341 w 349797"/>
              <a:gd name="connsiteY44" fmla="*/ 214892 h 327710"/>
              <a:gd name="connsiteX45" fmla="*/ 67269 w 349797"/>
              <a:gd name="connsiteY45" fmla="*/ 194746 h 327710"/>
              <a:gd name="connsiteX46" fmla="*/ 67269 w 349797"/>
              <a:gd name="connsiteY46" fmla="*/ 174600 h 327710"/>
              <a:gd name="connsiteX47" fmla="*/ 63233 w 349797"/>
              <a:gd name="connsiteY47" fmla="*/ 161169 h 327710"/>
              <a:gd name="connsiteX48" fmla="*/ 67269 w 349797"/>
              <a:gd name="connsiteY48" fmla="*/ 159826 h 327710"/>
              <a:gd name="connsiteX49" fmla="*/ 67269 w 349797"/>
              <a:gd name="connsiteY49" fmla="*/ 149081 h 327710"/>
              <a:gd name="connsiteX50" fmla="*/ 52470 w 349797"/>
              <a:gd name="connsiteY50" fmla="*/ 128935 h 327710"/>
              <a:gd name="connsiteX51" fmla="*/ 52470 w 349797"/>
              <a:gd name="connsiteY51" fmla="*/ 122220 h 327710"/>
              <a:gd name="connsiteX52" fmla="*/ 40361 w 349797"/>
              <a:gd name="connsiteY52" fmla="*/ 103417 h 327710"/>
              <a:gd name="connsiteX53" fmla="*/ 37670 w 349797"/>
              <a:gd name="connsiteY53" fmla="*/ 91329 h 327710"/>
              <a:gd name="connsiteX54" fmla="*/ 25562 w 349797"/>
              <a:gd name="connsiteY54" fmla="*/ 63124 h 327710"/>
              <a:gd name="connsiteX55" fmla="*/ 17490 w 349797"/>
              <a:gd name="connsiteY55" fmla="*/ 49694 h 327710"/>
              <a:gd name="connsiteX56" fmla="*/ 1345 w 349797"/>
              <a:gd name="connsiteY56" fmla="*/ 33577 h 327710"/>
              <a:gd name="connsiteX57" fmla="*/ 0 w 349797"/>
              <a:gd name="connsiteY57" fmla="*/ 10744 h 327710"/>
              <a:gd name="connsiteX58" fmla="*/ 0 w 349797"/>
              <a:gd name="connsiteY58" fmla="*/ 10744 h 327710"/>
              <a:gd name="connsiteX59" fmla="*/ 4036 w 349797"/>
              <a:gd name="connsiteY59" fmla="*/ 12088 h 327710"/>
              <a:gd name="connsiteX60" fmla="*/ 5381 w 349797"/>
              <a:gd name="connsiteY60" fmla="*/ 13431 h 327710"/>
              <a:gd name="connsiteX61" fmla="*/ 8072 w 349797"/>
              <a:gd name="connsiteY61" fmla="*/ 12088 h 327710"/>
              <a:gd name="connsiteX62" fmla="*/ 8072 w 349797"/>
              <a:gd name="connsiteY62" fmla="*/ 9401 h 327710"/>
              <a:gd name="connsiteX63" fmla="*/ 9418 w 349797"/>
              <a:gd name="connsiteY63" fmla="*/ 8058 h 327710"/>
              <a:gd name="connsiteX64" fmla="*/ 16145 w 349797"/>
              <a:gd name="connsiteY64" fmla="*/ 9401 h 327710"/>
              <a:gd name="connsiteX65" fmla="*/ 20181 w 349797"/>
              <a:gd name="connsiteY65" fmla="*/ 10744 h 327710"/>
              <a:gd name="connsiteX66" fmla="*/ 22872 w 349797"/>
              <a:gd name="connsiteY66" fmla="*/ 9401 h 327710"/>
              <a:gd name="connsiteX67" fmla="*/ 22872 w 349797"/>
              <a:gd name="connsiteY67" fmla="*/ 5372 h 327710"/>
              <a:gd name="connsiteX68" fmla="*/ 30943 w 349797"/>
              <a:gd name="connsiteY68" fmla="*/ 0 h 327710"/>
              <a:gd name="connsiteX69" fmla="*/ 33634 w 349797"/>
              <a:gd name="connsiteY69" fmla="*/ 0 h 327710"/>
              <a:gd name="connsiteX70" fmla="*/ 37670 w 349797"/>
              <a:gd name="connsiteY70" fmla="*/ 2686 h 327710"/>
              <a:gd name="connsiteX71" fmla="*/ 39016 w 349797"/>
              <a:gd name="connsiteY71" fmla="*/ 2686 h 327710"/>
              <a:gd name="connsiteX72" fmla="*/ 40361 w 349797"/>
              <a:gd name="connsiteY72" fmla="*/ 1343 h 327710"/>
              <a:gd name="connsiteX73" fmla="*/ 43052 w 349797"/>
              <a:gd name="connsiteY73" fmla="*/ 1343 h 327710"/>
              <a:gd name="connsiteX74" fmla="*/ 45743 w 349797"/>
              <a:gd name="connsiteY74" fmla="*/ 2686 h 327710"/>
              <a:gd name="connsiteX75" fmla="*/ 47088 w 349797"/>
              <a:gd name="connsiteY75" fmla="*/ 4029 h 327710"/>
              <a:gd name="connsiteX76" fmla="*/ 49779 w 349797"/>
              <a:gd name="connsiteY76" fmla="*/ 5372 h 327710"/>
              <a:gd name="connsiteX77" fmla="*/ 48434 w 349797"/>
              <a:gd name="connsiteY77" fmla="*/ 8058 h 327710"/>
              <a:gd name="connsiteX78" fmla="*/ 51124 w 349797"/>
              <a:gd name="connsiteY78" fmla="*/ 9401 h 327710"/>
              <a:gd name="connsiteX79" fmla="*/ 56506 w 349797"/>
              <a:gd name="connsiteY79" fmla="*/ 13431 h 327710"/>
              <a:gd name="connsiteX80" fmla="*/ 61887 w 349797"/>
              <a:gd name="connsiteY80" fmla="*/ 16117 h 327710"/>
              <a:gd name="connsiteX81" fmla="*/ 65923 w 349797"/>
              <a:gd name="connsiteY81" fmla="*/ 13431 h 327710"/>
              <a:gd name="connsiteX82" fmla="*/ 67269 w 349797"/>
              <a:gd name="connsiteY82" fmla="*/ 13431 h 327710"/>
              <a:gd name="connsiteX83" fmla="*/ 71305 w 349797"/>
              <a:gd name="connsiteY83" fmla="*/ 10744 h 327710"/>
              <a:gd name="connsiteX84" fmla="*/ 73996 w 349797"/>
              <a:gd name="connsiteY84" fmla="*/ 10744 h 327710"/>
              <a:gd name="connsiteX85" fmla="*/ 75341 w 349797"/>
              <a:gd name="connsiteY85" fmla="*/ 12088 h 327710"/>
              <a:gd name="connsiteX86" fmla="*/ 172208 w 349797"/>
              <a:gd name="connsiteY86" fmla="*/ 12088 h 327710"/>
              <a:gd name="connsiteX87" fmla="*/ 173554 w 349797"/>
              <a:gd name="connsiteY87" fmla="*/ 13431 h 327710"/>
              <a:gd name="connsiteX88" fmla="*/ 176244 w 349797"/>
              <a:gd name="connsiteY88" fmla="*/ 18803 h 327710"/>
              <a:gd name="connsiteX89" fmla="*/ 178935 w 349797"/>
              <a:gd name="connsiteY89" fmla="*/ 20146 h 327710"/>
              <a:gd name="connsiteX90" fmla="*/ 184317 w 349797"/>
              <a:gd name="connsiteY90" fmla="*/ 22832 h 327710"/>
              <a:gd name="connsiteX91" fmla="*/ 189698 w 349797"/>
              <a:gd name="connsiteY91" fmla="*/ 24175 h 327710"/>
              <a:gd name="connsiteX92" fmla="*/ 193734 w 349797"/>
              <a:gd name="connsiteY92" fmla="*/ 22832 h 327710"/>
              <a:gd name="connsiteX93" fmla="*/ 196425 w 349797"/>
              <a:gd name="connsiteY93" fmla="*/ 24175 h 327710"/>
              <a:gd name="connsiteX94" fmla="*/ 196425 w 349797"/>
              <a:gd name="connsiteY94" fmla="*/ 25518 h 327710"/>
              <a:gd name="connsiteX95" fmla="*/ 200461 w 349797"/>
              <a:gd name="connsiteY95" fmla="*/ 26862 h 327710"/>
              <a:gd name="connsiteX96" fmla="*/ 204497 w 349797"/>
              <a:gd name="connsiteY96" fmla="*/ 25518 h 327710"/>
              <a:gd name="connsiteX97" fmla="*/ 208533 w 349797"/>
              <a:gd name="connsiteY97" fmla="*/ 24175 h 327710"/>
              <a:gd name="connsiteX98" fmla="*/ 215260 w 349797"/>
              <a:gd name="connsiteY98" fmla="*/ 25518 h 327710"/>
              <a:gd name="connsiteX99" fmla="*/ 219296 w 349797"/>
              <a:gd name="connsiteY99" fmla="*/ 25518 h 327710"/>
              <a:gd name="connsiteX100" fmla="*/ 219296 w 349797"/>
              <a:gd name="connsiteY100" fmla="*/ 21489 h 327710"/>
              <a:gd name="connsiteX101" fmla="*/ 220642 w 349797"/>
              <a:gd name="connsiteY101" fmla="*/ 22832 h 327710"/>
              <a:gd name="connsiteX102" fmla="*/ 223333 w 349797"/>
              <a:gd name="connsiteY102" fmla="*/ 22832 h 327710"/>
              <a:gd name="connsiteX103" fmla="*/ 230059 w 349797"/>
              <a:gd name="connsiteY103" fmla="*/ 28204 h 327710"/>
              <a:gd name="connsiteX104" fmla="*/ 234095 w 349797"/>
              <a:gd name="connsiteY104" fmla="*/ 29547 h 327710"/>
              <a:gd name="connsiteX105" fmla="*/ 239477 w 349797"/>
              <a:gd name="connsiteY105" fmla="*/ 30891 h 327710"/>
              <a:gd name="connsiteX106" fmla="*/ 240822 w 349797"/>
              <a:gd name="connsiteY106" fmla="*/ 29547 h 327710"/>
              <a:gd name="connsiteX107" fmla="*/ 242168 w 349797"/>
              <a:gd name="connsiteY107" fmla="*/ 28204 h 327710"/>
              <a:gd name="connsiteX108" fmla="*/ 244859 w 349797"/>
              <a:gd name="connsiteY108" fmla="*/ 26862 h 327710"/>
              <a:gd name="connsiteX109" fmla="*/ 247549 w 349797"/>
              <a:gd name="connsiteY109" fmla="*/ 28204 h 327710"/>
              <a:gd name="connsiteX110" fmla="*/ 248895 w 349797"/>
              <a:gd name="connsiteY110" fmla="*/ 28204 h 327710"/>
              <a:gd name="connsiteX111" fmla="*/ 251586 w 349797"/>
              <a:gd name="connsiteY111" fmla="*/ 28204 h 327710"/>
              <a:gd name="connsiteX112" fmla="*/ 252931 w 349797"/>
              <a:gd name="connsiteY112" fmla="*/ 29547 h 327710"/>
              <a:gd name="connsiteX113" fmla="*/ 254276 w 349797"/>
              <a:gd name="connsiteY113" fmla="*/ 29547 h 327710"/>
              <a:gd name="connsiteX114" fmla="*/ 255622 w 349797"/>
              <a:gd name="connsiteY114" fmla="*/ 30891 h 327710"/>
              <a:gd name="connsiteX115" fmla="*/ 258312 w 349797"/>
              <a:gd name="connsiteY115" fmla="*/ 30891 h 327710"/>
              <a:gd name="connsiteX116" fmla="*/ 261003 w 349797"/>
              <a:gd name="connsiteY116" fmla="*/ 30891 h 327710"/>
              <a:gd name="connsiteX117" fmla="*/ 262348 w 349797"/>
              <a:gd name="connsiteY117" fmla="*/ 30891 h 327710"/>
              <a:gd name="connsiteX118" fmla="*/ 326926 w 349797"/>
              <a:gd name="connsiteY118" fmla="*/ 16117 h 327710"/>
              <a:gd name="connsiteX119" fmla="*/ 329617 w 349797"/>
              <a:gd name="connsiteY119" fmla="*/ 16117 h 327710"/>
              <a:gd name="connsiteX120" fmla="*/ 336344 w 349797"/>
              <a:gd name="connsiteY120" fmla="*/ 14774 h 327710"/>
              <a:gd name="connsiteX121" fmla="*/ 337690 w 349797"/>
              <a:gd name="connsiteY121" fmla="*/ 16117 h 327710"/>
              <a:gd name="connsiteX122" fmla="*/ 339035 w 349797"/>
              <a:gd name="connsiteY122" fmla="*/ 16117 h 327710"/>
              <a:gd name="connsiteX123" fmla="*/ 340380 w 349797"/>
              <a:gd name="connsiteY123" fmla="*/ 17460 h 327710"/>
              <a:gd name="connsiteX124" fmla="*/ 343071 w 349797"/>
              <a:gd name="connsiteY124" fmla="*/ 17460 h 327710"/>
              <a:gd name="connsiteX125" fmla="*/ 344417 w 349797"/>
              <a:gd name="connsiteY125" fmla="*/ 17460 h 327710"/>
              <a:gd name="connsiteX126" fmla="*/ 345762 w 349797"/>
              <a:gd name="connsiteY126" fmla="*/ 18803 h 327710"/>
              <a:gd name="connsiteX127" fmla="*/ 349798 w 349797"/>
              <a:gd name="connsiteY127" fmla="*/ 22832 h 327710"/>
              <a:gd name="connsiteX128" fmla="*/ 344417 w 349797"/>
              <a:gd name="connsiteY128" fmla="*/ 24175 h 327710"/>
              <a:gd name="connsiteX129" fmla="*/ 336344 w 349797"/>
              <a:gd name="connsiteY129" fmla="*/ 26862 h 327710"/>
              <a:gd name="connsiteX130" fmla="*/ 332308 w 349797"/>
              <a:gd name="connsiteY130" fmla="*/ 29547 h 327710"/>
              <a:gd name="connsiteX131" fmla="*/ 329617 w 349797"/>
              <a:gd name="connsiteY131" fmla="*/ 29547 h 327710"/>
              <a:gd name="connsiteX132" fmla="*/ 328272 w 349797"/>
              <a:gd name="connsiteY132" fmla="*/ 26862 h 327710"/>
              <a:gd name="connsiteX133" fmla="*/ 322890 w 349797"/>
              <a:gd name="connsiteY133" fmla="*/ 28204 h 327710"/>
              <a:gd name="connsiteX134" fmla="*/ 317509 w 349797"/>
              <a:gd name="connsiteY134" fmla="*/ 33577 h 327710"/>
              <a:gd name="connsiteX135" fmla="*/ 312128 w 349797"/>
              <a:gd name="connsiteY135" fmla="*/ 38949 h 327710"/>
              <a:gd name="connsiteX136" fmla="*/ 304055 w 349797"/>
              <a:gd name="connsiteY136" fmla="*/ 45665 h 327710"/>
              <a:gd name="connsiteX137" fmla="*/ 301364 w 349797"/>
              <a:gd name="connsiteY137" fmla="*/ 44321 h 327710"/>
              <a:gd name="connsiteX138" fmla="*/ 302710 w 349797"/>
              <a:gd name="connsiteY138" fmla="*/ 41635 h 327710"/>
              <a:gd name="connsiteX139" fmla="*/ 304055 w 349797"/>
              <a:gd name="connsiteY139" fmla="*/ 38949 h 327710"/>
              <a:gd name="connsiteX140" fmla="*/ 301364 w 349797"/>
              <a:gd name="connsiteY140" fmla="*/ 37606 h 327710"/>
              <a:gd name="connsiteX141" fmla="*/ 300019 w 349797"/>
              <a:gd name="connsiteY141" fmla="*/ 33577 h 327710"/>
              <a:gd name="connsiteX142" fmla="*/ 298674 w 349797"/>
              <a:gd name="connsiteY142" fmla="*/ 32234 h 327710"/>
              <a:gd name="connsiteX143" fmla="*/ 297328 w 349797"/>
              <a:gd name="connsiteY143" fmla="*/ 33577 h 327710"/>
              <a:gd name="connsiteX144" fmla="*/ 294637 w 349797"/>
              <a:gd name="connsiteY144" fmla="*/ 33577 h 327710"/>
              <a:gd name="connsiteX145" fmla="*/ 286565 w 349797"/>
              <a:gd name="connsiteY145" fmla="*/ 36263 h 327710"/>
              <a:gd name="connsiteX146" fmla="*/ 261003 w 349797"/>
              <a:gd name="connsiteY146" fmla="*/ 41635 h 327710"/>
              <a:gd name="connsiteX147" fmla="*/ 242168 w 349797"/>
              <a:gd name="connsiteY147" fmla="*/ 41635 h 327710"/>
              <a:gd name="connsiteX148" fmla="*/ 236786 w 349797"/>
              <a:gd name="connsiteY148" fmla="*/ 134308 h 327710"/>
              <a:gd name="connsiteX149" fmla="*/ 213915 w 349797"/>
              <a:gd name="connsiteY149" fmla="*/ 134308 h 327710"/>
              <a:gd name="connsiteX150" fmla="*/ 209879 w 349797"/>
              <a:gd name="connsiteY150" fmla="*/ 216235 h 32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349797" h="327710">
                <a:moveTo>
                  <a:pt x="209879" y="217578"/>
                </a:moveTo>
                <a:lnTo>
                  <a:pt x="205842" y="311594"/>
                </a:lnTo>
                <a:lnTo>
                  <a:pt x="203152" y="311594"/>
                </a:lnTo>
                <a:lnTo>
                  <a:pt x="195080" y="310250"/>
                </a:lnTo>
                <a:lnTo>
                  <a:pt x="188353" y="314280"/>
                </a:lnTo>
                <a:lnTo>
                  <a:pt x="185662" y="319652"/>
                </a:lnTo>
                <a:lnTo>
                  <a:pt x="182971" y="319652"/>
                </a:lnTo>
                <a:lnTo>
                  <a:pt x="180280" y="322338"/>
                </a:lnTo>
                <a:lnTo>
                  <a:pt x="180280" y="327711"/>
                </a:lnTo>
                <a:lnTo>
                  <a:pt x="177590" y="326368"/>
                </a:lnTo>
                <a:lnTo>
                  <a:pt x="173554" y="327711"/>
                </a:lnTo>
                <a:lnTo>
                  <a:pt x="170863" y="323681"/>
                </a:lnTo>
                <a:lnTo>
                  <a:pt x="168172" y="323681"/>
                </a:lnTo>
                <a:lnTo>
                  <a:pt x="165481" y="326368"/>
                </a:lnTo>
                <a:lnTo>
                  <a:pt x="161445" y="325024"/>
                </a:lnTo>
                <a:lnTo>
                  <a:pt x="157409" y="325024"/>
                </a:lnTo>
                <a:lnTo>
                  <a:pt x="154718" y="325024"/>
                </a:lnTo>
                <a:lnTo>
                  <a:pt x="147991" y="322338"/>
                </a:lnTo>
                <a:lnTo>
                  <a:pt x="139919" y="319652"/>
                </a:lnTo>
                <a:lnTo>
                  <a:pt x="135883" y="312937"/>
                </a:lnTo>
                <a:lnTo>
                  <a:pt x="138574" y="307565"/>
                </a:lnTo>
                <a:lnTo>
                  <a:pt x="133192" y="306221"/>
                </a:lnTo>
                <a:lnTo>
                  <a:pt x="130502" y="300849"/>
                </a:lnTo>
                <a:lnTo>
                  <a:pt x="123775" y="303535"/>
                </a:lnTo>
                <a:lnTo>
                  <a:pt x="121084" y="308908"/>
                </a:lnTo>
                <a:lnTo>
                  <a:pt x="122429" y="310250"/>
                </a:lnTo>
                <a:lnTo>
                  <a:pt x="122429" y="312937"/>
                </a:lnTo>
                <a:lnTo>
                  <a:pt x="117048" y="314280"/>
                </a:lnTo>
                <a:lnTo>
                  <a:pt x="113012" y="316966"/>
                </a:lnTo>
                <a:lnTo>
                  <a:pt x="104939" y="310250"/>
                </a:lnTo>
                <a:lnTo>
                  <a:pt x="103594" y="306221"/>
                </a:lnTo>
                <a:lnTo>
                  <a:pt x="96867" y="300849"/>
                </a:lnTo>
                <a:lnTo>
                  <a:pt x="90140" y="287418"/>
                </a:lnTo>
                <a:lnTo>
                  <a:pt x="86104" y="282046"/>
                </a:lnTo>
                <a:lnTo>
                  <a:pt x="86104" y="271301"/>
                </a:lnTo>
                <a:lnTo>
                  <a:pt x="80723" y="267272"/>
                </a:lnTo>
                <a:lnTo>
                  <a:pt x="80723" y="261900"/>
                </a:lnTo>
                <a:lnTo>
                  <a:pt x="84759" y="259214"/>
                </a:lnTo>
                <a:lnTo>
                  <a:pt x="82068" y="255185"/>
                </a:lnTo>
                <a:lnTo>
                  <a:pt x="78032" y="252498"/>
                </a:lnTo>
                <a:lnTo>
                  <a:pt x="76687" y="239068"/>
                </a:lnTo>
                <a:lnTo>
                  <a:pt x="72650" y="235038"/>
                </a:lnTo>
                <a:lnTo>
                  <a:pt x="76687" y="233695"/>
                </a:lnTo>
                <a:lnTo>
                  <a:pt x="73996" y="225637"/>
                </a:lnTo>
                <a:lnTo>
                  <a:pt x="75341" y="214892"/>
                </a:lnTo>
                <a:lnTo>
                  <a:pt x="67269" y="194746"/>
                </a:lnTo>
                <a:lnTo>
                  <a:pt x="67269" y="174600"/>
                </a:lnTo>
                <a:lnTo>
                  <a:pt x="63233" y="161169"/>
                </a:lnTo>
                <a:lnTo>
                  <a:pt x="67269" y="159826"/>
                </a:lnTo>
                <a:lnTo>
                  <a:pt x="67269" y="149081"/>
                </a:lnTo>
                <a:lnTo>
                  <a:pt x="52470" y="128935"/>
                </a:lnTo>
                <a:lnTo>
                  <a:pt x="52470" y="122220"/>
                </a:lnTo>
                <a:lnTo>
                  <a:pt x="40361" y="103417"/>
                </a:lnTo>
                <a:lnTo>
                  <a:pt x="37670" y="91329"/>
                </a:lnTo>
                <a:lnTo>
                  <a:pt x="25562" y="63124"/>
                </a:lnTo>
                <a:lnTo>
                  <a:pt x="17490" y="49694"/>
                </a:lnTo>
                <a:lnTo>
                  <a:pt x="1345" y="33577"/>
                </a:lnTo>
                <a:lnTo>
                  <a:pt x="0" y="10744"/>
                </a:lnTo>
                <a:lnTo>
                  <a:pt x="0" y="10744"/>
                </a:lnTo>
                <a:lnTo>
                  <a:pt x="4036" y="12088"/>
                </a:lnTo>
                <a:lnTo>
                  <a:pt x="5381" y="13431"/>
                </a:lnTo>
                <a:lnTo>
                  <a:pt x="8072" y="12088"/>
                </a:lnTo>
                <a:lnTo>
                  <a:pt x="8072" y="9401"/>
                </a:lnTo>
                <a:lnTo>
                  <a:pt x="9418" y="8058"/>
                </a:lnTo>
                <a:lnTo>
                  <a:pt x="16145" y="9401"/>
                </a:lnTo>
                <a:lnTo>
                  <a:pt x="20181" y="10744"/>
                </a:lnTo>
                <a:lnTo>
                  <a:pt x="22872" y="9401"/>
                </a:lnTo>
                <a:lnTo>
                  <a:pt x="22872" y="5372"/>
                </a:lnTo>
                <a:lnTo>
                  <a:pt x="30943" y="0"/>
                </a:lnTo>
                <a:lnTo>
                  <a:pt x="33634" y="0"/>
                </a:lnTo>
                <a:lnTo>
                  <a:pt x="37670" y="2686"/>
                </a:lnTo>
                <a:lnTo>
                  <a:pt x="39016" y="2686"/>
                </a:lnTo>
                <a:lnTo>
                  <a:pt x="40361" y="1343"/>
                </a:lnTo>
                <a:lnTo>
                  <a:pt x="43052" y="1343"/>
                </a:lnTo>
                <a:lnTo>
                  <a:pt x="45743" y="2686"/>
                </a:lnTo>
                <a:lnTo>
                  <a:pt x="47088" y="4029"/>
                </a:lnTo>
                <a:lnTo>
                  <a:pt x="49779" y="5372"/>
                </a:lnTo>
                <a:lnTo>
                  <a:pt x="48434" y="8058"/>
                </a:lnTo>
                <a:lnTo>
                  <a:pt x="51124" y="9401"/>
                </a:lnTo>
                <a:lnTo>
                  <a:pt x="56506" y="13431"/>
                </a:lnTo>
                <a:lnTo>
                  <a:pt x="61887" y="16117"/>
                </a:lnTo>
                <a:lnTo>
                  <a:pt x="65923" y="13431"/>
                </a:lnTo>
                <a:lnTo>
                  <a:pt x="67269" y="13431"/>
                </a:lnTo>
                <a:lnTo>
                  <a:pt x="71305" y="10744"/>
                </a:lnTo>
                <a:lnTo>
                  <a:pt x="73996" y="10744"/>
                </a:lnTo>
                <a:lnTo>
                  <a:pt x="75341" y="12088"/>
                </a:lnTo>
                <a:lnTo>
                  <a:pt x="172208" y="12088"/>
                </a:lnTo>
                <a:lnTo>
                  <a:pt x="173554" y="13431"/>
                </a:lnTo>
                <a:lnTo>
                  <a:pt x="176244" y="18803"/>
                </a:lnTo>
                <a:lnTo>
                  <a:pt x="178935" y="20146"/>
                </a:lnTo>
                <a:lnTo>
                  <a:pt x="184317" y="22832"/>
                </a:lnTo>
                <a:lnTo>
                  <a:pt x="189698" y="24175"/>
                </a:lnTo>
                <a:lnTo>
                  <a:pt x="193734" y="22832"/>
                </a:lnTo>
                <a:lnTo>
                  <a:pt x="196425" y="24175"/>
                </a:lnTo>
                <a:lnTo>
                  <a:pt x="196425" y="25518"/>
                </a:lnTo>
                <a:lnTo>
                  <a:pt x="200461" y="26862"/>
                </a:lnTo>
                <a:lnTo>
                  <a:pt x="204497" y="25518"/>
                </a:lnTo>
                <a:lnTo>
                  <a:pt x="208533" y="24175"/>
                </a:lnTo>
                <a:lnTo>
                  <a:pt x="215260" y="25518"/>
                </a:lnTo>
                <a:lnTo>
                  <a:pt x="219296" y="25518"/>
                </a:lnTo>
                <a:lnTo>
                  <a:pt x="219296" y="21489"/>
                </a:lnTo>
                <a:lnTo>
                  <a:pt x="220642" y="22832"/>
                </a:lnTo>
                <a:lnTo>
                  <a:pt x="223333" y="22832"/>
                </a:lnTo>
                <a:lnTo>
                  <a:pt x="230059" y="28204"/>
                </a:lnTo>
                <a:lnTo>
                  <a:pt x="234095" y="29547"/>
                </a:lnTo>
                <a:lnTo>
                  <a:pt x="239477" y="30891"/>
                </a:lnTo>
                <a:lnTo>
                  <a:pt x="240822" y="29547"/>
                </a:lnTo>
                <a:lnTo>
                  <a:pt x="242168" y="28204"/>
                </a:lnTo>
                <a:lnTo>
                  <a:pt x="244859" y="26862"/>
                </a:lnTo>
                <a:lnTo>
                  <a:pt x="247549" y="28204"/>
                </a:lnTo>
                <a:lnTo>
                  <a:pt x="248895" y="28204"/>
                </a:lnTo>
                <a:lnTo>
                  <a:pt x="251586" y="28204"/>
                </a:lnTo>
                <a:lnTo>
                  <a:pt x="252931" y="29547"/>
                </a:lnTo>
                <a:lnTo>
                  <a:pt x="254276" y="29547"/>
                </a:lnTo>
                <a:lnTo>
                  <a:pt x="255622" y="30891"/>
                </a:lnTo>
                <a:lnTo>
                  <a:pt x="258312" y="30891"/>
                </a:lnTo>
                <a:lnTo>
                  <a:pt x="261003" y="30891"/>
                </a:lnTo>
                <a:lnTo>
                  <a:pt x="262348" y="30891"/>
                </a:lnTo>
                <a:lnTo>
                  <a:pt x="326926" y="16117"/>
                </a:lnTo>
                <a:lnTo>
                  <a:pt x="329617" y="16117"/>
                </a:lnTo>
                <a:lnTo>
                  <a:pt x="336344" y="14774"/>
                </a:lnTo>
                <a:lnTo>
                  <a:pt x="337690" y="16117"/>
                </a:lnTo>
                <a:lnTo>
                  <a:pt x="339035" y="16117"/>
                </a:lnTo>
                <a:lnTo>
                  <a:pt x="340380" y="17460"/>
                </a:lnTo>
                <a:lnTo>
                  <a:pt x="343071" y="17460"/>
                </a:lnTo>
                <a:lnTo>
                  <a:pt x="344417" y="17460"/>
                </a:lnTo>
                <a:lnTo>
                  <a:pt x="345762" y="18803"/>
                </a:lnTo>
                <a:lnTo>
                  <a:pt x="349798" y="22832"/>
                </a:lnTo>
                <a:lnTo>
                  <a:pt x="344417" y="24175"/>
                </a:lnTo>
                <a:lnTo>
                  <a:pt x="336344" y="26862"/>
                </a:lnTo>
                <a:lnTo>
                  <a:pt x="332308" y="29547"/>
                </a:lnTo>
                <a:lnTo>
                  <a:pt x="329617" y="29547"/>
                </a:lnTo>
                <a:lnTo>
                  <a:pt x="328272" y="26862"/>
                </a:lnTo>
                <a:lnTo>
                  <a:pt x="322890" y="28204"/>
                </a:lnTo>
                <a:lnTo>
                  <a:pt x="317509" y="33577"/>
                </a:lnTo>
                <a:lnTo>
                  <a:pt x="312128" y="38949"/>
                </a:lnTo>
                <a:lnTo>
                  <a:pt x="304055" y="45665"/>
                </a:lnTo>
                <a:lnTo>
                  <a:pt x="301364" y="44321"/>
                </a:lnTo>
                <a:lnTo>
                  <a:pt x="302710" y="41635"/>
                </a:lnTo>
                <a:lnTo>
                  <a:pt x="304055" y="38949"/>
                </a:lnTo>
                <a:lnTo>
                  <a:pt x="301364" y="37606"/>
                </a:lnTo>
                <a:lnTo>
                  <a:pt x="300019" y="33577"/>
                </a:lnTo>
                <a:lnTo>
                  <a:pt x="298674" y="32234"/>
                </a:lnTo>
                <a:lnTo>
                  <a:pt x="297328" y="33577"/>
                </a:lnTo>
                <a:lnTo>
                  <a:pt x="294637" y="33577"/>
                </a:lnTo>
                <a:lnTo>
                  <a:pt x="286565" y="36263"/>
                </a:lnTo>
                <a:lnTo>
                  <a:pt x="261003" y="41635"/>
                </a:lnTo>
                <a:lnTo>
                  <a:pt x="242168" y="41635"/>
                </a:lnTo>
                <a:lnTo>
                  <a:pt x="236786" y="134308"/>
                </a:lnTo>
                <a:lnTo>
                  <a:pt x="213915" y="134308"/>
                </a:lnTo>
                <a:lnTo>
                  <a:pt x="209879" y="21623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770" name="Graphic 5">
            <a:extLst>
              <a:ext uri="{FF2B5EF4-FFF2-40B4-BE49-F238E27FC236}">
                <a16:creationId xmlns:a16="http://schemas.microsoft.com/office/drawing/2014/main" id="{E65DD405-E4A6-0329-83B7-130DE244C46A}"/>
              </a:ext>
            </a:extLst>
          </p:cNvPr>
          <p:cNvGrpSpPr/>
          <p:nvPr/>
        </p:nvGrpSpPr>
        <p:grpSpPr>
          <a:xfrm>
            <a:off x="11595803" y="5217314"/>
            <a:ext cx="103593" cy="75211"/>
            <a:chOff x="11595803" y="5217314"/>
            <a:chExt cx="103593" cy="75211"/>
          </a:xfrm>
          <a:solidFill>
            <a:srgbClr val="E5E5E4"/>
          </a:solidFill>
        </p:grpSpPr>
        <p:sp>
          <p:nvSpPr>
            <p:cNvPr id="771" name="Freeform 770">
              <a:extLst>
                <a:ext uri="{FF2B5EF4-FFF2-40B4-BE49-F238E27FC236}">
                  <a16:creationId xmlns:a16="http://schemas.microsoft.com/office/drawing/2014/main" id="{428946D1-1BE0-5893-7200-9931EA6AF0F7}"/>
                </a:ext>
              </a:extLst>
            </p:cNvPr>
            <p:cNvSpPr/>
            <p:nvPr/>
          </p:nvSpPr>
          <p:spPr>
            <a:xfrm>
              <a:off x="11595803" y="5217314"/>
              <a:ext cx="68613" cy="75211"/>
            </a:xfrm>
            <a:custGeom>
              <a:avLst/>
              <a:gdLst>
                <a:gd name="connsiteX0" fmla="*/ 1345 w 68613"/>
                <a:gd name="connsiteY0" fmla="*/ 0 h 75211"/>
                <a:gd name="connsiteX1" fmla="*/ 8072 w 68613"/>
                <a:gd name="connsiteY1" fmla="*/ 9401 h 75211"/>
                <a:gd name="connsiteX2" fmla="*/ 10763 w 68613"/>
                <a:gd name="connsiteY2" fmla="*/ 5372 h 75211"/>
                <a:gd name="connsiteX3" fmla="*/ 13454 w 68613"/>
                <a:gd name="connsiteY3" fmla="*/ 9401 h 75211"/>
                <a:gd name="connsiteX4" fmla="*/ 14799 w 68613"/>
                <a:gd name="connsiteY4" fmla="*/ 13431 h 75211"/>
                <a:gd name="connsiteX5" fmla="*/ 21526 w 68613"/>
                <a:gd name="connsiteY5" fmla="*/ 17460 h 75211"/>
                <a:gd name="connsiteX6" fmla="*/ 24217 w 68613"/>
                <a:gd name="connsiteY6" fmla="*/ 22832 h 75211"/>
                <a:gd name="connsiteX7" fmla="*/ 26908 w 68613"/>
                <a:gd name="connsiteY7" fmla="*/ 24175 h 75211"/>
                <a:gd name="connsiteX8" fmla="*/ 37670 w 68613"/>
                <a:gd name="connsiteY8" fmla="*/ 37606 h 75211"/>
                <a:gd name="connsiteX9" fmla="*/ 41706 w 68613"/>
                <a:gd name="connsiteY9" fmla="*/ 47008 h 75211"/>
                <a:gd name="connsiteX10" fmla="*/ 44397 w 68613"/>
                <a:gd name="connsiteY10" fmla="*/ 44321 h 75211"/>
                <a:gd name="connsiteX11" fmla="*/ 49778 w 68613"/>
                <a:gd name="connsiteY11" fmla="*/ 48350 h 75211"/>
                <a:gd name="connsiteX12" fmla="*/ 55160 w 68613"/>
                <a:gd name="connsiteY12" fmla="*/ 59095 h 75211"/>
                <a:gd name="connsiteX13" fmla="*/ 64578 w 68613"/>
                <a:gd name="connsiteY13" fmla="*/ 65811 h 75211"/>
                <a:gd name="connsiteX14" fmla="*/ 68614 w 68613"/>
                <a:gd name="connsiteY14" fmla="*/ 67154 h 75211"/>
                <a:gd name="connsiteX15" fmla="*/ 68614 w 68613"/>
                <a:gd name="connsiteY15" fmla="*/ 75212 h 75211"/>
                <a:gd name="connsiteX16" fmla="*/ 64578 w 68613"/>
                <a:gd name="connsiteY16" fmla="*/ 72526 h 75211"/>
                <a:gd name="connsiteX17" fmla="*/ 61887 w 68613"/>
                <a:gd name="connsiteY17" fmla="*/ 73869 h 75211"/>
                <a:gd name="connsiteX18" fmla="*/ 57851 w 68613"/>
                <a:gd name="connsiteY18" fmla="*/ 69840 h 75211"/>
                <a:gd name="connsiteX19" fmla="*/ 52469 w 68613"/>
                <a:gd name="connsiteY19" fmla="*/ 72526 h 75211"/>
                <a:gd name="connsiteX20" fmla="*/ 48433 w 68613"/>
                <a:gd name="connsiteY20" fmla="*/ 68497 h 75211"/>
                <a:gd name="connsiteX21" fmla="*/ 47088 w 68613"/>
                <a:gd name="connsiteY21" fmla="*/ 63124 h 75211"/>
                <a:gd name="connsiteX22" fmla="*/ 40361 w 68613"/>
                <a:gd name="connsiteY22" fmla="*/ 61781 h 75211"/>
                <a:gd name="connsiteX23" fmla="*/ 37670 w 68613"/>
                <a:gd name="connsiteY23" fmla="*/ 55066 h 75211"/>
                <a:gd name="connsiteX24" fmla="*/ 34979 w 68613"/>
                <a:gd name="connsiteY24" fmla="*/ 55066 h 75211"/>
                <a:gd name="connsiteX25" fmla="*/ 32289 w 68613"/>
                <a:gd name="connsiteY25" fmla="*/ 56409 h 75211"/>
                <a:gd name="connsiteX26" fmla="*/ 29598 w 68613"/>
                <a:gd name="connsiteY26" fmla="*/ 48350 h 75211"/>
                <a:gd name="connsiteX27" fmla="*/ 22871 w 68613"/>
                <a:gd name="connsiteY27" fmla="*/ 42978 h 75211"/>
                <a:gd name="connsiteX28" fmla="*/ 22871 w 68613"/>
                <a:gd name="connsiteY28" fmla="*/ 38949 h 75211"/>
                <a:gd name="connsiteX29" fmla="*/ 18835 w 68613"/>
                <a:gd name="connsiteY29" fmla="*/ 38949 h 75211"/>
                <a:gd name="connsiteX30" fmla="*/ 16144 w 68613"/>
                <a:gd name="connsiteY30" fmla="*/ 34920 h 75211"/>
                <a:gd name="connsiteX31" fmla="*/ 16144 w 68613"/>
                <a:gd name="connsiteY31" fmla="*/ 30891 h 75211"/>
                <a:gd name="connsiteX32" fmla="*/ 10763 w 68613"/>
                <a:gd name="connsiteY32" fmla="*/ 26862 h 75211"/>
                <a:gd name="connsiteX33" fmla="*/ 4036 w 68613"/>
                <a:gd name="connsiteY33" fmla="*/ 13431 h 75211"/>
                <a:gd name="connsiteX34" fmla="*/ 2690 w 68613"/>
                <a:gd name="connsiteY34" fmla="*/ 8058 h 75211"/>
                <a:gd name="connsiteX35" fmla="*/ 0 w 68613"/>
                <a:gd name="connsiteY35" fmla="*/ 5372 h 7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8613" h="75211">
                  <a:moveTo>
                    <a:pt x="1345" y="0"/>
                  </a:moveTo>
                  <a:lnTo>
                    <a:pt x="8072" y="9401"/>
                  </a:lnTo>
                  <a:lnTo>
                    <a:pt x="10763" y="5372"/>
                  </a:lnTo>
                  <a:lnTo>
                    <a:pt x="13454" y="9401"/>
                  </a:lnTo>
                  <a:lnTo>
                    <a:pt x="14799" y="13431"/>
                  </a:lnTo>
                  <a:lnTo>
                    <a:pt x="21526" y="17460"/>
                  </a:lnTo>
                  <a:lnTo>
                    <a:pt x="24217" y="22832"/>
                  </a:lnTo>
                  <a:lnTo>
                    <a:pt x="26908" y="24175"/>
                  </a:lnTo>
                  <a:lnTo>
                    <a:pt x="37670" y="37606"/>
                  </a:lnTo>
                  <a:lnTo>
                    <a:pt x="41706" y="47008"/>
                  </a:lnTo>
                  <a:lnTo>
                    <a:pt x="44397" y="44321"/>
                  </a:lnTo>
                  <a:lnTo>
                    <a:pt x="49778" y="48350"/>
                  </a:lnTo>
                  <a:lnTo>
                    <a:pt x="55160" y="59095"/>
                  </a:lnTo>
                  <a:lnTo>
                    <a:pt x="64578" y="65811"/>
                  </a:lnTo>
                  <a:lnTo>
                    <a:pt x="68614" y="67154"/>
                  </a:lnTo>
                  <a:lnTo>
                    <a:pt x="68614" y="75212"/>
                  </a:lnTo>
                  <a:lnTo>
                    <a:pt x="64578" y="72526"/>
                  </a:lnTo>
                  <a:lnTo>
                    <a:pt x="61887" y="73869"/>
                  </a:lnTo>
                  <a:lnTo>
                    <a:pt x="57851" y="69840"/>
                  </a:lnTo>
                  <a:lnTo>
                    <a:pt x="52469" y="72526"/>
                  </a:lnTo>
                  <a:lnTo>
                    <a:pt x="48433" y="68497"/>
                  </a:lnTo>
                  <a:lnTo>
                    <a:pt x="47088" y="63124"/>
                  </a:lnTo>
                  <a:lnTo>
                    <a:pt x="40361" y="61781"/>
                  </a:lnTo>
                  <a:lnTo>
                    <a:pt x="37670" y="55066"/>
                  </a:lnTo>
                  <a:lnTo>
                    <a:pt x="34979" y="55066"/>
                  </a:lnTo>
                  <a:lnTo>
                    <a:pt x="32289" y="56409"/>
                  </a:lnTo>
                  <a:lnTo>
                    <a:pt x="29598" y="48350"/>
                  </a:lnTo>
                  <a:lnTo>
                    <a:pt x="22871" y="42978"/>
                  </a:lnTo>
                  <a:lnTo>
                    <a:pt x="22871" y="38949"/>
                  </a:lnTo>
                  <a:lnTo>
                    <a:pt x="18835" y="38949"/>
                  </a:lnTo>
                  <a:lnTo>
                    <a:pt x="16144" y="34920"/>
                  </a:lnTo>
                  <a:lnTo>
                    <a:pt x="16144" y="30891"/>
                  </a:lnTo>
                  <a:lnTo>
                    <a:pt x="10763" y="26862"/>
                  </a:lnTo>
                  <a:lnTo>
                    <a:pt x="4036" y="13431"/>
                  </a:lnTo>
                  <a:lnTo>
                    <a:pt x="2690" y="8058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72" name="Freeform 771">
              <a:extLst>
                <a:ext uri="{FF2B5EF4-FFF2-40B4-BE49-F238E27FC236}">
                  <a16:creationId xmlns:a16="http://schemas.microsoft.com/office/drawing/2014/main" id="{2DF6476D-103F-4A7A-A473-CCE58C37259D}"/>
                </a:ext>
              </a:extLst>
            </p:cNvPr>
            <p:cNvSpPr/>
            <p:nvPr/>
          </p:nvSpPr>
          <p:spPr>
            <a:xfrm>
              <a:off x="11688634" y="5261636"/>
              <a:ext cx="10762" cy="10744"/>
            </a:xfrm>
            <a:custGeom>
              <a:avLst/>
              <a:gdLst>
                <a:gd name="connsiteX0" fmla="*/ 0 w 10762"/>
                <a:gd name="connsiteY0" fmla="*/ 1343 h 10744"/>
                <a:gd name="connsiteX1" fmla="*/ 6727 w 10762"/>
                <a:gd name="connsiteY1" fmla="*/ 0 h 10744"/>
                <a:gd name="connsiteX2" fmla="*/ 10763 w 10762"/>
                <a:gd name="connsiteY2" fmla="*/ 2686 h 10744"/>
                <a:gd name="connsiteX3" fmla="*/ 10763 w 10762"/>
                <a:gd name="connsiteY3" fmla="*/ 8059 h 10744"/>
                <a:gd name="connsiteX4" fmla="*/ 8073 w 10762"/>
                <a:gd name="connsiteY4" fmla="*/ 8059 h 10744"/>
                <a:gd name="connsiteX5" fmla="*/ 5382 w 10762"/>
                <a:gd name="connsiteY5" fmla="*/ 10744 h 10744"/>
                <a:gd name="connsiteX6" fmla="*/ 0 w 10762"/>
                <a:gd name="connsiteY6" fmla="*/ 671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62" h="10744">
                  <a:moveTo>
                    <a:pt x="0" y="1343"/>
                  </a:moveTo>
                  <a:lnTo>
                    <a:pt x="6727" y="0"/>
                  </a:lnTo>
                  <a:lnTo>
                    <a:pt x="10763" y="2686"/>
                  </a:lnTo>
                  <a:lnTo>
                    <a:pt x="10763" y="8059"/>
                  </a:lnTo>
                  <a:lnTo>
                    <a:pt x="8073" y="8059"/>
                  </a:lnTo>
                  <a:lnTo>
                    <a:pt x="5382" y="10744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81773CA9-3D3E-C9AA-CFA7-79C9551C5923}"/>
                </a:ext>
              </a:extLst>
            </p:cNvPr>
            <p:cNvSpPr/>
            <p:nvPr/>
          </p:nvSpPr>
          <p:spPr>
            <a:xfrm>
              <a:off x="11672489" y="5237461"/>
              <a:ext cx="10763" cy="16116"/>
            </a:xfrm>
            <a:custGeom>
              <a:avLst/>
              <a:gdLst>
                <a:gd name="connsiteX0" fmla="*/ 5382 w 10763"/>
                <a:gd name="connsiteY0" fmla="*/ 0 h 16116"/>
                <a:gd name="connsiteX1" fmla="*/ 0 w 10763"/>
                <a:gd name="connsiteY1" fmla="*/ 2686 h 16116"/>
                <a:gd name="connsiteX2" fmla="*/ 1346 w 10763"/>
                <a:gd name="connsiteY2" fmla="*/ 5372 h 16116"/>
                <a:gd name="connsiteX3" fmla="*/ 0 w 10763"/>
                <a:gd name="connsiteY3" fmla="*/ 8058 h 16116"/>
                <a:gd name="connsiteX4" fmla="*/ 2691 w 10763"/>
                <a:gd name="connsiteY4" fmla="*/ 13431 h 16116"/>
                <a:gd name="connsiteX5" fmla="*/ 9418 w 10763"/>
                <a:gd name="connsiteY5" fmla="*/ 16117 h 16116"/>
                <a:gd name="connsiteX6" fmla="*/ 10764 w 10763"/>
                <a:gd name="connsiteY6" fmla="*/ 13431 h 16116"/>
                <a:gd name="connsiteX7" fmla="*/ 5382 w 10763"/>
                <a:gd name="connsiteY7" fmla="*/ 9401 h 16116"/>
                <a:gd name="connsiteX8" fmla="*/ 8073 w 10763"/>
                <a:gd name="connsiteY8" fmla="*/ 5372 h 16116"/>
                <a:gd name="connsiteX9" fmla="*/ 8073 w 10763"/>
                <a:gd name="connsiteY9" fmla="*/ 1343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63" h="16116">
                  <a:moveTo>
                    <a:pt x="5382" y="0"/>
                  </a:moveTo>
                  <a:lnTo>
                    <a:pt x="0" y="2686"/>
                  </a:lnTo>
                  <a:lnTo>
                    <a:pt x="1346" y="5372"/>
                  </a:lnTo>
                  <a:lnTo>
                    <a:pt x="0" y="8058"/>
                  </a:lnTo>
                  <a:lnTo>
                    <a:pt x="2691" y="13431"/>
                  </a:lnTo>
                  <a:lnTo>
                    <a:pt x="9418" y="16117"/>
                  </a:lnTo>
                  <a:lnTo>
                    <a:pt x="10764" y="13431"/>
                  </a:lnTo>
                  <a:lnTo>
                    <a:pt x="5382" y="9401"/>
                  </a:lnTo>
                  <a:lnTo>
                    <a:pt x="8073" y="5372"/>
                  </a:lnTo>
                  <a:lnTo>
                    <a:pt x="8073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74" name="Freeform 773">
              <a:extLst>
                <a:ext uri="{FF2B5EF4-FFF2-40B4-BE49-F238E27FC236}">
                  <a16:creationId xmlns:a16="http://schemas.microsoft.com/office/drawing/2014/main" id="{E6212B63-19E9-BFFA-7730-8F62C5206883}"/>
                </a:ext>
              </a:extLst>
            </p:cNvPr>
            <p:cNvSpPr/>
            <p:nvPr/>
          </p:nvSpPr>
          <p:spPr>
            <a:xfrm>
              <a:off x="11657690" y="5230745"/>
              <a:ext cx="8071" cy="8058"/>
            </a:xfrm>
            <a:custGeom>
              <a:avLst/>
              <a:gdLst>
                <a:gd name="connsiteX0" fmla="*/ 4036 w 8071"/>
                <a:gd name="connsiteY0" fmla="*/ 0 h 8058"/>
                <a:gd name="connsiteX1" fmla="*/ 2691 w 8071"/>
                <a:gd name="connsiteY1" fmla="*/ 4029 h 8058"/>
                <a:gd name="connsiteX2" fmla="*/ 0 w 8071"/>
                <a:gd name="connsiteY2" fmla="*/ 6715 h 8058"/>
                <a:gd name="connsiteX3" fmla="*/ 4036 w 8071"/>
                <a:gd name="connsiteY3" fmla="*/ 8058 h 8058"/>
                <a:gd name="connsiteX4" fmla="*/ 8072 w 8071"/>
                <a:gd name="connsiteY4" fmla="*/ 2686 h 8058"/>
                <a:gd name="connsiteX5" fmla="*/ 6727 w 8071"/>
                <a:gd name="connsiteY5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1" h="8058">
                  <a:moveTo>
                    <a:pt x="4036" y="0"/>
                  </a:moveTo>
                  <a:lnTo>
                    <a:pt x="2691" y="4029"/>
                  </a:lnTo>
                  <a:lnTo>
                    <a:pt x="0" y="6715"/>
                  </a:lnTo>
                  <a:lnTo>
                    <a:pt x="4036" y="8058"/>
                  </a:lnTo>
                  <a:lnTo>
                    <a:pt x="8072" y="2686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775" name="Freeform 774">
            <a:extLst>
              <a:ext uri="{FF2B5EF4-FFF2-40B4-BE49-F238E27FC236}">
                <a16:creationId xmlns:a16="http://schemas.microsoft.com/office/drawing/2014/main" id="{82EC1FCD-0674-455C-C113-EBDAEAEC3C18}"/>
              </a:ext>
            </a:extLst>
          </p:cNvPr>
          <p:cNvSpPr/>
          <p:nvPr/>
        </p:nvSpPr>
        <p:spPr>
          <a:xfrm>
            <a:off x="8821637" y="5170307"/>
            <a:ext cx="16144" cy="16116"/>
          </a:xfrm>
          <a:custGeom>
            <a:avLst/>
            <a:gdLst>
              <a:gd name="connsiteX0" fmla="*/ 8072 w 16144"/>
              <a:gd name="connsiteY0" fmla="*/ 1343 h 16116"/>
              <a:gd name="connsiteX1" fmla="*/ 12108 w 16144"/>
              <a:gd name="connsiteY1" fmla="*/ 0 h 16116"/>
              <a:gd name="connsiteX2" fmla="*/ 14799 w 16144"/>
              <a:gd name="connsiteY2" fmla="*/ 1343 h 16116"/>
              <a:gd name="connsiteX3" fmla="*/ 16144 w 16144"/>
              <a:gd name="connsiteY3" fmla="*/ 5372 h 16116"/>
              <a:gd name="connsiteX4" fmla="*/ 12108 w 16144"/>
              <a:gd name="connsiteY4" fmla="*/ 8058 h 16116"/>
              <a:gd name="connsiteX5" fmla="*/ 13454 w 16144"/>
              <a:gd name="connsiteY5" fmla="*/ 13431 h 16116"/>
              <a:gd name="connsiteX6" fmla="*/ 8072 w 16144"/>
              <a:gd name="connsiteY6" fmla="*/ 16117 h 16116"/>
              <a:gd name="connsiteX7" fmla="*/ 0 w 16144"/>
              <a:gd name="connsiteY7" fmla="*/ 9401 h 16116"/>
              <a:gd name="connsiteX8" fmla="*/ 4036 w 16144"/>
              <a:gd name="connsiteY8" fmla="*/ 6715 h 16116"/>
              <a:gd name="connsiteX9" fmla="*/ 5381 w 16144"/>
              <a:gd name="connsiteY9" fmla="*/ 1343 h 1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144" h="16116">
                <a:moveTo>
                  <a:pt x="8072" y="1343"/>
                </a:moveTo>
                <a:lnTo>
                  <a:pt x="12108" y="0"/>
                </a:lnTo>
                <a:lnTo>
                  <a:pt x="14799" y="1343"/>
                </a:lnTo>
                <a:lnTo>
                  <a:pt x="16144" y="5372"/>
                </a:lnTo>
                <a:lnTo>
                  <a:pt x="12108" y="8058"/>
                </a:lnTo>
                <a:lnTo>
                  <a:pt x="13454" y="13431"/>
                </a:lnTo>
                <a:lnTo>
                  <a:pt x="8072" y="16117"/>
                </a:lnTo>
                <a:lnTo>
                  <a:pt x="0" y="9401"/>
                </a:lnTo>
                <a:lnTo>
                  <a:pt x="4036" y="6715"/>
                </a:lnTo>
                <a:lnTo>
                  <a:pt x="5381" y="134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76" name="Freeform 775">
            <a:extLst>
              <a:ext uri="{FF2B5EF4-FFF2-40B4-BE49-F238E27FC236}">
                <a16:creationId xmlns:a16="http://schemas.microsoft.com/office/drawing/2014/main" id="{C2CC57D6-75E1-E79E-85B2-48FBA11DFA0E}"/>
              </a:ext>
            </a:extLst>
          </p:cNvPr>
          <p:cNvSpPr/>
          <p:nvPr/>
        </p:nvSpPr>
        <p:spPr>
          <a:xfrm>
            <a:off x="8770512" y="5190453"/>
            <a:ext cx="14799" cy="17459"/>
          </a:xfrm>
          <a:custGeom>
            <a:avLst/>
            <a:gdLst>
              <a:gd name="connsiteX0" fmla="*/ 2691 w 14799"/>
              <a:gd name="connsiteY0" fmla="*/ 0 h 17459"/>
              <a:gd name="connsiteX1" fmla="*/ 8072 w 14799"/>
              <a:gd name="connsiteY1" fmla="*/ 2686 h 17459"/>
              <a:gd name="connsiteX2" fmla="*/ 12108 w 14799"/>
              <a:gd name="connsiteY2" fmla="*/ 9401 h 17459"/>
              <a:gd name="connsiteX3" fmla="*/ 14799 w 14799"/>
              <a:gd name="connsiteY3" fmla="*/ 10744 h 17459"/>
              <a:gd name="connsiteX4" fmla="*/ 8072 w 14799"/>
              <a:gd name="connsiteY4" fmla="*/ 17460 h 17459"/>
              <a:gd name="connsiteX5" fmla="*/ 4036 w 14799"/>
              <a:gd name="connsiteY5" fmla="*/ 16117 h 17459"/>
              <a:gd name="connsiteX6" fmla="*/ 0 w 14799"/>
              <a:gd name="connsiteY6" fmla="*/ 9401 h 17459"/>
              <a:gd name="connsiteX7" fmla="*/ 0 w 14799"/>
              <a:gd name="connsiteY7" fmla="*/ 1343 h 1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799" h="17459">
                <a:moveTo>
                  <a:pt x="2691" y="0"/>
                </a:moveTo>
                <a:lnTo>
                  <a:pt x="8072" y="2686"/>
                </a:lnTo>
                <a:lnTo>
                  <a:pt x="12108" y="9401"/>
                </a:lnTo>
                <a:lnTo>
                  <a:pt x="14799" y="10744"/>
                </a:lnTo>
                <a:lnTo>
                  <a:pt x="8072" y="17460"/>
                </a:lnTo>
                <a:lnTo>
                  <a:pt x="4036" y="16117"/>
                </a:lnTo>
                <a:lnTo>
                  <a:pt x="0" y="9401"/>
                </a:lnTo>
                <a:lnTo>
                  <a:pt x="0" y="134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777" name="Graphic 5">
            <a:extLst>
              <a:ext uri="{FF2B5EF4-FFF2-40B4-BE49-F238E27FC236}">
                <a16:creationId xmlns:a16="http://schemas.microsoft.com/office/drawing/2014/main" id="{8F6B7383-3178-1B26-3575-8ABD72B6BEDE}"/>
              </a:ext>
            </a:extLst>
          </p:cNvPr>
          <p:cNvGrpSpPr/>
          <p:nvPr/>
        </p:nvGrpSpPr>
        <p:grpSpPr>
          <a:xfrm>
            <a:off x="8448967" y="4952728"/>
            <a:ext cx="199115" cy="369346"/>
            <a:chOff x="8448967" y="4952728"/>
            <a:chExt cx="199115" cy="369346"/>
          </a:xfrm>
          <a:solidFill>
            <a:srgbClr val="E5E5E4"/>
          </a:solidFill>
        </p:grpSpPr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818F3EA5-48BF-30C6-9927-9D851E5A5ABA}"/>
                </a:ext>
              </a:extLst>
            </p:cNvPr>
            <p:cNvSpPr/>
            <p:nvPr/>
          </p:nvSpPr>
          <p:spPr>
            <a:xfrm>
              <a:off x="8448967" y="4952728"/>
              <a:ext cx="199115" cy="369346"/>
            </a:xfrm>
            <a:custGeom>
              <a:avLst/>
              <a:gdLst>
                <a:gd name="connsiteX0" fmla="*/ 41707 w 199115"/>
                <a:gd name="connsiteY0" fmla="*/ 369346 h 369346"/>
                <a:gd name="connsiteX1" fmla="*/ 45743 w 199115"/>
                <a:gd name="connsiteY1" fmla="*/ 366660 h 369346"/>
                <a:gd name="connsiteX2" fmla="*/ 51124 w 199115"/>
                <a:gd name="connsiteY2" fmla="*/ 368003 h 369346"/>
                <a:gd name="connsiteX3" fmla="*/ 57851 w 199115"/>
                <a:gd name="connsiteY3" fmla="*/ 363974 h 369346"/>
                <a:gd name="connsiteX4" fmla="*/ 61887 w 199115"/>
                <a:gd name="connsiteY4" fmla="*/ 357259 h 369346"/>
                <a:gd name="connsiteX5" fmla="*/ 79377 w 199115"/>
                <a:gd name="connsiteY5" fmla="*/ 355915 h 369346"/>
                <a:gd name="connsiteX6" fmla="*/ 83414 w 199115"/>
                <a:gd name="connsiteY6" fmla="*/ 357259 h 369346"/>
                <a:gd name="connsiteX7" fmla="*/ 92831 w 199115"/>
                <a:gd name="connsiteY7" fmla="*/ 354572 h 369346"/>
                <a:gd name="connsiteX8" fmla="*/ 94176 w 199115"/>
                <a:gd name="connsiteY8" fmla="*/ 349200 h 369346"/>
                <a:gd name="connsiteX9" fmla="*/ 98212 w 199115"/>
                <a:gd name="connsiteY9" fmla="*/ 349200 h 369346"/>
                <a:gd name="connsiteX10" fmla="*/ 100903 w 199115"/>
                <a:gd name="connsiteY10" fmla="*/ 341141 h 369346"/>
                <a:gd name="connsiteX11" fmla="*/ 104939 w 199115"/>
                <a:gd name="connsiteY11" fmla="*/ 334426 h 369346"/>
                <a:gd name="connsiteX12" fmla="*/ 106285 w 199115"/>
                <a:gd name="connsiteY12" fmla="*/ 329054 h 369346"/>
                <a:gd name="connsiteX13" fmla="*/ 110321 w 199115"/>
                <a:gd name="connsiteY13" fmla="*/ 326368 h 369346"/>
                <a:gd name="connsiteX14" fmla="*/ 110321 w 199115"/>
                <a:gd name="connsiteY14" fmla="*/ 318309 h 369346"/>
                <a:gd name="connsiteX15" fmla="*/ 108976 w 199115"/>
                <a:gd name="connsiteY15" fmla="*/ 316966 h 369346"/>
                <a:gd name="connsiteX16" fmla="*/ 113012 w 199115"/>
                <a:gd name="connsiteY16" fmla="*/ 314280 h 369346"/>
                <a:gd name="connsiteX17" fmla="*/ 114357 w 199115"/>
                <a:gd name="connsiteY17" fmla="*/ 306221 h 369346"/>
                <a:gd name="connsiteX18" fmla="*/ 114357 w 199115"/>
                <a:gd name="connsiteY18" fmla="*/ 304879 h 369346"/>
                <a:gd name="connsiteX19" fmla="*/ 115702 w 199115"/>
                <a:gd name="connsiteY19" fmla="*/ 304879 h 369346"/>
                <a:gd name="connsiteX20" fmla="*/ 121084 w 199115"/>
                <a:gd name="connsiteY20" fmla="*/ 296820 h 369346"/>
                <a:gd name="connsiteX21" fmla="*/ 125120 w 199115"/>
                <a:gd name="connsiteY21" fmla="*/ 279360 h 369346"/>
                <a:gd name="connsiteX22" fmla="*/ 127811 w 199115"/>
                <a:gd name="connsiteY22" fmla="*/ 269959 h 369346"/>
                <a:gd name="connsiteX23" fmla="*/ 131847 w 199115"/>
                <a:gd name="connsiteY23" fmla="*/ 265929 h 369346"/>
                <a:gd name="connsiteX24" fmla="*/ 134538 w 199115"/>
                <a:gd name="connsiteY24" fmla="*/ 255185 h 369346"/>
                <a:gd name="connsiteX25" fmla="*/ 141265 w 199115"/>
                <a:gd name="connsiteY25" fmla="*/ 243097 h 369346"/>
                <a:gd name="connsiteX26" fmla="*/ 147991 w 199115"/>
                <a:gd name="connsiteY26" fmla="*/ 221608 h 369346"/>
                <a:gd name="connsiteX27" fmla="*/ 152027 w 199115"/>
                <a:gd name="connsiteY27" fmla="*/ 214892 h 369346"/>
                <a:gd name="connsiteX28" fmla="*/ 152027 w 199115"/>
                <a:gd name="connsiteY28" fmla="*/ 205491 h 369346"/>
                <a:gd name="connsiteX29" fmla="*/ 157409 w 199115"/>
                <a:gd name="connsiteY29" fmla="*/ 196089 h 369346"/>
                <a:gd name="connsiteX30" fmla="*/ 158754 w 199115"/>
                <a:gd name="connsiteY30" fmla="*/ 192060 h 369346"/>
                <a:gd name="connsiteX31" fmla="*/ 164136 w 199115"/>
                <a:gd name="connsiteY31" fmla="*/ 182659 h 369346"/>
                <a:gd name="connsiteX32" fmla="*/ 166827 w 199115"/>
                <a:gd name="connsiteY32" fmla="*/ 167885 h 369346"/>
                <a:gd name="connsiteX33" fmla="*/ 169518 w 199115"/>
                <a:gd name="connsiteY33" fmla="*/ 158483 h 369346"/>
                <a:gd name="connsiteX34" fmla="*/ 172208 w 199115"/>
                <a:gd name="connsiteY34" fmla="*/ 155797 h 369346"/>
                <a:gd name="connsiteX35" fmla="*/ 173554 w 199115"/>
                <a:gd name="connsiteY35" fmla="*/ 147738 h 369346"/>
                <a:gd name="connsiteX36" fmla="*/ 170863 w 199115"/>
                <a:gd name="connsiteY36" fmla="*/ 143709 h 369346"/>
                <a:gd name="connsiteX37" fmla="*/ 172208 w 199115"/>
                <a:gd name="connsiteY37" fmla="*/ 136994 h 369346"/>
                <a:gd name="connsiteX38" fmla="*/ 177590 w 199115"/>
                <a:gd name="connsiteY38" fmla="*/ 130279 h 369346"/>
                <a:gd name="connsiteX39" fmla="*/ 177590 w 199115"/>
                <a:gd name="connsiteY39" fmla="*/ 126249 h 369346"/>
                <a:gd name="connsiteX40" fmla="*/ 181626 w 199115"/>
                <a:gd name="connsiteY40" fmla="*/ 122220 h 369346"/>
                <a:gd name="connsiteX41" fmla="*/ 180280 w 199115"/>
                <a:gd name="connsiteY41" fmla="*/ 115505 h 369346"/>
                <a:gd name="connsiteX42" fmla="*/ 177590 w 199115"/>
                <a:gd name="connsiteY42" fmla="*/ 114162 h 369346"/>
                <a:gd name="connsiteX43" fmla="*/ 180280 w 199115"/>
                <a:gd name="connsiteY43" fmla="*/ 108789 h 369346"/>
                <a:gd name="connsiteX44" fmla="*/ 180280 w 199115"/>
                <a:gd name="connsiteY44" fmla="*/ 102074 h 369346"/>
                <a:gd name="connsiteX45" fmla="*/ 177590 w 199115"/>
                <a:gd name="connsiteY45" fmla="*/ 100731 h 369346"/>
                <a:gd name="connsiteX46" fmla="*/ 177590 w 199115"/>
                <a:gd name="connsiteY46" fmla="*/ 95359 h 369346"/>
                <a:gd name="connsiteX47" fmla="*/ 181626 w 199115"/>
                <a:gd name="connsiteY47" fmla="*/ 94015 h 369346"/>
                <a:gd name="connsiteX48" fmla="*/ 184317 w 199115"/>
                <a:gd name="connsiteY48" fmla="*/ 95359 h 369346"/>
                <a:gd name="connsiteX49" fmla="*/ 184317 w 199115"/>
                <a:gd name="connsiteY49" fmla="*/ 100731 h 369346"/>
                <a:gd name="connsiteX50" fmla="*/ 189698 w 199115"/>
                <a:gd name="connsiteY50" fmla="*/ 107446 h 369346"/>
                <a:gd name="connsiteX51" fmla="*/ 192389 w 199115"/>
                <a:gd name="connsiteY51" fmla="*/ 107446 h 369346"/>
                <a:gd name="connsiteX52" fmla="*/ 195080 w 199115"/>
                <a:gd name="connsiteY52" fmla="*/ 104760 h 369346"/>
                <a:gd name="connsiteX53" fmla="*/ 195080 w 199115"/>
                <a:gd name="connsiteY53" fmla="*/ 99388 h 369346"/>
                <a:gd name="connsiteX54" fmla="*/ 196425 w 199115"/>
                <a:gd name="connsiteY54" fmla="*/ 98044 h 369346"/>
                <a:gd name="connsiteX55" fmla="*/ 196425 w 199115"/>
                <a:gd name="connsiteY55" fmla="*/ 94015 h 369346"/>
                <a:gd name="connsiteX56" fmla="*/ 199116 w 199115"/>
                <a:gd name="connsiteY56" fmla="*/ 91329 h 369346"/>
                <a:gd name="connsiteX57" fmla="*/ 197771 w 199115"/>
                <a:gd name="connsiteY57" fmla="*/ 85957 h 369346"/>
                <a:gd name="connsiteX58" fmla="*/ 193734 w 199115"/>
                <a:gd name="connsiteY58" fmla="*/ 79241 h 369346"/>
                <a:gd name="connsiteX59" fmla="*/ 192389 w 199115"/>
                <a:gd name="connsiteY59" fmla="*/ 75212 h 369346"/>
                <a:gd name="connsiteX60" fmla="*/ 193734 w 199115"/>
                <a:gd name="connsiteY60" fmla="*/ 72526 h 369346"/>
                <a:gd name="connsiteX61" fmla="*/ 193734 w 199115"/>
                <a:gd name="connsiteY61" fmla="*/ 67154 h 369346"/>
                <a:gd name="connsiteX62" fmla="*/ 192389 w 199115"/>
                <a:gd name="connsiteY62" fmla="*/ 60438 h 369346"/>
                <a:gd name="connsiteX63" fmla="*/ 192389 w 199115"/>
                <a:gd name="connsiteY63" fmla="*/ 56409 h 369346"/>
                <a:gd name="connsiteX64" fmla="*/ 193734 w 199115"/>
                <a:gd name="connsiteY64" fmla="*/ 44321 h 369346"/>
                <a:gd name="connsiteX65" fmla="*/ 189698 w 199115"/>
                <a:gd name="connsiteY65" fmla="*/ 38949 h 369346"/>
                <a:gd name="connsiteX66" fmla="*/ 188353 w 199115"/>
                <a:gd name="connsiteY66" fmla="*/ 26862 h 369346"/>
                <a:gd name="connsiteX67" fmla="*/ 187007 w 199115"/>
                <a:gd name="connsiteY67" fmla="*/ 22832 h 369346"/>
                <a:gd name="connsiteX68" fmla="*/ 184317 w 199115"/>
                <a:gd name="connsiteY68" fmla="*/ 24175 h 369346"/>
                <a:gd name="connsiteX69" fmla="*/ 180280 w 199115"/>
                <a:gd name="connsiteY69" fmla="*/ 18803 h 369346"/>
                <a:gd name="connsiteX70" fmla="*/ 180280 w 199115"/>
                <a:gd name="connsiteY70" fmla="*/ 13431 h 369346"/>
                <a:gd name="connsiteX71" fmla="*/ 174899 w 199115"/>
                <a:gd name="connsiteY71" fmla="*/ 10744 h 369346"/>
                <a:gd name="connsiteX72" fmla="*/ 177590 w 199115"/>
                <a:gd name="connsiteY72" fmla="*/ 5372 h 369346"/>
                <a:gd name="connsiteX73" fmla="*/ 176244 w 199115"/>
                <a:gd name="connsiteY73" fmla="*/ 0 h 369346"/>
                <a:gd name="connsiteX74" fmla="*/ 169518 w 199115"/>
                <a:gd name="connsiteY74" fmla="*/ 6715 h 369346"/>
                <a:gd name="connsiteX75" fmla="*/ 170863 w 199115"/>
                <a:gd name="connsiteY75" fmla="*/ 10744 h 369346"/>
                <a:gd name="connsiteX76" fmla="*/ 166827 w 199115"/>
                <a:gd name="connsiteY76" fmla="*/ 13431 h 369346"/>
                <a:gd name="connsiteX77" fmla="*/ 162791 w 199115"/>
                <a:gd name="connsiteY77" fmla="*/ 10744 h 369346"/>
                <a:gd name="connsiteX78" fmla="*/ 160100 w 199115"/>
                <a:gd name="connsiteY78" fmla="*/ 10744 h 369346"/>
                <a:gd name="connsiteX79" fmla="*/ 164136 w 199115"/>
                <a:gd name="connsiteY79" fmla="*/ 16117 h 369346"/>
                <a:gd name="connsiteX80" fmla="*/ 164136 w 199115"/>
                <a:gd name="connsiteY80" fmla="*/ 18803 h 369346"/>
                <a:gd name="connsiteX81" fmla="*/ 166827 w 199115"/>
                <a:gd name="connsiteY81" fmla="*/ 22832 h 369346"/>
                <a:gd name="connsiteX82" fmla="*/ 166827 w 199115"/>
                <a:gd name="connsiteY82" fmla="*/ 24175 h 369346"/>
                <a:gd name="connsiteX83" fmla="*/ 161445 w 199115"/>
                <a:gd name="connsiteY83" fmla="*/ 28205 h 369346"/>
                <a:gd name="connsiteX84" fmla="*/ 161445 w 199115"/>
                <a:gd name="connsiteY84" fmla="*/ 36263 h 369346"/>
                <a:gd name="connsiteX85" fmla="*/ 158754 w 199115"/>
                <a:gd name="connsiteY85" fmla="*/ 41635 h 369346"/>
                <a:gd name="connsiteX86" fmla="*/ 154718 w 199115"/>
                <a:gd name="connsiteY86" fmla="*/ 40292 h 369346"/>
                <a:gd name="connsiteX87" fmla="*/ 150682 w 199115"/>
                <a:gd name="connsiteY87" fmla="*/ 45665 h 369346"/>
                <a:gd name="connsiteX88" fmla="*/ 150682 w 199115"/>
                <a:gd name="connsiteY88" fmla="*/ 49694 h 369346"/>
                <a:gd name="connsiteX89" fmla="*/ 146646 w 199115"/>
                <a:gd name="connsiteY89" fmla="*/ 52380 h 369346"/>
                <a:gd name="connsiteX90" fmla="*/ 143955 w 199115"/>
                <a:gd name="connsiteY90" fmla="*/ 51037 h 369346"/>
                <a:gd name="connsiteX91" fmla="*/ 143955 w 199115"/>
                <a:gd name="connsiteY91" fmla="*/ 44321 h 369346"/>
                <a:gd name="connsiteX92" fmla="*/ 141265 w 199115"/>
                <a:gd name="connsiteY92" fmla="*/ 42979 h 369346"/>
                <a:gd name="connsiteX93" fmla="*/ 137229 w 199115"/>
                <a:gd name="connsiteY93" fmla="*/ 47008 h 369346"/>
                <a:gd name="connsiteX94" fmla="*/ 137229 w 199115"/>
                <a:gd name="connsiteY94" fmla="*/ 53723 h 369346"/>
                <a:gd name="connsiteX95" fmla="*/ 142610 w 199115"/>
                <a:gd name="connsiteY95" fmla="*/ 57752 h 369346"/>
                <a:gd name="connsiteX96" fmla="*/ 143955 w 199115"/>
                <a:gd name="connsiteY96" fmla="*/ 60438 h 369346"/>
                <a:gd name="connsiteX97" fmla="*/ 141265 w 199115"/>
                <a:gd name="connsiteY97" fmla="*/ 61782 h 369346"/>
                <a:gd name="connsiteX98" fmla="*/ 139919 w 199115"/>
                <a:gd name="connsiteY98" fmla="*/ 61782 h 369346"/>
                <a:gd name="connsiteX99" fmla="*/ 133192 w 199115"/>
                <a:gd name="connsiteY99" fmla="*/ 63125 h 369346"/>
                <a:gd name="connsiteX100" fmla="*/ 134538 w 199115"/>
                <a:gd name="connsiteY100" fmla="*/ 67154 h 369346"/>
                <a:gd name="connsiteX101" fmla="*/ 139919 w 199115"/>
                <a:gd name="connsiteY101" fmla="*/ 68497 h 369346"/>
                <a:gd name="connsiteX102" fmla="*/ 139919 w 199115"/>
                <a:gd name="connsiteY102" fmla="*/ 72526 h 369346"/>
                <a:gd name="connsiteX103" fmla="*/ 138574 w 199115"/>
                <a:gd name="connsiteY103" fmla="*/ 75212 h 369346"/>
                <a:gd name="connsiteX104" fmla="*/ 135883 w 199115"/>
                <a:gd name="connsiteY104" fmla="*/ 72526 h 369346"/>
                <a:gd name="connsiteX105" fmla="*/ 131847 w 199115"/>
                <a:gd name="connsiteY105" fmla="*/ 73869 h 369346"/>
                <a:gd name="connsiteX106" fmla="*/ 130502 w 199115"/>
                <a:gd name="connsiteY106" fmla="*/ 76556 h 369346"/>
                <a:gd name="connsiteX107" fmla="*/ 123775 w 199115"/>
                <a:gd name="connsiteY107" fmla="*/ 83271 h 369346"/>
                <a:gd name="connsiteX108" fmla="*/ 123775 w 199115"/>
                <a:gd name="connsiteY108" fmla="*/ 76556 h 369346"/>
                <a:gd name="connsiteX109" fmla="*/ 125120 w 199115"/>
                <a:gd name="connsiteY109" fmla="*/ 75212 h 369346"/>
                <a:gd name="connsiteX110" fmla="*/ 122429 w 199115"/>
                <a:gd name="connsiteY110" fmla="*/ 72526 h 369346"/>
                <a:gd name="connsiteX111" fmla="*/ 118393 w 199115"/>
                <a:gd name="connsiteY111" fmla="*/ 76556 h 369346"/>
                <a:gd name="connsiteX112" fmla="*/ 121084 w 199115"/>
                <a:gd name="connsiteY112" fmla="*/ 79241 h 369346"/>
                <a:gd name="connsiteX113" fmla="*/ 119738 w 199115"/>
                <a:gd name="connsiteY113" fmla="*/ 80585 h 369346"/>
                <a:gd name="connsiteX114" fmla="*/ 114357 w 199115"/>
                <a:gd name="connsiteY114" fmla="*/ 84614 h 369346"/>
                <a:gd name="connsiteX115" fmla="*/ 117048 w 199115"/>
                <a:gd name="connsiteY115" fmla="*/ 88643 h 369346"/>
                <a:gd name="connsiteX116" fmla="*/ 119738 w 199115"/>
                <a:gd name="connsiteY116" fmla="*/ 89986 h 369346"/>
                <a:gd name="connsiteX117" fmla="*/ 119738 w 199115"/>
                <a:gd name="connsiteY117" fmla="*/ 92672 h 369346"/>
                <a:gd name="connsiteX118" fmla="*/ 115702 w 199115"/>
                <a:gd name="connsiteY118" fmla="*/ 94015 h 369346"/>
                <a:gd name="connsiteX119" fmla="*/ 111666 w 199115"/>
                <a:gd name="connsiteY119" fmla="*/ 96702 h 369346"/>
                <a:gd name="connsiteX120" fmla="*/ 111666 w 199115"/>
                <a:gd name="connsiteY120" fmla="*/ 92672 h 369346"/>
                <a:gd name="connsiteX121" fmla="*/ 108976 w 199115"/>
                <a:gd name="connsiteY121" fmla="*/ 92672 h 369346"/>
                <a:gd name="connsiteX122" fmla="*/ 111666 w 199115"/>
                <a:gd name="connsiteY122" fmla="*/ 88643 h 369346"/>
                <a:gd name="connsiteX123" fmla="*/ 108976 w 199115"/>
                <a:gd name="connsiteY123" fmla="*/ 87300 h 369346"/>
                <a:gd name="connsiteX124" fmla="*/ 99558 w 199115"/>
                <a:gd name="connsiteY124" fmla="*/ 95359 h 369346"/>
                <a:gd name="connsiteX125" fmla="*/ 98212 w 199115"/>
                <a:gd name="connsiteY125" fmla="*/ 102074 h 369346"/>
                <a:gd name="connsiteX126" fmla="*/ 99558 w 199115"/>
                <a:gd name="connsiteY126" fmla="*/ 106103 h 369346"/>
                <a:gd name="connsiteX127" fmla="*/ 98212 w 199115"/>
                <a:gd name="connsiteY127" fmla="*/ 108789 h 369346"/>
                <a:gd name="connsiteX128" fmla="*/ 94176 w 199115"/>
                <a:gd name="connsiteY128" fmla="*/ 107446 h 369346"/>
                <a:gd name="connsiteX129" fmla="*/ 92831 w 199115"/>
                <a:gd name="connsiteY129" fmla="*/ 106103 h 369346"/>
                <a:gd name="connsiteX130" fmla="*/ 92831 w 199115"/>
                <a:gd name="connsiteY130" fmla="*/ 99388 h 369346"/>
                <a:gd name="connsiteX131" fmla="*/ 90140 w 199115"/>
                <a:gd name="connsiteY131" fmla="*/ 99388 h 369346"/>
                <a:gd name="connsiteX132" fmla="*/ 84759 w 199115"/>
                <a:gd name="connsiteY132" fmla="*/ 104760 h 369346"/>
                <a:gd name="connsiteX133" fmla="*/ 78032 w 199115"/>
                <a:gd name="connsiteY133" fmla="*/ 100731 h 369346"/>
                <a:gd name="connsiteX134" fmla="*/ 76687 w 199115"/>
                <a:gd name="connsiteY134" fmla="*/ 102074 h 369346"/>
                <a:gd name="connsiteX135" fmla="*/ 73996 w 199115"/>
                <a:gd name="connsiteY135" fmla="*/ 102074 h 369346"/>
                <a:gd name="connsiteX136" fmla="*/ 75341 w 199115"/>
                <a:gd name="connsiteY136" fmla="*/ 110132 h 369346"/>
                <a:gd name="connsiteX137" fmla="*/ 72650 w 199115"/>
                <a:gd name="connsiteY137" fmla="*/ 108789 h 369346"/>
                <a:gd name="connsiteX138" fmla="*/ 71305 w 199115"/>
                <a:gd name="connsiteY138" fmla="*/ 110132 h 369346"/>
                <a:gd name="connsiteX139" fmla="*/ 71305 w 199115"/>
                <a:gd name="connsiteY139" fmla="*/ 106103 h 369346"/>
                <a:gd name="connsiteX140" fmla="*/ 68614 w 199115"/>
                <a:gd name="connsiteY140" fmla="*/ 104760 h 369346"/>
                <a:gd name="connsiteX141" fmla="*/ 65923 w 199115"/>
                <a:gd name="connsiteY141" fmla="*/ 108789 h 369346"/>
                <a:gd name="connsiteX142" fmla="*/ 63233 w 199115"/>
                <a:gd name="connsiteY142" fmla="*/ 104760 h 369346"/>
                <a:gd name="connsiteX143" fmla="*/ 52470 w 199115"/>
                <a:gd name="connsiteY143" fmla="*/ 114162 h 369346"/>
                <a:gd name="connsiteX144" fmla="*/ 49779 w 199115"/>
                <a:gd name="connsiteY144" fmla="*/ 114162 h 369346"/>
                <a:gd name="connsiteX145" fmla="*/ 47088 w 199115"/>
                <a:gd name="connsiteY145" fmla="*/ 112818 h 369346"/>
                <a:gd name="connsiteX146" fmla="*/ 41707 w 199115"/>
                <a:gd name="connsiteY146" fmla="*/ 112818 h 369346"/>
                <a:gd name="connsiteX147" fmla="*/ 40361 w 199115"/>
                <a:gd name="connsiteY147" fmla="*/ 116848 h 369346"/>
                <a:gd name="connsiteX148" fmla="*/ 40361 w 199115"/>
                <a:gd name="connsiteY148" fmla="*/ 123563 h 369346"/>
                <a:gd name="connsiteX149" fmla="*/ 33634 w 199115"/>
                <a:gd name="connsiteY149" fmla="*/ 135651 h 369346"/>
                <a:gd name="connsiteX150" fmla="*/ 33634 w 199115"/>
                <a:gd name="connsiteY150" fmla="*/ 138337 h 369346"/>
                <a:gd name="connsiteX151" fmla="*/ 26908 w 199115"/>
                <a:gd name="connsiteY151" fmla="*/ 146395 h 369346"/>
                <a:gd name="connsiteX152" fmla="*/ 26908 w 199115"/>
                <a:gd name="connsiteY152" fmla="*/ 150425 h 369346"/>
                <a:gd name="connsiteX153" fmla="*/ 30943 w 199115"/>
                <a:gd name="connsiteY153" fmla="*/ 153111 h 369346"/>
                <a:gd name="connsiteX154" fmla="*/ 26908 w 199115"/>
                <a:gd name="connsiteY154" fmla="*/ 158483 h 369346"/>
                <a:gd name="connsiteX155" fmla="*/ 29598 w 199115"/>
                <a:gd name="connsiteY155" fmla="*/ 165198 h 369346"/>
                <a:gd name="connsiteX156" fmla="*/ 28253 w 199115"/>
                <a:gd name="connsiteY156" fmla="*/ 171914 h 369346"/>
                <a:gd name="connsiteX157" fmla="*/ 36325 w 199115"/>
                <a:gd name="connsiteY157" fmla="*/ 185344 h 369346"/>
                <a:gd name="connsiteX158" fmla="*/ 34980 w 199115"/>
                <a:gd name="connsiteY158" fmla="*/ 189374 h 369346"/>
                <a:gd name="connsiteX159" fmla="*/ 40361 w 199115"/>
                <a:gd name="connsiteY159" fmla="*/ 194746 h 369346"/>
                <a:gd name="connsiteX160" fmla="*/ 40361 w 199115"/>
                <a:gd name="connsiteY160" fmla="*/ 197432 h 369346"/>
                <a:gd name="connsiteX161" fmla="*/ 36325 w 199115"/>
                <a:gd name="connsiteY161" fmla="*/ 200118 h 369346"/>
                <a:gd name="connsiteX162" fmla="*/ 37670 w 199115"/>
                <a:gd name="connsiteY162" fmla="*/ 204148 h 369346"/>
                <a:gd name="connsiteX163" fmla="*/ 34980 w 199115"/>
                <a:gd name="connsiteY163" fmla="*/ 216235 h 369346"/>
                <a:gd name="connsiteX164" fmla="*/ 30943 w 199115"/>
                <a:gd name="connsiteY164" fmla="*/ 218921 h 369346"/>
                <a:gd name="connsiteX165" fmla="*/ 28253 w 199115"/>
                <a:gd name="connsiteY165" fmla="*/ 225637 h 369346"/>
                <a:gd name="connsiteX166" fmla="*/ 25562 w 199115"/>
                <a:gd name="connsiteY166" fmla="*/ 226980 h 369346"/>
                <a:gd name="connsiteX167" fmla="*/ 24217 w 199115"/>
                <a:gd name="connsiteY167" fmla="*/ 231009 h 369346"/>
                <a:gd name="connsiteX168" fmla="*/ 20181 w 199115"/>
                <a:gd name="connsiteY168" fmla="*/ 235038 h 369346"/>
                <a:gd name="connsiteX169" fmla="*/ 18835 w 199115"/>
                <a:gd name="connsiteY169" fmla="*/ 244440 h 369346"/>
                <a:gd name="connsiteX170" fmla="*/ 16145 w 199115"/>
                <a:gd name="connsiteY170" fmla="*/ 248469 h 369346"/>
                <a:gd name="connsiteX171" fmla="*/ 8072 w 199115"/>
                <a:gd name="connsiteY171" fmla="*/ 249812 h 369346"/>
                <a:gd name="connsiteX172" fmla="*/ 6727 w 199115"/>
                <a:gd name="connsiteY172" fmla="*/ 252498 h 369346"/>
                <a:gd name="connsiteX173" fmla="*/ 6727 w 199115"/>
                <a:gd name="connsiteY173" fmla="*/ 260557 h 369346"/>
                <a:gd name="connsiteX174" fmla="*/ 1345 w 199115"/>
                <a:gd name="connsiteY174" fmla="*/ 267272 h 369346"/>
                <a:gd name="connsiteX175" fmla="*/ 1345 w 199115"/>
                <a:gd name="connsiteY175" fmla="*/ 273988 h 369346"/>
                <a:gd name="connsiteX176" fmla="*/ 0 w 199115"/>
                <a:gd name="connsiteY176" fmla="*/ 278017 h 369346"/>
                <a:gd name="connsiteX177" fmla="*/ 1345 w 199115"/>
                <a:gd name="connsiteY177" fmla="*/ 280703 h 369346"/>
                <a:gd name="connsiteX178" fmla="*/ 1345 w 199115"/>
                <a:gd name="connsiteY178" fmla="*/ 288762 h 369346"/>
                <a:gd name="connsiteX179" fmla="*/ 8072 w 199115"/>
                <a:gd name="connsiteY179" fmla="*/ 296820 h 369346"/>
                <a:gd name="connsiteX180" fmla="*/ 8072 w 199115"/>
                <a:gd name="connsiteY180" fmla="*/ 302192 h 369346"/>
                <a:gd name="connsiteX181" fmla="*/ 8072 w 199115"/>
                <a:gd name="connsiteY181" fmla="*/ 306221 h 369346"/>
                <a:gd name="connsiteX182" fmla="*/ 12108 w 199115"/>
                <a:gd name="connsiteY182" fmla="*/ 308908 h 369346"/>
                <a:gd name="connsiteX183" fmla="*/ 13454 w 199115"/>
                <a:gd name="connsiteY183" fmla="*/ 307565 h 369346"/>
                <a:gd name="connsiteX184" fmla="*/ 12108 w 199115"/>
                <a:gd name="connsiteY184" fmla="*/ 310251 h 369346"/>
                <a:gd name="connsiteX185" fmla="*/ 6727 w 199115"/>
                <a:gd name="connsiteY185" fmla="*/ 311594 h 369346"/>
                <a:gd name="connsiteX186" fmla="*/ 6727 w 199115"/>
                <a:gd name="connsiteY186" fmla="*/ 316966 h 369346"/>
                <a:gd name="connsiteX187" fmla="*/ 8072 w 199115"/>
                <a:gd name="connsiteY187" fmla="*/ 325025 h 369346"/>
                <a:gd name="connsiteX188" fmla="*/ 6727 w 199115"/>
                <a:gd name="connsiteY188" fmla="*/ 335769 h 369346"/>
                <a:gd name="connsiteX189" fmla="*/ 9418 w 199115"/>
                <a:gd name="connsiteY189" fmla="*/ 338456 h 369346"/>
                <a:gd name="connsiteX190" fmla="*/ 9418 w 199115"/>
                <a:gd name="connsiteY190" fmla="*/ 341141 h 369346"/>
                <a:gd name="connsiteX191" fmla="*/ 12108 w 199115"/>
                <a:gd name="connsiteY191" fmla="*/ 342485 h 369346"/>
                <a:gd name="connsiteX192" fmla="*/ 16145 w 199115"/>
                <a:gd name="connsiteY192" fmla="*/ 349200 h 369346"/>
                <a:gd name="connsiteX193" fmla="*/ 18835 w 199115"/>
                <a:gd name="connsiteY193" fmla="*/ 350543 h 369346"/>
                <a:gd name="connsiteX194" fmla="*/ 20181 w 199115"/>
                <a:gd name="connsiteY194" fmla="*/ 353229 h 369346"/>
                <a:gd name="connsiteX195" fmla="*/ 24217 w 199115"/>
                <a:gd name="connsiteY195" fmla="*/ 357259 h 369346"/>
                <a:gd name="connsiteX196" fmla="*/ 28253 w 199115"/>
                <a:gd name="connsiteY196" fmla="*/ 355915 h 369346"/>
                <a:gd name="connsiteX197" fmla="*/ 29598 w 199115"/>
                <a:gd name="connsiteY197" fmla="*/ 358602 h 369346"/>
                <a:gd name="connsiteX198" fmla="*/ 33634 w 199115"/>
                <a:gd name="connsiteY198" fmla="*/ 358602 h 369346"/>
                <a:gd name="connsiteX199" fmla="*/ 37670 w 199115"/>
                <a:gd name="connsiteY199" fmla="*/ 365317 h 369346"/>
                <a:gd name="connsiteX200" fmla="*/ 40361 w 199115"/>
                <a:gd name="connsiteY200" fmla="*/ 365317 h 369346"/>
                <a:gd name="connsiteX201" fmla="*/ 40361 w 199115"/>
                <a:gd name="connsiteY201" fmla="*/ 368003 h 369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99115" h="369346">
                  <a:moveTo>
                    <a:pt x="41707" y="369346"/>
                  </a:moveTo>
                  <a:lnTo>
                    <a:pt x="45743" y="366660"/>
                  </a:lnTo>
                  <a:lnTo>
                    <a:pt x="51124" y="368003"/>
                  </a:lnTo>
                  <a:lnTo>
                    <a:pt x="57851" y="363974"/>
                  </a:lnTo>
                  <a:lnTo>
                    <a:pt x="61887" y="357259"/>
                  </a:lnTo>
                  <a:lnTo>
                    <a:pt x="79377" y="355915"/>
                  </a:lnTo>
                  <a:lnTo>
                    <a:pt x="83414" y="357259"/>
                  </a:lnTo>
                  <a:lnTo>
                    <a:pt x="92831" y="354572"/>
                  </a:lnTo>
                  <a:lnTo>
                    <a:pt x="94176" y="349200"/>
                  </a:lnTo>
                  <a:lnTo>
                    <a:pt x="98212" y="349200"/>
                  </a:lnTo>
                  <a:lnTo>
                    <a:pt x="100903" y="341141"/>
                  </a:lnTo>
                  <a:lnTo>
                    <a:pt x="104939" y="334426"/>
                  </a:lnTo>
                  <a:lnTo>
                    <a:pt x="106285" y="329054"/>
                  </a:lnTo>
                  <a:lnTo>
                    <a:pt x="110321" y="326368"/>
                  </a:lnTo>
                  <a:lnTo>
                    <a:pt x="110321" y="318309"/>
                  </a:lnTo>
                  <a:lnTo>
                    <a:pt x="108976" y="316966"/>
                  </a:lnTo>
                  <a:lnTo>
                    <a:pt x="113012" y="314280"/>
                  </a:lnTo>
                  <a:lnTo>
                    <a:pt x="114357" y="306221"/>
                  </a:lnTo>
                  <a:lnTo>
                    <a:pt x="114357" y="304879"/>
                  </a:lnTo>
                  <a:lnTo>
                    <a:pt x="115702" y="304879"/>
                  </a:lnTo>
                  <a:lnTo>
                    <a:pt x="121084" y="296820"/>
                  </a:lnTo>
                  <a:lnTo>
                    <a:pt x="125120" y="279360"/>
                  </a:lnTo>
                  <a:lnTo>
                    <a:pt x="127811" y="269959"/>
                  </a:lnTo>
                  <a:lnTo>
                    <a:pt x="131847" y="265929"/>
                  </a:lnTo>
                  <a:lnTo>
                    <a:pt x="134538" y="255185"/>
                  </a:lnTo>
                  <a:lnTo>
                    <a:pt x="141265" y="243097"/>
                  </a:lnTo>
                  <a:lnTo>
                    <a:pt x="147991" y="221608"/>
                  </a:lnTo>
                  <a:lnTo>
                    <a:pt x="152027" y="214892"/>
                  </a:lnTo>
                  <a:lnTo>
                    <a:pt x="152027" y="205491"/>
                  </a:lnTo>
                  <a:lnTo>
                    <a:pt x="157409" y="196089"/>
                  </a:lnTo>
                  <a:lnTo>
                    <a:pt x="158754" y="192060"/>
                  </a:lnTo>
                  <a:lnTo>
                    <a:pt x="164136" y="182659"/>
                  </a:lnTo>
                  <a:lnTo>
                    <a:pt x="166827" y="167885"/>
                  </a:lnTo>
                  <a:lnTo>
                    <a:pt x="169518" y="158483"/>
                  </a:lnTo>
                  <a:lnTo>
                    <a:pt x="172208" y="155797"/>
                  </a:lnTo>
                  <a:lnTo>
                    <a:pt x="173554" y="147738"/>
                  </a:lnTo>
                  <a:lnTo>
                    <a:pt x="170863" y="143709"/>
                  </a:lnTo>
                  <a:lnTo>
                    <a:pt x="172208" y="136994"/>
                  </a:lnTo>
                  <a:lnTo>
                    <a:pt x="177590" y="130279"/>
                  </a:lnTo>
                  <a:lnTo>
                    <a:pt x="177590" y="126249"/>
                  </a:lnTo>
                  <a:lnTo>
                    <a:pt x="181626" y="122220"/>
                  </a:lnTo>
                  <a:lnTo>
                    <a:pt x="180280" y="115505"/>
                  </a:lnTo>
                  <a:lnTo>
                    <a:pt x="177590" y="114162"/>
                  </a:lnTo>
                  <a:lnTo>
                    <a:pt x="180280" y="108789"/>
                  </a:lnTo>
                  <a:lnTo>
                    <a:pt x="180280" y="102074"/>
                  </a:lnTo>
                  <a:lnTo>
                    <a:pt x="177590" y="100731"/>
                  </a:lnTo>
                  <a:lnTo>
                    <a:pt x="177590" y="95359"/>
                  </a:lnTo>
                  <a:lnTo>
                    <a:pt x="181626" y="94015"/>
                  </a:lnTo>
                  <a:lnTo>
                    <a:pt x="184317" y="95359"/>
                  </a:lnTo>
                  <a:lnTo>
                    <a:pt x="184317" y="100731"/>
                  </a:lnTo>
                  <a:lnTo>
                    <a:pt x="189698" y="107446"/>
                  </a:lnTo>
                  <a:lnTo>
                    <a:pt x="192389" y="107446"/>
                  </a:lnTo>
                  <a:lnTo>
                    <a:pt x="195080" y="104760"/>
                  </a:lnTo>
                  <a:lnTo>
                    <a:pt x="195080" y="99388"/>
                  </a:lnTo>
                  <a:lnTo>
                    <a:pt x="196425" y="98044"/>
                  </a:lnTo>
                  <a:lnTo>
                    <a:pt x="196425" y="94015"/>
                  </a:lnTo>
                  <a:lnTo>
                    <a:pt x="199116" y="91329"/>
                  </a:lnTo>
                  <a:lnTo>
                    <a:pt x="197771" y="85957"/>
                  </a:lnTo>
                  <a:lnTo>
                    <a:pt x="193734" y="79241"/>
                  </a:lnTo>
                  <a:lnTo>
                    <a:pt x="192389" y="75212"/>
                  </a:lnTo>
                  <a:lnTo>
                    <a:pt x="193734" y="72526"/>
                  </a:lnTo>
                  <a:lnTo>
                    <a:pt x="193734" y="67154"/>
                  </a:lnTo>
                  <a:lnTo>
                    <a:pt x="192389" y="60438"/>
                  </a:lnTo>
                  <a:lnTo>
                    <a:pt x="192389" y="56409"/>
                  </a:lnTo>
                  <a:lnTo>
                    <a:pt x="193734" y="44321"/>
                  </a:lnTo>
                  <a:lnTo>
                    <a:pt x="189698" y="38949"/>
                  </a:lnTo>
                  <a:lnTo>
                    <a:pt x="188353" y="26862"/>
                  </a:lnTo>
                  <a:lnTo>
                    <a:pt x="187007" y="22832"/>
                  </a:lnTo>
                  <a:lnTo>
                    <a:pt x="184317" y="24175"/>
                  </a:lnTo>
                  <a:lnTo>
                    <a:pt x="180280" y="18803"/>
                  </a:lnTo>
                  <a:lnTo>
                    <a:pt x="180280" y="13431"/>
                  </a:lnTo>
                  <a:lnTo>
                    <a:pt x="174899" y="10744"/>
                  </a:lnTo>
                  <a:lnTo>
                    <a:pt x="177590" y="5372"/>
                  </a:lnTo>
                  <a:lnTo>
                    <a:pt x="176244" y="0"/>
                  </a:lnTo>
                  <a:lnTo>
                    <a:pt x="169518" y="6715"/>
                  </a:lnTo>
                  <a:lnTo>
                    <a:pt x="170863" y="10744"/>
                  </a:lnTo>
                  <a:lnTo>
                    <a:pt x="166827" y="13431"/>
                  </a:lnTo>
                  <a:lnTo>
                    <a:pt x="162791" y="10744"/>
                  </a:lnTo>
                  <a:lnTo>
                    <a:pt x="160100" y="10744"/>
                  </a:lnTo>
                  <a:lnTo>
                    <a:pt x="164136" y="16117"/>
                  </a:lnTo>
                  <a:lnTo>
                    <a:pt x="164136" y="18803"/>
                  </a:lnTo>
                  <a:lnTo>
                    <a:pt x="166827" y="22832"/>
                  </a:lnTo>
                  <a:lnTo>
                    <a:pt x="166827" y="24175"/>
                  </a:lnTo>
                  <a:lnTo>
                    <a:pt x="161445" y="28205"/>
                  </a:lnTo>
                  <a:lnTo>
                    <a:pt x="161445" y="36263"/>
                  </a:lnTo>
                  <a:lnTo>
                    <a:pt x="158754" y="41635"/>
                  </a:lnTo>
                  <a:lnTo>
                    <a:pt x="154718" y="40292"/>
                  </a:lnTo>
                  <a:lnTo>
                    <a:pt x="150682" y="45665"/>
                  </a:lnTo>
                  <a:lnTo>
                    <a:pt x="150682" y="49694"/>
                  </a:lnTo>
                  <a:lnTo>
                    <a:pt x="146646" y="52380"/>
                  </a:lnTo>
                  <a:lnTo>
                    <a:pt x="143955" y="51037"/>
                  </a:lnTo>
                  <a:lnTo>
                    <a:pt x="143955" y="44321"/>
                  </a:lnTo>
                  <a:lnTo>
                    <a:pt x="141265" y="42979"/>
                  </a:lnTo>
                  <a:lnTo>
                    <a:pt x="137229" y="47008"/>
                  </a:lnTo>
                  <a:lnTo>
                    <a:pt x="137229" y="53723"/>
                  </a:lnTo>
                  <a:lnTo>
                    <a:pt x="142610" y="57752"/>
                  </a:lnTo>
                  <a:lnTo>
                    <a:pt x="143955" y="60438"/>
                  </a:lnTo>
                  <a:lnTo>
                    <a:pt x="141265" y="61782"/>
                  </a:lnTo>
                  <a:lnTo>
                    <a:pt x="139919" y="61782"/>
                  </a:lnTo>
                  <a:lnTo>
                    <a:pt x="133192" y="63125"/>
                  </a:lnTo>
                  <a:lnTo>
                    <a:pt x="134538" y="67154"/>
                  </a:lnTo>
                  <a:lnTo>
                    <a:pt x="139919" y="68497"/>
                  </a:lnTo>
                  <a:lnTo>
                    <a:pt x="139919" y="72526"/>
                  </a:lnTo>
                  <a:lnTo>
                    <a:pt x="138574" y="75212"/>
                  </a:lnTo>
                  <a:lnTo>
                    <a:pt x="135883" y="72526"/>
                  </a:lnTo>
                  <a:lnTo>
                    <a:pt x="131847" y="73869"/>
                  </a:lnTo>
                  <a:lnTo>
                    <a:pt x="130502" y="76556"/>
                  </a:lnTo>
                  <a:lnTo>
                    <a:pt x="123775" y="83271"/>
                  </a:lnTo>
                  <a:lnTo>
                    <a:pt x="123775" y="76556"/>
                  </a:lnTo>
                  <a:lnTo>
                    <a:pt x="125120" y="75212"/>
                  </a:lnTo>
                  <a:lnTo>
                    <a:pt x="122429" y="72526"/>
                  </a:lnTo>
                  <a:lnTo>
                    <a:pt x="118393" y="76556"/>
                  </a:lnTo>
                  <a:lnTo>
                    <a:pt x="121084" y="79241"/>
                  </a:lnTo>
                  <a:lnTo>
                    <a:pt x="119738" y="80585"/>
                  </a:lnTo>
                  <a:lnTo>
                    <a:pt x="114357" y="84614"/>
                  </a:lnTo>
                  <a:lnTo>
                    <a:pt x="117048" y="88643"/>
                  </a:lnTo>
                  <a:lnTo>
                    <a:pt x="119738" y="89986"/>
                  </a:lnTo>
                  <a:lnTo>
                    <a:pt x="119738" y="92672"/>
                  </a:lnTo>
                  <a:lnTo>
                    <a:pt x="115702" y="94015"/>
                  </a:lnTo>
                  <a:lnTo>
                    <a:pt x="111666" y="96702"/>
                  </a:lnTo>
                  <a:lnTo>
                    <a:pt x="111666" y="92672"/>
                  </a:lnTo>
                  <a:lnTo>
                    <a:pt x="108976" y="92672"/>
                  </a:lnTo>
                  <a:lnTo>
                    <a:pt x="111666" y="88643"/>
                  </a:lnTo>
                  <a:lnTo>
                    <a:pt x="108976" y="87300"/>
                  </a:lnTo>
                  <a:lnTo>
                    <a:pt x="99558" y="95359"/>
                  </a:lnTo>
                  <a:lnTo>
                    <a:pt x="98212" y="102074"/>
                  </a:lnTo>
                  <a:lnTo>
                    <a:pt x="99558" y="106103"/>
                  </a:lnTo>
                  <a:lnTo>
                    <a:pt x="98212" y="108789"/>
                  </a:lnTo>
                  <a:lnTo>
                    <a:pt x="94176" y="107446"/>
                  </a:lnTo>
                  <a:lnTo>
                    <a:pt x="92831" y="106103"/>
                  </a:lnTo>
                  <a:lnTo>
                    <a:pt x="92831" y="99388"/>
                  </a:lnTo>
                  <a:lnTo>
                    <a:pt x="90140" y="99388"/>
                  </a:lnTo>
                  <a:lnTo>
                    <a:pt x="84759" y="104760"/>
                  </a:lnTo>
                  <a:lnTo>
                    <a:pt x="78032" y="100731"/>
                  </a:lnTo>
                  <a:lnTo>
                    <a:pt x="76687" y="102074"/>
                  </a:lnTo>
                  <a:lnTo>
                    <a:pt x="73996" y="102074"/>
                  </a:lnTo>
                  <a:lnTo>
                    <a:pt x="75341" y="110132"/>
                  </a:lnTo>
                  <a:lnTo>
                    <a:pt x="72650" y="108789"/>
                  </a:lnTo>
                  <a:lnTo>
                    <a:pt x="71305" y="110132"/>
                  </a:lnTo>
                  <a:lnTo>
                    <a:pt x="71305" y="106103"/>
                  </a:lnTo>
                  <a:lnTo>
                    <a:pt x="68614" y="104760"/>
                  </a:lnTo>
                  <a:lnTo>
                    <a:pt x="65923" y="108789"/>
                  </a:lnTo>
                  <a:lnTo>
                    <a:pt x="63233" y="104760"/>
                  </a:lnTo>
                  <a:lnTo>
                    <a:pt x="52470" y="114162"/>
                  </a:lnTo>
                  <a:lnTo>
                    <a:pt x="49779" y="114162"/>
                  </a:lnTo>
                  <a:lnTo>
                    <a:pt x="47088" y="112818"/>
                  </a:lnTo>
                  <a:lnTo>
                    <a:pt x="41707" y="112818"/>
                  </a:lnTo>
                  <a:lnTo>
                    <a:pt x="40361" y="116848"/>
                  </a:lnTo>
                  <a:lnTo>
                    <a:pt x="40361" y="123563"/>
                  </a:lnTo>
                  <a:lnTo>
                    <a:pt x="33634" y="135651"/>
                  </a:lnTo>
                  <a:lnTo>
                    <a:pt x="33634" y="138337"/>
                  </a:lnTo>
                  <a:lnTo>
                    <a:pt x="26908" y="146395"/>
                  </a:lnTo>
                  <a:lnTo>
                    <a:pt x="26908" y="150425"/>
                  </a:lnTo>
                  <a:lnTo>
                    <a:pt x="30943" y="153111"/>
                  </a:lnTo>
                  <a:lnTo>
                    <a:pt x="26908" y="158483"/>
                  </a:lnTo>
                  <a:lnTo>
                    <a:pt x="29598" y="165198"/>
                  </a:lnTo>
                  <a:lnTo>
                    <a:pt x="28253" y="171914"/>
                  </a:lnTo>
                  <a:lnTo>
                    <a:pt x="36325" y="185344"/>
                  </a:lnTo>
                  <a:lnTo>
                    <a:pt x="34980" y="189374"/>
                  </a:lnTo>
                  <a:lnTo>
                    <a:pt x="40361" y="194746"/>
                  </a:lnTo>
                  <a:lnTo>
                    <a:pt x="40361" y="197432"/>
                  </a:lnTo>
                  <a:lnTo>
                    <a:pt x="36325" y="200118"/>
                  </a:lnTo>
                  <a:lnTo>
                    <a:pt x="37670" y="204148"/>
                  </a:lnTo>
                  <a:lnTo>
                    <a:pt x="34980" y="216235"/>
                  </a:lnTo>
                  <a:lnTo>
                    <a:pt x="30943" y="218921"/>
                  </a:lnTo>
                  <a:lnTo>
                    <a:pt x="28253" y="225637"/>
                  </a:lnTo>
                  <a:lnTo>
                    <a:pt x="25562" y="226980"/>
                  </a:lnTo>
                  <a:lnTo>
                    <a:pt x="24217" y="231009"/>
                  </a:lnTo>
                  <a:lnTo>
                    <a:pt x="20181" y="235038"/>
                  </a:lnTo>
                  <a:lnTo>
                    <a:pt x="18835" y="244440"/>
                  </a:lnTo>
                  <a:lnTo>
                    <a:pt x="16145" y="248469"/>
                  </a:lnTo>
                  <a:lnTo>
                    <a:pt x="8072" y="249812"/>
                  </a:lnTo>
                  <a:lnTo>
                    <a:pt x="6727" y="252498"/>
                  </a:lnTo>
                  <a:lnTo>
                    <a:pt x="6727" y="260557"/>
                  </a:lnTo>
                  <a:lnTo>
                    <a:pt x="1345" y="267272"/>
                  </a:lnTo>
                  <a:lnTo>
                    <a:pt x="1345" y="273988"/>
                  </a:lnTo>
                  <a:lnTo>
                    <a:pt x="0" y="278017"/>
                  </a:lnTo>
                  <a:lnTo>
                    <a:pt x="1345" y="280703"/>
                  </a:lnTo>
                  <a:lnTo>
                    <a:pt x="1345" y="288762"/>
                  </a:lnTo>
                  <a:lnTo>
                    <a:pt x="8072" y="296820"/>
                  </a:lnTo>
                  <a:lnTo>
                    <a:pt x="8072" y="302192"/>
                  </a:lnTo>
                  <a:lnTo>
                    <a:pt x="8072" y="306221"/>
                  </a:lnTo>
                  <a:lnTo>
                    <a:pt x="12108" y="308908"/>
                  </a:lnTo>
                  <a:lnTo>
                    <a:pt x="13454" y="307565"/>
                  </a:lnTo>
                  <a:lnTo>
                    <a:pt x="12108" y="310251"/>
                  </a:lnTo>
                  <a:lnTo>
                    <a:pt x="6727" y="311594"/>
                  </a:lnTo>
                  <a:lnTo>
                    <a:pt x="6727" y="316966"/>
                  </a:lnTo>
                  <a:lnTo>
                    <a:pt x="8072" y="325025"/>
                  </a:lnTo>
                  <a:lnTo>
                    <a:pt x="6727" y="335769"/>
                  </a:lnTo>
                  <a:lnTo>
                    <a:pt x="9418" y="338456"/>
                  </a:lnTo>
                  <a:lnTo>
                    <a:pt x="9418" y="341141"/>
                  </a:lnTo>
                  <a:lnTo>
                    <a:pt x="12108" y="342485"/>
                  </a:lnTo>
                  <a:lnTo>
                    <a:pt x="16145" y="349200"/>
                  </a:lnTo>
                  <a:lnTo>
                    <a:pt x="18835" y="350543"/>
                  </a:lnTo>
                  <a:lnTo>
                    <a:pt x="20181" y="353229"/>
                  </a:lnTo>
                  <a:lnTo>
                    <a:pt x="24217" y="357259"/>
                  </a:lnTo>
                  <a:lnTo>
                    <a:pt x="28253" y="355915"/>
                  </a:lnTo>
                  <a:lnTo>
                    <a:pt x="29598" y="358602"/>
                  </a:lnTo>
                  <a:lnTo>
                    <a:pt x="33634" y="358602"/>
                  </a:lnTo>
                  <a:lnTo>
                    <a:pt x="37670" y="365317"/>
                  </a:lnTo>
                  <a:lnTo>
                    <a:pt x="40361" y="365317"/>
                  </a:lnTo>
                  <a:lnTo>
                    <a:pt x="40361" y="36800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79" name="Freeform 778">
              <a:extLst>
                <a:ext uri="{FF2B5EF4-FFF2-40B4-BE49-F238E27FC236}">
                  <a16:creationId xmlns:a16="http://schemas.microsoft.com/office/drawing/2014/main" id="{05246993-86D1-3CC8-BD1F-6FD4A66D25EC}"/>
                </a:ext>
              </a:extLst>
            </p:cNvPr>
            <p:cNvSpPr/>
            <p:nvPr/>
          </p:nvSpPr>
          <p:spPr>
            <a:xfrm>
              <a:off x="8603686" y="4972874"/>
              <a:ext cx="4035" cy="6715"/>
            </a:xfrm>
            <a:custGeom>
              <a:avLst/>
              <a:gdLst>
                <a:gd name="connsiteX0" fmla="*/ 1345 w 4035"/>
                <a:gd name="connsiteY0" fmla="*/ 6715 h 6715"/>
                <a:gd name="connsiteX1" fmla="*/ 0 w 4035"/>
                <a:gd name="connsiteY1" fmla="*/ 5372 h 6715"/>
                <a:gd name="connsiteX2" fmla="*/ 4036 w 4035"/>
                <a:gd name="connsiteY2" fmla="*/ 0 h 6715"/>
                <a:gd name="connsiteX3" fmla="*/ 4036 w 4035"/>
                <a:gd name="connsiteY3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6715">
                  <a:moveTo>
                    <a:pt x="1345" y="6715"/>
                  </a:moveTo>
                  <a:lnTo>
                    <a:pt x="0" y="5372"/>
                  </a:lnTo>
                  <a:lnTo>
                    <a:pt x="4036" y="0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4FB7E6BA-3B5C-DC2B-C909-11A286D7F610}"/>
                </a:ext>
              </a:extLst>
            </p:cNvPr>
            <p:cNvSpPr/>
            <p:nvPr/>
          </p:nvSpPr>
          <p:spPr>
            <a:xfrm>
              <a:off x="8602340" y="4986305"/>
              <a:ext cx="2690" cy="4029"/>
            </a:xfrm>
            <a:custGeom>
              <a:avLst/>
              <a:gdLst>
                <a:gd name="connsiteX0" fmla="*/ 0 w 2690"/>
                <a:gd name="connsiteY0" fmla="*/ 1343 h 4029"/>
                <a:gd name="connsiteX1" fmla="*/ 1345 w 2690"/>
                <a:gd name="connsiteY1" fmla="*/ 0 h 4029"/>
                <a:gd name="connsiteX2" fmla="*/ 2691 w 2690"/>
                <a:gd name="connsiteY2" fmla="*/ 2686 h 4029"/>
                <a:gd name="connsiteX3" fmla="*/ 1345 w 2690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0" y="1343"/>
                  </a:moveTo>
                  <a:lnTo>
                    <a:pt x="1345" y="0"/>
                  </a:lnTo>
                  <a:lnTo>
                    <a:pt x="2691" y="2686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81" name="Freeform 780">
              <a:extLst>
                <a:ext uri="{FF2B5EF4-FFF2-40B4-BE49-F238E27FC236}">
                  <a16:creationId xmlns:a16="http://schemas.microsoft.com/office/drawing/2014/main" id="{FD3B4A73-1AED-8443-6E95-9F2FAE97F2AB}"/>
                </a:ext>
              </a:extLst>
            </p:cNvPr>
            <p:cNvSpPr/>
            <p:nvPr/>
          </p:nvSpPr>
          <p:spPr>
            <a:xfrm>
              <a:off x="8591577" y="4986305"/>
              <a:ext cx="8072" cy="6715"/>
            </a:xfrm>
            <a:custGeom>
              <a:avLst/>
              <a:gdLst>
                <a:gd name="connsiteX0" fmla="*/ 2691 w 8072"/>
                <a:gd name="connsiteY0" fmla="*/ 0 h 6715"/>
                <a:gd name="connsiteX1" fmla="*/ 4036 w 8072"/>
                <a:gd name="connsiteY1" fmla="*/ 0 h 6715"/>
                <a:gd name="connsiteX2" fmla="*/ 5381 w 8072"/>
                <a:gd name="connsiteY2" fmla="*/ 0 h 6715"/>
                <a:gd name="connsiteX3" fmla="*/ 8072 w 8072"/>
                <a:gd name="connsiteY3" fmla="*/ 1343 h 6715"/>
                <a:gd name="connsiteX4" fmla="*/ 6727 w 8072"/>
                <a:gd name="connsiteY4" fmla="*/ 6715 h 6715"/>
                <a:gd name="connsiteX5" fmla="*/ 4036 w 8072"/>
                <a:gd name="connsiteY5" fmla="*/ 4029 h 6715"/>
                <a:gd name="connsiteX6" fmla="*/ 0 w 8072"/>
                <a:gd name="connsiteY6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6715">
                  <a:moveTo>
                    <a:pt x="2691" y="0"/>
                  </a:moveTo>
                  <a:lnTo>
                    <a:pt x="4036" y="0"/>
                  </a:lnTo>
                  <a:lnTo>
                    <a:pt x="5381" y="0"/>
                  </a:lnTo>
                  <a:lnTo>
                    <a:pt x="8072" y="1343"/>
                  </a:lnTo>
                  <a:lnTo>
                    <a:pt x="6727" y="6715"/>
                  </a:lnTo>
                  <a:lnTo>
                    <a:pt x="4036" y="4029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82" name="Freeform 781">
              <a:extLst>
                <a:ext uri="{FF2B5EF4-FFF2-40B4-BE49-F238E27FC236}">
                  <a16:creationId xmlns:a16="http://schemas.microsoft.com/office/drawing/2014/main" id="{46E84951-2C58-8421-841C-0589EF94738B}"/>
                </a:ext>
              </a:extLst>
            </p:cNvPr>
            <p:cNvSpPr/>
            <p:nvPr/>
          </p:nvSpPr>
          <p:spPr>
            <a:xfrm>
              <a:off x="8630593" y="5077634"/>
              <a:ext cx="5381" cy="13430"/>
            </a:xfrm>
            <a:custGeom>
              <a:avLst/>
              <a:gdLst>
                <a:gd name="connsiteX0" fmla="*/ 0 w 5381"/>
                <a:gd name="connsiteY0" fmla="*/ 13431 h 13430"/>
                <a:gd name="connsiteX1" fmla="*/ 0 w 5381"/>
                <a:gd name="connsiteY1" fmla="*/ 9402 h 13430"/>
                <a:gd name="connsiteX2" fmla="*/ 0 w 5381"/>
                <a:gd name="connsiteY2" fmla="*/ 6715 h 13430"/>
                <a:gd name="connsiteX3" fmla="*/ 1345 w 5381"/>
                <a:gd name="connsiteY3" fmla="*/ 4029 h 13430"/>
                <a:gd name="connsiteX4" fmla="*/ 2691 w 5381"/>
                <a:gd name="connsiteY4" fmla="*/ 4029 h 13430"/>
                <a:gd name="connsiteX5" fmla="*/ 5381 w 5381"/>
                <a:gd name="connsiteY5" fmla="*/ 0 h 13430"/>
                <a:gd name="connsiteX6" fmla="*/ 2691 w 5381"/>
                <a:gd name="connsiteY6" fmla="*/ 5373 h 13430"/>
                <a:gd name="connsiteX7" fmla="*/ 1345 w 5381"/>
                <a:gd name="connsiteY7" fmla="*/ 8059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13430">
                  <a:moveTo>
                    <a:pt x="0" y="13431"/>
                  </a:moveTo>
                  <a:lnTo>
                    <a:pt x="0" y="9402"/>
                  </a:lnTo>
                  <a:lnTo>
                    <a:pt x="0" y="6715"/>
                  </a:lnTo>
                  <a:lnTo>
                    <a:pt x="1345" y="4029"/>
                  </a:lnTo>
                  <a:lnTo>
                    <a:pt x="2691" y="4029"/>
                  </a:lnTo>
                  <a:lnTo>
                    <a:pt x="5381" y="0"/>
                  </a:lnTo>
                  <a:lnTo>
                    <a:pt x="2691" y="5373"/>
                  </a:lnTo>
                  <a:lnTo>
                    <a:pt x="1345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783" name="Freeform 782">
            <a:extLst>
              <a:ext uri="{FF2B5EF4-FFF2-40B4-BE49-F238E27FC236}">
                <a16:creationId xmlns:a16="http://schemas.microsoft.com/office/drawing/2014/main" id="{16B22336-9B52-36F4-419F-7D10E873C101}"/>
              </a:ext>
            </a:extLst>
          </p:cNvPr>
          <p:cNvSpPr/>
          <p:nvPr/>
        </p:nvSpPr>
        <p:spPr>
          <a:xfrm>
            <a:off x="8128768" y="4913779"/>
            <a:ext cx="271765" cy="436500"/>
          </a:xfrm>
          <a:custGeom>
            <a:avLst/>
            <a:gdLst>
              <a:gd name="connsiteX0" fmla="*/ 17490 w 271765"/>
              <a:gd name="connsiteY0" fmla="*/ 319652 h 436500"/>
              <a:gd name="connsiteX1" fmla="*/ 45743 w 271765"/>
              <a:gd name="connsiteY1" fmla="*/ 291447 h 436500"/>
              <a:gd name="connsiteX2" fmla="*/ 47088 w 271765"/>
              <a:gd name="connsiteY2" fmla="*/ 282046 h 436500"/>
              <a:gd name="connsiteX3" fmla="*/ 48433 w 271765"/>
              <a:gd name="connsiteY3" fmla="*/ 279360 h 436500"/>
              <a:gd name="connsiteX4" fmla="*/ 48433 w 271765"/>
              <a:gd name="connsiteY4" fmla="*/ 271301 h 436500"/>
              <a:gd name="connsiteX5" fmla="*/ 49779 w 271765"/>
              <a:gd name="connsiteY5" fmla="*/ 268615 h 436500"/>
              <a:gd name="connsiteX6" fmla="*/ 48433 w 271765"/>
              <a:gd name="connsiteY6" fmla="*/ 264586 h 436500"/>
              <a:gd name="connsiteX7" fmla="*/ 49779 w 271765"/>
              <a:gd name="connsiteY7" fmla="*/ 260557 h 436500"/>
              <a:gd name="connsiteX8" fmla="*/ 52470 w 271765"/>
              <a:gd name="connsiteY8" fmla="*/ 260557 h 436500"/>
              <a:gd name="connsiteX9" fmla="*/ 55160 w 271765"/>
              <a:gd name="connsiteY9" fmla="*/ 257871 h 436500"/>
              <a:gd name="connsiteX10" fmla="*/ 59196 w 271765"/>
              <a:gd name="connsiteY10" fmla="*/ 253841 h 436500"/>
              <a:gd name="connsiteX11" fmla="*/ 63232 w 271765"/>
              <a:gd name="connsiteY11" fmla="*/ 248469 h 436500"/>
              <a:gd name="connsiteX12" fmla="*/ 61887 w 271765"/>
              <a:gd name="connsiteY12" fmla="*/ 244440 h 436500"/>
              <a:gd name="connsiteX13" fmla="*/ 59196 w 271765"/>
              <a:gd name="connsiteY13" fmla="*/ 243097 h 436500"/>
              <a:gd name="connsiteX14" fmla="*/ 59196 w 271765"/>
              <a:gd name="connsiteY14" fmla="*/ 237724 h 436500"/>
              <a:gd name="connsiteX15" fmla="*/ 61887 w 271765"/>
              <a:gd name="connsiteY15" fmla="*/ 235038 h 436500"/>
              <a:gd name="connsiteX16" fmla="*/ 60542 w 271765"/>
              <a:gd name="connsiteY16" fmla="*/ 231009 h 436500"/>
              <a:gd name="connsiteX17" fmla="*/ 56506 w 271765"/>
              <a:gd name="connsiteY17" fmla="*/ 226980 h 436500"/>
              <a:gd name="connsiteX18" fmla="*/ 56506 w 271765"/>
              <a:gd name="connsiteY18" fmla="*/ 224294 h 436500"/>
              <a:gd name="connsiteX19" fmla="*/ 59196 w 271765"/>
              <a:gd name="connsiteY19" fmla="*/ 222951 h 436500"/>
              <a:gd name="connsiteX20" fmla="*/ 59196 w 271765"/>
              <a:gd name="connsiteY20" fmla="*/ 217578 h 436500"/>
              <a:gd name="connsiteX21" fmla="*/ 59196 w 271765"/>
              <a:gd name="connsiteY21" fmla="*/ 213549 h 436500"/>
              <a:gd name="connsiteX22" fmla="*/ 63232 w 271765"/>
              <a:gd name="connsiteY22" fmla="*/ 210863 h 436500"/>
              <a:gd name="connsiteX23" fmla="*/ 65923 w 271765"/>
              <a:gd name="connsiteY23" fmla="*/ 206834 h 436500"/>
              <a:gd name="connsiteX24" fmla="*/ 61887 w 271765"/>
              <a:gd name="connsiteY24" fmla="*/ 208177 h 436500"/>
              <a:gd name="connsiteX25" fmla="*/ 59196 w 271765"/>
              <a:gd name="connsiteY25" fmla="*/ 205491 h 436500"/>
              <a:gd name="connsiteX26" fmla="*/ 61887 w 271765"/>
              <a:gd name="connsiteY26" fmla="*/ 200118 h 436500"/>
              <a:gd name="connsiteX27" fmla="*/ 63232 w 271765"/>
              <a:gd name="connsiteY27" fmla="*/ 193403 h 436500"/>
              <a:gd name="connsiteX28" fmla="*/ 64578 w 271765"/>
              <a:gd name="connsiteY28" fmla="*/ 189374 h 436500"/>
              <a:gd name="connsiteX29" fmla="*/ 64578 w 271765"/>
              <a:gd name="connsiteY29" fmla="*/ 186688 h 436500"/>
              <a:gd name="connsiteX30" fmla="*/ 64578 w 271765"/>
              <a:gd name="connsiteY30" fmla="*/ 182659 h 436500"/>
              <a:gd name="connsiteX31" fmla="*/ 64578 w 271765"/>
              <a:gd name="connsiteY31" fmla="*/ 178629 h 436500"/>
              <a:gd name="connsiteX32" fmla="*/ 64578 w 271765"/>
              <a:gd name="connsiteY32" fmla="*/ 174600 h 436500"/>
              <a:gd name="connsiteX33" fmla="*/ 67269 w 271765"/>
              <a:gd name="connsiteY33" fmla="*/ 171914 h 436500"/>
              <a:gd name="connsiteX34" fmla="*/ 65923 w 271765"/>
              <a:gd name="connsiteY34" fmla="*/ 166541 h 436500"/>
              <a:gd name="connsiteX35" fmla="*/ 60542 w 271765"/>
              <a:gd name="connsiteY35" fmla="*/ 166541 h 436500"/>
              <a:gd name="connsiteX36" fmla="*/ 57851 w 271765"/>
              <a:gd name="connsiteY36" fmla="*/ 162512 h 436500"/>
              <a:gd name="connsiteX37" fmla="*/ 52470 w 271765"/>
              <a:gd name="connsiteY37" fmla="*/ 159826 h 436500"/>
              <a:gd name="connsiteX38" fmla="*/ 44397 w 271765"/>
              <a:gd name="connsiteY38" fmla="*/ 158483 h 436500"/>
              <a:gd name="connsiteX39" fmla="*/ 40361 w 271765"/>
              <a:gd name="connsiteY39" fmla="*/ 158483 h 436500"/>
              <a:gd name="connsiteX40" fmla="*/ 36325 w 271765"/>
              <a:gd name="connsiteY40" fmla="*/ 151768 h 436500"/>
              <a:gd name="connsiteX41" fmla="*/ 28253 w 271765"/>
              <a:gd name="connsiteY41" fmla="*/ 147738 h 436500"/>
              <a:gd name="connsiteX42" fmla="*/ 21526 w 271765"/>
              <a:gd name="connsiteY42" fmla="*/ 146395 h 436500"/>
              <a:gd name="connsiteX43" fmla="*/ 20181 w 271765"/>
              <a:gd name="connsiteY43" fmla="*/ 149082 h 436500"/>
              <a:gd name="connsiteX44" fmla="*/ 17490 w 271765"/>
              <a:gd name="connsiteY44" fmla="*/ 149082 h 436500"/>
              <a:gd name="connsiteX45" fmla="*/ 16144 w 271765"/>
              <a:gd name="connsiteY45" fmla="*/ 146395 h 436500"/>
              <a:gd name="connsiteX46" fmla="*/ 12108 w 271765"/>
              <a:gd name="connsiteY46" fmla="*/ 146395 h 436500"/>
              <a:gd name="connsiteX47" fmla="*/ 2691 w 271765"/>
              <a:gd name="connsiteY47" fmla="*/ 145052 h 436500"/>
              <a:gd name="connsiteX48" fmla="*/ 1345 w 271765"/>
              <a:gd name="connsiteY48" fmla="*/ 132965 h 436500"/>
              <a:gd name="connsiteX49" fmla="*/ 0 w 271765"/>
              <a:gd name="connsiteY49" fmla="*/ 124906 h 436500"/>
              <a:gd name="connsiteX50" fmla="*/ 2691 w 271765"/>
              <a:gd name="connsiteY50" fmla="*/ 120877 h 436500"/>
              <a:gd name="connsiteX51" fmla="*/ 12108 w 271765"/>
              <a:gd name="connsiteY51" fmla="*/ 116847 h 436500"/>
              <a:gd name="connsiteX52" fmla="*/ 17490 w 271765"/>
              <a:gd name="connsiteY52" fmla="*/ 116847 h 436500"/>
              <a:gd name="connsiteX53" fmla="*/ 44397 w 271765"/>
              <a:gd name="connsiteY53" fmla="*/ 104760 h 436500"/>
              <a:gd name="connsiteX54" fmla="*/ 48433 w 271765"/>
              <a:gd name="connsiteY54" fmla="*/ 104760 h 436500"/>
              <a:gd name="connsiteX55" fmla="*/ 64578 w 271765"/>
              <a:gd name="connsiteY55" fmla="*/ 98044 h 436500"/>
              <a:gd name="connsiteX56" fmla="*/ 71305 w 271765"/>
              <a:gd name="connsiteY56" fmla="*/ 95359 h 436500"/>
              <a:gd name="connsiteX57" fmla="*/ 79377 w 271765"/>
              <a:gd name="connsiteY57" fmla="*/ 94015 h 436500"/>
              <a:gd name="connsiteX58" fmla="*/ 80723 w 271765"/>
              <a:gd name="connsiteY58" fmla="*/ 96701 h 436500"/>
              <a:gd name="connsiteX59" fmla="*/ 82068 w 271765"/>
              <a:gd name="connsiteY59" fmla="*/ 99388 h 436500"/>
              <a:gd name="connsiteX60" fmla="*/ 83413 w 271765"/>
              <a:gd name="connsiteY60" fmla="*/ 102074 h 436500"/>
              <a:gd name="connsiteX61" fmla="*/ 84759 w 271765"/>
              <a:gd name="connsiteY61" fmla="*/ 104760 h 436500"/>
              <a:gd name="connsiteX62" fmla="*/ 88795 w 271765"/>
              <a:gd name="connsiteY62" fmla="*/ 107446 h 436500"/>
              <a:gd name="connsiteX63" fmla="*/ 90140 w 271765"/>
              <a:gd name="connsiteY63" fmla="*/ 106103 h 436500"/>
              <a:gd name="connsiteX64" fmla="*/ 94176 w 271765"/>
              <a:gd name="connsiteY64" fmla="*/ 106103 h 436500"/>
              <a:gd name="connsiteX65" fmla="*/ 95521 w 271765"/>
              <a:gd name="connsiteY65" fmla="*/ 103417 h 436500"/>
              <a:gd name="connsiteX66" fmla="*/ 100903 w 271765"/>
              <a:gd name="connsiteY66" fmla="*/ 103417 h 436500"/>
              <a:gd name="connsiteX67" fmla="*/ 108975 w 271765"/>
              <a:gd name="connsiteY67" fmla="*/ 106103 h 436500"/>
              <a:gd name="connsiteX68" fmla="*/ 110321 w 271765"/>
              <a:gd name="connsiteY68" fmla="*/ 108789 h 436500"/>
              <a:gd name="connsiteX69" fmla="*/ 110321 w 271765"/>
              <a:gd name="connsiteY69" fmla="*/ 116847 h 436500"/>
              <a:gd name="connsiteX70" fmla="*/ 110321 w 271765"/>
              <a:gd name="connsiteY70" fmla="*/ 122220 h 436500"/>
              <a:gd name="connsiteX71" fmla="*/ 104939 w 271765"/>
              <a:gd name="connsiteY71" fmla="*/ 128935 h 436500"/>
              <a:gd name="connsiteX72" fmla="*/ 103594 w 271765"/>
              <a:gd name="connsiteY72" fmla="*/ 134308 h 436500"/>
              <a:gd name="connsiteX73" fmla="*/ 99558 w 271765"/>
              <a:gd name="connsiteY73" fmla="*/ 139680 h 436500"/>
              <a:gd name="connsiteX74" fmla="*/ 100903 w 271765"/>
              <a:gd name="connsiteY74" fmla="*/ 143709 h 436500"/>
              <a:gd name="connsiteX75" fmla="*/ 103594 w 271765"/>
              <a:gd name="connsiteY75" fmla="*/ 149082 h 436500"/>
              <a:gd name="connsiteX76" fmla="*/ 103594 w 271765"/>
              <a:gd name="connsiteY76" fmla="*/ 153111 h 436500"/>
              <a:gd name="connsiteX77" fmla="*/ 107630 w 271765"/>
              <a:gd name="connsiteY77" fmla="*/ 158483 h 436500"/>
              <a:gd name="connsiteX78" fmla="*/ 111666 w 271765"/>
              <a:gd name="connsiteY78" fmla="*/ 162512 h 436500"/>
              <a:gd name="connsiteX79" fmla="*/ 115702 w 271765"/>
              <a:gd name="connsiteY79" fmla="*/ 165198 h 436500"/>
              <a:gd name="connsiteX80" fmla="*/ 118393 w 271765"/>
              <a:gd name="connsiteY80" fmla="*/ 166541 h 436500"/>
              <a:gd name="connsiteX81" fmla="*/ 122429 w 271765"/>
              <a:gd name="connsiteY81" fmla="*/ 171914 h 436500"/>
              <a:gd name="connsiteX82" fmla="*/ 119738 w 271765"/>
              <a:gd name="connsiteY82" fmla="*/ 174600 h 436500"/>
              <a:gd name="connsiteX83" fmla="*/ 121084 w 271765"/>
              <a:gd name="connsiteY83" fmla="*/ 178629 h 436500"/>
              <a:gd name="connsiteX84" fmla="*/ 126465 w 271765"/>
              <a:gd name="connsiteY84" fmla="*/ 177286 h 436500"/>
              <a:gd name="connsiteX85" fmla="*/ 127811 w 271765"/>
              <a:gd name="connsiteY85" fmla="*/ 171914 h 436500"/>
              <a:gd name="connsiteX86" fmla="*/ 126465 w 271765"/>
              <a:gd name="connsiteY86" fmla="*/ 166541 h 436500"/>
              <a:gd name="connsiteX87" fmla="*/ 129156 w 271765"/>
              <a:gd name="connsiteY87" fmla="*/ 161169 h 436500"/>
              <a:gd name="connsiteX88" fmla="*/ 129156 w 271765"/>
              <a:gd name="connsiteY88" fmla="*/ 157140 h 436500"/>
              <a:gd name="connsiteX89" fmla="*/ 131847 w 271765"/>
              <a:gd name="connsiteY89" fmla="*/ 150424 h 436500"/>
              <a:gd name="connsiteX90" fmla="*/ 137228 w 271765"/>
              <a:gd name="connsiteY90" fmla="*/ 149082 h 436500"/>
              <a:gd name="connsiteX91" fmla="*/ 141265 w 271765"/>
              <a:gd name="connsiteY91" fmla="*/ 145052 h 436500"/>
              <a:gd name="connsiteX92" fmla="*/ 142610 w 271765"/>
              <a:gd name="connsiteY92" fmla="*/ 141023 h 436500"/>
              <a:gd name="connsiteX93" fmla="*/ 142610 w 271765"/>
              <a:gd name="connsiteY93" fmla="*/ 131621 h 436500"/>
              <a:gd name="connsiteX94" fmla="*/ 139919 w 271765"/>
              <a:gd name="connsiteY94" fmla="*/ 128935 h 436500"/>
              <a:gd name="connsiteX95" fmla="*/ 139919 w 271765"/>
              <a:gd name="connsiteY95" fmla="*/ 126249 h 436500"/>
              <a:gd name="connsiteX96" fmla="*/ 138574 w 271765"/>
              <a:gd name="connsiteY96" fmla="*/ 124906 h 436500"/>
              <a:gd name="connsiteX97" fmla="*/ 139919 w 271765"/>
              <a:gd name="connsiteY97" fmla="*/ 122220 h 436500"/>
              <a:gd name="connsiteX98" fmla="*/ 142610 w 271765"/>
              <a:gd name="connsiteY98" fmla="*/ 122220 h 436500"/>
              <a:gd name="connsiteX99" fmla="*/ 143955 w 271765"/>
              <a:gd name="connsiteY99" fmla="*/ 119534 h 436500"/>
              <a:gd name="connsiteX100" fmla="*/ 147991 w 271765"/>
              <a:gd name="connsiteY100" fmla="*/ 118191 h 436500"/>
              <a:gd name="connsiteX101" fmla="*/ 146646 w 271765"/>
              <a:gd name="connsiteY101" fmla="*/ 115505 h 436500"/>
              <a:gd name="connsiteX102" fmla="*/ 145301 w 271765"/>
              <a:gd name="connsiteY102" fmla="*/ 112818 h 436500"/>
              <a:gd name="connsiteX103" fmla="*/ 143955 w 271765"/>
              <a:gd name="connsiteY103" fmla="*/ 106103 h 436500"/>
              <a:gd name="connsiteX104" fmla="*/ 137228 w 271765"/>
              <a:gd name="connsiteY104" fmla="*/ 98044 h 436500"/>
              <a:gd name="connsiteX105" fmla="*/ 135883 w 271765"/>
              <a:gd name="connsiteY105" fmla="*/ 94015 h 436500"/>
              <a:gd name="connsiteX106" fmla="*/ 126465 w 271765"/>
              <a:gd name="connsiteY106" fmla="*/ 84614 h 436500"/>
              <a:gd name="connsiteX107" fmla="*/ 123774 w 271765"/>
              <a:gd name="connsiteY107" fmla="*/ 84614 h 436500"/>
              <a:gd name="connsiteX108" fmla="*/ 122429 w 271765"/>
              <a:gd name="connsiteY108" fmla="*/ 81928 h 436500"/>
              <a:gd name="connsiteX109" fmla="*/ 118393 w 271765"/>
              <a:gd name="connsiteY109" fmla="*/ 77898 h 436500"/>
              <a:gd name="connsiteX110" fmla="*/ 110321 w 271765"/>
              <a:gd name="connsiteY110" fmla="*/ 73869 h 436500"/>
              <a:gd name="connsiteX111" fmla="*/ 106285 w 271765"/>
              <a:gd name="connsiteY111" fmla="*/ 49694 h 436500"/>
              <a:gd name="connsiteX112" fmla="*/ 113012 w 271765"/>
              <a:gd name="connsiteY112" fmla="*/ 26862 h 436500"/>
              <a:gd name="connsiteX113" fmla="*/ 137228 w 271765"/>
              <a:gd name="connsiteY113" fmla="*/ 26862 h 436500"/>
              <a:gd name="connsiteX114" fmla="*/ 141265 w 271765"/>
              <a:gd name="connsiteY114" fmla="*/ 25518 h 436500"/>
              <a:gd name="connsiteX115" fmla="*/ 142610 w 271765"/>
              <a:gd name="connsiteY115" fmla="*/ 24175 h 436500"/>
              <a:gd name="connsiteX116" fmla="*/ 146646 w 271765"/>
              <a:gd name="connsiteY116" fmla="*/ 22832 h 436500"/>
              <a:gd name="connsiteX117" fmla="*/ 146646 w 271765"/>
              <a:gd name="connsiteY117" fmla="*/ 25518 h 436500"/>
              <a:gd name="connsiteX118" fmla="*/ 150682 w 271765"/>
              <a:gd name="connsiteY118" fmla="*/ 25518 h 436500"/>
              <a:gd name="connsiteX119" fmla="*/ 153373 w 271765"/>
              <a:gd name="connsiteY119" fmla="*/ 28205 h 436500"/>
              <a:gd name="connsiteX120" fmla="*/ 156063 w 271765"/>
              <a:gd name="connsiteY120" fmla="*/ 28205 h 436500"/>
              <a:gd name="connsiteX121" fmla="*/ 158754 w 271765"/>
              <a:gd name="connsiteY121" fmla="*/ 30891 h 436500"/>
              <a:gd name="connsiteX122" fmla="*/ 158754 w 271765"/>
              <a:gd name="connsiteY122" fmla="*/ 33577 h 436500"/>
              <a:gd name="connsiteX123" fmla="*/ 165481 w 271765"/>
              <a:gd name="connsiteY123" fmla="*/ 30891 h 436500"/>
              <a:gd name="connsiteX124" fmla="*/ 172208 w 271765"/>
              <a:gd name="connsiteY124" fmla="*/ 26862 h 436500"/>
              <a:gd name="connsiteX125" fmla="*/ 174899 w 271765"/>
              <a:gd name="connsiteY125" fmla="*/ 26862 h 436500"/>
              <a:gd name="connsiteX126" fmla="*/ 176244 w 271765"/>
              <a:gd name="connsiteY126" fmla="*/ 25518 h 436500"/>
              <a:gd name="connsiteX127" fmla="*/ 178935 w 271765"/>
              <a:gd name="connsiteY127" fmla="*/ 26862 h 436500"/>
              <a:gd name="connsiteX128" fmla="*/ 180280 w 271765"/>
              <a:gd name="connsiteY128" fmla="*/ 28205 h 436500"/>
              <a:gd name="connsiteX129" fmla="*/ 182971 w 271765"/>
              <a:gd name="connsiteY129" fmla="*/ 28205 h 436500"/>
              <a:gd name="connsiteX130" fmla="*/ 187007 w 271765"/>
              <a:gd name="connsiteY130" fmla="*/ 30891 h 436500"/>
              <a:gd name="connsiteX131" fmla="*/ 192389 w 271765"/>
              <a:gd name="connsiteY131" fmla="*/ 28205 h 436500"/>
              <a:gd name="connsiteX132" fmla="*/ 199116 w 271765"/>
              <a:gd name="connsiteY132" fmla="*/ 28205 h 436500"/>
              <a:gd name="connsiteX133" fmla="*/ 200461 w 271765"/>
              <a:gd name="connsiteY133" fmla="*/ 24175 h 436500"/>
              <a:gd name="connsiteX134" fmla="*/ 200461 w 271765"/>
              <a:gd name="connsiteY134" fmla="*/ 20146 h 436500"/>
              <a:gd name="connsiteX135" fmla="*/ 201806 w 271765"/>
              <a:gd name="connsiteY135" fmla="*/ 18803 h 436500"/>
              <a:gd name="connsiteX136" fmla="*/ 205842 w 271765"/>
              <a:gd name="connsiteY136" fmla="*/ 20146 h 436500"/>
              <a:gd name="connsiteX137" fmla="*/ 209878 w 271765"/>
              <a:gd name="connsiteY137" fmla="*/ 20146 h 436500"/>
              <a:gd name="connsiteX138" fmla="*/ 213915 w 271765"/>
              <a:gd name="connsiteY138" fmla="*/ 22832 h 436500"/>
              <a:gd name="connsiteX139" fmla="*/ 217951 w 271765"/>
              <a:gd name="connsiteY139" fmla="*/ 21489 h 436500"/>
              <a:gd name="connsiteX140" fmla="*/ 220642 w 271765"/>
              <a:gd name="connsiteY140" fmla="*/ 20146 h 436500"/>
              <a:gd name="connsiteX141" fmla="*/ 230059 w 271765"/>
              <a:gd name="connsiteY141" fmla="*/ 17460 h 436500"/>
              <a:gd name="connsiteX142" fmla="*/ 234095 w 271765"/>
              <a:gd name="connsiteY142" fmla="*/ 18803 h 436500"/>
              <a:gd name="connsiteX143" fmla="*/ 238131 w 271765"/>
              <a:gd name="connsiteY143" fmla="*/ 17460 h 436500"/>
              <a:gd name="connsiteX144" fmla="*/ 239477 w 271765"/>
              <a:gd name="connsiteY144" fmla="*/ 14774 h 436500"/>
              <a:gd name="connsiteX145" fmla="*/ 246204 w 271765"/>
              <a:gd name="connsiteY145" fmla="*/ 13431 h 436500"/>
              <a:gd name="connsiteX146" fmla="*/ 250240 w 271765"/>
              <a:gd name="connsiteY146" fmla="*/ 10744 h 436500"/>
              <a:gd name="connsiteX147" fmla="*/ 255622 w 271765"/>
              <a:gd name="connsiteY147" fmla="*/ 9401 h 436500"/>
              <a:gd name="connsiteX148" fmla="*/ 259658 w 271765"/>
              <a:gd name="connsiteY148" fmla="*/ 6715 h 436500"/>
              <a:gd name="connsiteX149" fmla="*/ 262348 w 271765"/>
              <a:gd name="connsiteY149" fmla="*/ 2686 h 436500"/>
              <a:gd name="connsiteX150" fmla="*/ 266384 w 271765"/>
              <a:gd name="connsiteY150" fmla="*/ 4029 h 436500"/>
              <a:gd name="connsiteX151" fmla="*/ 269075 w 271765"/>
              <a:gd name="connsiteY151" fmla="*/ 1343 h 436500"/>
              <a:gd name="connsiteX152" fmla="*/ 270420 w 271765"/>
              <a:gd name="connsiteY152" fmla="*/ 0 h 436500"/>
              <a:gd name="connsiteX153" fmla="*/ 271766 w 271765"/>
              <a:gd name="connsiteY153" fmla="*/ 1343 h 436500"/>
              <a:gd name="connsiteX154" fmla="*/ 270420 w 271765"/>
              <a:gd name="connsiteY154" fmla="*/ 8059 h 436500"/>
              <a:gd name="connsiteX155" fmla="*/ 269075 w 271765"/>
              <a:gd name="connsiteY155" fmla="*/ 10744 h 436500"/>
              <a:gd name="connsiteX156" fmla="*/ 270420 w 271765"/>
              <a:gd name="connsiteY156" fmla="*/ 12088 h 436500"/>
              <a:gd name="connsiteX157" fmla="*/ 265039 w 271765"/>
              <a:gd name="connsiteY157" fmla="*/ 20146 h 436500"/>
              <a:gd name="connsiteX158" fmla="*/ 265039 w 271765"/>
              <a:gd name="connsiteY158" fmla="*/ 22832 h 436500"/>
              <a:gd name="connsiteX159" fmla="*/ 266384 w 271765"/>
              <a:gd name="connsiteY159" fmla="*/ 24175 h 436500"/>
              <a:gd name="connsiteX160" fmla="*/ 266384 w 271765"/>
              <a:gd name="connsiteY160" fmla="*/ 25518 h 436500"/>
              <a:gd name="connsiteX161" fmla="*/ 265039 w 271765"/>
              <a:gd name="connsiteY161" fmla="*/ 28205 h 436500"/>
              <a:gd name="connsiteX162" fmla="*/ 265039 w 271765"/>
              <a:gd name="connsiteY162" fmla="*/ 37606 h 436500"/>
              <a:gd name="connsiteX163" fmla="*/ 269075 w 271765"/>
              <a:gd name="connsiteY163" fmla="*/ 42978 h 436500"/>
              <a:gd name="connsiteX164" fmla="*/ 266384 w 271765"/>
              <a:gd name="connsiteY164" fmla="*/ 44321 h 436500"/>
              <a:gd name="connsiteX165" fmla="*/ 266384 w 271765"/>
              <a:gd name="connsiteY165" fmla="*/ 51037 h 436500"/>
              <a:gd name="connsiteX166" fmla="*/ 267730 w 271765"/>
              <a:gd name="connsiteY166" fmla="*/ 52380 h 436500"/>
              <a:gd name="connsiteX167" fmla="*/ 269075 w 271765"/>
              <a:gd name="connsiteY167" fmla="*/ 59095 h 436500"/>
              <a:gd name="connsiteX168" fmla="*/ 266384 w 271765"/>
              <a:gd name="connsiteY168" fmla="*/ 61782 h 436500"/>
              <a:gd name="connsiteX169" fmla="*/ 266384 w 271765"/>
              <a:gd name="connsiteY169" fmla="*/ 68497 h 436500"/>
              <a:gd name="connsiteX170" fmla="*/ 265039 w 271765"/>
              <a:gd name="connsiteY170" fmla="*/ 81928 h 436500"/>
              <a:gd name="connsiteX171" fmla="*/ 263694 w 271765"/>
              <a:gd name="connsiteY171" fmla="*/ 81928 h 436500"/>
              <a:gd name="connsiteX172" fmla="*/ 265039 w 271765"/>
              <a:gd name="connsiteY172" fmla="*/ 83271 h 436500"/>
              <a:gd name="connsiteX173" fmla="*/ 265039 w 271765"/>
              <a:gd name="connsiteY173" fmla="*/ 95359 h 436500"/>
              <a:gd name="connsiteX174" fmla="*/ 261003 w 271765"/>
              <a:gd name="connsiteY174" fmla="*/ 95359 h 436500"/>
              <a:gd name="connsiteX175" fmla="*/ 261003 w 271765"/>
              <a:gd name="connsiteY175" fmla="*/ 96701 h 436500"/>
              <a:gd name="connsiteX176" fmla="*/ 262348 w 271765"/>
              <a:gd name="connsiteY176" fmla="*/ 99388 h 436500"/>
              <a:gd name="connsiteX177" fmla="*/ 267730 w 271765"/>
              <a:gd name="connsiteY177" fmla="*/ 99388 h 436500"/>
              <a:gd name="connsiteX178" fmla="*/ 269075 w 271765"/>
              <a:gd name="connsiteY178" fmla="*/ 100731 h 436500"/>
              <a:gd name="connsiteX179" fmla="*/ 270420 w 271765"/>
              <a:gd name="connsiteY179" fmla="*/ 110132 h 436500"/>
              <a:gd name="connsiteX180" fmla="*/ 267730 w 271765"/>
              <a:gd name="connsiteY180" fmla="*/ 114162 h 436500"/>
              <a:gd name="connsiteX181" fmla="*/ 265039 w 271765"/>
              <a:gd name="connsiteY181" fmla="*/ 115505 h 436500"/>
              <a:gd name="connsiteX182" fmla="*/ 266384 w 271765"/>
              <a:gd name="connsiteY182" fmla="*/ 118191 h 436500"/>
              <a:gd name="connsiteX183" fmla="*/ 266384 w 271765"/>
              <a:gd name="connsiteY183" fmla="*/ 120877 h 436500"/>
              <a:gd name="connsiteX184" fmla="*/ 262348 w 271765"/>
              <a:gd name="connsiteY184" fmla="*/ 120877 h 436500"/>
              <a:gd name="connsiteX185" fmla="*/ 259658 w 271765"/>
              <a:gd name="connsiteY185" fmla="*/ 124906 h 436500"/>
              <a:gd name="connsiteX186" fmla="*/ 259658 w 271765"/>
              <a:gd name="connsiteY186" fmla="*/ 126249 h 436500"/>
              <a:gd name="connsiteX187" fmla="*/ 261003 w 271765"/>
              <a:gd name="connsiteY187" fmla="*/ 124906 h 436500"/>
              <a:gd name="connsiteX188" fmla="*/ 265039 w 271765"/>
              <a:gd name="connsiteY188" fmla="*/ 124906 h 436500"/>
              <a:gd name="connsiteX189" fmla="*/ 262348 w 271765"/>
              <a:gd name="connsiteY189" fmla="*/ 128935 h 436500"/>
              <a:gd name="connsiteX190" fmla="*/ 261003 w 271765"/>
              <a:gd name="connsiteY190" fmla="*/ 132965 h 436500"/>
              <a:gd name="connsiteX191" fmla="*/ 258312 w 271765"/>
              <a:gd name="connsiteY191" fmla="*/ 134308 h 436500"/>
              <a:gd name="connsiteX192" fmla="*/ 252931 w 271765"/>
              <a:gd name="connsiteY192" fmla="*/ 141023 h 436500"/>
              <a:gd name="connsiteX193" fmla="*/ 252931 w 271765"/>
              <a:gd name="connsiteY193" fmla="*/ 145052 h 436500"/>
              <a:gd name="connsiteX194" fmla="*/ 247549 w 271765"/>
              <a:gd name="connsiteY194" fmla="*/ 151768 h 436500"/>
              <a:gd name="connsiteX195" fmla="*/ 243513 w 271765"/>
              <a:gd name="connsiteY195" fmla="*/ 151768 h 436500"/>
              <a:gd name="connsiteX196" fmla="*/ 243513 w 271765"/>
              <a:gd name="connsiteY196" fmla="*/ 157140 h 436500"/>
              <a:gd name="connsiteX197" fmla="*/ 226023 w 271765"/>
              <a:gd name="connsiteY197" fmla="*/ 166541 h 436500"/>
              <a:gd name="connsiteX198" fmla="*/ 223332 w 271765"/>
              <a:gd name="connsiteY198" fmla="*/ 166541 h 436500"/>
              <a:gd name="connsiteX199" fmla="*/ 221987 w 271765"/>
              <a:gd name="connsiteY199" fmla="*/ 170571 h 436500"/>
              <a:gd name="connsiteX200" fmla="*/ 205842 w 271765"/>
              <a:gd name="connsiteY200" fmla="*/ 179972 h 436500"/>
              <a:gd name="connsiteX201" fmla="*/ 199116 w 271765"/>
              <a:gd name="connsiteY201" fmla="*/ 178629 h 436500"/>
              <a:gd name="connsiteX202" fmla="*/ 199116 w 271765"/>
              <a:gd name="connsiteY202" fmla="*/ 179972 h 436500"/>
              <a:gd name="connsiteX203" fmla="*/ 191043 w 271765"/>
              <a:gd name="connsiteY203" fmla="*/ 184001 h 436500"/>
              <a:gd name="connsiteX204" fmla="*/ 180280 w 271765"/>
              <a:gd name="connsiteY204" fmla="*/ 190717 h 436500"/>
              <a:gd name="connsiteX205" fmla="*/ 178935 w 271765"/>
              <a:gd name="connsiteY205" fmla="*/ 188031 h 436500"/>
              <a:gd name="connsiteX206" fmla="*/ 178935 w 271765"/>
              <a:gd name="connsiteY206" fmla="*/ 192060 h 436500"/>
              <a:gd name="connsiteX207" fmla="*/ 172208 w 271765"/>
              <a:gd name="connsiteY207" fmla="*/ 200118 h 436500"/>
              <a:gd name="connsiteX208" fmla="*/ 168172 w 271765"/>
              <a:gd name="connsiteY208" fmla="*/ 201462 h 436500"/>
              <a:gd name="connsiteX209" fmla="*/ 166827 w 271765"/>
              <a:gd name="connsiteY209" fmla="*/ 197432 h 436500"/>
              <a:gd name="connsiteX210" fmla="*/ 165481 w 271765"/>
              <a:gd name="connsiteY210" fmla="*/ 204147 h 436500"/>
              <a:gd name="connsiteX211" fmla="*/ 162790 w 271765"/>
              <a:gd name="connsiteY211" fmla="*/ 204147 h 436500"/>
              <a:gd name="connsiteX212" fmla="*/ 161445 w 271765"/>
              <a:gd name="connsiteY212" fmla="*/ 208177 h 436500"/>
              <a:gd name="connsiteX213" fmla="*/ 152027 w 271765"/>
              <a:gd name="connsiteY213" fmla="*/ 214892 h 436500"/>
              <a:gd name="connsiteX214" fmla="*/ 150682 w 271765"/>
              <a:gd name="connsiteY214" fmla="*/ 217578 h 436500"/>
              <a:gd name="connsiteX215" fmla="*/ 147991 w 271765"/>
              <a:gd name="connsiteY215" fmla="*/ 218921 h 436500"/>
              <a:gd name="connsiteX216" fmla="*/ 145301 w 271765"/>
              <a:gd name="connsiteY216" fmla="*/ 220265 h 436500"/>
              <a:gd name="connsiteX217" fmla="*/ 146646 w 271765"/>
              <a:gd name="connsiteY217" fmla="*/ 224294 h 436500"/>
              <a:gd name="connsiteX218" fmla="*/ 139919 w 271765"/>
              <a:gd name="connsiteY218" fmla="*/ 224294 h 436500"/>
              <a:gd name="connsiteX219" fmla="*/ 126465 w 271765"/>
              <a:gd name="connsiteY219" fmla="*/ 233695 h 436500"/>
              <a:gd name="connsiteX220" fmla="*/ 126465 w 271765"/>
              <a:gd name="connsiteY220" fmla="*/ 239068 h 436500"/>
              <a:gd name="connsiteX221" fmla="*/ 122429 w 271765"/>
              <a:gd name="connsiteY221" fmla="*/ 243097 h 436500"/>
              <a:gd name="connsiteX222" fmla="*/ 117048 w 271765"/>
              <a:gd name="connsiteY222" fmla="*/ 243097 h 436500"/>
              <a:gd name="connsiteX223" fmla="*/ 114357 w 271765"/>
              <a:gd name="connsiteY223" fmla="*/ 245783 h 436500"/>
              <a:gd name="connsiteX224" fmla="*/ 108975 w 271765"/>
              <a:gd name="connsiteY224" fmla="*/ 243097 h 436500"/>
              <a:gd name="connsiteX225" fmla="*/ 106285 w 271765"/>
              <a:gd name="connsiteY225" fmla="*/ 243097 h 436500"/>
              <a:gd name="connsiteX226" fmla="*/ 106285 w 271765"/>
              <a:gd name="connsiteY226" fmla="*/ 245783 h 436500"/>
              <a:gd name="connsiteX227" fmla="*/ 108975 w 271765"/>
              <a:gd name="connsiteY227" fmla="*/ 248469 h 436500"/>
              <a:gd name="connsiteX228" fmla="*/ 108975 w 271765"/>
              <a:gd name="connsiteY228" fmla="*/ 252498 h 436500"/>
              <a:gd name="connsiteX229" fmla="*/ 106285 w 271765"/>
              <a:gd name="connsiteY229" fmla="*/ 255185 h 436500"/>
              <a:gd name="connsiteX230" fmla="*/ 107630 w 271765"/>
              <a:gd name="connsiteY230" fmla="*/ 259214 h 436500"/>
              <a:gd name="connsiteX231" fmla="*/ 104939 w 271765"/>
              <a:gd name="connsiteY231" fmla="*/ 263243 h 436500"/>
              <a:gd name="connsiteX232" fmla="*/ 111666 w 271765"/>
              <a:gd name="connsiteY232" fmla="*/ 272644 h 436500"/>
              <a:gd name="connsiteX233" fmla="*/ 111666 w 271765"/>
              <a:gd name="connsiteY233" fmla="*/ 276674 h 436500"/>
              <a:gd name="connsiteX234" fmla="*/ 108975 w 271765"/>
              <a:gd name="connsiteY234" fmla="*/ 279360 h 436500"/>
              <a:gd name="connsiteX235" fmla="*/ 111666 w 271765"/>
              <a:gd name="connsiteY235" fmla="*/ 280703 h 436500"/>
              <a:gd name="connsiteX236" fmla="*/ 114357 w 271765"/>
              <a:gd name="connsiteY236" fmla="*/ 284732 h 436500"/>
              <a:gd name="connsiteX237" fmla="*/ 114357 w 271765"/>
              <a:gd name="connsiteY237" fmla="*/ 291447 h 436500"/>
              <a:gd name="connsiteX238" fmla="*/ 117048 w 271765"/>
              <a:gd name="connsiteY238" fmla="*/ 296820 h 436500"/>
              <a:gd name="connsiteX239" fmla="*/ 115702 w 271765"/>
              <a:gd name="connsiteY239" fmla="*/ 312937 h 436500"/>
              <a:gd name="connsiteX240" fmla="*/ 117048 w 271765"/>
              <a:gd name="connsiteY240" fmla="*/ 318309 h 436500"/>
              <a:gd name="connsiteX241" fmla="*/ 119738 w 271765"/>
              <a:gd name="connsiteY241" fmla="*/ 318309 h 436500"/>
              <a:gd name="connsiteX242" fmla="*/ 119738 w 271765"/>
              <a:gd name="connsiteY242" fmla="*/ 314280 h 436500"/>
              <a:gd name="connsiteX243" fmla="*/ 122429 w 271765"/>
              <a:gd name="connsiteY243" fmla="*/ 307565 h 436500"/>
              <a:gd name="connsiteX244" fmla="*/ 122429 w 271765"/>
              <a:gd name="connsiteY244" fmla="*/ 312937 h 436500"/>
              <a:gd name="connsiteX245" fmla="*/ 123774 w 271765"/>
              <a:gd name="connsiteY245" fmla="*/ 312937 h 436500"/>
              <a:gd name="connsiteX246" fmla="*/ 123774 w 271765"/>
              <a:gd name="connsiteY246" fmla="*/ 319652 h 436500"/>
              <a:gd name="connsiteX247" fmla="*/ 121084 w 271765"/>
              <a:gd name="connsiteY247" fmla="*/ 322338 h 436500"/>
              <a:gd name="connsiteX248" fmla="*/ 121084 w 271765"/>
              <a:gd name="connsiteY248" fmla="*/ 329054 h 436500"/>
              <a:gd name="connsiteX249" fmla="*/ 122429 w 271765"/>
              <a:gd name="connsiteY249" fmla="*/ 330397 h 436500"/>
              <a:gd name="connsiteX250" fmla="*/ 119738 w 271765"/>
              <a:gd name="connsiteY250" fmla="*/ 338455 h 436500"/>
              <a:gd name="connsiteX251" fmla="*/ 119738 w 271765"/>
              <a:gd name="connsiteY251" fmla="*/ 342485 h 436500"/>
              <a:gd name="connsiteX252" fmla="*/ 117048 w 271765"/>
              <a:gd name="connsiteY252" fmla="*/ 346514 h 436500"/>
              <a:gd name="connsiteX253" fmla="*/ 117048 w 271765"/>
              <a:gd name="connsiteY253" fmla="*/ 351886 h 436500"/>
              <a:gd name="connsiteX254" fmla="*/ 115702 w 271765"/>
              <a:gd name="connsiteY254" fmla="*/ 351886 h 436500"/>
              <a:gd name="connsiteX255" fmla="*/ 115702 w 271765"/>
              <a:gd name="connsiteY255" fmla="*/ 355915 h 436500"/>
              <a:gd name="connsiteX256" fmla="*/ 119738 w 271765"/>
              <a:gd name="connsiteY256" fmla="*/ 353229 h 436500"/>
              <a:gd name="connsiteX257" fmla="*/ 121084 w 271765"/>
              <a:gd name="connsiteY257" fmla="*/ 355915 h 436500"/>
              <a:gd name="connsiteX258" fmla="*/ 118393 w 271765"/>
              <a:gd name="connsiteY258" fmla="*/ 361288 h 436500"/>
              <a:gd name="connsiteX259" fmla="*/ 115702 w 271765"/>
              <a:gd name="connsiteY259" fmla="*/ 368003 h 436500"/>
              <a:gd name="connsiteX260" fmla="*/ 106285 w 271765"/>
              <a:gd name="connsiteY260" fmla="*/ 378747 h 436500"/>
              <a:gd name="connsiteX261" fmla="*/ 90140 w 271765"/>
              <a:gd name="connsiteY261" fmla="*/ 385463 h 436500"/>
              <a:gd name="connsiteX262" fmla="*/ 67269 w 271765"/>
              <a:gd name="connsiteY262" fmla="*/ 390835 h 436500"/>
              <a:gd name="connsiteX263" fmla="*/ 57851 w 271765"/>
              <a:gd name="connsiteY263" fmla="*/ 398894 h 436500"/>
              <a:gd name="connsiteX264" fmla="*/ 51124 w 271765"/>
              <a:gd name="connsiteY264" fmla="*/ 400237 h 436500"/>
              <a:gd name="connsiteX265" fmla="*/ 49779 w 271765"/>
              <a:gd name="connsiteY265" fmla="*/ 402923 h 436500"/>
              <a:gd name="connsiteX266" fmla="*/ 45743 w 271765"/>
              <a:gd name="connsiteY266" fmla="*/ 405609 h 436500"/>
              <a:gd name="connsiteX267" fmla="*/ 44397 w 271765"/>
              <a:gd name="connsiteY267" fmla="*/ 412324 h 436500"/>
              <a:gd name="connsiteX268" fmla="*/ 41706 w 271765"/>
              <a:gd name="connsiteY268" fmla="*/ 412324 h 436500"/>
              <a:gd name="connsiteX269" fmla="*/ 39016 w 271765"/>
              <a:gd name="connsiteY269" fmla="*/ 413668 h 436500"/>
              <a:gd name="connsiteX270" fmla="*/ 40361 w 271765"/>
              <a:gd name="connsiteY270" fmla="*/ 415011 h 436500"/>
              <a:gd name="connsiteX271" fmla="*/ 43052 w 271765"/>
              <a:gd name="connsiteY271" fmla="*/ 420383 h 436500"/>
              <a:gd name="connsiteX272" fmla="*/ 43052 w 271765"/>
              <a:gd name="connsiteY272" fmla="*/ 424412 h 436500"/>
              <a:gd name="connsiteX273" fmla="*/ 44397 w 271765"/>
              <a:gd name="connsiteY273" fmla="*/ 421726 h 436500"/>
              <a:gd name="connsiteX274" fmla="*/ 48433 w 271765"/>
              <a:gd name="connsiteY274" fmla="*/ 423069 h 436500"/>
              <a:gd name="connsiteX275" fmla="*/ 49779 w 271765"/>
              <a:gd name="connsiteY275" fmla="*/ 419040 h 436500"/>
              <a:gd name="connsiteX276" fmla="*/ 51124 w 271765"/>
              <a:gd name="connsiteY276" fmla="*/ 417697 h 436500"/>
              <a:gd name="connsiteX277" fmla="*/ 51124 w 271765"/>
              <a:gd name="connsiteY277" fmla="*/ 420383 h 436500"/>
              <a:gd name="connsiteX278" fmla="*/ 51124 w 271765"/>
              <a:gd name="connsiteY278" fmla="*/ 428441 h 436500"/>
              <a:gd name="connsiteX279" fmla="*/ 48433 w 271765"/>
              <a:gd name="connsiteY279" fmla="*/ 432471 h 436500"/>
              <a:gd name="connsiteX280" fmla="*/ 48433 w 271765"/>
              <a:gd name="connsiteY280" fmla="*/ 436500 h 436500"/>
              <a:gd name="connsiteX281" fmla="*/ 43052 w 271765"/>
              <a:gd name="connsiteY281" fmla="*/ 436500 h 436500"/>
              <a:gd name="connsiteX282" fmla="*/ 33634 w 271765"/>
              <a:gd name="connsiteY282" fmla="*/ 433814 h 436500"/>
              <a:gd name="connsiteX283" fmla="*/ 30943 w 271765"/>
              <a:gd name="connsiteY283" fmla="*/ 435157 h 436500"/>
              <a:gd name="connsiteX284" fmla="*/ 30943 w 271765"/>
              <a:gd name="connsiteY284" fmla="*/ 432471 h 436500"/>
              <a:gd name="connsiteX285" fmla="*/ 32289 w 271765"/>
              <a:gd name="connsiteY285" fmla="*/ 428441 h 436500"/>
              <a:gd name="connsiteX286" fmla="*/ 32289 w 271765"/>
              <a:gd name="connsiteY286" fmla="*/ 424412 h 436500"/>
              <a:gd name="connsiteX287" fmla="*/ 33634 w 271765"/>
              <a:gd name="connsiteY287" fmla="*/ 423069 h 436500"/>
              <a:gd name="connsiteX288" fmla="*/ 30943 w 271765"/>
              <a:gd name="connsiteY288" fmla="*/ 420383 h 436500"/>
              <a:gd name="connsiteX289" fmla="*/ 28253 w 271765"/>
              <a:gd name="connsiteY289" fmla="*/ 416354 h 436500"/>
              <a:gd name="connsiteX290" fmla="*/ 25562 w 271765"/>
              <a:gd name="connsiteY290" fmla="*/ 415011 h 436500"/>
              <a:gd name="connsiteX291" fmla="*/ 25562 w 271765"/>
              <a:gd name="connsiteY291" fmla="*/ 415011 h 436500"/>
              <a:gd name="connsiteX292" fmla="*/ 25562 w 271765"/>
              <a:gd name="connsiteY292" fmla="*/ 405609 h 436500"/>
              <a:gd name="connsiteX293" fmla="*/ 25562 w 271765"/>
              <a:gd name="connsiteY293" fmla="*/ 398894 h 436500"/>
              <a:gd name="connsiteX294" fmla="*/ 26908 w 271765"/>
              <a:gd name="connsiteY294" fmla="*/ 390835 h 436500"/>
              <a:gd name="connsiteX295" fmla="*/ 28253 w 271765"/>
              <a:gd name="connsiteY295" fmla="*/ 370689 h 436500"/>
              <a:gd name="connsiteX296" fmla="*/ 25562 w 271765"/>
              <a:gd name="connsiteY296" fmla="*/ 363974 h 436500"/>
              <a:gd name="connsiteX297" fmla="*/ 24217 w 271765"/>
              <a:gd name="connsiteY297" fmla="*/ 359944 h 436500"/>
              <a:gd name="connsiteX298" fmla="*/ 24217 w 271765"/>
              <a:gd name="connsiteY298" fmla="*/ 354572 h 436500"/>
              <a:gd name="connsiteX299" fmla="*/ 24217 w 271765"/>
              <a:gd name="connsiteY299" fmla="*/ 353229 h 436500"/>
              <a:gd name="connsiteX300" fmla="*/ 24217 w 271765"/>
              <a:gd name="connsiteY300" fmla="*/ 341141 h 436500"/>
              <a:gd name="connsiteX301" fmla="*/ 21526 w 271765"/>
              <a:gd name="connsiteY301" fmla="*/ 334426 h 436500"/>
              <a:gd name="connsiteX302" fmla="*/ 20181 w 271765"/>
              <a:gd name="connsiteY302" fmla="*/ 327711 h 436500"/>
              <a:gd name="connsiteX303" fmla="*/ 18835 w 271765"/>
              <a:gd name="connsiteY303" fmla="*/ 320995 h 43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</a:cxnLst>
            <a:rect l="l" t="t" r="r" b="b"/>
            <a:pathLst>
              <a:path w="271765" h="436500">
                <a:moveTo>
                  <a:pt x="17490" y="319652"/>
                </a:moveTo>
                <a:lnTo>
                  <a:pt x="45743" y="291447"/>
                </a:lnTo>
                <a:lnTo>
                  <a:pt x="47088" y="282046"/>
                </a:lnTo>
                <a:lnTo>
                  <a:pt x="48433" y="279360"/>
                </a:lnTo>
                <a:lnTo>
                  <a:pt x="48433" y="271301"/>
                </a:lnTo>
                <a:lnTo>
                  <a:pt x="49779" y="268615"/>
                </a:lnTo>
                <a:lnTo>
                  <a:pt x="48433" y="264586"/>
                </a:lnTo>
                <a:lnTo>
                  <a:pt x="49779" y="260557"/>
                </a:lnTo>
                <a:lnTo>
                  <a:pt x="52470" y="260557"/>
                </a:lnTo>
                <a:lnTo>
                  <a:pt x="55160" y="257871"/>
                </a:lnTo>
                <a:lnTo>
                  <a:pt x="59196" y="253841"/>
                </a:lnTo>
                <a:lnTo>
                  <a:pt x="63232" y="248469"/>
                </a:lnTo>
                <a:lnTo>
                  <a:pt x="61887" y="244440"/>
                </a:lnTo>
                <a:lnTo>
                  <a:pt x="59196" y="243097"/>
                </a:lnTo>
                <a:lnTo>
                  <a:pt x="59196" y="237724"/>
                </a:lnTo>
                <a:lnTo>
                  <a:pt x="61887" y="235038"/>
                </a:lnTo>
                <a:lnTo>
                  <a:pt x="60542" y="231009"/>
                </a:lnTo>
                <a:lnTo>
                  <a:pt x="56506" y="226980"/>
                </a:lnTo>
                <a:lnTo>
                  <a:pt x="56506" y="224294"/>
                </a:lnTo>
                <a:lnTo>
                  <a:pt x="59196" y="222951"/>
                </a:lnTo>
                <a:lnTo>
                  <a:pt x="59196" y="217578"/>
                </a:lnTo>
                <a:lnTo>
                  <a:pt x="59196" y="213549"/>
                </a:lnTo>
                <a:lnTo>
                  <a:pt x="63232" y="210863"/>
                </a:lnTo>
                <a:lnTo>
                  <a:pt x="65923" y="206834"/>
                </a:lnTo>
                <a:lnTo>
                  <a:pt x="61887" y="208177"/>
                </a:lnTo>
                <a:lnTo>
                  <a:pt x="59196" y="205491"/>
                </a:lnTo>
                <a:lnTo>
                  <a:pt x="61887" y="200118"/>
                </a:lnTo>
                <a:lnTo>
                  <a:pt x="63232" y="193403"/>
                </a:lnTo>
                <a:lnTo>
                  <a:pt x="64578" y="189374"/>
                </a:lnTo>
                <a:lnTo>
                  <a:pt x="64578" y="186688"/>
                </a:lnTo>
                <a:lnTo>
                  <a:pt x="64578" y="182659"/>
                </a:lnTo>
                <a:lnTo>
                  <a:pt x="64578" y="178629"/>
                </a:lnTo>
                <a:lnTo>
                  <a:pt x="64578" y="174600"/>
                </a:lnTo>
                <a:lnTo>
                  <a:pt x="67269" y="171914"/>
                </a:lnTo>
                <a:lnTo>
                  <a:pt x="65923" y="166541"/>
                </a:lnTo>
                <a:lnTo>
                  <a:pt x="60542" y="166541"/>
                </a:lnTo>
                <a:lnTo>
                  <a:pt x="57851" y="162512"/>
                </a:lnTo>
                <a:lnTo>
                  <a:pt x="52470" y="159826"/>
                </a:lnTo>
                <a:lnTo>
                  <a:pt x="44397" y="158483"/>
                </a:lnTo>
                <a:lnTo>
                  <a:pt x="40361" y="158483"/>
                </a:lnTo>
                <a:lnTo>
                  <a:pt x="36325" y="151768"/>
                </a:lnTo>
                <a:lnTo>
                  <a:pt x="28253" y="147738"/>
                </a:lnTo>
                <a:lnTo>
                  <a:pt x="21526" y="146395"/>
                </a:lnTo>
                <a:lnTo>
                  <a:pt x="20181" y="149082"/>
                </a:lnTo>
                <a:lnTo>
                  <a:pt x="17490" y="149082"/>
                </a:lnTo>
                <a:lnTo>
                  <a:pt x="16144" y="146395"/>
                </a:lnTo>
                <a:lnTo>
                  <a:pt x="12108" y="146395"/>
                </a:lnTo>
                <a:lnTo>
                  <a:pt x="2691" y="145052"/>
                </a:lnTo>
                <a:lnTo>
                  <a:pt x="1345" y="132965"/>
                </a:lnTo>
                <a:lnTo>
                  <a:pt x="0" y="124906"/>
                </a:lnTo>
                <a:lnTo>
                  <a:pt x="2691" y="120877"/>
                </a:lnTo>
                <a:lnTo>
                  <a:pt x="12108" y="116847"/>
                </a:lnTo>
                <a:lnTo>
                  <a:pt x="17490" y="116847"/>
                </a:lnTo>
                <a:lnTo>
                  <a:pt x="44397" y="104760"/>
                </a:lnTo>
                <a:lnTo>
                  <a:pt x="48433" y="104760"/>
                </a:lnTo>
                <a:lnTo>
                  <a:pt x="64578" y="98044"/>
                </a:lnTo>
                <a:lnTo>
                  <a:pt x="71305" y="95359"/>
                </a:lnTo>
                <a:lnTo>
                  <a:pt x="79377" y="94015"/>
                </a:lnTo>
                <a:lnTo>
                  <a:pt x="80723" y="96701"/>
                </a:lnTo>
                <a:lnTo>
                  <a:pt x="82068" y="99388"/>
                </a:lnTo>
                <a:lnTo>
                  <a:pt x="83413" y="102074"/>
                </a:lnTo>
                <a:lnTo>
                  <a:pt x="84759" y="104760"/>
                </a:lnTo>
                <a:lnTo>
                  <a:pt x="88795" y="107446"/>
                </a:lnTo>
                <a:lnTo>
                  <a:pt x="90140" y="106103"/>
                </a:lnTo>
                <a:lnTo>
                  <a:pt x="94176" y="106103"/>
                </a:lnTo>
                <a:lnTo>
                  <a:pt x="95521" y="103417"/>
                </a:lnTo>
                <a:lnTo>
                  <a:pt x="100903" y="103417"/>
                </a:lnTo>
                <a:lnTo>
                  <a:pt x="108975" y="106103"/>
                </a:lnTo>
                <a:lnTo>
                  <a:pt x="110321" y="108789"/>
                </a:lnTo>
                <a:lnTo>
                  <a:pt x="110321" y="116847"/>
                </a:lnTo>
                <a:lnTo>
                  <a:pt x="110321" y="122220"/>
                </a:lnTo>
                <a:lnTo>
                  <a:pt x="104939" y="128935"/>
                </a:lnTo>
                <a:lnTo>
                  <a:pt x="103594" y="134308"/>
                </a:lnTo>
                <a:lnTo>
                  <a:pt x="99558" y="139680"/>
                </a:lnTo>
                <a:lnTo>
                  <a:pt x="100903" y="143709"/>
                </a:lnTo>
                <a:lnTo>
                  <a:pt x="103594" y="149082"/>
                </a:lnTo>
                <a:lnTo>
                  <a:pt x="103594" y="153111"/>
                </a:lnTo>
                <a:lnTo>
                  <a:pt x="107630" y="158483"/>
                </a:lnTo>
                <a:lnTo>
                  <a:pt x="111666" y="162512"/>
                </a:lnTo>
                <a:lnTo>
                  <a:pt x="115702" y="165198"/>
                </a:lnTo>
                <a:lnTo>
                  <a:pt x="118393" y="166541"/>
                </a:lnTo>
                <a:lnTo>
                  <a:pt x="122429" y="171914"/>
                </a:lnTo>
                <a:lnTo>
                  <a:pt x="119738" y="174600"/>
                </a:lnTo>
                <a:lnTo>
                  <a:pt x="121084" y="178629"/>
                </a:lnTo>
                <a:lnTo>
                  <a:pt x="126465" y="177286"/>
                </a:lnTo>
                <a:lnTo>
                  <a:pt x="127811" y="171914"/>
                </a:lnTo>
                <a:lnTo>
                  <a:pt x="126465" y="166541"/>
                </a:lnTo>
                <a:lnTo>
                  <a:pt x="129156" y="161169"/>
                </a:lnTo>
                <a:lnTo>
                  <a:pt x="129156" y="157140"/>
                </a:lnTo>
                <a:lnTo>
                  <a:pt x="131847" y="150424"/>
                </a:lnTo>
                <a:lnTo>
                  <a:pt x="137228" y="149082"/>
                </a:lnTo>
                <a:lnTo>
                  <a:pt x="141265" y="145052"/>
                </a:lnTo>
                <a:lnTo>
                  <a:pt x="142610" y="141023"/>
                </a:lnTo>
                <a:lnTo>
                  <a:pt x="142610" y="131621"/>
                </a:lnTo>
                <a:lnTo>
                  <a:pt x="139919" y="128935"/>
                </a:lnTo>
                <a:lnTo>
                  <a:pt x="139919" y="126249"/>
                </a:lnTo>
                <a:lnTo>
                  <a:pt x="138574" y="124906"/>
                </a:lnTo>
                <a:lnTo>
                  <a:pt x="139919" y="122220"/>
                </a:lnTo>
                <a:lnTo>
                  <a:pt x="142610" y="122220"/>
                </a:lnTo>
                <a:lnTo>
                  <a:pt x="143955" y="119534"/>
                </a:lnTo>
                <a:lnTo>
                  <a:pt x="147991" y="118191"/>
                </a:lnTo>
                <a:lnTo>
                  <a:pt x="146646" y="115505"/>
                </a:lnTo>
                <a:lnTo>
                  <a:pt x="145301" y="112818"/>
                </a:lnTo>
                <a:lnTo>
                  <a:pt x="143955" y="106103"/>
                </a:lnTo>
                <a:lnTo>
                  <a:pt x="137228" y="98044"/>
                </a:lnTo>
                <a:lnTo>
                  <a:pt x="135883" y="94015"/>
                </a:lnTo>
                <a:lnTo>
                  <a:pt x="126465" y="84614"/>
                </a:lnTo>
                <a:lnTo>
                  <a:pt x="123774" y="84614"/>
                </a:lnTo>
                <a:lnTo>
                  <a:pt x="122429" y="81928"/>
                </a:lnTo>
                <a:lnTo>
                  <a:pt x="118393" y="77898"/>
                </a:lnTo>
                <a:lnTo>
                  <a:pt x="110321" y="73869"/>
                </a:lnTo>
                <a:lnTo>
                  <a:pt x="106285" y="49694"/>
                </a:lnTo>
                <a:lnTo>
                  <a:pt x="113012" y="26862"/>
                </a:lnTo>
                <a:lnTo>
                  <a:pt x="137228" y="26862"/>
                </a:lnTo>
                <a:lnTo>
                  <a:pt x="141265" y="25518"/>
                </a:lnTo>
                <a:lnTo>
                  <a:pt x="142610" y="24175"/>
                </a:lnTo>
                <a:lnTo>
                  <a:pt x="146646" y="22832"/>
                </a:lnTo>
                <a:lnTo>
                  <a:pt x="146646" y="25518"/>
                </a:lnTo>
                <a:lnTo>
                  <a:pt x="150682" y="25518"/>
                </a:lnTo>
                <a:lnTo>
                  <a:pt x="153373" y="28205"/>
                </a:lnTo>
                <a:lnTo>
                  <a:pt x="156063" y="28205"/>
                </a:lnTo>
                <a:lnTo>
                  <a:pt x="158754" y="30891"/>
                </a:lnTo>
                <a:lnTo>
                  <a:pt x="158754" y="33577"/>
                </a:lnTo>
                <a:lnTo>
                  <a:pt x="165481" y="30891"/>
                </a:lnTo>
                <a:lnTo>
                  <a:pt x="172208" y="26862"/>
                </a:lnTo>
                <a:lnTo>
                  <a:pt x="174899" y="26862"/>
                </a:lnTo>
                <a:lnTo>
                  <a:pt x="176244" y="25518"/>
                </a:lnTo>
                <a:lnTo>
                  <a:pt x="178935" y="26862"/>
                </a:lnTo>
                <a:lnTo>
                  <a:pt x="180280" y="28205"/>
                </a:lnTo>
                <a:lnTo>
                  <a:pt x="182971" y="28205"/>
                </a:lnTo>
                <a:lnTo>
                  <a:pt x="187007" y="30891"/>
                </a:lnTo>
                <a:lnTo>
                  <a:pt x="192389" y="28205"/>
                </a:lnTo>
                <a:lnTo>
                  <a:pt x="199116" y="28205"/>
                </a:lnTo>
                <a:lnTo>
                  <a:pt x="200461" y="24175"/>
                </a:lnTo>
                <a:lnTo>
                  <a:pt x="200461" y="20146"/>
                </a:lnTo>
                <a:lnTo>
                  <a:pt x="201806" y="18803"/>
                </a:lnTo>
                <a:lnTo>
                  <a:pt x="205842" y="20146"/>
                </a:lnTo>
                <a:lnTo>
                  <a:pt x="209878" y="20146"/>
                </a:lnTo>
                <a:lnTo>
                  <a:pt x="213915" y="22832"/>
                </a:lnTo>
                <a:lnTo>
                  <a:pt x="217951" y="21489"/>
                </a:lnTo>
                <a:lnTo>
                  <a:pt x="220642" y="20146"/>
                </a:lnTo>
                <a:lnTo>
                  <a:pt x="230059" y="17460"/>
                </a:lnTo>
                <a:lnTo>
                  <a:pt x="234095" y="18803"/>
                </a:lnTo>
                <a:lnTo>
                  <a:pt x="238131" y="17460"/>
                </a:lnTo>
                <a:lnTo>
                  <a:pt x="239477" y="14774"/>
                </a:lnTo>
                <a:lnTo>
                  <a:pt x="246204" y="13431"/>
                </a:lnTo>
                <a:lnTo>
                  <a:pt x="250240" y="10744"/>
                </a:lnTo>
                <a:lnTo>
                  <a:pt x="255622" y="9401"/>
                </a:lnTo>
                <a:lnTo>
                  <a:pt x="259658" y="6715"/>
                </a:lnTo>
                <a:lnTo>
                  <a:pt x="262348" y="2686"/>
                </a:lnTo>
                <a:lnTo>
                  <a:pt x="266384" y="4029"/>
                </a:lnTo>
                <a:lnTo>
                  <a:pt x="269075" y="1343"/>
                </a:lnTo>
                <a:lnTo>
                  <a:pt x="270420" y="0"/>
                </a:lnTo>
                <a:lnTo>
                  <a:pt x="271766" y="1343"/>
                </a:lnTo>
                <a:lnTo>
                  <a:pt x="270420" y="8059"/>
                </a:lnTo>
                <a:lnTo>
                  <a:pt x="269075" y="10744"/>
                </a:lnTo>
                <a:lnTo>
                  <a:pt x="270420" y="12088"/>
                </a:lnTo>
                <a:lnTo>
                  <a:pt x="265039" y="20146"/>
                </a:lnTo>
                <a:lnTo>
                  <a:pt x="265039" y="22832"/>
                </a:lnTo>
                <a:lnTo>
                  <a:pt x="266384" y="24175"/>
                </a:lnTo>
                <a:lnTo>
                  <a:pt x="266384" y="25518"/>
                </a:lnTo>
                <a:lnTo>
                  <a:pt x="265039" y="28205"/>
                </a:lnTo>
                <a:lnTo>
                  <a:pt x="265039" y="37606"/>
                </a:lnTo>
                <a:lnTo>
                  <a:pt x="269075" y="42978"/>
                </a:lnTo>
                <a:lnTo>
                  <a:pt x="266384" y="44321"/>
                </a:lnTo>
                <a:lnTo>
                  <a:pt x="266384" y="51037"/>
                </a:lnTo>
                <a:lnTo>
                  <a:pt x="267730" y="52380"/>
                </a:lnTo>
                <a:lnTo>
                  <a:pt x="269075" y="59095"/>
                </a:lnTo>
                <a:lnTo>
                  <a:pt x="266384" y="61782"/>
                </a:lnTo>
                <a:lnTo>
                  <a:pt x="266384" y="68497"/>
                </a:lnTo>
                <a:lnTo>
                  <a:pt x="265039" y="81928"/>
                </a:lnTo>
                <a:lnTo>
                  <a:pt x="263694" y="81928"/>
                </a:lnTo>
                <a:lnTo>
                  <a:pt x="265039" y="83271"/>
                </a:lnTo>
                <a:lnTo>
                  <a:pt x="265039" y="95359"/>
                </a:lnTo>
                <a:lnTo>
                  <a:pt x="261003" y="95359"/>
                </a:lnTo>
                <a:lnTo>
                  <a:pt x="261003" y="96701"/>
                </a:lnTo>
                <a:lnTo>
                  <a:pt x="262348" y="99388"/>
                </a:lnTo>
                <a:lnTo>
                  <a:pt x="267730" y="99388"/>
                </a:lnTo>
                <a:lnTo>
                  <a:pt x="269075" y="100731"/>
                </a:lnTo>
                <a:lnTo>
                  <a:pt x="270420" y="110132"/>
                </a:lnTo>
                <a:lnTo>
                  <a:pt x="267730" y="114162"/>
                </a:lnTo>
                <a:lnTo>
                  <a:pt x="265039" y="115505"/>
                </a:lnTo>
                <a:lnTo>
                  <a:pt x="266384" y="118191"/>
                </a:lnTo>
                <a:lnTo>
                  <a:pt x="266384" y="120877"/>
                </a:lnTo>
                <a:lnTo>
                  <a:pt x="262348" y="120877"/>
                </a:lnTo>
                <a:lnTo>
                  <a:pt x="259658" y="124906"/>
                </a:lnTo>
                <a:lnTo>
                  <a:pt x="259658" y="126249"/>
                </a:lnTo>
                <a:lnTo>
                  <a:pt x="261003" y="124906"/>
                </a:lnTo>
                <a:lnTo>
                  <a:pt x="265039" y="124906"/>
                </a:lnTo>
                <a:lnTo>
                  <a:pt x="262348" y="128935"/>
                </a:lnTo>
                <a:lnTo>
                  <a:pt x="261003" y="132965"/>
                </a:lnTo>
                <a:lnTo>
                  <a:pt x="258312" y="134308"/>
                </a:lnTo>
                <a:lnTo>
                  <a:pt x="252931" y="141023"/>
                </a:lnTo>
                <a:lnTo>
                  <a:pt x="252931" y="145052"/>
                </a:lnTo>
                <a:lnTo>
                  <a:pt x="247549" y="151768"/>
                </a:lnTo>
                <a:lnTo>
                  <a:pt x="243513" y="151768"/>
                </a:lnTo>
                <a:lnTo>
                  <a:pt x="243513" y="157140"/>
                </a:lnTo>
                <a:lnTo>
                  <a:pt x="226023" y="166541"/>
                </a:lnTo>
                <a:lnTo>
                  <a:pt x="223332" y="166541"/>
                </a:lnTo>
                <a:lnTo>
                  <a:pt x="221987" y="170571"/>
                </a:lnTo>
                <a:lnTo>
                  <a:pt x="205842" y="179972"/>
                </a:lnTo>
                <a:lnTo>
                  <a:pt x="199116" y="178629"/>
                </a:lnTo>
                <a:lnTo>
                  <a:pt x="199116" y="179972"/>
                </a:lnTo>
                <a:lnTo>
                  <a:pt x="191043" y="184001"/>
                </a:lnTo>
                <a:lnTo>
                  <a:pt x="180280" y="190717"/>
                </a:lnTo>
                <a:lnTo>
                  <a:pt x="178935" y="188031"/>
                </a:lnTo>
                <a:lnTo>
                  <a:pt x="178935" y="192060"/>
                </a:lnTo>
                <a:lnTo>
                  <a:pt x="172208" y="200118"/>
                </a:lnTo>
                <a:lnTo>
                  <a:pt x="168172" y="201462"/>
                </a:lnTo>
                <a:lnTo>
                  <a:pt x="166827" y="197432"/>
                </a:lnTo>
                <a:lnTo>
                  <a:pt x="165481" y="204147"/>
                </a:lnTo>
                <a:lnTo>
                  <a:pt x="162790" y="204147"/>
                </a:lnTo>
                <a:lnTo>
                  <a:pt x="161445" y="208177"/>
                </a:lnTo>
                <a:lnTo>
                  <a:pt x="152027" y="214892"/>
                </a:lnTo>
                <a:lnTo>
                  <a:pt x="150682" y="217578"/>
                </a:lnTo>
                <a:lnTo>
                  <a:pt x="147991" y="218921"/>
                </a:lnTo>
                <a:lnTo>
                  <a:pt x="145301" y="220265"/>
                </a:lnTo>
                <a:lnTo>
                  <a:pt x="146646" y="224294"/>
                </a:lnTo>
                <a:lnTo>
                  <a:pt x="139919" y="224294"/>
                </a:lnTo>
                <a:lnTo>
                  <a:pt x="126465" y="233695"/>
                </a:lnTo>
                <a:lnTo>
                  <a:pt x="126465" y="239068"/>
                </a:lnTo>
                <a:lnTo>
                  <a:pt x="122429" y="243097"/>
                </a:lnTo>
                <a:lnTo>
                  <a:pt x="117048" y="243097"/>
                </a:lnTo>
                <a:lnTo>
                  <a:pt x="114357" y="245783"/>
                </a:lnTo>
                <a:lnTo>
                  <a:pt x="108975" y="243097"/>
                </a:lnTo>
                <a:lnTo>
                  <a:pt x="106285" y="243097"/>
                </a:lnTo>
                <a:lnTo>
                  <a:pt x="106285" y="245783"/>
                </a:lnTo>
                <a:lnTo>
                  <a:pt x="108975" y="248469"/>
                </a:lnTo>
                <a:lnTo>
                  <a:pt x="108975" y="252498"/>
                </a:lnTo>
                <a:lnTo>
                  <a:pt x="106285" y="255185"/>
                </a:lnTo>
                <a:lnTo>
                  <a:pt x="107630" y="259214"/>
                </a:lnTo>
                <a:lnTo>
                  <a:pt x="104939" y="263243"/>
                </a:lnTo>
                <a:lnTo>
                  <a:pt x="111666" y="272644"/>
                </a:lnTo>
                <a:lnTo>
                  <a:pt x="111666" y="276674"/>
                </a:lnTo>
                <a:lnTo>
                  <a:pt x="108975" y="279360"/>
                </a:lnTo>
                <a:lnTo>
                  <a:pt x="111666" y="280703"/>
                </a:lnTo>
                <a:lnTo>
                  <a:pt x="114357" y="284732"/>
                </a:lnTo>
                <a:lnTo>
                  <a:pt x="114357" y="291447"/>
                </a:lnTo>
                <a:lnTo>
                  <a:pt x="117048" y="296820"/>
                </a:lnTo>
                <a:lnTo>
                  <a:pt x="115702" y="312937"/>
                </a:lnTo>
                <a:lnTo>
                  <a:pt x="117048" y="318309"/>
                </a:lnTo>
                <a:lnTo>
                  <a:pt x="119738" y="318309"/>
                </a:lnTo>
                <a:lnTo>
                  <a:pt x="119738" y="314280"/>
                </a:lnTo>
                <a:lnTo>
                  <a:pt x="122429" y="307565"/>
                </a:lnTo>
                <a:lnTo>
                  <a:pt x="122429" y="312937"/>
                </a:lnTo>
                <a:lnTo>
                  <a:pt x="123774" y="312937"/>
                </a:lnTo>
                <a:lnTo>
                  <a:pt x="123774" y="319652"/>
                </a:lnTo>
                <a:lnTo>
                  <a:pt x="121084" y="322338"/>
                </a:lnTo>
                <a:lnTo>
                  <a:pt x="121084" y="329054"/>
                </a:lnTo>
                <a:lnTo>
                  <a:pt x="122429" y="330397"/>
                </a:lnTo>
                <a:lnTo>
                  <a:pt x="119738" y="338455"/>
                </a:lnTo>
                <a:lnTo>
                  <a:pt x="119738" y="342485"/>
                </a:lnTo>
                <a:lnTo>
                  <a:pt x="117048" y="346514"/>
                </a:lnTo>
                <a:lnTo>
                  <a:pt x="117048" y="351886"/>
                </a:lnTo>
                <a:lnTo>
                  <a:pt x="115702" y="351886"/>
                </a:lnTo>
                <a:lnTo>
                  <a:pt x="115702" y="355915"/>
                </a:lnTo>
                <a:lnTo>
                  <a:pt x="119738" y="353229"/>
                </a:lnTo>
                <a:lnTo>
                  <a:pt x="121084" y="355915"/>
                </a:lnTo>
                <a:lnTo>
                  <a:pt x="118393" y="361288"/>
                </a:lnTo>
                <a:lnTo>
                  <a:pt x="115702" y="368003"/>
                </a:lnTo>
                <a:lnTo>
                  <a:pt x="106285" y="378747"/>
                </a:lnTo>
                <a:lnTo>
                  <a:pt x="90140" y="385463"/>
                </a:lnTo>
                <a:lnTo>
                  <a:pt x="67269" y="390835"/>
                </a:lnTo>
                <a:lnTo>
                  <a:pt x="57851" y="398894"/>
                </a:lnTo>
                <a:lnTo>
                  <a:pt x="51124" y="400237"/>
                </a:lnTo>
                <a:lnTo>
                  <a:pt x="49779" y="402923"/>
                </a:lnTo>
                <a:lnTo>
                  <a:pt x="45743" y="405609"/>
                </a:lnTo>
                <a:lnTo>
                  <a:pt x="44397" y="412324"/>
                </a:lnTo>
                <a:lnTo>
                  <a:pt x="41706" y="412324"/>
                </a:lnTo>
                <a:lnTo>
                  <a:pt x="39016" y="413668"/>
                </a:lnTo>
                <a:lnTo>
                  <a:pt x="40361" y="415011"/>
                </a:lnTo>
                <a:lnTo>
                  <a:pt x="43052" y="420383"/>
                </a:lnTo>
                <a:lnTo>
                  <a:pt x="43052" y="424412"/>
                </a:lnTo>
                <a:lnTo>
                  <a:pt x="44397" y="421726"/>
                </a:lnTo>
                <a:lnTo>
                  <a:pt x="48433" y="423069"/>
                </a:lnTo>
                <a:lnTo>
                  <a:pt x="49779" y="419040"/>
                </a:lnTo>
                <a:lnTo>
                  <a:pt x="51124" y="417697"/>
                </a:lnTo>
                <a:lnTo>
                  <a:pt x="51124" y="420383"/>
                </a:lnTo>
                <a:lnTo>
                  <a:pt x="51124" y="428441"/>
                </a:lnTo>
                <a:lnTo>
                  <a:pt x="48433" y="432471"/>
                </a:lnTo>
                <a:lnTo>
                  <a:pt x="48433" y="436500"/>
                </a:lnTo>
                <a:lnTo>
                  <a:pt x="43052" y="436500"/>
                </a:lnTo>
                <a:lnTo>
                  <a:pt x="33634" y="433814"/>
                </a:lnTo>
                <a:lnTo>
                  <a:pt x="30943" y="435157"/>
                </a:lnTo>
                <a:lnTo>
                  <a:pt x="30943" y="432471"/>
                </a:lnTo>
                <a:lnTo>
                  <a:pt x="32289" y="428441"/>
                </a:lnTo>
                <a:lnTo>
                  <a:pt x="32289" y="424412"/>
                </a:lnTo>
                <a:lnTo>
                  <a:pt x="33634" y="423069"/>
                </a:lnTo>
                <a:lnTo>
                  <a:pt x="30943" y="420383"/>
                </a:lnTo>
                <a:lnTo>
                  <a:pt x="28253" y="416354"/>
                </a:lnTo>
                <a:lnTo>
                  <a:pt x="25562" y="415011"/>
                </a:lnTo>
                <a:lnTo>
                  <a:pt x="25562" y="415011"/>
                </a:lnTo>
                <a:lnTo>
                  <a:pt x="25562" y="405609"/>
                </a:lnTo>
                <a:lnTo>
                  <a:pt x="25562" y="398894"/>
                </a:lnTo>
                <a:lnTo>
                  <a:pt x="26908" y="390835"/>
                </a:lnTo>
                <a:lnTo>
                  <a:pt x="28253" y="370689"/>
                </a:lnTo>
                <a:lnTo>
                  <a:pt x="25562" y="363974"/>
                </a:lnTo>
                <a:lnTo>
                  <a:pt x="24217" y="359944"/>
                </a:lnTo>
                <a:lnTo>
                  <a:pt x="24217" y="354572"/>
                </a:lnTo>
                <a:lnTo>
                  <a:pt x="24217" y="353229"/>
                </a:lnTo>
                <a:lnTo>
                  <a:pt x="24217" y="341141"/>
                </a:lnTo>
                <a:lnTo>
                  <a:pt x="21526" y="334426"/>
                </a:lnTo>
                <a:lnTo>
                  <a:pt x="20181" y="327711"/>
                </a:lnTo>
                <a:lnTo>
                  <a:pt x="18835" y="32099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84" name="Freeform 783">
            <a:extLst>
              <a:ext uri="{FF2B5EF4-FFF2-40B4-BE49-F238E27FC236}">
                <a16:creationId xmlns:a16="http://schemas.microsoft.com/office/drawing/2014/main" id="{620E1913-EC97-97FE-92C4-FFEEB7CC2032}"/>
              </a:ext>
            </a:extLst>
          </p:cNvPr>
          <p:cNvSpPr/>
          <p:nvPr/>
        </p:nvSpPr>
        <p:spPr>
          <a:xfrm>
            <a:off x="8124731" y="5319388"/>
            <a:ext cx="37670" cy="41635"/>
          </a:xfrm>
          <a:custGeom>
            <a:avLst/>
            <a:gdLst>
              <a:gd name="connsiteX0" fmla="*/ 29598 w 37670"/>
              <a:gd name="connsiteY0" fmla="*/ 9402 h 41635"/>
              <a:gd name="connsiteX1" fmla="*/ 29598 w 37670"/>
              <a:gd name="connsiteY1" fmla="*/ 9402 h 41635"/>
              <a:gd name="connsiteX2" fmla="*/ 32289 w 37670"/>
              <a:gd name="connsiteY2" fmla="*/ 10745 h 41635"/>
              <a:gd name="connsiteX3" fmla="*/ 34980 w 37670"/>
              <a:gd name="connsiteY3" fmla="*/ 14774 h 41635"/>
              <a:gd name="connsiteX4" fmla="*/ 37671 w 37670"/>
              <a:gd name="connsiteY4" fmla="*/ 17460 h 41635"/>
              <a:gd name="connsiteX5" fmla="*/ 36325 w 37670"/>
              <a:gd name="connsiteY5" fmla="*/ 18803 h 41635"/>
              <a:gd name="connsiteX6" fmla="*/ 36325 w 37670"/>
              <a:gd name="connsiteY6" fmla="*/ 22832 h 41635"/>
              <a:gd name="connsiteX7" fmla="*/ 34980 w 37670"/>
              <a:gd name="connsiteY7" fmla="*/ 26862 h 41635"/>
              <a:gd name="connsiteX8" fmla="*/ 34980 w 37670"/>
              <a:gd name="connsiteY8" fmla="*/ 29548 h 41635"/>
              <a:gd name="connsiteX9" fmla="*/ 33634 w 37670"/>
              <a:gd name="connsiteY9" fmla="*/ 29548 h 41635"/>
              <a:gd name="connsiteX10" fmla="*/ 30944 w 37670"/>
              <a:gd name="connsiteY10" fmla="*/ 32234 h 41635"/>
              <a:gd name="connsiteX11" fmla="*/ 30944 w 37670"/>
              <a:gd name="connsiteY11" fmla="*/ 36263 h 41635"/>
              <a:gd name="connsiteX12" fmla="*/ 29598 w 37670"/>
              <a:gd name="connsiteY12" fmla="*/ 40292 h 41635"/>
              <a:gd name="connsiteX13" fmla="*/ 25562 w 37670"/>
              <a:gd name="connsiteY13" fmla="*/ 41635 h 41635"/>
              <a:gd name="connsiteX14" fmla="*/ 16145 w 37670"/>
              <a:gd name="connsiteY14" fmla="*/ 41635 h 41635"/>
              <a:gd name="connsiteX15" fmla="*/ 6727 w 37670"/>
              <a:gd name="connsiteY15" fmla="*/ 36263 h 41635"/>
              <a:gd name="connsiteX16" fmla="*/ 4036 w 37670"/>
              <a:gd name="connsiteY16" fmla="*/ 30891 h 41635"/>
              <a:gd name="connsiteX17" fmla="*/ 1345 w 37670"/>
              <a:gd name="connsiteY17" fmla="*/ 28205 h 41635"/>
              <a:gd name="connsiteX18" fmla="*/ 0 w 37670"/>
              <a:gd name="connsiteY18" fmla="*/ 25519 h 41635"/>
              <a:gd name="connsiteX19" fmla="*/ 2691 w 37670"/>
              <a:gd name="connsiteY19" fmla="*/ 18803 h 41635"/>
              <a:gd name="connsiteX20" fmla="*/ 8072 w 37670"/>
              <a:gd name="connsiteY20" fmla="*/ 6715 h 41635"/>
              <a:gd name="connsiteX21" fmla="*/ 9418 w 37670"/>
              <a:gd name="connsiteY21" fmla="*/ 2686 h 41635"/>
              <a:gd name="connsiteX22" fmla="*/ 14799 w 37670"/>
              <a:gd name="connsiteY22" fmla="*/ 0 h 41635"/>
              <a:gd name="connsiteX23" fmla="*/ 20181 w 37670"/>
              <a:gd name="connsiteY23" fmla="*/ 4029 h 41635"/>
              <a:gd name="connsiteX24" fmla="*/ 24217 w 37670"/>
              <a:gd name="connsiteY24" fmla="*/ 6715 h 41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670" h="41635">
                <a:moveTo>
                  <a:pt x="29598" y="9402"/>
                </a:moveTo>
                <a:lnTo>
                  <a:pt x="29598" y="9402"/>
                </a:lnTo>
                <a:lnTo>
                  <a:pt x="32289" y="10745"/>
                </a:lnTo>
                <a:lnTo>
                  <a:pt x="34980" y="14774"/>
                </a:lnTo>
                <a:lnTo>
                  <a:pt x="37671" y="17460"/>
                </a:lnTo>
                <a:lnTo>
                  <a:pt x="36325" y="18803"/>
                </a:lnTo>
                <a:lnTo>
                  <a:pt x="36325" y="22832"/>
                </a:lnTo>
                <a:lnTo>
                  <a:pt x="34980" y="26862"/>
                </a:lnTo>
                <a:lnTo>
                  <a:pt x="34980" y="29548"/>
                </a:lnTo>
                <a:lnTo>
                  <a:pt x="33634" y="29548"/>
                </a:lnTo>
                <a:lnTo>
                  <a:pt x="30944" y="32234"/>
                </a:lnTo>
                <a:lnTo>
                  <a:pt x="30944" y="36263"/>
                </a:lnTo>
                <a:lnTo>
                  <a:pt x="29598" y="40292"/>
                </a:lnTo>
                <a:lnTo>
                  <a:pt x="25562" y="41635"/>
                </a:lnTo>
                <a:lnTo>
                  <a:pt x="16145" y="41635"/>
                </a:lnTo>
                <a:lnTo>
                  <a:pt x="6727" y="36263"/>
                </a:lnTo>
                <a:lnTo>
                  <a:pt x="4036" y="30891"/>
                </a:lnTo>
                <a:lnTo>
                  <a:pt x="1345" y="28205"/>
                </a:lnTo>
                <a:lnTo>
                  <a:pt x="0" y="25519"/>
                </a:lnTo>
                <a:lnTo>
                  <a:pt x="2691" y="18803"/>
                </a:lnTo>
                <a:lnTo>
                  <a:pt x="8072" y="6715"/>
                </a:lnTo>
                <a:lnTo>
                  <a:pt x="9418" y="2686"/>
                </a:lnTo>
                <a:lnTo>
                  <a:pt x="14799" y="0"/>
                </a:lnTo>
                <a:lnTo>
                  <a:pt x="20181" y="4029"/>
                </a:lnTo>
                <a:lnTo>
                  <a:pt x="24217" y="6715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785" name="Graphic 5">
            <a:extLst>
              <a:ext uri="{FF2B5EF4-FFF2-40B4-BE49-F238E27FC236}">
                <a16:creationId xmlns:a16="http://schemas.microsoft.com/office/drawing/2014/main" id="{B923AD7E-6BB2-4D86-F771-7557583EB96A}"/>
              </a:ext>
            </a:extLst>
          </p:cNvPr>
          <p:cNvGrpSpPr/>
          <p:nvPr/>
        </p:nvGrpSpPr>
        <p:grpSpPr>
          <a:xfrm>
            <a:off x="7754753" y="5222687"/>
            <a:ext cx="422448" cy="358601"/>
            <a:chOff x="7754753" y="5222687"/>
            <a:chExt cx="422448" cy="358601"/>
          </a:xfrm>
          <a:solidFill>
            <a:srgbClr val="E5E5E4"/>
          </a:solidFill>
        </p:grpSpPr>
        <p:sp>
          <p:nvSpPr>
            <p:cNvPr id="786" name="Freeform 785">
              <a:extLst>
                <a:ext uri="{FF2B5EF4-FFF2-40B4-BE49-F238E27FC236}">
                  <a16:creationId xmlns:a16="http://schemas.microsoft.com/office/drawing/2014/main" id="{A760CE8A-F5E8-0504-CEE9-56AC9B977B5D}"/>
                </a:ext>
              </a:extLst>
            </p:cNvPr>
            <p:cNvSpPr/>
            <p:nvPr/>
          </p:nvSpPr>
          <p:spPr>
            <a:xfrm>
              <a:off x="7754753" y="5222687"/>
              <a:ext cx="422448" cy="358601"/>
            </a:xfrm>
            <a:custGeom>
              <a:avLst/>
              <a:gdLst>
                <a:gd name="connsiteX0" fmla="*/ 0 w 422448"/>
                <a:gd name="connsiteY0" fmla="*/ 177286 h 358601"/>
                <a:gd name="connsiteX1" fmla="*/ 4036 w 422448"/>
                <a:gd name="connsiteY1" fmla="*/ 174600 h 358601"/>
                <a:gd name="connsiteX2" fmla="*/ 9418 w 422448"/>
                <a:gd name="connsiteY2" fmla="*/ 173257 h 358601"/>
                <a:gd name="connsiteX3" fmla="*/ 9418 w 422448"/>
                <a:gd name="connsiteY3" fmla="*/ 170571 h 358601"/>
                <a:gd name="connsiteX4" fmla="*/ 8072 w 422448"/>
                <a:gd name="connsiteY4" fmla="*/ 169228 h 358601"/>
                <a:gd name="connsiteX5" fmla="*/ 10763 w 422448"/>
                <a:gd name="connsiteY5" fmla="*/ 163855 h 358601"/>
                <a:gd name="connsiteX6" fmla="*/ 17490 w 422448"/>
                <a:gd name="connsiteY6" fmla="*/ 161169 h 358601"/>
                <a:gd name="connsiteX7" fmla="*/ 20181 w 422448"/>
                <a:gd name="connsiteY7" fmla="*/ 166541 h 358601"/>
                <a:gd name="connsiteX8" fmla="*/ 25562 w 422448"/>
                <a:gd name="connsiteY8" fmla="*/ 167885 h 358601"/>
                <a:gd name="connsiteX9" fmla="*/ 22872 w 422448"/>
                <a:gd name="connsiteY9" fmla="*/ 173257 h 358601"/>
                <a:gd name="connsiteX10" fmla="*/ 26908 w 422448"/>
                <a:gd name="connsiteY10" fmla="*/ 179972 h 358601"/>
                <a:gd name="connsiteX11" fmla="*/ 34980 w 422448"/>
                <a:gd name="connsiteY11" fmla="*/ 182659 h 358601"/>
                <a:gd name="connsiteX12" fmla="*/ 41707 w 422448"/>
                <a:gd name="connsiteY12" fmla="*/ 185344 h 358601"/>
                <a:gd name="connsiteX13" fmla="*/ 44398 w 422448"/>
                <a:gd name="connsiteY13" fmla="*/ 185344 h 358601"/>
                <a:gd name="connsiteX14" fmla="*/ 48434 w 422448"/>
                <a:gd name="connsiteY14" fmla="*/ 185344 h 358601"/>
                <a:gd name="connsiteX15" fmla="*/ 52470 w 422448"/>
                <a:gd name="connsiteY15" fmla="*/ 186688 h 358601"/>
                <a:gd name="connsiteX16" fmla="*/ 55161 w 422448"/>
                <a:gd name="connsiteY16" fmla="*/ 184001 h 358601"/>
                <a:gd name="connsiteX17" fmla="*/ 57851 w 422448"/>
                <a:gd name="connsiteY17" fmla="*/ 184001 h 358601"/>
                <a:gd name="connsiteX18" fmla="*/ 60542 w 422448"/>
                <a:gd name="connsiteY18" fmla="*/ 188031 h 358601"/>
                <a:gd name="connsiteX19" fmla="*/ 64578 w 422448"/>
                <a:gd name="connsiteY19" fmla="*/ 186688 h 358601"/>
                <a:gd name="connsiteX20" fmla="*/ 67269 w 422448"/>
                <a:gd name="connsiteY20" fmla="*/ 188031 h 358601"/>
                <a:gd name="connsiteX21" fmla="*/ 67269 w 422448"/>
                <a:gd name="connsiteY21" fmla="*/ 182659 h 358601"/>
                <a:gd name="connsiteX22" fmla="*/ 69960 w 422448"/>
                <a:gd name="connsiteY22" fmla="*/ 179972 h 358601"/>
                <a:gd name="connsiteX23" fmla="*/ 72650 w 422448"/>
                <a:gd name="connsiteY23" fmla="*/ 179972 h 358601"/>
                <a:gd name="connsiteX24" fmla="*/ 75341 w 422448"/>
                <a:gd name="connsiteY24" fmla="*/ 174600 h 358601"/>
                <a:gd name="connsiteX25" fmla="*/ 82068 w 422448"/>
                <a:gd name="connsiteY25" fmla="*/ 170571 h 358601"/>
                <a:gd name="connsiteX26" fmla="*/ 90140 w 422448"/>
                <a:gd name="connsiteY26" fmla="*/ 171914 h 358601"/>
                <a:gd name="connsiteX27" fmla="*/ 92831 w 422448"/>
                <a:gd name="connsiteY27" fmla="*/ 171914 h 358601"/>
                <a:gd name="connsiteX28" fmla="*/ 96867 w 422448"/>
                <a:gd name="connsiteY28" fmla="*/ 77898 h 358601"/>
                <a:gd name="connsiteX29" fmla="*/ 104940 w 422448"/>
                <a:gd name="connsiteY29" fmla="*/ 83271 h 358601"/>
                <a:gd name="connsiteX30" fmla="*/ 107630 w 422448"/>
                <a:gd name="connsiteY30" fmla="*/ 91329 h 358601"/>
                <a:gd name="connsiteX31" fmla="*/ 114357 w 422448"/>
                <a:gd name="connsiteY31" fmla="*/ 106103 h 358601"/>
                <a:gd name="connsiteX32" fmla="*/ 114357 w 422448"/>
                <a:gd name="connsiteY32" fmla="*/ 112818 h 358601"/>
                <a:gd name="connsiteX33" fmla="*/ 110321 w 422448"/>
                <a:gd name="connsiteY33" fmla="*/ 120877 h 358601"/>
                <a:gd name="connsiteX34" fmla="*/ 110321 w 422448"/>
                <a:gd name="connsiteY34" fmla="*/ 126249 h 358601"/>
                <a:gd name="connsiteX35" fmla="*/ 117048 w 422448"/>
                <a:gd name="connsiteY35" fmla="*/ 124906 h 358601"/>
                <a:gd name="connsiteX36" fmla="*/ 123775 w 422448"/>
                <a:gd name="connsiteY36" fmla="*/ 126249 h 358601"/>
                <a:gd name="connsiteX37" fmla="*/ 127811 w 422448"/>
                <a:gd name="connsiteY37" fmla="*/ 124906 h 358601"/>
                <a:gd name="connsiteX38" fmla="*/ 134538 w 422448"/>
                <a:gd name="connsiteY38" fmla="*/ 124906 h 358601"/>
                <a:gd name="connsiteX39" fmla="*/ 138574 w 422448"/>
                <a:gd name="connsiteY39" fmla="*/ 122220 h 358601"/>
                <a:gd name="connsiteX40" fmla="*/ 143955 w 422448"/>
                <a:gd name="connsiteY40" fmla="*/ 120877 h 358601"/>
                <a:gd name="connsiteX41" fmla="*/ 149337 w 422448"/>
                <a:gd name="connsiteY41" fmla="*/ 116847 h 358601"/>
                <a:gd name="connsiteX42" fmla="*/ 150682 w 422448"/>
                <a:gd name="connsiteY42" fmla="*/ 114162 h 358601"/>
                <a:gd name="connsiteX43" fmla="*/ 160100 w 422448"/>
                <a:gd name="connsiteY43" fmla="*/ 110132 h 358601"/>
                <a:gd name="connsiteX44" fmla="*/ 164136 w 422448"/>
                <a:gd name="connsiteY44" fmla="*/ 106103 h 358601"/>
                <a:gd name="connsiteX45" fmla="*/ 168172 w 422448"/>
                <a:gd name="connsiteY45" fmla="*/ 95359 h 358601"/>
                <a:gd name="connsiteX46" fmla="*/ 174899 w 422448"/>
                <a:gd name="connsiteY46" fmla="*/ 88643 h 358601"/>
                <a:gd name="connsiteX47" fmla="*/ 181626 w 422448"/>
                <a:gd name="connsiteY47" fmla="*/ 88643 h 358601"/>
                <a:gd name="connsiteX48" fmla="*/ 191044 w 422448"/>
                <a:gd name="connsiteY48" fmla="*/ 89986 h 358601"/>
                <a:gd name="connsiteX49" fmla="*/ 193734 w 422448"/>
                <a:gd name="connsiteY49" fmla="*/ 92672 h 358601"/>
                <a:gd name="connsiteX50" fmla="*/ 196425 w 422448"/>
                <a:gd name="connsiteY50" fmla="*/ 92672 h 358601"/>
                <a:gd name="connsiteX51" fmla="*/ 205843 w 422448"/>
                <a:gd name="connsiteY51" fmla="*/ 99388 h 358601"/>
                <a:gd name="connsiteX52" fmla="*/ 209879 w 422448"/>
                <a:gd name="connsiteY52" fmla="*/ 98044 h 358601"/>
                <a:gd name="connsiteX53" fmla="*/ 213915 w 422448"/>
                <a:gd name="connsiteY53" fmla="*/ 99388 h 358601"/>
                <a:gd name="connsiteX54" fmla="*/ 219297 w 422448"/>
                <a:gd name="connsiteY54" fmla="*/ 98044 h 358601"/>
                <a:gd name="connsiteX55" fmla="*/ 226024 w 422448"/>
                <a:gd name="connsiteY55" fmla="*/ 98044 h 358601"/>
                <a:gd name="connsiteX56" fmla="*/ 230059 w 422448"/>
                <a:gd name="connsiteY56" fmla="*/ 98044 h 358601"/>
                <a:gd name="connsiteX57" fmla="*/ 231405 w 422448"/>
                <a:gd name="connsiteY57" fmla="*/ 100731 h 358601"/>
                <a:gd name="connsiteX58" fmla="*/ 235441 w 422448"/>
                <a:gd name="connsiteY58" fmla="*/ 100731 h 358601"/>
                <a:gd name="connsiteX59" fmla="*/ 240822 w 422448"/>
                <a:gd name="connsiteY59" fmla="*/ 98044 h 358601"/>
                <a:gd name="connsiteX60" fmla="*/ 239477 w 422448"/>
                <a:gd name="connsiteY60" fmla="*/ 95359 h 358601"/>
                <a:gd name="connsiteX61" fmla="*/ 240822 w 422448"/>
                <a:gd name="connsiteY61" fmla="*/ 91329 h 358601"/>
                <a:gd name="connsiteX62" fmla="*/ 240822 w 422448"/>
                <a:gd name="connsiteY62" fmla="*/ 87300 h 358601"/>
                <a:gd name="connsiteX63" fmla="*/ 243513 w 422448"/>
                <a:gd name="connsiteY63" fmla="*/ 84614 h 358601"/>
                <a:gd name="connsiteX64" fmla="*/ 243513 w 422448"/>
                <a:gd name="connsiteY64" fmla="*/ 77898 h 358601"/>
                <a:gd name="connsiteX65" fmla="*/ 244859 w 422448"/>
                <a:gd name="connsiteY65" fmla="*/ 73869 h 358601"/>
                <a:gd name="connsiteX66" fmla="*/ 250240 w 422448"/>
                <a:gd name="connsiteY66" fmla="*/ 72526 h 358601"/>
                <a:gd name="connsiteX67" fmla="*/ 254276 w 422448"/>
                <a:gd name="connsiteY67" fmla="*/ 71183 h 358601"/>
                <a:gd name="connsiteX68" fmla="*/ 258312 w 422448"/>
                <a:gd name="connsiteY68" fmla="*/ 69840 h 358601"/>
                <a:gd name="connsiteX69" fmla="*/ 259658 w 422448"/>
                <a:gd name="connsiteY69" fmla="*/ 68497 h 358601"/>
                <a:gd name="connsiteX70" fmla="*/ 261003 w 422448"/>
                <a:gd name="connsiteY70" fmla="*/ 67154 h 358601"/>
                <a:gd name="connsiteX71" fmla="*/ 262348 w 422448"/>
                <a:gd name="connsiteY71" fmla="*/ 63124 h 358601"/>
                <a:gd name="connsiteX72" fmla="*/ 266385 w 422448"/>
                <a:gd name="connsiteY72" fmla="*/ 60438 h 358601"/>
                <a:gd name="connsiteX73" fmla="*/ 269075 w 422448"/>
                <a:gd name="connsiteY73" fmla="*/ 59095 h 358601"/>
                <a:gd name="connsiteX74" fmla="*/ 270421 w 422448"/>
                <a:gd name="connsiteY74" fmla="*/ 57752 h 358601"/>
                <a:gd name="connsiteX75" fmla="*/ 274457 w 422448"/>
                <a:gd name="connsiteY75" fmla="*/ 56409 h 358601"/>
                <a:gd name="connsiteX76" fmla="*/ 274457 w 422448"/>
                <a:gd name="connsiteY76" fmla="*/ 52380 h 358601"/>
                <a:gd name="connsiteX77" fmla="*/ 273112 w 422448"/>
                <a:gd name="connsiteY77" fmla="*/ 51037 h 358601"/>
                <a:gd name="connsiteX78" fmla="*/ 273112 w 422448"/>
                <a:gd name="connsiteY78" fmla="*/ 44321 h 358601"/>
                <a:gd name="connsiteX79" fmla="*/ 281184 w 422448"/>
                <a:gd name="connsiteY79" fmla="*/ 34920 h 358601"/>
                <a:gd name="connsiteX80" fmla="*/ 283875 w 422448"/>
                <a:gd name="connsiteY80" fmla="*/ 33577 h 358601"/>
                <a:gd name="connsiteX81" fmla="*/ 286565 w 422448"/>
                <a:gd name="connsiteY81" fmla="*/ 32234 h 358601"/>
                <a:gd name="connsiteX82" fmla="*/ 289256 w 422448"/>
                <a:gd name="connsiteY82" fmla="*/ 29547 h 358601"/>
                <a:gd name="connsiteX83" fmla="*/ 293292 w 422448"/>
                <a:gd name="connsiteY83" fmla="*/ 28205 h 358601"/>
                <a:gd name="connsiteX84" fmla="*/ 293292 w 422448"/>
                <a:gd name="connsiteY84" fmla="*/ 25518 h 358601"/>
                <a:gd name="connsiteX85" fmla="*/ 297328 w 422448"/>
                <a:gd name="connsiteY85" fmla="*/ 24175 h 358601"/>
                <a:gd name="connsiteX86" fmla="*/ 300019 w 422448"/>
                <a:gd name="connsiteY86" fmla="*/ 21489 h 358601"/>
                <a:gd name="connsiteX87" fmla="*/ 305401 w 422448"/>
                <a:gd name="connsiteY87" fmla="*/ 17460 h 358601"/>
                <a:gd name="connsiteX88" fmla="*/ 310782 w 422448"/>
                <a:gd name="connsiteY88" fmla="*/ 16117 h 358601"/>
                <a:gd name="connsiteX89" fmla="*/ 312128 w 422448"/>
                <a:gd name="connsiteY89" fmla="*/ 17460 h 358601"/>
                <a:gd name="connsiteX90" fmla="*/ 314818 w 422448"/>
                <a:gd name="connsiteY90" fmla="*/ 16117 h 358601"/>
                <a:gd name="connsiteX91" fmla="*/ 318854 w 422448"/>
                <a:gd name="connsiteY91" fmla="*/ 16117 h 358601"/>
                <a:gd name="connsiteX92" fmla="*/ 322890 w 422448"/>
                <a:gd name="connsiteY92" fmla="*/ 13431 h 358601"/>
                <a:gd name="connsiteX93" fmla="*/ 325581 w 422448"/>
                <a:gd name="connsiteY93" fmla="*/ 12088 h 358601"/>
                <a:gd name="connsiteX94" fmla="*/ 328272 w 422448"/>
                <a:gd name="connsiteY94" fmla="*/ 8059 h 358601"/>
                <a:gd name="connsiteX95" fmla="*/ 326927 w 422448"/>
                <a:gd name="connsiteY95" fmla="*/ 5372 h 358601"/>
                <a:gd name="connsiteX96" fmla="*/ 329617 w 422448"/>
                <a:gd name="connsiteY96" fmla="*/ 4029 h 358601"/>
                <a:gd name="connsiteX97" fmla="*/ 334999 w 422448"/>
                <a:gd name="connsiteY97" fmla="*/ 2686 h 358601"/>
                <a:gd name="connsiteX98" fmla="*/ 336344 w 422448"/>
                <a:gd name="connsiteY98" fmla="*/ 1343 h 358601"/>
                <a:gd name="connsiteX99" fmla="*/ 348452 w 422448"/>
                <a:gd name="connsiteY99" fmla="*/ 0 h 358601"/>
                <a:gd name="connsiteX100" fmla="*/ 355179 w 422448"/>
                <a:gd name="connsiteY100" fmla="*/ 0 h 358601"/>
                <a:gd name="connsiteX101" fmla="*/ 356525 w 422448"/>
                <a:gd name="connsiteY101" fmla="*/ 4029 h 358601"/>
                <a:gd name="connsiteX102" fmla="*/ 360561 w 422448"/>
                <a:gd name="connsiteY102" fmla="*/ 4029 h 358601"/>
                <a:gd name="connsiteX103" fmla="*/ 365943 w 422448"/>
                <a:gd name="connsiteY103" fmla="*/ 6715 h 358601"/>
                <a:gd name="connsiteX104" fmla="*/ 367288 w 422448"/>
                <a:gd name="connsiteY104" fmla="*/ 8059 h 358601"/>
                <a:gd name="connsiteX105" fmla="*/ 371324 w 422448"/>
                <a:gd name="connsiteY105" fmla="*/ 6715 h 358601"/>
                <a:gd name="connsiteX106" fmla="*/ 378051 w 422448"/>
                <a:gd name="connsiteY106" fmla="*/ 5372 h 358601"/>
                <a:gd name="connsiteX107" fmla="*/ 387469 w 422448"/>
                <a:gd name="connsiteY107" fmla="*/ 6715 h 358601"/>
                <a:gd name="connsiteX108" fmla="*/ 392850 w 422448"/>
                <a:gd name="connsiteY108" fmla="*/ 12088 h 358601"/>
                <a:gd name="connsiteX109" fmla="*/ 394196 w 422448"/>
                <a:gd name="connsiteY109" fmla="*/ 18803 h 358601"/>
                <a:gd name="connsiteX110" fmla="*/ 395541 w 422448"/>
                <a:gd name="connsiteY110" fmla="*/ 25518 h 358601"/>
                <a:gd name="connsiteX111" fmla="*/ 398232 w 422448"/>
                <a:gd name="connsiteY111" fmla="*/ 32234 h 358601"/>
                <a:gd name="connsiteX112" fmla="*/ 398232 w 422448"/>
                <a:gd name="connsiteY112" fmla="*/ 44321 h 358601"/>
                <a:gd name="connsiteX113" fmla="*/ 398232 w 422448"/>
                <a:gd name="connsiteY113" fmla="*/ 45665 h 358601"/>
                <a:gd name="connsiteX114" fmla="*/ 398232 w 422448"/>
                <a:gd name="connsiteY114" fmla="*/ 51037 h 358601"/>
                <a:gd name="connsiteX115" fmla="*/ 399577 w 422448"/>
                <a:gd name="connsiteY115" fmla="*/ 55066 h 358601"/>
                <a:gd name="connsiteX116" fmla="*/ 402268 w 422448"/>
                <a:gd name="connsiteY116" fmla="*/ 61782 h 358601"/>
                <a:gd name="connsiteX117" fmla="*/ 400922 w 422448"/>
                <a:gd name="connsiteY117" fmla="*/ 81928 h 358601"/>
                <a:gd name="connsiteX118" fmla="*/ 399577 w 422448"/>
                <a:gd name="connsiteY118" fmla="*/ 89986 h 358601"/>
                <a:gd name="connsiteX119" fmla="*/ 399577 w 422448"/>
                <a:gd name="connsiteY119" fmla="*/ 96701 h 358601"/>
                <a:gd name="connsiteX120" fmla="*/ 399577 w 422448"/>
                <a:gd name="connsiteY120" fmla="*/ 106103 h 358601"/>
                <a:gd name="connsiteX121" fmla="*/ 394196 w 422448"/>
                <a:gd name="connsiteY121" fmla="*/ 103417 h 358601"/>
                <a:gd name="connsiteX122" fmla="*/ 390159 w 422448"/>
                <a:gd name="connsiteY122" fmla="*/ 100731 h 358601"/>
                <a:gd name="connsiteX123" fmla="*/ 384778 w 422448"/>
                <a:gd name="connsiteY123" fmla="*/ 96701 h 358601"/>
                <a:gd name="connsiteX124" fmla="*/ 379396 w 422448"/>
                <a:gd name="connsiteY124" fmla="*/ 99388 h 358601"/>
                <a:gd name="connsiteX125" fmla="*/ 378051 w 422448"/>
                <a:gd name="connsiteY125" fmla="*/ 103417 h 358601"/>
                <a:gd name="connsiteX126" fmla="*/ 372670 w 422448"/>
                <a:gd name="connsiteY126" fmla="*/ 115505 h 358601"/>
                <a:gd name="connsiteX127" fmla="*/ 369979 w 422448"/>
                <a:gd name="connsiteY127" fmla="*/ 122220 h 358601"/>
                <a:gd name="connsiteX128" fmla="*/ 371324 w 422448"/>
                <a:gd name="connsiteY128" fmla="*/ 124906 h 358601"/>
                <a:gd name="connsiteX129" fmla="*/ 374015 w 422448"/>
                <a:gd name="connsiteY129" fmla="*/ 127592 h 358601"/>
                <a:gd name="connsiteX130" fmla="*/ 376705 w 422448"/>
                <a:gd name="connsiteY130" fmla="*/ 132965 h 358601"/>
                <a:gd name="connsiteX131" fmla="*/ 386123 w 422448"/>
                <a:gd name="connsiteY131" fmla="*/ 138337 h 358601"/>
                <a:gd name="connsiteX132" fmla="*/ 395541 w 422448"/>
                <a:gd name="connsiteY132" fmla="*/ 138337 h 358601"/>
                <a:gd name="connsiteX133" fmla="*/ 399577 w 422448"/>
                <a:gd name="connsiteY133" fmla="*/ 136994 h 358601"/>
                <a:gd name="connsiteX134" fmla="*/ 400922 w 422448"/>
                <a:gd name="connsiteY134" fmla="*/ 132965 h 358601"/>
                <a:gd name="connsiteX135" fmla="*/ 400922 w 422448"/>
                <a:gd name="connsiteY135" fmla="*/ 128935 h 358601"/>
                <a:gd name="connsiteX136" fmla="*/ 403613 w 422448"/>
                <a:gd name="connsiteY136" fmla="*/ 126249 h 358601"/>
                <a:gd name="connsiteX137" fmla="*/ 407649 w 422448"/>
                <a:gd name="connsiteY137" fmla="*/ 124906 h 358601"/>
                <a:gd name="connsiteX138" fmla="*/ 417067 w 422448"/>
                <a:gd name="connsiteY138" fmla="*/ 127592 h 358601"/>
                <a:gd name="connsiteX139" fmla="*/ 422448 w 422448"/>
                <a:gd name="connsiteY139" fmla="*/ 127592 h 358601"/>
                <a:gd name="connsiteX140" fmla="*/ 422448 w 422448"/>
                <a:gd name="connsiteY140" fmla="*/ 128935 h 358601"/>
                <a:gd name="connsiteX141" fmla="*/ 418412 w 422448"/>
                <a:gd name="connsiteY141" fmla="*/ 132965 h 358601"/>
                <a:gd name="connsiteX142" fmla="*/ 419758 w 422448"/>
                <a:gd name="connsiteY142" fmla="*/ 132965 h 358601"/>
                <a:gd name="connsiteX143" fmla="*/ 417067 w 422448"/>
                <a:gd name="connsiteY143" fmla="*/ 142366 h 358601"/>
                <a:gd name="connsiteX144" fmla="*/ 417067 w 422448"/>
                <a:gd name="connsiteY144" fmla="*/ 150424 h 358601"/>
                <a:gd name="connsiteX145" fmla="*/ 413031 w 422448"/>
                <a:gd name="connsiteY145" fmla="*/ 158483 h 358601"/>
                <a:gd name="connsiteX146" fmla="*/ 410340 w 422448"/>
                <a:gd name="connsiteY146" fmla="*/ 167885 h 358601"/>
                <a:gd name="connsiteX147" fmla="*/ 406304 w 422448"/>
                <a:gd name="connsiteY147" fmla="*/ 173257 h 358601"/>
                <a:gd name="connsiteX148" fmla="*/ 404958 w 422448"/>
                <a:gd name="connsiteY148" fmla="*/ 177286 h 358601"/>
                <a:gd name="connsiteX149" fmla="*/ 398232 w 422448"/>
                <a:gd name="connsiteY149" fmla="*/ 186688 h 358601"/>
                <a:gd name="connsiteX150" fmla="*/ 395541 w 422448"/>
                <a:gd name="connsiteY150" fmla="*/ 186688 h 358601"/>
                <a:gd name="connsiteX151" fmla="*/ 394196 w 422448"/>
                <a:gd name="connsiteY151" fmla="*/ 188031 h 358601"/>
                <a:gd name="connsiteX152" fmla="*/ 388814 w 422448"/>
                <a:gd name="connsiteY152" fmla="*/ 190717 h 358601"/>
                <a:gd name="connsiteX153" fmla="*/ 386123 w 422448"/>
                <a:gd name="connsiteY153" fmla="*/ 193403 h 358601"/>
                <a:gd name="connsiteX154" fmla="*/ 380742 w 422448"/>
                <a:gd name="connsiteY154" fmla="*/ 197432 h 358601"/>
                <a:gd name="connsiteX155" fmla="*/ 376705 w 422448"/>
                <a:gd name="connsiteY155" fmla="*/ 204147 h 358601"/>
                <a:gd name="connsiteX156" fmla="*/ 371324 w 422448"/>
                <a:gd name="connsiteY156" fmla="*/ 209520 h 358601"/>
                <a:gd name="connsiteX157" fmla="*/ 371324 w 422448"/>
                <a:gd name="connsiteY157" fmla="*/ 212206 h 358601"/>
                <a:gd name="connsiteX158" fmla="*/ 368633 w 422448"/>
                <a:gd name="connsiteY158" fmla="*/ 217578 h 358601"/>
                <a:gd name="connsiteX159" fmla="*/ 364597 w 422448"/>
                <a:gd name="connsiteY159" fmla="*/ 217578 h 358601"/>
                <a:gd name="connsiteX160" fmla="*/ 360561 w 422448"/>
                <a:gd name="connsiteY160" fmla="*/ 225637 h 358601"/>
                <a:gd name="connsiteX161" fmla="*/ 349798 w 422448"/>
                <a:gd name="connsiteY161" fmla="*/ 243097 h 358601"/>
                <a:gd name="connsiteX162" fmla="*/ 340381 w 422448"/>
                <a:gd name="connsiteY162" fmla="*/ 251155 h 358601"/>
                <a:gd name="connsiteX163" fmla="*/ 339035 w 422448"/>
                <a:gd name="connsiteY163" fmla="*/ 259214 h 358601"/>
                <a:gd name="connsiteX164" fmla="*/ 334999 w 422448"/>
                <a:gd name="connsiteY164" fmla="*/ 260557 h 358601"/>
                <a:gd name="connsiteX165" fmla="*/ 329617 w 422448"/>
                <a:gd name="connsiteY165" fmla="*/ 265929 h 358601"/>
                <a:gd name="connsiteX166" fmla="*/ 326927 w 422448"/>
                <a:gd name="connsiteY166" fmla="*/ 265929 h 358601"/>
                <a:gd name="connsiteX167" fmla="*/ 326927 w 422448"/>
                <a:gd name="connsiteY167" fmla="*/ 268615 h 358601"/>
                <a:gd name="connsiteX168" fmla="*/ 298674 w 422448"/>
                <a:gd name="connsiteY168" fmla="*/ 295477 h 358601"/>
                <a:gd name="connsiteX169" fmla="*/ 295983 w 422448"/>
                <a:gd name="connsiteY169" fmla="*/ 295477 h 358601"/>
                <a:gd name="connsiteX170" fmla="*/ 295983 w 422448"/>
                <a:gd name="connsiteY170" fmla="*/ 296820 h 358601"/>
                <a:gd name="connsiteX171" fmla="*/ 291947 w 422448"/>
                <a:gd name="connsiteY171" fmla="*/ 302192 h 358601"/>
                <a:gd name="connsiteX172" fmla="*/ 273112 w 422448"/>
                <a:gd name="connsiteY172" fmla="*/ 314280 h 358601"/>
                <a:gd name="connsiteX173" fmla="*/ 270421 w 422448"/>
                <a:gd name="connsiteY173" fmla="*/ 318309 h 358601"/>
                <a:gd name="connsiteX174" fmla="*/ 263694 w 422448"/>
                <a:gd name="connsiteY174" fmla="*/ 319652 h 358601"/>
                <a:gd name="connsiteX175" fmla="*/ 263694 w 422448"/>
                <a:gd name="connsiteY175" fmla="*/ 320995 h 358601"/>
                <a:gd name="connsiteX176" fmla="*/ 254276 w 422448"/>
                <a:gd name="connsiteY176" fmla="*/ 323682 h 358601"/>
                <a:gd name="connsiteX177" fmla="*/ 247549 w 422448"/>
                <a:gd name="connsiteY177" fmla="*/ 327711 h 358601"/>
                <a:gd name="connsiteX178" fmla="*/ 242168 w 422448"/>
                <a:gd name="connsiteY178" fmla="*/ 327711 h 358601"/>
                <a:gd name="connsiteX179" fmla="*/ 239477 w 422448"/>
                <a:gd name="connsiteY179" fmla="*/ 326368 h 358601"/>
                <a:gd name="connsiteX180" fmla="*/ 231405 w 422448"/>
                <a:gd name="connsiteY180" fmla="*/ 326368 h 358601"/>
                <a:gd name="connsiteX181" fmla="*/ 224678 w 422448"/>
                <a:gd name="connsiteY181" fmla="*/ 327711 h 358601"/>
                <a:gd name="connsiteX182" fmla="*/ 221987 w 422448"/>
                <a:gd name="connsiteY182" fmla="*/ 333083 h 358601"/>
                <a:gd name="connsiteX183" fmla="*/ 226024 w 422448"/>
                <a:gd name="connsiteY183" fmla="*/ 335769 h 358601"/>
                <a:gd name="connsiteX184" fmla="*/ 226024 w 422448"/>
                <a:gd name="connsiteY184" fmla="*/ 337112 h 358601"/>
                <a:gd name="connsiteX185" fmla="*/ 216606 w 422448"/>
                <a:gd name="connsiteY185" fmla="*/ 337112 h 358601"/>
                <a:gd name="connsiteX186" fmla="*/ 211224 w 422448"/>
                <a:gd name="connsiteY186" fmla="*/ 334426 h 358601"/>
                <a:gd name="connsiteX187" fmla="*/ 207188 w 422448"/>
                <a:gd name="connsiteY187" fmla="*/ 334426 h 358601"/>
                <a:gd name="connsiteX188" fmla="*/ 203152 w 422448"/>
                <a:gd name="connsiteY188" fmla="*/ 338455 h 358601"/>
                <a:gd name="connsiteX189" fmla="*/ 204497 w 422448"/>
                <a:gd name="connsiteY189" fmla="*/ 341141 h 358601"/>
                <a:gd name="connsiteX190" fmla="*/ 203152 w 422448"/>
                <a:gd name="connsiteY190" fmla="*/ 342485 h 358601"/>
                <a:gd name="connsiteX191" fmla="*/ 191044 w 422448"/>
                <a:gd name="connsiteY191" fmla="*/ 339798 h 358601"/>
                <a:gd name="connsiteX192" fmla="*/ 187007 w 422448"/>
                <a:gd name="connsiteY192" fmla="*/ 337112 h 358601"/>
                <a:gd name="connsiteX193" fmla="*/ 174899 w 422448"/>
                <a:gd name="connsiteY193" fmla="*/ 334426 h 358601"/>
                <a:gd name="connsiteX194" fmla="*/ 168172 w 422448"/>
                <a:gd name="connsiteY194" fmla="*/ 335769 h 358601"/>
                <a:gd name="connsiteX195" fmla="*/ 166827 w 422448"/>
                <a:gd name="connsiteY195" fmla="*/ 338455 h 358601"/>
                <a:gd name="connsiteX196" fmla="*/ 162791 w 422448"/>
                <a:gd name="connsiteY196" fmla="*/ 339798 h 358601"/>
                <a:gd name="connsiteX197" fmla="*/ 157409 w 422448"/>
                <a:gd name="connsiteY197" fmla="*/ 335769 h 358601"/>
                <a:gd name="connsiteX198" fmla="*/ 142610 w 422448"/>
                <a:gd name="connsiteY198" fmla="*/ 335769 h 358601"/>
                <a:gd name="connsiteX199" fmla="*/ 138574 w 422448"/>
                <a:gd name="connsiteY199" fmla="*/ 338455 h 358601"/>
                <a:gd name="connsiteX200" fmla="*/ 137229 w 422448"/>
                <a:gd name="connsiteY200" fmla="*/ 342485 h 358601"/>
                <a:gd name="connsiteX201" fmla="*/ 134538 w 422448"/>
                <a:gd name="connsiteY201" fmla="*/ 341141 h 358601"/>
                <a:gd name="connsiteX202" fmla="*/ 131847 w 422448"/>
                <a:gd name="connsiteY202" fmla="*/ 342485 h 358601"/>
                <a:gd name="connsiteX203" fmla="*/ 129156 w 422448"/>
                <a:gd name="connsiteY203" fmla="*/ 343828 h 358601"/>
                <a:gd name="connsiteX204" fmla="*/ 127811 w 422448"/>
                <a:gd name="connsiteY204" fmla="*/ 346514 h 358601"/>
                <a:gd name="connsiteX205" fmla="*/ 121084 w 422448"/>
                <a:gd name="connsiteY205" fmla="*/ 346514 h 358601"/>
                <a:gd name="connsiteX206" fmla="*/ 117048 w 422448"/>
                <a:gd name="connsiteY206" fmla="*/ 347857 h 358601"/>
                <a:gd name="connsiteX207" fmla="*/ 108976 w 422448"/>
                <a:gd name="connsiteY207" fmla="*/ 346514 h 358601"/>
                <a:gd name="connsiteX208" fmla="*/ 103594 w 422448"/>
                <a:gd name="connsiteY208" fmla="*/ 346514 h 358601"/>
                <a:gd name="connsiteX209" fmla="*/ 102249 w 422448"/>
                <a:gd name="connsiteY209" fmla="*/ 347857 h 358601"/>
                <a:gd name="connsiteX210" fmla="*/ 95522 w 422448"/>
                <a:gd name="connsiteY210" fmla="*/ 346514 h 358601"/>
                <a:gd name="connsiteX211" fmla="*/ 90140 w 422448"/>
                <a:gd name="connsiteY211" fmla="*/ 353229 h 358601"/>
                <a:gd name="connsiteX212" fmla="*/ 84759 w 422448"/>
                <a:gd name="connsiteY212" fmla="*/ 354572 h 358601"/>
                <a:gd name="connsiteX213" fmla="*/ 83414 w 422448"/>
                <a:gd name="connsiteY213" fmla="*/ 357259 h 358601"/>
                <a:gd name="connsiteX214" fmla="*/ 80723 w 422448"/>
                <a:gd name="connsiteY214" fmla="*/ 357259 h 358601"/>
                <a:gd name="connsiteX215" fmla="*/ 78032 w 422448"/>
                <a:gd name="connsiteY215" fmla="*/ 358601 h 358601"/>
                <a:gd name="connsiteX216" fmla="*/ 65923 w 422448"/>
                <a:gd name="connsiteY216" fmla="*/ 351886 h 358601"/>
                <a:gd name="connsiteX217" fmla="*/ 63233 w 422448"/>
                <a:gd name="connsiteY217" fmla="*/ 353229 h 358601"/>
                <a:gd name="connsiteX218" fmla="*/ 61887 w 422448"/>
                <a:gd name="connsiteY218" fmla="*/ 346514 h 358601"/>
                <a:gd name="connsiteX219" fmla="*/ 57851 w 422448"/>
                <a:gd name="connsiteY219" fmla="*/ 345171 h 358601"/>
                <a:gd name="connsiteX220" fmla="*/ 53815 w 422448"/>
                <a:gd name="connsiteY220" fmla="*/ 346514 h 358601"/>
                <a:gd name="connsiteX221" fmla="*/ 51125 w 422448"/>
                <a:gd name="connsiteY221" fmla="*/ 345171 h 358601"/>
                <a:gd name="connsiteX222" fmla="*/ 53815 w 422448"/>
                <a:gd name="connsiteY222" fmla="*/ 343828 h 358601"/>
                <a:gd name="connsiteX223" fmla="*/ 52470 w 422448"/>
                <a:gd name="connsiteY223" fmla="*/ 338455 h 358601"/>
                <a:gd name="connsiteX224" fmla="*/ 45743 w 422448"/>
                <a:gd name="connsiteY224" fmla="*/ 337112 h 358601"/>
                <a:gd name="connsiteX225" fmla="*/ 41707 w 422448"/>
                <a:gd name="connsiteY225" fmla="*/ 341141 h 358601"/>
                <a:gd name="connsiteX226" fmla="*/ 41707 w 422448"/>
                <a:gd name="connsiteY226" fmla="*/ 345171 h 358601"/>
                <a:gd name="connsiteX227" fmla="*/ 39016 w 422448"/>
                <a:gd name="connsiteY227" fmla="*/ 343828 h 358601"/>
                <a:gd name="connsiteX228" fmla="*/ 39016 w 422448"/>
                <a:gd name="connsiteY228" fmla="*/ 338455 h 358601"/>
                <a:gd name="connsiteX229" fmla="*/ 40361 w 422448"/>
                <a:gd name="connsiteY229" fmla="*/ 333083 h 358601"/>
                <a:gd name="connsiteX230" fmla="*/ 39016 w 422448"/>
                <a:gd name="connsiteY230" fmla="*/ 327711 h 358601"/>
                <a:gd name="connsiteX231" fmla="*/ 43052 w 422448"/>
                <a:gd name="connsiteY231" fmla="*/ 320995 h 358601"/>
                <a:gd name="connsiteX232" fmla="*/ 37671 w 422448"/>
                <a:gd name="connsiteY232" fmla="*/ 312937 h 358601"/>
                <a:gd name="connsiteX233" fmla="*/ 33634 w 422448"/>
                <a:gd name="connsiteY233" fmla="*/ 308908 h 358601"/>
                <a:gd name="connsiteX234" fmla="*/ 29598 w 422448"/>
                <a:gd name="connsiteY234" fmla="*/ 302192 h 358601"/>
                <a:gd name="connsiteX235" fmla="*/ 29598 w 422448"/>
                <a:gd name="connsiteY235" fmla="*/ 295477 h 358601"/>
                <a:gd name="connsiteX236" fmla="*/ 32289 w 422448"/>
                <a:gd name="connsiteY236" fmla="*/ 292791 h 358601"/>
                <a:gd name="connsiteX237" fmla="*/ 34980 w 422448"/>
                <a:gd name="connsiteY237" fmla="*/ 295477 h 358601"/>
                <a:gd name="connsiteX238" fmla="*/ 37671 w 422448"/>
                <a:gd name="connsiteY238" fmla="*/ 295477 h 358601"/>
                <a:gd name="connsiteX239" fmla="*/ 40361 w 422448"/>
                <a:gd name="connsiteY239" fmla="*/ 292791 h 358601"/>
                <a:gd name="connsiteX240" fmla="*/ 41707 w 422448"/>
                <a:gd name="connsiteY240" fmla="*/ 284732 h 358601"/>
                <a:gd name="connsiteX241" fmla="*/ 39016 w 422448"/>
                <a:gd name="connsiteY241" fmla="*/ 275331 h 358601"/>
                <a:gd name="connsiteX242" fmla="*/ 39016 w 422448"/>
                <a:gd name="connsiteY242" fmla="*/ 271301 h 358601"/>
                <a:gd name="connsiteX243" fmla="*/ 32289 w 422448"/>
                <a:gd name="connsiteY243" fmla="*/ 259214 h 358601"/>
                <a:gd name="connsiteX244" fmla="*/ 32289 w 422448"/>
                <a:gd name="connsiteY244" fmla="*/ 253841 h 358601"/>
                <a:gd name="connsiteX245" fmla="*/ 24217 w 422448"/>
                <a:gd name="connsiteY245" fmla="*/ 244440 h 358601"/>
                <a:gd name="connsiteX246" fmla="*/ 21526 w 422448"/>
                <a:gd name="connsiteY246" fmla="*/ 228323 h 358601"/>
                <a:gd name="connsiteX247" fmla="*/ 16145 w 422448"/>
                <a:gd name="connsiteY247" fmla="*/ 214892 h 358601"/>
                <a:gd name="connsiteX248" fmla="*/ 16145 w 422448"/>
                <a:gd name="connsiteY248" fmla="*/ 206834 h 358601"/>
                <a:gd name="connsiteX249" fmla="*/ 10763 w 422448"/>
                <a:gd name="connsiteY249" fmla="*/ 192060 h 358601"/>
                <a:gd name="connsiteX250" fmla="*/ 1345 w 422448"/>
                <a:gd name="connsiteY250" fmla="*/ 185344 h 358601"/>
                <a:gd name="connsiteX251" fmla="*/ 1345 w 422448"/>
                <a:gd name="connsiteY251" fmla="*/ 177286 h 3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</a:cxnLst>
              <a:rect l="l" t="t" r="r" b="b"/>
              <a:pathLst>
                <a:path w="422448" h="358601">
                  <a:moveTo>
                    <a:pt x="0" y="177286"/>
                  </a:moveTo>
                  <a:lnTo>
                    <a:pt x="4036" y="174600"/>
                  </a:lnTo>
                  <a:lnTo>
                    <a:pt x="9418" y="173257"/>
                  </a:lnTo>
                  <a:lnTo>
                    <a:pt x="9418" y="170571"/>
                  </a:lnTo>
                  <a:lnTo>
                    <a:pt x="8072" y="169228"/>
                  </a:lnTo>
                  <a:lnTo>
                    <a:pt x="10763" y="163855"/>
                  </a:lnTo>
                  <a:lnTo>
                    <a:pt x="17490" y="161169"/>
                  </a:lnTo>
                  <a:lnTo>
                    <a:pt x="20181" y="166541"/>
                  </a:lnTo>
                  <a:lnTo>
                    <a:pt x="25562" y="167885"/>
                  </a:lnTo>
                  <a:lnTo>
                    <a:pt x="22872" y="173257"/>
                  </a:lnTo>
                  <a:lnTo>
                    <a:pt x="26908" y="179972"/>
                  </a:lnTo>
                  <a:lnTo>
                    <a:pt x="34980" y="182659"/>
                  </a:lnTo>
                  <a:lnTo>
                    <a:pt x="41707" y="185344"/>
                  </a:lnTo>
                  <a:lnTo>
                    <a:pt x="44398" y="185344"/>
                  </a:lnTo>
                  <a:lnTo>
                    <a:pt x="48434" y="185344"/>
                  </a:lnTo>
                  <a:lnTo>
                    <a:pt x="52470" y="186688"/>
                  </a:lnTo>
                  <a:lnTo>
                    <a:pt x="55161" y="184001"/>
                  </a:lnTo>
                  <a:lnTo>
                    <a:pt x="57851" y="184001"/>
                  </a:lnTo>
                  <a:lnTo>
                    <a:pt x="60542" y="188031"/>
                  </a:lnTo>
                  <a:lnTo>
                    <a:pt x="64578" y="186688"/>
                  </a:lnTo>
                  <a:lnTo>
                    <a:pt x="67269" y="188031"/>
                  </a:lnTo>
                  <a:lnTo>
                    <a:pt x="67269" y="182659"/>
                  </a:lnTo>
                  <a:lnTo>
                    <a:pt x="69960" y="179972"/>
                  </a:lnTo>
                  <a:lnTo>
                    <a:pt x="72650" y="179972"/>
                  </a:lnTo>
                  <a:lnTo>
                    <a:pt x="75341" y="174600"/>
                  </a:lnTo>
                  <a:lnTo>
                    <a:pt x="82068" y="170571"/>
                  </a:lnTo>
                  <a:lnTo>
                    <a:pt x="90140" y="171914"/>
                  </a:lnTo>
                  <a:lnTo>
                    <a:pt x="92831" y="171914"/>
                  </a:lnTo>
                  <a:lnTo>
                    <a:pt x="96867" y="77898"/>
                  </a:lnTo>
                  <a:lnTo>
                    <a:pt x="104940" y="83271"/>
                  </a:lnTo>
                  <a:lnTo>
                    <a:pt x="107630" y="91329"/>
                  </a:lnTo>
                  <a:lnTo>
                    <a:pt x="114357" y="106103"/>
                  </a:lnTo>
                  <a:lnTo>
                    <a:pt x="114357" y="112818"/>
                  </a:lnTo>
                  <a:lnTo>
                    <a:pt x="110321" y="120877"/>
                  </a:lnTo>
                  <a:lnTo>
                    <a:pt x="110321" y="126249"/>
                  </a:lnTo>
                  <a:lnTo>
                    <a:pt x="117048" y="124906"/>
                  </a:lnTo>
                  <a:lnTo>
                    <a:pt x="123775" y="126249"/>
                  </a:lnTo>
                  <a:lnTo>
                    <a:pt x="127811" y="124906"/>
                  </a:lnTo>
                  <a:lnTo>
                    <a:pt x="134538" y="124906"/>
                  </a:lnTo>
                  <a:lnTo>
                    <a:pt x="138574" y="122220"/>
                  </a:lnTo>
                  <a:lnTo>
                    <a:pt x="143955" y="120877"/>
                  </a:lnTo>
                  <a:lnTo>
                    <a:pt x="149337" y="116847"/>
                  </a:lnTo>
                  <a:lnTo>
                    <a:pt x="150682" y="114162"/>
                  </a:lnTo>
                  <a:lnTo>
                    <a:pt x="160100" y="110132"/>
                  </a:lnTo>
                  <a:lnTo>
                    <a:pt x="164136" y="106103"/>
                  </a:lnTo>
                  <a:lnTo>
                    <a:pt x="168172" y="95359"/>
                  </a:lnTo>
                  <a:lnTo>
                    <a:pt x="174899" y="88643"/>
                  </a:lnTo>
                  <a:lnTo>
                    <a:pt x="181626" y="88643"/>
                  </a:lnTo>
                  <a:lnTo>
                    <a:pt x="191044" y="89986"/>
                  </a:lnTo>
                  <a:lnTo>
                    <a:pt x="193734" y="92672"/>
                  </a:lnTo>
                  <a:lnTo>
                    <a:pt x="196425" y="92672"/>
                  </a:lnTo>
                  <a:lnTo>
                    <a:pt x="205843" y="99388"/>
                  </a:lnTo>
                  <a:lnTo>
                    <a:pt x="209879" y="98044"/>
                  </a:lnTo>
                  <a:lnTo>
                    <a:pt x="213915" y="99388"/>
                  </a:lnTo>
                  <a:lnTo>
                    <a:pt x="219297" y="98044"/>
                  </a:lnTo>
                  <a:lnTo>
                    <a:pt x="226024" y="98044"/>
                  </a:lnTo>
                  <a:lnTo>
                    <a:pt x="230059" y="98044"/>
                  </a:lnTo>
                  <a:lnTo>
                    <a:pt x="231405" y="100731"/>
                  </a:lnTo>
                  <a:lnTo>
                    <a:pt x="235441" y="100731"/>
                  </a:lnTo>
                  <a:lnTo>
                    <a:pt x="240822" y="98044"/>
                  </a:lnTo>
                  <a:lnTo>
                    <a:pt x="239477" y="95359"/>
                  </a:lnTo>
                  <a:lnTo>
                    <a:pt x="240822" y="91329"/>
                  </a:lnTo>
                  <a:lnTo>
                    <a:pt x="240822" y="87300"/>
                  </a:lnTo>
                  <a:lnTo>
                    <a:pt x="243513" y="84614"/>
                  </a:lnTo>
                  <a:lnTo>
                    <a:pt x="243513" y="77898"/>
                  </a:lnTo>
                  <a:lnTo>
                    <a:pt x="244859" y="73869"/>
                  </a:lnTo>
                  <a:lnTo>
                    <a:pt x="250240" y="72526"/>
                  </a:lnTo>
                  <a:lnTo>
                    <a:pt x="254276" y="71183"/>
                  </a:lnTo>
                  <a:lnTo>
                    <a:pt x="258312" y="69840"/>
                  </a:lnTo>
                  <a:lnTo>
                    <a:pt x="259658" y="68497"/>
                  </a:lnTo>
                  <a:lnTo>
                    <a:pt x="261003" y="67154"/>
                  </a:lnTo>
                  <a:lnTo>
                    <a:pt x="262348" y="63124"/>
                  </a:lnTo>
                  <a:lnTo>
                    <a:pt x="266385" y="60438"/>
                  </a:lnTo>
                  <a:lnTo>
                    <a:pt x="269075" y="59095"/>
                  </a:lnTo>
                  <a:lnTo>
                    <a:pt x="270421" y="57752"/>
                  </a:lnTo>
                  <a:lnTo>
                    <a:pt x="274457" y="56409"/>
                  </a:lnTo>
                  <a:lnTo>
                    <a:pt x="274457" y="52380"/>
                  </a:lnTo>
                  <a:lnTo>
                    <a:pt x="273112" y="51037"/>
                  </a:lnTo>
                  <a:lnTo>
                    <a:pt x="273112" y="44321"/>
                  </a:lnTo>
                  <a:lnTo>
                    <a:pt x="281184" y="34920"/>
                  </a:lnTo>
                  <a:lnTo>
                    <a:pt x="283875" y="33577"/>
                  </a:lnTo>
                  <a:lnTo>
                    <a:pt x="286565" y="32234"/>
                  </a:lnTo>
                  <a:lnTo>
                    <a:pt x="289256" y="29547"/>
                  </a:lnTo>
                  <a:lnTo>
                    <a:pt x="293292" y="28205"/>
                  </a:lnTo>
                  <a:lnTo>
                    <a:pt x="293292" y="25518"/>
                  </a:lnTo>
                  <a:lnTo>
                    <a:pt x="297328" y="24175"/>
                  </a:lnTo>
                  <a:lnTo>
                    <a:pt x="300019" y="21489"/>
                  </a:lnTo>
                  <a:lnTo>
                    <a:pt x="305401" y="17460"/>
                  </a:lnTo>
                  <a:lnTo>
                    <a:pt x="310782" y="16117"/>
                  </a:lnTo>
                  <a:lnTo>
                    <a:pt x="312128" y="17460"/>
                  </a:lnTo>
                  <a:lnTo>
                    <a:pt x="314818" y="16117"/>
                  </a:lnTo>
                  <a:lnTo>
                    <a:pt x="318854" y="16117"/>
                  </a:lnTo>
                  <a:lnTo>
                    <a:pt x="322890" y="13431"/>
                  </a:lnTo>
                  <a:lnTo>
                    <a:pt x="325581" y="12088"/>
                  </a:lnTo>
                  <a:lnTo>
                    <a:pt x="328272" y="8059"/>
                  </a:lnTo>
                  <a:lnTo>
                    <a:pt x="326927" y="5372"/>
                  </a:lnTo>
                  <a:lnTo>
                    <a:pt x="329617" y="4029"/>
                  </a:lnTo>
                  <a:lnTo>
                    <a:pt x="334999" y="2686"/>
                  </a:lnTo>
                  <a:lnTo>
                    <a:pt x="336344" y="1343"/>
                  </a:lnTo>
                  <a:lnTo>
                    <a:pt x="348452" y="0"/>
                  </a:lnTo>
                  <a:lnTo>
                    <a:pt x="355179" y="0"/>
                  </a:lnTo>
                  <a:lnTo>
                    <a:pt x="356525" y="4029"/>
                  </a:lnTo>
                  <a:lnTo>
                    <a:pt x="360561" y="4029"/>
                  </a:lnTo>
                  <a:lnTo>
                    <a:pt x="365943" y="6715"/>
                  </a:lnTo>
                  <a:lnTo>
                    <a:pt x="367288" y="8059"/>
                  </a:lnTo>
                  <a:lnTo>
                    <a:pt x="371324" y="6715"/>
                  </a:lnTo>
                  <a:lnTo>
                    <a:pt x="378051" y="5372"/>
                  </a:lnTo>
                  <a:lnTo>
                    <a:pt x="387469" y="6715"/>
                  </a:lnTo>
                  <a:lnTo>
                    <a:pt x="392850" y="12088"/>
                  </a:lnTo>
                  <a:lnTo>
                    <a:pt x="394196" y="18803"/>
                  </a:lnTo>
                  <a:lnTo>
                    <a:pt x="395541" y="25518"/>
                  </a:lnTo>
                  <a:lnTo>
                    <a:pt x="398232" y="32234"/>
                  </a:lnTo>
                  <a:lnTo>
                    <a:pt x="398232" y="44321"/>
                  </a:lnTo>
                  <a:lnTo>
                    <a:pt x="398232" y="45665"/>
                  </a:lnTo>
                  <a:lnTo>
                    <a:pt x="398232" y="51037"/>
                  </a:lnTo>
                  <a:lnTo>
                    <a:pt x="399577" y="55066"/>
                  </a:lnTo>
                  <a:lnTo>
                    <a:pt x="402268" y="61782"/>
                  </a:lnTo>
                  <a:lnTo>
                    <a:pt x="400922" y="81928"/>
                  </a:lnTo>
                  <a:lnTo>
                    <a:pt x="399577" y="89986"/>
                  </a:lnTo>
                  <a:lnTo>
                    <a:pt x="399577" y="96701"/>
                  </a:lnTo>
                  <a:lnTo>
                    <a:pt x="399577" y="106103"/>
                  </a:lnTo>
                  <a:lnTo>
                    <a:pt x="394196" y="103417"/>
                  </a:lnTo>
                  <a:lnTo>
                    <a:pt x="390159" y="100731"/>
                  </a:lnTo>
                  <a:lnTo>
                    <a:pt x="384778" y="96701"/>
                  </a:lnTo>
                  <a:lnTo>
                    <a:pt x="379396" y="99388"/>
                  </a:lnTo>
                  <a:lnTo>
                    <a:pt x="378051" y="103417"/>
                  </a:lnTo>
                  <a:lnTo>
                    <a:pt x="372670" y="115505"/>
                  </a:lnTo>
                  <a:lnTo>
                    <a:pt x="369979" y="122220"/>
                  </a:lnTo>
                  <a:lnTo>
                    <a:pt x="371324" y="124906"/>
                  </a:lnTo>
                  <a:lnTo>
                    <a:pt x="374015" y="127592"/>
                  </a:lnTo>
                  <a:lnTo>
                    <a:pt x="376705" y="132965"/>
                  </a:lnTo>
                  <a:lnTo>
                    <a:pt x="386123" y="138337"/>
                  </a:lnTo>
                  <a:lnTo>
                    <a:pt x="395541" y="138337"/>
                  </a:lnTo>
                  <a:lnTo>
                    <a:pt x="399577" y="136994"/>
                  </a:lnTo>
                  <a:lnTo>
                    <a:pt x="400922" y="132965"/>
                  </a:lnTo>
                  <a:lnTo>
                    <a:pt x="400922" y="128935"/>
                  </a:lnTo>
                  <a:lnTo>
                    <a:pt x="403613" y="126249"/>
                  </a:lnTo>
                  <a:lnTo>
                    <a:pt x="407649" y="124906"/>
                  </a:lnTo>
                  <a:lnTo>
                    <a:pt x="417067" y="127592"/>
                  </a:lnTo>
                  <a:lnTo>
                    <a:pt x="422448" y="127592"/>
                  </a:lnTo>
                  <a:lnTo>
                    <a:pt x="422448" y="128935"/>
                  </a:lnTo>
                  <a:lnTo>
                    <a:pt x="418412" y="132965"/>
                  </a:lnTo>
                  <a:lnTo>
                    <a:pt x="419758" y="132965"/>
                  </a:lnTo>
                  <a:lnTo>
                    <a:pt x="417067" y="142366"/>
                  </a:lnTo>
                  <a:lnTo>
                    <a:pt x="417067" y="150424"/>
                  </a:lnTo>
                  <a:lnTo>
                    <a:pt x="413031" y="158483"/>
                  </a:lnTo>
                  <a:lnTo>
                    <a:pt x="410340" y="167885"/>
                  </a:lnTo>
                  <a:lnTo>
                    <a:pt x="406304" y="173257"/>
                  </a:lnTo>
                  <a:lnTo>
                    <a:pt x="404958" y="177286"/>
                  </a:lnTo>
                  <a:lnTo>
                    <a:pt x="398232" y="186688"/>
                  </a:lnTo>
                  <a:lnTo>
                    <a:pt x="395541" y="186688"/>
                  </a:lnTo>
                  <a:lnTo>
                    <a:pt x="394196" y="188031"/>
                  </a:lnTo>
                  <a:lnTo>
                    <a:pt x="388814" y="190717"/>
                  </a:lnTo>
                  <a:lnTo>
                    <a:pt x="386123" y="193403"/>
                  </a:lnTo>
                  <a:lnTo>
                    <a:pt x="380742" y="197432"/>
                  </a:lnTo>
                  <a:lnTo>
                    <a:pt x="376705" y="204147"/>
                  </a:lnTo>
                  <a:lnTo>
                    <a:pt x="371324" y="209520"/>
                  </a:lnTo>
                  <a:lnTo>
                    <a:pt x="371324" y="212206"/>
                  </a:lnTo>
                  <a:lnTo>
                    <a:pt x="368633" y="217578"/>
                  </a:lnTo>
                  <a:lnTo>
                    <a:pt x="364597" y="217578"/>
                  </a:lnTo>
                  <a:lnTo>
                    <a:pt x="360561" y="225637"/>
                  </a:lnTo>
                  <a:lnTo>
                    <a:pt x="349798" y="243097"/>
                  </a:lnTo>
                  <a:lnTo>
                    <a:pt x="340381" y="251155"/>
                  </a:lnTo>
                  <a:lnTo>
                    <a:pt x="339035" y="259214"/>
                  </a:lnTo>
                  <a:lnTo>
                    <a:pt x="334999" y="260557"/>
                  </a:lnTo>
                  <a:lnTo>
                    <a:pt x="329617" y="265929"/>
                  </a:lnTo>
                  <a:lnTo>
                    <a:pt x="326927" y="265929"/>
                  </a:lnTo>
                  <a:lnTo>
                    <a:pt x="326927" y="268615"/>
                  </a:lnTo>
                  <a:lnTo>
                    <a:pt x="298674" y="295477"/>
                  </a:lnTo>
                  <a:lnTo>
                    <a:pt x="295983" y="295477"/>
                  </a:lnTo>
                  <a:lnTo>
                    <a:pt x="295983" y="296820"/>
                  </a:lnTo>
                  <a:lnTo>
                    <a:pt x="291947" y="302192"/>
                  </a:lnTo>
                  <a:lnTo>
                    <a:pt x="273112" y="314280"/>
                  </a:lnTo>
                  <a:lnTo>
                    <a:pt x="270421" y="318309"/>
                  </a:lnTo>
                  <a:lnTo>
                    <a:pt x="263694" y="319652"/>
                  </a:lnTo>
                  <a:lnTo>
                    <a:pt x="263694" y="320995"/>
                  </a:lnTo>
                  <a:lnTo>
                    <a:pt x="254276" y="323682"/>
                  </a:lnTo>
                  <a:lnTo>
                    <a:pt x="247549" y="327711"/>
                  </a:lnTo>
                  <a:lnTo>
                    <a:pt x="242168" y="327711"/>
                  </a:lnTo>
                  <a:lnTo>
                    <a:pt x="239477" y="326368"/>
                  </a:lnTo>
                  <a:lnTo>
                    <a:pt x="231405" y="326368"/>
                  </a:lnTo>
                  <a:lnTo>
                    <a:pt x="224678" y="327711"/>
                  </a:lnTo>
                  <a:lnTo>
                    <a:pt x="221987" y="333083"/>
                  </a:lnTo>
                  <a:lnTo>
                    <a:pt x="226024" y="335769"/>
                  </a:lnTo>
                  <a:lnTo>
                    <a:pt x="226024" y="337112"/>
                  </a:lnTo>
                  <a:lnTo>
                    <a:pt x="216606" y="337112"/>
                  </a:lnTo>
                  <a:lnTo>
                    <a:pt x="211224" y="334426"/>
                  </a:lnTo>
                  <a:lnTo>
                    <a:pt x="207188" y="334426"/>
                  </a:lnTo>
                  <a:lnTo>
                    <a:pt x="203152" y="338455"/>
                  </a:lnTo>
                  <a:lnTo>
                    <a:pt x="204497" y="341141"/>
                  </a:lnTo>
                  <a:lnTo>
                    <a:pt x="203152" y="342485"/>
                  </a:lnTo>
                  <a:lnTo>
                    <a:pt x="191044" y="339798"/>
                  </a:lnTo>
                  <a:lnTo>
                    <a:pt x="187007" y="337112"/>
                  </a:lnTo>
                  <a:lnTo>
                    <a:pt x="174899" y="334426"/>
                  </a:lnTo>
                  <a:lnTo>
                    <a:pt x="168172" y="335769"/>
                  </a:lnTo>
                  <a:lnTo>
                    <a:pt x="166827" y="338455"/>
                  </a:lnTo>
                  <a:lnTo>
                    <a:pt x="162791" y="339798"/>
                  </a:lnTo>
                  <a:lnTo>
                    <a:pt x="157409" y="335769"/>
                  </a:lnTo>
                  <a:lnTo>
                    <a:pt x="142610" y="335769"/>
                  </a:lnTo>
                  <a:lnTo>
                    <a:pt x="138574" y="338455"/>
                  </a:lnTo>
                  <a:lnTo>
                    <a:pt x="137229" y="342485"/>
                  </a:lnTo>
                  <a:lnTo>
                    <a:pt x="134538" y="341141"/>
                  </a:lnTo>
                  <a:lnTo>
                    <a:pt x="131847" y="342485"/>
                  </a:lnTo>
                  <a:lnTo>
                    <a:pt x="129156" y="343828"/>
                  </a:lnTo>
                  <a:lnTo>
                    <a:pt x="127811" y="346514"/>
                  </a:lnTo>
                  <a:lnTo>
                    <a:pt x="121084" y="346514"/>
                  </a:lnTo>
                  <a:lnTo>
                    <a:pt x="117048" y="347857"/>
                  </a:lnTo>
                  <a:lnTo>
                    <a:pt x="108976" y="346514"/>
                  </a:lnTo>
                  <a:lnTo>
                    <a:pt x="103594" y="346514"/>
                  </a:lnTo>
                  <a:lnTo>
                    <a:pt x="102249" y="347857"/>
                  </a:lnTo>
                  <a:lnTo>
                    <a:pt x="95522" y="346514"/>
                  </a:lnTo>
                  <a:lnTo>
                    <a:pt x="90140" y="353229"/>
                  </a:lnTo>
                  <a:lnTo>
                    <a:pt x="84759" y="354572"/>
                  </a:lnTo>
                  <a:lnTo>
                    <a:pt x="83414" y="357259"/>
                  </a:lnTo>
                  <a:lnTo>
                    <a:pt x="80723" y="357259"/>
                  </a:lnTo>
                  <a:lnTo>
                    <a:pt x="78032" y="358601"/>
                  </a:lnTo>
                  <a:lnTo>
                    <a:pt x="65923" y="351886"/>
                  </a:lnTo>
                  <a:lnTo>
                    <a:pt x="63233" y="353229"/>
                  </a:lnTo>
                  <a:lnTo>
                    <a:pt x="61887" y="346514"/>
                  </a:lnTo>
                  <a:lnTo>
                    <a:pt x="57851" y="345171"/>
                  </a:lnTo>
                  <a:lnTo>
                    <a:pt x="53815" y="346514"/>
                  </a:lnTo>
                  <a:lnTo>
                    <a:pt x="51125" y="345171"/>
                  </a:lnTo>
                  <a:lnTo>
                    <a:pt x="53815" y="343828"/>
                  </a:lnTo>
                  <a:lnTo>
                    <a:pt x="52470" y="338455"/>
                  </a:lnTo>
                  <a:lnTo>
                    <a:pt x="45743" y="337112"/>
                  </a:lnTo>
                  <a:lnTo>
                    <a:pt x="41707" y="341141"/>
                  </a:lnTo>
                  <a:lnTo>
                    <a:pt x="41707" y="345171"/>
                  </a:lnTo>
                  <a:lnTo>
                    <a:pt x="39016" y="343828"/>
                  </a:lnTo>
                  <a:lnTo>
                    <a:pt x="39016" y="338455"/>
                  </a:lnTo>
                  <a:lnTo>
                    <a:pt x="40361" y="333083"/>
                  </a:lnTo>
                  <a:lnTo>
                    <a:pt x="39016" y="327711"/>
                  </a:lnTo>
                  <a:lnTo>
                    <a:pt x="43052" y="320995"/>
                  </a:lnTo>
                  <a:lnTo>
                    <a:pt x="37671" y="312937"/>
                  </a:lnTo>
                  <a:lnTo>
                    <a:pt x="33634" y="308908"/>
                  </a:lnTo>
                  <a:lnTo>
                    <a:pt x="29598" y="302192"/>
                  </a:lnTo>
                  <a:lnTo>
                    <a:pt x="29598" y="295477"/>
                  </a:lnTo>
                  <a:lnTo>
                    <a:pt x="32289" y="292791"/>
                  </a:lnTo>
                  <a:lnTo>
                    <a:pt x="34980" y="295477"/>
                  </a:lnTo>
                  <a:lnTo>
                    <a:pt x="37671" y="295477"/>
                  </a:lnTo>
                  <a:lnTo>
                    <a:pt x="40361" y="292791"/>
                  </a:lnTo>
                  <a:lnTo>
                    <a:pt x="41707" y="284732"/>
                  </a:lnTo>
                  <a:lnTo>
                    <a:pt x="39016" y="275331"/>
                  </a:lnTo>
                  <a:lnTo>
                    <a:pt x="39016" y="271301"/>
                  </a:lnTo>
                  <a:lnTo>
                    <a:pt x="32289" y="259214"/>
                  </a:lnTo>
                  <a:lnTo>
                    <a:pt x="32289" y="253841"/>
                  </a:lnTo>
                  <a:lnTo>
                    <a:pt x="24217" y="244440"/>
                  </a:lnTo>
                  <a:lnTo>
                    <a:pt x="21526" y="228323"/>
                  </a:lnTo>
                  <a:lnTo>
                    <a:pt x="16145" y="214892"/>
                  </a:lnTo>
                  <a:lnTo>
                    <a:pt x="16145" y="206834"/>
                  </a:lnTo>
                  <a:lnTo>
                    <a:pt x="10763" y="192060"/>
                  </a:lnTo>
                  <a:lnTo>
                    <a:pt x="1345" y="185344"/>
                  </a:lnTo>
                  <a:lnTo>
                    <a:pt x="1345" y="1772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2BF95EC8-80FF-5580-5ABC-F557E3E300FA}"/>
                </a:ext>
              </a:extLst>
            </p:cNvPr>
            <p:cNvSpPr/>
            <p:nvPr/>
          </p:nvSpPr>
          <p:spPr>
            <a:xfrm>
              <a:off x="8023828" y="5402659"/>
              <a:ext cx="59196" cy="56409"/>
            </a:xfrm>
            <a:custGeom>
              <a:avLst/>
              <a:gdLst>
                <a:gd name="connsiteX0" fmla="*/ 9418 w 59196"/>
                <a:gd name="connsiteY0" fmla="*/ 47008 h 56409"/>
                <a:gd name="connsiteX1" fmla="*/ 13454 w 59196"/>
                <a:gd name="connsiteY1" fmla="*/ 51037 h 56409"/>
                <a:gd name="connsiteX2" fmla="*/ 14799 w 59196"/>
                <a:gd name="connsiteY2" fmla="*/ 53723 h 56409"/>
                <a:gd name="connsiteX3" fmla="*/ 21526 w 59196"/>
                <a:gd name="connsiteY3" fmla="*/ 56409 h 56409"/>
                <a:gd name="connsiteX4" fmla="*/ 25562 w 59196"/>
                <a:gd name="connsiteY4" fmla="*/ 56409 h 56409"/>
                <a:gd name="connsiteX5" fmla="*/ 28253 w 59196"/>
                <a:gd name="connsiteY5" fmla="*/ 53723 h 56409"/>
                <a:gd name="connsiteX6" fmla="*/ 29598 w 59196"/>
                <a:gd name="connsiteY6" fmla="*/ 52380 h 56409"/>
                <a:gd name="connsiteX7" fmla="*/ 30944 w 59196"/>
                <a:gd name="connsiteY7" fmla="*/ 45665 h 56409"/>
                <a:gd name="connsiteX8" fmla="*/ 36325 w 59196"/>
                <a:gd name="connsiteY8" fmla="*/ 44321 h 56409"/>
                <a:gd name="connsiteX9" fmla="*/ 39016 w 59196"/>
                <a:gd name="connsiteY9" fmla="*/ 41635 h 56409"/>
                <a:gd name="connsiteX10" fmla="*/ 44398 w 59196"/>
                <a:gd name="connsiteY10" fmla="*/ 40292 h 56409"/>
                <a:gd name="connsiteX11" fmla="*/ 47088 w 59196"/>
                <a:gd name="connsiteY11" fmla="*/ 41635 h 56409"/>
                <a:gd name="connsiteX12" fmla="*/ 52470 w 59196"/>
                <a:gd name="connsiteY12" fmla="*/ 38949 h 56409"/>
                <a:gd name="connsiteX13" fmla="*/ 52470 w 59196"/>
                <a:gd name="connsiteY13" fmla="*/ 34920 h 56409"/>
                <a:gd name="connsiteX14" fmla="*/ 51125 w 59196"/>
                <a:gd name="connsiteY14" fmla="*/ 32234 h 56409"/>
                <a:gd name="connsiteX15" fmla="*/ 49779 w 59196"/>
                <a:gd name="connsiteY15" fmla="*/ 29548 h 56409"/>
                <a:gd name="connsiteX16" fmla="*/ 55161 w 59196"/>
                <a:gd name="connsiteY16" fmla="*/ 26862 h 56409"/>
                <a:gd name="connsiteX17" fmla="*/ 59196 w 59196"/>
                <a:gd name="connsiteY17" fmla="*/ 22832 h 56409"/>
                <a:gd name="connsiteX18" fmla="*/ 59196 w 59196"/>
                <a:gd name="connsiteY18" fmla="*/ 17460 h 56409"/>
                <a:gd name="connsiteX19" fmla="*/ 55161 w 59196"/>
                <a:gd name="connsiteY19" fmla="*/ 6715 h 56409"/>
                <a:gd name="connsiteX20" fmla="*/ 49779 w 59196"/>
                <a:gd name="connsiteY20" fmla="*/ 2686 h 56409"/>
                <a:gd name="connsiteX21" fmla="*/ 45743 w 59196"/>
                <a:gd name="connsiteY21" fmla="*/ 4029 h 56409"/>
                <a:gd name="connsiteX22" fmla="*/ 41707 w 59196"/>
                <a:gd name="connsiteY22" fmla="*/ 1343 h 56409"/>
                <a:gd name="connsiteX23" fmla="*/ 40361 w 59196"/>
                <a:gd name="connsiteY23" fmla="*/ 2686 h 56409"/>
                <a:gd name="connsiteX24" fmla="*/ 37671 w 59196"/>
                <a:gd name="connsiteY24" fmla="*/ 0 h 56409"/>
                <a:gd name="connsiteX25" fmla="*/ 33634 w 59196"/>
                <a:gd name="connsiteY25" fmla="*/ 0 h 56409"/>
                <a:gd name="connsiteX26" fmla="*/ 33634 w 59196"/>
                <a:gd name="connsiteY26" fmla="*/ 2686 h 56409"/>
                <a:gd name="connsiteX27" fmla="*/ 29598 w 59196"/>
                <a:gd name="connsiteY27" fmla="*/ 4029 h 56409"/>
                <a:gd name="connsiteX28" fmla="*/ 28253 w 59196"/>
                <a:gd name="connsiteY28" fmla="*/ 6715 h 56409"/>
                <a:gd name="connsiteX29" fmla="*/ 17490 w 59196"/>
                <a:gd name="connsiteY29" fmla="*/ 8059 h 56409"/>
                <a:gd name="connsiteX30" fmla="*/ 12108 w 59196"/>
                <a:gd name="connsiteY30" fmla="*/ 13431 h 56409"/>
                <a:gd name="connsiteX31" fmla="*/ 9418 w 59196"/>
                <a:gd name="connsiteY31" fmla="*/ 20146 h 56409"/>
                <a:gd name="connsiteX32" fmla="*/ 2691 w 59196"/>
                <a:gd name="connsiteY32" fmla="*/ 25518 h 56409"/>
                <a:gd name="connsiteX33" fmla="*/ 0 w 59196"/>
                <a:gd name="connsiteY33" fmla="*/ 28205 h 56409"/>
                <a:gd name="connsiteX34" fmla="*/ 1345 w 59196"/>
                <a:gd name="connsiteY34" fmla="*/ 33577 h 56409"/>
                <a:gd name="connsiteX35" fmla="*/ 4036 w 59196"/>
                <a:gd name="connsiteY35" fmla="*/ 36263 h 56409"/>
                <a:gd name="connsiteX36" fmla="*/ 5381 w 59196"/>
                <a:gd name="connsiteY36" fmla="*/ 38949 h 56409"/>
                <a:gd name="connsiteX37" fmla="*/ 8072 w 59196"/>
                <a:gd name="connsiteY37" fmla="*/ 41635 h 56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9196" h="56409">
                  <a:moveTo>
                    <a:pt x="9418" y="47008"/>
                  </a:moveTo>
                  <a:lnTo>
                    <a:pt x="13454" y="51037"/>
                  </a:lnTo>
                  <a:lnTo>
                    <a:pt x="14799" y="53723"/>
                  </a:lnTo>
                  <a:lnTo>
                    <a:pt x="21526" y="56409"/>
                  </a:lnTo>
                  <a:lnTo>
                    <a:pt x="25562" y="56409"/>
                  </a:lnTo>
                  <a:lnTo>
                    <a:pt x="28253" y="53723"/>
                  </a:lnTo>
                  <a:lnTo>
                    <a:pt x="29598" y="52380"/>
                  </a:lnTo>
                  <a:lnTo>
                    <a:pt x="30944" y="45665"/>
                  </a:lnTo>
                  <a:lnTo>
                    <a:pt x="36325" y="44321"/>
                  </a:lnTo>
                  <a:lnTo>
                    <a:pt x="39016" y="41635"/>
                  </a:lnTo>
                  <a:lnTo>
                    <a:pt x="44398" y="40292"/>
                  </a:lnTo>
                  <a:lnTo>
                    <a:pt x="47088" y="41635"/>
                  </a:lnTo>
                  <a:lnTo>
                    <a:pt x="52470" y="38949"/>
                  </a:lnTo>
                  <a:lnTo>
                    <a:pt x="52470" y="34920"/>
                  </a:lnTo>
                  <a:lnTo>
                    <a:pt x="51125" y="32234"/>
                  </a:lnTo>
                  <a:lnTo>
                    <a:pt x="49779" y="29548"/>
                  </a:lnTo>
                  <a:lnTo>
                    <a:pt x="55161" y="26862"/>
                  </a:lnTo>
                  <a:lnTo>
                    <a:pt x="59196" y="22832"/>
                  </a:lnTo>
                  <a:lnTo>
                    <a:pt x="59196" y="17460"/>
                  </a:lnTo>
                  <a:lnTo>
                    <a:pt x="55161" y="6715"/>
                  </a:lnTo>
                  <a:lnTo>
                    <a:pt x="49779" y="2686"/>
                  </a:lnTo>
                  <a:lnTo>
                    <a:pt x="45743" y="4029"/>
                  </a:lnTo>
                  <a:lnTo>
                    <a:pt x="41707" y="1343"/>
                  </a:lnTo>
                  <a:lnTo>
                    <a:pt x="40361" y="2686"/>
                  </a:lnTo>
                  <a:lnTo>
                    <a:pt x="37671" y="0"/>
                  </a:lnTo>
                  <a:lnTo>
                    <a:pt x="33634" y="0"/>
                  </a:lnTo>
                  <a:lnTo>
                    <a:pt x="33634" y="2686"/>
                  </a:lnTo>
                  <a:lnTo>
                    <a:pt x="29598" y="4029"/>
                  </a:lnTo>
                  <a:lnTo>
                    <a:pt x="28253" y="6715"/>
                  </a:lnTo>
                  <a:lnTo>
                    <a:pt x="17490" y="8059"/>
                  </a:lnTo>
                  <a:lnTo>
                    <a:pt x="12108" y="13431"/>
                  </a:lnTo>
                  <a:lnTo>
                    <a:pt x="9418" y="20146"/>
                  </a:lnTo>
                  <a:lnTo>
                    <a:pt x="2691" y="25518"/>
                  </a:lnTo>
                  <a:lnTo>
                    <a:pt x="0" y="28205"/>
                  </a:lnTo>
                  <a:lnTo>
                    <a:pt x="1345" y="33577"/>
                  </a:lnTo>
                  <a:lnTo>
                    <a:pt x="4036" y="36263"/>
                  </a:lnTo>
                  <a:lnTo>
                    <a:pt x="5381" y="38949"/>
                  </a:lnTo>
                  <a:lnTo>
                    <a:pt x="8072" y="4163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788" name="Freeform 787">
            <a:extLst>
              <a:ext uri="{FF2B5EF4-FFF2-40B4-BE49-F238E27FC236}">
                <a16:creationId xmlns:a16="http://schemas.microsoft.com/office/drawing/2014/main" id="{C5A3DF19-3BA0-BADD-0CF2-BBD61835E85F}"/>
              </a:ext>
            </a:extLst>
          </p:cNvPr>
          <p:cNvSpPr/>
          <p:nvPr/>
        </p:nvSpPr>
        <p:spPr>
          <a:xfrm>
            <a:off x="8023828" y="5402659"/>
            <a:ext cx="59196" cy="56409"/>
          </a:xfrm>
          <a:custGeom>
            <a:avLst/>
            <a:gdLst>
              <a:gd name="connsiteX0" fmla="*/ 9418 w 59196"/>
              <a:gd name="connsiteY0" fmla="*/ 47008 h 56409"/>
              <a:gd name="connsiteX1" fmla="*/ 8072 w 59196"/>
              <a:gd name="connsiteY1" fmla="*/ 41635 h 56409"/>
              <a:gd name="connsiteX2" fmla="*/ 5381 w 59196"/>
              <a:gd name="connsiteY2" fmla="*/ 38949 h 56409"/>
              <a:gd name="connsiteX3" fmla="*/ 4036 w 59196"/>
              <a:gd name="connsiteY3" fmla="*/ 36263 h 56409"/>
              <a:gd name="connsiteX4" fmla="*/ 1345 w 59196"/>
              <a:gd name="connsiteY4" fmla="*/ 33577 h 56409"/>
              <a:gd name="connsiteX5" fmla="*/ 0 w 59196"/>
              <a:gd name="connsiteY5" fmla="*/ 28205 h 56409"/>
              <a:gd name="connsiteX6" fmla="*/ 2691 w 59196"/>
              <a:gd name="connsiteY6" fmla="*/ 25518 h 56409"/>
              <a:gd name="connsiteX7" fmla="*/ 9418 w 59196"/>
              <a:gd name="connsiteY7" fmla="*/ 20146 h 56409"/>
              <a:gd name="connsiteX8" fmla="*/ 12108 w 59196"/>
              <a:gd name="connsiteY8" fmla="*/ 13431 h 56409"/>
              <a:gd name="connsiteX9" fmla="*/ 17490 w 59196"/>
              <a:gd name="connsiteY9" fmla="*/ 8059 h 56409"/>
              <a:gd name="connsiteX10" fmla="*/ 28253 w 59196"/>
              <a:gd name="connsiteY10" fmla="*/ 6715 h 56409"/>
              <a:gd name="connsiteX11" fmla="*/ 29598 w 59196"/>
              <a:gd name="connsiteY11" fmla="*/ 4029 h 56409"/>
              <a:gd name="connsiteX12" fmla="*/ 33634 w 59196"/>
              <a:gd name="connsiteY12" fmla="*/ 2686 h 56409"/>
              <a:gd name="connsiteX13" fmla="*/ 33634 w 59196"/>
              <a:gd name="connsiteY13" fmla="*/ 0 h 56409"/>
              <a:gd name="connsiteX14" fmla="*/ 37671 w 59196"/>
              <a:gd name="connsiteY14" fmla="*/ 0 h 56409"/>
              <a:gd name="connsiteX15" fmla="*/ 40361 w 59196"/>
              <a:gd name="connsiteY15" fmla="*/ 2686 h 56409"/>
              <a:gd name="connsiteX16" fmla="*/ 41707 w 59196"/>
              <a:gd name="connsiteY16" fmla="*/ 1343 h 56409"/>
              <a:gd name="connsiteX17" fmla="*/ 45743 w 59196"/>
              <a:gd name="connsiteY17" fmla="*/ 4029 h 56409"/>
              <a:gd name="connsiteX18" fmla="*/ 49779 w 59196"/>
              <a:gd name="connsiteY18" fmla="*/ 2686 h 56409"/>
              <a:gd name="connsiteX19" fmla="*/ 55161 w 59196"/>
              <a:gd name="connsiteY19" fmla="*/ 6715 h 56409"/>
              <a:gd name="connsiteX20" fmla="*/ 59196 w 59196"/>
              <a:gd name="connsiteY20" fmla="*/ 17460 h 56409"/>
              <a:gd name="connsiteX21" fmla="*/ 59196 w 59196"/>
              <a:gd name="connsiteY21" fmla="*/ 22832 h 56409"/>
              <a:gd name="connsiteX22" fmla="*/ 55161 w 59196"/>
              <a:gd name="connsiteY22" fmla="*/ 26862 h 56409"/>
              <a:gd name="connsiteX23" fmla="*/ 49779 w 59196"/>
              <a:gd name="connsiteY23" fmla="*/ 29548 h 56409"/>
              <a:gd name="connsiteX24" fmla="*/ 51125 w 59196"/>
              <a:gd name="connsiteY24" fmla="*/ 32234 h 56409"/>
              <a:gd name="connsiteX25" fmla="*/ 52470 w 59196"/>
              <a:gd name="connsiteY25" fmla="*/ 34920 h 56409"/>
              <a:gd name="connsiteX26" fmla="*/ 52470 w 59196"/>
              <a:gd name="connsiteY26" fmla="*/ 38949 h 56409"/>
              <a:gd name="connsiteX27" fmla="*/ 47088 w 59196"/>
              <a:gd name="connsiteY27" fmla="*/ 41635 h 56409"/>
              <a:gd name="connsiteX28" fmla="*/ 44398 w 59196"/>
              <a:gd name="connsiteY28" fmla="*/ 40292 h 56409"/>
              <a:gd name="connsiteX29" fmla="*/ 39016 w 59196"/>
              <a:gd name="connsiteY29" fmla="*/ 41635 h 56409"/>
              <a:gd name="connsiteX30" fmla="*/ 36325 w 59196"/>
              <a:gd name="connsiteY30" fmla="*/ 44321 h 56409"/>
              <a:gd name="connsiteX31" fmla="*/ 30944 w 59196"/>
              <a:gd name="connsiteY31" fmla="*/ 45665 h 56409"/>
              <a:gd name="connsiteX32" fmla="*/ 29598 w 59196"/>
              <a:gd name="connsiteY32" fmla="*/ 52380 h 56409"/>
              <a:gd name="connsiteX33" fmla="*/ 28253 w 59196"/>
              <a:gd name="connsiteY33" fmla="*/ 53723 h 56409"/>
              <a:gd name="connsiteX34" fmla="*/ 25562 w 59196"/>
              <a:gd name="connsiteY34" fmla="*/ 56409 h 56409"/>
              <a:gd name="connsiteX35" fmla="*/ 21526 w 59196"/>
              <a:gd name="connsiteY35" fmla="*/ 56409 h 56409"/>
              <a:gd name="connsiteX36" fmla="*/ 14799 w 59196"/>
              <a:gd name="connsiteY36" fmla="*/ 53723 h 56409"/>
              <a:gd name="connsiteX37" fmla="*/ 13454 w 59196"/>
              <a:gd name="connsiteY37" fmla="*/ 51037 h 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9196" h="56409">
                <a:moveTo>
                  <a:pt x="9418" y="47008"/>
                </a:moveTo>
                <a:lnTo>
                  <a:pt x="8072" y="41635"/>
                </a:lnTo>
                <a:lnTo>
                  <a:pt x="5381" y="38949"/>
                </a:lnTo>
                <a:lnTo>
                  <a:pt x="4036" y="36263"/>
                </a:lnTo>
                <a:lnTo>
                  <a:pt x="1345" y="33577"/>
                </a:lnTo>
                <a:lnTo>
                  <a:pt x="0" y="28205"/>
                </a:lnTo>
                <a:lnTo>
                  <a:pt x="2691" y="25518"/>
                </a:lnTo>
                <a:lnTo>
                  <a:pt x="9418" y="20146"/>
                </a:lnTo>
                <a:lnTo>
                  <a:pt x="12108" y="13431"/>
                </a:lnTo>
                <a:lnTo>
                  <a:pt x="17490" y="8059"/>
                </a:lnTo>
                <a:lnTo>
                  <a:pt x="28253" y="6715"/>
                </a:lnTo>
                <a:lnTo>
                  <a:pt x="29598" y="4029"/>
                </a:lnTo>
                <a:lnTo>
                  <a:pt x="33634" y="2686"/>
                </a:lnTo>
                <a:lnTo>
                  <a:pt x="33634" y="0"/>
                </a:lnTo>
                <a:lnTo>
                  <a:pt x="37671" y="0"/>
                </a:lnTo>
                <a:lnTo>
                  <a:pt x="40361" y="2686"/>
                </a:lnTo>
                <a:lnTo>
                  <a:pt x="41707" y="1343"/>
                </a:lnTo>
                <a:lnTo>
                  <a:pt x="45743" y="4029"/>
                </a:lnTo>
                <a:lnTo>
                  <a:pt x="49779" y="2686"/>
                </a:lnTo>
                <a:lnTo>
                  <a:pt x="55161" y="6715"/>
                </a:lnTo>
                <a:lnTo>
                  <a:pt x="59196" y="17460"/>
                </a:lnTo>
                <a:lnTo>
                  <a:pt x="59196" y="22832"/>
                </a:lnTo>
                <a:lnTo>
                  <a:pt x="55161" y="26862"/>
                </a:lnTo>
                <a:lnTo>
                  <a:pt x="49779" y="29548"/>
                </a:lnTo>
                <a:lnTo>
                  <a:pt x="51125" y="32234"/>
                </a:lnTo>
                <a:lnTo>
                  <a:pt x="52470" y="34920"/>
                </a:lnTo>
                <a:lnTo>
                  <a:pt x="52470" y="38949"/>
                </a:lnTo>
                <a:lnTo>
                  <a:pt x="47088" y="41635"/>
                </a:lnTo>
                <a:lnTo>
                  <a:pt x="44398" y="40292"/>
                </a:lnTo>
                <a:lnTo>
                  <a:pt x="39016" y="41635"/>
                </a:lnTo>
                <a:lnTo>
                  <a:pt x="36325" y="44321"/>
                </a:lnTo>
                <a:lnTo>
                  <a:pt x="30944" y="45665"/>
                </a:lnTo>
                <a:lnTo>
                  <a:pt x="29598" y="52380"/>
                </a:lnTo>
                <a:lnTo>
                  <a:pt x="28253" y="53723"/>
                </a:lnTo>
                <a:lnTo>
                  <a:pt x="25562" y="56409"/>
                </a:lnTo>
                <a:lnTo>
                  <a:pt x="21526" y="56409"/>
                </a:lnTo>
                <a:lnTo>
                  <a:pt x="14799" y="53723"/>
                </a:lnTo>
                <a:lnTo>
                  <a:pt x="13454" y="51037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789" name="Graphic 5">
            <a:extLst>
              <a:ext uri="{FF2B5EF4-FFF2-40B4-BE49-F238E27FC236}">
                <a16:creationId xmlns:a16="http://schemas.microsoft.com/office/drawing/2014/main" id="{6ABF058C-7339-0F4C-F03E-EAA59CE216BE}"/>
              </a:ext>
            </a:extLst>
          </p:cNvPr>
          <p:cNvGrpSpPr/>
          <p:nvPr/>
        </p:nvGrpSpPr>
        <p:grpSpPr>
          <a:xfrm>
            <a:off x="10242354" y="4917808"/>
            <a:ext cx="1056120" cy="1133556"/>
            <a:chOff x="10242354" y="4917808"/>
            <a:chExt cx="1056120" cy="1133556"/>
          </a:xfrm>
          <a:solidFill>
            <a:srgbClr val="E5E5E4"/>
          </a:solidFill>
        </p:grpSpPr>
        <p:sp>
          <p:nvSpPr>
            <p:cNvPr id="790" name="Freeform 789">
              <a:extLst>
                <a:ext uri="{FF2B5EF4-FFF2-40B4-BE49-F238E27FC236}">
                  <a16:creationId xmlns:a16="http://schemas.microsoft.com/office/drawing/2014/main" id="{032F8CB7-1A7E-8082-26B9-0D18B4C1EABE}"/>
                </a:ext>
              </a:extLst>
            </p:cNvPr>
            <p:cNvSpPr/>
            <p:nvPr/>
          </p:nvSpPr>
          <p:spPr>
            <a:xfrm>
              <a:off x="11286367" y="5448323"/>
              <a:ext cx="2690" cy="9401"/>
            </a:xfrm>
            <a:custGeom>
              <a:avLst/>
              <a:gdLst>
                <a:gd name="connsiteX0" fmla="*/ 0 w 2690"/>
                <a:gd name="connsiteY0" fmla="*/ 9402 h 9401"/>
                <a:gd name="connsiteX1" fmla="*/ 1345 w 2690"/>
                <a:gd name="connsiteY1" fmla="*/ 0 h 9401"/>
                <a:gd name="connsiteX2" fmla="*/ 2690 w 2690"/>
                <a:gd name="connsiteY2" fmla="*/ 537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9401">
                  <a:moveTo>
                    <a:pt x="0" y="9402"/>
                  </a:moveTo>
                  <a:lnTo>
                    <a:pt x="1345" y="0"/>
                  </a:lnTo>
                  <a:lnTo>
                    <a:pt x="269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4AC9A408-45F9-D8F7-242B-9393D8890C1A}"/>
                </a:ext>
              </a:extLst>
            </p:cNvPr>
            <p:cNvSpPr/>
            <p:nvPr/>
          </p:nvSpPr>
          <p:spPr>
            <a:xfrm>
              <a:off x="11286367" y="5356994"/>
              <a:ext cx="12107" cy="36262"/>
            </a:xfrm>
            <a:custGeom>
              <a:avLst/>
              <a:gdLst>
                <a:gd name="connsiteX0" fmla="*/ 2690 w 12107"/>
                <a:gd name="connsiteY0" fmla="*/ 36263 h 36262"/>
                <a:gd name="connsiteX1" fmla="*/ 0 w 12107"/>
                <a:gd name="connsiteY1" fmla="*/ 28205 h 36262"/>
                <a:gd name="connsiteX2" fmla="*/ 1345 w 12107"/>
                <a:gd name="connsiteY2" fmla="*/ 22832 h 36262"/>
                <a:gd name="connsiteX3" fmla="*/ 1345 w 12107"/>
                <a:gd name="connsiteY3" fmla="*/ 18803 h 36262"/>
                <a:gd name="connsiteX4" fmla="*/ 5381 w 12107"/>
                <a:gd name="connsiteY4" fmla="*/ 13431 h 36262"/>
                <a:gd name="connsiteX5" fmla="*/ 9417 w 12107"/>
                <a:gd name="connsiteY5" fmla="*/ 6715 h 36262"/>
                <a:gd name="connsiteX6" fmla="*/ 8072 w 12107"/>
                <a:gd name="connsiteY6" fmla="*/ 4029 h 36262"/>
                <a:gd name="connsiteX7" fmla="*/ 9417 w 12107"/>
                <a:gd name="connsiteY7" fmla="*/ 0 h 36262"/>
                <a:gd name="connsiteX8" fmla="*/ 10763 w 12107"/>
                <a:gd name="connsiteY8" fmla="*/ 0 h 36262"/>
                <a:gd name="connsiteX9" fmla="*/ 12108 w 12107"/>
                <a:gd name="connsiteY9" fmla="*/ 5372 h 36262"/>
                <a:gd name="connsiteX10" fmla="*/ 10763 w 12107"/>
                <a:gd name="connsiteY10" fmla="*/ 13431 h 36262"/>
                <a:gd name="connsiteX11" fmla="*/ 5381 w 12107"/>
                <a:gd name="connsiteY11" fmla="*/ 21489 h 36262"/>
                <a:gd name="connsiteX12" fmla="*/ 4036 w 12107"/>
                <a:gd name="connsiteY12" fmla="*/ 32234 h 36262"/>
                <a:gd name="connsiteX13" fmla="*/ 5381 w 12107"/>
                <a:gd name="connsiteY13" fmla="*/ 36263 h 3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07" h="36262">
                  <a:moveTo>
                    <a:pt x="2690" y="36263"/>
                  </a:moveTo>
                  <a:lnTo>
                    <a:pt x="0" y="28205"/>
                  </a:lnTo>
                  <a:lnTo>
                    <a:pt x="1345" y="22832"/>
                  </a:lnTo>
                  <a:lnTo>
                    <a:pt x="1345" y="18803"/>
                  </a:lnTo>
                  <a:lnTo>
                    <a:pt x="5381" y="13431"/>
                  </a:lnTo>
                  <a:lnTo>
                    <a:pt x="9417" y="6715"/>
                  </a:lnTo>
                  <a:lnTo>
                    <a:pt x="8072" y="4029"/>
                  </a:lnTo>
                  <a:lnTo>
                    <a:pt x="9417" y="0"/>
                  </a:lnTo>
                  <a:lnTo>
                    <a:pt x="10763" y="0"/>
                  </a:lnTo>
                  <a:lnTo>
                    <a:pt x="12108" y="5372"/>
                  </a:lnTo>
                  <a:lnTo>
                    <a:pt x="10763" y="13431"/>
                  </a:lnTo>
                  <a:lnTo>
                    <a:pt x="5381" y="21489"/>
                  </a:lnTo>
                  <a:lnTo>
                    <a:pt x="4036" y="32234"/>
                  </a:lnTo>
                  <a:lnTo>
                    <a:pt x="5381" y="3626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92" name="Freeform 791">
              <a:extLst>
                <a:ext uri="{FF2B5EF4-FFF2-40B4-BE49-F238E27FC236}">
                  <a16:creationId xmlns:a16="http://schemas.microsoft.com/office/drawing/2014/main" id="{FD790BA6-ED9F-A993-C3AA-5F7131F36B48}"/>
                </a:ext>
              </a:extLst>
            </p:cNvPr>
            <p:cNvSpPr/>
            <p:nvPr/>
          </p:nvSpPr>
          <p:spPr>
            <a:xfrm>
              <a:off x="11244660" y="5314016"/>
              <a:ext cx="9417" cy="13430"/>
            </a:xfrm>
            <a:custGeom>
              <a:avLst/>
              <a:gdLst>
                <a:gd name="connsiteX0" fmla="*/ 0 w 9417"/>
                <a:gd name="connsiteY0" fmla="*/ 1343 h 13430"/>
                <a:gd name="connsiteX1" fmla="*/ 5382 w 9417"/>
                <a:gd name="connsiteY1" fmla="*/ 8059 h 13430"/>
                <a:gd name="connsiteX2" fmla="*/ 8073 w 9417"/>
                <a:gd name="connsiteY2" fmla="*/ 13431 h 13430"/>
                <a:gd name="connsiteX3" fmla="*/ 9418 w 9417"/>
                <a:gd name="connsiteY3" fmla="*/ 8059 h 13430"/>
                <a:gd name="connsiteX4" fmla="*/ 6727 w 9417"/>
                <a:gd name="connsiteY4" fmla="*/ 5372 h 13430"/>
                <a:gd name="connsiteX5" fmla="*/ 8073 w 9417"/>
                <a:gd name="connsiteY5" fmla="*/ 2686 h 13430"/>
                <a:gd name="connsiteX6" fmla="*/ 4036 w 9417"/>
                <a:gd name="connsiteY6" fmla="*/ 2686 h 13430"/>
                <a:gd name="connsiteX7" fmla="*/ 1346 w 9417"/>
                <a:gd name="connsiteY7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17" h="13430">
                  <a:moveTo>
                    <a:pt x="0" y="1343"/>
                  </a:moveTo>
                  <a:lnTo>
                    <a:pt x="5382" y="8059"/>
                  </a:lnTo>
                  <a:lnTo>
                    <a:pt x="8073" y="13431"/>
                  </a:lnTo>
                  <a:lnTo>
                    <a:pt x="9418" y="8059"/>
                  </a:lnTo>
                  <a:lnTo>
                    <a:pt x="6727" y="5372"/>
                  </a:lnTo>
                  <a:lnTo>
                    <a:pt x="8073" y="2686"/>
                  </a:lnTo>
                  <a:lnTo>
                    <a:pt x="4036" y="2686"/>
                  </a:lnTo>
                  <a:lnTo>
                    <a:pt x="134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93" name="Freeform 792">
              <a:extLst>
                <a:ext uri="{FF2B5EF4-FFF2-40B4-BE49-F238E27FC236}">
                  <a16:creationId xmlns:a16="http://schemas.microsoft.com/office/drawing/2014/main" id="{B0E46E6E-8B2A-DF42-E50D-62C793D13EDB}"/>
                </a:ext>
              </a:extLst>
            </p:cNvPr>
            <p:cNvSpPr/>
            <p:nvPr/>
          </p:nvSpPr>
          <p:spPr>
            <a:xfrm>
              <a:off x="11236588" y="5276410"/>
              <a:ext cx="1345" cy="2685"/>
            </a:xfrm>
            <a:custGeom>
              <a:avLst/>
              <a:gdLst>
                <a:gd name="connsiteX0" fmla="*/ 1345 w 1345"/>
                <a:gd name="connsiteY0" fmla="*/ 2686 h 2685"/>
                <a:gd name="connsiteX1" fmla="*/ 1345 w 1345"/>
                <a:gd name="connsiteY1" fmla="*/ 0 h 2685"/>
                <a:gd name="connsiteX2" fmla="*/ 0 w 1345"/>
                <a:gd name="connsiteY2" fmla="*/ 1343 h 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" h="2685">
                  <a:moveTo>
                    <a:pt x="1345" y="2686"/>
                  </a:moveTo>
                  <a:lnTo>
                    <a:pt x="1345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94" name="Freeform 793">
              <a:extLst>
                <a:ext uri="{FF2B5EF4-FFF2-40B4-BE49-F238E27FC236}">
                  <a16:creationId xmlns:a16="http://schemas.microsoft.com/office/drawing/2014/main" id="{CC90B0F8-D503-48B4-AEE0-C47FF966FBD7}"/>
                </a:ext>
              </a:extLst>
            </p:cNvPr>
            <p:cNvSpPr/>
            <p:nvPr/>
          </p:nvSpPr>
          <p:spPr>
            <a:xfrm>
              <a:off x="11137030" y="5154190"/>
              <a:ext cx="6726" cy="13430"/>
            </a:xfrm>
            <a:custGeom>
              <a:avLst/>
              <a:gdLst>
                <a:gd name="connsiteX0" fmla="*/ 2691 w 6726"/>
                <a:gd name="connsiteY0" fmla="*/ 10744 h 13430"/>
                <a:gd name="connsiteX1" fmla="*/ 4036 w 6726"/>
                <a:gd name="connsiteY1" fmla="*/ 6715 h 13430"/>
                <a:gd name="connsiteX2" fmla="*/ 0 w 6726"/>
                <a:gd name="connsiteY2" fmla="*/ 1343 h 13430"/>
                <a:gd name="connsiteX3" fmla="*/ 5382 w 6726"/>
                <a:gd name="connsiteY3" fmla="*/ 0 h 13430"/>
                <a:gd name="connsiteX4" fmla="*/ 6727 w 6726"/>
                <a:gd name="connsiteY4" fmla="*/ 0 h 13430"/>
                <a:gd name="connsiteX5" fmla="*/ 6727 w 6726"/>
                <a:gd name="connsiteY5" fmla="*/ 8059 h 13430"/>
                <a:gd name="connsiteX6" fmla="*/ 5382 w 6726"/>
                <a:gd name="connsiteY6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13430">
                  <a:moveTo>
                    <a:pt x="2691" y="10744"/>
                  </a:moveTo>
                  <a:lnTo>
                    <a:pt x="4036" y="6715"/>
                  </a:lnTo>
                  <a:lnTo>
                    <a:pt x="0" y="1343"/>
                  </a:lnTo>
                  <a:lnTo>
                    <a:pt x="5382" y="0"/>
                  </a:lnTo>
                  <a:lnTo>
                    <a:pt x="6727" y="0"/>
                  </a:lnTo>
                  <a:lnTo>
                    <a:pt x="6727" y="8059"/>
                  </a:lnTo>
                  <a:lnTo>
                    <a:pt x="5382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95" name="Freeform 794">
              <a:extLst>
                <a:ext uri="{FF2B5EF4-FFF2-40B4-BE49-F238E27FC236}">
                  <a16:creationId xmlns:a16="http://schemas.microsoft.com/office/drawing/2014/main" id="{4CA7230A-A3F3-8BA7-7B85-885BDD5EC098}"/>
                </a:ext>
              </a:extLst>
            </p:cNvPr>
            <p:cNvSpPr/>
            <p:nvPr/>
          </p:nvSpPr>
          <p:spPr>
            <a:xfrm>
              <a:off x="11054962" y="4917808"/>
              <a:ext cx="2690" cy="4029"/>
            </a:xfrm>
            <a:custGeom>
              <a:avLst/>
              <a:gdLst>
                <a:gd name="connsiteX0" fmla="*/ 0 w 2690"/>
                <a:gd name="connsiteY0" fmla="*/ 0 h 4029"/>
                <a:gd name="connsiteX1" fmla="*/ 1345 w 2690"/>
                <a:gd name="connsiteY1" fmla="*/ 4029 h 4029"/>
                <a:gd name="connsiteX2" fmla="*/ 2691 w 2690"/>
                <a:gd name="connsiteY2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0" y="0"/>
                  </a:moveTo>
                  <a:lnTo>
                    <a:pt x="1345" y="4029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96" name="Freeform 795">
              <a:extLst>
                <a:ext uri="{FF2B5EF4-FFF2-40B4-BE49-F238E27FC236}">
                  <a16:creationId xmlns:a16="http://schemas.microsoft.com/office/drawing/2014/main" id="{83E97BB5-9FAD-E6E7-E72D-F10BCC78D25A}"/>
                </a:ext>
              </a:extLst>
            </p:cNvPr>
            <p:cNvSpPr/>
            <p:nvPr/>
          </p:nvSpPr>
          <p:spPr>
            <a:xfrm>
              <a:off x="11050926" y="4931239"/>
              <a:ext cx="5381" cy="6715"/>
            </a:xfrm>
            <a:custGeom>
              <a:avLst/>
              <a:gdLst>
                <a:gd name="connsiteX0" fmla="*/ 0 w 5381"/>
                <a:gd name="connsiteY0" fmla="*/ 0 h 6715"/>
                <a:gd name="connsiteX1" fmla="*/ 0 w 5381"/>
                <a:gd name="connsiteY1" fmla="*/ 6715 h 6715"/>
                <a:gd name="connsiteX2" fmla="*/ 2690 w 5381"/>
                <a:gd name="connsiteY2" fmla="*/ 5372 h 6715"/>
                <a:gd name="connsiteX3" fmla="*/ 5381 w 5381"/>
                <a:gd name="connsiteY3" fmla="*/ 5372 h 6715"/>
                <a:gd name="connsiteX4" fmla="*/ 2690 w 5381"/>
                <a:gd name="connsiteY4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0" y="0"/>
                  </a:moveTo>
                  <a:lnTo>
                    <a:pt x="0" y="6715"/>
                  </a:lnTo>
                  <a:lnTo>
                    <a:pt x="2690" y="5372"/>
                  </a:lnTo>
                  <a:lnTo>
                    <a:pt x="5381" y="5372"/>
                  </a:lnTo>
                  <a:lnTo>
                    <a:pt x="269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C17199A5-7B8B-7A86-D251-5A3729361EB0}"/>
                </a:ext>
              </a:extLst>
            </p:cNvPr>
            <p:cNvSpPr/>
            <p:nvPr/>
          </p:nvSpPr>
          <p:spPr>
            <a:xfrm>
              <a:off x="10967512" y="5116584"/>
              <a:ext cx="4035" cy="4029"/>
            </a:xfrm>
            <a:custGeom>
              <a:avLst/>
              <a:gdLst>
                <a:gd name="connsiteX0" fmla="*/ 0 w 4035"/>
                <a:gd name="connsiteY0" fmla="*/ 1343 h 4029"/>
                <a:gd name="connsiteX1" fmla="*/ 1345 w 4035"/>
                <a:gd name="connsiteY1" fmla="*/ 4029 h 4029"/>
                <a:gd name="connsiteX2" fmla="*/ 4036 w 4035"/>
                <a:gd name="connsiteY2" fmla="*/ 2686 h 4029"/>
                <a:gd name="connsiteX3" fmla="*/ 4036 w 4035"/>
                <a:gd name="connsiteY3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4029">
                  <a:moveTo>
                    <a:pt x="0" y="1343"/>
                  </a:moveTo>
                  <a:lnTo>
                    <a:pt x="1345" y="4029"/>
                  </a:lnTo>
                  <a:lnTo>
                    <a:pt x="4036" y="2686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98" name="Freeform 797">
              <a:extLst>
                <a:ext uri="{FF2B5EF4-FFF2-40B4-BE49-F238E27FC236}">
                  <a16:creationId xmlns:a16="http://schemas.microsoft.com/office/drawing/2014/main" id="{D742AE16-CDDA-67B3-C028-FB9987F54D4F}"/>
                </a:ext>
              </a:extLst>
            </p:cNvPr>
            <p:cNvSpPr/>
            <p:nvPr/>
          </p:nvSpPr>
          <p:spPr>
            <a:xfrm>
              <a:off x="10960786" y="5100467"/>
              <a:ext cx="13453" cy="9401"/>
            </a:xfrm>
            <a:custGeom>
              <a:avLst/>
              <a:gdLst>
                <a:gd name="connsiteX0" fmla="*/ 0 w 13453"/>
                <a:gd name="connsiteY0" fmla="*/ 6715 h 9401"/>
                <a:gd name="connsiteX1" fmla="*/ 2691 w 13453"/>
                <a:gd name="connsiteY1" fmla="*/ 9402 h 9401"/>
                <a:gd name="connsiteX2" fmla="*/ 5381 w 13453"/>
                <a:gd name="connsiteY2" fmla="*/ 8059 h 9401"/>
                <a:gd name="connsiteX3" fmla="*/ 8072 w 13453"/>
                <a:gd name="connsiteY3" fmla="*/ 4029 h 9401"/>
                <a:gd name="connsiteX4" fmla="*/ 13454 w 13453"/>
                <a:gd name="connsiteY4" fmla="*/ 2686 h 9401"/>
                <a:gd name="connsiteX5" fmla="*/ 13454 w 13453"/>
                <a:gd name="connsiteY5" fmla="*/ 1343 h 9401"/>
                <a:gd name="connsiteX6" fmla="*/ 6727 w 13453"/>
                <a:gd name="connsiteY6" fmla="*/ 0 h 9401"/>
                <a:gd name="connsiteX7" fmla="*/ 0 w 13453"/>
                <a:gd name="connsiteY7" fmla="*/ 4029 h 9401"/>
                <a:gd name="connsiteX8" fmla="*/ 0 w 13453"/>
                <a:gd name="connsiteY8" fmla="*/ 6715 h 9401"/>
                <a:gd name="connsiteX9" fmla="*/ 0 w 13453"/>
                <a:gd name="connsiteY9" fmla="*/ 6715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53" h="9401">
                  <a:moveTo>
                    <a:pt x="0" y="6715"/>
                  </a:moveTo>
                  <a:lnTo>
                    <a:pt x="2691" y="9402"/>
                  </a:lnTo>
                  <a:lnTo>
                    <a:pt x="5381" y="8059"/>
                  </a:lnTo>
                  <a:lnTo>
                    <a:pt x="8072" y="4029"/>
                  </a:lnTo>
                  <a:lnTo>
                    <a:pt x="13454" y="2686"/>
                  </a:lnTo>
                  <a:lnTo>
                    <a:pt x="13454" y="1343"/>
                  </a:lnTo>
                  <a:lnTo>
                    <a:pt x="6727" y="0"/>
                  </a:lnTo>
                  <a:lnTo>
                    <a:pt x="0" y="4029"/>
                  </a:lnTo>
                  <a:cubicBezTo>
                    <a:pt x="1345" y="2686"/>
                    <a:pt x="0" y="6715"/>
                    <a:pt x="0" y="6715"/>
                  </a:cubicBez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99" name="Freeform 798">
              <a:extLst>
                <a:ext uri="{FF2B5EF4-FFF2-40B4-BE49-F238E27FC236}">
                  <a16:creationId xmlns:a16="http://schemas.microsoft.com/office/drawing/2014/main" id="{13C34ECF-AA61-291D-22AB-88031034B9B8}"/>
                </a:ext>
              </a:extLst>
            </p:cNvPr>
            <p:cNvSpPr/>
            <p:nvPr/>
          </p:nvSpPr>
          <p:spPr>
            <a:xfrm>
              <a:off x="10905625" y="5074948"/>
              <a:ext cx="5381" cy="6715"/>
            </a:xfrm>
            <a:custGeom>
              <a:avLst/>
              <a:gdLst>
                <a:gd name="connsiteX0" fmla="*/ 2691 w 5381"/>
                <a:gd name="connsiteY0" fmla="*/ 6715 h 6715"/>
                <a:gd name="connsiteX1" fmla="*/ 0 w 5381"/>
                <a:gd name="connsiteY1" fmla="*/ 4029 h 6715"/>
                <a:gd name="connsiteX2" fmla="*/ 2691 w 5381"/>
                <a:gd name="connsiteY2" fmla="*/ 0 h 6715"/>
                <a:gd name="connsiteX3" fmla="*/ 5382 w 5381"/>
                <a:gd name="connsiteY3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6715">
                  <a:moveTo>
                    <a:pt x="2691" y="6715"/>
                  </a:moveTo>
                  <a:lnTo>
                    <a:pt x="0" y="4029"/>
                  </a:lnTo>
                  <a:lnTo>
                    <a:pt x="2691" y="0"/>
                  </a:lnTo>
                  <a:lnTo>
                    <a:pt x="5382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0" name="Freeform 799">
              <a:extLst>
                <a:ext uri="{FF2B5EF4-FFF2-40B4-BE49-F238E27FC236}">
                  <a16:creationId xmlns:a16="http://schemas.microsoft.com/office/drawing/2014/main" id="{E56CCD27-BC2B-F7BD-E11B-D3FC41910D48}"/>
                </a:ext>
              </a:extLst>
            </p:cNvPr>
            <p:cNvSpPr/>
            <p:nvPr/>
          </p:nvSpPr>
          <p:spPr>
            <a:xfrm>
              <a:off x="10888135" y="5019882"/>
              <a:ext cx="5381" cy="6715"/>
            </a:xfrm>
            <a:custGeom>
              <a:avLst/>
              <a:gdLst>
                <a:gd name="connsiteX0" fmla="*/ 2691 w 5381"/>
                <a:gd name="connsiteY0" fmla="*/ 6715 h 6715"/>
                <a:gd name="connsiteX1" fmla="*/ 2691 w 5381"/>
                <a:gd name="connsiteY1" fmla="*/ 4029 h 6715"/>
                <a:gd name="connsiteX2" fmla="*/ 1346 w 5381"/>
                <a:gd name="connsiteY2" fmla="*/ 5372 h 6715"/>
                <a:gd name="connsiteX3" fmla="*/ 0 w 5381"/>
                <a:gd name="connsiteY3" fmla="*/ 2686 h 6715"/>
                <a:gd name="connsiteX4" fmla="*/ 4036 w 5381"/>
                <a:gd name="connsiteY4" fmla="*/ 0 h 6715"/>
                <a:gd name="connsiteX5" fmla="*/ 5382 w 5381"/>
                <a:gd name="connsiteY5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6715">
                  <a:moveTo>
                    <a:pt x="2691" y="6715"/>
                  </a:moveTo>
                  <a:lnTo>
                    <a:pt x="2691" y="4029"/>
                  </a:lnTo>
                  <a:lnTo>
                    <a:pt x="1346" y="5372"/>
                  </a:lnTo>
                  <a:lnTo>
                    <a:pt x="0" y="2686"/>
                  </a:lnTo>
                  <a:lnTo>
                    <a:pt x="4036" y="0"/>
                  </a:lnTo>
                  <a:lnTo>
                    <a:pt x="538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401BB55C-B45D-9DCD-8032-13764CA9BC31}"/>
                </a:ext>
              </a:extLst>
            </p:cNvPr>
            <p:cNvSpPr/>
            <p:nvPr/>
          </p:nvSpPr>
          <p:spPr>
            <a:xfrm>
              <a:off x="10894862" y="5021225"/>
              <a:ext cx="14799" cy="13430"/>
            </a:xfrm>
            <a:custGeom>
              <a:avLst/>
              <a:gdLst>
                <a:gd name="connsiteX0" fmla="*/ 2691 w 14799"/>
                <a:gd name="connsiteY0" fmla="*/ 12088 h 13430"/>
                <a:gd name="connsiteX1" fmla="*/ 0 w 14799"/>
                <a:gd name="connsiteY1" fmla="*/ 13431 h 13430"/>
                <a:gd name="connsiteX2" fmla="*/ 2691 w 14799"/>
                <a:gd name="connsiteY2" fmla="*/ 13431 h 13430"/>
                <a:gd name="connsiteX3" fmla="*/ 6727 w 14799"/>
                <a:gd name="connsiteY3" fmla="*/ 12088 h 13430"/>
                <a:gd name="connsiteX4" fmla="*/ 13454 w 14799"/>
                <a:gd name="connsiteY4" fmla="*/ 13431 h 13430"/>
                <a:gd name="connsiteX5" fmla="*/ 14800 w 14799"/>
                <a:gd name="connsiteY5" fmla="*/ 9401 h 13430"/>
                <a:gd name="connsiteX6" fmla="*/ 13454 w 14799"/>
                <a:gd name="connsiteY6" fmla="*/ 9401 h 13430"/>
                <a:gd name="connsiteX7" fmla="*/ 10763 w 14799"/>
                <a:gd name="connsiteY7" fmla="*/ 9401 h 13430"/>
                <a:gd name="connsiteX8" fmla="*/ 9418 w 14799"/>
                <a:gd name="connsiteY8" fmla="*/ 8059 h 13430"/>
                <a:gd name="connsiteX9" fmla="*/ 13454 w 14799"/>
                <a:gd name="connsiteY9" fmla="*/ 4029 h 13430"/>
                <a:gd name="connsiteX10" fmla="*/ 13454 w 14799"/>
                <a:gd name="connsiteY10" fmla="*/ 2686 h 13430"/>
                <a:gd name="connsiteX11" fmla="*/ 9418 w 14799"/>
                <a:gd name="connsiteY11" fmla="*/ 4029 h 13430"/>
                <a:gd name="connsiteX12" fmla="*/ 9418 w 14799"/>
                <a:gd name="connsiteY12" fmla="*/ 0 h 13430"/>
                <a:gd name="connsiteX13" fmla="*/ 6727 w 14799"/>
                <a:gd name="connsiteY13" fmla="*/ 1343 h 13430"/>
                <a:gd name="connsiteX14" fmla="*/ 5382 w 14799"/>
                <a:gd name="connsiteY14" fmla="*/ 4029 h 13430"/>
                <a:gd name="connsiteX15" fmla="*/ 1346 w 14799"/>
                <a:gd name="connsiteY15" fmla="*/ 2686 h 13430"/>
                <a:gd name="connsiteX16" fmla="*/ 2691 w 14799"/>
                <a:gd name="connsiteY16" fmla="*/ 4029 h 13430"/>
                <a:gd name="connsiteX17" fmla="*/ 1346 w 14799"/>
                <a:gd name="connsiteY17" fmla="*/ 5372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799" h="13430">
                  <a:moveTo>
                    <a:pt x="2691" y="12088"/>
                  </a:moveTo>
                  <a:lnTo>
                    <a:pt x="0" y="13431"/>
                  </a:lnTo>
                  <a:lnTo>
                    <a:pt x="2691" y="13431"/>
                  </a:lnTo>
                  <a:lnTo>
                    <a:pt x="6727" y="12088"/>
                  </a:lnTo>
                  <a:lnTo>
                    <a:pt x="13454" y="13431"/>
                  </a:lnTo>
                  <a:lnTo>
                    <a:pt x="14800" y="9401"/>
                  </a:lnTo>
                  <a:lnTo>
                    <a:pt x="13454" y="9401"/>
                  </a:lnTo>
                  <a:lnTo>
                    <a:pt x="10763" y="9401"/>
                  </a:lnTo>
                  <a:lnTo>
                    <a:pt x="9418" y="8059"/>
                  </a:lnTo>
                  <a:lnTo>
                    <a:pt x="13454" y="4029"/>
                  </a:lnTo>
                  <a:lnTo>
                    <a:pt x="13454" y="2686"/>
                  </a:lnTo>
                  <a:lnTo>
                    <a:pt x="9418" y="4029"/>
                  </a:lnTo>
                  <a:lnTo>
                    <a:pt x="9418" y="0"/>
                  </a:lnTo>
                  <a:lnTo>
                    <a:pt x="6727" y="1343"/>
                  </a:lnTo>
                  <a:lnTo>
                    <a:pt x="5382" y="4029"/>
                  </a:lnTo>
                  <a:lnTo>
                    <a:pt x="1346" y="2686"/>
                  </a:lnTo>
                  <a:lnTo>
                    <a:pt x="2691" y="4029"/>
                  </a:lnTo>
                  <a:lnTo>
                    <a:pt x="134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2" name="Freeform 801">
              <a:extLst>
                <a:ext uri="{FF2B5EF4-FFF2-40B4-BE49-F238E27FC236}">
                  <a16:creationId xmlns:a16="http://schemas.microsoft.com/office/drawing/2014/main" id="{C82738FC-2982-1559-31C0-4FE14EF9677B}"/>
                </a:ext>
              </a:extLst>
            </p:cNvPr>
            <p:cNvSpPr/>
            <p:nvPr/>
          </p:nvSpPr>
          <p:spPr>
            <a:xfrm>
              <a:off x="10901589" y="4944670"/>
              <a:ext cx="9417" cy="9401"/>
            </a:xfrm>
            <a:custGeom>
              <a:avLst/>
              <a:gdLst>
                <a:gd name="connsiteX0" fmla="*/ 0 w 9417"/>
                <a:gd name="connsiteY0" fmla="*/ 8059 h 9401"/>
                <a:gd name="connsiteX1" fmla="*/ 2691 w 9417"/>
                <a:gd name="connsiteY1" fmla="*/ 9402 h 9401"/>
                <a:gd name="connsiteX2" fmla="*/ 4036 w 9417"/>
                <a:gd name="connsiteY2" fmla="*/ 6715 h 9401"/>
                <a:gd name="connsiteX3" fmla="*/ 9418 w 9417"/>
                <a:gd name="connsiteY3" fmla="*/ 1343 h 9401"/>
                <a:gd name="connsiteX4" fmla="*/ 6727 w 9417"/>
                <a:gd name="connsiteY4" fmla="*/ 0 h 9401"/>
                <a:gd name="connsiteX5" fmla="*/ 1346 w 9417"/>
                <a:gd name="connsiteY5" fmla="*/ 537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9401">
                  <a:moveTo>
                    <a:pt x="0" y="8059"/>
                  </a:moveTo>
                  <a:lnTo>
                    <a:pt x="2691" y="9402"/>
                  </a:lnTo>
                  <a:lnTo>
                    <a:pt x="4036" y="6715"/>
                  </a:lnTo>
                  <a:lnTo>
                    <a:pt x="9418" y="1343"/>
                  </a:lnTo>
                  <a:lnTo>
                    <a:pt x="6727" y="0"/>
                  </a:lnTo>
                  <a:lnTo>
                    <a:pt x="134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4BC3E8EC-2129-9596-CCE7-36E48135AF93}"/>
                </a:ext>
              </a:extLst>
            </p:cNvPr>
            <p:cNvSpPr/>
            <p:nvPr/>
          </p:nvSpPr>
          <p:spPr>
            <a:xfrm>
              <a:off x="10896208" y="4956757"/>
              <a:ext cx="2690" cy="2686"/>
            </a:xfrm>
            <a:custGeom>
              <a:avLst/>
              <a:gdLst>
                <a:gd name="connsiteX0" fmla="*/ 0 w 2690"/>
                <a:gd name="connsiteY0" fmla="*/ 1343 h 2686"/>
                <a:gd name="connsiteX1" fmla="*/ 2690 w 2690"/>
                <a:gd name="connsiteY1" fmla="*/ 2686 h 2686"/>
                <a:gd name="connsiteX2" fmla="*/ 2690 w 2690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0" y="1343"/>
                  </a:moveTo>
                  <a:lnTo>
                    <a:pt x="2690" y="2686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4" name="Freeform 803">
              <a:extLst>
                <a:ext uri="{FF2B5EF4-FFF2-40B4-BE49-F238E27FC236}">
                  <a16:creationId xmlns:a16="http://schemas.microsoft.com/office/drawing/2014/main" id="{AF0AE6AD-1547-5E39-FD9C-294EED273875}"/>
                </a:ext>
              </a:extLst>
            </p:cNvPr>
            <p:cNvSpPr/>
            <p:nvPr/>
          </p:nvSpPr>
          <p:spPr>
            <a:xfrm>
              <a:off x="10892171" y="4959444"/>
              <a:ext cx="2690" cy="1343"/>
            </a:xfrm>
            <a:custGeom>
              <a:avLst/>
              <a:gdLst>
                <a:gd name="connsiteX0" fmla="*/ 0 w 2690"/>
                <a:gd name="connsiteY0" fmla="*/ 0 h 1343"/>
                <a:gd name="connsiteX1" fmla="*/ 1346 w 2690"/>
                <a:gd name="connsiteY1" fmla="*/ 1343 h 1343"/>
                <a:gd name="connsiteX2" fmla="*/ 2691 w 2690"/>
                <a:gd name="connsiteY2" fmla="*/ 0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1343">
                  <a:moveTo>
                    <a:pt x="0" y="0"/>
                  </a:moveTo>
                  <a:lnTo>
                    <a:pt x="1346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0EFE4355-ECA4-4879-CD06-CD2519B9E09E}"/>
                </a:ext>
              </a:extLst>
            </p:cNvPr>
            <p:cNvSpPr/>
            <p:nvPr/>
          </p:nvSpPr>
          <p:spPr>
            <a:xfrm>
              <a:off x="10882754" y="4962130"/>
              <a:ext cx="2690" cy="2685"/>
            </a:xfrm>
            <a:custGeom>
              <a:avLst/>
              <a:gdLst>
                <a:gd name="connsiteX0" fmla="*/ 0 w 2690"/>
                <a:gd name="connsiteY0" fmla="*/ 2686 h 2685"/>
                <a:gd name="connsiteX1" fmla="*/ 2690 w 2690"/>
                <a:gd name="connsiteY1" fmla="*/ 2686 h 2685"/>
                <a:gd name="connsiteX2" fmla="*/ 2690 w 2690"/>
                <a:gd name="connsiteY2" fmla="*/ 0 h 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5">
                  <a:moveTo>
                    <a:pt x="0" y="2686"/>
                  </a:moveTo>
                  <a:lnTo>
                    <a:pt x="2690" y="2686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6" name="Freeform 805">
              <a:extLst>
                <a:ext uri="{FF2B5EF4-FFF2-40B4-BE49-F238E27FC236}">
                  <a16:creationId xmlns:a16="http://schemas.microsoft.com/office/drawing/2014/main" id="{5FD9B3B8-F0FD-89BA-D94B-774C91F688D0}"/>
                </a:ext>
              </a:extLst>
            </p:cNvPr>
            <p:cNvSpPr/>
            <p:nvPr/>
          </p:nvSpPr>
          <p:spPr>
            <a:xfrm>
              <a:off x="10876027" y="4966159"/>
              <a:ext cx="8071" cy="5372"/>
            </a:xfrm>
            <a:custGeom>
              <a:avLst/>
              <a:gdLst>
                <a:gd name="connsiteX0" fmla="*/ 0 w 8071"/>
                <a:gd name="connsiteY0" fmla="*/ 5372 h 5372"/>
                <a:gd name="connsiteX1" fmla="*/ 0 w 8071"/>
                <a:gd name="connsiteY1" fmla="*/ 2686 h 5372"/>
                <a:gd name="connsiteX2" fmla="*/ 4036 w 8071"/>
                <a:gd name="connsiteY2" fmla="*/ 0 h 5372"/>
                <a:gd name="connsiteX3" fmla="*/ 8072 w 8071"/>
                <a:gd name="connsiteY3" fmla="*/ 0 h 5372"/>
                <a:gd name="connsiteX4" fmla="*/ 6727 w 8071"/>
                <a:gd name="connsiteY4" fmla="*/ 2686 h 5372"/>
                <a:gd name="connsiteX5" fmla="*/ 2690 w 8071"/>
                <a:gd name="connsiteY5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1" h="5372">
                  <a:moveTo>
                    <a:pt x="0" y="5372"/>
                  </a:moveTo>
                  <a:lnTo>
                    <a:pt x="0" y="2686"/>
                  </a:lnTo>
                  <a:lnTo>
                    <a:pt x="4036" y="0"/>
                  </a:lnTo>
                  <a:lnTo>
                    <a:pt x="8072" y="0"/>
                  </a:lnTo>
                  <a:lnTo>
                    <a:pt x="6727" y="2686"/>
                  </a:lnTo>
                  <a:lnTo>
                    <a:pt x="269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9BF0A7D5-A672-24DF-BB33-5EC1DCDC1FEE}"/>
                </a:ext>
              </a:extLst>
            </p:cNvPr>
            <p:cNvSpPr/>
            <p:nvPr/>
          </p:nvSpPr>
          <p:spPr>
            <a:xfrm>
              <a:off x="10867954" y="4971531"/>
              <a:ext cx="6726" cy="4029"/>
            </a:xfrm>
            <a:custGeom>
              <a:avLst/>
              <a:gdLst>
                <a:gd name="connsiteX0" fmla="*/ 0 w 6726"/>
                <a:gd name="connsiteY0" fmla="*/ 2686 h 4029"/>
                <a:gd name="connsiteX1" fmla="*/ 1346 w 6726"/>
                <a:gd name="connsiteY1" fmla="*/ 4029 h 4029"/>
                <a:gd name="connsiteX2" fmla="*/ 6727 w 6726"/>
                <a:gd name="connsiteY2" fmla="*/ 1343 h 4029"/>
                <a:gd name="connsiteX3" fmla="*/ 6727 w 6726"/>
                <a:gd name="connsiteY3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4029">
                  <a:moveTo>
                    <a:pt x="0" y="2686"/>
                  </a:moveTo>
                  <a:lnTo>
                    <a:pt x="1346" y="4029"/>
                  </a:lnTo>
                  <a:lnTo>
                    <a:pt x="6727" y="1343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8" name="Freeform 807">
              <a:extLst>
                <a:ext uri="{FF2B5EF4-FFF2-40B4-BE49-F238E27FC236}">
                  <a16:creationId xmlns:a16="http://schemas.microsoft.com/office/drawing/2014/main" id="{2947CABA-5526-2D0A-0F6D-77F48A9D5AD4}"/>
                </a:ext>
              </a:extLst>
            </p:cNvPr>
            <p:cNvSpPr/>
            <p:nvPr/>
          </p:nvSpPr>
          <p:spPr>
            <a:xfrm>
              <a:off x="10799340" y="4943326"/>
              <a:ext cx="4035" cy="9401"/>
            </a:xfrm>
            <a:custGeom>
              <a:avLst/>
              <a:gdLst>
                <a:gd name="connsiteX0" fmla="*/ 2691 w 4035"/>
                <a:gd name="connsiteY0" fmla="*/ 9402 h 9401"/>
                <a:gd name="connsiteX1" fmla="*/ 0 w 4035"/>
                <a:gd name="connsiteY1" fmla="*/ 4029 h 9401"/>
                <a:gd name="connsiteX2" fmla="*/ 0 w 4035"/>
                <a:gd name="connsiteY2" fmla="*/ 1343 h 9401"/>
                <a:gd name="connsiteX3" fmla="*/ 4036 w 4035"/>
                <a:gd name="connsiteY3" fmla="*/ 0 h 9401"/>
                <a:gd name="connsiteX4" fmla="*/ 2691 w 4035"/>
                <a:gd name="connsiteY4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9401">
                  <a:moveTo>
                    <a:pt x="2691" y="9402"/>
                  </a:moveTo>
                  <a:lnTo>
                    <a:pt x="0" y="4029"/>
                  </a:lnTo>
                  <a:lnTo>
                    <a:pt x="0" y="1343"/>
                  </a:lnTo>
                  <a:lnTo>
                    <a:pt x="4036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9" name="Freeform 808">
              <a:extLst>
                <a:ext uri="{FF2B5EF4-FFF2-40B4-BE49-F238E27FC236}">
                  <a16:creationId xmlns:a16="http://schemas.microsoft.com/office/drawing/2014/main" id="{A78F7CDD-A605-1DDD-4529-6946DCE3543E}"/>
                </a:ext>
              </a:extLst>
            </p:cNvPr>
            <p:cNvSpPr/>
            <p:nvPr/>
          </p:nvSpPr>
          <p:spPr>
            <a:xfrm>
              <a:off x="10742834" y="4948699"/>
              <a:ext cx="30943" cy="20146"/>
            </a:xfrm>
            <a:custGeom>
              <a:avLst/>
              <a:gdLst>
                <a:gd name="connsiteX0" fmla="*/ 1345 w 30943"/>
                <a:gd name="connsiteY0" fmla="*/ 1343 h 20146"/>
                <a:gd name="connsiteX1" fmla="*/ 1345 w 30943"/>
                <a:gd name="connsiteY1" fmla="*/ 8058 h 20146"/>
                <a:gd name="connsiteX2" fmla="*/ 6727 w 30943"/>
                <a:gd name="connsiteY2" fmla="*/ 12088 h 20146"/>
                <a:gd name="connsiteX3" fmla="*/ 9418 w 30943"/>
                <a:gd name="connsiteY3" fmla="*/ 17460 h 20146"/>
                <a:gd name="connsiteX4" fmla="*/ 17490 w 30943"/>
                <a:gd name="connsiteY4" fmla="*/ 20146 h 20146"/>
                <a:gd name="connsiteX5" fmla="*/ 25562 w 30943"/>
                <a:gd name="connsiteY5" fmla="*/ 10744 h 20146"/>
                <a:gd name="connsiteX6" fmla="*/ 28253 w 30943"/>
                <a:gd name="connsiteY6" fmla="*/ 10744 h 20146"/>
                <a:gd name="connsiteX7" fmla="*/ 28253 w 30943"/>
                <a:gd name="connsiteY7" fmla="*/ 8058 h 20146"/>
                <a:gd name="connsiteX8" fmla="*/ 30943 w 30943"/>
                <a:gd name="connsiteY8" fmla="*/ 6715 h 20146"/>
                <a:gd name="connsiteX9" fmla="*/ 28253 w 30943"/>
                <a:gd name="connsiteY9" fmla="*/ 5372 h 20146"/>
                <a:gd name="connsiteX10" fmla="*/ 26908 w 30943"/>
                <a:gd name="connsiteY10" fmla="*/ 1343 h 20146"/>
                <a:gd name="connsiteX11" fmla="*/ 25562 w 30943"/>
                <a:gd name="connsiteY11" fmla="*/ 1343 h 20146"/>
                <a:gd name="connsiteX12" fmla="*/ 21526 w 30943"/>
                <a:gd name="connsiteY12" fmla="*/ 2686 h 20146"/>
                <a:gd name="connsiteX13" fmla="*/ 14799 w 30943"/>
                <a:gd name="connsiteY13" fmla="*/ 2686 h 20146"/>
                <a:gd name="connsiteX14" fmla="*/ 12109 w 30943"/>
                <a:gd name="connsiteY14" fmla="*/ 6715 h 20146"/>
                <a:gd name="connsiteX15" fmla="*/ 9418 w 30943"/>
                <a:gd name="connsiteY15" fmla="*/ 5372 h 20146"/>
                <a:gd name="connsiteX16" fmla="*/ 8072 w 30943"/>
                <a:gd name="connsiteY16" fmla="*/ 4029 h 20146"/>
                <a:gd name="connsiteX17" fmla="*/ 5382 w 30943"/>
                <a:gd name="connsiteY17" fmla="*/ 2686 h 20146"/>
                <a:gd name="connsiteX18" fmla="*/ 1345 w 30943"/>
                <a:gd name="connsiteY18" fmla="*/ 0 h 20146"/>
                <a:gd name="connsiteX19" fmla="*/ 0 w 30943"/>
                <a:gd name="connsiteY19" fmla="*/ 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0943" h="20146">
                  <a:moveTo>
                    <a:pt x="1345" y="1343"/>
                  </a:moveTo>
                  <a:lnTo>
                    <a:pt x="1345" y="8058"/>
                  </a:lnTo>
                  <a:lnTo>
                    <a:pt x="6727" y="12088"/>
                  </a:lnTo>
                  <a:lnTo>
                    <a:pt x="9418" y="17460"/>
                  </a:lnTo>
                  <a:lnTo>
                    <a:pt x="17490" y="20146"/>
                  </a:lnTo>
                  <a:lnTo>
                    <a:pt x="25562" y="10744"/>
                  </a:lnTo>
                  <a:lnTo>
                    <a:pt x="28253" y="10744"/>
                  </a:lnTo>
                  <a:lnTo>
                    <a:pt x="28253" y="8058"/>
                  </a:lnTo>
                  <a:lnTo>
                    <a:pt x="30943" y="6715"/>
                  </a:lnTo>
                  <a:lnTo>
                    <a:pt x="28253" y="5372"/>
                  </a:lnTo>
                  <a:lnTo>
                    <a:pt x="26908" y="1343"/>
                  </a:lnTo>
                  <a:lnTo>
                    <a:pt x="25562" y="1343"/>
                  </a:lnTo>
                  <a:lnTo>
                    <a:pt x="21526" y="2686"/>
                  </a:lnTo>
                  <a:lnTo>
                    <a:pt x="14799" y="2686"/>
                  </a:lnTo>
                  <a:lnTo>
                    <a:pt x="12109" y="6715"/>
                  </a:lnTo>
                  <a:lnTo>
                    <a:pt x="9418" y="5372"/>
                  </a:lnTo>
                  <a:lnTo>
                    <a:pt x="8072" y="4029"/>
                  </a:lnTo>
                  <a:lnTo>
                    <a:pt x="5382" y="2686"/>
                  </a:lnTo>
                  <a:lnTo>
                    <a:pt x="13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E53E3EA6-E008-5EFA-B858-5D5505D1333B}"/>
                </a:ext>
              </a:extLst>
            </p:cNvPr>
            <p:cNvSpPr/>
            <p:nvPr/>
          </p:nvSpPr>
          <p:spPr>
            <a:xfrm>
              <a:off x="10736107" y="4951385"/>
              <a:ext cx="13453" cy="12087"/>
            </a:xfrm>
            <a:custGeom>
              <a:avLst/>
              <a:gdLst>
                <a:gd name="connsiteX0" fmla="*/ 6727 w 13453"/>
                <a:gd name="connsiteY0" fmla="*/ 0 h 12087"/>
                <a:gd name="connsiteX1" fmla="*/ 8072 w 13453"/>
                <a:gd name="connsiteY1" fmla="*/ 9402 h 12087"/>
                <a:gd name="connsiteX2" fmla="*/ 12109 w 13453"/>
                <a:gd name="connsiteY2" fmla="*/ 10745 h 12087"/>
                <a:gd name="connsiteX3" fmla="*/ 13454 w 13453"/>
                <a:gd name="connsiteY3" fmla="*/ 12088 h 12087"/>
                <a:gd name="connsiteX4" fmla="*/ 6727 w 13453"/>
                <a:gd name="connsiteY4" fmla="*/ 10745 h 12087"/>
                <a:gd name="connsiteX5" fmla="*/ 5382 w 13453"/>
                <a:gd name="connsiteY5" fmla="*/ 10745 h 12087"/>
                <a:gd name="connsiteX6" fmla="*/ 0 w 13453"/>
                <a:gd name="connsiteY6" fmla="*/ 9402 h 12087"/>
                <a:gd name="connsiteX7" fmla="*/ 0 w 13453"/>
                <a:gd name="connsiteY7" fmla="*/ 6715 h 12087"/>
                <a:gd name="connsiteX8" fmla="*/ 1345 w 13453"/>
                <a:gd name="connsiteY8" fmla="*/ 6715 h 12087"/>
                <a:gd name="connsiteX9" fmla="*/ 4036 w 13453"/>
                <a:gd name="connsiteY9" fmla="*/ 8059 h 12087"/>
                <a:gd name="connsiteX10" fmla="*/ 4036 w 13453"/>
                <a:gd name="connsiteY10" fmla="*/ 6715 h 12087"/>
                <a:gd name="connsiteX11" fmla="*/ 2691 w 13453"/>
                <a:gd name="connsiteY11" fmla="*/ 5372 h 12087"/>
                <a:gd name="connsiteX12" fmla="*/ 2691 w 13453"/>
                <a:gd name="connsiteY12" fmla="*/ 2686 h 12087"/>
                <a:gd name="connsiteX13" fmla="*/ 2691 w 13453"/>
                <a:gd name="connsiteY13" fmla="*/ 1343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53" h="12087">
                  <a:moveTo>
                    <a:pt x="6727" y="0"/>
                  </a:moveTo>
                  <a:lnTo>
                    <a:pt x="8072" y="9402"/>
                  </a:lnTo>
                  <a:lnTo>
                    <a:pt x="12109" y="10745"/>
                  </a:lnTo>
                  <a:lnTo>
                    <a:pt x="13454" y="12088"/>
                  </a:lnTo>
                  <a:lnTo>
                    <a:pt x="6727" y="10745"/>
                  </a:lnTo>
                  <a:lnTo>
                    <a:pt x="5382" y="10745"/>
                  </a:lnTo>
                  <a:lnTo>
                    <a:pt x="0" y="9402"/>
                  </a:lnTo>
                  <a:lnTo>
                    <a:pt x="0" y="6715"/>
                  </a:lnTo>
                  <a:lnTo>
                    <a:pt x="1345" y="6715"/>
                  </a:lnTo>
                  <a:lnTo>
                    <a:pt x="4036" y="8059"/>
                  </a:lnTo>
                  <a:lnTo>
                    <a:pt x="4036" y="6715"/>
                  </a:lnTo>
                  <a:lnTo>
                    <a:pt x="2691" y="5372"/>
                  </a:lnTo>
                  <a:lnTo>
                    <a:pt x="2691" y="2686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1" name="Freeform 810">
              <a:extLst>
                <a:ext uri="{FF2B5EF4-FFF2-40B4-BE49-F238E27FC236}">
                  <a16:creationId xmlns:a16="http://schemas.microsoft.com/office/drawing/2014/main" id="{68EB4264-0E5C-16C1-15EA-D8C508F7D1AA}"/>
                </a:ext>
              </a:extLst>
            </p:cNvPr>
            <p:cNvSpPr/>
            <p:nvPr/>
          </p:nvSpPr>
          <p:spPr>
            <a:xfrm>
              <a:off x="10576007" y="5060174"/>
              <a:ext cx="5381" cy="5372"/>
            </a:xfrm>
            <a:custGeom>
              <a:avLst/>
              <a:gdLst>
                <a:gd name="connsiteX0" fmla="*/ 0 w 5381"/>
                <a:gd name="connsiteY0" fmla="*/ 2686 h 5372"/>
                <a:gd name="connsiteX1" fmla="*/ 1346 w 5381"/>
                <a:gd name="connsiteY1" fmla="*/ 5372 h 5372"/>
                <a:gd name="connsiteX2" fmla="*/ 5382 w 5381"/>
                <a:gd name="connsiteY2" fmla="*/ 4029 h 5372"/>
                <a:gd name="connsiteX3" fmla="*/ 1346 w 5381"/>
                <a:gd name="connsiteY3" fmla="*/ 0 h 5372"/>
                <a:gd name="connsiteX4" fmla="*/ 0 w 5381"/>
                <a:gd name="connsiteY4" fmla="*/ 2686 h 5372"/>
                <a:gd name="connsiteX5" fmla="*/ 0 w 5381"/>
                <a:gd name="connsiteY5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5372">
                  <a:moveTo>
                    <a:pt x="0" y="2686"/>
                  </a:moveTo>
                  <a:lnTo>
                    <a:pt x="1346" y="5372"/>
                  </a:lnTo>
                  <a:lnTo>
                    <a:pt x="5382" y="4029"/>
                  </a:lnTo>
                  <a:lnTo>
                    <a:pt x="1346" y="0"/>
                  </a:lnTo>
                  <a:cubicBezTo>
                    <a:pt x="2691" y="0"/>
                    <a:pt x="0" y="2686"/>
                    <a:pt x="0" y="2686"/>
                  </a:cubicBez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CC975CCC-A1DA-6890-5C36-00DD336B001D}"/>
                </a:ext>
              </a:extLst>
            </p:cNvPr>
            <p:cNvSpPr/>
            <p:nvPr/>
          </p:nvSpPr>
          <p:spPr>
            <a:xfrm>
              <a:off x="10574662" y="5072262"/>
              <a:ext cx="2690" cy="8058"/>
            </a:xfrm>
            <a:custGeom>
              <a:avLst/>
              <a:gdLst>
                <a:gd name="connsiteX0" fmla="*/ 2691 w 2690"/>
                <a:gd name="connsiteY0" fmla="*/ 8059 h 8058"/>
                <a:gd name="connsiteX1" fmla="*/ 2691 w 2690"/>
                <a:gd name="connsiteY1" fmla="*/ 2686 h 8058"/>
                <a:gd name="connsiteX2" fmla="*/ 0 w 2690"/>
                <a:gd name="connsiteY2" fmla="*/ 0 h 8058"/>
                <a:gd name="connsiteX3" fmla="*/ 0 w 2690"/>
                <a:gd name="connsiteY3" fmla="*/ 6715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8058">
                  <a:moveTo>
                    <a:pt x="2691" y="8059"/>
                  </a:moveTo>
                  <a:lnTo>
                    <a:pt x="2691" y="2686"/>
                  </a:lnTo>
                  <a:lnTo>
                    <a:pt x="0" y="0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3" name="Freeform 812">
              <a:extLst>
                <a:ext uri="{FF2B5EF4-FFF2-40B4-BE49-F238E27FC236}">
                  <a16:creationId xmlns:a16="http://schemas.microsoft.com/office/drawing/2014/main" id="{7144DAB6-3C90-F490-E3BA-1C44857195C6}"/>
                </a:ext>
              </a:extLst>
            </p:cNvPr>
            <p:cNvSpPr/>
            <p:nvPr/>
          </p:nvSpPr>
          <p:spPr>
            <a:xfrm>
              <a:off x="10596188" y="5040028"/>
              <a:ext cx="4036" cy="2686"/>
            </a:xfrm>
            <a:custGeom>
              <a:avLst/>
              <a:gdLst>
                <a:gd name="connsiteX0" fmla="*/ 2691 w 4036"/>
                <a:gd name="connsiteY0" fmla="*/ 2686 h 2686"/>
                <a:gd name="connsiteX1" fmla="*/ 0 w 4036"/>
                <a:gd name="connsiteY1" fmla="*/ 2686 h 2686"/>
                <a:gd name="connsiteX2" fmla="*/ 1346 w 4036"/>
                <a:gd name="connsiteY2" fmla="*/ 0 h 2686"/>
                <a:gd name="connsiteX3" fmla="*/ 4037 w 4036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2686">
                  <a:moveTo>
                    <a:pt x="2691" y="2686"/>
                  </a:moveTo>
                  <a:lnTo>
                    <a:pt x="0" y="2686"/>
                  </a:lnTo>
                  <a:lnTo>
                    <a:pt x="1346" y="0"/>
                  </a:lnTo>
                  <a:lnTo>
                    <a:pt x="4037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700C6BF9-DDC3-CFD4-99CC-08DDDDE6A74C}"/>
                </a:ext>
              </a:extLst>
            </p:cNvPr>
            <p:cNvSpPr/>
            <p:nvPr/>
          </p:nvSpPr>
          <p:spPr>
            <a:xfrm>
              <a:off x="10323077" y="5211942"/>
              <a:ext cx="4035" cy="9401"/>
            </a:xfrm>
            <a:custGeom>
              <a:avLst/>
              <a:gdLst>
                <a:gd name="connsiteX0" fmla="*/ 1346 w 4035"/>
                <a:gd name="connsiteY0" fmla="*/ 9402 h 9401"/>
                <a:gd name="connsiteX1" fmla="*/ 0 w 4035"/>
                <a:gd name="connsiteY1" fmla="*/ 6715 h 9401"/>
                <a:gd name="connsiteX2" fmla="*/ 4036 w 4035"/>
                <a:gd name="connsiteY2" fmla="*/ 0 h 9401"/>
                <a:gd name="connsiteX3" fmla="*/ 4036 w 4035"/>
                <a:gd name="connsiteY3" fmla="*/ 5373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9401">
                  <a:moveTo>
                    <a:pt x="1346" y="9402"/>
                  </a:moveTo>
                  <a:lnTo>
                    <a:pt x="0" y="6715"/>
                  </a:lnTo>
                  <a:lnTo>
                    <a:pt x="4036" y="0"/>
                  </a:lnTo>
                  <a:lnTo>
                    <a:pt x="4036" y="537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5" name="Freeform 814">
              <a:extLst>
                <a:ext uri="{FF2B5EF4-FFF2-40B4-BE49-F238E27FC236}">
                  <a16:creationId xmlns:a16="http://schemas.microsoft.com/office/drawing/2014/main" id="{ADC64B2B-15E9-DD7E-E9F4-449589350076}"/>
                </a:ext>
              </a:extLst>
            </p:cNvPr>
            <p:cNvSpPr/>
            <p:nvPr/>
          </p:nvSpPr>
          <p:spPr>
            <a:xfrm>
              <a:off x="10246390" y="5344907"/>
              <a:ext cx="2690" cy="10744"/>
            </a:xfrm>
            <a:custGeom>
              <a:avLst/>
              <a:gdLst>
                <a:gd name="connsiteX0" fmla="*/ 0 w 2690"/>
                <a:gd name="connsiteY0" fmla="*/ 10744 h 10744"/>
                <a:gd name="connsiteX1" fmla="*/ 2691 w 2690"/>
                <a:gd name="connsiteY1" fmla="*/ 0 h 10744"/>
                <a:gd name="connsiteX2" fmla="*/ 2691 w 2690"/>
                <a:gd name="connsiteY2" fmla="*/ 6715 h 10744"/>
                <a:gd name="connsiteX3" fmla="*/ 0 w 2690"/>
                <a:gd name="connsiteY3" fmla="*/ 10744 h 10744"/>
                <a:gd name="connsiteX4" fmla="*/ 0 w 2690"/>
                <a:gd name="connsiteY4" fmla="*/ 10744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10744">
                  <a:moveTo>
                    <a:pt x="0" y="10744"/>
                  </a:moveTo>
                  <a:lnTo>
                    <a:pt x="2691" y="0"/>
                  </a:lnTo>
                  <a:lnTo>
                    <a:pt x="2691" y="6715"/>
                  </a:lnTo>
                  <a:lnTo>
                    <a:pt x="0" y="10744"/>
                  </a:lnTo>
                  <a:lnTo>
                    <a:pt x="0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6" name="Freeform 815">
              <a:extLst>
                <a:ext uri="{FF2B5EF4-FFF2-40B4-BE49-F238E27FC236}">
                  <a16:creationId xmlns:a16="http://schemas.microsoft.com/office/drawing/2014/main" id="{21C25364-470E-C7CB-5763-DAAA3EBE8DA2}"/>
                </a:ext>
              </a:extLst>
            </p:cNvPr>
            <p:cNvSpPr/>
            <p:nvPr/>
          </p:nvSpPr>
          <p:spPr>
            <a:xfrm>
              <a:off x="10242354" y="5359680"/>
              <a:ext cx="5381" cy="16117"/>
            </a:xfrm>
            <a:custGeom>
              <a:avLst/>
              <a:gdLst>
                <a:gd name="connsiteX0" fmla="*/ 4036 w 5381"/>
                <a:gd name="connsiteY0" fmla="*/ 16117 h 16117"/>
                <a:gd name="connsiteX1" fmla="*/ 0 w 5381"/>
                <a:gd name="connsiteY1" fmla="*/ 5373 h 16117"/>
                <a:gd name="connsiteX2" fmla="*/ 2691 w 5381"/>
                <a:gd name="connsiteY2" fmla="*/ 0 h 16117"/>
                <a:gd name="connsiteX3" fmla="*/ 5382 w 5381"/>
                <a:gd name="connsiteY3" fmla="*/ 8059 h 1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16117">
                  <a:moveTo>
                    <a:pt x="4036" y="16117"/>
                  </a:moveTo>
                  <a:lnTo>
                    <a:pt x="0" y="5373"/>
                  </a:lnTo>
                  <a:lnTo>
                    <a:pt x="2691" y="0"/>
                  </a:lnTo>
                  <a:lnTo>
                    <a:pt x="5382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7" name="Freeform 816">
              <a:extLst>
                <a:ext uri="{FF2B5EF4-FFF2-40B4-BE49-F238E27FC236}">
                  <a16:creationId xmlns:a16="http://schemas.microsoft.com/office/drawing/2014/main" id="{9AE7B8E7-781E-BC42-75C8-82C8483E5617}"/>
                </a:ext>
              </a:extLst>
            </p:cNvPr>
            <p:cNvSpPr/>
            <p:nvPr/>
          </p:nvSpPr>
          <p:spPr>
            <a:xfrm>
              <a:off x="10792613" y="5711567"/>
              <a:ext cx="41706" cy="16117"/>
            </a:xfrm>
            <a:custGeom>
              <a:avLst/>
              <a:gdLst>
                <a:gd name="connsiteX0" fmla="*/ 29598 w 41706"/>
                <a:gd name="connsiteY0" fmla="*/ 0 h 16117"/>
                <a:gd name="connsiteX1" fmla="*/ 28253 w 41706"/>
                <a:gd name="connsiteY1" fmla="*/ 4029 h 16117"/>
                <a:gd name="connsiteX2" fmla="*/ 29598 w 41706"/>
                <a:gd name="connsiteY2" fmla="*/ 6715 h 16117"/>
                <a:gd name="connsiteX3" fmla="*/ 32289 w 41706"/>
                <a:gd name="connsiteY3" fmla="*/ 6715 h 16117"/>
                <a:gd name="connsiteX4" fmla="*/ 30943 w 41706"/>
                <a:gd name="connsiteY4" fmla="*/ 9402 h 16117"/>
                <a:gd name="connsiteX5" fmla="*/ 34979 w 41706"/>
                <a:gd name="connsiteY5" fmla="*/ 9402 h 16117"/>
                <a:gd name="connsiteX6" fmla="*/ 37670 w 41706"/>
                <a:gd name="connsiteY6" fmla="*/ 8059 h 16117"/>
                <a:gd name="connsiteX7" fmla="*/ 41706 w 41706"/>
                <a:gd name="connsiteY7" fmla="*/ 9402 h 16117"/>
                <a:gd name="connsiteX8" fmla="*/ 39015 w 41706"/>
                <a:gd name="connsiteY8" fmla="*/ 13431 h 16117"/>
                <a:gd name="connsiteX9" fmla="*/ 29598 w 41706"/>
                <a:gd name="connsiteY9" fmla="*/ 12088 h 16117"/>
                <a:gd name="connsiteX10" fmla="*/ 28253 w 41706"/>
                <a:gd name="connsiteY10" fmla="*/ 13431 h 16117"/>
                <a:gd name="connsiteX11" fmla="*/ 24217 w 41706"/>
                <a:gd name="connsiteY11" fmla="*/ 13431 h 16117"/>
                <a:gd name="connsiteX12" fmla="*/ 24217 w 41706"/>
                <a:gd name="connsiteY12" fmla="*/ 16117 h 16117"/>
                <a:gd name="connsiteX13" fmla="*/ 21526 w 41706"/>
                <a:gd name="connsiteY13" fmla="*/ 16117 h 16117"/>
                <a:gd name="connsiteX14" fmla="*/ 20181 w 41706"/>
                <a:gd name="connsiteY14" fmla="*/ 13431 h 16117"/>
                <a:gd name="connsiteX15" fmla="*/ 16145 w 41706"/>
                <a:gd name="connsiteY15" fmla="*/ 14774 h 16117"/>
                <a:gd name="connsiteX16" fmla="*/ 12108 w 41706"/>
                <a:gd name="connsiteY16" fmla="*/ 13431 h 16117"/>
                <a:gd name="connsiteX17" fmla="*/ 10763 w 41706"/>
                <a:gd name="connsiteY17" fmla="*/ 13431 h 16117"/>
                <a:gd name="connsiteX18" fmla="*/ 4036 w 41706"/>
                <a:gd name="connsiteY18" fmla="*/ 13431 h 16117"/>
                <a:gd name="connsiteX19" fmla="*/ 0 w 41706"/>
                <a:gd name="connsiteY19" fmla="*/ 10744 h 16117"/>
                <a:gd name="connsiteX20" fmla="*/ 1345 w 41706"/>
                <a:gd name="connsiteY20" fmla="*/ 8059 h 16117"/>
                <a:gd name="connsiteX21" fmla="*/ 6727 w 41706"/>
                <a:gd name="connsiteY21" fmla="*/ 5372 h 16117"/>
                <a:gd name="connsiteX22" fmla="*/ 20181 w 41706"/>
                <a:gd name="connsiteY22" fmla="*/ 1343 h 16117"/>
                <a:gd name="connsiteX23" fmla="*/ 25562 w 41706"/>
                <a:gd name="connsiteY23" fmla="*/ 1343 h 1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706" h="16117">
                  <a:moveTo>
                    <a:pt x="29598" y="0"/>
                  </a:moveTo>
                  <a:lnTo>
                    <a:pt x="28253" y="4029"/>
                  </a:lnTo>
                  <a:lnTo>
                    <a:pt x="29598" y="6715"/>
                  </a:lnTo>
                  <a:lnTo>
                    <a:pt x="32289" y="6715"/>
                  </a:lnTo>
                  <a:lnTo>
                    <a:pt x="30943" y="9402"/>
                  </a:lnTo>
                  <a:lnTo>
                    <a:pt x="34979" y="9402"/>
                  </a:lnTo>
                  <a:lnTo>
                    <a:pt x="37670" y="8059"/>
                  </a:lnTo>
                  <a:lnTo>
                    <a:pt x="41706" y="9402"/>
                  </a:lnTo>
                  <a:lnTo>
                    <a:pt x="39015" y="13431"/>
                  </a:lnTo>
                  <a:lnTo>
                    <a:pt x="29598" y="12088"/>
                  </a:lnTo>
                  <a:lnTo>
                    <a:pt x="28253" y="13431"/>
                  </a:lnTo>
                  <a:lnTo>
                    <a:pt x="24217" y="13431"/>
                  </a:lnTo>
                  <a:lnTo>
                    <a:pt x="24217" y="16117"/>
                  </a:lnTo>
                  <a:lnTo>
                    <a:pt x="21526" y="16117"/>
                  </a:lnTo>
                  <a:lnTo>
                    <a:pt x="20181" y="13431"/>
                  </a:lnTo>
                  <a:lnTo>
                    <a:pt x="16145" y="14774"/>
                  </a:lnTo>
                  <a:lnTo>
                    <a:pt x="12108" y="13431"/>
                  </a:lnTo>
                  <a:lnTo>
                    <a:pt x="10763" y="13431"/>
                  </a:lnTo>
                  <a:lnTo>
                    <a:pt x="4036" y="13431"/>
                  </a:lnTo>
                  <a:lnTo>
                    <a:pt x="0" y="10744"/>
                  </a:lnTo>
                  <a:lnTo>
                    <a:pt x="1345" y="8059"/>
                  </a:lnTo>
                  <a:lnTo>
                    <a:pt x="6727" y="5372"/>
                  </a:lnTo>
                  <a:lnTo>
                    <a:pt x="20181" y="1343"/>
                  </a:lnTo>
                  <a:lnTo>
                    <a:pt x="25562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8" name="Freeform 817">
              <a:extLst>
                <a:ext uri="{FF2B5EF4-FFF2-40B4-BE49-F238E27FC236}">
                  <a16:creationId xmlns:a16="http://schemas.microsoft.com/office/drawing/2014/main" id="{CE71B5F0-CEBB-D947-8ED1-5A9CEFCD4336}"/>
                </a:ext>
              </a:extLst>
            </p:cNvPr>
            <p:cNvSpPr/>
            <p:nvPr/>
          </p:nvSpPr>
          <p:spPr>
            <a:xfrm>
              <a:off x="10991729" y="5833787"/>
              <a:ext cx="4035" cy="4029"/>
            </a:xfrm>
            <a:custGeom>
              <a:avLst/>
              <a:gdLst>
                <a:gd name="connsiteX0" fmla="*/ 0 w 4035"/>
                <a:gd name="connsiteY0" fmla="*/ 1343 h 4029"/>
                <a:gd name="connsiteX1" fmla="*/ 2691 w 4035"/>
                <a:gd name="connsiteY1" fmla="*/ 0 h 4029"/>
                <a:gd name="connsiteX2" fmla="*/ 4036 w 4035"/>
                <a:gd name="connsiteY2" fmla="*/ 2686 h 4029"/>
                <a:gd name="connsiteX3" fmla="*/ 2691 w 4035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4029">
                  <a:moveTo>
                    <a:pt x="0" y="1343"/>
                  </a:moveTo>
                  <a:lnTo>
                    <a:pt x="2691" y="0"/>
                  </a:lnTo>
                  <a:lnTo>
                    <a:pt x="4036" y="2686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9" name="Freeform 818">
              <a:extLst>
                <a:ext uri="{FF2B5EF4-FFF2-40B4-BE49-F238E27FC236}">
                  <a16:creationId xmlns:a16="http://schemas.microsoft.com/office/drawing/2014/main" id="{2F35E252-E92E-DB9A-706F-383FF671EC98}"/>
                </a:ext>
              </a:extLst>
            </p:cNvPr>
            <p:cNvSpPr/>
            <p:nvPr/>
          </p:nvSpPr>
          <p:spPr>
            <a:xfrm>
              <a:off x="11017292" y="5852590"/>
              <a:ext cx="5381" cy="1343"/>
            </a:xfrm>
            <a:custGeom>
              <a:avLst/>
              <a:gdLst>
                <a:gd name="connsiteX0" fmla="*/ 0 w 5381"/>
                <a:gd name="connsiteY0" fmla="*/ 0 h 1343"/>
                <a:gd name="connsiteX1" fmla="*/ 2690 w 5381"/>
                <a:gd name="connsiteY1" fmla="*/ 1343 h 1343"/>
                <a:gd name="connsiteX2" fmla="*/ 5381 w 5381"/>
                <a:gd name="connsiteY2" fmla="*/ 0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1343">
                  <a:moveTo>
                    <a:pt x="0" y="0"/>
                  </a:moveTo>
                  <a:lnTo>
                    <a:pt x="2690" y="1343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0" name="Freeform 819">
              <a:extLst>
                <a:ext uri="{FF2B5EF4-FFF2-40B4-BE49-F238E27FC236}">
                  <a16:creationId xmlns:a16="http://schemas.microsoft.com/office/drawing/2014/main" id="{F4884ADB-E4AF-6DBB-38F7-280FDE52A328}"/>
                </a:ext>
              </a:extLst>
            </p:cNvPr>
            <p:cNvSpPr/>
            <p:nvPr/>
          </p:nvSpPr>
          <p:spPr>
            <a:xfrm>
              <a:off x="10955404" y="5921087"/>
              <a:ext cx="6726" cy="5372"/>
            </a:xfrm>
            <a:custGeom>
              <a:avLst/>
              <a:gdLst>
                <a:gd name="connsiteX0" fmla="*/ 0 w 6726"/>
                <a:gd name="connsiteY0" fmla="*/ 0 h 5372"/>
                <a:gd name="connsiteX1" fmla="*/ 1346 w 6726"/>
                <a:gd name="connsiteY1" fmla="*/ 4029 h 5372"/>
                <a:gd name="connsiteX2" fmla="*/ 4036 w 6726"/>
                <a:gd name="connsiteY2" fmla="*/ 5372 h 5372"/>
                <a:gd name="connsiteX3" fmla="*/ 6727 w 6726"/>
                <a:gd name="connsiteY3" fmla="*/ 2686 h 5372"/>
                <a:gd name="connsiteX4" fmla="*/ 4036 w 6726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5372">
                  <a:moveTo>
                    <a:pt x="0" y="0"/>
                  </a:moveTo>
                  <a:lnTo>
                    <a:pt x="1346" y="4029"/>
                  </a:lnTo>
                  <a:lnTo>
                    <a:pt x="4036" y="5372"/>
                  </a:lnTo>
                  <a:lnTo>
                    <a:pt x="6727" y="2686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1" name="Freeform 820">
              <a:extLst>
                <a:ext uri="{FF2B5EF4-FFF2-40B4-BE49-F238E27FC236}">
                  <a16:creationId xmlns:a16="http://schemas.microsoft.com/office/drawing/2014/main" id="{0AE4663F-627B-DDBE-1F7D-49BFDF4B444B}"/>
                </a:ext>
              </a:extLst>
            </p:cNvPr>
            <p:cNvSpPr/>
            <p:nvPr/>
          </p:nvSpPr>
          <p:spPr>
            <a:xfrm>
              <a:off x="10958095" y="5910342"/>
              <a:ext cx="2690" cy="5372"/>
            </a:xfrm>
            <a:custGeom>
              <a:avLst/>
              <a:gdLst>
                <a:gd name="connsiteX0" fmla="*/ 0 w 2690"/>
                <a:gd name="connsiteY0" fmla="*/ 1343 h 5372"/>
                <a:gd name="connsiteX1" fmla="*/ 0 w 2690"/>
                <a:gd name="connsiteY1" fmla="*/ 5373 h 5372"/>
                <a:gd name="connsiteX2" fmla="*/ 2691 w 2690"/>
                <a:gd name="connsiteY2" fmla="*/ 5373 h 5372"/>
                <a:gd name="connsiteX3" fmla="*/ 2691 w 2690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5372">
                  <a:moveTo>
                    <a:pt x="0" y="1343"/>
                  </a:moveTo>
                  <a:lnTo>
                    <a:pt x="0" y="5373"/>
                  </a:lnTo>
                  <a:lnTo>
                    <a:pt x="2691" y="537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2" name="Freeform 821">
              <a:extLst>
                <a:ext uri="{FF2B5EF4-FFF2-40B4-BE49-F238E27FC236}">
                  <a16:creationId xmlns:a16="http://schemas.microsoft.com/office/drawing/2014/main" id="{19F2521F-EE6C-26C8-39D2-D0D5338E7E4F}"/>
                </a:ext>
              </a:extLst>
            </p:cNvPr>
            <p:cNvSpPr/>
            <p:nvPr/>
          </p:nvSpPr>
          <p:spPr>
            <a:xfrm>
              <a:off x="10950023" y="5910342"/>
              <a:ext cx="5381" cy="8058"/>
            </a:xfrm>
            <a:custGeom>
              <a:avLst/>
              <a:gdLst>
                <a:gd name="connsiteX0" fmla="*/ 4036 w 5381"/>
                <a:gd name="connsiteY0" fmla="*/ 8059 h 8058"/>
                <a:gd name="connsiteX1" fmla="*/ 0 w 5381"/>
                <a:gd name="connsiteY1" fmla="*/ 5373 h 8058"/>
                <a:gd name="connsiteX2" fmla="*/ 1345 w 5381"/>
                <a:gd name="connsiteY2" fmla="*/ 1343 h 8058"/>
                <a:gd name="connsiteX3" fmla="*/ 5381 w 5381"/>
                <a:gd name="connsiteY3" fmla="*/ 0 h 8058"/>
                <a:gd name="connsiteX4" fmla="*/ 5381 w 5381"/>
                <a:gd name="connsiteY4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8058">
                  <a:moveTo>
                    <a:pt x="4036" y="8059"/>
                  </a:moveTo>
                  <a:lnTo>
                    <a:pt x="0" y="5373"/>
                  </a:lnTo>
                  <a:lnTo>
                    <a:pt x="1345" y="1343"/>
                  </a:lnTo>
                  <a:lnTo>
                    <a:pt x="5381" y="0"/>
                  </a:lnTo>
                  <a:lnTo>
                    <a:pt x="538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3" name="Freeform 822">
              <a:extLst>
                <a:ext uri="{FF2B5EF4-FFF2-40B4-BE49-F238E27FC236}">
                  <a16:creationId xmlns:a16="http://schemas.microsoft.com/office/drawing/2014/main" id="{0C79EC31-9F05-3B01-4F67-3AF43F3F1237}"/>
                </a:ext>
              </a:extLst>
            </p:cNvPr>
            <p:cNvSpPr/>
            <p:nvPr/>
          </p:nvSpPr>
          <p:spPr>
            <a:xfrm>
              <a:off x="10936569" y="5875422"/>
              <a:ext cx="12107" cy="25518"/>
            </a:xfrm>
            <a:custGeom>
              <a:avLst/>
              <a:gdLst>
                <a:gd name="connsiteX0" fmla="*/ 0 w 12107"/>
                <a:gd name="connsiteY0" fmla="*/ 24175 h 25518"/>
                <a:gd name="connsiteX1" fmla="*/ 1345 w 12107"/>
                <a:gd name="connsiteY1" fmla="*/ 20146 h 25518"/>
                <a:gd name="connsiteX2" fmla="*/ 0 w 12107"/>
                <a:gd name="connsiteY2" fmla="*/ 16117 h 25518"/>
                <a:gd name="connsiteX3" fmla="*/ 4036 w 12107"/>
                <a:gd name="connsiteY3" fmla="*/ 12088 h 25518"/>
                <a:gd name="connsiteX4" fmla="*/ 2690 w 12107"/>
                <a:gd name="connsiteY4" fmla="*/ 6715 h 25518"/>
                <a:gd name="connsiteX5" fmla="*/ 6727 w 12107"/>
                <a:gd name="connsiteY5" fmla="*/ 2686 h 25518"/>
                <a:gd name="connsiteX6" fmla="*/ 9417 w 12107"/>
                <a:gd name="connsiteY6" fmla="*/ 0 h 25518"/>
                <a:gd name="connsiteX7" fmla="*/ 12108 w 12107"/>
                <a:gd name="connsiteY7" fmla="*/ 2686 h 25518"/>
                <a:gd name="connsiteX8" fmla="*/ 10763 w 12107"/>
                <a:gd name="connsiteY8" fmla="*/ 10744 h 25518"/>
                <a:gd name="connsiteX9" fmla="*/ 12108 w 12107"/>
                <a:gd name="connsiteY9" fmla="*/ 13431 h 25518"/>
                <a:gd name="connsiteX10" fmla="*/ 9417 w 12107"/>
                <a:gd name="connsiteY10" fmla="*/ 18803 h 25518"/>
                <a:gd name="connsiteX11" fmla="*/ 8072 w 12107"/>
                <a:gd name="connsiteY11" fmla="*/ 22832 h 25518"/>
                <a:gd name="connsiteX12" fmla="*/ 4036 w 12107"/>
                <a:gd name="connsiteY12" fmla="*/ 25518 h 2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7" h="25518">
                  <a:moveTo>
                    <a:pt x="0" y="24175"/>
                  </a:moveTo>
                  <a:lnTo>
                    <a:pt x="1345" y="20146"/>
                  </a:lnTo>
                  <a:lnTo>
                    <a:pt x="0" y="16117"/>
                  </a:lnTo>
                  <a:lnTo>
                    <a:pt x="4036" y="12088"/>
                  </a:lnTo>
                  <a:lnTo>
                    <a:pt x="2690" y="6715"/>
                  </a:lnTo>
                  <a:lnTo>
                    <a:pt x="6727" y="2686"/>
                  </a:lnTo>
                  <a:lnTo>
                    <a:pt x="9417" y="0"/>
                  </a:lnTo>
                  <a:lnTo>
                    <a:pt x="12108" y="2686"/>
                  </a:lnTo>
                  <a:lnTo>
                    <a:pt x="10763" y="10744"/>
                  </a:lnTo>
                  <a:lnTo>
                    <a:pt x="12108" y="13431"/>
                  </a:lnTo>
                  <a:lnTo>
                    <a:pt x="9417" y="18803"/>
                  </a:lnTo>
                  <a:lnTo>
                    <a:pt x="8072" y="22832"/>
                  </a:lnTo>
                  <a:lnTo>
                    <a:pt x="4036" y="2551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4" name="Freeform 823">
              <a:extLst>
                <a:ext uri="{FF2B5EF4-FFF2-40B4-BE49-F238E27FC236}">
                  <a16:creationId xmlns:a16="http://schemas.microsoft.com/office/drawing/2014/main" id="{38337074-A07C-3615-6193-6FFC908F03E4}"/>
                </a:ext>
              </a:extLst>
            </p:cNvPr>
            <p:cNvSpPr/>
            <p:nvPr/>
          </p:nvSpPr>
          <p:spPr>
            <a:xfrm>
              <a:off x="11037472" y="5895568"/>
              <a:ext cx="12107" cy="16116"/>
            </a:xfrm>
            <a:custGeom>
              <a:avLst/>
              <a:gdLst>
                <a:gd name="connsiteX0" fmla="*/ 2690 w 12107"/>
                <a:gd name="connsiteY0" fmla="*/ 16117 h 16116"/>
                <a:gd name="connsiteX1" fmla="*/ 12108 w 12107"/>
                <a:gd name="connsiteY1" fmla="*/ 12088 h 16116"/>
                <a:gd name="connsiteX2" fmla="*/ 12108 w 12107"/>
                <a:gd name="connsiteY2" fmla="*/ 8058 h 16116"/>
                <a:gd name="connsiteX3" fmla="*/ 4036 w 12107"/>
                <a:gd name="connsiteY3" fmla="*/ 0 h 16116"/>
                <a:gd name="connsiteX4" fmla="*/ 0 w 12107"/>
                <a:gd name="connsiteY4" fmla="*/ 1343 h 16116"/>
                <a:gd name="connsiteX5" fmla="*/ 1345 w 12107"/>
                <a:gd name="connsiteY5" fmla="*/ 5372 h 16116"/>
                <a:gd name="connsiteX6" fmla="*/ 0 w 12107"/>
                <a:gd name="connsiteY6" fmla="*/ 9401 h 16116"/>
                <a:gd name="connsiteX7" fmla="*/ 1345 w 12107"/>
                <a:gd name="connsiteY7" fmla="*/ 13431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7" h="16116">
                  <a:moveTo>
                    <a:pt x="2690" y="16117"/>
                  </a:moveTo>
                  <a:lnTo>
                    <a:pt x="12108" y="12088"/>
                  </a:lnTo>
                  <a:lnTo>
                    <a:pt x="12108" y="8058"/>
                  </a:lnTo>
                  <a:lnTo>
                    <a:pt x="4036" y="0"/>
                  </a:lnTo>
                  <a:lnTo>
                    <a:pt x="0" y="1343"/>
                  </a:lnTo>
                  <a:lnTo>
                    <a:pt x="1345" y="5372"/>
                  </a:lnTo>
                  <a:lnTo>
                    <a:pt x="0" y="9401"/>
                  </a:lnTo>
                  <a:lnTo>
                    <a:pt x="1345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5" name="Freeform 824">
              <a:extLst>
                <a:ext uri="{FF2B5EF4-FFF2-40B4-BE49-F238E27FC236}">
                  <a16:creationId xmlns:a16="http://schemas.microsoft.com/office/drawing/2014/main" id="{982BD079-6B80-15A5-6842-59747D85AD46}"/>
                </a:ext>
              </a:extLst>
            </p:cNvPr>
            <p:cNvSpPr/>
            <p:nvPr/>
          </p:nvSpPr>
          <p:spPr>
            <a:xfrm>
              <a:off x="11036126" y="5915714"/>
              <a:ext cx="13453" cy="8058"/>
            </a:xfrm>
            <a:custGeom>
              <a:avLst/>
              <a:gdLst>
                <a:gd name="connsiteX0" fmla="*/ 0 w 13453"/>
                <a:gd name="connsiteY0" fmla="*/ 2686 h 8058"/>
                <a:gd name="connsiteX1" fmla="*/ 1346 w 13453"/>
                <a:gd name="connsiteY1" fmla="*/ 5372 h 8058"/>
                <a:gd name="connsiteX2" fmla="*/ 9418 w 13453"/>
                <a:gd name="connsiteY2" fmla="*/ 5372 h 8058"/>
                <a:gd name="connsiteX3" fmla="*/ 12109 w 13453"/>
                <a:gd name="connsiteY3" fmla="*/ 8058 h 8058"/>
                <a:gd name="connsiteX4" fmla="*/ 13454 w 13453"/>
                <a:gd name="connsiteY4" fmla="*/ 4029 h 8058"/>
                <a:gd name="connsiteX5" fmla="*/ 8073 w 13453"/>
                <a:gd name="connsiteY5" fmla="*/ 0 h 8058"/>
                <a:gd name="connsiteX6" fmla="*/ 2691 w 13453"/>
                <a:gd name="connsiteY6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53" h="8058">
                  <a:moveTo>
                    <a:pt x="0" y="2686"/>
                  </a:moveTo>
                  <a:lnTo>
                    <a:pt x="1346" y="5372"/>
                  </a:lnTo>
                  <a:lnTo>
                    <a:pt x="9418" y="5372"/>
                  </a:lnTo>
                  <a:lnTo>
                    <a:pt x="12109" y="8058"/>
                  </a:lnTo>
                  <a:lnTo>
                    <a:pt x="13454" y="4029"/>
                  </a:lnTo>
                  <a:lnTo>
                    <a:pt x="8073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6" name="Freeform 825">
              <a:extLst>
                <a:ext uri="{FF2B5EF4-FFF2-40B4-BE49-F238E27FC236}">
                  <a16:creationId xmlns:a16="http://schemas.microsoft.com/office/drawing/2014/main" id="{45D3F9E9-3B08-E466-5243-449CC9D9342F}"/>
                </a:ext>
              </a:extLst>
            </p:cNvPr>
            <p:cNvSpPr/>
            <p:nvPr/>
          </p:nvSpPr>
          <p:spPr>
            <a:xfrm>
              <a:off x="11037472" y="5926459"/>
              <a:ext cx="4035" cy="4029"/>
            </a:xfrm>
            <a:custGeom>
              <a:avLst/>
              <a:gdLst>
                <a:gd name="connsiteX0" fmla="*/ 2690 w 4035"/>
                <a:gd name="connsiteY0" fmla="*/ 4029 h 4029"/>
                <a:gd name="connsiteX1" fmla="*/ 0 w 4035"/>
                <a:gd name="connsiteY1" fmla="*/ 1343 h 4029"/>
                <a:gd name="connsiteX2" fmla="*/ 4036 w 4035"/>
                <a:gd name="connsiteY2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4029">
                  <a:moveTo>
                    <a:pt x="2690" y="4029"/>
                  </a:moveTo>
                  <a:lnTo>
                    <a:pt x="0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7" name="Freeform 826">
              <a:extLst>
                <a:ext uri="{FF2B5EF4-FFF2-40B4-BE49-F238E27FC236}">
                  <a16:creationId xmlns:a16="http://schemas.microsoft.com/office/drawing/2014/main" id="{AA8903C7-0D2B-1128-C8C6-94FF1BBF7167}"/>
                </a:ext>
              </a:extLst>
            </p:cNvPr>
            <p:cNvSpPr/>
            <p:nvPr/>
          </p:nvSpPr>
          <p:spPr>
            <a:xfrm>
              <a:off x="11011910" y="6009730"/>
              <a:ext cx="2690" cy="4029"/>
            </a:xfrm>
            <a:custGeom>
              <a:avLst/>
              <a:gdLst>
                <a:gd name="connsiteX0" fmla="*/ 0 w 2690"/>
                <a:gd name="connsiteY0" fmla="*/ 4029 h 4029"/>
                <a:gd name="connsiteX1" fmla="*/ 0 w 2690"/>
                <a:gd name="connsiteY1" fmla="*/ 0 h 4029"/>
                <a:gd name="connsiteX2" fmla="*/ 2691 w 2690"/>
                <a:gd name="connsiteY2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0" y="4029"/>
                  </a:moveTo>
                  <a:lnTo>
                    <a:pt x="0" y="0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8" name="Freeform 827">
              <a:extLst>
                <a:ext uri="{FF2B5EF4-FFF2-40B4-BE49-F238E27FC236}">
                  <a16:creationId xmlns:a16="http://schemas.microsoft.com/office/drawing/2014/main" id="{729202BA-275B-D144-8C67-A26159C5F31F}"/>
                </a:ext>
              </a:extLst>
            </p:cNvPr>
            <p:cNvSpPr/>
            <p:nvPr/>
          </p:nvSpPr>
          <p:spPr>
            <a:xfrm>
              <a:off x="10979620" y="6031219"/>
              <a:ext cx="6726" cy="13430"/>
            </a:xfrm>
            <a:custGeom>
              <a:avLst/>
              <a:gdLst>
                <a:gd name="connsiteX0" fmla="*/ 2691 w 6726"/>
                <a:gd name="connsiteY0" fmla="*/ 13431 h 13430"/>
                <a:gd name="connsiteX1" fmla="*/ 0 w 6726"/>
                <a:gd name="connsiteY1" fmla="*/ 12088 h 13430"/>
                <a:gd name="connsiteX2" fmla="*/ 2691 w 6726"/>
                <a:gd name="connsiteY2" fmla="*/ 5373 h 13430"/>
                <a:gd name="connsiteX3" fmla="*/ 2691 w 6726"/>
                <a:gd name="connsiteY3" fmla="*/ 1343 h 13430"/>
                <a:gd name="connsiteX4" fmla="*/ 5382 w 6726"/>
                <a:gd name="connsiteY4" fmla="*/ 0 h 13430"/>
                <a:gd name="connsiteX5" fmla="*/ 6727 w 6726"/>
                <a:gd name="connsiteY5" fmla="*/ 2686 h 13430"/>
                <a:gd name="connsiteX6" fmla="*/ 4037 w 6726"/>
                <a:gd name="connsiteY6" fmla="*/ 671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13430">
                  <a:moveTo>
                    <a:pt x="2691" y="13431"/>
                  </a:moveTo>
                  <a:lnTo>
                    <a:pt x="0" y="12088"/>
                  </a:lnTo>
                  <a:lnTo>
                    <a:pt x="2691" y="5373"/>
                  </a:lnTo>
                  <a:lnTo>
                    <a:pt x="2691" y="1343"/>
                  </a:lnTo>
                  <a:lnTo>
                    <a:pt x="5382" y="0"/>
                  </a:lnTo>
                  <a:lnTo>
                    <a:pt x="6727" y="2686"/>
                  </a:lnTo>
                  <a:lnTo>
                    <a:pt x="4037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9" name="Freeform 828">
              <a:extLst>
                <a:ext uri="{FF2B5EF4-FFF2-40B4-BE49-F238E27FC236}">
                  <a16:creationId xmlns:a16="http://schemas.microsoft.com/office/drawing/2014/main" id="{1603E38D-5A23-AD39-6D64-AAC8E73F5E13}"/>
                </a:ext>
              </a:extLst>
            </p:cNvPr>
            <p:cNvSpPr/>
            <p:nvPr/>
          </p:nvSpPr>
          <p:spPr>
            <a:xfrm>
              <a:off x="10940605" y="5921087"/>
              <a:ext cx="100903" cy="130278"/>
            </a:xfrm>
            <a:custGeom>
              <a:avLst/>
              <a:gdLst>
                <a:gd name="connsiteX0" fmla="*/ 8072 w 100903"/>
                <a:gd name="connsiteY0" fmla="*/ 120877 h 130278"/>
                <a:gd name="connsiteX1" fmla="*/ 8072 w 100903"/>
                <a:gd name="connsiteY1" fmla="*/ 115505 h 130278"/>
                <a:gd name="connsiteX2" fmla="*/ 10763 w 100903"/>
                <a:gd name="connsiteY2" fmla="*/ 112818 h 130278"/>
                <a:gd name="connsiteX3" fmla="*/ 5381 w 100903"/>
                <a:gd name="connsiteY3" fmla="*/ 111475 h 130278"/>
                <a:gd name="connsiteX4" fmla="*/ 4036 w 100903"/>
                <a:gd name="connsiteY4" fmla="*/ 104760 h 130278"/>
                <a:gd name="connsiteX5" fmla="*/ 5381 w 100903"/>
                <a:gd name="connsiteY5" fmla="*/ 102074 h 130278"/>
                <a:gd name="connsiteX6" fmla="*/ 2691 w 100903"/>
                <a:gd name="connsiteY6" fmla="*/ 99388 h 130278"/>
                <a:gd name="connsiteX7" fmla="*/ 2691 w 100903"/>
                <a:gd name="connsiteY7" fmla="*/ 84614 h 130278"/>
                <a:gd name="connsiteX8" fmla="*/ 4036 w 100903"/>
                <a:gd name="connsiteY8" fmla="*/ 81928 h 130278"/>
                <a:gd name="connsiteX9" fmla="*/ 0 w 100903"/>
                <a:gd name="connsiteY9" fmla="*/ 79241 h 130278"/>
                <a:gd name="connsiteX10" fmla="*/ 0 w 100903"/>
                <a:gd name="connsiteY10" fmla="*/ 69840 h 130278"/>
                <a:gd name="connsiteX11" fmla="*/ 2691 w 100903"/>
                <a:gd name="connsiteY11" fmla="*/ 64468 h 130278"/>
                <a:gd name="connsiteX12" fmla="*/ 6727 w 100903"/>
                <a:gd name="connsiteY12" fmla="*/ 69840 h 130278"/>
                <a:gd name="connsiteX13" fmla="*/ 12108 w 100903"/>
                <a:gd name="connsiteY13" fmla="*/ 69840 h 130278"/>
                <a:gd name="connsiteX14" fmla="*/ 8072 w 100903"/>
                <a:gd name="connsiteY14" fmla="*/ 64468 h 130278"/>
                <a:gd name="connsiteX15" fmla="*/ 8072 w 100903"/>
                <a:gd name="connsiteY15" fmla="*/ 61782 h 130278"/>
                <a:gd name="connsiteX16" fmla="*/ 5381 w 100903"/>
                <a:gd name="connsiteY16" fmla="*/ 60438 h 130278"/>
                <a:gd name="connsiteX17" fmla="*/ 6727 w 100903"/>
                <a:gd name="connsiteY17" fmla="*/ 53723 h 130278"/>
                <a:gd name="connsiteX18" fmla="*/ 5381 w 100903"/>
                <a:gd name="connsiteY18" fmla="*/ 44321 h 130278"/>
                <a:gd name="connsiteX19" fmla="*/ 5381 w 100903"/>
                <a:gd name="connsiteY19" fmla="*/ 32234 h 130278"/>
                <a:gd name="connsiteX20" fmla="*/ 6727 w 100903"/>
                <a:gd name="connsiteY20" fmla="*/ 25518 h 130278"/>
                <a:gd name="connsiteX21" fmla="*/ 5381 w 100903"/>
                <a:gd name="connsiteY21" fmla="*/ 14774 h 130278"/>
                <a:gd name="connsiteX22" fmla="*/ 5381 w 100903"/>
                <a:gd name="connsiteY22" fmla="*/ 9401 h 130278"/>
                <a:gd name="connsiteX23" fmla="*/ 6727 w 100903"/>
                <a:gd name="connsiteY23" fmla="*/ 8059 h 130278"/>
                <a:gd name="connsiteX24" fmla="*/ 6727 w 100903"/>
                <a:gd name="connsiteY24" fmla="*/ 2686 h 130278"/>
                <a:gd name="connsiteX25" fmla="*/ 8072 w 100903"/>
                <a:gd name="connsiteY25" fmla="*/ 0 h 130278"/>
                <a:gd name="connsiteX26" fmla="*/ 13454 w 100903"/>
                <a:gd name="connsiteY26" fmla="*/ 4029 h 130278"/>
                <a:gd name="connsiteX27" fmla="*/ 17490 w 100903"/>
                <a:gd name="connsiteY27" fmla="*/ 6715 h 130278"/>
                <a:gd name="connsiteX28" fmla="*/ 21526 w 100903"/>
                <a:gd name="connsiteY28" fmla="*/ 9401 h 130278"/>
                <a:gd name="connsiteX29" fmla="*/ 22872 w 100903"/>
                <a:gd name="connsiteY29" fmla="*/ 6715 h 130278"/>
                <a:gd name="connsiteX30" fmla="*/ 25562 w 100903"/>
                <a:gd name="connsiteY30" fmla="*/ 4029 h 130278"/>
                <a:gd name="connsiteX31" fmla="*/ 25562 w 100903"/>
                <a:gd name="connsiteY31" fmla="*/ 12088 h 130278"/>
                <a:gd name="connsiteX32" fmla="*/ 34979 w 100903"/>
                <a:gd name="connsiteY32" fmla="*/ 17460 h 130278"/>
                <a:gd name="connsiteX33" fmla="*/ 41706 w 100903"/>
                <a:gd name="connsiteY33" fmla="*/ 24175 h 130278"/>
                <a:gd name="connsiteX34" fmla="*/ 47088 w 100903"/>
                <a:gd name="connsiteY34" fmla="*/ 28205 h 130278"/>
                <a:gd name="connsiteX35" fmla="*/ 49779 w 100903"/>
                <a:gd name="connsiteY35" fmla="*/ 25518 h 130278"/>
                <a:gd name="connsiteX36" fmla="*/ 55160 w 100903"/>
                <a:gd name="connsiteY36" fmla="*/ 25518 h 130278"/>
                <a:gd name="connsiteX37" fmla="*/ 59196 w 100903"/>
                <a:gd name="connsiteY37" fmla="*/ 29547 h 130278"/>
                <a:gd name="connsiteX38" fmla="*/ 59196 w 100903"/>
                <a:gd name="connsiteY38" fmla="*/ 24175 h 130278"/>
                <a:gd name="connsiteX39" fmla="*/ 61887 w 100903"/>
                <a:gd name="connsiteY39" fmla="*/ 21489 h 130278"/>
                <a:gd name="connsiteX40" fmla="*/ 78032 w 100903"/>
                <a:gd name="connsiteY40" fmla="*/ 22832 h 130278"/>
                <a:gd name="connsiteX41" fmla="*/ 80723 w 100903"/>
                <a:gd name="connsiteY41" fmla="*/ 21489 h 130278"/>
                <a:gd name="connsiteX42" fmla="*/ 84759 w 100903"/>
                <a:gd name="connsiteY42" fmla="*/ 18803 h 130278"/>
                <a:gd name="connsiteX43" fmla="*/ 87449 w 100903"/>
                <a:gd name="connsiteY43" fmla="*/ 18803 h 130278"/>
                <a:gd name="connsiteX44" fmla="*/ 88795 w 100903"/>
                <a:gd name="connsiteY44" fmla="*/ 20146 h 130278"/>
                <a:gd name="connsiteX45" fmla="*/ 91485 w 100903"/>
                <a:gd name="connsiteY45" fmla="*/ 14774 h 130278"/>
                <a:gd name="connsiteX46" fmla="*/ 94176 w 100903"/>
                <a:gd name="connsiteY46" fmla="*/ 14774 h 130278"/>
                <a:gd name="connsiteX47" fmla="*/ 100903 w 100903"/>
                <a:gd name="connsiteY47" fmla="*/ 18803 h 130278"/>
                <a:gd name="connsiteX48" fmla="*/ 99557 w 100903"/>
                <a:gd name="connsiteY48" fmla="*/ 22832 h 130278"/>
                <a:gd name="connsiteX49" fmla="*/ 96867 w 100903"/>
                <a:gd name="connsiteY49" fmla="*/ 36263 h 130278"/>
                <a:gd name="connsiteX50" fmla="*/ 92830 w 100903"/>
                <a:gd name="connsiteY50" fmla="*/ 41635 h 130278"/>
                <a:gd name="connsiteX51" fmla="*/ 92830 w 100903"/>
                <a:gd name="connsiteY51" fmla="*/ 51037 h 130278"/>
                <a:gd name="connsiteX52" fmla="*/ 88795 w 100903"/>
                <a:gd name="connsiteY52" fmla="*/ 56409 h 130278"/>
                <a:gd name="connsiteX53" fmla="*/ 90140 w 100903"/>
                <a:gd name="connsiteY53" fmla="*/ 63124 h 130278"/>
                <a:gd name="connsiteX54" fmla="*/ 88795 w 100903"/>
                <a:gd name="connsiteY54" fmla="*/ 65811 h 130278"/>
                <a:gd name="connsiteX55" fmla="*/ 88795 w 100903"/>
                <a:gd name="connsiteY55" fmla="*/ 71183 h 130278"/>
                <a:gd name="connsiteX56" fmla="*/ 86104 w 100903"/>
                <a:gd name="connsiteY56" fmla="*/ 76555 h 130278"/>
                <a:gd name="connsiteX57" fmla="*/ 84759 w 100903"/>
                <a:gd name="connsiteY57" fmla="*/ 72526 h 130278"/>
                <a:gd name="connsiteX58" fmla="*/ 83414 w 100903"/>
                <a:gd name="connsiteY58" fmla="*/ 65811 h 130278"/>
                <a:gd name="connsiteX59" fmla="*/ 80723 w 100903"/>
                <a:gd name="connsiteY59" fmla="*/ 71183 h 130278"/>
                <a:gd name="connsiteX60" fmla="*/ 78032 w 100903"/>
                <a:gd name="connsiteY60" fmla="*/ 73869 h 130278"/>
                <a:gd name="connsiteX61" fmla="*/ 78032 w 100903"/>
                <a:gd name="connsiteY61" fmla="*/ 84614 h 130278"/>
                <a:gd name="connsiteX62" fmla="*/ 75341 w 100903"/>
                <a:gd name="connsiteY62" fmla="*/ 87300 h 130278"/>
                <a:gd name="connsiteX63" fmla="*/ 71305 w 100903"/>
                <a:gd name="connsiteY63" fmla="*/ 87300 h 130278"/>
                <a:gd name="connsiteX64" fmla="*/ 71305 w 100903"/>
                <a:gd name="connsiteY64" fmla="*/ 92672 h 130278"/>
                <a:gd name="connsiteX65" fmla="*/ 67269 w 100903"/>
                <a:gd name="connsiteY65" fmla="*/ 98044 h 130278"/>
                <a:gd name="connsiteX66" fmla="*/ 71305 w 100903"/>
                <a:gd name="connsiteY66" fmla="*/ 100731 h 130278"/>
                <a:gd name="connsiteX67" fmla="*/ 71305 w 100903"/>
                <a:gd name="connsiteY67" fmla="*/ 103417 h 130278"/>
                <a:gd name="connsiteX68" fmla="*/ 65923 w 100903"/>
                <a:gd name="connsiteY68" fmla="*/ 111475 h 130278"/>
                <a:gd name="connsiteX69" fmla="*/ 63233 w 100903"/>
                <a:gd name="connsiteY69" fmla="*/ 111475 h 130278"/>
                <a:gd name="connsiteX70" fmla="*/ 59196 w 100903"/>
                <a:gd name="connsiteY70" fmla="*/ 114162 h 130278"/>
                <a:gd name="connsiteX71" fmla="*/ 59196 w 100903"/>
                <a:gd name="connsiteY71" fmla="*/ 106103 h 130278"/>
                <a:gd name="connsiteX72" fmla="*/ 64578 w 100903"/>
                <a:gd name="connsiteY72" fmla="*/ 108789 h 130278"/>
                <a:gd name="connsiteX73" fmla="*/ 64578 w 100903"/>
                <a:gd name="connsiteY73" fmla="*/ 104760 h 130278"/>
                <a:gd name="connsiteX74" fmla="*/ 61887 w 100903"/>
                <a:gd name="connsiteY74" fmla="*/ 102074 h 130278"/>
                <a:gd name="connsiteX75" fmla="*/ 57851 w 100903"/>
                <a:gd name="connsiteY75" fmla="*/ 103417 h 130278"/>
                <a:gd name="connsiteX76" fmla="*/ 55160 w 100903"/>
                <a:gd name="connsiteY76" fmla="*/ 107446 h 130278"/>
                <a:gd name="connsiteX77" fmla="*/ 52469 w 100903"/>
                <a:gd name="connsiteY77" fmla="*/ 106103 h 130278"/>
                <a:gd name="connsiteX78" fmla="*/ 52469 w 100903"/>
                <a:gd name="connsiteY78" fmla="*/ 100731 h 130278"/>
                <a:gd name="connsiteX79" fmla="*/ 49779 w 100903"/>
                <a:gd name="connsiteY79" fmla="*/ 106103 h 130278"/>
                <a:gd name="connsiteX80" fmla="*/ 45742 w 100903"/>
                <a:gd name="connsiteY80" fmla="*/ 110132 h 130278"/>
                <a:gd name="connsiteX81" fmla="*/ 44397 w 100903"/>
                <a:gd name="connsiteY81" fmla="*/ 112818 h 130278"/>
                <a:gd name="connsiteX82" fmla="*/ 40361 w 100903"/>
                <a:gd name="connsiteY82" fmla="*/ 110132 h 130278"/>
                <a:gd name="connsiteX83" fmla="*/ 37670 w 100903"/>
                <a:gd name="connsiteY83" fmla="*/ 118191 h 130278"/>
                <a:gd name="connsiteX84" fmla="*/ 37670 w 100903"/>
                <a:gd name="connsiteY84" fmla="*/ 123563 h 130278"/>
                <a:gd name="connsiteX85" fmla="*/ 32289 w 100903"/>
                <a:gd name="connsiteY85" fmla="*/ 130278 h 130278"/>
                <a:gd name="connsiteX86" fmla="*/ 28253 w 100903"/>
                <a:gd name="connsiteY86" fmla="*/ 130278 h 130278"/>
                <a:gd name="connsiteX87" fmla="*/ 25562 w 100903"/>
                <a:gd name="connsiteY87" fmla="*/ 124906 h 130278"/>
                <a:gd name="connsiteX88" fmla="*/ 25562 w 100903"/>
                <a:gd name="connsiteY88" fmla="*/ 120877 h 130278"/>
                <a:gd name="connsiteX89" fmla="*/ 21526 w 100903"/>
                <a:gd name="connsiteY89" fmla="*/ 126249 h 130278"/>
                <a:gd name="connsiteX90" fmla="*/ 17490 w 100903"/>
                <a:gd name="connsiteY90" fmla="*/ 122220 h 130278"/>
                <a:gd name="connsiteX91" fmla="*/ 13454 w 100903"/>
                <a:gd name="connsiteY91" fmla="*/ 123563 h 130278"/>
                <a:gd name="connsiteX92" fmla="*/ 8072 w 100903"/>
                <a:gd name="connsiteY92" fmla="*/ 120877 h 130278"/>
                <a:gd name="connsiteX93" fmla="*/ 8072 w 100903"/>
                <a:gd name="connsiteY93" fmla="*/ 120877 h 13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00903" h="130278">
                  <a:moveTo>
                    <a:pt x="8072" y="120877"/>
                  </a:moveTo>
                  <a:lnTo>
                    <a:pt x="8072" y="115505"/>
                  </a:lnTo>
                  <a:lnTo>
                    <a:pt x="10763" y="112818"/>
                  </a:lnTo>
                  <a:lnTo>
                    <a:pt x="5381" y="111475"/>
                  </a:lnTo>
                  <a:lnTo>
                    <a:pt x="4036" y="104760"/>
                  </a:lnTo>
                  <a:lnTo>
                    <a:pt x="5381" y="102074"/>
                  </a:lnTo>
                  <a:lnTo>
                    <a:pt x="2691" y="99388"/>
                  </a:lnTo>
                  <a:lnTo>
                    <a:pt x="2691" y="84614"/>
                  </a:lnTo>
                  <a:lnTo>
                    <a:pt x="4036" y="81928"/>
                  </a:lnTo>
                  <a:lnTo>
                    <a:pt x="0" y="79241"/>
                  </a:lnTo>
                  <a:lnTo>
                    <a:pt x="0" y="69840"/>
                  </a:lnTo>
                  <a:lnTo>
                    <a:pt x="2691" y="64468"/>
                  </a:lnTo>
                  <a:lnTo>
                    <a:pt x="6727" y="69840"/>
                  </a:lnTo>
                  <a:lnTo>
                    <a:pt x="12108" y="69840"/>
                  </a:lnTo>
                  <a:lnTo>
                    <a:pt x="8072" y="64468"/>
                  </a:lnTo>
                  <a:lnTo>
                    <a:pt x="8072" y="61782"/>
                  </a:lnTo>
                  <a:lnTo>
                    <a:pt x="5381" y="60438"/>
                  </a:lnTo>
                  <a:lnTo>
                    <a:pt x="6727" y="53723"/>
                  </a:lnTo>
                  <a:lnTo>
                    <a:pt x="5381" y="44321"/>
                  </a:lnTo>
                  <a:lnTo>
                    <a:pt x="5381" y="32234"/>
                  </a:lnTo>
                  <a:lnTo>
                    <a:pt x="6727" y="25518"/>
                  </a:lnTo>
                  <a:lnTo>
                    <a:pt x="5381" y="14774"/>
                  </a:lnTo>
                  <a:lnTo>
                    <a:pt x="5381" y="9401"/>
                  </a:lnTo>
                  <a:lnTo>
                    <a:pt x="6727" y="8059"/>
                  </a:lnTo>
                  <a:lnTo>
                    <a:pt x="6727" y="2686"/>
                  </a:lnTo>
                  <a:lnTo>
                    <a:pt x="8072" y="0"/>
                  </a:lnTo>
                  <a:lnTo>
                    <a:pt x="13454" y="4029"/>
                  </a:lnTo>
                  <a:lnTo>
                    <a:pt x="17490" y="6715"/>
                  </a:lnTo>
                  <a:lnTo>
                    <a:pt x="21526" y="9401"/>
                  </a:lnTo>
                  <a:lnTo>
                    <a:pt x="22872" y="6715"/>
                  </a:lnTo>
                  <a:lnTo>
                    <a:pt x="25562" y="4029"/>
                  </a:lnTo>
                  <a:lnTo>
                    <a:pt x="25562" y="12088"/>
                  </a:lnTo>
                  <a:lnTo>
                    <a:pt x="34979" y="17460"/>
                  </a:lnTo>
                  <a:lnTo>
                    <a:pt x="41706" y="24175"/>
                  </a:lnTo>
                  <a:lnTo>
                    <a:pt x="47088" y="28205"/>
                  </a:lnTo>
                  <a:lnTo>
                    <a:pt x="49779" y="25518"/>
                  </a:lnTo>
                  <a:lnTo>
                    <a:pt x="55160" y="25518"/>
                  </a:lnTo>
                  <a:lnTo>
                    <a:pt x="59196" y="29547"/>
                  </a:lnTo>
                  <a:lnTo>
                    <a:pt x="59196" y="24175"/>
                  </a:lnTo>
                  <a:lnTo>
                    <a:pt x="61887" y="21489"/>
                  </a:lnTo>
                  <a:lnTo>
                    <a:pt x="78032" y="22832"/>
                  </a:lnTo>
                  <a:lnTo>
                    <a:pt x="80723" y="21489"/>
                  </a:lnTo>
                  <a:lnTo>
                    <a:pt x="84759" y="18803"/>
                  </a:lnTo>
                  <a:lnTo>
                    <a:pt x="87449" y="18803"/>
                  </a:lnTo>
                  <a:lnTo>
                    <a:pt x="88795" y="20146"/>
                  </a:lnTo>
                  <a:lnTo>
                    <a:pt x="91485" y="14774"/>
                  </a:lnTo>
                  <a:lnTo>
                    <a:pt x="94176" y="14774"/>
                  </a:lnTo>
                  <a:lnTo>
                    <a:pt x="100903" y="18803"/>
                  </a:lnTo>
                  <a:lnTo>
                    <a:pt x="99557" y="22832"/>
                  </a:lnTo>
                  <a:lnTo>
                    <a:pt x="96867" y="36263"/>
                  </a:lnTo>
                  <a:lnTo>
                    <a:pt x="92830" y="41635"/>
                  </a:lnTo>
                  <a:lnTo>
                    <a:pt x="92830" y="51037"/>
                  </a:lnTo>
                  <a:lnTo>
                    <a:pt x="88795" y="56409"/>
                  </a:lnTo>
                  <a:lnTo>
                    <a:pt x="90140" y="63124"/>
                  </a:lnTo>
                  <a:lnTo>
                    <a:pt x="88795" y="65811"/>
                  </a:lnTo>
                  <a:lnTo>
                    <a:pt x="88795" y="71183"/>
                  </a:lnTo>
                  <a:lnTo>
                    <a:pt x="86104" y="76555"/>
                  </a:lnTo>
                  <a:lnTo>
                    <a:pt x="84759" y="72526"/>
                  </a:lnTo>
                  <a:lnTo>
                    <a:pt x="83414" y="65811"/>
                  </a:lnTo>
                  <a:lnTo>
                    <a:pt x="80723" y="71183"/>
                  </a:lnTo>
                  <a:lnTo>
                    <a:pt x="78032" y="73869"/>
                  </a:lnTo>
                  <a:lnTo>
                    <a:pt x="78032" y="84614"/>
                  </a:lnTo>
                  <a:lnTo>
                    <a:pt x="75341" y="87300"/>
                  </a:lnTo>
                  <a:lnTo>
                    <a:pt x="71305" y="87300"/>
                  </a:lnTo>
                  <a:lnTo>
                    <a:pt x="71305" y="92672"/>
                  </a:lnTo>
                  <a:lnTo>
                    <a:pt x="67269" y="98044"/>
                  </a:lnTo>
                  <a:lnTo>
                    <a:pt x="71305" y="100731"/>
                  </a:lnTo>
                  <a:lnTo>
                    <a:pt x="71305" y="103417"/>
                  </a:lnTo>
                  <a:lnTo>
                    <a:pt x="65923" y="111475"/>
                  </a:lnTo>
                  <a:lnTo>
                    <a:pt x="63233" y="111475"/>
                  </a:lnTo>
                  <a:lnTo>
                    <a:pt x="59196" y="114162"/>
                  </a:lnTo>
                  <a:lnTo>
                    <a:pt x="59196" y="106103"/>
                  </a:lnTo>
                  <a:lnTo>
                    <a:pt x="64578" y="108789"/>
                  </a:lnTo>
                  <a:lnTo>
                    <a:pt x="64578" y="104760"/>
                  </a:lnTo>
                  <a:lnTo>
                    <a:pt x="61887" y="102074"/>
                  </a:lnTo>
                  <a:lnTo>
                    <a:pt x="57851" y="103417"/>
                  </a:lnTo>
                  <a:lnTo>
                    <a:pt x="55160" y="107446"/>
                  </a:lnTo>
                  <a:lnTo>
                    <a:pt x="52469" y="106103"/>
                  </a:lnTo>
                  <a:lnTo>
                    <a:pt x="52469" y="100731"/>
                  </a:lnTo>
                  <a:lnTo>
                    <a:pt x="49779" y="106103"/>
                  </a:lnTo>
                  <a:lnTo>
                    <a:pt x="45742" y="110132"/>
                  </a:lnTo>
                  <a:lnTo>
                    <a:pt x="44397" y="112818"/>
                  </a:lnTo>
                  <a:lnTo>
                    <a:pt x="40361" y="110132"/>
                  </a:lnTo>
                  <a:lnTo>
                    <a:pt x="37670" y="118191"/>
                  </a:lnTo>
                  <a:lnTo>
                    <a:pt x="37670" y="123563"/>
                  </a:lnTo>
                  <a:lnTo>
                    <a:pt x="32289" y="130278"/>
                  </a:lnTo>
                  <a:lnTo>
                    <a:pt x="28253" y="130278"/>
                  </a:lnTo>
                  <a:lnTo>
                    <a:pt x="25562" y="124906"/>
                  </a:lnTo>
                  <a:lnTo>
                    <a:pt x="25562" y="120877"/>
                  </a:lnTo>
                  <a:lnTo>
                    <a:pt x="21526" y="126249"/>
                  </a:lnTo>
                  <a:lnTo>
                    <a:pt x="17490" y="122220"/>
                  </a:lnTo>
                  <a:lnTo>
                    <a:pt x="13454" y="123563"/>
                  </a:lnTo>
                  <a:cubicBezTo>
                    <a:pt x="9418" y="122220"/>
                    <a:pt x="6727" y="120877"/>
                    <a:pt x="8072" y="120877"/>
                  </a:cubicBezTo>
                  <a:lnTo>
                    <a:pt x="8072" y="12087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0" name="Freeform 829">
              <a:extLst>
                <a:ext uri="{FF2B5EF4-FFF2-40B4-BE49-F238E27FC236}">
                  <a16:creationId xmlns:a16="http://schemas.microsoft.com/office/drawing/2014/main" id="{DF521433-A322-26AD-6D68-5EE6F0303520}"/>
                </a:ext>
              </a:extLst>
            </p:cNvPr>
            <p:cNvSpPr/>
            <p:nvPr/>
          </p:nvSpPr>
          <p:spPr>
            <a:xfrm>
              <a:off x="10249081" y="4939297"/>
              <a:ext cx="1039975" cy="928066"/>
            </a:xfrm>
            <a:custGeom>
              <a:avLst/>
              <a:gdLst>
                <a:gd name="connsiteX0" fmla="*/ 5382 w 1039975"/>
                <a:gd name="connsiteY0" fmla="*/ 695714 h 928066"/>
                <a:gd name="connsiteX1" fmla="*/ 9418 w 1039975"/>
                <a:gd name="connsiteY1" fmla="*/ 699743 h 928066"/>
                <a:gd name="connsiteX2" fmla="*/ 13454 w 1039975"/>
                <a:gd name="connsiteY2" fmla="*/ 699743 h 928066"/>
                <a:gd name="connsiteX3" fmla="*/ 24217 w 1039975"/>
                <a:gd name="connsiteY3" fmla="*/ 710488 h 928066"/>
                <a:gd name="connsiteX4" fmla="*/ 24217 w 1039975"/>
                <a:gd name="connsiteY4" fmla="*/ 714517 h 928066"/>
                <a:gd name="connsiteX5" fmla="*/ 25562 w 1039975"/>
                <a:gd name="connsiteY5" fmla="*/ 717203 h 928066"/>
                <a:gd name="connsiteX6" fmla="*/ 32289 w 1039975"/>
                <a:gd name="connsiteY6" fmla="*/ 718546 h 928066"/>
                <a:gd name="connsiteX7" fmla="*/ 33634 w 1039975"/>
                <a:gd name="connsiteY7" fmla="*/ 721233 h 928066"/>
                <a:gd name="connsiteX8" fmla="*/ 41707 w 1039975"/>
                <a:gd name="connsiteY8" fmla="*/ 722575 h 928066"/>
                <a:gd name="connsiteX9" fmla="*/ 44397 w 1039975"/>
                <a:gd name="connsiteY9" fmla="*/ 721233 h 928066"/>
                <a:gd name="connsiteX10" fmla="*/ 45743 w 1039975"/>
                <a:gd name="connsiteY10" fmla="*/ 723918 h 928066"/>
                <a:gd name="connsiteX11" fmla="*/ 52470 w 1039975"/>
                <a:gd name="connsiteY11" fmla="*/ 725262 h 928066"/>
                <a:gd name="connsiteX12" fmla="*/ 59197 w 1039975"/>
                <a:gd name="connsiteY12" fmla="*/ 723918 h 928066"/>
                <a:gd name="connsiteX13" fmla="*/ 60542 w 1039975"/>
                <a:gd name="connsiteY13" fmla="*/ 726605 h 928066"/>
                <a:gd name="connsiteX14" fmla="*/ 63233 w 1039975"/>
                <a:gd name="connsiteY14" fmla="*/ 725262 h 928066"/>
                <a:gd name="connsiteX15" fmla="*/ 64578 w 1039975"/>
                <a:gd name="connsiteY15" fmla="*/ 725262 h 928066"/>
                <a:gd name="connsiteX16" fmla="*/ 72651 w 1039975"/>
                <a:gd name="connsiteY16" fmla="*/ 725262 h 928066"/>
                <a:gd name="connsiteX17" fmla="*/ 79378 w 1039975"/>
                <a:gd name="connsiteY17" fmla="*/ 723918 h 928066"/>
                <a:gd name="connsiteX18" fmla="*/ 79378 w 1039975"/>
                <a:gd name="connsiteY18" fmla="*/ 721233 h 928066"/>
                <a:gd name="connsiteX19" fmla="*/ 83414 w 1039975"/>
                <a:gd name="connsiteY19" fmla="*/ 719889 h 928066"/>
                <a:gd name="connsiteX20" fmla="*/ 87449 w 1039975"/>
                <a:gd name="connsiteY20" fmla="*/ 713174 h 928066"/>
                <a:gd name="connsiteX21" fmla="*/ 95522 w 1039975"/>
                <a:gd name="connsiteY21" fmla="*/ 714517 h 928066"/>
                <a:gd name="connsiteX22" fmla="*/ 95522 w 1039975"/>
                <a:gd name="connsiteY22" fmla="*/ 710488 h 928066"/>
                <a:gd name="connsiteX23" fmla="*/ 100903 w 1039975"/>
                <a:gd name="connsiteY23" fmla="*/ 707802 h 928066"/>
                <a:gd name="connsiteX24" fmla="*/ 104939 w 1039975"/>
                <a:gd name="connsiteY24" fmla="*/ 707802 h 928066"/>
                <a:gd name="connsiteX25" fmla="*/ 107630 w 1039975"/>
                <a:gd name="connsiteY25" fmla="*/ 711831 h 928066"/>
                <a:gd name="connsiteX26" fmla="*/ 113012 w 1039975"/>
                <a:gd name="connsiteY26" fmla="*/ 705115 h 928066"/>
                <a:gd name="connsiteX27" fmla="*/ 114357 w 1039975"/>
                <a:gd name="connsiteY27" fmla="*/ 706459 h 928066"/>
                <a:gd name="connsiteX28" fmla="*/ 117048 w 1039975"/>
                <a:gd name="connsiteY28" fmla="*/ 705115 h 928066"/>
                <a:gd name="connsiteX29" fmla="*/ 118393 w 1039975"/>
                <a:gd name="connsiteY29" fmla="*/ 698400 h 928066"/>
                <a:gd name="connsiteX30" fmla="*/ 133193 w 1039975"/>
                <a:gd name="connsiteY30" fmla="*/ 690341 h 928066"/>
                <a:gd name="connsiteX31" fmla="*/ 138574 w 1039975"/>
                <a:gd name="connsiteY31" fmla="*/ 691685 h 928066"/>
                <a:gd name="connsiteX32" fmla="*/ 141265 w 1039975"/>
                <a:gd name="connsiteY32" fmla="*/ 693028 h 928066"/>
                <a:gd name="connsiteX33" fmla="*/ 146646 w 1039975"/>
                <a:gd name="connsiteY33" fmla="*/ 690341 h 928066"/>
                <a:gd name="connsiteX34" fmla="*/ 160100 w 1039975"/>
                <a:gd name="connsiteY34" fmla="*/ 687656 h 928066"/>
                <a:gd name="connsiteX35" fmla="*/ 162791 w 1039975"/>
                <a:gd name="connsiteY35" fmla="*/ 690341 h 928066"/>
                <a:gd name="connsiteX36" fmla="*/ 170863 w 1039975"/>
                <a:gd name="connsiteY36" fmla="*/ 687656 h 928066"/>
                <a:gd name="connsiteX37" fmla="*/ 173554 w 1039975"/>
                <a:gd name="connsiteY37" fmla="*/ 690341 h 928066"/>
                <a:gd name="connsiteX38" fmla="*/ 177590 w 1039975"/>
                <a:gd name="connsiteY38" fmla="*/ 690341 h 928066"/>
                <a:gd name="connsiteX39" fmla="*/ 182972 w 1039975"/>
                <a:gd name="connsiteY39" fmla="*/ 687656 h 928066"/>
                <a:gd name="connsiteX40" fmla="*/ 184317 w 1039975"/>
                <a:gd name="connsiteY40" fmla="*/ 693028 h 928066"/>
                <a:gd name="connsiteX41" fmla="*/ 188353 w 1039975"/>
                <a:gd name="connsiteY41" fmla="*/ 693028 h 928066"/>
                <a:gd name="connsiteX42" fmla="*/ 192389 w 1039975"/>
                <a:gd name="connsiteY42" fmla="*/ 691685 h 928066"/>
                <a:gd name="connsiteX43" fmla="*/ 195080 w 1039975"/>
                <a:gd name="connsiteY43" fmla="*/ 694371 h 928066"/>
                <a:gd name="connsiteX44" fmla="*/ 199116 w 1039975"/>
                <a:gd name="connsiteY44" fmla="*/ 691685 h 928066"/>
                <a:gd name="connsiteX45" fmla="*/ 208533 w 1039975"/>
                <a:gd name="connsiteY45" fmla="*/ 691685 h 928066"/>
                <a:gd name="connsiteX46" fmla="*/ 208533 w 1039975"/>
                <a:gd name="connsiteY46" fmla="*/ 695714 h 928066"/>
                <a:gd name="connsiteX47" fmla="*/ 209879 w 1039975"/>
                <a:gd name="connsiteY47" fmla="*/ 697057 h 928066"/>
                <a:gd name="connsiteX48" fmla="*/ 215260 w 1039975"/>
                <a:gd name="connsiteY48" fmla="*/ 691685 h 928066"/>
                <a:gd name="connsiteX49" fmla="*/ 221987 w 1039975"/>
                <a:gd name="connsiteY49" fmla="*/ 693028 h 928066"/>
                <a:gd name="connsiteX50" fmla="*/ 228714 w 1039975"/>
                <a:gd name="connsiteY50" fmla="*/ 687656 h 928066"/>
                <a:gd name="connsiteX51" fmla="*/ 231405 w 1039975"/>
                <a:gd name="connsiteY51" fmla="*/ 682283 h 928066"/>
                <a:gd name="connsiteX52" fmla="*/ 234096 w 1039975"/>
                <a:gd name="connsiteY52" fmla="*/ 680940 h 928066"/>
                <a:gd name="connsiteX53" fmla="*/ 239477 w 1039975"/>
                <a:gd name="connsiteY53" fmla="*/ 675568 h 928066"/>
                <a:gd name="connsiteX54" fmla="*/ 242168 w 1039975"/>
                <a:gd name="connsiteY54" fmla="*/ 666166 h 928066"/>
                <a:gd name="connsiteX55" fmla="*/ 248895 w 1039975"/>
                <a:gd name="connsiteY55" fmla="*/ 660794 h 928066"/>
                <a:gd name="connsiteX56" fmla="*/ 255622 w 1039975"/>
                <a:gd name="connsiteY56" fmla="*/ 659451 h 928066"/>
                <a:gd name="connsiteX57" fmla="*/ 258312 w 1039975"/>
                <a:gd name="connsiteY57" fmla="*/ 660794 h 928066"/>
                <a:gd name="connsiteX58" fmla="*/ 269075 w 1039975"/>
                <a:gd name="connsiteY58" fmla="*/ 656765 h 928066"/>
                <a:gd name="connsiteX59" fmla="*/ 282529 w 1039975"/>
                <a:gd name="connsiteY59" fmla="*/ 648706 h 928066"/>
                <a:gd name="connsiteX60" fmla="*/ 291947 w 1039975"/>
                <a:gd name="connsiteY60" fmla="*/ 640648 h 928066"/>
                <a:gd name="connsiteX61" fmla="*/ 295983 w 1039975"/>
                <a:gd name="connsiteY61" fmla="*/ 639305 h 928066"/>
                <a:gd name="connsiteX62" fmla="*/ 298674 w 1039975"/>
                <a:gd name="connsiteY62" fmla="*/ 639305 h 928066"/>
                <a:gd name="connsiteX63" fmla="*/ 304056 w 1039975"/>
                <a:gd name="connsiteY63" fmla="*/ 639305 h 928066"/>
                <a:gd name="connsiteX64" fmla="*/ 312128 w 1039975"/>
                <a:gd name="connsiteY64" fmla="*/ 641991 h 928066"/>
                <a:gd name="connsiteX65" fmla="*/ 318854 w 1039975"/>
                <a:gd name="connsiteY65" fmla="*/ 643334 h 928066"/>
                <a:gd name="connsiteX66" fmla="*/ 322890 w 1039975"/>
                <a:gd name="connsiteY66" fmla="*/ 640648 h 928066"/>
                <a:gd name="connsiteX67" fmla="*/ 333653 w 1039975"/>
                <a:gd name="connsiteY67" fmla="*/ 641991 h 928066"/>
                <a:gd name="connsiteX68" fmla="*/ 348453 w 1039975"/>
                <a:gd name="connsiteY68" fmla="*/ 636618 h 928066"/>
                <a:gd name="connsiteX69" fmla="*/ 356525 w 1039975"/>
                <a:gd name="connsiteY69" fmla="*/ 635275 h 928066"/>
                <a:gd name="connsiteX70" fmla="*/ 363252 w 1039975"/>
                <a:gd name="connsiteY70" fmla="*/ 629903 h 928066"/>
                <a:gd name="connsiteX71" fmla="*/ 367288 w 1039975"/>
                <a:gd name="connsiteY71" fmla="*/ 629903 h 928066"/>
                <a:gd name="connsiteX72" fmla="*/ 374015 w 1039975"/>
                <a:gd name="connsiteY72" fmla="*/ 624531 h 928066"/>
                <a:gd name="connsiteX73" fmla="*/ 384778 w 1039975"/>
                <a:gd name="connsiteY73" fmla="*/ 624531 h 928066"/>
                <a:gd name="connsiteX74" fmla="*/ 413031 w 1039975"/>
                <a:gd name="connsiteY74" fmla="*/ 621844 h 928066"/>
                <a:gd name="connsiteX75" fmla="*/ 422449 w 1039975"/>
                <a:gd name="connsiteY75" fmla="*/ 624531 h 928066"/>
                <a:gd name="connsiteX76" fmla="*/ 429175 w 1039975"/>
                <a:gd name="connsiteY76" fmla="*/ 624531 h 928066"/>
                <a:gd name="connsiteX77" fmla="*/ 437247 w 1039975"/>
                <a:gd name="connsiteY77" fmla="*/ 621844 h 928066"/>
                <a:gd name="connsiteX78" fmla="*/ 442629 w 1039975"/>
                <a:gd name="connsiteY78" fmla="*/ 623188 h 928066"/>
                <a:gd name="connsiteX79" fmla="*/ 450701 w 1039975"/>
                <a:gd name="connsiteY79" fmla="*/ 629903 h 928066"/>
                <a:gd name="connsiteX80" fmla="*/ 457428 w 1039975"/>
                <a:gd name="connsiteY80" fmla="*/ 640648 h 928066"/>
                <a:gd name="connsiteX81" fmla="*/ 461464 w 1039975"/>
                <a:gd name="connsiteY81" fmla="*/ 641991 h 928066"/>
                <a:gd name="connsiteX82" fmla="*/ 465501 w 1039975"/>
                <a:gd name="connsiteY82" fmla="*/ 639305 h 928066"/>
                <a:gd name="connsiteX83" fmla="*/ 468191 w 1039975"/>
                <a:gd name="connsiteY83" fmla="*/ 637962 h 928066"/>
                <a:gd name="connsiteX84" fmla="*/ 470882 w 1039975"/>
                <a:gd name="connsiteY84" fmla="*/ 640648 h 928066"/>
                <a:gd name="connsiteX85" fmla="*/ 473573 w 1039975"/>
                <a:gd name="connsiteY85" fmla="*/ 639305 h 928066"/>
                <a:gd name="connsiteX86" fmla="*/ 478955 w 1039975"/>
                <a:gd name="connsiteY86" fmla="*/ 640648 h 928066"/>
                <a:gd name="connsiteX87" fmla="*/ 484336 w 1039975"/>
                <a:gd name="connsiteY87" fmla="*/ 647363 h 928066"/>
                <a:gd name="connsiteX88" fmla="*/ 491062 w 1039975"/>
                <a:gd name="connsiteY88" fmla="*/ 648706 h 928066"/>
                <a:gd name="connsiteX89" fmla="*/ 493753 w 1039975"/>
                <a:gd name="connsiteY89" fmla="*/ 646020 h 928066"/>
                <a:gd name="connsiteX90" fmla="*/ 504516 w 1039975"/>
                <a:gd name="connsiteY90" fmla="*/ 655421 h 928066"/>
                <a:gd name="connsiteX91" fmla="*/ 504516 w 1039975"/>
                <a:gd name="connsiteY91" fmla="*/ 659451 h 928066"/>
                <a:gd name="connsiteX92" fmla="*/ 507207 w 1039975"/>
                <a:gd name="connsiteY92" fmla="*/ 659451 h 928066"/>
                <a:gd name="connsiteX93" fmla="*/ 511243 w 1039975"/>
                <a:gd name="connsiteY93" fmla="*/ 663480 h 928066"/>
                <a:gd name="connsiteX94" fmla="*/ 509898 w 1039975"/>
                <a:gd name="connsiteY94" fmla="*/ 667509 h 928066"/>
                <a:gd name="connsiteX95" fmla="*/ 505862 w 1039975"/>
                <a:gd name="connsiteY95" fmla="*/ 667509 h 928066"/>
                <a:gd name="connsiteX96" fmla="*/ 504516 w 1039975"/>
                <a:gd name="connsiteY96" fmla="*/ 671538 h 928066"/>
                <a:gd name="connsiteX97" fmla="*/ 508552 w 1039975"/>
                <a:gd name="connsiteY97" fmla="*/ 680940 h 928066"/>
                <a:gd name="connsiteX98" fmla="*/ 513934 w 1039975"/>
                <a:gd name="connsiteY98" fmla="*/ 682283 h 928066"/>
                <a:gd name="connsiteX99" fmla="*/ 519316 w 1039975"/>
                <a:gd name="connsiteY99" fmla="*/ 687656 h 928066"/>
                <a:gd name="connsiteX100" fmla="*/ 520661 w 1039975"/>
                <a:gd name="connsiteY100" fmla="*/ 694371 h 928066"/>
                <a:gd name="connsiteX101" fmla="*/ 519316 w 1039975"/>
                <a:gd name="connsiteY101" fmla="*/ 699743 h 928066"/>
                <a:gd name="connsiteX102" fmla="*/ 526043 w 1039975"/>
                <a:gd name="connsiteY102" fmla="*/ 711831 h 928066"/>
                <a:gd name="connsiteX103" fmla="*/ 523352 w 1039975"/>
                <a:gd name="connsiteY103" fmla="*/ 718546 h 928066"/>
                <a:gd name="connsiteX104" fmla="*/ 526043 w 1039975"/>
                <a:gd name="connsiteY104" fmla="*/ 721233 h 928066"/>
                <a:gd name="connsiteX105" fmla="*/ 524697 w 1039975"/>
                <a:gd name="connsiteY105" fmla="*/ 727948 h 928066"/>
                <a:gd name="connsiteX106" fmla="*/ 523352 w 1039975"/>
                <a:gd name="connsiteY106" fmla="*/ 731977 h 928066"/>
                <a:gd name="connsiteX107" fmla="*/ 519316 w 1039975"/>
                <a:gd name="connsiteY107" fmla="*/ 730634 h 928066"/>
                <a:gd name="connsiteX108" fmla="*/ 517970 w 1039975"/>
                <a:gd name="connsiteY108" fmla="*/ 731977 h 928066"/>
                <a:gd name="connsiteX109" fmla="*/ 522006 w 1039975"/>
                <a:gd name="connsiteY109" fmla="*/ 737349 h 928066"/>
                <a:gd name="connsiteX110" fmla="*/ 526043 w 1039975"/>
                <a:gd name="connsiteY110" fmla="*/ 738692 h 928066"/>
                <a:gd name="connsiteX111" fmla="*/ 527388 w 1039975"/>
                <a:gd name="connsiteY111" fmla="*/ 744065 h 928066"/>
                <a:gd name="connsiteX112" fmla="*/ 532770 w 1039975"/>
                <a:gd name="connsiteY112" fmla="*/ 742721 h 928066"/>
                <a:gd name="connsiteX113" fmla="*/ 536806 w 1039975"/>
                <a:gd name="connsiteY113" fmla="*/ 746751 h 928066"/>
                <a:gd name="connsiteX114" fmla="*/ 536806 w 1039975"/>
                <a:gd name="connsiteY114" fmla="*/ 741379 h 928066"/>
                <a:gd name="connsiteX115" fmla="*/ 534115 w 1039975"/>
                <a:gd name="connsiteY115" fmla="*/ 737349 h 928066"/>
                <a:gd name="connsiteX116" fmla="*/ 536806 w 1039975"/>
                <a:gd name="connsiteY116" fmla="*/ 734663 h 928066"/>
                <a:gd name="connsiteX117" fmla="*/ 539497 w 1039975"/>
                <a:gd name="connsiteY117" fmla="*/ 729291 h 928066"/>
                <a:gd name="connsiteX118" fmla="*/ 544878 w 1039975"/>
                <a:gd name="connsiteY118" fmla="*/ 727948 h 928066"/>
                <a:gd name="connsiteX119" fmla="*/ 546223 w 1039975"/>
                <a:gd name="connsiteY119" fmla="*/ 723918 h 928066"/>
                <a:gd name="connsiteX120" fmla="*/ 551604 w 1039975"/>
                <a:gd name="connsiteY120" fmla="*/ 722575 h 928066"/>
                <a:gd name="connsiteX121" fmla="*/ 552950 w 1039975"/>
                <a:gd name="connsiteY121" fmla="*/ 718546 h 928066"/>
                <a:gd name="connsiteX122" fmla="*/ 556986 w 1039975"/>
                <a:gd name="connsiteY122" fmla="*/ 711831 h 928066"/>
                <a:gd name="connsiteX123" fmla="*/ 567749 w 1039975"/>
                <a:gd name="connsiteY123" fmla="*/ 706459 h 928066"/>
                <a:gd name="connsiteX124" fmla="*/ 569094 w 1039975"/>
                <a:gd name="connsiteY124" fmla="*/ 702429 h 928066"/>
                <a:gd name="connsiteX125" fmla="*/ 571785 w 1039975"/>
                <a:gd name="connsiteY125" fmla="*/ 702429 h 928066"/>
                <a:gd name="connsiteX126" fmla="*/ 579858 w 1039975"/>
                <a:gd name="connsiteY126" fmla="*/ 698400 h 928066"/>
                <a:gd name="connsiteX127" fmla="*/ 582548 w 1039975"/>
                <a:gd name="connsiteY127" fmla="*/ 691685 h 928066"/>
                <a:gd name="connsiteX128" fmla="*/ 589275 w 1039975"/>
                <a:gd name="connsiteY128" fmla="*/ 680940 h 928066"/>
                <a:gd name="connsiteX129" fmla="*/ 596002 w 1039975"/>
                <a:gd name="connsiteY129" fmla="*/ 679597 h 928066"/>
                <a:gd name="connsiteX130" fmla="*/ 600038 w 1039975"/>
                <a:gd name="connsiteY130" fmla="*/ 675568 h 928066"/>
                <a:gd name="connsiteX131" fmla="*/ 597348 w 1039975"/>
                <a:gd name="connsiteY131" fmla="*/ 670195 h 928066"/>
                <a:gd name="connsiteX132" fmla="*/ 598693 w 1039975"/>
                <a:gd name="connsiteY132" fmla="*/ 663480 h 928066"/>
                <a:gd name="connsiteX133" fmla="*/ 601384 w 1039975"/>
                <a:gd name="connsiteY133" fmla="*/ 670195 h 928066"/>
                <a:gd name="connsiteX134" fmla="*/ 601384 w 1039975"/>
                <a:gd name="connsiteY134" fmla="*/ 676911 h 928066"/>
                <a:gd name="connsiteX135" fmla="*/ 601384 w 1039975"/>
                <a:gd name="connsiteY135" fmla="*/ 683626 h 928066"/>
                <a:gd name="connsiteX136" fmla="*/ 598693 w 1039975"/>
                <a:gd name="connsiteY136" fmla="*/ 687656 h 928066"/>
                <a:gd name="connsiteX137" fmla="*/ 597348 w 1039975"/>
                <a:gd name="connsiteY137" fmla="*/ 701086 h 928066"/>
                <a:gd name="connsiteX138" fmla="*/ 586585 w 1039975"/>
                <a:gd name="connsiteY138" fmla="*/ 707802 h 928066"/>
                <a:gd name="connsiteX139" fmla="*/ 585239 w 1039975"/>
                <a:gd name="connsiteY139" fmla="*/ 713174 h 928066"/>
                <a:gd name="connsiteX140" fmla="*/ 581203 w 1039975"/>
                <a:gd name="connsiteY140" fmla="*/ 718546 h 928066"/>
                <a:gd name="connsiteX141" fmla="*/ 582548 w 1039975"/>
                <a:gd name="connsiteY141" fmla="*/ 723918 h 928066"/>
                <a:gd name="connsiteX142" fmla="*/ 575821 w 1039975"/>
                <a:gd name="connsiteY142" fmla="*/ 731977 h 928066"/>
                <a:gd name="connsiteX143" fmla="*/ 578512 w 1039975"/>
                <a:gd name="connsiteY143" fmla="*/ 734663 h 928066"/>
                <a:gd name="connsiteX144" fmla="*/ 573131 w 1039975"/>
                <a:gd name="connsiteY144" fmla="*/ 748094 h 928066"/>
                <a:gd name="connsiteX145" fmla="*/ 561022 w 1039975"/>
                <a:gd name="connsiteY145" fmla="*/ 746751 h 928066"/>
                <a:gd name="connsiteX146" fmla="*/ 558331 w 1039975"/>
                <a:gd name="connsiteY146" fmla="*/ 753466 h 928066"/>
                <a:gd name="connsiteX147" fmla="*/ 555640 w 1039975"/>
                <a:gd name="connsiteY147" fmla="*/ 758838 h 928066"/>
                <a:gd name="connsiteX148" fmla="*/ 555640 w 1039975"/>
                <a:gd name="connsiteY148" fmla="*/ 760182 h 928066"/>
                <a:gd name="connsiteX149" fmla="*/ 563713 w 1039975"/>
                <a:gd name="connsiteY149" fmla="*/ 758838 h 928066"/>
                <a:gd name="connsiteX150" fmla="*/ 570440 w 1039975"/>
                <a:gd name="connsiteY150" fmla="*/ 754809 h 928066"/>
                <a:gd name="connsiteX151" fmla="*/ 579858 w 1039975"/>
                <a:gd name="connsiteY151" fmla="*/ 758838 h 928066"/>
                <a:gd name="connsiteX152" fmla="*/ 587930 w 1039975"/>
                <a:gd name="connsiteY152" fmla="*/ 744065 h 928066"/>
                <a:gd name="connsiteX153" fmla="*/ 590621 w 1039975"/>
                <a:gd name="connsiteY153" fmla="*/ 730634 h 928066"/>
                <a:gd name="connsiteX154" fmla="*/ 597348 w 1039975"/>
                <a:gd name="connsiteY154" fmla="*/ 722575 h 928066"/>
                <a:gd name="connsiteX155" fmla="*/ 600038 w 1039975"/>
                <a:gd name="connsiteY155" fmla="*/ 725262 h 928066"/>
                <a:gd name="connsiteX156" fmla="*/ 600038 w 1039975"/>
                <a:gd name="connsiteY156" fmla="*/ 737349 h 928066"/>
                <a:gd name="connsiteX157" fmla="*/ 602729 w 1039975"/>
                <a:gd name="connsiteY157" fmla="*/ 745408 h 928066"/>
                <a:gd name="connsiteX158" fmla="*/ 600038 w 1039975"/>
                <a:gd name="connsiteY158" fmla="*/ 745408 h 928066"/>
                <a:gd name="connsiteX159" fmla="*/ 601384 w 1039975"/>
                <a:gd name="connsiteY159" fmla="*/ 758838 h 928066"/>
                <a:gd name="connsiteX160" fmla="*/ 594657 w 1039975"/>
                <a:gd name="connsiteY160" fmla="*/ 768240 h 928066"/>
                <a:gd name="connsiteX161" fmla="*/ 585239 w 1039975"/>
                <a:gd name="connsiteY161" fmla="*/ 772269 h 928066"/>
                <a:gd name="connsiteX162" fmla="*/ 586585 w 1039975"/>
                <a:gd name="connsiteY162" fmla="*/ 776298 h 928066"/>
                <a:gd name="connsiteX163" fmla="*/ 593312 w 1039975"/>
                <a:gd name="connsiteY163" fmla="*/ 774956 h 928066"/>
                <a:gd name="connsiteX164" fmla="*/ 600038 w 1039975"/>
                <a:gd name="connsiteY164" fmla="*/ 776298 h 928066"/>
                <a:gd name="connsiteX165" fmla="*/ 602729 w 1039975"/>
                <a:gd name="connsiteY165" fmla="*/ 772269 h 928066"/>
                <a:gd name="connsiteX166" fmla="*/ 608110 w 1039975"/>
                <a:gd name="connsiteY166" fmla="*/ 772269 h 928066"/>
                <a:gd name="connsiteX167" fmla="*/ 613492 w 1039975"/>
                <a:gd name="connsiteY167" fmla="*/ 766897 h 928066"/>
                <a:gd name="connsiteX168" fmla="*/ 617528 w 1039975"/>
                <a:gd name="connsiteY168" fmla="*/ 768240 h 928066"/>
                <a:gd name="connsiteX169" fmla="*/ 620219 w 1039975"/>
                <a:gd name="connsiteY169" fmla="*/ 768240 h 928066"/>
                <a:gd name="connsiteX170" fmla="*/ 617528 w 1039975"/>
                <a:gd name="connsiteY170" fmla="*/ 772269 h 928066"/>
                <a:gd name="connsiteX171" fmla="*/ 614837 w 1039975"/>
                <a:gd name="connsiteY171" fmla="*/ 776298 h 928066"/>
                <a:gd name="connsiteX172" fmla="*/ 610801 w 1039975"/>
                <a:gd name="connsiteY172" fmla="*/ 776298 h 928066"/>
                <a:gd name="connsiteX173" fmla="*/ 609455 w 1039975"/>
                <a:gd name="connsiteY173" fmla="*/ 778985 h 928066"/>
                <a:gd name="connsiteX174" fmla="*/ 614837 w 1039975"/>
                <a:gd name="connsiteY174" fmla="*/ 785700 h 928066"/>
                <a:gd name="connsiteX175" fmla="*/ 616182 w 1039975"/>
                <a:gd name="connsiteY175" fmla="*/ 791072 h 928066"/>
                <a:gd name="connsiteX176" fmla="*/ 618873 w 1039975"/>
                <a:gd name="connsiteY176" fmla="*/ 799131 h 928066"/>
                <a:gd name="connsiteX177" fmla="*/ 620219 w 1039975"/>
                <a:gd name="connsiteY177" fmla="*/ 808533 h 928066"/>
                <a:gd name="connsiteX178" fmla="*/ 618873 w 1039975"/>
                <a:gd name="connsiteY178" fmla="*/ 820620 h 928066"/>
                <a:gd name="connsiteX179" fmla="*/ 612146 w 1039975"/>
                <a:gd name="connsiteY179" fmla="*/ 828679 h 928066"/>
                <a:gd name="connsiteX180" fmla="*/ 613492 w 1039975"/>
                <a:gd name="connsiteY180" fmla="*/ 831365 h 928066"/>
                <a:gd name="connsiteX181" fmla="*/ 612146 w 1039975"/>
                <a:gd name="connsiteY181" fmla="*/ 840766 h 928066"/>
                <a:gd name="connsiteX182" fmla="*/ 617528 w 1039975"/>
                <a:gd name="connsiteY182" fmla="*/ 844795 h 928066"/>
                <a:gd name="connsiteX183" fmla="*/ 621564 w 1039975"/>
                <a:gd name="connsiteY183" fmla="*/ 851511 h 928066"/>
                <a:gd name="connsiteX184" fmla="*/ 621564 w 1039975"/>
                <a:gd name="connsiteY184" fmla="*/ 859569 h 928066"/>
                <a:gd name="connsiteX185" fmla="*/ 630982 w 1039975"/>
                <a:gd name="connsiteY185" fmla="*/ 871657 h 928066"/>
                <a:gd name="connsiteX186" fmla="*/ 639054 w 1039975"/>
                <a:gd name="connsiteY186" fmla="*/ 874343 h 928066"/>
                <a:gd name="connsiteX187" fmla="*/ 643090 w 1039975"/>
                <a:gd name="connsiteY187" fmla="*/ 877029 h 928066"/>
                <a:gd name="connsiteX188" fmla="*/ 645781 w 1039975"/>
                <a:gd name="connsiteY188" fmla="*/ 883744 h 928066"/>
                <a:gd name="connsiteX189" fmla="*/ 651163 w 1039975"/>
                <a:gd name="connsiteY189" fmla="*/ 883744 h 928066"/>
                <a:gd name="connsiteX190" fmla="*/ 652508 w 1039975"/>
                <a:gd name="connsiteY190" fmla="*/ 881059 h 928066"/>
                <a:gd name="connsiteX191" fmla="*/ 655199 w 1039975"/>
                <a:gd name="connsiteY191" fmla="*/ 879715 h 928066"/>
                <a:gd name="connsiteX192" fmla="*/ 661925 w 1039975"/>
                <a:gd name="connsiteY192" fmla="*/ 882402 h 928066"/>
                <a:gd name="connsiteX193" fmla="*/ 667307 w 1039975"/>
                <a:gd name="connsiteY193" fmla="*/ 889117 h 928066"/>
                <a:gd name="connsiteX194" fmla="*/ 674034 w 1039975"/>
                <a:gd name="connsiteY194" fmla="*/ 890460 h 928066"/>
                <a:gd name="connsiteX195" fmla="*/ 679415 w 1039975"/>
                <a:gd name="connsiteY195" fmla="*/ 895833 h 928066"/>
                <a:gd name="connsiteX196" fmla="*/ 680761 w 1039975"/>
                <a:gd name="connsiteY196" fmla="*/ 901205 h 928066"/>
                <a:gd name="connsiteX197" fmla="*/ 686142 w 1039975"/>
                <a:gd name="connsiteY197" fmla="*/ 902548 h 928066"/>
                <a:gd name="connsiteX198" fmla="*/ 691524 w 1039975"/>
                <a:gd name="connsiteY198" fmla="*/ 909263 h 928066"/>
                <a:gd name="connsiteX199" fmla="*/ 695560 w 1039975"/>
                <a:gd name="connsiteY199" fmla="*/ 909263 h 928066"/>
                <a:gd name="connsiteX200" fmla="*/ 696905 w 1039975"/>
                <a:gd name="connsiteY200" fmla="*/ 905234 h 928066"/>
                <a:gd name="connsiteX201" fmla="*/ 706323 w 1039975"/>
                <a:gd name="connsiteY201" fmla="*/ 901205 h 928066"/>
                <a:gd name="connsiteX202" fmla="*/ 710359 w 1039975"/>
                <a:gd name="connsiteY202" fmla="*/ 897175 h 928066"/>
                <a:gd name="connsiteX203" fmla="*/ 715741 w 1039975"/>
                <a:gd name="connsiteY203" fmla="*/ 895833 h 928066"/>
                <a:gd name="connsiteX204" fmla="*/ 722467 w 1039975"/>
                <a:gd name="connsiteY204" fmla="*/ 889117 h 928066"/>
                <a:gd name="connsiteX205" fmla="*/ 727849 w 1039975"/>
                <a:gd name="connsiteY205" fmla="*/ 890460 h 928066"/>
                <a:gd name="connsiteX206" fmla="*/ 730539 w 1039975"/>
                <a:gd name="connsiteY206" fmla="*/ 887774 h 928066"/>
                <a:gd name="connsiteX207" fmla="*/ 729194 w 1039975"/>
                <a:gd name="connsiteY207" fmla="*/ 885088 h 928066"/>
                <a:gd name="connsiteX208" fmla="*/ 722467 w 1039975"/>
                <a:gd name="connsiteY208" fmla="*/ 883744 h 928066"/>
                <a:gd name="connsiteX209" fmla="*/ 725158 w 1039975"/>
                <a:gd name="connsiteY209" fmla="*/ 881059 h 928066"/>
                <a:gd name="connsiteX210" fmla="*/ 734576 w 1039975"/>
                <a:gd name="connsiteY210" fmla="*/ 874343 h 928066"/>
                <a:gd name="connsiteX211" fmla="*/ 743993 w 1039975"/>
                <a:gd name="connsiteY211" fmla="*/ 879715 h 928066"/>
                <a:gd name="connsiteX212" fmla="*/ 742648 w 1039975"/>
                <a:gd name="connsiteY212" fmla="*/ 885088 h 928066"/>
                <a:gd name="connsiteX213" fmla="*/ 733230 w 1039975"/>
                <a:gd name="connsiteY213" fmla="*/ 891803 h 928066"/>
                <a:gd name="connsiteX214" fmla="*/ 735921 w 1039975"/>
                <a:gd name="connsiteY214" fmla="*/ 895833 h 928066"/>
                <a:gd name="connsiteX215" fmla="*/ 738612 w 1039975"/>
                <a:gd name="connsiteY215" fmla="*/ 897175 h 928066"/>
                <a:gd name="connsiteX216" fmla="*/ 742648 w 1039975"/>
                <a:gd name="connsiteY216" fmla="*/ 893146 h 928066"/>
                <a:gd name="connsiteX217" fmla="*/ 746684 w 1039975"/>
                <a:gd name="connsiteY217" fmla="*/ 889117 h 928066"/>
                <a:gd name="connsiteX218" fmla="*/ 752066 w 1039975"/>
                <a:gd name="connsiteY218" fmla="*/ 893146 h 928066"/>
                <a:gd name="connsiteX219" fmla="*/ 752066 w 1039975"/>
                <a:gd name="connsiteY219" fmla="*/ 897175 h 928066"/>
                <a:gd name="connsiteX220" fmla="*/ 748030 w 1039975"/>
                <a:gd name="connsiteY220" fmla="*/ 897175 h 928066"/>
                <a:gd name="connsiteX221" fmla="*/ 743993 w 1039975"/>
                <a:gd name="connsiteY221" fmla="*/ 901205 h 928066"/>
                <a:gd name="connsiteX222" fmla="*/ 750720 w 1039975"/>
                <a:gd name="connsiteY222" fmla="*/ 909263 h 928066"/>
                <a:gd name="connsiteX223" fmla="*/ 752066 w 1039975"/>
                <a:gd name="connsiteY223" fmla="*/ 918665 h 928066"/>
                <a:gd name="connsiteX224" fmla="*/ 754757 w 1039975"/>
                <a:gd name="connsiteY224" fmla="*/ 917321 h 928066"/>
                <a:gd name="connsiteX225" fmla="*/ 758793 w 1039975"/>
                <a:gd name="connsiteY225" fmla="*/ 917321 h 928066"/>
                <a:gd name="connsiteX226" fmla="*/ 758793 w 1039975"/>
                <a:gd name="connsiteY226" fmla="*/ 922694 h 928066"/>
                <a:gd name="connsiteX227" fmla="*/ 762829 w 1039975"/>
                <a:gd name="connsiteY227" fmla="*/ 928066 h 928066"/>
                <a:gd name="connsiteX228" fmla="*/ 766865 w 1039975"/>
                <a:gd name="connsiteY228" fmla="*/ 921351 h 928066"/>
                <a:gd name="connsiteX229" fmla="*/ 765520 w 1039975"/>
                <a:gd name="connsiteY229" fmla="*/ 914635 h 928066"/>
                <a:gd name="connsiteX230" fmla="*/ 761484 w 1039975"/>
                <a:gd name="connsiteY230" fmla="*/ 917321 h 928066"/>
                <a:gd name="connsiteX231" fmla="*/ 760138 w 1039975"/>
                <a:gd name="connsiteY231" fmla="*/ 914635 h 928066"/>
                <a:gd name="connsiteX232" fmla="*/ 764174 w 1039975"/>
                <a:gd name="connsiteY232" fmla="*/ 910606 h 928066"/>
                <a:gd name="connsiteX233" fmla="*/ 776282 w 1039975"/>
                <a:gd name="connsiteY233" fmla="*/ 911949 h 928066"/>
                <a:gd name="connsiteX234" fmla="*/ 778973 w 1039975"/>
                <a:gd name="connsiteY234" fmla="*/ 913292 h 928066"/>
                <a:gd name="connsiteX235" fmla="*/ 780318 w 1039975"/>
                <a:gd name="connsiteY235" fmla="*/ 910606 h 928066"/>
                <a:gd name="connsiteX236" fmla="*/ 787045 w 1039975"/>
                <a:gd name="connsiteY236" fmla="*/ 902548 h 928066"/>
                <a:gd name="connsiteX237" fmla="*/ 800499 w 1039975"/>
                <a:gd name="connsiteY237" fmla="*/ 894489 h 928066"/>
                <a:gd name="connsiteX238" fmla="*/ 807226 w 1039975"/>
                <a:gd name="connsiteY238" fmla="*/ 887774 h 928066"/>
                <a:gd name="connsiteX239" fmla="*/ 803190 w 1039975"/>
                <a:gd name="connsiteY239" fmla="*/ 887774 h 928066"/>
                <a:gd name="connsiteX240" fmla="*/ 800499 w 1039975"/>
                <a:gd name="connsiteY240" fmla="*/ 889117 h 928066"/>
                <a:gd name="connsiteX241" fmla="*/ 801845 w 1039975"/>
                <a:gd name="connsiteY241" fmla="*/ 887774 h 928066"/>
                <a:gd name="connsiteX242" fmla="*/ 797808 w 1039975"/>
                <a:gd name="connsiteY242" fmla="*/ 886431 h 928066"/>
                <a:gd name="connsiteX243" fmla="*/ 801845 w 1039975"/>
                <a:gd name="connsiteY243" fmla="*/ 886431 h 928066"/>
                <a:gd name="connsiteX244" fmla="*/ 808572 w 1039975"/>
                <a:gd name="connsiteY244" fmla="*/ 886431 h 928066"/>
                <a:gd name="connsiteX245" fmla="*/ 819335 w 1039975"/>
                <a:gd name="connsiteY245" fmla="*/ 882402 h 928066"/>
                <a:gd name="connsiteX246" fmla="*/ 838169 w 1039975"/>
                <a:gd name="connsiteY246" fmla="*/ 878372 h 928066"/>
                <a:gd name="connsiteX247" fmla="*/ 854314 w 1039975"/>
                <a:gd name="connsiteY247" fmla="*/ 882402 h 928066"/>
                <a:gd name="connsiteX248" fmla="*/ 861041 w 1039975"/>
                <a:gd name="connsiteY248" fmla="*/ 878372 h 928066"/>
                <a:gd name="connsiteX249" fmla="*/ 861041 w 1039975"/>
                <a:gd name="connsiteY249" fmla="*/ 874343 h 928066"/>
                <a:gd name="connsiteX250" fmla="*/ 866423 w 1039975"/>
                <a:gd name="connsiteY250" fmla="*/ 874343 h 928066"/>
                <a:gd name="connsiteX251" fmla="*/ 870459 w 1039975"/>
                <a:gd name="connsiteY251" fmla="*/ 870314 h 928066"/>
                <a:gd name="connsiteX252" fmla="*/ 875841 w 1039975"/>
                <a:gd name="connsiteY252" fmla="*/ 860912 h 928066"/>
                <a:gd name="connsiteX253" fmla="*/ 873150 w 1039975"/>
                <a:gd name="connsiteY253" fmla="*/ 851511 h 928066"/>
                <a:gd name="connsiteX254" fmla="*/ 873150 w 1039975"/>
                <a:gd name="connsiteY254" fmla="*/ 846138 h 928066"/>
                <a:gd name="connsiteX255" fmla="*/ 882568 w 1039975"/>
                <a:gd name="connsiteY255" fmla="*/ 836737 h 928066"/>
                <a:gd name="connsiteX256" fmla="*/ 882568 w 1039975"/>
                <a:gd name="connsiteY256" fmla="*/ 821963 h 928066"/>
                <a:gd name="connsiteX257" fmla="*/ 886604 w 1039975"/>
                <a:gd name="connsiteY257" fmla="*/ 815248 h 928066"/>
                <a:gd name="connsiteX258" fmla="*/ 887949 w 1039975"/>
                <a:gd name="connsiteY258" fmla="*/ 805846 h 928066"/>
                <a:gd name="connsiteX259" fmla="*/ 893330 w 1039975"/>
                <a:gd name="connsiteY259" fmla="*/ 803160 h 928066"/>
                <a:gd name="connsiteX260" fmla="*/ 893330 w 1039975"/>
                <a:gd name="connsiteY260" fmla="*/ 797788 h 928066"/>
                <a:gd name="connsiteX261" fmla="*/ 908129 w 1039975"/>
                <a:gd name="connsiteY261" fmla="*/ 777641 h 928066"/>
                <a:gd name="connsiteX262" fmla="*/ 913511 w 1039975"/>
                <a:gd name="connsiteY262" fmla="*/ 777641 h 928066"/>
                <a:gd name="connsiteX263" fmla="*/ 916202 w 1039975"/>
                <a:gd name="connsiteY263" fmla="*/ 766897 h 928066"/>
                <a:gd name="connsiteX264" fmla="*/ 921583 w 1039975"/>
                <a:gd name="connsiteY264" fmla="*/ 758838 h 928066"/>
                <a:gd name="connsiteX265" fmla="*/ 925619 w 1039975"/>
                <a:gd name="connsiteY265" fmla="*/ 746751 h 928066"/>
                <a:gd name="connsiteX266" fmla="*/ 932346 w 1039975"/>
                <a:gd name="connsiteY266" fmla="*/ 741379 h 928066"/>
                <a:gd name="connsiteX267" fmla="*/ 931001 w 1039975"/>
                <a:gd name="connsiteY267" fmla="*/ 736006 h 928066"/>
                <a:gd name="connsiteX268" fmla="*/ 936383 w 1039975"/>
                <a:gd name="connsiteY268" fmla="*/ 733320 h 928066"/>
                <a:gd name="connsiteX269" fmla="*/ 940419 w 1039975"/>
                <a:gd name="connsiteY269" fmla="*/ 722575 h 928066"/>
                <a:gd name="connsiteX270" fmla="*/ 936383 w 1039975"/>
                <a:gd name="connsiteY270" fmla="*/ 719889 h 928066"/>
                <a:gd name="connsiteX271" fmla="*/ 944455 w 1039975"/>
                <a:gd name="connsiteY271" fmla="*/ 715860 h 928066"/>
                <a:gd name="connsiteX272" fmla="*/ 951181 w 1039975"/>
                <a:gd name="connsiteY272" fmla="*/ 707802 h 928066"/>
                <a:gd name="connsiteX273" fmla="*/ 953872 w 1039975"/>
                <a:gd name="connsiteY273" fmla="*/ 705115 h 928066"/>
                <a:gd name="connsiteX274" fmla="*/ 957908 w 1039975"/>
                <a:gd name="connsiteY274" fmla="*/ 695714 h 928066"/>
                <a:gd name="connsiteX275" fmla="*/ 965980 w 1039975"/>
                <a:gd name="connsiteY275" fmla="*/ 694371 h 928066"/>
                <a:gd name="connsiteX276" fmla="*/ 970017 w 1039975"/>
                <a:gd name="connsiteY276" fmla="*/ 691685 h 928066"/>
                <a:gd name="connsiteX277" fmla="*/ 961944 w 1039975"/>
                <a:gd name="connsiteY277" fmla="*/ 691685 h 928066"/>
                <a:gd name="connsiteX278" fmla="*/ 964635 w 1039975"/>
                <a:gd name="connsiteY278" fmla="*/ 688998 h 928066"/>
                <a:gd name="connsiteX279" fmla="*/ 974053 w 1039975"/>
                <a:gd name="connsiteY279" fmla="*/ 688998 h 928066"/>
                <a:gd name="connsiteX280" fmla="*/ 982125 w 1039975"/>
                <a:gd name="connsiteY280" fmla="*/ 682283 h 928066"/>
                <a:gd name="connsiteX281" fmla="*/ 983471 w 1039975"/>
                <a:gd name="connsiteY281" fmla="*/ 676911 h 928066"/>
                <a:gd name="connsiteX282" fmla="*/ 982125 w 1039975"/>
                <a:gd name="connsiteY282" fmla="*/ 672882 h 928066"/>
                <a:gd name="connsiteX283" fmla="*/ 983471 w 1039975"/>
                <a:gd name="connsiteY283" fmla="*/ 667509 h 928066"/>
                <a:gd name="connsiteX284" fmla="*/ 991543 w 1039975"/>
                <a:gd name="connsiteY284" fmla="*/ 662137 h 928066"/>
                <a:gd name="connsiteX285" fmla="*/ 991543 w 1039975"/>
                <a:gd name="connsiteY285" fmla="*/ 656765 h 928066"/>
                <a:gd name="connsiteX286" fmla="*/ 998270 w 1039975"/>
                <a:gd name="connsiteY286" fmla="*/ 654079 h 928066"/>
                <a:gd name="connsiteX287" fmla="*/ 1003651 w 1039975"/>
                <a:gd name="connsiteY287" fmla="*/ 644677 h 928066"/>
                <a:gd name="connsiteX288" fmla="*/ 1002306 w 1039975"/>
                <a:gd name="connsiteY288" fmla="*/ 639305 h 928066"/>
                <a:gd name="connsiteX289" fmla="*/ 1006342 w 1039975"/>
                <a:gd name="connsiteY289" fmla="*/ 631246 h 928066"/>
                <a:gd name="connsiteX290" fmla="*/ 1003651 w 1039975"/>
                <a:gd name="connsiteY290" fmla="*/ 628560 h 928066"/>
                <a:gd name="connsiteX291" fmla="*/ 1004997 w 1039975"/>
                <a:gd name="connsiteY291" fmla="*/ 624531 h 928066"/>
                <a:gd name="connsiteX292" fmla="*/ 1011723 w 1039975"/>
                <a:gd name="connsiteY292" fmla="*/ 608414 h 928066"/>
                <a:gd name="connsiteX293" fmla="*/ 1013068 w 1039975"/>
                <a:gd name="connsiteY293" fmla="*/ 599012 h 928066"/>
                <a:gd name="connsiteX294" fmla="*/ 1022486 w 1039975"/>
                <a:gd name="connsiteY294" fmla="*/ 581552 h 928066"/>
                <a:gd name="connsiteX295" fmla="*/ 1022486 w 1039975"/>
                <a:gd name="connsiteY295" fmla="*/ 576180 h 928066"/>
                <a:gd name="connsiteX296" fmla="*/ 1027868 w 1039975"/>
                <a:gd name="connsiteY296" fmla="*/ 564092 h 928066"/>
                <a:gd name="connsiteX297" fmla="*/ 1034595 w 1039975"/>
                <a:gd name="connsiteY297" fmla="*/ 557377 h 928066"/>
                <a:gd name="connsiteX298" fmla="*/ 1037286 w 1039975"/>
                <a:gd name="connsiteY298" fmla="*/ 550662 h 928066"/>
                <a:gd name="connsiteX299" fmla="*/ 1034595 w 1039975"/>
                <a:gd name="connsiteY299" fmla="*/ 542603 h 928066"/>
                <a:gd name="connsiteX300" fmla="*/ 1039976 w 1039975"/>
                <a:gd name="connsiteY300" fmla="*/ 537231 h 928066"/>
                <a:gd name="connsiteX301" fmla="*/ 1035940 w 1039975"/>
                <a:gd name="connsiteY301" fmla="*/ 525143 h 928066"/>
                <a:gd name="connsiteX302" fmla="*/ 1035940 w 1039975"/>
                <a:gd name="connsiteY302" fmla="*/ 519771 h 928066"/>
                <a:gd name="connsiteX303" fmla="*/ 1031904 w 1039975"/>
                <a:gd name="connsiteY303" fmla="*/ 510369 h 928066"/>
                <a:gd name="connsiteX304" fmla="*/ 1030559 w 1039975"/>
                <a:gd name="connsiteY304" fmla="*/ 506340 h 928066"/>
                <a:gd name="connsiteX305" fmla="*/ 1030559 w 1039975"/>
                <a:gd name="connsiteY305" fmla="*/ 500968 h 928066"/>
                <a:gd name="connsiteX306" fmla="*/ 1031904 w 1039975"/>
                <a:gd name="connsiteY306" fmla="*/ 498282 h 928066"/>
                <a:gd name="connsiteX307" fmla="*/ 1031904 w 1039975"/>
                <a:gd name="connsiteY307" fmla="*/ 492909 h 928066"/>
                <a:gd name="connsiteX308" fmla="*/ 1037286 w 1039975"/>
                <a:gd name="connsiteY308" fmla="*/ 484851 h 928066"/>
                <a:gd name="connsiteX309" fmla="*/ 1037286 w 1039975"/>
                <a:gd name="connsiteY309" fmla="*/ 482165 h 928066"/>
                <a:gd name="connsiteX310" fmla="*/ 1035940 w 1039975"/>
                <a:gd name="connsiteY310" fmla="*/ 467391 h 928066"/>
                <a:gd name="connsiteX311" fmla="*/ 1038631 w 1039975"/>
                <a:gd name="connsiteY311" fmla="*/ 462018 h 928066"/>
                <a:gd name="connsiteX312" fmla="*/ 1037286 w 1039975"/>
                <a:gd name="connsiteY312" fmla="*/ 459332 h 928066"/>
                <a:gd name="connsiteX313" fmla="*/ 1035940 w 1039975"/>
                <a:gd name="connsiteY313" fmla="*/ 453960 h 928066"/>
                <a:gd name="connsiteX314" fmla="*/ 1035940 w 1039975"/>
                <a:gd name="connsiteY314" fmla="*/ 444559 h 928066"/>
                <a:gd name="connsiteX315" fmla="*/ 1033249 w 1039975"/>
                <a:gd name="connsiteY315" fmla="*/ 443215 h 928066"/>
                <a:gd name="connsiteX316" fmla="*/ 1035940 w 1039975"/>
                <a:gd name="connsiteY316" fmla="*/ 437843 h 928066"/>
                <a:gd name="connsiteX317" fmla="*/ 1031904 w 1039975"/>
                <a:gd name="connsiteY317" fmla="*/ 435157 h 928066"/>
                <a:gd name="connsiteX318" fmla="*/ 1029213 w 1039975"/>
                <a:gd name="connsiteY318" fmla="*/ 429785 h 928066"/>
                <a:gd name="connsiteX319" fmla="*/ 1029213 w 1039975"/>
                <a:gd name="connsiteY319" fmla="*/ 424412 h 928066"/>
                <a:gd name="connsiteX320" fmla="*/ 1022486 w 1039975"/>
                <a:gd name="connsiteY320" fmla="*/ 419040 h 928066"/>
                <a:gd name="connsiteX321" fmla="*/ 1019795 w 1039975"/>
                <a:gd name="connsiteY321" fmla="*/ 412325 h 928066"/>
                <a:gd name="connsiteX322" fmla="*/ 1018450 w 1039975"/>
                <a:gd name="connsiteY322" fmla="*/ 404266 h 928066"/>
                <a:gd name="connsiteX323" fmla="*/ 1014414 w 1039975"/>
                <a:gd name="connsiteY323" fmla="*/ 398894 h 928066"/>
                <a:gd name="connsiteX324" fmla="*/ 1011723 w 1039975"/>
                <a:gd name="connsiteY324" fmla="*/ 397551 h 928066"/>
                <a:gd name="connsiteX325" fmla="*/ 1007687 w 1039975"/>
                <a:gd name="connsiteY325" fmla="*/ 400237 h 928066"/>
                <a:gd name="connsiteX326" fmla="*/ 1003651 w 1039975"/>
                <a:gd name="connsiteY326" fmla="*/ 396208 h 928066"/>
                <a:gd name="connsiteX327" fmla="*/ 1002306 w 1039975"/>
                <a:gd name="connsiteY327" fmla="*/ 389492 h 928066"/>
                <a:gd name="connsiteX328" fmla="*/ 1000961 w 1039975"/>
                <a:gd name="connsiteY328" fmla="*/ 388149 h 928066"/>
                <a:gd name="connsiteX329" fmla="*/ 999615 w 1039975"/>
                <a:gd name="connsiteY329" fmla="*/ 385463 h 928066"/>
                <a:gd name="connsiteX330" fmla="*/ 992888 w 1039975"/>
                <a:gd name="connsiteY330" fmla="*/ 380091 h 928066"/>
                <a:gd name="connsiteX331" fmla="*/ 990198 w 1039975"/>
                <a:gd name="connsiteY331" fmla="*/ 376062 h 928066"/>
                <a:gd name="connsiteX332" fmla="*/ 991543 w 1039975"/>
                <a:gd name="connsiteY332" fmla="*/ 373375 h 928066"/>
                <a:gd name="connsiteX333" fmla="*/ 988852 w 1039975"/>
                <a:gd name="connsiteY333" fmla="*/ 366660 h 928066"/>
                <a:gd name="connsiteX334" fmla="*/ 992888 w 1039975"/>
                <a:gd name="connsiteY334" fmla="*/ 359944 h 928066"/>
                <a:gd name="connsiteX335" fmla="*/ 994234 w 1039975"/>
                <a:gd name="connsiteY335" fmla="*/ 351886 h 928066"/>
                <a:gd name="connsiteX336" fmla="*/ 992888 w 1039975"/>
                <a:gd name="connsiteY336" fmla="*/ 349200 h 928066"/>
                <a:gd name="connsiteX337" fmla="*/ 994234 w 1039975"/>
                <a:gd name="connsiteY337" fmla="*/ 343828 h 928066"/>
                <a:gd name="connsiteX338" fmla="*/ 990198 w 1039975"/>
                <a:gd name="connsiteY338" fmla="*/ 341141 h 928066"/>
                <a:gd name="connsiteX339" fmla="*/ 988852 w 1039975"/>
                <a:gd name="connsiteY339" fmla="*/ 343828 h 928066"/>
                <a:gd name="connsiteX340" fmla="*/ 990198 w 1039975"/>
                <a:gd name="connsiteY340" fmla="*/ 346514 h 928066"/>
                <a:gd name="connsiteX341" fmla="*/ 988852 w 1039975"/>
                <a:gd name="connsiteY341" fmla="*/ 349200 h 928066"/>
                <a:gd name="connsiteX342" fmla="*/ 976744 w 1039975"/>
                <a:gd name="connsiteY342" fmla="*/ 338456 h 928066"/>
                <a:gd name="connsiteX343" fmla="*/ 974053 w 1039975"/>
                <a:gd name="connsiteY343" fmla="*/ 333083 h 928066"/>
                <a:gd name="connsiteX344" fmla="*/ 972707 w 1039975"/>
                <a:gd name="connsiteY344" fmla="*/ 334426 h 928066"/>
                <a:gd name="connsiteX345" fmla="*/ 972707 w 1039975"/>
                <a:gd name="connsiteY345" fmla="*/ 337112 h 928066"/>
                <a:gd name="connsiteX346" fmla="*/ 971362 w 1039975"/>
                <a:gd name="connsiteY346" fmla="*/ 341141 h 928066"/>
                <a:gd name="connsiteX347" fmla="*/ 974053 w 1039975"/>
                <a:gd name="connsiteY347" fmla="*/ 349200 h 928066"/>
                <a:gd name="connsiteX348" fmla="*/ 968671 w 1039975"/>
                <a:gd name="connsiteY348" fmla="*/ 342485 h 928066"/>
                <a:gd name="connsiteX349" fmla="*/ 965980 w 1039975"/>
                <a:gd name="connsiteY349" fmla="*/ 345171 h 928066"/>
                <a:gd name="connsiteX350" fmla="*/ 965980 w 1039975"/>
                <a:gd name="connsiteY350" fmla="*/ 341141 h 928066"/>
                <a:gd name="connsiteX351" fmla="*/ 963290 w 1039975"/>
                <a:gd name="connsiteY351" fmla="*/ 337112 h 928066"/>
                <a:gd name="connsiteX352" fmla="*/ 961944 w 1039975"/>
                <a:gd name="connsiteY352" fmla="*/ 322338 h 928066"/>
                <a:gd name="connsiteX353" fmla="*/ 963290 w 1039975"/>
                <a:gd name="connsiteY353" fmla="*/ 320995 h 928066"/>
                <a:gd name="connsiteX354" fmla="*/ 963290 w 1039975"/>
                <a:gd name="connsiteY354" fmla="*/ 316966 h 928066"/>
                <a:gd name="connsiteX355" fmla="*/ 959253 w 1039975"/>
                <a:gd name="connsiteY355" fmla="*/ 314280 h 928066"/>
                <a:gd name="connsiteX356" fmla="*/ 960599 w 1039975"/>
                <a:gd name="connsiteY356" fmla="*/ 310251 h 928066"/>
                <a:gd name="connsiteX357" fmla="*/ 956563 w 1039975"/>
                <a:gd name="connsiteY357" fmla="*/ 306221 h 928066"/>
                <a:gd name="connsiteX358" fmla="*/ 957908 w 1039975"/>
                <a:gd name="connsiteY358" fmla="*/ 302192 h 928066"/>
                <a:gd name="connsiteX359" fmla="*/ 949836 w 1039975"/>
                <a:gd name="connsiteY359" fmla="*/ 295477 h 928066"/>
                <a:gd name="connsiteX360" fmla="*/ 947145 w 1039975"/>
                <a:gd name="connsiteY360" fmla="*/ 290105 h 928066"/>
                <a:gd name="connsiteX361" fmla="*/ 947145 w 1039975"/>
                <a:gd name="connsiteY361" fmla="*/ 283389 h 928066"/>
                <a:gd name="connsiteX362" fmla="*/ 951181 w 1039975"/>
                <a:gd name="connsiteY362" fmla="*/ 284732 h 928066"/>
                <a:gd name="connsiteX363" fmla="*/ 951181 w 1039975"/>
                <a:gd name="connsiteY363" fmla="*/ 279360 h 928066"/>
                <a:gd name="connsiteX364" fmla="*/ 947145 w 1039975"/>
                <a:gd name="connsiteY364" fmla="*/ 272644 h 928066"/>
                <a:gd name="connsiteX365" fmla="*/ 945800 w 1039975"/>
                <a:gd name="connsiteY365" fmla="*/ 273988 h 928066"/>
                <a:gd name="connsiteX366" fmla="*/ 940419 w 1039975"/>
                <a:gd name="connsiteY366" fmla="*/ 272644 h 928066"/>
                <a:gd name="connsiteX367" fmla="*/ 936383 w 1039975"/>
                <a:gd name="connsiteY367" fmla="*/ 265929 h 928066"/>
                <a:gd name="connsiteX368" fmla="*/ 932346 w 1039975"/>
                <a:gd name="connsiteY368" fmla="*/ 265929 h 928066"/>
                <a:gd name="connsiteX369" fmla="*/ 926965 w 1039975"/>
                <a:gd name="connsiteY369" fmla="*/ 261900 h 928066"/>
                <a:gd name="connsiteX370" fmla="*/ 924274 w 1039975"/>
                <a:gd name="connsiteY370" fmla="*/ 264586 h 928066"/>
                <a:gd name="connsiteX371" fmla="*/ 922929 w 1039975"/>
                <a:gd name="connsiteY371" fmla="*/ 261900 h 928066"/>
                <a:gd name="connsiteX372" fmla="*/ 916202 w 1039975"/>
                <a:gd name="connsiteY372" fmla="*/ 259214 h 928066"/>
                <a:gd name="connsiteX373" fmla="*/ 913511 w 1039975"/>
                <a:gd name="connsiteY373" fmla="*/ 263243 h 928066"/>
                <a:gd name="connsiteX374" fmla="*/ 916202 w 1039975"/>
                <a:gd name="connsiteY374" fmla="*/ 257871 h 928066"/>
                <a:gd name="connsiteX375" fmla="*/ 921583 w 1039975"/>
                <a:gd name="connsiteY375" fmla="*/ 256528 h 928066"/>
                <a:gd name="connsiteX376" fmla="*/ 921583 w 1039975"/>
                <a:gd name="connsiteY376" fmla="*/ 252498 h 928066"/>
                <a:gd name="connsiteX377" fmla="*/ 920238 w 1039975"/>
                <a:gd name="connsiteY377" fmla="*/ 249812 h 928066"/>
                <a:gd name="connsiteX378" fmla="*/ 913511 w 1039975"/>
                <a:gd name="connsiteY378" fmla="*/ 251156 h 928066"/>
                <a:gd name="connsiteX379" fmla="*/ 909475 w 1039975"/>
                <a:gd name="connsiteY379" fmla="*/ 249812 h 928066"/>
                <a:gd name="connsiteX380" fmla="*/ 908129 w 1039975"/>
                <a:gd name="connsiteY380" fmla="*/ 247126 h 928066"/>
                <a:gd name="connsiteX381" fmla="*/ 905438 w 1039975"/>
                <a:gd name="connsiteY381" fmla="*/ 247126 h 928066"/>
                <a:gd name="connsiteX382" fmla="*/ 894675 w 1039975"/>
                <a:gd name="connsiteY382" fmla="*/ 241754 h 928066"/>
                <a:gd name="connsiteX383" fmla="*/ 890640 w 1039975"/>
                <a:gd name="connsiteY383" fmla="*/ 231009 h 928066"/>
                <a:gd name="connsiteX384" fmla="*/ 889294 w 1039975"/>
                <a:gd name="connsiteY384" fmla="*/ 221608 h 928066"/>
                <a:gd name="connsiteX385" fmla="*/ 886604 w 1039975"/>
                <a:gd name="connsiteY385" fmla="*/ 216235 h 928066"/>
                <a:gd name="connsiteX386" fmla="*/ 886604 w 1039975"/>
                <a:gd name="connsiteY386" fmla="*/ 210863 h 928066"/>
                <a:gd name="connsiteX387" fmla="*/ 889294 w 1039975"/>
                <a:gd name="connsiteY387" fmla="*/ 209520 h 928066"/>
                <a:gd name="connsiteX388" fmla="*/ 890640 w 1039975"/>
                <a:gd name="connsiteY388" fmla="*/ 200118 h 928066"/>
                <a:gd name="connsiteX389" fmla="*/ 887949 w 1039975"/>
                <a:gd name="connsiteY389" fmla="*/ 186688 h 928066"/>
                <a:gd name="connsiteX390" fmla="*/ 885258 w 1039975"/>
                <a:gd name="connsiteY390" fmla="*/ 179972 h 928066"/>
                <a:gd name="connsiteX391" fmla="*/ 887949 w 1039975"/>
                <a:gd name="connsiteY391" fmla="*/ 178629 h 928066"/>
                <a:gd name="connsiteX392" fmla="*/ 883913 w 1039975"/>
                <a:gd name="connsiteY392" fmla="*/ 174600 h 928066"/>
                <a:gd name="connsiteX393" fmla="*/ 879877 w 1039975"/>
                <a:gd name="connsiteY393" fmla="*/ 174600 h 928066"/>
                <a:gd name="connsiteX394" fmla="*/ 875841 w 1039975"/>
                <a:gd name="connsiteY394" fmla="*/ 165198 h 928066"/>
                <a:gd name="connsiteX395" fmla="*/ 874495 w 1039975"/>
                <a:gd name="connsiteY395" fmla="*/ 153111 h 928066"/>
                <a:gd name="connsiteX396" fmla="*/ 877186 w 1039975"/>
                <a:gd name="connsiteY396" fmla="*/ 150425 h 928066"/>
                <a:gd name="connsiteX397" fmla="*/ 877186 w 1039975"/>
                <a:gd name="connsiteY397" fmla="*/ 147738 h 928066"/>
                <a:gd name="connsiteX398" fmla="*/ 874495 w 1039975"/>
                <a:gd name="connsiteY398" fmla="*/ 145052 h 928066"/>
                <a:gd name="connsiteX399" fmla="*/ 873150 w 1039975"/>
                <a:gd name="connsiteY399" fmla="*/ 128935 h 928066"/>
                <a:gd name="connsiteX400" fmla="*/ 874495 w 1039975"/>
                <a:gd name="connsiteY400" fmla="*/ 124906 h 928066"/>
                <a:gd name="connsiteX401" fmla="*/ 873150 w 1039975"/>
                <a:gd name="connsiteY401" fmla="*/ 119534 h 928066"/>
                <a:gd name="connsiteX402" fmla="*/ 875841 w 1039975"/>
                <a:gd name="connsiteY402" fmla="*/ 118191 h 928066"/>
                <a:gd name="connsiteX403" fmla="*/ 875841 w 1039975"/>
                <a:gd name="connsiteY403" fmla="*/ 114162 h 928066"/>
                <a:gd name="connsiteX404" fmla="*/ 867768 w 1039975"/>
                <a:gd name="connsiteY404" fmla="*/ 106103 h 928066"/>
                <a:gd name="connsiteX405" fmla="*/ 861041 w 1039975"/>
                <a:gd name="connsiteY405" fmla="*/ 102074 h 928066"/>
                <a:gd name="connsiteX406" fmla="*/ 863732 w 1039975"/>
                <a:gd name="connsiteY406" fmla="*/ 100731 h 928066"/>
                <a:gd name="connsiteX407" fmla="*/ 857005 w 1039975"/>
                <a:gd name="connsiteY407" fmla="*/ 94015 h 928066"/>
                <a:gd name="connsiteX408" fmla="*/ 851623 w 1039975"/>
                <a:gd name="connsiteY408" fmla="*/ 98044 h 928066"/>
                <a:gd name="connsiteX409" fmla="*/ 848933 w 1039975"/>
                <a:gd name="connsiteY409" fmla="*/ 95359 h 928066"/>
                <a:gd name="connsiteX410" fmla="*/ 846242 w 1039975"/>
                <a:gd name="connsiteY410" fmla="*/ 102074 h 928066"/>
                <a:gd name="connsiteX411" fmla="*/ 842206 w 1039975"/>
                <a:gd name="connsiteY411" fmla="*/ 102074 h 928066"/>
                <a:gd name="connsiteX412" fmla="*/ 836824 w 1039975"/>
                <a:gd name="connsiteY412" fmla="*/ 94015 h 928066"/>
                <a:gd name="connsiteX413" fmla="*/ 836824 w 1039975"/>
                <a:gd name="connsiteY413" fmla="*/ 89986 h 928066"/>
                <a:gd name="connsiteX414" fmla="*/ 834134 w 1039975"/>
                <a:gd name="connsiteY414" fmla="*/ 81928 h 928066"/>
                <a:gd name="connsiteX415" fmla="*/ 836824 w 1039975"/>
                <a:gd name="connsiteY415" fmla="*/ 72526 h 928066"/>
                <a:gd name="connsiteX416" fmla="*/ 835479 w 1039975"/>
                <a:gd name="connsiteY416" fmla="*/ 60438 h 928066"/>
                <a:gd name="connsiteX417" fmla="*/ 832788 w 1039975"/>
                <a:gd name="connsiteY417" fmla="*/ 61782 h 928066"/>
                <a:gd name="connsiteX418" fmla="*/ 830098 w 1039975"/>
                <a:gd name="connsiteY418" fmla="*/ 57752 h 928066"/>
                <a:gd name="connsiteX419" fmla="*/ 832788 w 1039975"/>
                <a:gd name="connsiteY419" fmla="*/ 52380 h 928066"/>
                <a:gd name="connsiteX420" fmla="*/ 828753 w 1039975"/>
                <a:gd name="connsiteY420" fmla="*/ 47008 h 928066"/>
                <a:gd name="connsiteX421" fmla="*/ 828753 w 1039975"/>
                <a:gd name="connsiteY421" fmla="*/ 42979 h 928066"/>
                <a:gd name="connsiteX422" fmla="*/ 826062 w 1039975"/>
                <a:gd name="connsiteY422" fmla="*/ 41635 h 928066"/>
                <a:gd name="connsiteX423" fmla="*/ 826062 w 1039975"/>
                <a:gd name="connsiteY423" fmla="*/ 34920 h 928066"/>
                <a:gd name="connsiteX424" fmla="*/ 830098 w 1039975"/>
                <a:gd name="connsiteY424" fmla="*/ 32234 h 928066"/>
                <a:gd name="connsiteX425" fmla="*/ 826062 w 1039975"/>
                <a:gd name="connsiteY425" fmla="*/ 29548 h 928066"/>
                <a:gd name="connsiteX426" fmla="*/ 822026 w 1039975"/>
                <a:gd name="connsiteY426" fmla="*/ 30891 h 928066"/>
                <a:gd name="connsiteX427" fmla="*/ 817989 w 1039975"/>
                <a:gd name="connsiteY427" fmla="*/ 26862 h 928066"/>
                <a:gd name="connsiteX428" fmla="*/ 820680 w 1039975"/>
                <a:gd name="connsiteY428" fmla="*/ 14774 h 928066"/>
                <a:gd name="connsiteX429" fmla="*/ 819335 w 1039975"/>
                <a:gd name="connsiteY429" fmla="*/ 12088 h 928066"/>
                <a:gd name="connsiteX430" fmla="*/ 816644 w 1039975"/>
                <a:gd name="connsiteY430" fmla="*/ 5372 h 928066"/>
                <a:gd name="connsiteX431" fmla="*/ 811262 w 1039975"/>
                <a:gd name="connsiteY431" fmla="*/ 4029 h 928066"/>
                <a:gd name="connsiteX432" fmla="*/ 812608 w 1039975"/>
                <a:gd name="connsiteY432" fmla="*/ 0 h 928066"/>
                <a:gd name="connsiteX433" fmla="*/ 805881 w 1039975"/>
                <a:gd name="connsiteY433" fmla="*/ 2686 h 928066"/>
                <a:gd name="connsiteX434" fmla="*/ 803190 w 1039975"/>
                <a:gd name="connsiteY434" fmla="*/ 6715 h 928066"/>
                <a:gd name="connsiteX435" fmla="*/ 803190 w 1039975"/>
                <a:gd name="connsiteY435" fmla="*/ 16117 h 928066"/>
                <a:gd name="connsiteX436" fmla="*/ 800499 w 1039975"/>
                <a:gd name="connsiteY436" fmla="*/ 24175 h 928066"/>
                <a:gd name="connsiteX437" fmla="*/ 800499 w 1039975"/>
                <a:gd name="connsiteY437" fmla="*/ 26862 h 928066"/>
                <a:gd name="connsiteX438" fmla="*/ 799154 w 1039975"/>
                <a:gd name="connsiteY438" fmla="*/ 32234 h 928066"/>
                <a:gd name="connsiteX439" fmla="*/ 796463 w 1039975"/>
                <a:gd name="connsiteY439" fmla="*/ 30891 h 928066"/>
                <a:gd name="connsiteX440" fmla="*/ 792427 w 1039975"/>
                <a:gd name="connsiteY440" fmla="*/ 40292 h 928066"/>
                <a:gd name="connsiteX441" fmla="*/ 788391 w 1039975"/>
                <a:gd name="connsiteY441" fmla="*/ 45665 h 928066"/>
                <a:gd name="connsiteX442" fmla="*/ 792427 w 1039975"/>
                <a:gd name="connsiteY442" fmla="*/ 49694 h 928066"/>
                <a:gd name="connsiteX443" fmla="*/ 796463 w 1039975"/>
                <a:gd name="connsiteY443" fmla="*/ 53723 h 928066"/>
                <a:gd name="connsiteX444" fmla="*/ 793772 w 1039975"/>
                <a:gd name="connsiteY444" fmla="*/ 55066 h 928066"/>
                <a:gd name="connsiteX445" fmla="*/ 791081 w 1039975"/>
                <a:gd name="connsiteY445" fmla="*/ 55066 h 928066"/>
                <a:gd name="connsiteX446" fmla="*/ 788391 w 1039975"/>
                <a:gd name="connsiteY446" fmla="*/ 60438 h 928066"/>
                <a:gd name="connsiteX447" fmla="*/ 785700 w 1039975"/>
                <a:gd name="connsiteY447" fmla="*/ 65811 h 928066"/>
                <a:gd name="connsiteX448" fmla="*/ 789736 w 1039975"/>
                <a:gd name="connsiteY448" fmla="*/ 71183 h 928066"/>
                <a:gd name="connsiteX449" fmla="*/ 789736 w 1039975"/>
                <a:gd name="connsiteY449" fmla="*/ 75212 h 928066"/>
                <a:gd name="connsiteX450" fmla="*/ 785700 w 1039975"/>
                <a:gd name="connsiteY450" fmla="*/ 73869 h 928066"/>
                <a:gd name="connsiteX451" fmla="*/ 783009 w 1039975"/>
                <a:gd name="connsiteY451" fmla="*/ 76556 h 928066"/>
                <a:gd name="connsiteX452" fmla="*/ 780318 w 1039975"/>
                <a:gd name="connsiteY452" fmla="*/ 88643 h 928066"/>
                <a:gd name="connsiteX453" fmla="*/ 783009 w 1039975"/>
                <a:gd name="connsiteY453" fmla="*/ 98044 h 928066"/>
                <a:gd name="connsiteX454" fmla="*/ 781664 w 1039975"/>
                <a:gd name="connsiteY454" fmla="*/ 107446 h 928066"/>
                <a:gd name="connsiteX455" fmla="*/ 784354 w 1039975"/>
                <a:gd name="connsiteY455" fmla="*/ 114162 h 928066"/>
                <a:gd name="connsiteX456" fmla="*/ 783009 w 1039975"/>
                <a:gd name="connsiteY456" fmla="*/ 120877 h 928066"/>
                <a:gd name="connsiteX457" fmla="*/ 778973 w 1039975"/>
                <a:gd name="connsiteY457" fmla="*/ 126249 h 928066"/>
                <a:gd name="connsiteX458" fmla="*/ 778973 w 1039975"/>
                <a:gd name="connsiteY458" fmla="*/ 130279 h 928066"/>
                <a:gd name="connsiteX459" fmla="*/ 773592 w 1039975"/>
                <a:gd name="connsiteY459" fmla="*/ 139680 h 928066"/>
                <a:gd name="connsiteX460" fmla="*/ 772247 w 1039975"/>
                <a:gd name="connsiteY460" fmla="*/ 154454 h 928066"/>
                <a:gd name="connsiteX461" fmla="*/ 766865 w 1039975"/>
                <a:gd name="connsiteY461" fmla="*/ 159826 h 928066"/>
                <a:gd name="connsiteX462" fmla="*/ 769556 w 1039975"/>
                <a:gd name="connsiteY462" fmla="*/ 165198 h 928066"/>
                <a:gd name="connsiteX463" fmla="*/ 765520 w 1039975"/>
                <a:gd name="connsiteY463" fmla="*/ 173257 h 928066"/>
                <a:gd name="connsiteX464" fmla="*/ 761484 w 1039975"/>
                <a:gd name="connsiteY464" fmla="*/ 178629 h 928066"/>
                <a:gd name="connsiteX465" fmla="*/ 760138 w 1039975"/>
                <a:gd name="connsiteY465" fmla="*/ 188031 h 928066"/>
                <a:gd name="connsiteX466" fmla="*/ 753411 w 1039975"/>
                <a:gd name="connsiteY466" fmla="*/ 193403 h 928066"/>
                <a:gd name="connsiteX467" fmla="*/ 735921 w 1039975"/>
                <a:gd name="connsiteY467" fmla="*/ 200118 h 928066"/>
                <a:gd name="connsiteX468" fmla="*/ 729194 w 1039975"/>
                <a:gd name="connsiteY468" fmla="*/ 196089 h 928066"/>
                <a:gd name="connsiteX469" fmla="*/ 722467 w 1039975"/>
                <a:gd name="connsiteY469" fmla="*/ 194746 h 928066"/>
                <a:gd name="connsiteX470" fmla="*/ 719777 w 1039975"/>
                <a:gd name="connsiteY470" fmla="*/ 190717 h 928066"/>
                <a:gd name="connsiteX471" fmla="*/ 713050 w 1039975"/>
                <a:gd name="connsiteY471" fmla="*/ 185344 h 928066"/>
                <a:gd name="connsiteX472" fmla="*/ 713050 w 1039975"/>
                <a:gd name="connsiteY472" fmla="*/ 182659 h 928066"/>
                <a:gd name="connsiteX473" fmla="*/ 710359 w 1039975"/>
                <a:gd name="connsiteY473" fmla="*/ 179972 h 928066"/>
                <a:gd name="connsiteX474" fmla="*/ 709014 w 1039975"/>
                <a:gd name="connsiteY474" fmla="*/ 174600 h 928066"/>
                <a:gd name="connsiteX475" fmla="*/ 703632 w 1039975"/>
                <a:gd name="connsiteY475" fmla="*/ 173257 h 928066"/>
                <a:gd name="connsiteX476" fmla="*/ 698251 w 1039975"/>
                <a:gd name="connsiteY476" fmla="*/ 171914 h 928066"/>
                <a:gd name="connsiteX477" fmla="*/ 690178 w 1039975"/>
                <a:gd name="connsiteY477" fmla="*/ 170571 h 928066"/>
                <a:gd name="connsiteX478" fmla="*/ 682106 w 1039975"/>
                <a:gd name="connsiteY478" fmla="*/ 166541 h 928066"/>
                <a:gd name="connsiteX479" fmla="*/ 680761 w 1039975"/>
                <a:gd name="connsiteY479" fmla="*/ 161169 h 928066"/>
                <a:gd name="connsiteX480" fmla="*/ 675379 w 1039975"/>
                <a:gd name="connsiteY480" fmla="*/ 154454 h 928066"/>
                <a:gd name="connsiteX481" fmla="*/ 668652 w 1039975"/>
                <a:gd name="connsiteY481" fmla="*/ 154454 h 928066"/>
                <a:gd name="connsiteX482" fmla="*/ 661925 w 1039975"/>
                <a:gd name="connsiteY482" fmla="*/ 149082 h 928066"/>
                <a:gd name="connsiteX483" fmla="*/ 661925 w 1039975"/>
                <a:gd name="connsiteY483" fmla="*/ 146395 h 928066"/>
                <a:gd name="connsiteX484" fmla="*/ 659235 w 1039975"/>
                <a:gd name="connsiteY484" fmla="*/ 146395 h 928066"/>
                <a:gd name="connsiteX485" fmla="*/ 656544 w 1039975"/>
                <a:gd name="connsiteY485" fmla="*/ 143709 h 928066"/>
                <a:gd name="connsiteX486" fmla="*/ 649817 w 1039975"/>
                <a:gd name="connsiteY486" fmla="*/ 143709 h 928066"/>
                <a:gd name="connsiteX487" fmla="*/ 645781 w 1039975"/>
                <a:gd name="connsiteY487" fmla="*/ 142366 h 928066"/>
                <a:gd name="connsiteX488" fmla="*/ 647127 w 1039975"/>
                <a:gd name="connsiteY488" fmla="*/ 141023 h 928066"/>
                <a:gd name="connsiteX489" fmla="*/ 640400 w 1039975"/>
                <a:gd name="connsiteY489" fmla="*/ 135651 h 928066"/>
                <a:gd name="connsiteX490" fmla="*/ 639054 w 1039975"/>
                <a:gd name="connsiteY490" fmla="*/ 130279 h 928066"/>
                <a:gd name="connsiteX491" fmla="*/ 632327 w 1039975"/>
                <a:gd name="connsiteY491" fmla="*/ 123563 h 928066"/>
                <a:gd name="connsiteX492" fmla="*/ 628291 w 1039975"/>
                <a:gd name="connsiteY492" fmla="*/ 122220 h 928066"/>
                <a:gd name="connsiteX493" fmla="*/ 622909 w 1039975"/>
                <a:gd name="connsiteY493" fmla="*/ 115505 h 928066"/>
                <a:gd name="connsiteX494" fmla="*/ 622909 w 1039975"/>
                <a:gd name="connsiteY494" fmla="*/ 110132 h 928066"/>
                <a:gd name="connsiteX495" fmla="*/ 626946 w 1039975"/>
                <a:gd name="connsiteY495" fmla="*/ 102074 h 928066"/>
                <a:gd name="connsiteX496" fmla="*/ 628291 w 1039975"/>
                <a:gd name="connsiteY496" fmla="*/ 95359 h 928066"/>
                <a:gd name="connsiteX497" fmla="*/ 633673 w 1039975"/>
                <a:gd name="connsiteY497" fmla="*/ 92672 h 928066"/>
                <a:gd name="connsiteX498" fmla="*/ 635018 w 1039975"/>
                <a:gd name="connsiteY498" fmla="*/ 84614 h 928066"/>
                <a:gd name="connsiteX499" fmla="*/ 637709 w 1039975"/>
                <a:gd name="connsiteY499" fmla="*/ 80585 h 928066"/>
                <a:gd name="connsiteX500" fmla="*/ 632327 w 1039975"/>
                <a:gd name="connsiteY500" fmla="*/ 83271 h 928066"/>
                <a:gd name="connsiteX501" fmla="*/ 629636 w 1039975"/>
                <a:gd name="connsiteY501" fmla="*/ 76556 h 928066"/>
                <a:gd name="connsiteX502" fmla="*/ 635018 w 1039975"/>
                <a:gd name="connsiteY502" fmla="*/ 72526 h 928066"/>
                <a:gd name="connsiteX503" fmla="*/ 633673 w 1039975"/>
                <a:gd name="connsiteY503" fmla="*/ 67154 h 928066"/>
                <a:gd name="connsiteX504" fmla="*/ 636363 w 1039975"/>
                <a:gd name="connsiteY504" fmla="*/ 67154 h 928066"/>
                <a:gd name="connsiteX505" fmla="*/ 639054 w 1039975"/>
                <a:gd name="connsiteY505" fmla="*/ 65811 h 928066"/>
                <a:gd name="connsiteX506" fmla="*/ 640400 w 1039975"/>
                <a:gd name="connsiteY506" fmla="*/ 68497 h 928066"/>
                <a:gd name="connsiteX507" fmla="*/ 645781 w 1039975"/>
                <a:gd name="connsiteY507" fmla="*/ 68497 h 928066"/>
                <a:gd name="connsiteX508" fmla="*/ 652508 w 1039975"/>
                <a:gd name="connsiteY508" fmla="*/ 65811 h 928066"/>
                <a:gd name="connsiteX509" fmla="*/ 653854 w 1039975"/>
                <a:gd name="connsiteY509" fmla="*/ 60438 h 928066"/>
                <a:gd name="connsiteX510" fmla="*/ 649817 w 1039975"/>
                <a:gd name="connsiteY510" fmla="*/ 56409 h 928066"/>
                <a:gd name="connsiteX511" fmla="*/ 652508 w 1039975"/>
                <a:gd name="connsiteY511" fmla="*/ 53723 h 928066"/>
                <a:gd name="connsiteX512" fmla="*/ 656544 w 1039975"/>
                <a:gd name="connsiteY512" fmla="*/ 55066 h 928066"/>
                <a:gd name="connsiteX513" fmla="*/ 659235 w 1039975"/>
                <a:gd name="connsiteY513" fmla="*/ 45665 h 928066"/>
                <a:gd name="connsiteX514" fmla="*/ 661925 w 1039975"/>
                <a:gd name="connsiteY514" fmla="*/ 44321 h 928066"/>
                <a:gd name="connsiteX515" fmla="*/ 665961 w 1039975"/>
                <a:gd name="connsiteY515" fmla="*/ 38949 h 928066"/>
                <a:gd name="connsiteX516" fmla="*/ 665961 w 1039975"/>
                <a:gd name="connsiteY516" fmla="*/ 36263 h 928066"/>
                <a:gd name="connsiteX517" fmla="*/ 660580 w 1039975"/>
                <a:gd name="connsiteY517" fmla="*/ 33577 h 928066"/>
                <a:gd name="connsiteX518" fmla="*/ 657890 w 1039975"/>
                <a:gd name="connsiteY518" fmla="*/ 38949 h 928066"/>
                <a:gd name="connsiteX519" fmla="*/ 653854 w 1039975"/>
                <a:gd name="connsiteY519" fmla="*/ 36263 h 928066"/>
                <a:gd name="connsiteX520" fmla="*/ 653854 w 1039975"/>
                <a:gd name="connsiteY520" fmla="*/ 28205 h 928066"/>
                <a:gd name="connsiteX521" fmla="*/ 649817 w 1039975"/>
                <a:gd name="connsiteY521" fmla="*/ 29548 h 928066"/>
                <a:gd name="connsiteX522" fmla="*/ 643090 w 1039975"/>
                <a:gd name="connsiteY522" fmla="*/ 37606 h 928066"/>
                <a:gd name="connsiteX523" fmla="*/ 645781 w 1039975"/>
                <a:gd name="connsiteY523" fmla="*/ 38949 h 928066"/>
                <a:gd name="connsiteX524" fmla="*/ 645781 w 1039975"/>
                <a:gd name="connsiteY524" fmla="*/ 41635 h 928066"/>
                <a:gd name="connsiteX525" fmla="*/ 641745 w 1039975"/>
                <a:gd name="connsiteY525" fmla="*/ 44321 h 928066"/>
                <a:gd name="connsiteX526" fmla="*/ 637709 w 1039975"/>
                <a:gd name="connsiteY526" fmla="*/ 41635 h 928066"/>
                <a:gd name="connsiteX527" fmla="*/ 636363 w 1039975"/>
                <a:gd name="connsiteY527" fmla="*/ 38949 h 928066"/>
                <a:gd name="connsiteX528" fmla="*/ 635018 w 1039975"/>
                <a:gd name="connsiteY528" fmla="*/ 36263 h 928066"/>
                <a:gd name="connsiteX529" fmla="*/ 632327 w 1039975"/>
                <a:gd name="connsiteY529" fmla="*/ 38949 h 928066"/>
                <a:gd name="connsiteX530" fmla="*/ 629636 w 1039975"/>
                <a:gd name="connsiteY530" fmla="*/ 40292 h 928066"/>
                <a:gd name="connsiteX531" fmla="*/ 629636 w 1039975"/>
                <a:gd name="connsiteY531" fmla="*/ 36263 h 928066"/>
                <a:gd name="connsiteX532" fmla="*/ 632327 w 1039975"/>
                <a:gd name="connsiteY532" fmla="*/ 33577 h 928066"/>
                <a:gd name="connsiteX533" fmla="*/ 633673 w 1039975"/>
                <a:gd name="connsiteY533" fmla="*/ 30891 h 928066"/>
                <a:gd name="connsiteX534" fmla="*/ 629636 w 1039975"/>
                <a:gd name="connsiteY534" fmla="*/ 32234 h 928066"/>
                <a:gd name="connsiteX535" fmla="*/ 626946 w 1039975"/>
                <a:gd name="connsiteY535" fmla="*/ 36263 h 928066"/>
                <a:gd name="connsiteX536" fmla="*/ 621564 w 1039975"/>
                <a:gd name="connsiteY536" fmla="*/ 37606 h 928066"/>
                <a:gd name="connsiteX537" fmla="*/ 620219 w 1039975"/>
                <a:gd name="connsiteY537" fmla="*/ 40292 h 928066"/>
                <a:gd name="connsiteX538" fmla="*/ 617528 w 1039975"/>
                <a:gd name="connsiteY538" fmla="*/ 40292 h 928066"/>
                <a:gd name="connsiteX539" fmla="*/ 616182 w 1039975"/>
                <a:gd name="connsiteY539" fmla="*/ 38949 h 928066"/>
                <a:gd name="connsiteX540" fmla="*/ 610801 w 1039975"/>
                <a:gd name="connsiteY540" fmla="*/ 37606 h 928066"/>
                <a:gd name="connsiteX541" fmla="*/ 610801 w 1039975"/>
                <a:gd name="connsiteY541" fmla="*/ 34920 h 928066"/>
                <a:gd name="connsiteX542" fmla="*/ 606765 w 1039975"/>
                <a:gd name="connsiteY542" fmla="*/ 29548 h 928066"/>
                <a:gd name="connsiteX543" fmla="*/ 604074 w 1039975"/>
                <a:gd name="connsiteY543" fmla="*/ 29548 h 928066"/>
                <a:gd name="connsiteX544" fmla="*/ 598693 w 1039975"/>
                <a:gd name="connsiteY544" fmla="*/ 32234 h 928066"/>
                <a:gd name="connsiteX545" fmla="*/ 594657 w 1039975"/>
                <a:gd name="connsiteY545" fmla="*/ 30891 h 928066"/>
                <a:gd name="connsiteX546" fmla="*/ 591966 w 1039975"/>
                <a:gd name="connsiteY546" fmla="*/ 32234 h 928066"/>
                <a:gd name="connsiteX547" fmla="*/ 589275 w 1039975"/>
                <a:gd name="connsiteY547" fmla="*/ 28205 h 928066"/>
                <a:gd name="connsiteX548" fmla="*/ 587930 w 1039975"/>
                <a:gd name="connsiteY548" fmla="*/ 28205 h 928066"/>
                <a:gd name="connsiteX549" fmla="*/ 583894 w 1039975"/>
                <a:gd name="connsiteY549" fmla="*/ 22832 h 928066"/>
                <a:gd name="connsiteX550" fmla="*/ 578512 w 1039975"/>
                <a:gd name="connsiteY550" fmla="*/ 25518 h 928066"/>
                <a:gd name="connsiteX551" fmla="*/ 571785 w 1039975"/>
                <a:gd name="connsiteY551" fmla="*/ 24175 h 928066"/>
                <a:gd name="connsiteX552" fmla="*/ 566404 w 1039975"/>
                <a:gd name="connsiteY552" fmla="*/ 21489 h 928066"/>
                <a:gd name="connsiteX553" fmla="*/ 566404 w 1039975"/>
                <a:gd name="connsiteY553" fmla="*/ 18803 h 928066"/>
                <a:gd name="connsiteX554" fmla="*/ 563713 w 1039975"/>
                <a:gd name="connsiteY554" fmla="*/ 13431 h 928066"/>
                <a:gd name="connsiteX555" fmla="*/ 561022 w 1039975"/>
                <a:gd name="connsiteY555" fmla="*/ 13431 h 928066"/>
                <a:gd name="connsiteX556" fmla="*/ 561022 w 1039975"/>
                <a:gd name="connsiteY556" fmla="*/ 16117 h 928066"/>
                <a:gd name="connsiteX557" fmla="*/ 552950 w 1039975"/>
                <a:gd name="connsiteY557" fmla="*/ 18803 h 928066"/>
                <a:gd name="connsiteX558" fmla="*/ 551604 w 1039975"/>
                <a:gd name="connsiteY558" fmla="*/ 13431 h 928066"/>
                <a:gd name="connsiteX559" fmla="*/ 547568 w 1039975"/>
                <a:gd name="connsiteY559" fmla="*/ 12088 h 928066"/>
                <a:gd name="connsiteX560" fmla="*/ 540842 w 1039975"/>
                <a:gd name="connsiteY560" fmla="*/ 8059 h 928066"/>
                <a:gd name="connsiteX561" fmla="*/ 539497 w 1039975"/>
                <a:gd name="connsiteY561" fmla="*/ 10744 h 928066"/>
                <a:gd name="connsiteX562" fmla="*/ 535460 w 1039975"/>
                <a:gd name="connsiteY562" fmla="*/ 8059 h 928066"/>
                <a:gd name="connsiteX563" fmla="*/ 531424 w 1039975"/>
                <a:gd name="connsiteY563" fmla="*/ 10744 h 928066"/>
                <a:gd name="connsiteX564" fmla="*/ 536806 w 1039975"/>
                <a:gd name="connsiteY564" fmla="*/ 14774 h 928066"/>
                <a:gd name="connsiteX565" fmla="*/ 535460 w 1039975"/>
                <a:gd name="connsiteY565" fmla="*/ 16117 h 928066"/>
                <a:gd name="connsiteX566" fmla="*/ 539497 w 1039975"/>
                <a:gd name="connsiteY566" fmla="*/ 17460 h 928066"/>
                <a:gd name="connsiteX567" fmla="*/ 544878 w 1039975"/>
                <a:gd name="connsiteY567" fmla="*/ 14774 h 928066"/>
                <a:gd name="connsiteX568" fmla="*/ 551604 w 1039975"/>
                <a:gd name="connsiteY568" fmla="*/ 21489 h 928066"/>
                <a:gd name="connsiteX569" fmla="*/ 551604 w 1039975"/>
                <a:gd name="connsiteY569" fmla="*/ 25518 h 928066"/>
                <a:gd name="connsiteX570" fmla="*/ 552950 w 1039975"/>
                <a:gd name="connsiteY570" fmla="*/ 33577 h 928066"/>
                <a:gd name="connsiteX571" fmla="*/ 547568 w 1039975"/>
                <a:gd name="connsiteY571" fmla="*/ 33577 h 928066"/>
                <a:gd name="connsiteX572" fmla="*/ 544878 w 1039975"/>
                <a:gd name="connsiteY572" fmla="*/ 40292 h 928066"/>
                <a:gd name="connsiteX573" fmla="*/ 543533 w 1039975"/>
                <a:gd name="connsiteY573" fmla="*/ 36263 h 928066"/>
                <a:gd name="connsiteX574" fmla="*/ 539497 w 1039975"/>
                <a:gd name="connsiteY574" fmla="*/ 34920 h 928066"/>
                <a:gd name="connsiteX575" fmla="*/ 535460 w 1039975"/>
                <a:gd name="connsiteY575" fmla="*/ 37606 h 928066"/>
                <a:gd name="connsiteX576" fmla="*/ 520661 w 1039975"/>
                <a:gd name="connsiteY576" fmla="*/ 38949 h 928066"/>
                <a:gd name="connsiteX577" fmla="*/ 515279 w 1039975"/>
                <a:gd name="connsiteY577" fmla="*/ 33577 h 928066"/>
                <a:gd name="connsiteX578" fmla="*/ 513934 w 1039975"/>
                <a:gd name="connsiteY578" fmla="*/ 36263 h 928066"/>
                <a:gd name="connsiteX579" fmla="*/ 508552 w 1039975"/>
                <a:gd name="connsiteY579" fmla="*/ 37606 h 928066"/>
                <a:gd name="connsiteX580" fmla="*/ 508552 w 1039975"/>
                <a:gd name="connsiteY580" fmla="*/ 42979 h 928066"/>
                <a:gd name="connsiteX581" fmla="*/ 504516 w 1039975"/>
                <a:gd name="connsiteY581" fmla="*/ 41635 h 928066"/>
                <a:gd name="connsiteX582" fmla="*/ 505862 w 1039975"/>
                <a:gd name="connsiteY582" fmla="*/ 48351 h 928066"/>
                <a:gd name="connsiteX583" fmla="*/ 503171 w 1039975"/>
                <a:gd name="connsiteY583" fmla="*/ 45665 h 928066"/>
                <a:gd name="connsiteX584" fmla="*/ 497789 w 1039975"/>
                <a:gd name="connsiteY584" fmla="*/ 44321 h 928066"/>
                <a:gd name="connsiteX585" fmla="*/ 495098 w 1039975"/>
                <a:gd name="connsiteY585" fmla="*/ 48351 h 928066"/>
                <a:gd name="connsiteX586" fmla="*/ 497789 w 1039975"/>
                <a:gd name="connsiteY586" fmla="*/ 51037 h 928066"/>
                <a:gd name="connsiteX587" fmla="*/ 497789 w 1039975"/>
                <a:gd name="connsiteY587" fmla="*/ 53723 h 928066"/>
                <a:gd name="connsiteX588" fmla="*/ 491062 w 1039975"/>
                <a:gd name="connsiteY588" fmla="*/ 51037 h 928066"/>
                <a:gd name="connsiteX589" fmla="*/ 487027 w 1039975"/>
                <a:gd name="connsiteY589" fmla="*/ 55066 h 928066"/>
                <a:gd name="connsiteX590" fmla="*/ 489717 w 1039975"/>
                <a:gd name="connsiteY590" fmla="*/ 57752 h 928066"/>
                <a:gd name="connsiteX591" fmla="*/ 487027 w 1039975"/>
                <a:gd name="connsiteY591" fmla="*/ 59095 h 928066"/>
                <a:gd name="connsiteX592" fmla="*/ 482991 w 1039975"/>
                <a:gd name="connsiteY592" fmla="*/ 61782 h 928066"/>
                <a:gd name="connsiteX593" fmla="*/ 482991 w 1039975"/>
                <a:gd name="connsiteY593" fmla="*/ 64468 h 928066"/>
                <a:gd name="connsiteX594" fmla="*/ 487027 w 1039975"/>
                <a:gd name="connsiteY594" fmla="*/ 68497 h 928066"/>
                <a:gd name="connsiteX595" fmla="*/ 488372 w 1039975"/>
                <a:gd name="connsiteY595" fmla="*/ 71183 h 928066"/>
                <a:gd name="connsiteX596" fmla="*/ 482991 w 1039975"/>
                <a:gd name="connsiteY596" fmla="*/ 68497 h 928066"/>
                <a:gd name="connsiteX597" fmla="*/ 480300 w 1039975"/>
                <a:gd name="connsiteY597" fmla="*/ 72526 h 928066"/>
                <a:gd name="connsiteX598" fmla="*/ 474918 w 1039975"/>
                <a:gd name="connsiteY598" fmla="*/ 72526 h 928066"/>
                <a:gd name="connsiteX599" fmla="*/ 470882 w 1039975"/>
                <a:gd name="connsiteY599" fmla="*/ 79241 h 928066"/>
                <a:gd name="connsiteX600" fmla="*/ 466846 w 1039975"/>
                <a:gd name="connsiteY600" fmla="*/ 87300 h 928066"/>
                <a:gd name="connsiteX601" fmla="*/ 462810 w 1039975"/>
                <a:gd name="connsiteY601" fmla="*/ 88643 h 928066"/>
                <a:gd name="connsiteX602" fmla="*/ 461464 w 1039975"/>
                <a:gd name="connsiteY602" fmla="*/ 95359 h 928066"/>
                <a:gd name="connsiteX603" fmla="*/ 457428 w 1039975"/>
                <a:gd name="connsiteY603" fmla="*/ 98044 h 928066"/>
                <a:gd name="connsiteX604" fmla="*/ 461464 w 1039975"/>
                <a:gd name="connsiteY604" fmla="*/ 102074 h 928066"/>
                <a:gd name="connsiteX605" fmla="*/ 469537 w 1039975"/>
                <a:gd name="connsiteY605" fmla="*/ 103417 h 928066"/>
                <a:gd name="connsiteX606" fmla="*/ 466846 w 1039975"/>
                <a:gd name="connsiteY606" fmla="*/ 104760 h 928066"/>
                <a:gd name="connsiteX607" fmla="*/ 464155 w 1039975"/>
                <a:gd name="connsiteY607" fmla="*/ 107446 h 928066"/>
                <a:gd name="connsiteX608" fmla="*/ 474918 w 1039975"/>
                <a:gd name="connsiteY608" fmla="*/ 111475 h 928066"/>
                <a:gd name="connsiteX609" fmla="*/ 470882 w 1039975"/>
                <a:gd name="connsiteY609" fmla="*/ 112818 h 928066"/>
                <a:gd name="connsiteX610" fmla="*/ 464155 w 1039975"/>
                <a:gd name="connsiteY610" fmla="*/ 112818 h 928066"/>
                <a:gd name="connsiteX611" fmla="*/ 462810 w 1039975"/>
                <a:gd name="connsiteY611" fmla="*/ 108789 h 928066"/>
                <a:gd name="connsiteX612" fmla="*/ 462810 w 1039975"/>
                <a:gd name="connsiteY612" fmla="*/ 112818 h 928066"/>
                <a:gd name="connsiteX613" fmla="*/ 466846 w 1039975"/>
                <a:gd name="connsiteY613" fmla="*/ 115505 h 928066"/>
                <a:gd name="connsiteX614" fmla="*/ 466846 w 1039975"/>
                <a:gd name="connsiteY614" fmla="*/ 120877 h 928066"/>
                <a:gd name="connsiteX615" fmla="*/ 470882 w 1039975"/>
                <a:gd name="connsiteY615" fmla="*/ 127592 h 928066"/>
                <a:gd name="connsiteX616" fmla="*/ 464155 w 1039975"/>
                <a:gd name="connsiteY616" fmla="*/ 122220 h 928066"/>
                <a:gd name="connsiteX617" fmla="*/ 460119 w 1039975"/>
                <a:gd name="connsiteY617" fmla="*/ 114162 h 928066"/>
                <a:gd name="connsiteX618" fmla="*/ 456083 w 1039975"/>
                <a:gd name="connsiteY618" fmla="*/ 114162 h 928066"/>
                <a:gd name="connsiteX619" fmla="*/ 456083 w 1039975"/>
                <a:gd name="connsiteY619" fmla="*/ 116848 h 928066"/>
                <a:gd name="connsiteX620" fmla="*/ 453392 w 1039975"/>
                <a:gd name="connsiteY620" fmla="*/ 120877 h 928066"/>
                <a:gd name="connsiteX621" fmla="*/ 453392 w 1039975"/>
                <a:gd name="connsiteY621" fmla="*/ 116848 h 928066"/>
                <a:gd name="connsiteX622" fmla="*/ 441283 w 1039975"/>
                <a:gd name="connsiteY622" fmla="*/ 108789 h 928066"/>
                <a:gd name="connsiteX623" fmla="*/ 433211 w 1039975"/>
                <a:gd name="connsiteY623" fmla="*/ 111475 h 928066"/>
                <a:gd name="connsiteX624" fmla="*/ 435902 w 1039975"/>
                <a:gd name="connsiteY624" fmla="*/ 114162 h 928066"/>
                <a:gd name="connsiteX625" fmla="*/ 433211 w 1039975"/>
                <a:gd name="connsiteY625" fmla="*/ 116848 h 928066"/>
                <a:gd name="connsiteX626" fmla="*/ 430521 w 1039975"/>
                <a:gd name="connsiteY626" fmla="*/ 114162 h 928066"/>
                <a:gd name="connsiteX627" fmla="*/ 429175 w 1039975"/>
                <a:gd name="connsiteY627" fmla="*/ 114162 h 928066"/>
                <a:gd name="connsiteX628" fmla="*/ 426485 w 1039975"/>
                <a:gd name="connsiteY628" fmla="*/ 118191 h 928066"/>
                <a:gd name="connsiteX629" fmla="*/ 430521 w 1039975"/>
                <a:gd name="connsiteY629" fmla="*/ 122220 h 928066"/>
                <a:gd name="connsiteX630" fmla="*/ 429175 w 1039975"/>
                <a:gd name="connsiteY630" fmla="*/ 124906 h 928066"/>
                <a:gd name="connsiteX631" fmla="*/ 427830 w 1039975"/>
                <a:gd name="connsiteY631" fmla="*/ 123563 h 928066"/>
                <a:gd name="connsiteX632" fmla="*/ 425140 w 1039975"/>
                <a:gd name="connsiteY632" fmla="*/ 123563 h 928066"/>
                <a:gd name="connsiteX633" fmla="*/ 425140 w 1039975"/>
                <a:gd name="connsiteY633" fmla="*/ 126249 h 928066"/>
                <a:gd name="connsiteX634" fmla="*/ 421103 w 1039975"/>
                <a:gd name="connsiteY634" fmla="*/ 128935 h 928066"/>
                <a:gd name="connsiteX635" fmla="*/ 413031 w 1039975"/>
                <a:gd name="connsiteY635" fmla="*/ 130279 h 928066"/>
                <a:gd name="connsiteX636" fmla="*/ 418413 w 1039975"/>
                <a:gd name="connsiteY636" fmla="*/ 127592 h 928066"/>
                <a:gd name="connsiteX637" fmla="*/ 422449 w 1039975"/>
                <a:gd name="connsiteY637" fmla="*/ 122220 h 928066"/>
                <a:gd name="connsiteX638" fmla="*/ 422449 w 1039975"/>
                <a:gd name="connsiteY638" fmla="*/ 114162 h 928066"/>
                <a:gd name="connsiteX639" fmla="*/ 426485 w 1039975"/>
                <a:gd name="connsiteY639" fmla="*/ 108789 h 928066"/>
                <a:gd name="connsiteX640" fmla="*/ 423794 w 1039975"/>
                <a:gd name="connsiteY640" fmla="*/ 106103 h 928066"/>
                <a:gd name="connsiteX641" fmla="*/ 419758 w 1039975"/>
                <a:gd name="connsiteY641" fmla="*/ 106103 h 928066"/>
                <a:gd name="connsiteX642" fmla="*/ 413031 w 1039975"/>
                <a:gd name="connsiteY642" fmla="*/ 92672 h 928066"/>
                <a:gd name="connsiteX643" fmla="*/ 408995 w 1039975"/>
                <a:gd name="connsiteY643" fmla="*/ 85957 h 928066"/>
                <a:gd name="connsiteX644" fmla="*/ 400922 w 1039975"/>
                <a:gd name="connsiteY644" fmla="*/ 84614 h 928066"/>
                <a:gd name="connsiteX645" fmla="*/ 396886 w 1039975"/>
                <a:gd name="connsiteY645" fmla="*/ 80585 h 928066"/>
                <a:gd name="connsiteX646" fmla="*/ 392850 w 1039975"/>
                <a:gd name="connsiteY646" fmla="*/ 83271 h 928066"/>
                <a:gd name="connsiteX647" fmla="*/ 395541 w 1039975"/>
                <a:gd name="connsiteY647" fmla="*/ 85957 h 928066"/>
                <a:gd name="connsiteX648" fmla="*/ 392850 w 1039975"/>
                <a:gd name="connsiteY648" fmla="*/ 87300 h 928066"/>
                <a:gd name="connsiteX649" fmla="*/ 388814 w 1039975"/>
                <a:gd name="connsiteY649" fmla="*/ 92672 h 928066"/>
                <a:gd name="connsiteX650" fmla="*/ 386123 w 1039975"/>
                <a:gd name="connsiteY650" fmla="*/ 91329 h 928066"/>
                <a:gd name="connsiteX651" fmla="*/ 386123 w 1039975"/>
                <a:gd name="connsiteY651" fmla="*/ 88643 h 928066"/>
                <a:gd name="connsiteX652" fmla="*/ 382087 w 1039975"/>
                <a:gd name="connsiteY652" fmla="*/ 89986 h 928066"/>
                <a:gd name="connsiteX653" fmla="*/ 380741 w 1039975"/>
                <a:gd name="connsiteY653" fmla="*/ 92672 h 928066"/>
                <a:gd name="connsiteX654" fmla="*/ 376705 w 1039975"/>
                <a:gd name="connsiteY654" fmla="*/ 85957 h 928066"/>
                <a:gd name="connsiteX655" fmla="*/ 374015 w 1039975"/>
                <a:gd name="connsiteY655" fmla="*/ 84614 h 928066"/>
                <a:gd name="connsiteX656" fmla="*/ 374015 w 1039975"/>
                <a:gd name="connsiteY656" fmla="*/ 88643 h 928066"/>
                <a:gd name="connsiteX657" fmla="*/ 376705 w 1039975"/>
                <a:gd name="connsiteY657" fmla="*/ 91329 h 928066"/>
                <a:gd name="connsiteX658" fmla="*/ 372670 w 1039975"/>
                <a:gd name="connsiteY658" fmla="*/ 95359 h 928066"/>
                <a:gd name="connsiteX659" fmla="*/ 369979 w 1039975"/>
                <a:gd name="connsiteY659" fmla="*/ 100731 h 928066"/>
                <a:gd name="connsiteX660" fmla="*/ 372670 w 1039975"/>
                <a:gd name="connsiteY660" fmla="*/ 103417 h 928066"/>
                <a:gd name="connsiteX661" fmla="*/ 367288 w 1039975"/>
                <a:gd name="connsiteY661" fmla="*/ 106103 h 928066"/>
                <a:gd name="connsiteX662" fmla="*/ 364598 w 1039975"/>
                <a:gd name="connsiteY662" fmla="*/ 102074 h 928066"/>
                <a:gd name="connsiteX663" fmla="*/ 361907 w 1039975"/>
                <a:gd name="connsiteY663" fmla="*/ 102074 h 928066"/>
                <a:gd name="connsiteX664" fmla="*/ 360561 w 1039975"/>
                <a:gd name="connsiteY664" fmla="*/ 99388 h 928066"/>
                <a:gd name="connsiteX665" fmla="*/ 364598 w 1039975"/>
                <a:gd name="connsiteY665" fmla="*/ 95359 h 928066"/>
                <a:gd name="connsiteX666" fmla="*/ 360561 w 1039975"/>
                <a:gd name="connsiteY666" fmla="*/ 95359 h 928066"/>
                <a:gd name="connsiteX667" fmla="*/ 359216 w 1039975"/>
                <a:gd name="connsiteY667" fmla="*/ 100731 h 928066"/>
                <a:gd name="connsiteX668" fmla="*/ 352489 w 1039975"/>
                <a:gd name="connsiteY668" fmla="*/ 102074 h 928066"/>
                <a:gd name="connsiteX669" fmla="*/ 351144 w 1039975"/>
                <a:gd name="connsiteY669" fmla="*/ 106103 h 928066"/>
                <a:gd name="connsiteX670" fmla="*/ 349798 w 1039975"/>
                <a:gd name="connsiteY670" fmla="*/ 111475 h 928066"/>
                <a:gd name="connsiteX671" fmla="*/ 357871 w 1039975"/>
                <a:gd name="connsiteY671" fmla="*/ 114162 h 928066"/>
                <a:gd name="connsiteX672" fmla="*/ 351144 w 1039975"/>
                <a:gd name="connsiteY672" fmla="*/ 119534 h 928066"/>
                <a:gd name="connsiteX673" fmla="*/ 345762 w 1039975"/>
                <a:gd name="connsiteY673" fmla="*/ 116848 h 928066"/>
                <a:gd name="connsiteX674" fmla="*/ 340380 w 1039975"/>
                <a:gd name="connsiteY674" fmla="*/ 120877 h 928066"/>
                <a:gd name="connsiteX675" fmla="*/ 340380 w 1039975"/>
                <a:gd name="connsiteY675" fmla="*/ 124906 h 928066"/>
                <a:gd name="connsiteX676" fmla="*/ 348453 w 1039975"/>
                <a:gd name="connsiteY676" fmla="*/ 124906 h 928066"/>
                <a:gd name="connsiteX677" fmla="*/ 345762 w 1039975"/>
                <a:gd name="connsiteY677" fmla="*/ 128935 h 928066"/>
                <a:gd name="connsiteX678" fmla="*/ 341726 w 1039975"/>
                <a:gd name="connsiteY678" fmla="*/ 130279 h 928066"/>
                <a:gd name="connsiteX679" fmla="*/ 336344 w 1039975"/>
                <a:gd name="connsiteY679" fmla="*/ 123563 h 928066"/>
                <a:gd name="connsiteX680" fmla="*/ 332308 w 1039975"/>
                <a:gd name="connsiteY680" fmla="*/ 128935 h 928066"/>
                <a:gd name="connsiteX681" fmla="*/ 328272 w 1039975"/>
                <a:gd name="connsiteY681" fmla="*/ 130279 h 928066"/>
                <a:gd name="connsiteX682" fmla="*/ 328272 w 1039975"/>
                <a:gd name="connsiteY682" fmla="*/ 134308 h 928066"/>
                <a:gd name="connsiteX683" fmla="*/ 329617 w 1039975"/>
                <a:gd name="connsiteY683" fmla="*/ 136994 h 928066"/>
                <a:gd name="connsiteX684" fmla="*/ 329617 w 1039975"/>
                <a:gd name="connsiteY684" fmla="*/ 141023 h 928066"/>
                <a:gd name="connsiteX685" fmla="*/ 333653 w 1039975"/>
                <a:gd name="connsiteY685" fmla="*/ 139680 h 928066"/>
                <a:gd name="connsiteX686" fmla="*/ 329617 w 1039975"/>
                <a:gd name="connsiteY686" fmla="*/ 145052 h 928066"/>
                <a:gd name="connsiteX687" fmla="*/ 332308 w 1039975"/>
                <a:gd name="connsiteY687" fmla="*/ 147738 h 928066"/>
                <a:gd name="connsiteX688" fmla="*/ 328272 w 1039975"/>
                <a:gd name="connsiteY688" fmla="*/ 150425 h 928066"/>
                <a:gd name="connsiteX689" fmla="*/ 325581 w 1039975"/>
                <a:gd name="connsiteY689" fmla="*/ 154454 h 928066"/>
                <a:gd name="connsiteX690" fmla="*/ 333653 w 1039975"/>
                <a:gd name="connsiteY690" fmla="*/ 155797 h 928066"/>
                <a:gd name="connsiteX691" fmla="*/ 328272 w 1039975"/>
                <a:gd name="connsiteY691" fmla="*/ 158483 h 928066"/>
                <a:gd name="connsiteX692" fmla="*/ 326926 w 1039975"/>
                <a:gd name="connsiteY692" fmla="*/ 161169 h 928066"/>
                <a:gd name="connsiteX693" fmla="*/ 321545 w 1039975"/>
                <a:gd name="connsiteY693" fmla="*/ 159826 h 928066"/>
                <a:gd name="connsiteX694" fmla="*/ 318854 w 1039975"/>
                <a:gd name="connsiteY694" fmla="*/ 155797 h 928066"/>
                <a:gd name="connsiteX695" fmla="*/ 314818 w 1039975"/>
                <a:gd name="connsiteY695" fmla="*/ 153111 h 928066"/>
                <a:gd name="connsiteX696" fmla="*/ 310783 w 1039975"/>
                <a:gd name="connsiteY696" fmla="*/ 155797 h 928066"/>
                <a:gd name="connsiteX697" fmla="*/ 309437 w 1039975"/>
                <a:gd name="connsiteY697" fmla="*/ 153111 h 928066"/>
                <a:gd name="connsiteX698" fmla="*/ 304056 w 1039975"/>
                <a:gd name="connsiteY698" fmla="*/ 149082 h 928066"/>
                <a:gd name="connsiteX699" fmla="*/ 301365 w 1039975"/>
                <a:gd name="connsiteY699" fmla="*/ 153111 h 928066"/>
                <a:gd name="connsiteX700" fmla="*/ 308092 w 1039975"/>
                <a:gd name="connsiteY700" fmla="*/ 157140 h 928066"/>
                <a:gd name="connsiteX701" fmla="*/ 305401 w 1039975"/>
                <a:gd name="connsiteY701" fmla="*/ 158483 h 928066"/>
                <a:gd name="connsiteX702" fmla="*/ 302710 w 1039975"/>
                <a:gd name="connsiteY702" fmla="*/ 163856 h 928066"/>
                <a:gd name="connsiteX703" fmla="*/ 308092 w 1039975"/>
                <a:gd name="connsiteY703" fmla="*/ 167885 h 928066"/>
                <a:gd name="connsiteX704" fmla="*/ 313473 w 1039975"/>
                <a:gd name="connsiteY704" fmla="*/ 167885 h 928066"/>
                <a:gd name="connsiteX705" fmla="*/ 310783 w 1039975"/>
                <a:gd name="connsiteY705" fmla="*/ 171914 h 928066"/>
                <a:gd name="connsiteX706" fmla="*/ 310783 w 1039975"/>
                <a:gd name="connsiteY706" fmla="*/ 177286 h 928066"/>
                <a:gd name="connsiteX707" fmla="*/ 308092 w 1039975"/>
                <a:gd name="connsiteY707" fmla="*/ 174600 h 928066"/>
                <a:gd name="connsiteX708" fmla="*/ 305401 w 1039975"/>
                <a:gd name="connsiteY708" fmla="*/ 174600 h 928066"/>
                <a:gd name="connsiteX709" fmla="*/ 306746 w 1039975"/>
                <a:gd name="connsiteY709" fmla="*/ 179972 h 928066"/>
                <a:gd name="connsiteX710" fmla="*/ 304056 w 1039975"/>
                <a:gd name="connsiteY710" fmla="*/ 186688 h 928066"/>
                <a:gd name="connsiteX711" fmla="*/ 304056 w 1039975"/>
                <a:gd name="connsiteY711" fmla="*/ 193403 h 928066"/>
                <a:gd name="connsiteX712" fmla="*/ 295983 w 1039975"/>
                <a:gd name="connsiteY712" fmla="*/ 174600 h 928066"/>
                <a:gd name="connsiteX713" fmla="*/ 289256 w 1039975"/>
                <a:gd name="connsiteY713" fmla="*/ 163856 h 928066"/>
                <a:gd name="connsiteX714" fmla="*/ 286565 w 1039975"/>
                <a:gd name="connsiteY714" fmla="*/ 159826 h 928066"/>
                <a:gd name="connsiteX715" fmla="*/ 287911 w 1039975"/>
                <a:gd name="connsiteY715" fmla="*/ 154454 h 928066"/>
                <a:gd name="connsiteX716" fmla="*/ 286565 w 1039975"/>
                <a:gd name="connsiteY716" fmla="*/ 157140 h 928066"/>
                <a:gd name="connsiteX717" fmla="*/ 281184 w 1039975"/>
                <a:gd name="connsiteY717" fmla="*/ 161169 h 928066"/>
                <a:gd name="connsiteX718" fmla="*/ 279838 w 1039975"/>
                <a:gd name="connsiteY718" fmla="*/ 167885 h 928066"/>
                <a:gd name="connsiteX719" fmla="*/ 275802 w 1039975"/>
                <a:gd name="connsiteY719" fmla="*/ 169228 h 928066"/>
                <a:gd name="connsiteX720" fmla="*/ 274457 w 1039975"/>
                <a:gd name="connsiteY720" fmla="*/ 171914 h 928066"/>
                <a:gd name="connsiteX721" fmla="*/ 269075 w 1039975"/>
                <a:gd name="connsiteY721" fmla="*/ 171914 h 928066"/>
                <a:gd name="connsiteX722" fmla="*/ 266384 w 1039975"/>
                <a:gd name="connsiteY722" fmla="*/ 174600 h 928066"/>
                <a:gd name="connsiteX723" fmla="*/ 262348 w 1039975"/>
                <a:gd name="connsiteY723" fmla="*/ 178629 h 928066"/>
                <a:gd name="connsiteX724" fmla="*/ 263694 w 1039975"/>
                <a:gd name="connsiteY724" fmla="*/ 185344 h 928066"/>
                <a:gd name="connsiteX725" fmla="*/ 263694 w 1039975"/>
                <a:gd name="connsiteY725" fmla="*/ 198775 h 928066"/>
                <a:gd name="connsiteX726" fmla="*/ 266384 w 1039975"/>
                <a:gd name="connsiteY726" fmla="*/ 200118 h 928066"/>
                <a:gd name="connsiteX727" fmla="*/ 266384 w 1039975"/>
                <a:gd name="connsiteY727" fmla="*/ 205491 h 928066"/>
                <a:gd name="connsiteX728" fmla="*/ 261003 w 1039975"/>
                <a:gd name="connsiteY728" fmla="*/ 208177 h 928066"/>
                <a:gd name="connsiteX729" fmla="*/ 258312 w 1039975"/>
                <a:gd name="connsiteY729" fmla="*/ 213549 h 928066"/>
                <a:gd name="connsiteX730" fmla="*/ 251586 w 1039975"/>
                <a:gd name="connsiteY730" fmla="*/ 214892 h 928066"/>
                <a:gd name="connsiteX731" fmla="*/ 251586 w 1039975"/>
                <a:gd name="connsiteY731" fmla="*/ 217579 h 928066"/>
                <a:gd name="connsiteX732" fmla="*/ 246204 w 1039975"/>
                <a:gd name="connsiteY732" fmla="*/ 221608 h 928066"/>
                <a:gd name="connsiteX733" fmla="*/ 246204 w 1039975"/>
                <a:gd name="connsiteY733" fmla="*/ 228323 h 928066"/>
                <a:gd name="connsiteX734" fmla="*/ 242168 w 1039975"/>
                <a:gd name="connsiteY734" fmla="*/ 231009 h 928066"/>
                <a:gd name="connsiteX735" fmla="*/ 234096 w 1039975"/>
                <a:gd name="connsiteY735" fmla="*/ 243097 h 928066"/>
                <a:gd name="connsiteX736" fmla="*/ 219296 w 1039975"/>
                <a:gd name="connsiteY736" fmla="*/ 252498 h 928066"/>
                <a:gd name="connsiteX737" fmla="*/ 205842 w 1039975"/>
                <a:gd name="connsiteY737" fmla="*/ 253841 h 928066"/>
                <a:gd name="connsiteX738" fmla="*/ 200461 w 1039975"/>
                <a:gd name="connsiteY738" fmla="*/ 255185 h 928066"/>
                <a:gd name="connsiteX739" fmla="*/ 192389 w 1039975"/>
                <a:gd name="connsiteY739" fmla="*/ 255185 h 928066"/>
                <a:gd name="connsiteX740" fmla="*/ 185662 w 1039975"/>
                <a:gd name="connsiteY740" fmla="*/ 257871 h 928066"/>
                <a:gd name="connsiteX741" fmla="*/ 180281 w 1039975"/>
                <a:gd name="connsiteY741" fmla="*/ 255185 h 928066"/>
                <a:gd name="connsiteX742" fmla="*/ 172208 w 1039975"/>
                <a:gd name="connsiteY742" fmla="*/ 259214 h 928066"/>
                <a:gd name="connsiteX743" fmla="*/ 170863 w 1039975"/>
                <a:gd name="connsiteY743" fmla="*/ 263243 h 928066"/>
                <a:gd name="connsiteX744" fmla="*/ 165481 w 1039975"/>
                <a:gd name="connsiteY744" fmla="*/ 265929 h 928066"/>
                <a:gd name="connsiteX745" fmla="*/ 147991 w 1039975"/>
                <a:gd name="connsiteY745" fmla="*/ 265929 h 928066"/>
                <a:gd name="connsiteX746" fmla="*/ 143955 w 1039975"/>
                <a:gd name="connsiteY746" fmla="*/ 268615 h 928066"/>
                <a:gd name="connsiteX747" fmla="*/ 142610 w 1039975"/>
                <a:gd name="connsiteY747" fmla="*/ 272644 h 928066"/>
                <a:gd name="connsiteX748" fmla="*/ 131847 w 1039975"/>
                <a:gd name="connsiteY748" fmla="*/ 276674 h 928066"/>
                <a:gd name="connsiteX749" fmla="*/ 123775 w 1039975"/>
                <a:gd name="connsiteY749" fmla="*/ 276674 h 928066"/>
                <a:gd name="connsiteX750" fmla="*/ 119739 w 1039975"/>
                <a:gd name="connsiteY750" fmla="*/ 275331 h 928066"/>
                <a:gd name="connsiteX751" fmla="*/ 115703 w 1039975"/>
                <a:gd name="connsiteY751" fmla="*/ 275331 h 928066"/>
                <a:gd name="connsiteX752" fmla="*/ 114357 w 1039975"/>
                <a:gd name="connsiteY752" fmla="*/ 272644 h 928066"/>
                <a:gd name="connsiteX753" fmla="*/ 110321 w 1039975"/>
                <a:gd name="connsiteY753" fmla="*/ 275331 h 928066"/>
                <a:gd name="connsiteX754" fmla="*/ 106285 w 1039975"/>
                <a:gd name="connsiteY754" fmla="*/ 280703 h 928066"/>
                <a:gd name="connsiteX755" fmla="*/ 94176 w 1039975"/>
                <a:gd name="connsiteY755" fmla="*/ 283389 h 928066"/>
                <a:gd name="connsiteX756" fmla="*/ 94176 w 1039975"/>
                <a:gd name="connsiteY756" fmla="*/ 284732 h 928066"/>
                <a:gd name="connsiteX757" fmla="*/ 90140 w 1039975"/>
                <a:gd name="connsiteY757" fmla="*/ 284732 h 928066"/>
                <a:gd name="connsiteX758" fmla="*/ 82068 w 1039975"/>
                <a:gd name="connsiteY758" fmla="*/ 292791 h 928066"/>
                <a:gd name="connsiteX759" fmla="*/ 71305 w 1039975"/>
                <a:gd name="connsiteY759" fmla="*/ 298163 h 928066"/>
                <a:gd name="connsiteX760" fmla="*/ 56506 w 1039975"/>
                <a:gd name="connsiteY760" fmla="*/ 302192 h 928066"/>
                <a:gd name="connsiteX761" fmla="*/ 49779 w 1039975"/>
                <a:gd name="connsiteY761" fmla="*/ 311594 h 928066"/>
                <a:gd name="connsiteX762" fmla="*/ 49779 w 1039975"/>
                <a:gd name="connsiteY762" fmla="*/ 319652 h 928066"/>
                <a:gd name="connsiteX763" fmla="*/ 43052 w 1039975"/>
                <a:gd name="connsiteY763" fmla="*/ 325025 h 928066"/>
                <a:gd name="connsiteX764" fmla="*/ 39016 w 1039975"/>
                <a:gd name="connsiteY764" fmla="*/ 322338 h 928066"/>
                <a:gd name="connsiteX765" fmla="*/ 41707 w 1039975"/>
                <a:gd name="connsiteY765" fmla="*/ 319652 h 928066"/>
                <a:gd name="connsiteX766" fmla="*/ 40361 w 1039975"/>
                <a:gd name="connsiteY766" fmla="*/ 315623 h 928066"/>
                <a:gd name="connsiteX767" fmla="*/ 43052 w 1039975"/>
                <a:gd name="connsiteY767" fmla="*/ 308908 h 928066"/>
                <a:gd name="connsiteX768" fmla="*/ 43052 w 1039975"/>
                <a:gd name="connsiteY768" fmla="*/ 303535 h 928066"/>
                <a:gd name="connsiteX769" fmla="*/ 34980 w 1039975"/>
                <a:gd name="connsiteY769" fmla="*/ 310251 h 928066"/>
                <a:gd name="connsiteX770" fmla="*/ 33634 w 1039975"/>
                <a:gd name="connsiteY770" fmla="*/ 318309 h 928066"/>
                <a:gd name="connsiteX771" fmla="*/ 26908 w 1039975"/>
                <a:gd name="connsiteY771" fmla="*/ 329054 h 928066"/>
                <a:gd name="connsiteX772" fmla="*/ 30943 w 1039975"/>
                <a:gd name="connsiteY772" fmla="*/ 337112 h 928066"/>
                <a:gd name="connsiteX773" fmla="*/ 28253 w 1039975"/>
                <a:gd name="connsiteY773" fmla="*/ 343828 h 928066"/>
                <a:gd name="connsiteX774" fmla="*/ 28253 w 1039975"/>
                <a:gd name="connsiteY774" fmla="*/ 355915 h 928066"/>
                <a:gd name="connsiteX775" fmla="*/ 18836 w 1039975"/>
                <a:gd name="connsiteY775" fmla="*/ 368003 h 928066"/>
                <a:gd name="connsiteX776" fmla="*/ 14800 w 1039975"/>
                <a:gd name="connsiteY776" fmla="*/ 385463 h 928066"/>
                <a:gd name="connsiteX777" fmla="*/ 17490 w 1039975"/>
                <a:gd name="connsiteY777" fmla="*/ 393521 h 928066"/>
                <a:gd name="connsiteX778" fmla="*/ 16145 w 1039975"/>
                <a:gd name="connsiteY778" fmla="*/ 406952 h 928066"/>
                <a:gd name="connsiteX779" fmla="*/ 25562 w 1039975"/>
                <a:gd name="connsiteY779" fmla="*/ 421726 h 928066"/>
                <a:gd name="connsiteX780" fmla="*/ 25562 w 1039975"/>
                <a:gd name="connsiteY780" fmla="*/ 427098 h 928066"/>
                <a:gd name="connsiteX781" fmla="*/ 29598 w 1039975"/>
                <a:gd name="connsiteY781" fmla="*/ 432471 h 928066"/>
                <a:gd name="connsiteX782" fmla="*/ 25562 w 1039975"/>
                <a:gd name="connsiteY782" fmla="*/ 439186 h 928066"/>
                <a:gd name="connsiteX783" fmla="*/ 28253 w 1039975"/>
                <a:gd name="connsiteY783" fmla="*/ 445902 h 928066"/>
                <a:gd name="connsiteX784" fmla="*/ 22872 w 1039975"/>
                <a:gd name="connsiteY784" fmla="*/ 448588 h 928066"/>
                <a:gd name="connsiteX785" fmla="*/ 20181 w 1039975"/>
                <a:gd name="connsiteY785" fmla="*/ 444559 h 928066"/>
                <a:gd name="connsiteX786" fmla="*/ 20181 w 1039975"/>
                <a:gd name="connsiteY786" fmla="*/ 435157 h 928066"/>
                <a:gd name="connsiteX787" fmla="*/ 16145 w 1039975"/>
                <a:gd name="connsiteY787" fmla="*/ 440529 h 928066"/>
                <a:gd name="connsiteX788" fmla="*/ 14800 w 1039975"/>
                <a:gd name="connsiteY788" fmla="*/ 437843 h 928066"/>
                <a:gd name="connsiteX789" fmla="*/ 14800 w 1039975"/>
                <a:gd name="connsiteY789" fmla="*/ 429785 h 928066"/>
                <a:gd name="connsiteX790" fmla="*/ 9418 w 1039975"/>
                <a:gd name="connsiteY790" fmla="*/ 419040 h 928066"/>
                <a:gd name="connsiteX791" fmla="*/ 6727 w 1039975"/>
                <a:gd name="connsiteY791" fmla="*/ 424412 h 928066"/>
                <a:gd name="connsiteX792" fmla="*/ 8073 w 1039975"/>
                <a:gd name="connsiteY792" fmla="*/ 436500 h 928066"/>
                <a:gd name="connsiteX793" fmla="*/ 14800 w 1039975"/>
                <a:gd name="connsiteY793" fmla="*/ 443215 h 928066"/>
                <a:gd name="connsiteX794" fmla="*/ 20181 w 1039975"/>
                <a:gd name="connsiteY794" fmla="*/ 452617 h 928066"/>
                <a:gd name="connsiteX795" fmla="*/ 12109 w 1039975"/>
                <a:gd name="connsiteY795" fmla="*/ 453960 h 928066"/>
                <a:gd name="connsiteX796" fmla="*/ 6727 w 1039975"/>
                <a:gd name="connsiteY796" fmla="*/ 445902 h 928066"/>
                <a:gd name="connsiteX797" fmla="*/ 5382 w 1039975"/>
                <a:gd name="connsiteY797" fmla="*/ 436500 h 928066"/>
                <a:gd name="connsiteX798" fmla="*/ 2691 w 1039975"/>
                <a:gd name="connsiteY798" fmla="*/ 440529 h 928066"/>
                <a:gd name="connsiteX799" fmla="*/ 0 w 1039975"/>
                <a:gd name="connsiteY799" fmla="*/ 441872 h 928066"/>
                <a:gd name="connsiteX800" fmla="*/ 4036 w 1039975"/>
                <a:gd name="connsiteY800" fmla="*/ 451274 h 928066"/>
                <a:gd name="connsiteX801" fmla="*/ 13454 w 1039975"/>
                <a:gd name="connsiteY801" fmla="*/ 462018 h 928066"/>
                <a:gd name="connsiteX802" fmla="*/ 18836 w 1039975"/>
                <a:gd name="connsiteY802" fmla="*/ 476792 h 928066"/>
                <a:gd name="connsiteX803" fmla="*/ 17490 w 1039975"/>
                <a:gd name="connsiteY803" fmla="*/ 503654 h 928066"/>
                <a:gd name="connsiteX804" fmla="*/ 21527 w 1039975"/>
                <a:gd name="connsiteY804" fmla="*/ 507683 h 928066"/>
                <a:gd name="connsiteX805" fmla="*/ 24217 w 1039975"/>
                <a:gd name="connsiteY805" fmla="*/ 522457 h 928066"/>
                <a:gd name="connsiteX806" fmla="*/ 32289 w 1039975"/>
                <a:gd name="connsiteY806" fmla="*/ 542603 h 928066"/>
                <a:gd name="connsiteX807" fmla="*/ 29598 w 1039975"/>
                <a:gd name="connsiteY807" fmla="*/ 549318 h 928066"/>
                <a:gd name="connsiteX808" fmla="*/ 29598 w 1039975"/>
                <a:gd name="connsiteY808" fmla="*/ 577523 h 928066"/>
                <a:gd name="connsiteX809" fmla="*/ 29598 w 1039975"/>
                <a:gd name="connsiteY809" fmla="*/ 581552 h 928066"/>
                <a:gd name="connsiteX810" fmla="*/ 32289 w 1039975"/>
                <a:gd name="connsiteY810" fmla="*/ 589611 h 928066"/>
                <a:gd name="connsiteX811" fmla="*/ 30943 w 1039975"/>
                <a:gd name="connsiteY811" fmla="*/ 599012 h 928066"/>
                <a:gd name="connsiteX812" fmla="*/ 36325 w 1039975"/>
                <a:gd name="connsiteY812" fmla="*/ 612443 h 928066"/>
                <a:gd name="connsiteX813" fmla="*/ 37670 w 1039975"/>
                <a:gd name="connsiteY813" fmla="*/ 617815 h 928066"/>
                <a:gd name="connsiteX814" fmla="*/ 32289 w 1039975"/>
                <a:gd name="connsiteY814" fmla="*/ 621844 h 928066"/>
                <a:gd name="connsiteX815" fmla="*/ 34980 w 1039975"/>
                <a:gd name="connsiteY815" fmla="*/ 624531 h 928066"/>
                <a:gd name="connsiteX816" fmla="*/ 33634 w 1039975"/>
                <a:gd name="connsiteY816" fmla="*/ 631246 h 928066"/>
                <a:gd name="connsiteX817" fmla="*/ 32289 w 1039975"/>
                <a:gd name="connsiteY817" fmla="*/ 643334 h 928066"/>
                <a:gd name="connsiteX818" fmla="*/ 26908 w 1039975"/>
                <a:gd name="connsiteY818" fmla="*/ 647363 h 928066"/>
                <a:gd name="connsiteX819" fmla="*/ 29598 w 1039975"/>
                <a:gd name="connsiteY819" fmla="*/ 650049 h 928066"/>
                <a:gd name="connsiteX820" fmla="*/ 26908 w 1039975"/>
                <a:gd name="connsiteY820" fmla="*/ 656765 h 928066"/>
                <a:gd name="connsiteX821" fmla="*/ 22872 w 1039975"/>
                <a:gd name="connsiteY821" fmla="*/ 660794 h 928066"/>
                <a:gd name="connsiteX822" fmla="*/ 24217 w 1039975"/>
                <a:gd name="connsiteY822" fmla="*/ 667509 h 928066"/>
                <a:gd name="connsiteX823" fmla="*/ 16145 w 1039975"/>
                <a:gd name="connsiteY823" fmla="*/ 672882 h 928066"/>
                <a:gd name="connsiteX824" fmla="*/ 12109 w 1039975"/>
                <a:gd name="connsiteY824" fmla="*/ 670195 h 928066"/>
                <a:gd name="connsiteX825" fmla="*/ 5382 w 1039975"/>
                <a:gd name="connsiteY825" fmla="*/ 679597 h 92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</a:cxnLst>
              <a:rect l="l" t="t" r="r" b="b"/>
              <a:pathLst>
                <a:path w="1039975" h="928066">
                  <a:moveTo>
                    <a:pt x="5382" y="695714"/>
                  </a:moveTo>
                  <a:lnTo>
                    <a:pt x="9418" y="699743"/>
                  </a:lnTo>
                  <a:lnTo>
                    <a:pt x="13454" y="699743"/>
                  </a:lnTo>
                  <a:lnTo>
                    <a:pt x="24217" y="710488"/>
                  </a:lnTo>
                  <a:lnTo>
                    <a:pt x="24217" y="714517"/>
                  </a:lnTo>
                  <a:lnTo>
                    <a:pt x="25562" y="717203"/>
                  </a:lnTo>
                  <a:lnTo>
                    <a:pt x="32289" y="718546"/>
                  </a:lnTo>
                  <a:lnTo>
                    <a:pt x="33634" y="721233"/>
                  </a:lnTo>
                  <a:lnTo>
                    <a:pt x="41707" y="722575"/>
                  </a:lnTo>
                  <a:lnTo>
                    <a:pt x="44397" y="721233"/>
                  </a:lnTo>
                  <a:lnTo>
                    <a:pt x="45743" y="723918"/>
                  </a:lnTo>
                  <a:lnTo>
                    <a:pt x="52470" y="725262"/>
                  </a:lnTo>
                  <a:lnTo>
                    <a:pt x="59197" y="723918"/>
                  </a:lnTo>
                  <a:lnTo>
                    <a:pt x="60542" y="726605"/>
                  </a:lnTo>
                  <a:lnTo>
                    <a:pt x="63233" y="725262"/>
                  </a:lnTo>
                  <a:lnTo>
                    <a:pt x="64578" y="725262"/>
                  </a:lnTo>
                  <a:lnTo>
                    <a:pt x="72651" y="725262"/>
                  </a:lnTo>
                  <a:lnTo>
                    <a:pt x="79378" y="723918"/>
                  </a:lnTo>
                  <a:lnTo>
                    <a:pt x="79378" y="721233"/>
                  </a:lnTo>
                  <a:lnTo>
                    <a:pt x="83414" y="719889"/>
                  </a:lnTo>
                  <a:lnTo>
                    <a:pt x="87449" y="713174"/>
                  </a:lnTo>
                  <a:lnTo>
                    <a:pt x="95522" y="714517"/>
                  </a:lnTo>
                  <a:lnTo>
                    <a:pt x="95522" y="710488"/>
                  </a:lnTo>
                  <a:lnTo>
                    <a:pt x="100903" y="707802"/>
                  </a:lnTo>
                  <a:lnTo>
                    <a:pt x="104939" y="707802"/>
                  </a:lnTo>
                  <a:lnTo>
                    <a:pt x="107630" y="711831"/>
                  </a:lnTo>
                  <a:lnTo>
                    <a:pt x="113012" y="705115"/>
                  </a:lnTo>
                  <a:lnTo>
                    <a:pt x="114357" y="706459"/>
                  </a:lnTo>
                  <a:lnTo>
                    <a:pt x="117048" y="705115"/>
                  </a:lnTo>
                  <a:lnTo>
                    <a:pt x="118393" y="698400"/>
                  </a:lnTo>
                  <a:lnTo>
                    <a:pt x="133193" y="690341"/>
                  </a:lnTo>
                  <a:lnTo>
                    <a:pt x="138574" y="691685"/>
                  </a:lnTo>
                  <a:lnTo>
                    <a:pt x="141265" y="693028"/>
                  </a:lnTo>
                  <a:lnTo>
                    <a:pt x="146646" y="690341"/>
                  </a:lnTo>
                  <a:lnTo>
                    <a:pt x="160100" y="687656"/>
                  </a:lnTo>
                  <a:lnTo>
                    <a:pt x="162791" y="690341"/>
                  </a:lnTo>
                  <a:lnTo>
                    <a:pt x="170863" y="687656"/>
                  </a:lnTo>
                  <a:lnTo>
                    <a:pt x="173554" y="690341"/>
                  </a:lnTo>
                  <a:lnTo>
                    <a:pt x="177590" y="690341"/>
                  </a:lnTo>
                  <a:lnTo>
                    <a:pt x="182972" y="687656"/>
                  </a:lnTo>
                  <a:lnTo>
                    <a:pt x="184317" y="693028"/>
                  </a:lnTo>
                  <a:lnTo>
                    <a:pt x="188353" y="693028"/>
                  </a:lnTo>
                  <a:lnTo>
                    <a:pt x="192389" y="691685"/>
                  </a:lnTo>
                  <a:lnTo>
                    <a:pt x="195080" y="694371"/>
                  </a:lnTo>
                  <a:lnTo>
                    <a:pt x="199116" y="691685"/>
                  </a:lnTo>
                  <a:lnTo>
                    <a:pt x="208533" y="691685"/>
                  </a:lnTo>
                  <a:lnTo>
                    <a:pt x="208533" y="695714"/>
                  </a:lnTo>
                  <a:lnTo>
                    <a:pt x="209879" y="697057"/>
                  </a:lnTo>
                  <a:lnTo>
                    <a:pt x="215260" y="691685"/>
                  </a:lnTo>
                  <a:lnTo>
                    <a:pt x="221987" y="693028"/>
                  </a:lnTo>
                  <a:lnTo>
                    <a:pt x="228714" y="687656"/>
                  </a:lnTo>
                  <a:lnTo>
                    <a:pt x="231405" y="682283"/>
                  </a:lnTo>
                  <a:lnTo>
                    <a:pt x="234096" y="680940"/>
                  </a:lnTo>
                  <a:lnTo>
                    <a:pt x="239477" y="675568"/>
                  </a:lnTo>
                  <a:lnTo>
                    <a:pt x="242168" y="666166"/>
                  </a:lnTo>
                  <a:lnTo>
                    <a:pt x="248895" y="660794"/>
                  </a:lnTo>
                  <a:lnTo>
                    <a:pt x="255622" y="659451"/>
                  </a:lnTo>
                  <a:lnTo>
                    <a:pt x="258312" y="660794"/>
                  </a:lnTo>
                  <a:lnTo>
                    <a:pt x="269075" y="656765"/>
                  </a:lnTo>
                  <a:lnTo>
                    <a:pt x="282529" y="648706"/>
                  </a:lnTo>
                  <a:lnTo>
                    <a:pt x="291947" y="640648"/>
                  </a:lnTo>
                  <a:lnTo>
                    <a:pt x="295983" y="639305"/>
                  </a:lnTo>
                  <a:lnTo>
                    <a:pt x="298674" y="639305"/>
                  </a:lnTo>
                  <a:lnTo>
                    <a:pt x="304056" y="639305"/>
                  </a:lnTo>
                  <a:lnTo>
                    <a:pt x="312128" y="641991"/>
                  </a:lnTo>
                  <a:lnTo>
                    <a:pt x="318854" y="643334"/>
                  </a:lnTo>
                  <a:lnTo>
                    <a:pt x="322890" y="640648"/>
                  </a:lnTo>
                  <a:lnTo>
                    <a:pt x="333653" y="641991"/>
                  </a:lnTo>
                  <a:lnTo>
                    <a:pt x="348453" y="636618"/>
                  </a:lnTo>
                  <a:lnTo>
                    <a:pt x="356525" y="635275"/>
                  </a:lnTo>
                  <a:lnTo>
                    <a:pt x="363252" y="629903"/>
                  </a:lnTo>
                  <a:lnTo>
                    <a:pt x="367288" y="629903"/>
                  </a:lnTo>
                  <a:lnTo>
                    <a:pt x="374015" y="624531"/>
                  </a:lnTo>
                  <a:lnTo>
                    <a:pt x="384778" y="624531"/>
                  </a:lnTo>
                  <a:lnTo>
                    <a:pt x="413031" y="621844"/>
                  </a:lnTo>
                  <a:lnTo>
                    <a:pt x="422449" y="624531"/>
                  </a:lnTo>
                  <a:lnTo>
                    <a:pt x="429175" y="624531"/>
                  </a:lnTo>
                  <a:lnTo>
                    <a:pt x="437247" y="621844"/>
                  </a:lnTo>
                  <a:lnTo>
                    <a:pt x="442629" y="623188"/>
                  </a:lnTo>
                  <a:lnTo>
                    <a:pt x="450701" y="629903"/>
                  </a:lnTo>
                  <a:lnTo>
                    <a:pt x="457428" y="640648"/>
                  </a:lnTo>
                  <a:lnTo>
                    <a:pt x="461464" y="641991"/>
                  </a:lnTo>
                  <a:lnTo>
                    <a:pt x="465501" y="639305"/>
                  </a:lnTo>
                  <a:lnTo>
                    <a:pt x="468191" y="637962"/>
                  </a:lnTo>
                  <a:lnTo>
                    <a:pt x="470882" y="640648"/>
                  </a:lnTo>
                  <a:lnTo>
                    <a:pt x="473573" y="639305"/>
                  </a:lnTo>
                  <a:lnTo>
                    <a:pt x="478955" y="640648"/>
                  </a:lnTo>
                  <a:lnTo>
                    <a:pt x="484336" y="647363"/>
                  </a:lnTo>
                  <a:lnTo>
                    <a:pt x="491062" y="648706"/>
                  </a:lnTo>
                  <a:lnTo>
                    <a:pt x="493753" y="646020"/>
                  </a:lnTo>
                  <a:lnTo>
                    <a:pt x="504516" y="655421"/>
                  </a:lnTo>
                  <a:lnTo>
                    <a:pt x="504516" y="659451"/>
                  </a:lnTo>
                  <a:lnTo>
                    <a:pt x="507207" y="659451"/>
                  </a:lnTo>
                  <a:lnTo>
                    <a:pt x="511243" y="663480"/>
                  </a:lnTo>
                  <a:lnTo>
                    <a:pt x="509898" y="667509"/>
                  </a:lnTo>
                  <a:lnTo>
                    <a:pt x="505862" y="667509"/>
                  </a:lnTo>
                  <a:lnTo>
                    <a:pt x="504516" y="671538"/>
                  </a:lnTo>
                  <a:lnTo>
                    <a:pt x="508552" y="680940"/>
                  </a:lnTo>
                  <a:lnTo>
                    <a:pt x="513934" y="682283"/>
                  </a:lnTo>
                  <a:lnTo>
                    <a:pt x="519316" y="687656"/>
                  </a:lnTo>
                  <a:lnTo>
                    <a:pt x="520661" y="694371"/>
                  </a:lnTo>
                  <a:lnTo>
                    <a:pt x="519316" y="699743"/>
                  </a:lnTo>
                  <a:lnTo>
                    <a:pt x="526043" y="711831"/>
                  </a:lnTo>
                  <a:lnTo>
                    <a:pt x="523352" y="718546"/>
                  </a:lnTo>
                  <a:lnTo>
                    <a:pt x="526043" y="721233"/>
                  </a:lnTo>
                  <a:lnTo>
                    <a:pt x="524697" y="727948"/>
                  </a:lnTo>
                  <a:lnTo>
                    <a:pt x="523352" y="731977"/>
                  </a:lnTo>
                  <a:lnTo>
                    <a:pt x="519316" y="730634"/>
                  </a:lnTo>
                  <a:lnTo>
                    <a:pt x="517970" y="731977"/>
                  </a:lnTo>
                  <a:lnTo>
                    <a:pt x="522006" y="737349"/>
                  </a:lnTo>
                  <a:lnTo>
                    <a:pt x="526043" y="738692"/>
                  </a:lnTo>
                  <a:lnTo>
                    <a:pt x="527388" y="744065"/>
                  </a:lnTo>
                  <a:lnTo>
                    <a:pt x="532770" y="742721"/>
                  </a:lnTo>
                  <a:lnTo>
                    <a:pt x="536806" y="746751"/>
                  </a:lnTo>
                  <a:lnTo>
                    <a:pt x="536806" y="741379"/>
                  </a:lnTo>
                  <a:lnTo>
                    <a:pt x="534115" y="737349"/>
                  </a:lnTo>
                  <a:lnTo>
                    <a:pt x="536806" y="734663"/>
                  </a:lnTo>
                  <a:lnTo>
                    <a:pt x="539497" y="729291"/>
                  </a:lnTo>
                  <a:lnTo>
                    <a:pt x="544878" y="727948"/>
                  </a:lnTo>
                  <a:lnTo>
                    <a:pt x="546223" y="723918"/>
                  </a:lnTo>
                  <a:lnTo>
                    <a:pt x="551604" y="722575"/>
                  </a:lnTo>
                  <a:lnTo>
                    <a:pt x="552950" y="718546"/>
                  </a:lnTo>
                  <a:lnTo>
                    <a:pt x="556986" y="711831"/>
                  </a:lnTo>
                  <a:lnTo>
                    <a:pt x="567749" y="706459"/>
                  </a:lnTo>
                  <a:lnTo>
                    <a:pt x="569094" y="702429"/>
                  </a:lnTo>
                  <a:lnTo>
                    <a:pt x="571785" y="702429"/>
                  </a:lnTo>
                  <a:lnTo>
                    <a:pt x="579858" y="698400"/>
                  </a:lnTo>
                  <a:lnTo>
                    <a:pt x="582548" y="691685"/>
                  </a:lnTo>
                  <a:lnTo>
                    <a:pt x="589275" y="680940"/>
                  </a:lnTo>
                  <a:lnTo>
                    <a:pt x="596002" y="679597"/>
                  </a:lnTo>
                  <a:lnTo>
                    <a:pt x="600038" y="675568"/>
                  </a:lnTo>
                  <a:lnTo>
                    <a:pt x="597348" y="670195"/>
                  </a:lnTo>
                  <a:lnTo>
                    <a:pt x="598693" y="663480"/>
                  </a:lnTo>
                  <a:lnTo>
                    <a:pt x="601384" y="670195"/>
                  </a:lnTo>
                  <a:lnTo>
                    <a:pt x="601384" y="676911"/>
                  </a:lnTo>
                  <a:lnTo>
                    <a:pt x="601384" y="683626"/>
                  </a:lnTo>
                  <a:lnTo>
                    <a:pt x="598693" y="687656"/>
                  </a:lnTo>
                  <a:lnTo>
                    <a:pt x="597348" y="701086"/>
                  </a:lnTo>
                  <a:lnTo>
                    <a:pt x="586585" y="707802"/>
                  </a:lnTo>
                  <a:lnTo>
                    <a:pt x="585239" y="713174"/>
                  </a:lnTo>
                  <a:lnTo>
                    <a:pt x="581203" y="718546"/>
                  </a:lnTo>
                  <a:lnTo>
                    <a:pt x="582548" y="723918"/>
                  </a:lnTo>
                  <a:lnTo>
                    <a:pt x="575821" y="731977"/>
                  </a:lnTo>
                  <a:lnTo>
                    <a:pt x="578512" y="734663"/>
                  </a:lnTo>
                  <a:lnTo>
                    <a:pt x="573131" y="748094"/>
                  </a:lnTo>
                  <a:lnTo>
                    <a:pt x="561022" y="746751"/>
                  </a:lnTo>
                  <a:lnTo>
                    <a:pt x="558331" y="753466"/>
                  </a:lnTo>
                  <a:lnTo>
                    <a:pt x="555640" y="758838"/>
                  </a:lnTo>
                  <a:lnTo>
                    <a:pt x="555640" y="760182"/>
                  </a:lnTo>
                  <a:lnTo>
                    <a:pt x="563713" y="758838"/>
                  </a:lnTo>
                  <a:lnTo>
                    <a:pt x="570440" y="754809"/>
                  </a:lnTo>
                  <a:lnTo>
                    <a:pt x="579858" y="758838"/>
                  </a:lnTo>
                  <a:lnTo>
                    <a:pt x="587930" y="744065"/>
                  </a:lnTo>
                  <a:lnTo>
                    <a:pt x="590621" y="730634"/>
                  </a:lnTo>
                  <a:lnTo>
                    <a:pt x="597348" y="722575"/>
                  </a:lnTo>
                  <a:lnTo>
                    <a:pt x="600038" y="725262"/>
                  </a:lnTo>
                  <a:lnTo>
                    <a:pt x="600038" y="737349"/>
                  </a:lnTo>
                  <a:lnTo>
                    <a:pt x="602729" y="745408"/>
                  </a:lnTo>
                  <a:lnTo>
                    <a:pt x="600038" y="745408"/>
                  </a:lnTo>
                  <a:lnTo>
                    <a:pt x="601384" y="758838"/>
                  </a:lnTo>
                  <a:lnTo>
                    <a:pt x="594657" y="768240"/>
                  </a:lnTo>
                  <a:lnTo>
                    <a:pt x="585239" y="772269"/>
                  </a:lnTo>
                  <a:lnTo>
                    <a:pt x="586585" y="776298"/>
                  </a:lnTo>
                  <a:lnTo>
                    <a:pt x="593312" y="774956"/>
                  </a:lnTo>
                  <a:lnTo>
                    <a:pt x="600038" y="776298"/>
                  </a:lnTo>
                  <a:lnTo>
                    <a:pt x="602729" y="772269"/>
                  </a:lnTo>
                  <a:lnTo>
                    <a:pt x="608110" y="772269"/>
                  </a:lnTo>
                  <a:lnTo>
                    <a:pt x="613492" y="766897"/>
                  </a:lnTo>
                  <a:lnTo>
                    <a:pt x="617528" y="768240"/>
                  </a:lnTo>
                  <a:lnTo>
                    <a:pt x="620219" y="768240"/>
                  </a:lnTo>
                  <a:lnTo>
                    <a:pt x="617528" y="772269"/>
                  </a:lnTo>
                  <a:lnTo>
                    <a:pt x="614837" y="776298"/>
                  </a:lnTo>
                  <a:lnTo>
                    <a:pt x="610801" y="776298"/>
                  </a:lnTo>
                  <a:lnTo>
                    <a:pt x="609455" y="778985"/>
                  </a:lnTo>
                  <a:lnTo>
                    <a:pt x="614837" y="785700"/>
                  </a:lnTo>
                  <a:lnTo>
                    <a:pt x="616182" y="791072"/>
                  </a:lnTo>
                  <a:lnTo>
                    <a:pt x="618873" y="799131"/>
                  </a:lnTo>
                  <a:lnTo>
                    <a:pt x="620219" y="808533"/>
                  </a:lnTo>
                  <a:lnTo>
                    <a:pt x="618873" y="820620"/>
                  </a:lnTo>
                  <a:lnTo>
                    <a:pt x="612146" y="828679"/>
                  </a:lnTo>
                  <a:lnTo>
                    <a:pt x="613492" y="831365"/>
                  </a:lnTo>
                  <a:lnTo>
                    <a:pt x="612146" y="840766"/>
                  </a:lnTo>
                  <a:lnTo>
                    <a:pt x="617528" y="844795"/>
                  </a:lnTo>
                  <a:lnTo>
                    <a:pt x="621564" y="851511"/>
                  </a:lnTo>
                  <a:lnTo>
                    <a:pt x="621564" y="859569"/>
                  </a:lnTo>
                  <a:lnTo>
                    <a:pt x="630982" y="871657"/>
                  </a:lnTo>
                  <a:lnTo>
                    <a:pt x="639054" y="874343"/>
                  </a:lnTo>
                  <a:lnTo>
                    <a:pt x="643090" y="877029"/>
                  </a:lnTo>
                  <a:lnTo>
                    <a:pt x="645781" y="883744"/>
                  </a:lnTo>
                  <a:lnTo>
                    <a:pt x="651163" y="883744"/>
                  </a:lnTo>
                  <a:lnTo>
                    <a:pt x="652508" y="881059"/>
                  </a:lnTo>
                  <a:lnTo>
                    <a:pt x="655199" y="879715"/>
                  </a:lnTo>
                  <a:lnTo>
                    <a:pt x="661925" y="882402"/>
                  </a:lnTo>
                  <a:lnTo>
                    <a:pt x="667307" y="889117"/>
                  </a:lnTo>
                  <a:lnTo>
                    <a:pt x="674034" y="890460"/>
                  </a:lnTo>
                  <a:lnTo>
                    <a:pt x="679415" y="895833"/>
                  </a:lnTo>
                  <a:lnTo>
                    <a:pt x="680761" y="901205"/>
                  </a:lnTo>
                  <a:lnTo>
                    <a:pt x="686142" y="902548"/>
                  </a:lnTo>
                  <a:lnTo>
                    <a:pt x="691524" y="909263"/>
                  </a:lnTo>
                  <a:lnTo>
                    <a:pt x="695560" y="909263"/>
                  </a:lnTo>
                  <a:lnTo>
                    <a:pt x="696905" y="905234"/>
                  </a:lnTo>
                  <a:lnTo>
                    <a:pt x="706323" y="901205"/>
                  </a:lnTo>
                  <a:lnTo>
                    <a:pt x="710359" y="897175"/>
                  </a:lnTo>
                  <a:lnTo>
                    <a:pt x="715741" y="895833"/>
                  </a:lnTo>
                  <a:lnTo>
                    <a:pt x="722467" y="889117"/>
                  </a:lnTo>
                  <a:lnTo>
                    <a:pt x="727849" y="890460"/>
                  </a:lnTo>
                  <a:lnTo>
                    <a:pt x="730539" y="887774"/>
                  </a:lnTo>
                  <a:lnTo>
                    <a:pt x="729194" y="885088"/>
                  </a:lnTo>
                  <a:lnTo>
                    <a:pt x="722467" y="883744"/>
                  </a:lnTo>
                  <a:lnTo>
                    <a:pt x="725158" y="881059"/>
                  </a:lnTo>
                  <a:lnTo>
                    <a:pt x="734576" y="874343"/>
                  </a:lnTo>
                  <a:lnTo>
                    <a:pt x="743993" y="879715"/>
                  </a:lnTo>
                  <a:lnTo>
                    <a:pt x="742648" y="885088"/>
                  </a:lnTo>
                  <a:lnTo>
                    <a:pt x="733230" y="891803"/>
                  </a:lnTo>
                  <a:lnTo>
                    <a:pt x="735921" y="895833"/>
                  </a:lnTo>
                  <a:lnTo>
                    <a:pt x="738612" y="897175"/>
                  </a:lnTo>
                  <a:lnTo>
                    <a:pt x="742648" y="893146"/>
                  </a:lnTo>
                  <a:lnTo>
                    <a:pt x="746684" y="889117"/>
                  </a:lnTo>
                  <a:lnTo>
                    <a:pt x="752066" y="893146"/>
                  </a:lnTo>
                  <a:lnTo>
                    <a:pt x="752066" y="897175"/>
                  </a:lnTo>
                  <a:lnTo>
                    <a:pt x="748030" y="897175"/>
                  </a:lnTo>
                  <a:lnTo>
                    <a:pt x="743993" y="901205"/>
                  </a:lnTo>
                  <a:lnTo>
                    <a:pt x="750720" y="909263"/>
                  </a:lnTo>
                  <a:lnTo>
                    <a:pt x="752066" y="918665"/>
                  </a:lnTo>
                  <a:lnTo>
                    <a:pt x="754757" y="917321"/>
                  </a:lnTo>
                  <a:lnTo>
                    <a:pt x="758793" y="917321"/>
                  </a:lnTo>
                  <a:lnTo>
                    <a:pt x="758793" y="922694"/>
                  </a:lnTo>
                  <a:lnTo>
                    <a:pt x="762829" y="928066"/>
                  </a:lnTo>
                  <a:lnTo>
                    <a:pt x="766865" y="921351"/>
                  </a:lnTo>
                  <a:lnTo>
                    <a:pt x="765520" y="914635"/>
                  </a:lnTo>
                  <a:lnTo>
                    <a:pt x="761484" y="917321"/>
                  </a:lnTo>
                  <a:lnTo>
                    <a:pt x="760138" y="914635"/>
                  </a:lnTo>
                  <a:lnTo>
                    <a:pt x="764174" y="910606"/>
                  </a:lnTo>
                  <a:lnTo>
                    <a:pt x="776282" y="911949"/>
                  </a:lnTo>
                  <a:lnTo>
                    <a:pt x="778973" y="913292"/>
                  </a:lnTo>
                  <a:lnTo>
                    <a:pt x="780318" y="910606"/>
                  </a:lnTo>
                  <a:lnTo>
                    <a:pt x="787045" y="902548"/>
                  </a:lnTo>
                  <a:lnTo>
                    <a:pt x="800499" y="894489"/>
                  </a:lnTo>
                  <a:lnTo>
                    <a:pt x="807226" y="887774"/>
                  </a:lnTo>
                  <a:lnTo>
                    <a:pt x="803190" y="887774"/>
                  </a:lnTo>
                  <a:lnTo>
                    <a:pt x="800499" y="889117"/>
                  </a:lnTo>
                  <a:lnTo>
                    <a:pt x="801845" y="887774"/>
                  </a:lnTo>
                  <a:lnTo>
                    <a:pt x="797808" y="886431"/>
                  </a:lnTo>
                  <a:lnTo>
                    <a:pt x="801845" y="886431"/>
                  </a:lnTo>
                  <a:lnTo>
                    <a:pt x="808572" y="886431"/>
                  </a:lnTo>
                  <a:lnTo>
                    <a:pt x="819335" y="882402"/>
                  </a:lnTo>
                  <a:lnTo>
                    <a:pt x="838169" y="878372"/>
                  </a:lnTo>
                  <a:lnTo>
                    <a:pt x="854314" y="882402"/>
                  </a:lnTo>
                  <a:lnTo>
                    <a:pt x="861041" y="878372"/>
                  </a:lnTo>
                  <a:lnTo>
                    <a:pt x="861041" y="874343"/>
                  </a:lnTo>
                  <a:lnTo>
                    <a:pt x="866423" y="874343"/>
                  </a:lnTo>
                  <a:lnTo>
                    <a:pt x="870459" y="870314"/>
                  </a:lnTo>
                  <a:lnTo>
                    <a:pt x="875841" y="860912"/>
                  </a:lnTo>
                  <a:lnTo>
                    <a:pt x="873150" y="851511"/>
                  </a:lnTo>
                  <a:lnTo>
                    <a:pt x="873150" y="846138"/>
                  </a:lnTo>
                  <a:lnTo>
                    <a:pt x="882568" y="836737"/>
                  </a:lnTo>
                  <a:lnTo>
                    <a:pt x="882568" y="821963"/>
                  </a:lnTo>
                  <a:lnTo>
                    <a:pt x="886604" y="815248"/>
                  </a:lnTo>
                  <a:lnTo>
                    <a:pt x="887949" y="805846"/>
                  </a:lnTo>
                  <a:lnTo>
                    <a:pt x="893330" y="803160"/>
                  </a:lnTo>
                  <a:lnTo>
                    <a:pt x="893330" y="797788"/>
                  </a:lnTo>
                  <a:lnTo>
                    <a:pt x="908129" y="777641"/>
                  </a:lnTo>
                  <a:lnTo>
                    <a:pt x="913511" y="777641"/>
                  </a:lnTo>
                  <a:lnTo>
                    <a:pt x="916202" y="766897"/>
                  </a:lnTo>
                  <a:lnTo>
                    <a:pt x="921583" y="758838"/>
                  </a:lnTo>
                  <a:lnTo>
                    <a:pt x="925619" y="746751"/>
                  </a:lnTo>
                  <a:lnTo>
                    <a:pt x="932346" y="741379"/>
                  </a:lnTo>
                  <a:lnTo>
                    <a:pt x="931001" y="736006"/>
                  </a:lnTo>
                  <a:lnTo>
                    <a:pt x="936383" y="733320"/>
                  </a:lnTo>
                  <a:lnTo>
                    <a:pt x="940419" y="722575"/>
                  </a:lnTo>
                  <a:lnTo>
                    <a:pt x="936383" y="719889"/>
                  </a:lnTo>
                  <a:lnTo>
                    <a:pt x="944455" y="715860"/>
                  </a:lnTo>
                  <a:lnTo>
                    <a:pt x="951181" y="707802"/>
                  </a:lnTo>
                  <a:lnTo>
                    <a:pt x="953872" y="705115"/>
                  </a:lnTo>
                  <a:lnTo>
                    <a:pt x="957908" y="695714"/>
                  </a:lnTo>
                  <a:lnTo>
                    <a:pt x="965980" y="694371"/>
                  </a:lnTo>
                  <a:lnTo>
                    <a:pt x="970017" y="691685"/>
                  </a:lnTo>
                  <a:lnTo>
                    <a:pt x="961944" y="691685"/>
                  </a:lnTo>
                  <a:lnTo>
                    <a:pt x="964635" y="688998"/>
                  </a:lnTo>
                  <a:lnTo>
                    <a:pt x="974053" y="688998"/>
                  </a:lnTo>
                  <a:lnTo>
                    <a:pt x="982125" y="682283"/>
                  </a:lnTo>
                  <a:lnTo>
                    <a:pt x="983471" y="676911"/>
                  </a:lnTo>
                  <a:lnTo>
                    <a:pt x="982125" y="672882"/>
                  </a:lnTo>
                  <a:lnTo>
                    <a:pt x="983471" y="667509"/>
                  </a:lnTo>
                  <a:lnTo>
                    <a:pt x="991543" y="662137"/>
                  </a:lnTo>
                  <a:lnTo>
                    <a:pt x="991543" y="656765"/>
                  </a:lnTo>
                  <a:lnTo>
                    <a:pt x="998270" y="654079"/>
                  </a:lnTo>
                  <a:lnTo>
                    <a:pt x="1003651" y="644677"/>
                  </a:lnTo>
                  <a:lnTo>
                    <a:pt x="1002306" y="639305"/>
                  </a:lnTo>
                  <a:lnTo>
                    <a:pt x="1006342" y="631246"/>
                  </a:lnTo>
                  <a:lnTo>
                    <a:pt x="1003651" y="628560"/>
                  </a:lnTo>
                  <a:lnTo>
                    <a:pt x="1004997" y="624531"/>
                  </a:lnTo>
                  <a:lnTo>
                    <a:pt x="1011723" y="608414"/>
                  </a:lnTo>
                  <a:lnTo>
                    <a:pt x="1013068" y="599012"/>
                  </a:lnTo>
                  <a:lnTo>
                    <a:pt x="1022486" y="581552"/>
                  </a:lnTo>
                  <a:lnTo>
                    <a:pt x="1022486" y="576180"/>
                  </a:lnTo>
                  <a:lnTo>
                    <a:pt x="1027868" y="564092"/>
                  </a:lnTo>
                  <a:lnTo>
                    <a:pt x="1034595" y="557377"/>
                  </a:lnTo>
                  <a:lnTo>
                    <a:pt x="1037286" y="550662"/>
                  </a:lnTo>
                  <a:lnTo>
                    <a:pt x="1034595" y="542603"/>
                  </a:lnTo>
                  <a:lnTo>
                    <a:pt x="1039976" y="537231"/>
                  </a:lnTo>
                  <a:lnTo>
                    <a:pt x="1035940" y="525143"/>
                  </a:lnTo>
                  <a:lnTo>
                    <a:pt x="1035940" y="519771"/>
                  </a:lnTo>
                  <a:lnTo>
                    <a:pt x="1031904" y="510369"/>
                  </a:lnTo>
                  <a:lnTo>
                    <a:pt x="1030559" y="506340"/>
                  </a:lnTo>
                  <a:lnTo>
                    <a:pt x="1030559" y="500968"/>
                  </a:lnTo>
                  <a:lnTo>
                    <a:pt x="1031904" y="498282"/>
                  </a:lnTo>
                  <a:lnTo>
                    <a:pt x="1031904" y="492909"/>
                  </a:lnTo>
                  <a:lnTo>
                    <a:pt x="1037286" y="484851"/>
                  </a:lnTo>
                  <a:lnTo>
                    <a:pt x="1037286" y="482165"/>
                  </a:lnTo>
                  <a:lnTo>
                    <a:pt x="1035940" y="467391"/>
                  </a:lnTo>
                  <a:lnTo>
                    <a:pt x="1038631" y="462018"/>
                  </a:lnTo>
                  <a:lnTo>
                    <a:pt x="1037286" y="459332"/>
                  </a:lnTo>
                  <a:lnTo>
                    <a:pt x="1035940" y="453960"/>
                  </a:lnTo>
                  <a:lnTo>
                    <a:pt x="1035940" y="444559"/>
                  </a:lnTo>
                  <a:lnTo>
                    <a:pt x="1033249" y="443215"/>
                  </a:lnTo>
                  <a:lnTo>
                    <a:pt x="1035940" y="437843"/>
                  </a:lnTo>
                  <a:lnTo>
                    <a:pt x="1031904" y="435157"/>
                  </a:lnTo>
                  <a:lnTo>
                    <a:pt x="1029213" y="429785"/>
                  </a:lnTo>
                  <a:lnTo>
                    <a:pt x="1029213" y="424412"/>
                  </a:lnTo>
                  <a:lnTo>
                    <a:pt x="1022486" y="419040"/>
                  </a:lnTo>
                  <a:lnTo>
                    <a:pt x="1019795" y="412325"/>
                  </a:lnTo>
                  <a:lnTo>
                    <a:pt x="1018450" y="404266"/>
                  </a:lnTo>
                  <a:lnTo>
                    <a:pt x="1014414" y="398894"/>
                  </a:lnTo>
                  <a:lnTo>
                    <a:pt x="1011723" y="397551"/>
                  </a:lnTo>
                  <a:lnTo>
                    <a:pt x="1007687" y="400237"/>
                  </a:lnTo>
                  <a:lnTo>
                    <a:pt x="1003651" y="396208"/>
                  </a:lnTo>
                  <a:lnTo>
                    <a:pt x="1002306" y="389492"/>
                  </a:lnTo>
                  <a:lnTo>
                    <a:pt x="1000961" y="388149"/>
                  </a:lnTo>
                  <a:lnTo>
                    <a:pt x="999615" y="385463"/>
                  </a:lnTo>
                  <a:lnTo>
                    <a:pt x="992888" y="380091"/>
                  </a:lnTo>
                  <a:lnTo>
                    <a:pt x="990198" y="376062"/>
                  </a:lnTo>
                  <a:lnTo>
                    <a:pt x="991543" y="373375"/>
                  </a:lnTo>
                  <a:lnTo>
                    <a:pt x="988852" y="366660"/>
                  </a:lnTo>
                  <a:lnTo>
                    <a:pt x="992888" y="359944"/>
                  </a:lnTo>
                  <a:lnTo>
                    <a:pt x="994234" y="351886"/>
                  </a:lnTo>
                  <a:lnTo>
                    <a:pt x="992888" y="349200"/>
                  </a:lnTo>
                  <a:lnTo>
                    <a:pt x="994234" y="343828"/>
                  </a:lnTo>
                  <a:lnTo>
                    <a:pt x="990198" y="341141"/>
                  </a:lnTo>
                  <a:lnTo>
                    <a:pt x="988852" y="343828"/>
                  </a:lnTo>
                  <a:lnTo>
                    <a:pt x="990198" y="346514"/>
                  </a:lnTo>
                  <a:lnTo>
                    <a:pt x="988852" y="349200"/>
                  </a:lnTo>
                  <a:lnTo>
                    <a:pt x="976744" y="338456"/>
                  </a:lnTo>
                  <a:lnTo>
                    <a:pt x="974053" y="333083"/>
                  </a:lnTo>
                  <a:lnTo>
                    <a:pt x="972707" y="334426"/>
                  </a:lnTo>
                  <a:lnTo>
                    <a:pt x="972707" y="337112"/>
                  </a:lnTo>
                  <a:lnTo>
                    <a:pt x="971362" y="341141"/>
                  </a:lnTo>
                  <a:lnTo>
                    <a:pt x="974053" y="349200"/>
                  </a:lnTo>
                  <a:lnTo>
                    <a:pt x="968671" y="342485"/>
                  </a:lnTo>
                  <a:lnTo>
                    <a:pt x="965980" y="345171"/>
                  </a:lnTo>
                  <a:lnTo>
                    <a:pt x="965980" y="341141"/>
                  </a:lnTo>
                  <a:lnTo>
                    <a:pt x="963290" y="337112"/>
                  </a:lnTo>
                  <a:lnTo>
                    <a:pt x="961944" y="322338"/>
                  </a:lnTo>
                  <a:lnTo>
                    <a:pt x="963290" y="320995"/>
                  </a:lnTo>
                  <a:lnTo>
                    <a:pt x="963290" y="316966"/>
                  </a:lnTo>
                  <a:lnTo>
                    <a:pt x="959253" y="314280"/>
                  </a:lnTo>
                  <a:lnTo>
                    <a:pt x="960599" y="310251"/>
                  </a:lnTo>
                  <a:lnTo>
                    <a:pt x="956563" y="306221"/>
                  </a:lnTo>
                  <a:lnTo>
                    <a:pt x="957908" y="302192"/>
                  </a:lnTo>
                  <a:lnTo>
                    <a:pt x="949836" y="295477"/>
                  </a:lnTo>
                  <a:lnTo>
                    <a:pt x="947145" y="290105"/>
                  </a:lnTo>
                  <a:lnTo>
                    <a:pt x="947145" y="283389"/>
                  </a:lnTo>
                  <a:lnTo>
                    <a:pt x="951181" y="284732"/>
                  </a:lnTo>
                  <a:lnTo>
                    <a:pt x="951181" y="279360"/>
                  </a:lnTo>
                  <a:lnTo>
                    <a:pt x="947145" y="272644"/>
                  </a:lnTo>
                  <a:lnTo>
                    <a:pt x="945800" y="273988"/>
                  </a:lnTo>
                  <a:lnTo>
                    <a:pt x="940419" y="272644"/>
                  </a:lnTo>
                  <a:lnTo>
                    <a:pt x="936383" y="265929"/>
                  </a:lnTo>
                  <a:lnTo>
                    <a:pt x="932346" y="265929"/>
                  </a:lnTo>
                  <a:lnTo>
                    <a:pt x="926965" y="261900"/>
                  </a:lnTo>
                  <a:lnTo>
                    <a:pt x="924274" y="264586"/>
                  </a:lnTo>
                  <a:lnTo>
                    <a:pt x="922929" y="261900"/>
                  </a:lnTo>
                  <a:lnTo>
                    <a:pt x="916202" y="259214"/>
                  </a:lnTo>
                  <a:lnTo>
                    <a:pt x="913511" y="263243"/>
                  </a:lnTo>
                  <a:lnTo>
                    <a:pt x="916202" y="257871"/>
                  </a:lnTo>
                  <a:lnTo>
                    <a:pt x="921583" y="256528"/>
                  </a:lnTo>
                  <a:lnTo>
                    <a:pt x="921583" y="252498"/>
                  </a:lnTo>
                  <a:lnTo>
                    <a:pt x="920238" y="249812"/>
                  </a:lnTo>
                  <a:lnTo>
                    <a:pt x="913511" y="251156"/>
                  </a:lnTo>
                  <a:lnTo>
                    <a:pt x="909475" y="249812"/>
                  </a:lnTo>
                  <a:lnTo>
                    <a:pt x="908129" y="247126"/>
                  </a:lnTo>
                  <a:lnTo>
                    <a:pt x="905438" y="247126"/>
                  </a:lnTo>
                  <a:lnTo>
                    <a:pt x="894675" y="241754"/>
                  </a:lnTo>
                  <a:lnTo>
                    <a:pt x="890640" y="231009"/>
                  </a:lnTo>
                  <a:lnTo>
                    <a:pt x="889294" y="221608"/>
                  </a:lnTo>
                  <a:lnTo>
                    <a:pt x="886604" y="216235"/>
                  </a:lnTo>
                  <a:lnTo>
                    <a:pt x="886604" y="210863"/>
                  </a:lnTo>
                  <a:lnTo>
                    <a:pt x="889294" y="209520"/>
                  </a:lnTo>
                  <a:lnTo>
                    <a:pt x="890640" y="200118"/>
                  </a:lnTo>
                  <a:lnTo>
                    <a:pt x="887949" y="186688"/>
                  </a:lnTo>
                  <a:lnTo>
                    <a:pt x="885258" y="179972"/>
                  </a:lnTo>
                  <a:lnTo>
                    <a:pt x="887949" y="178629"/>
                  </a:lnTo>
                  <a:lnTo>
                    <a:pt x="883913" y="174600"/>
                  </a:lnTo>
                  <a:lnTo>
                    <a:pt x="879877" y="174600"/>
                  </a:lnTo>
                  <a:lnTo>
                    <a:pt x="875841" y="165198"/>
                  </a:lnTo>
                  <a:lnTo>
                    <a:pt x="874495" y="153111"/>
                  </a:lnTo>
                  <a:lnTo>
                    <a:pt x="877186" y="150425"/>
                  </a:lnTo>
                  <a:lnTo>
                    <a:pt x="877186" y="147738"/>
                  </a:lnTo>
                  <a:lnTo>
                    <a:pt x="874495" y="145052"/>
                  </a:lnTo>
                  <a:lnTo>
                    <a:pt x="873150" y="128935"/>
                  </a:lnTo>
                  <a:lnTo>
                    <a:pt x="874495" y="124906"/>
                  </a:lnTo>
                  <a:lnTo>
                    <a:pt x="873150" y="119534"/>
                  </a:lnTo>
                  <a:lnTo>
                    <a:pt x="875841" y="118191"/>
                  </a:lnTo>
                  <a:lnTo>
                    <a:pt x="875841" y="114162"/>
                  </a:lnTo>
                  <a:lnTo>
                    <a:pt x="867768" y="106103"/>
                  </a:lnTo>
                  <a:lnTo>
                    <a:pt x="861041" y="102074"/>
                  </a:lnTo>
                  <a:lnTo>
                    <a:pt x="863732" y="100731"/>
                  </a:lnTo>
                  <a:lnTo>
                    <a:pt x="857005" y="94015"/>
                  </a:lnTo>
                  <a:lnTo>
                    <a:pt x="851623" y="98044"/>
                  </a:lnTo>
                  <a:lnTo>
                    <a:pt x="848933" y="95359"/>
                  </a:lnTo>
                  <a:lnTo>
                    <a:pt x="846242" y="102074"/>
                  </a:lnTo>
                  <a:lnTo>
                    <a:pt x="842206" y="102074"/>
                  </a:lnTo>
                  <a:lnTo>
                    <a:pt x="836824" y="94015"/>
                  </a:lnTo>
                  <a:lnTo>
                    <a:pt x="836824" y="89986"/>
                  </a:lnTo>
                  <a:lnTo>
                    <a:pt x="834134" y="81928"/>
                  </a:lnTo>
                  <a:lnTo>
                    <a:pt x="836824" y="72526"/>
                  </a:lnTo>
                  <a:lnTo>
                    <a:pt x="835479" y="60438"/>
                  </a:lnTo>
                  <a:lnTo>
                    <a:pt x="832788" y="61782"/>
                  </a:lnTo>
                  <a:lnTo>
                    <a:pt x="830098" y="57752"/>
                  </a:lnTo>
                  <a:lnTo>
                    <a:pt x="832788" y="52380"/>
                  </a:lnTo>
                  <a:lnTo>
                    <a:pt x="828753" y="47008"/>
                  </a:lnTo>
                  <a:lnTo>
                    <a:pt x="828753" y="42979"/>
                  </a:lnTo>
                  <a:lnTo>
                    <a:pt x="826062" y="41635"/>
                  </a:lnTo>
                  <a:lnTo>
                    <a:pt x="826062" y="34920"/>
                  </a:lnTo>
                  <a:lnTo>
                    <a:pt x="830098" y="32234"/>
                  </a:lnTo>
                  <a:lnTo>
                    <a:pt x="826062" y="29548"/>
                  </a:lnTo>
                  <a:lnTo>
                    <a:pt x="822026" y="30891"/>
                  </a:lnTo>
                  <a:lnTo>
                    <a:pt x="817989" y="26862"/>
                  </a:lnTo>
                  <a:lnTo>
                    <a:pt x="820680" y="14774"/>
                  </a:lnTo>
                  <a:lnTo>
                    <a:pt x="819335" y="12088"/>
                  </a:lnTo>
                  <a:lnTo>
                    <a:pt x="816644" y="5372"/>
                  </a:lnTo>
                  <a:lnTo>
                    <a:pt x="811262" y="4029"/>
                  </a:lnTo>
                  <a:lnTo>
                    <a:pt x="812608" y="0"/>
                  </a:lnTo>
                  <a:lnTo>
                    <a:pt x="805881" y="2686"/>
                  </a:lnTo>
                  <a:lnTo>
                    <a:pt x="803190" y="6715"/>
                  </a:lnTo>
                  <a:lnTo>
                    <a:pt x="803190" y="16117"/>
                  </a:lnTo>
                  <a:lnTo>
                    <a:pt x="800499" y="24175"/>
                  </a:lnTo>
                  <a:lnTo>
                    <a:pt x="800499" y="26862"/>
                  </a:lnTo>
                  <a:lnTo>
                    <a:pt x="799154" y="32234"/>
                  </a:lnTo>
                  <a:lnTo>
                    <a:pt x="796463" y="30891"/>
                  </a:lnTo>
                  <a:lnTo>
                    <a:pt x="792427" y="40292"/>
                  </a:lnTo>
                  <a:lnTo>
                    <a:pt x="788391" y="45665"/>
                  </a:lnTo>
                  <a:lnTo>
                    <a:pt x="792427" y="49694"/>
                  </a:lnTo>
                  <a:lnTo>
                    <a:pt x="796463" y="53723"/>
                  </a:lnTo>
                  <a:lnTo>
                    <a:pt x="793772" y="55066"/>
                  </a:lnTo>
                  <a:lnTo>
                    <a:pt x="791081" y="55066"/>
                  </a:lnTo>
                  <a:lnTo>
                    <a:pt x="788391" y="60438"/>
                  </a:lnTo>
                  <a:lnTo>
                    <a:pt x="785700" y="65811"/>
                  </a:lnTo>
                  <a:lnTo>
                    <a:pt x="789736" y="71183"/>
                  </a:lnTo>
                  <a:lnTo>
                    <a:pt x="789736" y="75212"/>
                  </a:lnTo>
                  <a:lnTo>
                    <a:pt x="785700" y="73869"/>
                  </a:lnTo>
                  <a:lnTo>
                    <a:pt x="783009" y="76556"/>
                  </a:lnTo>
                  <a:lnTo>
                    <a:pt x="780318" y="88643"/>
                  </a:lnTo>
                  <a:lnTo>
                    <a:pt x="783009" y="98044"/>
                  </a:lnTo>
                  <a:lnTo>
                    <a:pt x="781664" y="107446"/>
                  </a:lnTo>
                  <a:lnTo>
                    <a:pt x="784354" y="114162"/>
                  </a:lnTo>
                  <a:lnTo>
                    <a:pt x="783009" y="120877"/>
                  </a:lnTo>
                  <a:lnTo>
                    <a:pt x="778973" y="126249"/>
                  </a:lnTo>
                  <a:lnTo>
                    <a:pt x="778973" y="130279"/>
                  </a:lnTo>
                  <a:lnTo>
                    <a:pt x="773592" y="139680"/>
                  </a:lnTo>
                  <a:lnTo>
                    <a:pt x="772247" y="154454"/>
                  </a:lnTo>
                  <a:lnTo>
                    <a:pt x="766865" y="159826"/>
                  </a:lnTo>
                  <a:lnTo>
                    <a:pt x="769556" y="165198"/>
                  </a:lnTo>
                  <a:lnTo>
                    <a:pt x="765520" y="173257"/>
                  </a:lnTo>
                  <a:lnTo>
                    <a:pt x="761484" y="178629"/>
                  </a:lnTo>
                  <a:lnTo>
                    <a:pt x="760138" y="188031"/>
                  </a:lnTo>
                  <a:lnTo>
                    <a:pt x="753411" y="193403"/>
                  </a:lnTo>
                  <a:lnTo>
                    <a:pt x="735921" y="200118"/>
                  </a:lnTo>
                  <a:lnTo>
                    <a:pt x="729194" y="196089"/>
                  </a:lnTo>
                  <a:lnTo>
                    <a:pt x="722467" y="194746"/>
                  </a:lnTo>
                  <a:lnTo>
                    <a:pt x="719777" y="190717"/>
                  </a:lnTo>
                  <a:lnTo>
                    <a:pt x="713050" y="185344"/>
                  </a:lnTo>
                  <a:lnTo>
                    <a:pt x="713050" y="182659"/>
                  </a:lnTo>
                  <a:lnTo>
                    <a:pt x="710359" y="179972"/>
                  </a:lnTo>
                  <a:lnTo>
                    <a:pt x="709014" y="174600"/>
                  </a:lnTo>
                  <a:lnTo>
                    <a:pt x="703632" y="173257"/>
                  </a:lnTo>
                  <a:lnTo>
                    <a:pt x="698251" y="171914"/>
                  </a:lnTo>
                  <a:lnTo>
                    <a:pt x="690178" y="170571"/>
                  </a:lnTo>
                  <a:lnTo>
                    <a:pt x="682106" y="166541"/>
                  </a:lnTo>
                  <a:lnTo>
                    <a:pt x="680761" y="161169"/>
                  </a:lnTo>
                  <a:lnTo>
                    <a:pt x="675379" y="154454"/>
                  </a:lnTo>
                  <a:lnTo>
                    <a:pt x="668652" y="154454"/>
                  </a:lnTo>
                  <a:lnTo>
                    <a:pt x="661925" y="149082"/>
                  </a:lnTo>
                  <a:lnTo>
                    <a:pt x="661925" y="146395"/>
                  </a:lnTo>
                  <a:lnTo>
                    <a:pt x="659235" y="146395"/>
                  </a:lnTo>
                  <a:lnTo>
                    <a:pt x="656544" y="143709"/>
                  </a:lnTo>
                  <a:lnTo>
                    <a:pt x="649817" y="143709"/>
                  </a:lnTo>
                  <a:lnTo>
                    <a:pt x="645781" y="142366"/>
                  </a:lnTo>
                  <a:lnTo>
                    <a:pt x="647127" y="141023"/>
                  </a:lnTo>
                  <a:lnTo>
                    <a:pt x="640400" y="135651"/>
                  </a:lnTo>
                  <a:lnTo>
                    <a:pt x="639054" y="130279"/>
                  </a:lnTo>
                  <a:lnTo>
                    <a:pt x="632327" y="123563"/>
                  </a:lnTo>
                  <a:lnTo>
                    <a:pt x="628291" y="122220"/>
                  </a:lnTo>
                  <a:lnTo>
                    <a:pt x="622909" y="115505"/>
                  </a:lnTo>
                  <a:lnTo>
                    <a:pt x="622909" y="110132"/>
                  </a:lnTo>
                  <a:lnTo>
                    <a:pt x="626946" y="102074"/>
                  </a:lnTo>
                  <a:lnTo>
                    <a:pt x="628291" y="95359"/>
                  </a:lnTo>
                  <a:lnTo>
                    <a:pt x="633673" y="92672"/>
                  </a:lnTo>
                  <a:lnTo>
                    <a:pt x="635018" y="84614"/>
                  </a:lnTo>
                  <a:lnTo>
                    <a:pt x="637709" y="80585"/>
                  </a:lnTo>
                  <a:lnTo>
                    <a:pt x="632327" y="83271"/>
                  </a:lnTo>
                  <a:lnTo>
                    <a:pt x="629636" y="76556"/>
                  </a:lnTo>
                  <a:lnTo>
                    <a:pt x="635018" y="72526"/>
                  </a:lnTo>
                  <a:lnTo>
                    <a:pt x="633673" y="67154"/>
                  </a:lnTo>
                  <a:lnTo>
                    <a:pt x="636363" y="67154"/>
                  </a:lnTo>
                  <a:lnTo>
                    <a:pt x="639054" y="65811"/>
                  </a:lnTo>
                  <a:lnTo>
                    <a:pt x="640400" y="68497"/>
                  </a:lnTo>
                  <a:lnTo>
                    <a:pt x="645781" y="68497"/>
                  </a:lnTo>
                  <a:lnTo>
                    <a:pt x="652508" y="65811"/>
                  </a:lnTo>
                  <a:lnTo>
                    <a:pt x="653854" y="60438"/>
                  </a:lnTo>
                  <a:lnTo>
                    <a:pt x="649817" y="56409"/>
                  </a:lnTo>
                  <a:lnTo>
                    <a:pt x="652508" y="53723"/>
                  </a:lnTo>
                  <a:lnTo>
                    <a:pt x="656544" y="55066"/>
                  </a:lnTo>
                  <a:lnTo>
                    <a:pt x="659235" y="45665"/>
                  </a:lnTo>
                  <a:lnTo>
                    <a:pt x="661925" y="44321"/>
                  </a:lnTo>
                  <a:lnTo>
                    <a:pt x="665961" y="38949"/>
                  </a:lnTo>
                  <a:lnTo>
                    <a:pt x="665961" y="36263"/>
                  </a:lnTo>
                  <a:lnTo>
                    <a:pt x="660580" y="33577"/>
                  </a:lnTo>
                  <a:lnTo>
                    <a:pt x="657890" y="38949"/>
                  </a:lnTo>
                  <a:lnTo>
                    <a:pt x="653854" y="36263"/>
                  </a:lnTo>
                  <a:lnTo>
                    <a:pt x="653854" y="28205"/>
                  </a:lnTo>
                  <a:lnTo>
                    <a:pt x="649817" y="29548"/>
                  </a:lnTo>
                  <a:lnTo>
                    <a:pt x="643090" y="37606"/>
                  </a:lnTo>
                  <a:lnTo>
                    <a:pt x="645781" y="38949"/>
                  </a:lnTo>
                  <a:lnTo>
                    <a:pt x="645781" y="41635"/>
                  </a:lnTo>
                  <a:lnTo>
                    <a:pt x="641745" y="44321"/>
                  </a:lnTo>
                  <a:lnTo>
                    <a:pt x="637709" y="41635"/>
                  </a:lnTo>
                  <a:lnTo>
                    <a:pt x="636363" y="38949"/>
                  </a:lnTo>
                  <a:lnTo>
                    <a:pt x="635018" y="36263"/>
                  </a:lnTo>
                  <a:lnTo>
                    <a:pt x="632327" y="38949"/>
                  </a:lnTo>
                  <a:lnTo>
                    <a:pt x="629636" y="40292"/>
                  </a:lnTo>
                  <a:lnTo>
                    <a:pt x="629636" y="36263"/>
                  </a:lnTo>
                  <a:lnTo>
                    <a:pt x="632327" y="33577"/>
                  </a:lnTo>
                  <a:lnTo>
                    <a:pt x="633673" y="30891"/>
                  </a:lnTo>
                  <a:lnTo>
                    <a:pt x="629636" y="32234"/>
                  </a:lnTo>
                  <a:lnTo>
                    <a:pt x="626946" y="36263"/>
                  </a:lnTo>
                  <a:lnTo>
                    <a:pt x="621564" y="37606"/>
                  </a:lnTo>
                  <a:lnTo>
                    <a:pt x="620219" y="40292"/>
                  </a:lnTo>
                  <a:lnTo>
                    <a:pt x="617528" y="40292"/>
                  </a:lnTo>
                  <a:lnTo>
                    <a:pt x="616182" y="38949"/>
                  </a:lnTo>
                  <a:lnTo>
                    <a:pt x="610801" y="37606"/>
                  </a:lnTo>
                  <a:lnTo>
                    <a:pt x="610801" y="34920"/>
                  </a:lnTo>
                  <a:lnTo>
                    <a:pt x="606765" y="29548"/>
                  </a:lnTo>
                  <a:lnTo>
                    <a:pt x="604074" y="29548"/>
                  </a:lnTo>
                  <a:lnTo>
                    <a:pt x="598693" y="32234"/>
                  </a:lnTo>
                  <a:lnTo>
                    <a:pt x="594657" y="30891"/>
                  </a:lnTo>
                  <a:lnTo>
                    <a:pt x="591966" y="32234"/>
                  </a:lnTo>
                  <a:lnTo>
                    <a:pt x="589275" y="28205"/>
                  </a:lnTo>
                  <a:lnTo>
                    <a:pt x="587930" y="28205"/>
                  </a:lnTo>
                  <a:lnTo>
                    <a:pt x="583894" y="22832"/>
                  </a:lnTo>
                  <a:lnTo>
                    <a:pt x="578512" y="25518"/>
                  </a:lnTo>
                  <a:lnTo>
                    <a:pt x="571785" y="24175"/>
                  </a:lnTo>
                  <a:lnTo>
                    <a:pt x="566404" y="21489"/>
                  </a:lnTo>
                  <a:lnTo>
                    <a:pt x="566404" y="18803"/>
                  </a:lnTo>
                  <a:lnTo>
                    <a:pt x="563713" y="13431"/>
                  </a:lnTo>
                  <a:lnTo>
                    <a:pt x="561022" y="13431"/>
                  </a:lnTo>
                  <a:lnTo>
                    <a:pt x="561022" y="16117"/>
                  </a:lnTo>
                  <a:lnTo>
                    <a:pt x="552950" y="18803"/>
                  </a:lnTo>
                  <a:lnTo>
                    <a:pt x="551604" y="13431"/>
                  </a:lnTo>
                  <a:lnTo>
                    <a:pt x="547568" y="12088"/>
                  </a:lnTo>
                  <a:lnTo>
                    <a:pt x="540842" y="8059"/>
                  </a:lnTo>
                  <a:lnTo>
                    <a:pt x="539497" y="10744"/>
                  </a:lnTo>
                  <a:lnTo>
                    <a:pt x="535460" y="8059"/>
                  </a:lnTo>
                  <a:lnTo>
                    <a:pt x="531424" y="10744"/>
                  </a:lnTo>
                  <a:lnTo>
                    <a:pt x="536806" y="14774"/>
                  </a:lnTo>
                  <a:lnTo>
                    <a:pt x="535460" y="16117"/>
                  </a:lnTo>
                  <a:lnTo>
                    <a:pt x="539497" y="17460"/>
                  </a:lnTo>
                  <a:lnTo>
                    <a:pt x="544878" y="14774"/>
                  </a:lnTo>
                  <a:lnTo>
                    <a:pt x="551604" y="21489"/>
                  </a:lnTo>
                  <a:lnTo>
                    <a:pt x="551604" y="25518"/>
                  </a:lnTo>
                  <a:lnTo>
                    <a:pt x="552950" y="33577"/>
                  </a:lnTo>
                  <a:lnTo>
                    <a:pt x="547568" y="33577"/>
                  </a:lnTo>
                  <a:lnTo>
                    <a:pt x="544878" y="40292"/>
                  </a:lnTo>
                  <a:lnTo>
                    <a:pt x="543533" y="36263"/>
                  </a:lnTo>
                  <a:lnTo>
                    <a:pt x="539497" y="34920"/>
                  </a:lnTo>
                  <a:lnTo>
                    <a:pt x="535460" y="37606"/>
                  </a:lnTo>
                  <a:lnTo>
                    <a:pt x="520661" y="38949"/>
                  </a:lnTo>
                  <a:lnTo>
                    <a:pt x="515279" y="33577"/>
                  </a:lnTo>
                  <a:lnTo>
                    <a:pt x="513934" y="36263"/>
                  </a:lnTo>
                  <a:lnTo>
                    <a:pt x="508552" y="37606"/>
                  </a:lnTo>
                  <a:lnTo>
                    <a:pt x="508552" y="42979"/>
                  </a:lnTo>
                  <a:lnTo>
                    <a:pt x="504516" y="41635"/>
                  </a:lnTo>
                  <a:lnTo>
                    <a:pt x="505862" y="48351"/>
                  </a:lnTo>
                  <a:lnTo>
                    <a:pt x="503171" y="45665"/>
                  </a:lnTo>
                  <a:lnTo>
                    <a:pt x="497789" y="44321"/>
                  </a:lnTo>
                  <a:lnTo>
                    <a:pt x="495098" y="48351"/>
                  </a:lnTo>
                  <a:lnTo>
                    <a:pt x="497789" y="51037"/>
                  </a:lnTo>
                  <a:lnTo>
                    <a:pt x="497789" y="53723"/>
                  </a:lnTo>
                  <a:lnTo>
                    <a:pt x="491062" y="51037"/>
                  </a:lnTo>
                  <a:lnTo>
                    <a:pt x="487027" y="55066"/>
                  </a:lnTo>
                  <a:lnTo>
                    <a:pt x="489717" y="57752"/>
                  </a:lnTo>
                  <a:lnTo>
                    <a:pt x="487027" y="59095"/>
                  </a:lnTo>
                  <a:lnTo>
                    <a:pt x="482991" y="61782"/>
                  </a:lnTo>
                  <a:lnTo>
                    <a:pt x="482991" y="64468"/>
                  </a:lnTo>
                  <a:lnTo>
                    <a:pt x="487027" y="68497"/>
                  </a:lnTo>
                  <a:lnTo>
                    <a:pt x="488372" y="71183"/>
                  </a:lnTo>
                  <a:lnTo>
                    <a:pt x="482991" y="68497"/>
                  </a:lnTo>
                  <a:lnTo>
                    <a:pt x="480300" y="72526"/>
                  </a:lnTo>
                  <a:lnTo>
                    <a:pt x="474918" y="72526"/>
                  </a:lnTo>
                  <a:lnTo>
                    <a:pt x="470882" y="79241"/>
                  </a:lnTo>
                  <a:lnTo>
                    <a:pt x="466846" y="87300"/>
                  </a:lnTo>
                  <a:lnTo>
                    <a:pt x="462810" y="88643"/>
                  </a:lnTo>
                  <a:lnTo>
                    <a:pt x="461464" y="95359"/>
                  </a:lnTo>
                  <a:lnTo>
                    <a:pt x="457428" y="98044"/>
                  </a:lnTo>
                  <a:lnTo>
                    <a:pt x="461464" y="102074"/>
                  </a:lnTo>
                  <a:lnTo>
                    <a:pt x="469537" y="103417"/>
                  </a:lnTo>
                  <a:lnTo>
                    <a:pt x="466846" y="104760"/>
                  </a:lnTo>
                  <a:lnTo>
                    <a:pt x="464155" y="107446"/>
                  </a:lnTo>
                  <a:lnTo>
                    <a:pt x="474918" y="111475"/>
                  </a:lnTo>
                  <a:lnTo>
                    <a:pt x="470882" y="112818"/>
                  </a:lnTo>
                  <a:lnTo>
                    <a:pt x="464155" y="112818"/>
                  </a:lnTo>
                  <a:lnTo>
                    <a:pt x="462810" y="108789"/>
                  </a:lnTo>
                  <a:lnTo>
                    <a:pt x="462810" y="112818"/>
                  </a:lnTo>
                  <a:lnTo>
                    <a:pt x="466846" y="115505"/>
                  </a:lnTo>
                  <a:lnTo>
                    <a:pt x="466846" y="120877"/>
                  </a:lnTo>
                  <a:lnTo>
                    <a:pt x="470882" y="127592"/>
                  </a:lnTo>
                  <a:lnTo>
                    <a:pt x="464155" y="122220"/>
                  </a:lnTo>
                  <a:lnTo>
                    <a:pt x="460119" y="114162"/>
                  </a:lnTo>
                  <a:lnTo>
                    <a:pt x="456083" y="114162"/>
                  </a:lnTo>
                  <a:lnTo>
                    <a:pt x="456083" y="116848"/>
                  </a:lnTo>
                  <a:lnTo>
                    <a:pt x="453392" y="120877"/>
                  </a:lnTo>
                  <a:lnTo>
                    <a:pt x="453392" y="116848"/>
                  </a:lnTo>
                  <a:lnTo>
                    <a:pt x="441283" y="108789"/>
                  </a:lnTo>
                  <a:lnTo>
                    <a:pt x="433211" y="111475"/>
                  </a:lnTo>
                  <a:lnTo>
                    <a:pt x="435902" y="114162"/>
                  </a:lnTo>
                  <a:lnTo>
                    <a:pt x="433211" y="116848"/>
                  </a:lnTo>
                  <a:lnTo>
                    <a:pt x="430521" y="114162"/>
                  </a:lnTo>
                  <a:lnTo>
                    <a:pt x="429175" y="114162"/>
                  </a:lnTo>
                  <a:lnTo>
                    <a:pt x="426485" y="118191"/>
                  </a:lnTo>
                  <a:lnTo>
                    <a:pt x="430521" y="122220"/>
                  </a:lnTo>
                  <a:lnTo>
                    <a:pt x="429175" y="124906"/>
                  </a:lnTo>
                  <a:lnTo>
                    <a:pt x="427830" y="123563"/>
                  </a:lnTo>
                  <a:lnTo>
                    <a:pt x="425140" y="123563"/>
                  </a:lnTo>
                  <a:lnTo>
                    <a:pt x="425140" y="126249"/>
                  </a:lnTo>
                  <a:lnTo>
                    <a:pt x="421103" y="128935"/>
                  </a:lnTo>
                  <a:lnTo>
                    <a:pt x="413031" y="130279"/>
                  </a:lnTo>
                  <a:lnTo>
                    <a:pt x="418413" y="127592"/>
                  </a:lnTo>
                  <a:lnTo>
                    <a:pt x="422449" y="122220"/>
                  </a:lnTo>
                  <a:lnTo>
                    <a:pt x="422449" y="114162"/>
                  </a:lnTo>
                  <a:lnTo>
                    <a:pt x="426485" y="108789"/>
                  </a:lnTo>
                  <a:lnTo>
                    <a:pt x="423794" y="106103"/>
                  </a:lnTo>
                  <a:lnTo>
                    <a:pt x="419758" y="106103"/>
                  </a:lnTo>
                  <a:lnTo>
                    <a:pt x="413031" y="92672"/>
                  </a:lnTo>
                  <a:lnTo>
                    <a:pt x="408995" y="85957"/>
                  </a:lnTo>
                  <a:lnTo>
                    <a:pt x="400922" y="84614"/>
                  </a:lnTo>
                  <a:lnTo>
                    <a:pt x="396886" y="80585"/>
                  </a:lnTo>
                  <a:lnTo>
                    <a:pt x="392850" y="83271"/>
                  </a:lnTo>
                  <a:lnTo>
                    <a:pt x="395541" y="85957"/>
                  </a:lnTo>
                  <a:lnTo>
                    <a:pt x="392850" y="87300"/>
                  </a:lnTo>
                  <a:lnTo>
                    <a:pt x="388814" y="92672"/>
                  </a:lnTo>
                  <a:lnTo>
                    <a:pt x="386123" y="91329"/>
                  </a:lnTo>
                  <a:lnTo>
                    <a:pt x="386123" y="88643"/>
                  </a:lnTo>
                  <a:lnTo>
                    <a:pt x="382087" y="89986"/>
                  </a:lnTo>
                  <a:lnTo>
                    <a:pt x="380741" y="92672"/>
                  </a:lnTo>
                  <a:lnTo>
                    <a:pt x="376705" y="85957"/>
                  </a:lnTo>
                  <a:lnTo>
                    <a:pt x="374015" y="84614"/>
                  </a:lnTo>
                  <a:lnTo>
                    <a:pt x="374015" y="88643"/>
                  </a:lnTo>
                  <a:lnTo>
                    <a:pt x="376705" y="91329"/>
                  </a:lnTo>
                  <a:lnTo>
                    <a:pt x="372670" y="95359"/>
                  </a:lnTo>
                  <a:lnTo>
                    <a:pt x="369979" y="100731"/>
                  </a:lnTo>
                  <a:lnTo>
                    <a:pt x="372670" y="103417"/>
                  </a:lnTo>
                  <a:lnTo>
                    <a:pt x="367288" y="106103"/>
                  </a:lnTo>
                  <a:lnTo>
                    <a:pt x="364598" y="102074"/>
                  </a:lnTo>
                  <a:lnTo>
                    <a:pt x="361907" y="102074"/>
                  </a:lnTo>
                  <a:lnTo>
                    <a:pt x="360561" y="99388"/>
                  </a:lnTo>
                  <a:lnTo>
                    <a:pt x="364598" y="95359"/>
                  </a:lnTo>
                  <a:lnTo>
                    <a:pt x="360561" y="95359"/>
                  </a:lnTo>
                  <a:lnTo>
                    <a:pt x="359216" y="100731"/>
                  </a:lnTo>
                  <a:lnTo>
                    <a:pt x="352489" y="102074"/>
                  </a:lnTo>
                  <a:lnTo>
                    <a:pt x="351144" y="106103"/>
                  </a:lnTo>
                  <a:lnTo>
                    <a:pt x="349798" y="111475"/>
                  </a:lnTo>
                  <a:lnTo>
                    <a:pt x="357871" y="114162"/>
                  </a:lnTo>
                  <a:lnTo>
                    <a:pt x="351144" y="119534"/>
                  </a:lnTo>
                  <a:lnTo>
                    <a:pt x="345762" y="116848"/>
                  </a:lnTo>
                  <a:lnTo>
                    <a:pt x="340380" y="120877"/>
                  </a:lnTo>
                  <a:lnTo>
                    <a:pt x="340380" y="124906"/>
                  </a:lnTo>
                  <a:lnTo>
                    <a:pt x="348453" y="124906"/>
                  </a:lnTo>
                  <a:lnTo>
                    <a:pt x="345762" y="128935"/>
                  </a:lnTo>
                  <a:lnTo>
                    <a:pt x="341726" y="130279"/>
                  </a:lnTo>
                  <a:lnTo>
                    <a:pt x="336344" y="123563"/>
                  </a:lnTo>
                  <a:lnTo>
                    <a:pt x="332308" y="128935"/>
                  </a:lnTo>
                  <a:lnTo>
                    <a:pt x="328272" y="130279"/>
                  </a:lnTo>
                  <a:lnTo>
                    <a:pt x="328272" y="134308"/>
                  </a:lnTo>
                  <a:lnTo>
                    <a:pt x="329617" y="136994"/>
                  </a:lnTo>
                  <a:lnTo>
                    <a:pt x="329617" y="141023"/>
                  </a:lnTo>
                  <a:lnTo>
                    <a:pt x="333653" y="139680"/>
                  </a:lnTo>
                  <a:lnTo>
                    <a:pt x="329617" y="145052"/>
                  </a:lnTo>
                  <a:lnTo>
                    <a:pt x="332308" y="147738"/>
                  </a:lnTo>
                  <a:lnTo>
                    <a:pt x="328272" y="150425"/>
                  </a:lnTo>
                  <a:lnTo>
                    <a:pt x="325581" y="154454"/>
                  </a:lnTo>
                  <a:lnTo>
                    <a:pt x="333653" y="155797"/>
                  </a:lnTo>
                  <a:lnTo>
                    <a:pt x="328272" y="158483"/>
                  </a:lnTo>
                  <a:lnTo>
                    <a:pt x="326926" y="161169"/>
                  </a:lnTo>
                  <a:lnTo>
                    <a:pt x="321545" y="159826"/>
                  </a:lnTo>
                  <a:lnTo>
                    <a:pt x="318854" y="155797"/>
                  </a:lnTo>
                  <a:lnTo>
                    <a:pt x="314818" y="153111"/>
                  </a:lnTo>
                  <a:lnTo>
                    <a:pt x="310783" y="155797"/>
                  </a:lnTo>
                  <a:lnTo>
                    <a:pt x="309437" y="153111"/>
                  </a:lnTo>
                  <a:lnTo>
                    <a:pt x="304056" y="149082"/>
                  </a:lnTo>
                  <a:lnTo>
                    <a:pt x="301365" y="153111"/>
                  </a:lnTo>
                  <a:lnTo>
                    <a:pt x="308092" y="157140"/>
                  </a:lnTo>
                  <a:lnTo>
                    <a:pt x="305401" y="158483"/>
                  </a:lnTo>
                  <a:lnTo>
                    <a:pt x="302710" y="163856"/>
                  </a:lnTo>
                  <a:lnTo>
                    <a:pt x="308092" y="167885"/>
                  </a:lnTo>
                  <a:lnTo>
                    <a:pt x="313473" y="167885"/>
                  </a:lnTo>
                  <a:lnTo>
                    <a:pt x="310783" y="171914"/>
                  </a:lnTo>
                  <a:lnTo>
                    <a:pt x="310783" y="177286"/>
                  </a:lnTo>
                  <a:lnTo>
                    <a:pt x="308092" y="174600"/>
                  </a:lnTo>
                  <a:lnTo>
                    <a:pt x="305401" y="174600"/>
                  </a:lnTo>
                  <a:lnTo>
                    <a:pt x="306746" y="179972"/>
                  </a:lnTo>
                  <a:lnTo>
                    <a:pt x="304056" y="186688"/>
                  </a:lnTo>
                  <a:lnTo>
                    <a:pt x="304056" y="193403"/>
                  </a:lnTo>
                  <a:lnTo>
                    <a:pt x="295983" y="174600"/>
                  </a:lnTo>
                  <a:lnTo>
                    <a:pt x="289256" y="163856"/>
                  </a:lnTo>
                  <a:lnTo>
                    <a:pt x="286565" y="159826"/>
                  </a:lnTo>
                  <a:lnTo>
                    <a:pt x="287911" y="154454"/>
                  </a:lnTo>
                  <a:lnTo>
                    <a:pt x="286565" y="157140"/>
                  </a:lnTo>
                  <a:lnTo>
                    <a:pt x="281184" y="161169"/>
                  </a:lnTo>
                  <a:lnTo>
                    <a:pt x="279838" y="167885"/>
                  </a:lnTo>
                  <a:lnTo>
                    <a:pt x="275802" y="169228"/>
                  </a:lnTo>
                  <a:lnTo>
                    <a:pt x="274457" y="171914"/>
                  </a:lnTo>
                  <a:lnTo>
                    <a:pt x="269075" y="171914"/>
                  </a:lnTo>
                  <a:lnTo>
                    <a:pt x="266384" y="174600"/>
                  </a:lnTo>
                  <a:lnTo>
                    <a:pt x="262348" y="178629"/>
                  </a:lnTo>
                  <a:lnTo>
                    <a:pt x="263694" y="185344"/>
                  </a:lnTo>
                  <a:lnTo>
                    <a:pt x="263694" y="198775"/>
                  </a:lnTo>
                  <a:lnTo>
                    <a:pt x="266384" y="200118"/>
                  </a:lnTo>
                  <a:lnTo>
                    <a:pt x="266384" y="205491"/>
                  </a:lnTo>
                  <a:lnTo>
                    <a:pt x="261003" y="208177"/>
                  </a:lnTo>
                  <a:lnTo>
                    <a:pt x="258312" y="213549"/>
                  </a:lnTo>
                  <a:lnTo>
                    <a:pt x="251586" y="214892"/>
                  </a:lnTo>
                  <a:lnTo>
                    <a:pt x="251586" y="217579"/>
                  </a:lnTo>
                  <a:lnTo>
                    <a:pt x="246204" y="221608"/>
                  </a:lnTo>
                  <a:lnTo>
                    <a:pt x="246204" y="228323"/>
                  </a:lnTo>
                  <a:lnTo>
                    <a:pt x="242168" y="231009"/>
                  </a:lnTo>
                  <a:lnTo>
                    <a:pt x="234096" y="243097"/>
                  </a:lnTo>
                  <a:lnTo>
                    <a:pt x="219296" y="252498"/>
                  </a:lnTo>
                  <a:lnTo>
                    <a:pt x="205842" y="253841"/>
                  </a:lnTo>
                  <a:lnTo>
                    <a:pt x="200461" y="255185"/>
                  </a:lnTo>
                  <a:lnTo>
                    <a:pt x="192389" y="255185"/>
                  </a:lnTo>
                  <a:lnTo>
                    <a:pt x="185662" y="257871"/>
                  </a:lnTo>
                  <a:lnTo>
                    <a:pt x="180281" y="255185"/>
                  </a:lnTo>
                  <a:lnTo>
                    <a:pt x="172208" y="259214"/>
                  </a:lnTo>
                  <a:lnTo>
                    <a:pt x="170863" y="263243"/>
                  </a:lnTo>
                  <a:lnTo>
                    <a:pt x="165481" y="265929"/>
                  </a:lnTo>
                  <a:lnTo>
                    <a:pt x="147991" y="265929"/>
                  </a:lnTo>
                  <a:lnTo>
                    <a:pt x="143955" y="268615"/>
                  </a:lnTo>
                  <a:lnTo>
                    <a:pt x="142610" y="272644"/>
                  </a:lnTo>
                  <a:lnTo>
                    <a:pt x="131847" y="276674"/>
                  </a:lnTo>
                  <a:lnTo>
                    <a:pt x="123775" y="276674"/>
                  </a:lnTo>
                  <a:lnTo>
                    <a:pt x="119739" y="275331"/>
                  </a:lnTo>
                  <a:lnTo>
                    <a:pt x="115703" y="275331"/>
                  </a:lnTo>
                  <a:lnTo>
                    <a:pt x="114357" y="272644"/>
                  </a:lnTo>
                  <a:lnTo>
                    <a:pt x="110321" y="275331"/>
                  </a:lnTo>
                  <a:lnTo>
                    <a:pt x="106285" y="280703"/>
                  </a:lnTo>
                  <a:lnTo>
                    <a:pt x="94176" y="283389"/>
                  </a:lnTo>
                  <a:lnTo>
                    <a:pt x="94176" y="284732"/>
                  </a:lnTo>
                  <a:lnTo>
                    <a:pt x="90140" y="284732"/>
                  </a:lnTo>
                  <a:lnTo>
                    <a:pt x="82068" y="292791"/>
                  </a:lnTo>
                  <a:lnTo>
                    <a:pt x="71305" y="298163"/>
                  </a:lnTo>
                  <a:lnTo>
                    <a:pt x="56506" y="302192"/>
                  </a:lnTo>
                  <a:lnTo>
                    <a:pt x="49779" y="311594"/>
                  </a:lnTo>
                  <a:lnTo>
                    <a:pt x="49779" y="319652"/>
                  </a:lnTo>
                  <a:lnTo>
                    <a:pt x="43052" y="325025"/>
                  </a:lnTo>
                  <a:lnTo>
                    <a:pt x="39016" y="322338"/>
                  </a:lnTo>
                  <a:lnTo>
                    <a:pt x="41707" y="319652"/>
                  </a:lnTo>
                  <a:lnTo>
                    <a:pt x="40361" y="315623"/>
                  </a:lnTo>
                  <a:lnTo>
                    <a:pt x="43052" y="308908"/>
                  </a:lnTo>
                  <a:lnTo>
                    <a:pt x="43052" y="303535"/>
                  </a:lnTo>
                  <a:lnTo>
                    <a:pt x="34980" y="310251"/>
                  </a:lnTo>
                  <a:lnTo>
                    <a:pt x="33634" y="318309"/>
                  </a:lnTo>
                  <a:lnTo>
                    <a:pt x="26908" y="329054"/>
                  </a:lnTo>
                  <a:lnTo>
                    <a:pt x="30943" y="337112"/>
                  </a:lnTo>
                  <a:lnTo>
                    <a:pt x="28253" y="343828"/>
                  </a:lnTo>
                  <a:lnTo>
                    <a:pt x="28253" y="355915"/>
                  </a:lnTo>
                  <a:lnTo>
                    <a:pt x="18836" y="368003"/>
                  </a:lnTo>
                  <a:lnTo>
                    <a:pt x="14800" y="385463"/>
                  </a:lnTo>
                  <a:lnTo>
                    <a:pt x="17490" y="393521"/>
                  </a:lnTo>
                  <a:lnTo>
                    <a:pt x="16145" y="406952"/>
                  </a:lnTo>
                  <a:lnTo>
                    <a:pt x="25562" y="421726"/>
                  </a:lnTo>
                  <a:lnTo>
                    <a:pt x="25562" y="427098"/>
                  </a:lnTo>
                  <a:lnTo>
                    <a:pt x="29598" y="432471"/>
                  </a:lnTo>
                  <a:lnTo>
                    <a:pt x="25562" y="439186"/>
                  </a:lnTo>
                  <a:lnTo>
                    <a:pt x="28253" y="445902"/>
                  </a:lnTo>
                  <a:lnTo>
                    <a:pt x="22872" y="448588"/>
                  </a:lnTo>
                  <a:lnTo>
                    <a:pt x="20181" y="444559"/>
                  </a:lnTo>
                  <a:lnTo>
                    <a:pt x="20181" y="435157"/>
                  </a:lnTo>
                  <a:lnTo>
                    <a:pt x="16145" y="440529"/>
                  </a:lnTo>
                  <a:lnTo>
                    <a:pt x="14800" y="437843"/>
                  </a:lnTo>
                  <a:lnTo>
                    <a:pt x="14800" y="429785"/>
                  </a:lnTo>
                  <a:lnTo>
                    <a:pt x="9418" y="419040"/>
                  </a:lnTo>
                  <a:lnTo>
                    <a:pt x="6727" y="424412"/>
                  </a:lnTo>
                  <a:lnTo>
                    <a:pt x="8073" y="436500"/>
                  </a:lnTo>
                  <a:lnTo>
                    <a:pt x="14800" y="443215"/>
                  </a:lnTo>
                  <a:lnTo>
                    <a:pt x="20181" y="452617"/>
                  </a:lnTo>
                  <a:lnTo>
                    <a:pt x="12109" y="453960"/>
                  </a:lnTo>
                  <a:lnTo>
                    <a:pt x="6727" y="445902"/>
                  </a:lnTo>
                  <a:lnTo>
                    <a:pt x="5382" y="436500"/>
                  </a:lnTo>
                  <a:lnTo>
                    <a:pt x="2691" y="440529"/>
                  </a:lnTo>
                  <a:lnTo>
                    <a:pt x="0" y="441872"/>
                  </a:lnTo>
                  <a:lnTo>
                    <a:pt x="4036" y="451274"/>
                  </a:lnTo>
                  <a:lnTo>
                    <a:pt x="13454" y="462018"/>
                  </a:lnTo>
                  <a:lnTo>
                    <a:pt x="18836" y="476792"/>
                  </a:lnTo>
                  <a:lnTo>
                    <a:pt x="17490" y="503654"/>
                  </a:lnTo>
                  <a:lnTo>
                    <a:pt x="21527" y="507683"/>
                  </a:lnTo>
                  <a:lnTo>
                    <a:pt x="24217" y="522457"/>
                  </a:lnTo>
                  <a:lnTo>
                    <a:pt x="32289" y="542603"/>
                  </a:lnTo>
                  <a:lnTo>
                    <a:pt x="29598" y="549318"/>
                  </a:lnTo>
                  <a:lnTo>
                    <a:pt x="29598" y="577523"/>
                  </a:lnTo>
                  <a:lnTo>
                    <a:pt x="29598" y="581552"/>
                  </a:lnTo>
                  <a:lnTo>
                    <a:pt x="32289" y="589611"/>
                  </a:lnTo>
                  <a:lnTo>
                    <a:pt x="30943" y="599012"/>
                  </a:lnTo>
                  <a:lnTo>
                    <a:pt x="36325" y="612443"/>
                  </a:lnTo>
                  <a:lnTo>
                    <a:pt x="37670" y="617815"/>
                  </a:lnTo>
                  <a:lnTo>
                    <a:pt x="32289" y="621844"/>
                  </a:lnTo>
                  <a:lnTo>
                    <a:pt x="34980" y="624531"/>
                  </a:lnTo>
                  <a:lnTo>
                    <a:pt x="33634" y="631246"/>
                  </a:lnTo>
                  <a:lnTo>
                    <a:pt x="32289" y="643334"/>
                  </a:lnTo>
                  <a:lnTo>
                    <a:pt x="26908" y="647363"/>
                  </a:lnTo>
                  <a:lnTo>
                    <a:pt x="29598" y="650049"/>
                  </a:lnTo>
                  <a:lnTo>
                    <a:pt x="26908" y="656765"/>
                  </a:lnTo>
                  <a:lnTo>
                    <a:pt x="22872" y="660794"/>
                  </a:lnTo>
                  <a:lnTo>
                    <a:pt x="24217" y="667509"/>
                  </a:lnTo>
                  <a:lnTo>
                    <a:pt x="16145" y="672882"/>
                  </a:lnTo>
                  <a:lnTo>
                    <a:pt x="12109" y="670195"/>
                  </a:lnTo>
                  <a:lnTo>
                    <a:pt x="5382" y="67959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831" name="Graphic 5">
            <a:extLst>
              <a:ext uri="{FF2B5EF4-FFF2-40B4-BE49-F238E27FC236}">
                <a16:creationId xmlns:a16="http://schemas.microsoft.com/office/drawing/2014/main" id="{C85896E9-3ADB-8F83-AD51-03F1BA5A4EDC}"/>
              </a:ext>
            </a:extLst>
          </p:cNvPr>
          <p:cNvGrpSpPr/>
          <p:nvPr/>
        </p:nvGrpSpPr>
        <p:grpSpPr>
          <a:xfrm>
            <a:off x="11426286" y="5731713"/>
            <a:ext cx="418412" cy="537230"/>
            <a:chOff x="11426286" y="5731713"/>
            <a:chExt cx="418412" cy="537230"/>
          </a:xfrm>
          <a:solidFill>
            <a:srgbClr val="E5E5E4"/>
          </a:solidFill>
        </p:grpSpPr>
        <p:sp>
          <p:nvSpPr>
            <p:cNvPr id="832" name="Freeform 831">
              <a:extLst>
                <a:ext uri="{FF2B5EF4-FFF2-40B4-BE49-F238E27FC236}">
                  <a16:creationId xmlns:a16="http://schemas.microsoft.com/office/drawing/2014/main" id="{9FA996C0-D259-2A43-9E01-DCCA68518D57}"/>
                </a:ext>
              </a:extLst>
            </p:cNvPr>
            <p:cNvSpPr/>
            <p:nvPr/>
          </p:nvSpPr>
          <p:spPr>
            <a:xfrm>
              <a:off x="11428976" y="6193731"/>
              <a:ext cx="5381" cy="4029"/>
            </a:xfrm>
            <a:custGeom>
              <a:avLst/>
              <a:gdLst>
                <a:gd name="connsiteX0" fmla="*/ 1345 w 5381"/>
                <a:gd name="connsiteY0" fmla="*/ 2686 h 4029"/>
                <a:gd name="connsiteX1" fmla="*/ 4036 w 5381"/>
                <a:gd name="connsiteY1" fmla="*/ 4029 h 4029"/>
                <a:gd name="connsiteX2" fmla="*/ 5382 w 5381"/>
                <a:gd name="connsiteY2" fmla="*/ 2686 h 4029"/>
                <a:gd name="connsiteX3" fmla="*/ 5382 w 5381"/>
                <a:gd name="connsiteY3" fmla="*/ 0 h 4029"/>
                <a:gd name="connsiteX4" fmla="*/ 1345 w 5381"/>
                <a:gd name="connsiteY4" fmla="*/ 0 h 4029"/>
                <a:gd name="connsiteX5" fmla="*/ 0 w 5381"/>
                <a:gd name="connsiteY5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4029">
                  <a:moveTo>
                    <a:pt x="1345" y="2686"/>
                  </a:moveTo>
                  <a:lnTo>
                    <a:pt x="4036" y="4029"/>
                  </a:lnTo>
                  <a:lnTo>
                    <a:pt x="5382" y="2686"/>
                  </a:lnTo>
                  <a:lnTo>
                    <a:pt x="5382" y="0"/>
                  </a:lnTo>
                  <a:lnTo>
                    <a:pt x="1345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3" name="Freeform 832">
              <a:extLst>
                <a:ext uri="{FF2B5EF4-FFF2-40B4-BE49-F238E27FC236}">
                  <a16:creationId xmlns:a16="http://schemas.microsoft.com/office/drawing/2014/main" id="{B2E2D733-9A56-0111-4EA7-C3E51EC089C8}"/>
                </a:ext>
              </a:extLst>
            </p:cNvPr>
            <p:cNvSpPr/>
            <p:nvPr/>
          </p:nvSpPr>
          <p:spPr>
            <a:xfrm>
              <a:off x="11763976" y="5844531"/>
              <a:ext cx="4035" cy="2686"/>
            </a:xfrm>
            <a:custGeom>
              <a:avLst/>
              <a:gdLst>
                <a:gd name="connsiteX0" fmla="*/ 0 w 4035"/>
                <a:gd name="connsiteY0" fmla="*/ 0 h 2686"/>
                <a:gd name="connsiteX1" fmla="*/ 4036 w 4035"/>
                <a:gd name="connsiteY1" fmla="*/ 0 h 2686"/>
                <a:gd name="connsiteX2" fmla="*/ 4036 w 4035"/>
                <a:gd name="connsiteY2" fmla="*/ 2686 h 2686"/>
                <a:gd name="connsiteX3" fmla="*/ 1345 w 4035"/>
                <a:gd name="connsiteY3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2686">
                  <a:moveTo>
                    <a:pt x="0" y="0"/>
                  </a:moveTo>
                  <a:lnTo>
                    <a:pt x="4036" y="0"/>
                  </a:lnTo>
                  <a:lnTo>
                    <a:pt x="4036" y="2686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4" name="Freeform 833">
              <a:extLst>
                <a:ext uri="{FF2B5EF4-FFF2-40B4-BE49-F238E27FC236}">
                  <a16:creationId xmlns:a16="http://schemas.microsoft.com/office/drawing/2014/main" id="{A6FCAB65-1A33-C24E-DD17-7273004FCD03}"/>
                </a:ext>
              </a:extLst>
            </p:cNvPr>
            <p:cNvSpPr/>
            <p:nvPr/>
          </p:nvSpPr>
          <p:spPr>
            <a:xfrm>
              <a:off x="11770702" y="5820356"/>
              <a:ext cx="1345" cy="2685"/>
            </a:xfrm>
            <a:custGeom>
              <a:avLst/>
              <a:gdLst>
                <a:gd name="connsiteX0" fmla="*/ 1345 w 1345"/>
                <a:gd name="connsiteY0" fmla="*/ 2686 h 2685"/>
                <a:gd name="connsiteX1" fmla="*/ 0 w 1345"/>
                <a:gd name="connsiteY1" fmla="*/ 0 h 2685"/>
                <a:gd name="connsiteX2" fmla="*/ 1345 w 1345"/>
                <a:gd name="connsiteY2" fmla="*/ 0 h 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" h="2685">
                  <a:moveTo>
                    <a:pt x="1345" y="2686"/>
                  </a:moveTo>
                  <a:lnTo>
                    <a:pt x="0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5" name="Freeform 834">
              <a:extLst>
                <a:ext uri="{FF2B5EF4-FFF2-40B4-BE49-F238E27FC236}">
                  <a16:creationId xmlns:a16="http://schemas.microsoft.com/office/drawing/2014/main" id="{D4636DDD-3622-3C80-862E-A764C9C9EC49}"/>
                </a:ext>
              </a:extLst>
            </p:cNvPr>
            <p:cNvSpPr/>
            <p:nvPr/>
          </p:nvSpPr>
          <p:spPr>
            <a:xfrm>
              <a:off x="11777429" y="5813641"/>
              <a:ext cx="5381" cy="10744"/>
            </a:xfrm>
            <a:custGeom>
              <a:avLst/>
              <a:gdLst>
                <a:gd name="connsiteX0" fmla="*/ 2690 w 5381"/>
                <a:gd name="connsiteY0" fmla="*/ 10744 h 10744"/>
                <a:gd name="connsiteX1" fmla="*/ 0 w 5381"/>
                <a:gd name="connsiteY1" fmla="*/ 6715 h 10744"/>
                <a:gd name="connsiteX2" fmla="*/ 2690 w 5381"/>
                <a:gd name="connsiteY2" fmla="*/ 0 h 10744"/>
                <a:gd name="connsiteX3" fmla="*/ 4036 w 5381"/>
                <a:gd name="connsiteY3" fmla="*/ 4029 h 10744"/>
                <a:gd name="connsiteX4" fmla="*/ 5381 w 5381"/>
                <a:gd name="connsiteY4" fmla="*/ 6715 h 10744"/>
                <a:gd name="connsiteX5" fmla="*/ 4036 w 5381"/>
                <a:gd name="connsiteY5" fmla="*/ 8059 h 10744"/>
                <a:gd name="connsiteX6" fmla="*/ 4036 w 5381"/>
                <a:gd name="connsiteY6" fmla="*/ 10744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10744">
                  <a:moveTo>
                    <a:pt x="2690" y="10744"/>
                  </a:moveTo>
                  <a:lnTo>
                    <a:pt x="0" y="6715"/>
                  </a:lnTo>
                  <a:lnTo>
                    <a:pt x="2690" y="0"/>
                  </a:lnTo>
                  <a:lnTo>
                    <a:pt x="4036" y="4029"/>
                  </a:lnTo>
                  <a:lnTo>
                    <a:pt x="5381" y="6715"/>
                  </a:lnTo>
                  <a:lnTo>
                    <a:pt x="4036" y="8059"/>
                  </a:lnTo>
                  <a:lnTo>
                    <a:pt x="4036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6" name="Freeform 835">
              <a:extLst>
                <a:ext uri="{FF2B5EF4-FFF2-40B4-BE49-F238E27FC236}">
                  <a16:creationId xmlns:a16="http://schemas.microsoft.com/office/drawing/2014/main" id="{ECCF34CE-FF46-CC91-6DC9-46B633CF1E16}"/>
                </a:ext>
              </a:extLst>
            </p:cNvPr>
            <p:cNvSpPr/>
            <p:nvPr/>
          </p:nvSpPr>
          <p:spPr>
            <a:xfrm>
              <a:off x="11695361" y="5731713"/>
              <a:ext cx="149337" cy="307564"/>
            </a:xfrm>
            <a:custGeom>
              <a:avLst/>
              <a:gdLst>
                <a:gd name="connsiteX0" fmla="*/ 1346 w 149337"/>
                <a:gd name="connsiteY0" fmla="*/ 295477 h 307564"/>
                <a:gd name="connsiteX1" fmla="*/ 5382 w 149337"/>
                <a:gd name="connsiteY1" fmla="*/ 296820 h 307564"/>
                <a:gd name="connsiteX2" fmla="*/ 6727 w 149337"/>
                <a:gd name="connsiteY2" fmla="*/ 294134 h 307564"/>
                <a:gd name="connsiteX3" fmla="*/ 9418 w 149337"/>
                <a:gd name="connsiteY3" fmla="*/ 294134 h 307564"/>
                <a:gd name="connsiteX4" fmla="*/ 9418 w 149337"/>
                <a:gd name="connsiteY4" fmla="*/ 298163 h 307564"/>
                <a:gd name="connsiteX5" fmla="*/ 9418 w 149337"/>
                <a:gd name="connsiteY5" fmla="*/ 300849 h 307564"/>
                <a:gd name="connsiteX6" fmla="*/ 10763 w 149337"/>
                <a:gd name="connsiteY6" fmla="*/ 300849 h 307564"/>
                <a:gd name="connsiteX7" fmla="*/ 12109 w 149337"/>
                <a:gd name="connsiteY7" fmla="*/ 300849 h 307564"/>
                <a:gd name="connsiteX8" fmla="*/ 13454 w 149337"/>
                <a:gd name="connsiteY8" fmla="*/ 302192 h 307564"/>
                <a:gd name="connsiteX9" fmla="*/ 13454 w 149337"/>
                <a:gd name="connsiteY9" fmla="*/ 306221 h 307564"/>
                <a:gd name="connsiteX10" fmla="*/ 14800 w 149337"/>
                <a:gd name="connsiteY10" fmla="*/ 307565 h 307564"/>
                <a:gd name="connsiteX11" fmla="*/ 18836 w 149337"/>
                <a:gd name="connsiteY11" fmla="*/ 307565 h 307564"/>
                <a:gd name="connsiteX12" fmla="*/ 28253 w 149337"/>
                <a:gd name="connsiteY12" fmla="*/ 300849 h 307564"/>
                <a:gd name="connsiteX13" fmla="*/ 36325 w 149337"/>
                <a:gd name="connsiteY13" fmla="*/ 294134 h 307564"/>
                <a:gd name="connsiteX14" fmla="*/ 44397 w 149337"/>
                <a:gd name="connsiteY14" fmla="*/ 286075 h 307564"/>
                <a:gd name="connsiteX15" fmla="*/ 51124 w 149337"/>
                <a:gd name="connsiteY15" fmla="*/ 278017 h 307564"/>
                <a:gd name="connsiteX16" fmla="*/ 60542 w 149337"/>
                <a:gd name="connsiteY16" fmla="*/ 267272 h 307564"/>
                <a:gd name="connsiteX17" fmla="*/ 65924 w 149337"/>
                <a:gd name="connsiteY17" fmla="*/ 263243 h 307564"/>
                <a:gd name="connsiteX18" fmla="*/ 68615 w 149337"/>
                <a:gd name="connsiteY18" fmla="*/ 263243 h 307564"/>
                <a:gd name="connsiteX19" fmla="*/ 69960 w 149337"/>
                <a:gd name="connsiteY19" fmla="*/ 260557 h 307564"/>
                <a:gd name="connsiteX20" fmla="*/ 71305 w 149337"/>
                <a:gd name="connsiteY20" fmla="*/ 256528 h 307564"/>
                <a:gd name="connsiteX21" fmla="*/ 72651 w 149337"/>
                <a:gd name="connsiteY21" fmla="*/ 253841 h 307564"/>
                <a:gd name="connsiteX22" fmla="*/ 78032 w 149337"/>
                <a:gd name="connsiteY22" fmla="*/ 252498 h 307564"/>
                <a:gd name="connsiteX23" fmla="*/ 80723 w 149337"/>
                <a:gd name="connsiteY23" fmla="*/ 241754 h 307564"/>
                <a:gd name="connsiteX24" fmla="*/ 86104 w 149337"/>
                <a:gd name="connsiteY24" fmla="*/ 233695 h 307564"/>
                <a:gd name="connsiteX25" fmla="*/ 86104 w 149337"/>
                <a:gd name="connsiteY25" fmla="*/ 231009 h 307564"/>
                <a:gd name="connsiteX26" fmla="*/ 88795 w 149337"/>
                <a:gd name="connsiteY26" fmla="*/ 229666 h 307564"/>
                <a:gd name="connsiteX27" fmla="*/ 84759 w 149337"/>
                <a:gd name="connsiteY27" fmla="*/ 225637 h 307564"/>
                <a:gd name="connsiteX28" fmla="*/ 80723 w 149337"/>
                <a:gd name="connsiteY28" fmla="*/ 224294 h 307564"/>
                <a:gd name="connsiteX29" fmla="*/ 78032 w 149337"/>
                <a:gd name="connsiteY29" fmla="*/ 225637 h 307564"/>
                <a:gd name="connsiteX30" fmla="*/ 80723 w 149337"/>
                <a:gd name="connsiteY30" fmla="*/ 221608 h 307564"/>
                <a:gd name="connsiteX31" fmla="*/ 84759 w 149337"/>
                <a:gd name="connsiteY31" fmla="*/ 221608 h 307564"/>
                <a:gd name="connsiteX32" fmla="*/ 95522 w 149337"/>
                <a:gd name="connsiteY32" fmla="*/ 209520 h 307564"/>
                <a:gd name="connsiteX33" fmla="*/ 100903 w 149337"/>
                <a:gd name="connsiteY33" fmla="*/ 206834 h 307564"/>
                <a:gd name="connsiteX34" fmla="*/ 108976 w 149337"/>
                <a:gd name="connsiteY34" fmla="*/ 208177 h 307564"/>
                <a:gd name="connsiteX35" fmla="*/ 113012 w 149337"/>
                <a:gd name="connsiteY35" fmla="*/ 208177 h 307564"/>
                <a:gd name="connsiteX36" fmla="*/ 113012 w 149337"/>
                <a:gd name="connsiteY36" fmla="*/ 212206 h 307564"/>
                <a:gd name="connsiteX37" fmla="*/ 113012 w 149337"/>
                <a:gd name="connsiteY37" fmla="*/ 216235 h 307564"/>
                <a:gd name="connsiteX38" fmla="*/ 117048 w 149337"/>
                <a:gd name="connsiteY38" fmla="*/ 212206 h 307564"/>
                <a:gd name="connsiteX39" fmla="*/ 121084 w 149337"/>
                <a:gd name="connsiteY39" fmla="*/ 209520 h 307564"/>
                <a:gd name="connsiteX40" fmla="*/ 114357 w 149337"/>
                <a:gd name="connsiteY40" fmla="*/ 206834 h 307564"/>
                <a:gd name="connsiteX41" fmla="*/ 115703 w 149337"/>
                <a:gd name="connsiteY41" fmla="*/ 202805 h 307564"/>
                <a:gd name="connsiteX42" fmla="*/ 118393 w 149337"/>
                <a:gd name="connsiteY42" fmla="*/ 194746 h 307564"/>
                <a:gd name="connsiteX43" fmla="*/ 121084 w 149337"/>
                <a:gd name="connsiteY43" fmla="*/ 190717 h 307564"/>
                <a:gd name="connsiteX44" fmla="*/ 126466 w 149337"/>
                <a:gd name="connsiteY44" fmla="*/ 190717 h 307564"/>
                <a:gd name="connsiteX45" fmla="*/ 126466 w 149337"/>
                <a:gd name="connsiteY45" fmla="*/ 193403 h 307564"/>
                <a:gd name="connsiteX46" fmla="*/ 129157 w 149337"/>
                <a:gd name="connsiteY46" fmla="*/ 190717 h 307564"/>
                <a:gd name="connsiteX47" fmla="*/ 131847 w 149337"/>
                <a:gd name="connsiteY47" fmla="*/ 186688 h 307564"/>
                <a:gd name="connsiteX48" fmla="*/ 138574 w 149337"/>
                <a:gd name="connsiteY48" fmla="*/ 175943 h 307564"/>
                <a:gd name="connsiteX49" fmla="*/ 138574 w 149337"/>
                <a:gd name="connsiteY49" fmla="*/ 171914 h 307564"/>
                <a:gd name="connsiteX50" fmla="*/ 138574 w 149337"/>
                <a:gd name="connsiteY50" fmla="*/ 169228 h 307564"/>
                <a:gd name="connsiteX51" fmla="*/ 139920 w 149337"/>
                <a:gd name="connsiteY51" fmla="*/ 162512 h 307564"/>
                <a:gd name="connsiteX52" fmla="*/ 143955 w 149337"/>
                <a:gd name="connsiteY52" fmla="*/ 158483 h 307564"/>
                <a:gd name="connsiteX53" fmla="*/ 149337 w 149337"/>
                <a:gd name="connsiteY53" fmla="*/ 154454 h 307564"/>
                <a:gd name="connsiteX54" fmla="*/ 147991 w 149337"/>
                <a:gd name="connsiteY54" fmla="*/ 154454 h 307564"/>
                <a:gd name="connsiteX55" fmla="*/ 142610 w 149337"/>
                <a:gd name="connsiteY55" fmla="*/ 151768 h 307564"/>
                <a:gd name="connsiteX56" fmla="*/ 139920 w 149337"/>
                <a:gd name="connsiteY56" fmla="*/ 149082 h 307564"/>
                <a:gd name="connsiteX57" fmla="*/ 141265 w 149337"/>
                <a:gd name="connsiteY57" fmla="*/ 147738 h 307564"/>
                <a:gd name="connsiteX58" fmla="*/ 142610 w 149337"/>
                <a:gd name="connsiteY58" fmla="*/ 146395 h 307564"/>
                <a:gd name="connsiteX59" fmla="*/ 135884 w 149337"/>
                <a:gd name="connsiteY59" fmla="*/ 145052 h 307564"/>
                <a:gd name="connsiteX60" fmla="*/ 130502 w 149337"/>
                <a:gd name="connsiteY60" fmla="*/ 149082 h 307564"/>
                <a:gd name="connsiteX61" fmla="*/ 121084 w 149337"/>
                <a:gd name="connsiteY61" fmla="*/ 158483 h 307564"/>
                <a:gd name="connsiteX62" fmla="*/ 115703 w 149337"/>
                <a:gd name="connsiteY62" fmla="*/ 159826 h 307564"/>
                <a:gd name="connsiteX63" fmla="*/ 111666 w 149337"/>
                <a:gd name="connsiteY63" fmla="*/ 161169 h 307564"/>
                <a:gd name="connsiteX64" fmla="*/ 107630 w 149337"/>
                <a:gd name="connsiteY64" fmla="*/ 159826 h 307564"/>
                <a:gd name="connsiteX65" fmla="*/ 96867 w 149337"/>
                <a:gd name="connsiteY65" fmla="*/ 147738 h 307564"/>
                <a:gd name="connsiteX66" fmla="*/ 94176 w 149337"/>
                <a:gd name="connsiteY66" fmla="*/ 149082 h 307564"/>
                <a:gd name="connsiteX67" fmla="*/ 90140 w 149337"/>
                <a:gd name="connsiteY67" fmla="*/ 143709 h 307564"/>
                <a:gd name="connsiteX68" fmla="*/ 87449 w 149337"/>
                <a:gd name="connsiteY68" fmla="*/ 139680 h 307564"/>
                <a:gd name="connsiteX69" fmla="*/ 90140 w 149337"/>
                <a:gd name="connsiteY69" fmla="*/ 136994 h 307564"/>
                <a:gd name="connsiteX70" fmla="*/ 91485 w 149337"/>
                <a:gd name="connsiteY70" fmla="*/ 131621 h 307564"/>
                <a:gd name="connsiteX71" fmla="*/ 87449 w 149337"/>
                <a:gd name="connsiteY71" fmla="*/ 123563 h 307564"/>
                <a:gd name="connsiteX72" fmla="*/ 87449 w 149337"/>
                <a:gd name="connsiteY72" fmla="*/ 119534 h 307564"/>
                <a:gd name="connsiteX73" fmla="*/ 86104 w 149337"/>
                <a:gd name="connsiteY73" fmla="*/ 115505 h 307564"/>
                <a:gd name="connsiteX74" fmla="*/ 86104 w 149337"/>
                <a:gd name="connsiteY74" fmla="*/ 111475 h 307564"/>
                <a:gd name="connsiteX75" fmla="*/ 87449 w 149337"/>
                <a:gd name="connsiteY75" fmla="*/ 107446 h 307564"/>
                <a:gd name="connsiteX76" fmla="*/ 84759 w 149337"/>
                <a:gd name="connsiteY76" fmla="*/ 107446 h 307564"/>
                <a:gd name="connsiteX77" fmla="*/ 84759 w 149337"/>
                <a:gd name="connsiteY77" fmla="*/ 100731 h 307564"/>
                <a:gd name="connsiteX78" fmla="*/ 83414 w 149337"/>
                <a:gd name="connsiteY78" fmla="*/ 98044 h 307564"/>
                <a:gd name="connsiteX79" fmla="*/ 80723 w 149337"/>
                <a:gd name="connsiteY79" fmla="*/ 99388 h 307564"/>
                <a:gd name="connsiteX80" fmla="*/ 76687 w 149337"/>
                <a:gd name="connsiteY80" fmla="*/ 96702 h 307564"/>
                <a:gd name="connsiteX81" fmla="*/ 75342 w 149337"/>
                <a:gd name="connsiteY81" fmla="*/ 99388 h 307564"/>
                <a:gd name="connsiteX82" fmla="*/ 79378 w 149337"/>
                <a:gd name="connsiteY82" fmla="*/ 102074 h 307564"/>
                <a:gd name="connsiteX83" fmla="*/ 79378 w 149337"/>
                <a:gd name="connsiteY83" fmla="*/ 107446 h 307564"/>
                <a:gd name="connsiteX84" fmla="*/ 80723 w 149337"/>
                <a:gd name="connsiteY84" fmla="*/ 110132 h 307564"/>
                <a:gd name="connsiteX85" fmla="*/ 76687 w 149337"/>
                <a:gd name="connsiteY85" fmla="*/ 112818 h 307564"/>
                <a:gd name="connsiteX86" fmla="*/ 76687 w 149337"/>
                <a:gd name="connsiteY86" fmla="*/ 116848 h 307564"/>
                <a:gd name="connsiteX87" fmla="*/ 79378 w 149337"/>
                <a:gd name="connsiteY87" fmla="*/ 120877 h 307564"/>
                <a:gd name="connsiteX88" fmla="*/ 79378 w 149337"/>
                <a:gd name="connsiteY88" fmla="*/ 123563 h 307564"/>
                <a:gd name="connsiteX89" fmla="*/ 75342 w 149337"/>
                <a:gd name="connsiteY89" fmla="*/ 124906 h 307564"/>
                <a:gd name="connsiteX90" fmla="*/ 72651 w 149337"/>
                <a:gd name="connsiteY90" fmla="*/ 122220 h 307564"/>
                <a:gd name="connsiteX91" fmla="*/ 72651 w 149337"/>
                <a:gd name="connsiteY91" fmla="*/ 118191 h 307564"/>
                <a:gd name="connsiteX92" fmla="*/ 67269 w 149337"/>
                <a:gd name="connsiteY92" fmla="*/ 116848 h 307564"/>
                <a:gd name="connsiteX93" fmla="*/ 67269 w 149337"/>
                <a:gd name="connsiteY93" fmla="*/ 114162 h 307564"/>
                <a:gd name="connsiteX94" fmla="*/ 63233 w 149337"/>
                <a:gd name="connsiteY94" fmla="*/ 112818 h 307564"/>
                <a:gd name="connsiteX95" fmla="*/ 59197 w 149337"/>
                <a:gd name="connsiteY95" fmla="*/ 112818 h 307564"/>
                <a:gd name="connsiteX96" fmla="*/ 59197 w 149337"/>
                <a:gd name="connsiteY96" fmla="*/ 110132 h 307564"/>
                <a:gd name="connsiteX97" fmla="*/ 63233 w 149337"/>
                <a:gd name="connsiteY97" fmla="*/ 108789 h 307564"/>
                <a:gd name="connsiteX98" fmla="*/ 64578 w 149337"/>
                <a:gd name="connsiteY98" fmla="*/ 104760 h 307564"/>
                <a:gd name="connsiteX99" fmla="*/ 60542 w 149337"/>
                <a:gd name="connsiteY99" fmla="*/ 102074 h 307564"/>
                <a:gd name="connsiteX100" fmla="*/ 63233 w 149337"/>
                <a:gd name="connsiteY100" fmla="*/ 95359 h 307564"/>
                <a:gd name="connsiteX101" fmla="*/ 67269 w 149337"/>
                <a:gd name="connsiteY101" fmla="*/ 95359 h 307564"/>
                <a:gd name="connsiteX102" fmla="*/ 68615 w 149337"/>
                <a:gd name="connsiteY102" fmla="*/ 89986 h 307564"/>
                <a:gd name="connsiteX103" fmla="*/ 67269 w 149337"/>
                <a:gd name="connsiteY103" fmla="*/ 85957 h 307564"/>
                <a:gd name="connsiteX104" fmla="*/ 68615 w 149337"/>
                <a:gd name="connsiteY104" fmla="*/ 83271 h 307564"/>
                <a:gd name="connsiteX105" fmla="*/ 65924 w 149337"/>
                <a:gd name="connsiteY105" fmla="*/ 79241 h 307564"/>
                <a:gd name="connsiteX106" fmla="*/ 67269 w 149337"/>
                <a:gd name="connsiteY106" fmla="*/ 72526 h 307564"/>
                <a:gd name="connsiteX107" fmla="*/ 60542 w 149337"/>
                <a:gd name="connsiteY107" fmla="*/ 68497 h 307564"/>
                <a:gd name="connsiteX108" fmla="*/ 61888 w 149337"/>
                <a:gd name="connsiteY108" fmla="*/ 65811 h 307564"/>
                <a:gd name="connsiteX109" fmla="*/ 64578 w 149337"/>
                <a:gd name="connsiteY109" fmla="*/ 68497 h 307564"/>
                <a:gd name="connsiteX110" fmla="*/ 69960 w 149337"/>
                <a:gd name="connsiteY110" fmla="*/ 67154 h 307564"/>
                <a:gd name="connsiteX111" fmla="*/ 69960 w 149337"/>
                <a:gd name="connsiteY111" fmla="*/ 61782 h 307564"/>
                <a:gd name="connsiteX112" fmla="*/ 72651 w 149337"/>
                <a:gd name="connsiteY112" fmla="*/ 60438 h 307564"/>
                <a:gd name="connsiteX113" fmla="*/ 72651 w 149337"/>
                <a:gd name="connsiteY113" fmla="*/ 52380 h 307564"/>
                <a:gd name="connsiteX114" fmla="*/ 69960 w 149337"/>
                <a:gd name="connsiteY114" fmla="*/ 45665 h 307564"/>
                <a:gd name="connsiteX115" fmla="*/ 71305 w 149337"/>
                <a:gd name="connsiteY115" fmla="*/ 41635 h 307564"/>
                <a:gd name="connsiteX116" fmla="*/ 68615 w 149337"/>
                <a:gd name="connsiteY116" fmla="*/ 41635 h 307564"/>
                <a:gd name="connsiteX117" fmla="*/ 63233 w 149337"/>
                <a:gd name="connsiteY117" fmla="*/ 45665 h 307564"/>
                <a:gd name="connsiteX118" fmla="*/ 57851 w 149337"/>
                <a:gd name="connsiteY118" fmla="*/ 40292 h 307564"/>
                <a:gd name="connsiteX119" fmla="*/ 60542 w 149337"/>
                <a:gd name="connsiteY119" fmla="*/ 37606 h 307564"/>
                <a:gd name="connsiteX120" fmla="*/ 57851 w 149337"/>
                <a:gd name="connsiteY120" fmla="*/ 34920 h 307564"/>
                <a:gd name="connsiteX121" fmla="*/ 56506 w 149337"/>
                <a:gd name="connsiteY121" fmla="*/ 34920 h 307564"/>
                <a:gd name="connsiteX122" fmla="*/ 57851 w 149337"/>
                <a:gd name="connsiteY122" fmla="*/ 32234 h 307564"/>
                <a:gd name="connsiteX123" fmla="*/ 61888 w 149337"/>
                <a:gd name="connsiteY123" fmla="*/ 29548 h 307564"/>
                <a:gd name="connsiteX124" fmla="*/ 60542 w 149337"/>
                <a:gd name="connsiteY124" fmla="*/ 26862 h 307564"/>
                <a:gd name="connsiteX125" fmla="*/ 56506 w 149337"/>
                <a:gd name="connsiteY125" fmla="*/ 25518 h 307564"/>
                <a:gd name="connsiteX126" fmla="*/ 52470 w 149337"/>
                <a:gd name="connsiteY126" fmla="*/ 22832 h 307564"/>
                <a:gd name="connsiteX127" fmla="*/ 49779 w 149337"/>
                <a:gd name="connsiteY127" fmla="*/ 24175 h 307564"/>
                <a:gd name="connsiteX128" fmla="*/ 49779 w 149337"/>
                <a:gd name="connsiteY128" fmla="*/ 20146 h 307564"/>
                <a:gd name="connsiteX129" fmla="*/ 51124 w 149337"/>
                <a:gd name="connsiteY129" fmla="*/ 20146 h 307564"/>
                <a:gd name="connsiteX130" fmla="*/ 52470 w 149337"/>
                <a:gd name="connsiteY130" fmla="*/ 17460 h 307564"/>
                <a:gd name="connsiteX131" fmla="*/ 49779 w 149337"/>
                <a:gd name="connsiteY131" fmla="*/ 16117 h 307564"/>
                <a:gd name="connsiteX132" fmla="*/ 47088 w 149337"/>
                <a:gd name="connsiteY132" fmla="*/ 18803 h 307564"/>
                <a:gd name="connsiteX133" fmla="*/ 47088 w 149337"/>
                <a:gd name="connsiteY133" fmla="*/ 21489 h 307564"/>
                <a:gd name="connsiteX134" fmla="*/ 45743 w 149337"/>
                <a:gd name="connsiteY134" fmla="*/ 25518 h 307564"/>
                <a:gd name="connsiteX135" fmla="*/ 41707 w 149337"/>
                <a:gd name="connsiteY135" fmla="*/ 22832 h 307564"/>
                <a:gd name="connsiteX136" fmla="*/ 43052 w 149337"/>
                <a:gd name="connsiteY136" fmla="*/ 18803 h 307564"/>
                <a:gd name="connsiteX137" fmla="*/ 41707 w 149337"/>
                <a:gd name="connsiteY137" fmla="*/ 16117 h 307564"/>
                <a:gd name="connsiteX138" fmla="*/ 40361 w 149337"/>
                <a:gd name="connsiteY138" fmla="*/ 9402 h 307564"/>
                <a:gd name="connsiteX139" fmla="*/ 40361 w 149337"/>
                <a:gd name="connsiteY139" fmla="*/ 4029 h 307564"/>
                <a:gd name="connsiteX140" fmla="*/ 40361 w 149337"/>
                <a:gd name="connsiteY140" fmla="*/ 2686 h 307564"/>
                <a:gd name="connsiteX141" fmla="*/ 41707 w 149337"/>
                <a:gd name="connsiteY141" fmla="*/ 2686 h 307564"/>
                <a:gd name="connsiteX142" fmla="*/ 39016 w 149337"/>
                <a:gd name="connsiteY142" fmla="*/ 0 h 307564"/>
                <a:gd name="connsiteX143" fmla="*/ 36325 w 149337"/>
                <a:gd name="connsiteY143" fmla="*/ 1343 h 307564"/>
                <a:gd name="connsiteX144" fmla="*/ 29598 w 149337"/>
                <a:gd name="connsiteY144" fmla="*/ 1343 h 307564"/>
                <a:gd name="connsiteX145" fmla="*/ 29598 w 149337"/>
                <a:gd name="connsiteY145" fmla="*/ 2686 h 307564"/>
                <a:gd name="connsiteX146" fmla="*/ 33634 w 149337"/>
                <a:gd name="connsiteY146" fmla="*/ 6715 h 307564"/>
                <a:gd name="connsiteX147" fmla="*/ 39016 w 149337"/>
                <a:gd name="connsiteY147" fmla="*/ 20146 h 307564"/>
                <a:gd name="connsiteX148" fmla="*/ 39016 w 149337"/>
                <a:gd name="connsiteY148" fmla="*/ 24175 h 307564"/>
                <a:gd name="connsiteX149" fmla="*/ 39016 w 149337"/>
                <a:gd name="connsiteY149" fmla="*/ 33577 h 307564"/>
                <a:gd name="connsiteX150" fmla="*/ 36325 w 149337"/>
                <a:gd name="connsiteY150" fmla="*/ 34920 h 307564"/>
                <a:gd name="connsiteX151" fmla="*/ 34980 w 149337"/>
                <a:gd name="connsiteY151" fmla="*/ 34920 h 307564"/>
                <a:gd name="connsiteX152" fmla="*/ 33634 w 149337"/>
                <a:gd name="connsiteY152" fmla="*/ 36263 h 307564"/>
                <a:gd name="connsiteX153" fmla="*/ 36325 w 149337"/>
                <a:gd name="connsiteY153" fmla="*/ 47008 h 307564"/>
                <a:gd name="connsiteX154" fmla="*/ 37670 w 149337"/>
                <a:gd name="connsiteY154" fmla="*/ 48351 h 307564"/>
                <a:gd name="connsiteX155" fmla="*/ 41707 w 149337"/>
                <a:gd name="connsiteY155" fmla="*/ 45665 h 307564"/>
                <a:gd name="connsiteX156" fmla="*/ 47088 w 149337"/>
                <a:gd name="connsiteY156" fmla="*/ 45665 h 307564"/>
                <a:gd name="connsiteX157" fmla="*/ 43052 w 149337"/>
                <a:gd name="connsiteY157" fmla="*/ 47008 h 307564"/>
                <a:gd name="connsiteX158" fmla="*/ 40361 w 149337"/>
                <a:gd name="connsiteY158" fmla="*/ 52380 h 307564"/>
                <a:gd name="connsiteX159" fmla="*/ 41707 w 149337"/>
                <a:gd name="connsiteY159" fmla="*/ 57752 h 307564"/>
                <a:gd name="connsiteX160" fmla="*/ 44397 w 149337"/>
                <a:gd name="connsiteY160" fmla="*/ 65811 h 307564"/>
                <a:gd name="connsiteX161" fmla="*/ 45743 w 149337"/>
                <a:gd name="connsiteY161" fmla="*/ 77898 h 307564"/>
                <a:gd name="connsiteX162" fmla="*/ 45743 w 149337"/>
                <a:gd name="connsiteY162" fmla="*/ 85957 h 307564"/>
                <a:gd name="connsiteX163" fmla="*/ 45743 w 149337"/>
                <a:gd name="connsiteY163" fmla="*/ 91329 h 307564"/>
                <a:gd name="connsiteX164" fmla="*/ 48434 w 149337"/>
                <a:gd name="connsiteY164" fmla="*/ 89986 h 307564"/>
                <a:gd name="connsiteX165" fmla="*/ 49779 w 149337"/>
                <a:gd name="connsiteY165" fmla="*/ 85957 h 307564"/>
                <a:gd name="connsiteX166" fmla="*/ 48434 w 149337"/>
                <a:gd name="connsiteY166" fmla="*/ 81928 h 307564"/>
                <a:gd name="connsiteX167" fmla="*/ 49779 w 149337"/>
                <a:gd name="connsiteY167" fmla="*/ 80585 h 307564"/>
                <a:gd name="connsiteX168" fmla="*/ 52470 w 149337"/>
                <a:gd name="connsiteY168" fmla="*/ 83271 h 307564"/>
                <a:gd name="connsiteX169" fmla="*/ 52470 w 149337"/>
                <a:gd name="connsiteY169" fmla="*/ 88643 h 307564"/>
                <a:gd name="connsiteX170" fmla="*/ 55161 w 149337"/>
                <a:gd name="connsiteY170" fmla="*/ 87300 h 307564"/>
                <a:gd name="connsiteX171" fmla="*/ 55161 w 149337"/>
                <a:gd name="connsiteY171" fmla="*/ 85957 h 307564"/>
                <a:gd name="connsiteX172" fmla="*/ 53815 w 149337"/>
                <a:gd name="connsiteY172" fmla="*/ 84614 h 307564"/>
                <a:gd name="connsiteX173" fmla="*/ 56506 w 149337"/>
                <a:gd name="connsiteY173" fmla="*/ 83271 h 307564"/>
                <a:gd name="connsiteX174" fmla="*/ 56506 w 149337"/>
                <a:gd name="connsiteY174" fmla="*/ 87300 h 307564"/>
                <a:gd name="connsiteX175" fmla="*/ 53815 w 149337"/>
                <a:gd name="connsiteY175" fmla="*/ 92672 h 307564"/>
                <a:gd name="connsiteX176" fmla="*/ 52470 w 149337"/>
                <a:gd name="connsiteY176" fmla="*/ 96702 h 307564"/>
                <a:gd name="connsiteX177" fmla="*/ 52470 w 149337"/>
                <a:gd name="connsiteY177" fmla="*/ 99388 h 307564"/>
                <a:gd name="connsiteX178" fmla="*/ 49779 w 149337"/>
                <a:gd name="connsiteY178" fmla="*/ 99388 h 307564"/>
                <a:gd name="connsiteX179" fmla="*/ 48434 w 149337"/>
                <a:gd name="connsiteY179" fmla="*/ 96702 h 307564"/>
                <a:gd name="connsiteX180" fmla="*/ 45743 w 149337"/>
                <a:gd name="connsiteY180" fmla="*/ 96702 h 307564"/>
                <a:gd name="connsiteX181" fmla="*/ 47088 w 149337"/>
                <a:gd name="connsiteY181" fmla="*/ 104760 h 307564"/>
                <a:gd name="connsiteX182" fmla="*/ 51124 w 149337"/>
                <a:gd name="connsiteY182" fmla="*/ 114162 h 307564"/>
                <a:gd name="connsiteX183" fmla="*/ 52470 w 149337"/>
                <a:gd name="connsiteY183" fmla="*/ 115505 h 307564"/>
                <a:gd name="connsiteX184" fmla="*/ 55161 w 149337"/>
                <a:gd name="connsiteY184" fmla="*/ 114162 h 307564"/>
                <a:gd name="connsiteX185" fmla="*/ 56506 w 149337"/>
                <a:gd name="connsiteY185" fmla="*/ 118191 h 307564"/>
                <a:gd name="connsiteX186" fmla="*/ 56506 w 149337"/>
                <a:gd name="connsiteY186" fmla="*/ 120877 h 307564"/>
                <a:gd name="connsiteX187" fmla="*/ 59197 w 149337"/>
                <a:gd name="connsiteY187" fmla="*/ 122220 h 307564"/>
                <a:gd name="connsiteX188" fmla="*/ 53815 w 149337"/>
                <a:gd name="connsiteY188" fmla="*/ 124906 h 307564"/>
                <a:gd name="connsiteX189" fmla="*/ 53815 w 149337"/>
                <a:gd name="connsiteY189" fmla="*/ 127592 h 307564"/>
                <a:gd name="connsiteX190" fmla="*/ 56506 w 149337"/>
                <a:gd name="connsiteY190" fmla="*/ 128935 h 307564"/>
                <a:gd name="connsiteX191" fmla="*/ 53815 w 149337"/>
                <a:gd name="connsiteY191" fmla="*/ 132965 h 307564"/>
                <a:gd name="connsiteX192" fmla="*/ 51124 w 149337"/>
                <a:gd name="connsiteY192" fmla="*/ 141023 h 307564"/>
                <a:gd name="connsiteX193" fmla="*/ 51124 w 149337"/>
                <a:gd name="connsiteY193" fmla="*/ 146395 h 307564"/>
                <a:gd name="connsiteX194" fmla="*/ 49779 w 149337"/>
                <a:gd name="connsiteY194" fmla="*/ 147738 h 307564"/>
                <a:gd name="connsiteX195" fmla="*/ 52470 w 149337"/>
                <a:gd name="connsiteY195" fmla="*/ 150425 h 307564"/>
                <a:gd name="connsiteX196" fmla="*/ 51124 w 149337"/>
                <a:gd name="connsiteY196" fmla="*/ 151768 h 307564"/>
                <a:gd name="connsiteX197" fmla="*/ 48434 w 149337"/>
                <a:gd name="connsiteY197" fmla="*/ 153111 h 307564"/>
                <a:gd name="connsiteX198" fmla="*/ 45743 w 149337"/>
                <a:gd name="connsiteY198" fmla="*/ 157140 h 307564"/>
                <a:gd name="connsiteX199" fmla="*/ 45743 w 149337"/>
                <a:gd name="connsiteY199" fmla="*/ 159826 h 307564"/>
                <a:gd name="connsiteX200" fmla="*/ 48434 w 149337"/>
                <a:gd name="connsiteY200" fmla="*/ 162512 h 307564"/>
                <a:gd name="connsiteX201" fmla="*/ 45743 w 149337"/>
                <a:gd name="connsiteY201" fmla="*/ 163856 h 307564"/>
                <a:gd name="connsiteX202" fmla="*/ 43052 w 149337"/>
                <a:gd name="connsiteY202" fmla="*/ 163856 h 307564"/>
                <a:gd name="connsiteX203" fmla="*/ 40361 w 149337"/>
                <a:gd name="connsiteY203" fmla="*/ 169228 h 307564"/>
                <a:gd name="connsiteX204" fmla="*/ 36325 w 149337"/>
                <a:gd name="connsiteY204" fmla="*/ 188031 h 307564"/>
                <a:gd name="connsiteX205" fmla="*/ 36325 w 149337"/>
                <a:gd name="connsiteY205" fmla="*/ 192060 h 307564"/>
                <a:gd name="connsiteX206" fmla="*/ 32289 w 149337"/>
                <a:gd name="connsiteY206" fmla="*/ 194746 h 307564"/>
                <a:gd name="connsiteX207" fmla="*/ 28253 w 149337"/>
                <a:gd name="connsiteY207" fmla="*/ 194746 h 307564"/>
                <a:gd name="connsiteX208" fmla="*/ 24217 w 149337"/>
                <a:gd name="connsiteY208" fmla="*/ 193403 h 307564"/>
                <a:gd name="connsiteX209" fmla="*/ 18836 w 149337"/>
                <a:gd name="connsiteY209" fmla="*/ 194746 h 307564"/>
                <a:gd name="connsiteX210" fmla="*/ 9418 w 149337"/>
                <a:gd name="connsiteY210" fmla="*/ 198775 h 307564"/>
                <a:gd name="connsiteX211" fmla="*/ 5382 w 149337"/>
                <a:gd name="connsiteY211" fmla="*/ 204148 h 307564"/>
                <a:gd name="connsiteX212" fmla="*/ 4036 w 149337"/>
                <a:gd name="connsiteY212" fmla="*/ 209520 h 307564"/>
                <a:gd name="connsiteX213" fmla="*/ 5382 w 149337"/>
                <a:gd name="connsiteY213" fmla="*/ 217579 h 307564"/>
                <a:gd name="connsiteX214" fmla="*/ 9418 w 149337"/>
                <a:gd name="connsiteY214" fmla="*/ 221608 h 307564"/>
                <a:gd name="connsiteX215" fmla="*/ 16145 w 149337"/>
                <a:gd name="connsiteY215" fmla="*/ 225637 h 307564"/>
                <a:gd name="connsiteX216" fmla="*/ 20181 w 149337"/>
                <a:gd name="connsiteY216" fmla="*/ 232352 h 307564"/>
                <a:gd name="connsiteX217" fmla="*/ 26908 w 149337"/>
                <a:gd name="connsiteY217" fmla="*/ 235038 h 307564"/>
                <a:gd name="connsiteX218" fmla="*/ 29598 w 149337"/>
                <a:gd name="connsiteY218" fmla="*/ 237725 h 307564"/>
                <a:gd name="connsiteX219" fmla="*/ 30943 w 149337"/>
                <a:gd name="connsiteY219" fmla="*/ 248469 h 307564"/>
                <a:gd name="connsiteX220" fmla="*/ 30943 w 149337"/>
                <a:gd name="connsiteY220" fmla="*/ 249812 h 307564"/>
                <a:gd name="connsiteX221" fmla="*/ 29598 w 149337"/>
                <a:gd name="connsiteY221" fmla="*/ 251156 h 307564"/>
                <a:gd name="connsiteX222" fmla="*/ 29598 w 149337"/>
                <a:gd name="connsiteY222" fmla="*/ 257871 h 307564"/>
                <a:gd name="connsiteX223" fmla="*/ 28253 w 149337"/>
                <a:gd name="connsiteY223" fmla="*/ 261900 h 307564"/>
                <a:gd name="connsiteX224" fmla="*/ 17490 w 149337"/>
                <a:gd name="connsiteY224" fmla="*/ 275331 h 307564"/>
                <a:gd name="connsiteX225" fmla="*/ 10763 w 149337"/>
                <a:gd name="connsiteY225" fmla="*/ 283389 h 307564"/>
                <a:gd name="connsiteX226" fmla="*/ 2691 w 149337"/>
                <a:gd name="connsiteY226" fmla="*/ 290105 h 307564"/>
                <a:gd name="connsiteX227" fmla="*/ 0 w 149337"/>
                <a:gd name="connsiteY227" fmla="*/ 292791 h 307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149337" h="307564">
                  <a:moveTo>
                    <a:pt x="1346" y="295477"/>
                  </a:moveTo>
                  <a:lnTo>
                    <a:pt x="5382" y="296820"/>
                  </a:lnTo>
                  <a:lnTo>
                    <a:pt x="6727" y="294134"/>
                  </a:lnTo>
                  <a:lnTo>
                    <a:pt x="9418" y="294134"/>
                  </a:lnTo>
                  <a:lnTo>
                    <a:pt x="9418" y="298163"/>
                  </a:lnTo>
                  <a:lnTo>
                    <a:pt x="9418" y="300849"/>
                  </a:lnTo>
                  <a:lnTo>
                    <a:pt x="10763" y="300849"/>
                  </a:lnTo>
                  <a:lnTo>
                    <a:pt x="12109" y="300849"/>
                  </a:lnTo>
                  <a:lnTo>
                    <a:pt x="13454" y="302192"/>
                  </a:lnTo>
                  <a:lnTo>
                    <a:pt x="13454" y="306221"/>
                  </a:lnTo>
                  <a:lnTo>
                    <a:pt x="14800" y="307565"/>
                  </a:lnTo>
                  <a:lnTo>
                    <a:pt x="18836" y="307565"/>
                  </a:lnTo>
                  <a:lnTo>
                    <a:pt x="28253" y="300849"/>
                  </a:lnTo>
                  <a:lnTo>
                    <a:pt x="36325" y="294134"/>
                  </a:lnTo>
                  <a:lnTo>
                    <a:pt x="44397" y="286075"/>
                  </a:lnTo>
                  <a:lnTo>
                    <a:pt x="51124" y="278017"/>
                  </a:lnTo>
                  <a:lnTo>
                    <a:pt x="60542" y="267272"/>
                  </a:lnTo>
                  <a:lnTo>
                    <a:pt x="65924" y="263243"/>
                  </a:lnTo>
                  <a:lnTo>
                    <a:pt x="68615" y="263243"/>
                  </a:lnTo>
                  <a:lnTo>
                    <a:pt x="69960" y="260557"/>
                  </a:lnTo>
                  <a:lnTo>
                    <a:pt x="71305" y="256528"/>
                  </a:lnTo>
                  <a:lnTo>
                    <a:pt x="72651" y="253841"/>
                  </a:lnTo>
                  <a:lnTo>
                    <a:pt x="78032" y="252498"/>
                  </a:lnTo>
                  <a:lnTo>
                    <a:pt x="80723" y="241754"/>
                  </a:lnTo>
                  <a:lnTo>
                    <a:pt x="86104" y="233695"/>
                  </a:lnTo>
                  <a:lnTo>
                    <a:pt x="86104" y="231009"/>
                  </a:lnTo>
                  <a:lnTo>
                    <a:pt x="88795" y="229666"/>
                  </a:lnTo>
                  <a:lnTo>
                    <a:pt x="84759" y="225637"/>
                  </a:lnTo>
                  <a:lnTo>
                    <a:pt x="80723" y="224294"/>
                  </a:lnTo>
                  <a:lnTo>
                    <a:pt x="78032" y="225637"/>
                  </a:lnTo>
                  <a:lnTo>
                    <a:pt x="80723" y="221608"/>
                  </a:lnTo>
                  <a:lnTo>
                    <a:pt x="84759" y="221608"/>
                  </a:lnTo>
                  <a:lnTo>
                    <a:pt x="95522" y="209520"/>
                  </a:lnTo>
                  <a:lnTo>
                    <a:pt x="100903" y="206834"/>
                  </a:lnTo>
                  <a:lnTo>
                    <a:pt x="108976" y="208177"/>
                  </a:lnTo>
                  <a:lnTo>
                    <a:pt x="113012" y="208177"/>
                  </a:lnTo>
                  <a:lnTo>
                    <a:pt x="113012" y="212206"/>
                  </a:lnTo>
                  <a:lnTo>
                    <a:pt x="113012" y="216235"/>
                  </a:lnTo>
                  <a:lnTo>
                    <a:pt x="117048" y="212206"/>
                  </a:lnTo>
                  <a:lnTo>
                    <a:pt x="121084" y="209520"/>
                  </a:lnTo>
                  <a:lnTo>
                    <a:pt x="114357" y="206834"/>
                  </a:lnTo>
                  <a:lnTo>
                    <a:pt x="115703" y="202805"/>
                  </a:lnTo>
                  <a:lnTo>
                    <a:pt x="118393" y="194746"/>
                  </a:lnTo>
                  <a:lnTo>
                    <a:pt x="121084" y="190717"/>
                  </a:lnTo>
                  <a:lnTo>
                    <a:pt x="126466" y="190717"/>
                  </a:lnTo>
                  <a:lnTo>
                    <a:pt x="126466" y="193403"/>
                  </a:lnTo>
                  <a:lnTo>
                    <a:pt x="129157" y="190717"/>
                  </a:lnTo>
                  <a:lnTo>
                    <a:pt x="131847" y="186688"/>
                  </a:lnTo>
                  <a:lnTo>
                    <a:pt x="138574" y="175943"/>
                  </a:lnTo>
                  <a:lnTo>
                    <a:pt x="138574" y="171914"/>
                  </a:lnTo>
                  <a:lnTo>
                    <a:pt x="138574" y="169228"/>
                  </a:lnTo>
                  <a:lnTo>
                    <a:pt x="139920" y="162512"/>
                  </a:lnTo>
                  <a:lnTo>
                    <a:pt x="143955" y="158483"/>
                  </a:lnTo>
                  <a:lnTo>
                    <a:pt x="149337" y="154454"/>
                  </a:lnTo>
                  <a:lnTo>
                    <a:pt x="147991" y="154454"/>
                  </a:lnTo>
                  <a:lnTo>
                    <a:pt x="142610" y="151768"/>
                  </a:lnTo>
                  <a:lnTo>
                    <a:pt x="139920" y="149082"/>
                  </a:lnTo>
                  <a:lnTo>
                    <a:pt x="141265" y="147738"/>
                  </a:lnTo>
                  <a:lnTo>
                    <a:pt x="142610" y="146395"/>
                  </a:lnTo>
                  <a:lnTo>
                    <a:pt x="135884" y="145052"/>
                  </a:lnTo>
                  <a:lnTo>
                    <a:pt x="130502" y="149082"/>
                  </a:lnTo>
                  <a:lnTo>
                    <a:pt x="121084" y="158483"/>
                  </a:lnTo>
                  <a:lnTo>
                    <a:pt x="115703" y="159826"/>
                  </a:lnTo>
                  <a:lnTo>
                    <a:pt x="111666" y="161169"/>
                  </a:lnTo>
                  <a:lnTo>
                    <a:pt x="107630" y="159826"/>
                  </a:lnTo>
                  <a:lnTo>
                    <a:pt x="96867" y="147738"/>
                  </a:lnTo>
                  <a:lnTo>
                    <a:pt x="94176" y="149082"/>
                  </a:lnTo>
                  <a:lnTo>
                    <a:pt x="90140" y="143709"/>
                  </a:lnTo>
                  <a:lnTo>
                    <a:pt x="87449" y="139680"/>
                  </a:lnTo>
                  <a:lnTo>
                    <a:pt x="90140" y="136994"/>
                  </a:lnTo>
                  <a:lnTo>
                    <a:pt x="91485" y="131621"/>
                  </a:lnTo>
                  <a:lnTo>
                    <a:pt x="87449" y="123563"/>
                  </a:lnTo>
                  <a:lnTo>
                    <a:pt x="87449" y="119534"/>
                  </a:lnTo>
                  <a:lnTo>
                    <a:pt x="86104" y="115505"/>
                  </a:lnTo>
                  <a:lnTo>
                    <a:pt x="86104" y="111475"/>
                  </a:lnTo>
                  <a:lnTo>
                    <a:pt x="87449" y="107446"/>
                  </a:lnTo>
                  <a:lnTo>
                    <a:pt x="84759" y="107446"/>
                  </a:lnTo>
                  <a:lnTo>
                    <a:pt x="84759" y="100731"/>
                  </a:lnTo>
                  <a:lnTo>
                    <a:pt x="83414" y="98044"/>
                  </a:lnTo>
                  <a:lnTo>
                    <a:pt x="80723" y="99388"/>
                  </a:lnTo>
                  <a:lnTo>
                    <a:pt x="76687" y="96702"/>
                  </a:lnTo>
                  <a:lnTo>
                    <a:pt x="75342" y="99388"/>
                  </a:lnTo>
                  <a:lnTo>
                    <a:pt x="79378" y="102074"/>
                  </a:lnTo>
                  <a:lnTo>
                    <a:pt x="79378" y="107446"/>
                  </a:lnTo>
                  <a:lnTo>
                    <a:pt x="80723" y="110132"/>
                  </a:lnTo>
                  <a:lnTo>
                    <a:pt x="76687" y="112818"/>
                  </a:lnTo>
                  <a:lnTo>
                    <a:pt x="76687" y="116848"/>
                  </a:lnTo>
                  <a:lnTo>
                    <a:pt x="79378" y="120877"/>
                  </a:lnTo>
                  <a:lnTo>
                    <a:pt x="79378" y="123563"/>
                  </a:lnTo>
                  <a:lnTo>
                    <a:pt x="75342" y="124906"/>
                  </a:lnTo>
                  <a:lnTo>
                    <a:pt x="72651" y="122220"/>
                  </a:lnTo>
                  <a:lnTo>
                    <a:pt x="72651" y="118191"/>
                  </a:lnTo>
                  <a:lnTo>
                    <a:pt x="67269" y="116848"/>
                  </a:lnTo>
                  <a:lnTo>
                    <a:pt x="67269" y="114162"/>
                  </a:lnTo>
                  <a:lnTo>
                    <a:pt x="63233" y="112818"/>
                  </a:lnTo>
                  <a:lnTo>
                    <a:pt x="59197" y="112818"/>
                  </a:lnTo>
                  <a:lnTo>
                    <a:pt x="59197" y="110132"/>
                  </a:lnTo>
                  <a:lnTo>
                    <a:pt x="63233" y="108789"/>
                  </a:lnTo>
                  <a:lnTo>
                    <a:pt x="64578" y="104760"/>
                  </a:lnTo>
                  <a:lnTo>
                    <a:pt x="60542" y="102074"/>
                  </a:lnTo>
                  <a:lnTo>
                    <a:pt x="63233" y="95359"/>
                  </a:lnTo>
                  <a:lnTo>
                    <a:pt x="67269" y="95359"/>
                  </a:lnTo>
                  <a:lnTo>
                    <a:pt x="68615" y="89986"/>
                  </a:lnTo>
                  <a:lnTo>
                    <a:pt x="67269" y="85957"/>
                  </a:lnTo>
                  <a:lnTo>
                    <a:pt x="68615" y="83271"/>
                  </a:lnTo>
                  <a:lnTo>
                    <a:pt x="65924" y="79241"/>
                  </a:lnTo>
                  <a:lnTo>
                    <a:pt x="67269" y="72526"/>
                  </a:lnTo>
                  <a:lnTo>
                    <a:pt x="60542" y="68497"/>
                  </a:lnTo>
                  <a:lnTo>
                    <a:pt x="61888" y="65811"/>
                  </a:lnTo>
                  <a:lnTo>
                    <a:pt x="64578" y="68497"/>
                  </a:lnTo>
                  <a:lnTo>
                    <a:pt x="69960" y="67154"/>
                  </a:lnTo>
                  <a:lnTo>
                    <a:pt x="69960" y="61782"/>
                  </a:lnTo>
                  <a:lnTo>
                    <a:pt x="72651" y="60438"/>
                  </a:lnTo>
                  <a:lnTo>
                    <a:pt x="72651" y="52380"/>
                  </a:lnTo>
                  <a:lnTo>
                    <a:pt x="69960" y="45665"/>
                  </a:lnTo>
                  <a:lnTo>
                    <a:pt x="71305" y="41635"/>
                  </a:lnTo>
                  <a:lnTo>
                    <a:pt x="68615" y="41635"/>
                  </a:lnTo>
                  <a:lnTo>
                    <a:pt x="63233" y="45665"/>
                  </a:lnTo>
                  <a:lnTo>
                    <a:pt x="57851" y="40292"/>
                  </a:lnTo>
                  <a:lnTo>
                    <a:pt x="60542" y="37606"/>
                  </a:lnTo>
                  <a:lnTo>
                    <a:pt x="57851" y="34920"/>
                  </a:lnTo>
                  <a:lnTo>
                    <a:pt x="56506" y="34920"/>
                  </a:lnTo>
                  <a:lnTo>
                    <a:pt x="57851" y="32234"/>
                  </a:lnTo>
                  <a:lnTo>
                    <a:pt x="61888" y="29548"/>
                  </a:lnTo>
                  <a:lnTo>
                    <a:pt x="60542" y="26862"/>
                  </a:lnTo>
                  <a:lnTo>
                    <a:pt x="56506" y="25518"/>
                  </a:lnTo>
                  <a:lnTo>
                    <a:pt x="52470" y="22832"/>
                  </a:lnTo>
                  <a:lnTo>
                    <a:pt x="49779" y="24175"/>
                  </a:lnTo>
                  <a:lnTo>
                    <a:pt x="49779" y="20146"/>
                  </a:lnTo>
                  <a:lnTo>
                    <a:pt x="51124" y="20146"/>
                  </a:lnTo>
                  <a:lnTo>
                    <a:pt x="52470" y="17460"/>
                  </a:lnTo>
                  <a:lnTo>
                    <a:pt x="49779" y="16117"/>
                  </a:lnTo>
                  <a:lnTo>
                    <a:pt x="47088" y="18803"/>
                  </a:lnTo>
                  <a:lnTo>
                    <a:pt x="47088" y="21489"/>
                  </a:lnTo>
                  <a:lnTo>
                    <a:pt x="45743" y="25518"/>
                  </a:lnTo>
                  <a:lnTo>
                    <a:pt x="41707" y="22832"/>
                  </a:lnTo>
                  <a:lnTo>
                    <a:pt x="43052" y="18803"/>
                  </a:lnTo>
                  <a:lnTo>
                    <a:pt x="41707" y="16117"/>
                  </a:lnTo>
                  <a:lnTo>
                    <a:pt x="40361" y="9402"/>
                  </a:lnTo>
                  <a:lnTo>
                    <a:pt x="40361" y="4029"/>
                  </a:lnTo>
                  <a:lnTo>
                    <a:pt x="40361" y="2686"/>
                  </a:lnTo>
                  <a:lnTo>
                    <a:pt x="41707" y="2686"/>
                  </a:lnTo>
                  <a:lnTo>
                    <a:pt x="39016" y="0"/>
                  </a:lnTo>
                  <a:lnTo>
                    <a:pt x="36325" y="1343"/>
                  </a:lnTo>
                  <a:lnTo>
                    <a:pt x="29598" y="1343"/>
                  </a:lnTo>
                  <a:lnTo>
                    <a:pt x="29598" y="2686"/>
                  </a:lnTo>
                  <a:lnTo>
                    <a:pt x="33634" y="6715"/>
                  </a:lnTo>
                  <a:lnTo>
                    <a:pt x="39016" y="20146"/>
                  </a:lnTo>
                  <a:lnTo>
                    <a:pt x="39016" y="24175"/>
                  </a:lnTo>
                  <a:lnTo>
                    <a:pt x="39016" y="33577"/>
                  </a:lnTo>
                  <a:lnTo>
                    <a:pt x="36325" y="34920"/>
                  </a:lnTo>
                  <a:lnTo>
                    <a:pt x="34980" y="34920"/>
                  </a:lnTo>
                  <a:lnTo>
                    <a:pt x="33634" y="36263"/>
                  </a:lnTo>
                  <a:lnTo>
                    <a:pt x="36325" y="47008"/>
                  </a:lnTo>
                  <a:lnTo>
                    <a:pt x="37670" y="48351"/>
                  </a:lnTo>
                  <a:lnTo>
                    <a:pt x="41707" y="45665"/>
                  </a:lnTo>
                  <a:lnTo>
                    <a:pt x="47088" y="45665"/>
                  </a:lnTo>
                  <a:lnTo>
                    <a:pt x="43052" y="47008"/>
                  </a:lnTo>
                  <a:lnTo>
                    <a:pt x="40361" y="52380"/>
                  </a:lnTo>
                  <a:lnTo>
                    <a:pt x="41707" y="57752"/>
                  </a:lnTo>
                  <a:lnTo>
                    <a:pt x="44397" y="65811"/>
                  </a:lnTo>
                  <a:lnTo>
                    <a:pt x="45743" y="77898"/>
                  </a:lnTo>
                  <a:lnTo>
                    <a:pt x="45743" y="85957"/>
                  </a:lnTo>
                  <a:lnTo>
                    <a:pt x="45743" y="91329"/>
                  </a:lnTo>
                  <a:lnTo>
                    <a:pt x="48434" y="89986"/>
                  </a:lnTo>
                  <a:lnTo>
                    <a:pt x="49779" y="85957"/>
                  </a:lnTo>
                  <a:lnTo>
                    <a:pt x="48434" y="81928"/>
                  </a:lnTo>
                  <a:lnTo>
                    <a:pt x="49779" y="80585"/>
                  </a:lnTo>
                  <a:lnTo>
                    <a:pt x="52470" y="83271"/>
                  </a:lnTo>
                  <a:lnTo>
                    <a:pt x="52470" y="88643"/>
                  </a:lnTo>
                  <a:lnTo>
                    <a:pt x="55161" y="87300"/>
                  </a:lnTo>
                  <a:lnTo>
                    <a:pt x="55161" y="85957"/>
                  </a:lnTo>
                  <a:lnTo>
                    <a:pt x="53815" y="84614"/>
                  </a:lnTo>
                  <a:lnTo>
                    <a:pt x="56506" y="83271"/>
                  </a:lnTo>
                  <a:lnTo>
                    <a:pt x="56506" y="87300"/>
                  </a:lnTo>
                  <a:lnTo>
                    <a:pt x="53815" y="92672"/>
                  </a:lnTo>
                  <a:lnTo>
                    <a:pt x="52470" y="96702"/>
                  </a:lnTo>
                  <a:lnTo>
                    <a:pt x="52470" y="99388"/>
                  </a:lnTo>
                  <a:lnTo>
                    <a:pt x="49779" y="99388"/>
                  </a:lnTo>
                  <a:lnTo>
                    <a:pt x="48434" y="96702"/>
                  </a:lnTo>
                  <a:lnTo>
                    <a:pt x="45743" y="96702"/>
                  </a:lnTo>
                  <a:lnTo>
                    <a:pt x="47088" y="104760"/>
                  </a:lnTo>
                  <a:lnTo>
                    <a:pt x="51124" y="114162"/>
                  </a:lnTo>
                  <a:lnTo>
                    <a:pt x="52470" y="115505"/>
                  </a:lnTo>
                  <a:lnTo>
                    <a:pt x="55161" y="114162"/>
                  </a:lnTo>
                  <a:lnTo>
                    <a:pt x="56506" y="118191"/>
                  </a:lnTo>
                  <a:lnTo>
                    <a:pt x="56506" y="120877"/>
                  </a:lnTo>
                  <a:lnTo>
                    <a:pt x="59197" y="122220"/>
                  </a:lnTo>
                  <a:lnTo>
                    <a:pt x="53815" y="124906"/>
                  </a:lnTo>
                  <a:lnTo>
                    <a:pt x="53815" y="127592"/>
                  </a:lnTo>
                  <a:lnTo>
                    <a:pt x="56506" y="128935"/>
                  </a:lnTo>
                  <a:lnTo>
                    <a:pt x="53815" y="132965"/>
                  </a:lnTo>
                  <a:lnTo>
                    <a:pt x="51124" y="141023"/>
                  </a:lnTo>
                  <a:lnTo>
                    <a:pt x="51124" y="146395"/>
                  </a:lnTo>
                  <a:lnTo>
                    <a:pt x="49779" y="147738"/>
                  </a:lnTo>
                  <a:lnTo>
                    <a:pt x="52470" y="150425"/>
                  </a:lnTo>
                  <a:lnTo>
                    <a:pt x="51124" y="151768"/>
                  </a:lnTo>
                  <a:lnTo>
                    <a:pt x="48434" y="153111"/>
                  </a:lnTo>
                  <a:lnTo>
                    <a:pt x="45743" y="157140"/>
                  </a:lnTo>
                  <a:lnTo>
                    <a:pt x="45743" y="159826"/>
                  </a:lnTo>
                  <a:lnTo>
                    <a:pt x="48434" y="162512"/>
                  </a:lnTo>
                  <a:lnTo>
                    <a:pt x="45743" y="163856"/>
                  </a:lnTo>
                  <a:lnTo>
                    <a:pt x="43052" y="163856"/>
                  </a:lnTo>
                  <a:lnTo>
                    <a:pt x="40361" y="169228"/>
                  </a:lnTo>
                  <a:lnTo>
                    <a:pt x="36325" y="188031"/>
                  </a:lnTo>
                  <a:lnTo>
                    <a:pt x="36325" y="192060"/>
                  </a:lnTo>
                  <a:lnTo>
                    <a:pt x="32289" y="194746"/>
                  </a:lnTo>
                  <a:lnTo>
                    <a:pt x="28253" y="194746"/>
                  </a:lnTo>
                  <a:lnTo>
                    <a:pt x="24217" y="193403"/>
                  </a:lnTo>
                  <a:lnTo>
                    <a:pt x="18836" y="194746"/>
                  </a:lnTo>
                  <a:lnTo>
                    <a:pt x="9418" y="198775"/>
                  </a:lnTo>
                  <a:lnTo>
                    <a:pt x="5382" y="204148"/>
                  </a:lnTo>
                  <a:lnTo>
                    <a:pt x="4036" y="209520"/>
                  </a:lnTo>
                  <a:lnTo>
                    <a:pt x="5382" y="217579"/>
                  </a:lnTo>
                  <a:lnTo>
                    <a:pt x="9418" y="221608"/>
                  </a:lnTo>
                  <a:lnTo>
                    <a:pt x="16145" y="225637"/>
                  </a:lnTo>
                  <a:lnTo>
                    <a:pt x="20181" y="232352"/>
                  </a:lnTo>
                  <a:lnTo>
                    <a:pt x="26908" y="235038"/>
                  </a:lnTo>
                  <a:lnTo>
                    <a:pt x="29598" y="237725"/>
                  </a:lnTo>
                  <a:lnTo>
                    <a:pt x="30943" y="248469"/>
                  </a:lnTo>
                  <a:lnTo>
                    <a:pt x="30943" y="249812"/>
                  </a:lnTo>
                  <a:lnTo>
                    <a:pt x="29598" y="251156"/>
                  </a:lnTo>
                  <a:lnTo>
                    <a:pt x="29598" y="257871"/>
                  </a:lnTo>
                  <a:lnTo>
                    <a:pt x="28253" y="261900"/>
                  </a:lnTo>
                  <a:lnTo>
                    <a:pt x="17490" y="275331"/>
                  </a:lnTo>
                  <a:lnTo>
                    <a:pt x="10763" y="283389"/>
                  </a:lnTo>
                  <a:lnTo>
                    <a:pt x="2691" y="290105"/>
                  </a:lnTo>
                  <a:lnTo>
                    <a:pt x="0" y="29279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7" name="Freeform 836">
              <a:extLst>
                <a:ext uri="{FF2B5EF4-FFF2-40B4-BE49-F238E27FC236}">
                  <a16:creationId xmlns:a16="http://schemas.microsoft.com/office/drawing/2014/main" id="{CEB2B73E-71B8-56D1-A81B-CDACD9212024}"/>
                </a:ext>
              </a:extLst>
            </p:cNvPr>
            <p:cNvSpPr/>
            <p:nvPr/>
          </p:nvSpPr>
          <p:spPr>
            <a:xfrm>
              <a:off x="11679216" y="6000328"/>
              <a:ext cx="6726" cy="8058"/>
            </a:xfrm>
            <a:custGeom>
              <a:avLst/>
              <a:gdLst>
                <a:gd name="connsiteX0" fmla="*/ 0 w 6726"/>
                <a:gd name="connsiteY0" fmla="*/ 6715 h 8058"/>
                <a:gd name="connsiteX1" fmla="*/ 0 w 6726"/>
                <a:gd name="connsiteY1" fmla="*/ 4029 h 8058"/>
                <a:gd name="connsiteX2" fmla="*/ 2691 w 6726"/>
                <a:gd name="connsiteY2" fmla="*/ 0 h 8058"/>
                <a:gd name="connsiteX3" fmla="*/ 6727 w 6726"/>
                <a:gd name="connsiteY3" fmla="*/ 0 h 8058"/>
                <a:gd name="connsiteX4" fmla="*/ 6727 w 6726"/>
                <a:gd name="connsiteY4" fmla="*/ 2686 h 8058"/>
                <a:gd name="connsiteX5" fmla="*/ 2691 w 6726"/>
                <a:gd name="connsiteY5" fmla="*/ 5372 h 8058"/>
                <a:gd name="connsiteX6" fmla="*/ 1346 w 6726"/>
                <a:gd name="connsiteY6" fmla="*/ 8059 h 8058"/>
                <a:gd name="connsiteX7" fmla="*/ 0 w 6726"/>
                <a:gd name="connsiteY7" fmla="*/ 805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8058">
                  <a:moveTo>
                    <a:pt x="0" y="6715"/>
                  </a:moveTo>
                  <a:lnTo>
                    <a:pt x="0" y="4029"/>
                  </a:lnTo>
                  <a:lnTo>
                    <a:pt x="2691" y="0"/>
                  </a:lnTo>
                  <a:lnTo>
                    <a:pt x="6727" y="0"/>
                  </a:lnTo>
                  <a:lnTo>
                    <a:pt x="6727" y="2686"/>
                  </a:lnTo>
                  <a:lnTo>
                    <a:pt x="2691" y="5372"/>
                  </a:lnTo>
                  <a:lnTo>
                    <a:pt x="1346" y="8059"/>
                  </a:lnTo>
                  <a:lnTo>
                    <a:pt x="0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8" name="Freeform 837">
              <a:extLst>
                <a:ext uri="{FF2B5EF4-FFF2-40B4-BE49-F238E27FC236}">
                  <a16:creationId xmlns:a16="http://schemas.microsoft.com/office/drawing/2014/main" id="{29301F82-F247-2D38-5820-810095DCDB6D}"/>
                </a:ext>
              </a:extLst>
            </p:cNvPr>
            <p:cNvSpPr/>
            <p:nvPr/>
          </p:nvSpPr>
          <p:spPr>
            <a:xfrm>
              <a:off x="11677871" y="6011073"/>
              <a:ext cx="4035" cy="2686"/>
            </a:xfrm>
            <a:custGeom>
              <a:avLst/>
              <a:gdLst>
                <a:gd name="connsiteX0" fmla="*/ 0 w 4035"/>
                <a:gd name="connsiteY0" fmla="*/ 2686 h 2686"/>
                <a:gd name="connsiteX1" fmla="*/ 1345 w 4035"/>
                <a:gd name="connsiteY1" fmla="*/ 1343 h 2686"/>
                <a:gd name="connsiteX2" fmla="*/ 4036 w 4035"/>
                <a:gd name="connsiteY2" fmla="*/ 0 h 2686"/>
                <a:gd name="connsiteX3" fmla="*/ 2691 w 4035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2686">
                  <a:moveTo>
                    <a:pt x="0" y="2686"/>
                  </a:moveTo>
                  <a:lnTo>
                    <a:pt x="1345" y="1343"/>
                  </a:lnTo>
                  <a:lnTo>
                    <a:pt x="4036" y="0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9" name="Freeform 838">
              <a:extLst>
                <a:ext uri="{FF2B5EF4-FFF2-40B4-BE49-F238E27FC236}">
                  <a16:creationId xmlns:a16="http://schemas.microsoft.com/office/drawing/2014/main" id="{B753CC45-0C43-ACC1-50EF-CB3154625232}"/>
                </a:ext>
              </a:extLst>
            </p:cNvPr>
            <p:cNvSpPr/>
            <p:nvPr/>
          </p:nvSpPr>
          <p:spPr>
            <a:xfrm>
              <a:off x="11673835" y="6011073"/>
              <a:ext cx="5381" cy="2686"/>
            </a:xfrm>
            <a:custGeom>
              <a:avLst/>
              <a:gdLst>
                <a:gd name="connsiteX0" fmla="*/ 0 w 5381"/>
                <a:gd name="connsiteY0" fmla="*/ 2686 h 2686"/>
                <a:gd name="connsiteX1" fmla="*/ 2691 w 5381"/>
                <a:gd name="connsiteY1" fmla="*/ 2686 h 2686"/>
                <a:gd name="connsiteX2" fmla="*/ 4036 w 5381"/>
                <a:gd name="connsiteY2" fmla="*/ 1343 h 2686"/>
                <a:gd name="connsiteX3" fmla="*/ 5381 w 5381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2686">
                  <a:moveTo>
                    <a:pt x="0" y="2686"/>
                  </a:moveTo>
                  <a:lnTo>
                    <a:pt x="2691" y="2686"/>
                  </a:lnTo>
                  <a:lnTo>
                    <a:pt x="4036" y="1343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40" name="Freeform 839">
              <a:extLst>
                <a:ext uri="{FF2B5EF4-FFF2-40B4-BE49-F238E27FC236}">
                  <a16:creationId xmlns:a16="http://schemas.microsoft.com/office/drawing/2014/main" id="{951A078A-31A1-A752-A04C-6155468560D1}"/>
                </a:ext>
              </a:extLst>
            </p:cNvPr>
            <p:cNvSpPr/>
            <p:nvPr/>
          </p:nvSpPr>
          <p:spPr>
            <a:xfrm>
              <a:off x="11459920" y="6252826"/>
              <a:ext cx="4035" cy="1343"/>
            </a:xfrm>
            <a:custGeom>
              <a:avLst/>
              <a:gdLst>
                <a:gd name="connsiteX0" fmla="*/ 0 w 4035"/>
                <a:gd name="connsiteY0" fmla="*/ 1343 h 1343"/>
                <a:gd name="connsiteX1" fmla="*/ 4036 w 4035"/>
                <a:gd name="connsiteY1" fmla="*/ 0 h 1343"/>
                <a:gd name="connsiteX2" fmla="*/ 2691 w 4035"/>
                <a:gd name="connsiteY2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1343">
                  <a:moveTo>
                    <a:pt x="0" y="1343"/>
                  </a:moveTo>
                  <a:lnTo>
                    <a:pt x="4036" y="0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41" name="Freeform 840">
              <a:extLst>
                <a:ext uri="{FF2B5EF4-FFF2-40B4-BE49-F238E27FC236}">
                  <a16:creationId xmlns:a16="http://schemas.microsoft.com/office/drawing/2014/main" id="{EF7FA059-80B6-E463-B5D3-96FC33875944}"/>
                </a:ext>
              </a:extLst>
            </p:cNvPr>
            <p:cNvSpPr/>
            <p:nvPr/>
          </p:nvSpPr>
          <p:spPr>
            <a:xfrm>
              <a:off x="11428976" y="6240739"/>
              <a:ext cx="24216" cy="28204"/>
            </a:xfrm>
            <a:custGeom>
              <a:avLst/>
              <a:gdLst>
                <a:gd name="connsiteX0" fmla="*/ 6727 w 24216"/>
                <a:gd name="connsiteY0" fmla="*/ 22832 h 28204"/>
                <a:gd name="connsiteX1" fmla="*/ 2691 w 24216"/>
                <a:gd name="connsiteY1" fmla="*/ 28205 h 28204"/>
                <a:gd name="connsiteX2" fmla="*/ 0 w 24216"/>
                <a:gd name="connsiteY2" fmla="*/ 28205 h 28204"/>
                <a:gd name="connsiteX3" fmla="*/ 0 w 24216"/>
                <a:gd name="connsiteY3" fmla="*/ 25518 h 28204"/>
                <a:gd name="connsiteX4" fmla="*/ 5382 w 24216"/>
                <a:gd name="connsiteY4" fmla="*/ 20146 h 28204"/>
                <a:gd name="connsiteX5" fmla="*/ 6727 w 24216"/>
                <a:gd name="connsiteY5" fmla="*/ 18803 h 28204"/>
                <a:gd name="connsiteX6" fmla="*/ 6727 w 24216"/>
                <a:gd name="connsiteY6" fmla="*/ 16117 h 28204"/>
                <a:gd name="connsiteX7" fmla="*/ 10763 w 24216"/>
                <a:gd name="connsiteY7" fmla="*/ 14774 h 28204"/>
                <a:gd name="connsiteX8" fmla="*/ 12109 w 24216"/>
                <a:gd name="connsiteY8" fmla="*/ 10745 h 28204"/>
                <a:gd name="connsiteX9" fmla="*/ 12109 w 24216"/>
                <a:gd name="connsiteY9" fmla="*/ 5372 h 28204"/>
                <a:gd name="connsiteX10" fmla="*/ 12109 w 24216"/>
                <a:gd name="connsiteY10" fmla="*/ 1343 h 28204"/>
                <a:gd name="connsiteX11" fmla="*/ 17490 w 24216"/>
                <a:gd name="connsiteY11" fmla="*/ 0 h 28204"/>
                <a:gd name="connsiteX12" fmla="*/ 21526 w 24216"/>
                <a:gd name="connsiteY12" fmla="*/ 5372 h 28204"/>
                <a:gd name="connsiteX13" fmla="*/ 24217 w 24216"/>
                <a:gd name="connsiteY13" fmla="*/ 10745 h 28204"/>
                <a:gd name="connsiteX14" fmla="*/ 24217 w 24216"/>
                <a:gd name="connsiteY14" fmla="*/ 12088 h 28204"/>
                <a:gd name="connsiteX15" fmla="*/ 24217 w 24216"/>
                <a:gd name="connsiteY15" fmla="*/ 13431 h 28204"/>
                <a:gd name="connsiteX16" fmla="*/ 21526 w 24216"/>
                <a:gd name="connsiteY16" fmla="*/ 13431 h 28204"/>
                <a:gd name="connsiteX17" fmla="*/ 20181 w 24216"/>
                <a:gd name="connsiteY17" fmla="*/ 12088 h 28204"/>
                <a:gd name="connsiteX18" fmla="*/ 17490 w 24216"/>
                <a:gd name="connsiteY18" fmla="*/ 13431 h 28204"/>
                <a:gd name="connsiteX19" fmla="*/ 20181 w 24216"/>
                <a:gd name="connsiteY19" fmla="*/ 13431 h 28204"/>
                <a:gd name="connsiteX20" fmla="*/ 21526 w 24216"/>
                <a:gd name="connsiteY20" fmla="*/ 16117 h 28204"/>
                <a:gd name="connsiteX21" fmla="*/ 24217 w 24216"/>
                <a:gd name="connsiteY21" fmla="*/ 17460 h 28204"/>
                <a:gd name="connsiteX22" fmla="*/ 24217 w 24216"/>
                <a:gd name="connsiteY22" fmla="*/ 18803 h 28204"/>
                <a:gd name="connsiteX23" fmla="*/ 22872 w 24216"/>
                <a:gd name="connsiteY23" fmla="*/ 21489 h 28204"/>
                <a:gd name="connsiteX24" fmla="*/ 21526 w 24216"/>
                <a:gd name="connsiteY24" fmla="*/ 20146 h 28204"/>
                <a:gd name="connsiteX25" fmla="*/ 16145 w 24216"/>
                <a:gd name="connsiteY25" fmla="*/ 21489 h 28204"/>
                <a:gd name="connsiteX26" fmla="*/ 13454 w 24216"/>
                <a:gd name="connsiteY26" fmla="*/ 24176 h 28204"/>
                <a:gd name="connsiteX27" fmla="*/ 10763 w 24216"/>
                <a:gd name="connsiteY27" fmla="*/ 24176 h 28204"/>
                <a:gd name="connsiteX28" fmla="*/ 8072 w 24216"/>
                <a:gd name="connsiteY28" fmla="*/ 22832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216" h="28204">
                  <a:moveTo>
                    <a:pt x="6727" y="22832"/>
                  </a:moveTo>
                  <a:lnTo>
                    <a:pt x="2691" y="28205"/>
                  </a:lnTo>
                  <a:lnTo>
                    <a:pt x="0" y="28205"/>
                  </a:lnTo>
                  <a:lnTo>
                    <a:pt x="0" y="25518"/>
                  </a:lnTo>
                  <a:lnTo>
                    <a:pt x="5382" y="20146"/>
                  </a:lnTo>
                  <a:lnTo>
                    <a:pt x="6727" y="18803"/>
                  </a:lnTo>
                  <a:lnTo>
                    <a:pt x="6727" y="16117"/>
                  </a:lnTo>
                  <a:lnTo>
                    <a:pt x="10763" y="14774"/>
                  </a:lnTo>
                  <a:lnTo>
                    <a:pt x="12109" y="10745"/>
                  </a:lnTo>
                  <a:lnTo>
                    <a:pt x="12109" y="5372"/>
                  </a:lnTo>
                  <a:lnTo>
                    <a:pt x="12109" y="1343"/>
                  </a:lnTo>
                  <a:lnTo>
                    <a:pt x="17490" y="0"/>
                  </a:lnTo>
                  <a:lnTo>
                    <a:pt x="21526" y="5372"/>
                  </a:lnTo>
                  <a:lnTo>
                    <a:pt x="24217" y="10745"/>
                  </a:lnTo>
                  <a:lnTo>
                    <a:pt x="24217" y="12088"/>
                  </a:lnTo>
                  <a:lnTo>
                    <a:pt x="24217" y="13431"/>
                  </a:lnTo>
                  <a:lnTo>
                    <a:pt x="21526" y="13431"/>
                  </a:lnTo>
                  <a:lnTo>
                    <a:pt x="20181" y="12088"/>
                  </a:lnTo>
                  <a:lnTo>
                    <a:pt x="17490" y="13431"/>
                  </a:lnTo>
                  <a:lnTo>
                    <a:pt x="20181" y="13431"/>
                  </a:lnTo>
                  <a:lnTo>
                    <a:pt x="21526" y="16117"/>
                  </a:lnTo>
                  <a:lnTo>
                    <a:pt x="24217" y="17460"/>
                  </a:lnTo>
                  <a:lnTo>
                    <a:pt x="24217" y="18803"/>
                  </a:lnTo>
                  <a:lnTo>
                    <a:pt x="22872" y="21489"/>
                  </a:lnTo>
                  <a:lnTo>
                    <a:pt x="21526" y="20146"/>
                  </a:lnTo>
                  <a:lnTo>
                    <a:pt x="16145" y="21489"/>
                  </a:lnTo>
                  <a:lnTo>
                    <a:pt x="13454" y="24176"/>
                  </a:lnTo>
                  <a:lnTo>
                    <a:pt x="10763" y="24176"/>
                  </a:lnTo>
                  <a:lnTo>
                    <a:pt x="8072" y="2283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42" name="Freeform 841">
              <a:extLst>
                <a:ext uri="{FF2B5EF4-FFF2-40B4-BE49-F238E27FC236}">
                  <a16:creationId xmlns:a16="http://schemas.microsoft.com/office/drawing/2014/main" id="{B519A766-D07E-094B-2A87-B2771168C1E1}"/>
                </a:ext>
              </a:extLst>
            </p:cNvPr>
            <p:cNvSpPr/>
            <p:nvPr/>
          </p:nvSpPr>
          <p:spPr>
            <a:xfrm>
              <a:off x="11426286" y="5992270"/>
              <a:ext cx="263694" cy="256527"/>
            </a:xfrm>
            <a:custGeom>
              <a:avLst/>
              <a:gdLst>
                <a:gd name="connsiteX0" fmla="*/ 5382 w 263694"/>
                <a:gd name="connsiteY0" fmla="*/ 228323 h 256527"/>
                <a:gd name="connsiteX1" fmla="*/ 2691 w 263694"/>
                <a:gd name="connsiteY1" fmla="*/ 224294 h 256527"/>
                <a:gd name="connsiteX2" fmla="*/ 2691 w 263694"/>
                <a:gd name="connsiteY2" fmla="*/ 218922 h 256527"/>
                <a:gd name="connsiteX3" fmla="*/ 5382 w 263694"/>
                <a:gd name="connsiteY3" fmla="*/ 217579 h 256527"/>
                <a:gd name="connsiteX4" fmla="*/ 2691 w 263694"/>
                <a:gd name="connsiteY4" fmla="*/ 217579 h 256527"/>
                <a:gd name="connsiteX5" fmla="*/ 0 w 263694"/>
                <a:gd name="connsiteY5" fmla="*/ 216235 h 256527"/>
                <a:gd name="connsiteX6" fmla="*/ 6727 w 263694"/>
                <a:gd name="connsiteY6" fmla="*/ 209520 h 256527"/>
                <a:gd name="connsiteX7" fmla="*/ 12109 w 263694"/>
                <a:gd name="connsiteY7" fmla="*/ 209520 h 256527"/>
                <a:gd name="connsiteX8" fmla="*/ 16145 w 263694"/>
                <a:gd name="connsiteY8" fmla="*/ 209520 h 256527"/>
                <a:gd name="connsiteX9" fmla="*/ 17490 w 263694"/>
                <a:gd name="connsiteY9" fmla="*/ 208177 h 256527"/>
                <a:gd name="connsiteX10" fmla="*/ 16145 w 263694"/>
                <a:gd name="connsiteY10" fmla="*/ 205491 h 256527"/>
                <a:gd name="connsiteX11" fmla="*/ 12109 w 263694"/>
                <a:gd name="connsiteY11" fmla="*/ 201462 h 256527"/>
                <a:gd name="connsiteX12" fmla="*/ 12109 w 263694"/>
                <a:gd name="connsiteY12" fmla="*/ 197432 h 256527"/>
                <a:gd name="connsiteX13" fmla="*/ 16145 w 263694"/>
                <a:gd name="connsiteY13" fmla="*/ 190717 h 256527"/>
                <a:gd name="connsiteX14" fmla="*/ 17490 w 263694"/>
                <a:gd name="connsiteY14" fmla="*/ 189374 h 256527"/>
                <a:gd name="connsiteX15" fmla="*/ 20181 w 263694"/>
                <a:gd name="connsiteY15" fmla="*/ 186688 h 256527"/>
                <a:gd name="connsiteX16" fmla="*/ 21527 w 263694"/>
                <a:gd name="connsiteY16" fmla="*/ 188031 h 256527"/>
                <a:gd name="connsiteX17" fmla="*/ 24217 w 263694"/>
                <a:gd name="connsiteY17" fmla="*/ 192060 h 256527"/>
                <a:gd name="connsiteX18" fmla="*/ 25562 w 263694"/>
                <a:gd name="connsiteY18" fmla="*/ 189374 h 256527"/>
                <a:gd name="connsiteX19" fmla="*/ 25562 w 263694"/>
                <a:gd name="connsiteY19" fmla="*/ 179972 h 256527"/>
                <a:gd name="connsiteX20" fmla="*/ 28253 w 263694"/>
                <a:gd name="connsiteY20" fmla="*/ 177286 h 256527"/>
                <a:gd name="connsiteX21" fmla="*/ 30943 w 263694"/>
                <a:gd name="connsiteY21" fmla="*/ 177286 h 256527"/>
                <a:gd name="connsiteX22" fmla="*/ 37670 w 263694"/>
                <a:gd name="connsiteY22" fmla="*/ 169228 h 256527"/>
                <a:gd name="connsiteX23" fmla="*/ 40361 w 263694"/>
                <a:gd name="connsiteY23" fmla="*/ 170571 h 256527"/>
                <a:gd name="connsiteX24" fmla="*/ 43052 w 263694"/>
                <a:gd name="connsiteY24" fmla="*/ 167885 h 256527"/>
                <a:gd name="connsiteX25" fmla="*/ 43052 w 263694"/>
                <a:gd name="connsiteY25" fmla="*/ 161169 h 256527"/>
                <a:gd name="connsiteX26" fmla="*/ 45743 w 263694"/>
                <a:gd name="connsiteY26" fmla="*/ 159826 h 256527"/>
                <a:gd name="connsiteX27" fmla="*/ 49779 w 263694"/>
                <a:gd name="connsiteY27" fmla="*/ 157140 h 256527"/>
                <a:gd name="connsiteX28" fmla="*/ 51124 w 263694"/>
                <a:gd name="connsiteY28" fmla="*/ 158483 h 256527"/>
                <a:gd name="connsiteX29" fmla="*/ 52470 w 263694"/>
                <a:gd name="connsiteY29" fmla="*/ 161169 h 256527"/>
                <a:gd name="connsiteX30" fmla="*/ 53815 w 263694"/>
                <a:gd name="connsiteY30" fmla="*/ 155797 h 256527"/>
                <a:gd name="connsiteX31" fmla="*/ 57851 w 263694"/>
                <a:gd name="connsiteY31" fmla="*/ 150425 h 256527"/>
                <a:gd name="connsiteX32" fmla="*/ 61888 w 263694"/>
                <a:gd name="connsiteY32" fmla="*/ 149082 h 256527"/>
                <a:gd name="connsiteX33" fmla="*/ 68615 w 263694"/>
                <a:gd name="connsiteY33" fmla="*/ 143709 h 256527"/>
                <a:gd name="connsiteX34" fmla="*/ 71305 w 263694"/>
                <a:gd name="connsiteY34" fmla="*/ 139680 h 256527"/>
                <a:gd name="connsiteX35" fmla="*/ 79378 w 263694"/>
                <a:gd name="connsiteY35" fmla="*/ 132965 h 256527"/>
                <a:gd name="connsiteX36" fmla="*/ 83414 w 263694"/>
                <a:gd name="connsiteY36" fmla="*/ 132965 h 256527"/>
                <a:gd name="connsiteX37" fmla="*/ 86104 w 263694"/>
                <a:gd name="connsiteY37" fmla="*/ 134308 h 256527"/>
                <a:gd name="connsiteX38" fmla="*/ 90140 w 263694"/>
                <a:gd name="connsiteY38" fmla="*/ 132965 h 256527"/>
                <a:gd name="connsiteX39" fmla="*/ 94176 w 263694"/>
                <a:gd name="connsiteY39" fmla="*/ 131622 h 256527"/>
                <a:gd name="connsiteX40" fmla="*/ 96867 w 263694"/>
                <a:gd name="connsiteY40" fmla="*/ 132965 h 256527"/>
                <a:gd name="connsiteX41" fmla="*/ 100903 w 263694"/>
                <a:gd name="connsiteY41" fmla="*/ 136994 h 256527"/>
                <a:gd name="connsiteX42" fmla="*/ 99558 w 263694"/>
                <a:gd name="connsiteY42" fmla="*/ 131622 h 256527"/>
                <a:gd name="connsiteX43" fmla="*/ 98212 w 263694"/>
                <a:gd name="connsiteY43" fmla="*/ 127592 h 256527"/>
                <a:gd name="connsiteX44" fmla="*/ 99558 w 263694"/>
                <a:gd name="connsiteY44" fmla="*/ 124906 h 256527"/>
                <a:gd name="connsiteX45" fmla="*/ 107630 w 263694"/>
                <a:gd name="connsiteY45" fmla="*/ 119534 h 256527"/>
                <a:gd name="connsiteX46" fmla="*/ 113012 w 263694"/>
                <a:gd name="connsiteY46" fmla="*/ 118191 h 256527"/>
                <a:gd name="connsiteX47" fmla="*/ 121084 w 263694"/>
                <a:gd name="connsiteY47" fmla="*/ 110132 h 256527"/>
                <a:gd name="connsiteX48" fmla="*/ 131847 w 263694"/>
                <a:gd name="connsiteY48" fmla="*/ 104760 h 256527"/>
                <a:gd name="connsiteX49" fmla="*/ 135884 w 263694"/>
                <a:gd name="connsiteY49" fmla="*/ 104760 h 256527"/>
                <a:gd name="connsiteX50" fmla="*/ 135884 w 263694"/>
                <a:gd name="connsiteY50" fmla="*/ 102074 h 256527"/>
                <a:gd name="connsiteX51" fmla="*/ 142610 w 263694"/>
                <a:gd name="connsiteY51" fmla="*/ 98045 h 256527"/>
                <a:gd name="connsiteX52" fmla="*/ 147991 w 263694"/>
                <a:gd name="connsiteY52" fmla="*/ 96702 h 256527"/>
                <a:gd name="connsiteX53" fmla="*/ 158754 w 263694"/>
                <a:gd name="connsiteY53" fmla="*/ 89986 h 256527"/>
                <a:gd name="connsiteX54" fmla="*/ 168172 w 263694"/>
                <a:gd name="connsiteY54" fmla="*/ 79241 h 256527"/>
                <a:gd name="connsiteX55" fmla="*/ 168172 w 263694"/>
                <a:gd name="connsiteY55" fmla="*/ 75212 h 256527"/>
                <a:gd name="connsiteX56" fmla="*/ 170863 w 263694"/>
                <a:gd name="connsiteY56" fmla="*/ 71183 h 256527"/>
                <a:gd name="connsiteX57" fmla="*/ 170863 w 263694"/>
                <a:gd name="connsiteY57" fmla="*/ 65811 h 256527"/>
                <a:gd name="connsiteX58" fmla="*/ 174899 w 263694"/>
                <a:gd name="connsiteY58" fmla="*/ 61782 h 256527"/>
                <a:gd name="connsiteX59" fmla="*/ 177590 w 263694"/>
                <a:gd name="connsiteY59" fmla="*/ 60438 h 256527"/>
                <a:gd name="connsiteX60" fmla="*/ 178935 w 263694"/>
                <a:gd name="connsiteY60" fmla="*/ 55066 h 256527"/>
                <a:gd name="connsiteX61" fmla="*/ 180281 w 263694"/>
                <a:gd name="connsiteY61" fmla="*/ 49694 h 256527"/>
                <a:gd name="connsiteX62" fmla="*/ 184317 w 263694"/>
                <a:gd name="connsiteY62" fmla="*/ 47008 h 256527"/>
                <a:gd name="connsiteX63" fmla="*/ 189699 w 263694"/>
                <a:gd name="connsiteY63" fmla="*/ 47008 h 256527"/>
                <a:gd name="connsiteX64" fmla="*/ 193735 w 263694"/>
                <a:gd name="connsiteY64" fmla="*/ 45665 h 256527"/>
                <a:gd name="connsiteX65" fmla="*/ 195080 w 263694"/>
                <a:gd name="connsiteY65" fmla="*/ 41635 h 256527"/>
                <a:gd name="connsiteX66" fmla="*/ 201806 w 263694"/>
                <a:gd name="connsiteY66" fmla="*/ 34920 h 256527"/>
                <a:gd name="connsiteX67" fmla="*/ 204497 w 263694"/>
                <a:gd name="connsiteY67" fmla="*/ 33577 h 256527"/>
                <a:gd name="connsiteX68" fmla="*/ 208533 w 263694"/>
                <a:gd name="connsiteY68" fmla="*/ 28205 h 256527"/>
                <a:gd name="connsiteX69" fmla="*/ 212569 w 263694"/>
                <a:gd name="connsiteY69" fmla="*/ 16117 h 256527"/>
                <a:gd name="connsiteX70" fmla="*/ 213915 w 263694"/>
                <a:gd name="connsiteY70" fmla="*/ 9402 h 256527"/>
                <a:gd name="connsiteX71" fmla="*/ 217951 w 263694"/>
                <a:gd name="connsiteY71" fmla="*/ 5372 h 256527"/>
                <a:gd name="connsiteX72" fmla="*/ 221987 w 263694"/>
                <a:gd name="connsiteY72" fmla="*/ 4029 h 256527"/>
                <a:gd name="connsiteX73" fmla="*/ 228714 w 263694"/>
                <a:gd name="connsiteY73" fmla="*/ 0 h 256527"/>
                <a:gd name="connsiteX74" fmla="*/ 232750 w 263694"/>
                <a:gd name="connsiteY74" fmla="*/ 0 h 256527"/>
                <a:gd name="connsiteX75" fmla="*/ 230060 w 263694"/>
                <a:gd name="connsiteY75" fmla="*/ 4029 h 256527"/>
                <a:gd name="connsiteX76" fmla="*/ 230060 w 263694"/>
                <a:gd name="connsiteY76" fmla="*/ 8059 h 256527"/>
                <a:gd name="connsiteX77" fmla="*/ 231405 w 263694"/>
                <a:gd name="connsiteY77" fmla="*/ 10745 h 256527"/>
                <a:gd name="connsiteX78" fmla="*/ 234096 w 263694"/>
                <a:gd name="connsiteY78" fmla="*/ 12088 h 256527"/>
                <a:gd name="connsiteX79" fmla="*/ 236787 w 263694"/>
                <a:gd name="connsiteY79" fmla="*/ 9402 h 256527"/>
                <a:gd name="connsiteX80" fmla="*/ 238132 w 263694"/>
                <a:gd name="connsiteY80" fmla="*/ 10745 h 256527"/>
                <a:gd name="connsiteX81" fmla="*/ 238132 w 263694"/>
                <a:gd name="connsiteY81" fmla="*/ 13431 h 256527"/>
                <a:gd name="connsiteX82" fmla="*/ 239477 w 263694"/>
                <a:gd name="connsiteY82" fmla="*/ 13431 h 256527"/>
                <a:gd name="connsiteX83" fmla="*/ 238132 w 263694"/>
                <a:gd name="connsiteY83" fmla="*/ 16117 h 256527"/>
                <a:gd name="connsiteX84" fmla="*/ 235441 w 263694"/>
                <a:gd name="connsiteY84" fmla="*/ 18803 h 256527"/>
                <a:gd name="connsiteX85" fmla="*/ 234096 w 263694"/>
                <a:gd name="connsiteY85" fmla="*/ 21489 h 256527"/>
                <a:gd name="connsiteX86" fmla="*/ 235441 w 263694"/>
                <a:gd name="connsiteY86" fmla="*/ 28205 h 256527"/>
                <a:gd name="connsiteX87" fmla="*/ 239477 w 263694"/>
                <a:gd name="connsiteY87" fmla="*/ 29548 h 256527"/>
                <a:gd name="connsiteX88" fmla="*/ 242168 w 263694"/>
                <a:gd name="connsiteY88" fmla="*/ 25518 h 256527"/>
                <a:gd name="connsiteX89" fmla="*/ 246204 w 263694"/>
                <a:gd name="connsiteY89" fmla="*/ 22832 h 256527"/>
                <a:gd name="connsiteX90" fmla="*/ 248895 w 263694"/>
                <a:gd name="connsiteY90" fmla="*/ 24176 h 256527"/>
                <a:gd name="connsiteX91" fmla="*/ 251586 w 263694"/>
                <a:gd name="connsiteY91" fmla="*/ 24176 h 256527"/>
                <a:gd name="connsiteX92" fmla="*/ 250241 w 263694"/>
                <a:gd name="connsiteY92" fmla="*/ 26862 h 256527"/>
                <a:gd name="connsiteX93" fmla="*/ 252931 w 263694"/>
                <a:gd name="connsiteY93" fmla="*/ 29548 h 256527"/>
                <a:gd name="connsiteX94" fmla="*/ 258312 w 263694"/>
                <a:gd name="connsiteY94" fmla="*/ 26862 h 256527"/>
                <a:gd name="connsiteX95" fmla="*/ 255622 w 263694"/>
                <a:gd name="connsiteY95" fmla="*/ 25518 h 256527"/>
                <a:gd name="connsiteX96" fmla="*/ 254277 w 263694"/>
                <a:gd name="connsiteY96" fmla="*/ 24176 h 256527"/>
                <a:gd name="connsiteX97" fmla="*/ 258312 w 263694"/>
                <a:gd name="connsiteY97" fmla="*/ 18803 h 256527"/>
                <a:gd name="connsiteX98" fmla="*/ 261003 w 263694"/>
                <a:gd name="connsiteY98" fmla="*/ 18803 h 256527"/>
                <a:gd name="connsiteX99" fmla="*/ 262348 w 263694"/>
                <a:gd name="connsiteY99" fmla="*/ 21489 h 256527"/>
                <a:gd name="connsiteX100" fmla="*/ 263694 w 263694"/>
                <a:gd name="connsiteY100" fmla="*/ 21489 h 256527"/>
                <a:gd name="connsiteX101" fmla="*/ 259658 w 263694"/>
                <a:gd name="connsiteY101" fmla="*/ 28205 h 256527"/>
                <a:gd name="connsiteX102" fmla="*/ 254277 w 263694"/>
                <a:gd name="connsiteY102" fmla="*/ 30891 h 256527"/>
                <a:gd name="connsiteX103" fmla="*/ 258312 w 263694"/>
                <a:gd name="connsiteY103" fmla="*/ 29548 h 256527"/>
                <a:gd name="connsiteX104" fmla="*/ 262348 w 263694"/>
                <a:gd name="connsiteY104" fmla="*/ 29548 h 256527"/>
                <a:gd name="connsiteX105" fmla="*/ 256967 w 263694"/>
                <a:gd name="connsiteY105" fmla="*/ 36263 h 256527"/>
                <a:gd name="connsiteX106" fmla="*/ 255622 w 263694"/>
                <a:gd name="connsiteY106" fmla="*/ 34920 h 256527"/>
                <a:gd name="connsiteX107" fmla="*/ 254277 w 263694"/>
                <a:gd name="connsiteY107" fmla="*/ 40292 h 256527"/>
                <a:gd name="connsiteX108" fmla="*/ 254277 w 263694"/>
                <a:gd name="connsiteY108" fmla="*/ 44322 h 256527"/>
                <a:gd name="connsiteX109" fmla="*/ 255622 w 263694"/>
                <a:gd name="connsiteY109" fmla="*/ 49694 h 256527"/>
                <a:gd name="connsiteX110" fmla="*/ 256967 w 263694"/>
                <a:gd name="connsiteY110" fmla="*/ 53723 h 256527"/>
                <a:gd name="connsiteX111" fmla="*/ 259658 w 263694"/>
                <a:gd name="connsiteY111" fmla="*/ 55066 h 256527"/>
                <a:gd name="connsiteX112" fmla="*/ 254277 w 263694"/>
                <a:gd name="connsiteY112" fmla="*/ 57753 h 256527"/>
                <a:gd name="connsiteX113" fmla="*/ 240823 w 263694"/>
                <a:gd name="connsiteY113" fmla="*/ 69840 h 256527"/>
                <a:gd name="connsiteX114" fmla="*/ 240823 w 263694"/>
                <a:gd name="connsiteY114" fmla="*/ 72526 h 256527"/>
                <a:gd name="connsiteX115" fmla="*/ 231405 w 263694"/>
                <a:gd name="connsiteY115" fmla="*/ 81928 h 256527"/>
                <a:gd name="connsiteX116" fmla="*/ 231405 w 263694"/>
                <a:gd name="connsiteY116" fmla="*/ 83271 h 256527"/>
                <a:gd name="connsiteX117" fmla="*/ 227369 w 263694"/>
                <a:gd name="connsiteY117" fmla="*/ 83271 h 256527"/>
                <a:gd name="connsiteX118" fmla="*/ 221987 w 263694"/>
                <a:gd name="connsiteY118" fmla="*/ 88643 h 256527"/>
                <a:gd name="connsiteX119" fmla="*/ 221987 w 263694"/>
                <a:gd name="connsiteY119" fmla="*/ 94015 h 256527"/>
                <a:gd name="connsiteX120" fmla="*/ 215260 w 263694"/>
                <a:gd name="connsiteY120" fmla="*/ 100731 h 256527"/>
                <a:gd name="connsiteX121" fmla="*/ 215260 w 263694"/>
                <a:gd name="connsiteY121" fmla="*/ 103417 h 256527"/>
                <a:gd name="connsiteX122" fmla="*/ 207188 w 263694"/>
                <a:gd name="connsiteY122" fmla="*/ 108789 h 256527"/>
                <a:gd name="connsiteX123" fmla="*/ 200461 w 263694"/>
                <a:gd name="connsiteY123" fmla="*/ 111476 h 256527"/>
                <a:gd name="connsiteX124" fmla="*/ 196425 w 263694"/>
                <a:gd name="connsiteY124" fmla="*/ 112818 h 256527"/>
                <a:gd name="connsiteX125" fmla="*/ 193735 w 263694"/>
                <a:gd name="connsiteY125" fmla="*/ 120877 h 256527"/>
                <a:gd name="connsiteX126" fmla="*/ 195080 w 263694"/>
                <a:gd name="connsiteY126" fmla="*/ 126249 h 256527"/>
                <a:gd name="connsiteX127" fmla="*/ 193735 w 263694"/>
                <a:gd name="connsiteY127" fmla="*/ 128935 h 256527"/>
                <a:gd name="connsiteX128" fmla="*/ 196425 w 263694"/>
                <a:gd name="connsiteY128" fmla="*/ 130279 h 256527"/>
                <a:gd name="connsiteX129" fmla="*/ 199116 w 263694"/>
                <a:gd name="connsiteY129" fmla="*/ 132965 h 256527"/>
                <a:gd name="connsiteX130" fmla="*/ 197771 w 263694"/>
                <a:gd name="connsiteY130" fmla="*/ 139680 h 256527"/>
                <a:gd name="connsiteX131" fmla="*/ 196425 w 263694"/>
                <a:gd name="connsiteY131" fmla="*/ 142366 h 256527"/>
                <a:gd name="connsiteX132" fmla="*/ 193735 w 263694"/>
                <a:gd name="connsiteY132" fmla="*/ 141023 h 256527"/>
                <a:gd name="connsiteX133" fmla="*/ 195080 w 263694"/>
                <a:gd name="connsiteY133" fmla="*/ 135651 h 256527"/>
                <a:gd name="connsiteX134" fmla="*/ 193735 w 263694"/>
                <a:gd name="connsiteY134" fmla="*/ 134308 h 256527"/>
                <a:gd name="connsiteX135" fmla="*/ 192389 w 263694"/>
                <a:gd name="connsiteY135" fmla="*/ 135651 h 256527"/>
                <a:gd name="connsiteX136" fmla="*/ 192389 w 263694"/>
                <a:gd name="connsiteY136" fmla="*/ 139680 h 256527"/>
                <a:gd name="connsiteX137" fmla="*/ 191044 w 263694"/>
                <a:gd name="connsiteY137" fmla="*/ 142366 h 256527"/>
                <a:gd name="connsiteX138" fmla="*/ 187008 w 263694"/>
                <a:gd name="connsiteY138" fmla="*/ 141023 h 256527"/>
                <a:gd name="connsiteX139" fmla="*/ 181626 w 263694"/>
                <a:gd name="connsiteY139" fmla="*/ 141023 h 256527"/>
                <a:gd name="connsiteX140" fmla="*/ 185662 w 263694"/>
                <a:gd name="connsiteY140" fmla="*/ 138337 h 256527"/>
                <a:gd name="connsiteX141" fmla="*/ 185662 w 263694"/>
                <a:gd name="connsiteY141" fmla="*/ 136994 h 256527"/>
                <a:gd name="connsiteX142" fmla="*/ 182972 w 263694"/>
                <a:gd name="connsiteY142" fmla="*/ 135651 h 256527"/>
                <a:gd name="connsiteX143" fmla="*/ 178935 w 263694"/>
                <a:gd name="connsiteY143" fmla="*/ 136994 h 256527"/>
                <a:gd name="connsiteX144" fmla="*/ 178935 w 263694"/>
                <a:gd name="connsiteY144" fmla="*/ 139680 h 256527"/>
                <a:gd name="connsiteX145" fmla="*/ 176245 w 263694"/>
                <a:gd name="connsiteY145" fmla="*/ 141023 h 256527"/>
                <a:gd name="connsiteX146" fmla="*/ 173554 w 263694"/>
                <a:gd name="connsiteY146" fmla="*/ 141023 h 256527"/>
                <a:gd name="connsiteX147" fmla="*/ 172208 w 263694"/>
                <a:gd name="connsiteY147" fmla="*/ 135651 h 256527"/>
                <a:gd name="connsiteX148" fmla="*/ 168172 w 263694"/>
                <a:gd name="connsiteY148" fmla="*/ 132965 h 256527"/>
                <a:gd name="connsiteX149" fmla="*/ 170863 w 263694"/>
                <a:gd name="connsiteY149" fmla="*/ 136994 h 256527"/>
                <a:gd name="connsiteX150" fmla="*/ 170863 w 263694"/>
                <a:gd name="connsiteY150" fmla="*/ 141023 h 256527"/>
                <a:gd name="connsiteX151" fmla="*/ 168172 w 263694"/>
                <a:gd name="connsiteY151" fmla="*/ 145053 h 256527"/>
                <a:gd name="connsiteX152" fmla="*/ 165481 w 263694"/>
                <a:gd name="connsiteY152" fmla="*/ 145053 h 256527"/>
                <a:gd name="connsiteX153" fmla="*/ 161445 w 263694"/>
                <a:gd name="connsiteY153" fmla="*/ 146395 h 256527"/>
                <a:gd name="connsiteX154" fmla="*/ 160100 w 263694"/>
                <a:gd name="connsiteY154" fmla="*/ 150425 h 256527"/>
                <a:gd name="connsiteX155" fmla="*/ 156064 w 263694"/>
                <a:gd name="connsiteY155" fmla="*/ 150425 h 256527"/>
                <a:gd name="connsiteX156" fmla="*/ 153373 w 263694"/>
                <a:gd name="connsiteY156" fmla="*/ 147738 h 256527"/>
                <a:gd name="connsiteX157" fmla="*/ 152027 w 263694"/>
                <a:gd name="connsiteY157" fmla="*/ 151768 h 256527"/>
                <a:gd name="connsiteX158" fmla="*/ 147991 w 263694"/>
                <a:gd name="connsiteY158" fmla="*/ 153111 h 256527"/>
                <a:gd name="connsiteX159" fmla="*/ 143955 w 263694"/>
                <a:gd name="connsiteY159" fmla="*/ 158483 h 256527"/>
                <a:gd name="connsiteX160" fmla="*/ 143955 w 263694"/>
                <a:gd name="connsiteY160" fmla="*/ 163856 h 256527"/>
                <a:gd name="connsiteX161" fmla="*/ 139920 w 263694"/>
                <a:gd name="connsiteY161" fmla="*/ 167885 h 256527"/>
                <a:gd name="connsiteX162" fmla="*/ 135884 w 263694"/>
                <a:gd name="connsiteY162" fmla="*/ 175943 h 256527"/>
                <a:gd name="connsiteX163" fmla="*/ 134538 w 263694"/>
                <a:gd name="connsiteY163" fmla="*/ 181315 h 256527"/>
                <a:gd name="connsiteX164" fmla="*/ 131847 w 263694"/>
                <a:gd name="connsiteY164" fmla="*/ 185345 h 256527"/>
                <a:gd name="connsiteX165" fmla="*/ 121084 w 263694"/>
                <a:gd name="connsiteY165" fmla="*/ 193403 h 256527"/>
                <a:gd name="connsiteX166" fmla="*/ 117048 w 263694"/>
                <a:gd name="connsiteY166" fmla="*/ 197432 h 256527"/>
                <a:gd name="connsiteX167" fmla="*/ 115703 w 263694"/>
                <a:gd name="connsiteY167" fmla="*/ 205491 h 256527"/>
                <a:gd name="connsiteX168" fmla="*/ 110321 w 263694"/>
                <a:gd name="connsiteY168" fmla="*/ 213549 h 256527"/>
                <a:gd name="connsiteX169" fmla="*/ 104939 w 263694"/>
                <a:gd name="connsiteY169" fmla="*/ 220265 h 256527"/>
                <a:gd name="connsiteX170" fmla="*/ 106285 w 263694"/>
                <a:gd name="connsiteY170" fmla="*/ 220265 h 256527"/>
                <a:gd name="connsiteX171" fmla="*/ 106285 w 263694"/>
                <a:gd name="connsiteY171" fmla="*/ 221608 h 256527"/>
                <a:gd name="connsiteX172" fmla="*/ 103594 w 263694"/>
                <a:gd name="connsiteY172" fmla="*/ 224294 h 256527"/>
                <a:gd name="connsiteX173" fmla="*/ 107630 w 263694"/>
                <a:gd name="connsiteY173" fmla="*/ 222951 h 256527"/>
                <a:gd name="connsiteX174" fmla="*/ 107630 w 263694"/>
                <a:gd name="connsiteY174" fmla="*/ 224294 h 256527"/>
                <a:gd name="connsiteX175" fmla="*/ 106285 w 263694"/>
                <a:gd name="connsiteY175" fmla="*/ 225637 h 256527"/>
                <a:gd name="connsiteX176" fmla="*/ 99558 w 263694"/>
                <a:gd name="connsiteY176" fmla="*/ 225637 h 256527"/>
                <a:gd name="connsiteX177" fmla="*/ 91485 w 263694"/>
                <a:gd name="connsiteY177" fmla="*/ 229666 h 256527"/>
                <a:gd name="connsiteX178" fmla="*/ 87449 w 263694"/>
                <a:gd name="connsiteY178" fmla="*/ 233695 h 256527"/>
                <a:gd name="connsiteX179" fmla="*/ 86104 w 263694"/>
                <a:gd name="connsiteY179" fmla="*/ 240411 h 256527"/>
                <a:gd name="connsiteX180" fmla="*/ 80723 w 263694"/>
                <a:gd name="connsiteY180" fmla="*/ 241754 h 256527"/>
                <a:gd name="connsiteX181" fmla="*/ 80723 w 263694"/>
                <a:gd name="connsiteY181" fmla="*/ 239068 h 256527"/>
                <a:gd name="connsiteX182" fmla="*/ 78032 w 263694"/>
                <a:gd name="connsiteY182" fmla="*/ 236382 h 256527"/>
                <a:gd name="connsiteX183" fmla="*/ 79378 w 263694"/>
                <a:gd name="connsiteY183" fmla="*/ 240411 h 256527"/>
                <a:gd name="connsiteX184" fmla="*/ 79378 w 263694"/>
                <a:gd name="connsiteY184" fmla="*/ 243097 h 256527"/>
                <a:gd name="connsiteX185" fmla="*/ 73996 w 263694"/>
                <a:gd name="connsiteY185" fmla="*/ 244440 h 256527"/>
                <a:gd name="connsiteX186" fmla="*/ 65924 w 263694"/>
                <a:gd name="connsiteY186" fmla="*/ 251156 h 256527"/>
                <a:gd name="connsiteX187" fmla="*/ 57851 w 263694"/>
                <a:gd name="connsiteY187" fmla="*/ 255185 h 256527"/>
                <a:gd name="connsiteX188" fmla="*/ 51124 w 263694"/>
                <a:gd name="connsiteY188" fmla="*/ 256528 h 256527"/>
                <a:gd name="connsiteX189" fmla="*/ 47088 w 263694"/>
                <a:gd name="connsiteY189" fmla="*/ 255185 h 256527"/>
                <a:gd name="connsiteX190" fmla="*/ 47088 w 263694"/>
                <a:gd name="connsiteY190" fmla="*/ 252499 h 256527"/>
                <a:gd name="connsiteX191" fmla="*/ 40361 w 263694"/>
                <a:gd name="connsiteY191" fmla="*/ 255185 h 256527"/>
                <a:gd name="connsiteX192" fmla="*/ 37670 w 263694"/>
                <a:gd name="connsiteY192" fmla="*/ 255185 h 256527"/>
                <a:gd name="connsiteX193" fmla="*/ 43052 w 263694"/>
                <a:gd name="connsiteY193" fmla="*/ 252499 h 256527"/>
                <a:gd name="connsiteX194" fmla="*/ 39016 w 263694"/>
                <a:gd name="connsiteY194" fmla="*/ 249812 h 256527"/>
                <a:gd name="connsiteX195" fmla="*/ 33634 w 263694"/>
                <a:gd name="connsiteY195" fmla="*/ 244440 h 256527"/>
                <a:gd name="connsiteX196" fmla="*/ 33634 w 263694"/>
                <a:gd name="connsiteY196" fmla="*/ 240411 h 256527"/>
                <a:gd name="connsiteX197" fmla="*/ 30943 w 263694"/>
                <a:gd name="connsiteY197" fmla="*/ 237725 h 256527"/>
                <a:gd name="connsiteX198" fmla="*/ 26908 w 263694"/>
                <a:gd name="connsiteY198" fmla="*/ 237725 h 256527"/>
                <a:gd name="connsiteX199" fmla="*/ 24217 w 263694"/>
                <a:gd name="connsiteY199" fmla="*/ 236382 h 256527"/>
                <a:gd name="connsiteX200" fmla="*/ 25562 w 263694"/>
                <a:gd name="connsiteY200" fmla="*/ 233695 h 256527"/>
                <a:gd name="connsiteX201" fmla="*/ 24217 w 263694"/>
                <a:gd name="connsiteY201" fmla="*/ 229666 h 256527"/>
                <a:gd name="connsiteX202" fmla="*/ 20181 w 263694"/>
                <a:gd name="connsiteY202" fmla="*/ 228323 h 256527"/>
                <a:gd name="connsiteX203" fmla="*/ 17490 w 263694"/>
                <a:gd name="connsiteY203" fmla="*/ 228323 h 256527"/>
                <a:gd name="connsiteX204" fmla="*/ 17490 w 263694"/>
                <a:gd name="connsiteY204" fmla="*/ 231009 h 256527"/>
                <a:gd name="connsiteX205" fmla="*/ 14800 w 263694"/>
                <a:gd name="connsiteY205" fmla="*/ 231009 h 256527"/>
                <a:gd name="connsiteX206" fmla="*/ 14800 w 263694"/>
                <a:gd name="connsiteY206" fmla="*/ 229666 h 256527"/>
                <a:gd name="connsiteX207" fmla="*/ 8073 w 263694"/>
                <a:gd name="connsiteY207" fmla="*/ 229666 h 256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</a:cxnLst>
              <a:rect l="l" t="t" r="r" b="b"/>
              <a:pathLst>
                <a:path w="263694" h="256527">
                  <a:moveTo>
                    <a:pt x="5382" y="228323"/>
                  </a:moveTo>
                  <a:lnTo>
                    <a:pt x="2691" y="224294"/>
                  </a:lnTo>
                  <a:lnTo>
                    <a:pt x="2691" y="218922"/>
                  </a:lnTo>
                  <a:lnTo>
                    <a:pt x="5382" y="217579"/>
                  </a:lnTo>
                  <a:lnTo>
                    <a:pt x="2691" y="217579"/>
                  </a:lnTo>
                  <a:lnTo>
                    <a:pt x="0" y="216235"/>
                  </a:lnTo>
                  <a:lnTo>
                    <a:pt x="6727" y="209520"/>
                  </a:lnTo>
                  <a:lnTo>
                    <a:pt x="12109" y="209520"/>
                  </a:lnTo>
                  <a:lnTo>
                    <a:pt x="16145" y="209520"/>
                  </a:lnTo>
                  <a:lnTo>
                    <a:pt x="17490" y="208177"/>
                  </a:lnTo>
                  <a:lnTo>
                    <a:pt x="16145" y="205491"/>
                  </a:lnTo>
                  <a:lnTo>
                    <a:pt x="12109" y="201462"/>
                  </a:lnTo>
                  <a:lnTo>
                    <a:pt x="12109" y="197432"/>
                  </a:lnTo>
                  <a:lnTo>
                    <a:pt x="16145" y="190717"/>
                  </a:lnTo>
                  <a:lnTo>
                    <a:pt x="17490" y="189374"/>
                  </a:lnTo>
                  <a:lnTo>
                    <a:pt x="20181" y="186688"/>
                  </a:lnTo>
                  <a:lnTo>
                    <a:pt x="21527" y="188031"/>
                  </a:lnTo>
                  <a:lnTo>
                    <a:pt x="24217" y="192060"/>
                  </a:lnTo>
                  <a:lnTo>
                    <a:pt x="25562" y="189374"/>
                  </a:lnTo>
                  <a:lnTo>
                    <a:pt x="25562" y="179972"/>
                  </a:lnTo>
                  <a:lnTo>
                    <a:pt x="28253" y="177286"/>
                  </a:lnTo>
                  <a:lnTo>
                    <a:pt x="30943" y="177286"/>
                  </a:lnTo>
                  <a:lnTo>
                    <a:pt x="37670" y="169228"/>
                  </a:lnTo>
                  <a:lnTo>
                    <a:pt x="40361" y="170571"/>
                  </a:lnTo>
                  <a:lnTo>
                    <a:pt x="43052" y="167885"/>
                  </a:lnTo>
                  <a:lnTo>
                    <a:pt x="43052" y="161169"/>
                  </a:lnTo>
                  <a:lnTo>
                    <a:pt x="45743" y="159826"/>
                  </a:lnTo>
                  <a:lnTo>
                    <a:pt x="49779" y="157140"/>
                  </a:lnTo>
                  <a:lnTo>
                    <a:pt x="51124" y="158483"/>
                  </a:lnTo>
                  <a:lnTo>
                    <a:pt x="52470" y="161169"/>
                  </a:lnTo>
                  <a:lnTo>
                    <a:pt x="53815" y="155797"/>
                  </a:lnTo>
                  <a:lnTo>
                    <a:pt x="57851" y="150425"/>
                  </a:lnTo>
                  <a:lnTo>
                    <a:pt x="61888" y="149082"/>
                  </a:lnTo>
                  <a:lnTo>
                    <a:pt x="68615" y="143709"/>
                  </a:lnTo>
                  <a:lnTo>
                    <a:pt x="71305" y="139680"/>
                  </a:lnTo>
                  <a:lnTo>
                    <a:pt x="79378" y="132965"/>
                  </a:lnTo>
                  <a:lnTo>
                    <a:pt x="83414" y="132965"/>
                  </a:lnTo>
                  <a:lnTo>
                    <a:pt x="86104" y="134308"/>
                  </a:lnTo>
                  <a:lnTo>
                    <a:pt x="90140" y="132965"/>
                  </a:lnTo>
                  <a:lnTo>
                    <a:pt x="94176" y="131622"/>
                  </a:lnTo>
                  <a:lnTo>
                    <a:pt x="96867" y="132965"/>
                  </a:lnTo>
                  <a:lnTo>
                    <a:pt x="100903" y="136994"/>
                  </a:lnTo>
                  <a:lnTo>
                    <a:pt x="99558" y="131622"/>
                  </a:lnTo>
                  <a:lnTo>
                    <a:pt x="98212" y="127592"/>
                  </a:lnTo>
                  <a:lnTo>
                    <a:pt x="99558" y="124906"/>
                  </a:lnTo>
                  <a:lnTo>
                    <a:pt x="107630" y="119534"/>
                  </a:lnTo>
                  <a:lnTo>
                    <a:pt x="113012" y="118191"/>
                  </a:lnTo>
                  <a:lnTo>
                    <a:pt x="121084" y="110132"/>
                  </a:lnTo>
                  <a:lnTo>
                    <a:pt x="131847" y="104760"/>
                  </a:lnTo>
                  <a:lnTo>
                    <a:pt x="135884" y="104760"/>
                  </a:lnTo>
                  <a:lnTo>
                    <a:pt x="135884" y="102074"/>
                  </a:lnTo>
                  <a:lnTo>
                    <a:pt x="142610" y="98045"/>
                  </a:lnTo>
                  <a:lnTo>
                    <a:pt x="147991" y="96702"/>
                  </a:lnTo>
                  <a:lnTo>
                    <a:pt x="158754" y="89986"/>
                  </a:lnTo>
                  <a:lnTo>
                    <a:pt x="168172" y="79241"/>
                  </a:lnTo>
                  <a:lnTo>
                    <a:pt x="168172" y="75212"/>
                  </a:lnTo>
                  <a:lnTo>
                    <a:pt x="170863" y="71183"/>
                  </a:lnTo>
                  <a:lnTo>
                    <a:pt x="170863" y="65811"/>
                  </a:lnTo>
                  <a:lnTo>
                    <a:pt x="174899" y="61782"/>
                  </a:lnTo>
                  <a:lnTo>
                    <a:pt x="177590" y="60438"/>
                  </a:lnTo>
                  <a:lnTo>
                    <a:pt x="178935" y="55066"/>
                  </a:lnTo>
                  <a:lnTo>
                    <a:pt x="180281" y="49694"/>
                  </a:lnTo>
                  <a:lnTo>
                    <a:pt x="184317" y="47008"/>
                  </a:lnTo>
                  <a:lnTo>
                    <a:pt x="189699" y="47008"/>
                  </a:lnTo>
                  <a:lnTo>
                    <a:pt x="193735" y="45665"/>
                  </a:lnTo>
                  <a:lnTo>
                    <a:pt x="195080" y="41635"/>
                  </a:lnTo>
                  <a:lnTo>
                    <a:pt x="201806" y="34920"/>
                  </a:lnTo>
                  <a:lnTo>
                    <a:pt x="204497" y="33577"/>
                  </a:lnTo>
                  <a:lnTo>
                    <a:pt x="208533" y="28205"/>
                  </a:lnTo>
                  <a:lnTo>
                    <a:pt x="212569" y="16117"/>
                  </a:lnTo>
                  <a:lnTo>
                    <a:pt x="213915" y="9402"/>
                  </a:lnTo>
                  <a:lnTo>
                    <a:pt x="217951" y="5372"/>
                  </a:lnTo>
                  <a:lnTo>
                    <a:pt x="221987" y="4029"/>
                  </a:lnTo>
                  <a:lnTo>
                    <a:pt x="228714" y="0"/>
                  </a:lnTo>
                  <a:lnTo>
                    <a:pt x="232750" y="0"/>
                  </a:lnTo>
                  <a:lnTo>
                    <a:pt x="230060" y="4029"/>
                  </a:lnTo>
                  <a:lnTo>
                    <a:pt x="230060" y="8059"/>
                  </a:lnTo>
                  <a:lnTo>
                    <a:pt x="231405" y="10745"/>
                  </a:lnTo>
                  <a:lnTo>
                    <a:pt x="234096" y="12088"/>
                  </a:lnTo>
                  <a:lnTo>
                    <a:pt x="236787" y="9402"/>
                  </a:lnTo>
                  <a:lnTo>
                    <a:pt x="238132" y="10745"/>
                  </a:lnTo>
                  <a:lnTo>
                    <a:pt x="238132" y="13431"/>
                  </a:lnTo>
                  <a:lnTo>
                    <a:pt x="239477" y="13431"/>
                  </a:lnTo>
                  <a:lnTo>
                    <a:pt x="238132" y="16117"/>
                  </a:lnTo>
                  <a:lnTo>
                    <a:pt x="235441" y="18803"/>
                  </a:lnTo>
                  <a:lnTo>
                    <a:pt x="234096" y="21489"/>
                  </a:lnTo>
                  <a:lnTo>
                    <a:pt x="235441" y="28205"/>
                  </a:lnTo>
                  <a:lnTo>
                    <a:pt x="239477" y="29548"/>
                  </a:lnTo>
                  <a:lnTo>
                    <a:pt x="242168" y="25518"/>
                  </a:lnTo>
                  <a:lnTo>
                    <a:pt x="246204" y="22832"/>
                  </a:lnTo>
                  <a:lnTo>
                    <a:pt x="248895" y="24176"/>
                  </a:lnTo>
                  <a:lnTo>
                    <a:pt x="251586" y="24176"/>
                  </a:lnTo>
                  <a:lnTo>
                    <a:pt x="250241" y="26862"/>
                  </a:lnTo>
                  <a:lnTo>
                    <a:pt x="252931" y="29548"/>
                  </a:lnTo>
                  <a:lnTo>
                    <a:pt x="258312" y="26862"/>
                  </a:lnTo>
                  <a:lnTo>
                    <a:pt x="255622" y="25518"/>
                  </a:lnTo>
                  <a:lnTo>
                    <a:pt x="254277" y="24176"/>
                  </a:lnTo>
                  <a:lnTo>
                    <a:pt x="258312" y="18803"/>
                  </a:lnTo>
                  <a:lnTo>
                    <a:pt x="261003" y="18803"/>
                  </a:lnTo>
                  <a:lnTo>
                    <a:pt x="262348" y="21489"/>
                  </a:lnTo>
                  <a:lnTo>
                    <a:pt x="263694" y="21489"/>
                  </a:lnTo>
                  <a:lnTo>
                    <a:pt x="259658" y="28205"/>
                  </a:lnTo>
                  <a:lnTo>
                    <a:pt x="254277" y="30891"/>
                  </a:lnTo>
                  <a:lnTo>
                    <a:pt x="258312" y="29548"/>
                  </a:lnTo>
                  <a:lnTo>
                    <a:pt x="262348" y="29548"/>
                  </a:lnTo>
                  <a:lnTo>
                    <a:pt x="256967" y="36263"/>
                  </a:lnTo>
                  <a:lnTo>
                    <a:pt x="255622" y="34920"/>
                  </a:lnTo>
                  <a:lnTo>
                    <a:pt x="254277" y="40292"/>
                  </a:lnTo>
                  <a:lnTo>
                    <a:pt x="254277" y="44322"/>
                  </a:lnTo>
                  <a:lnTo>
                    <a:pt x="255622" y="49694"/>
                  </a:lnTo>
                  <a:lnTo>
                    <a:pt x="256967" y="53723"/>
                  </a:lnTo>
                  <a:lnTo>
                    <a:pt x="259658" y="55066"/>
                  </a:lnTo>
                  <a:lnTo>
                    <a:pt x="254277" y="57753"/>
                  </a:lnTo>
                  <a:lnTo>
                    <a:pt x="240823" y="69840"/>
                  </a:lnTo>
                  <a:lnTo>
                    <a:pt x="240823" y="72526"/>
                  </a:lnTo>
                  <a:lnTo>
                    <a:pt x="231405" y="81928"/>
                  </a:lnTo>
                  <a:lnTo>
                    <a:pt x="231405" y="83271"/>
                  </a:lnTo>
                  <a:lnTo>
                    <a:pt x="227369" y="83271"/>
                  </a:lnTo>
                  <a:lnTo>
                    <a:pt x="221987" y="88643"/>
                  </a:lnTo>
                  <a:lnTo>
                    <a:pt x="221987" y="94015"/>
                  </a:lnTo>
                  <a:lnTo>
                    <a:pt x="215260" y="100731"/>
                  </a:lnTo>
                  <a:lnTo>
                    <a:pt x="215260" y="103417"/>
                  </a:lnTo>
                  <a:lnTo>
                    <a:pt x="207188" y="108789"/>
                  </a:lnTo>
                  <a:lnTo>
                    <a:pt x="200461" y="111476"/>
                  </a:lnTo>
                  <a:lnTo>
                    <a:pt x="196425" y="112818"/>
                  </a:lnTo>
                  <a:lnTo>
                    <a:pt x="193735" y="120877"/>
                  </a:lnTo>
                  <a:lnTo>
                    <a:pt x="195080" y="126249"/>
                  </a:lnTo>
                  <a:lnTo>
                    <a:pt x="193735" y="128935"/>
                  </a:lnTo>
                  <a:lnTo>
                    <a:pt x="196425" y="130279"/>
                  </a:lnTo>
                  <a:lnTo>
                    <a:pt x="199116" y="132965"/>
                  </a:lnTo>
                  <a:lnTo>
                    <a:pt x="197771" y="139680"/>
                  </a:lnTo>
                  <a:lnTo>
                    <a:pt x="196425" y="142366"/>
                  </a:lnTo>
                  <a:lnTo>
                    <a:pt x="193735" y="141023"/>
                  </a:lnTo>
                  <a:lnTo>
                    <a:pt x="195080" y="135651"/>
                  </a:lnTo>
                  <a:lnTo>
                    <a:pt x="193735" y="134308"/>
                  </a:lnTo>
                  <a:lnTo>
                    <a:pt x="192389" y="135651"/>
                  </a:lnTo>
                  <a:lnTo>
                    <a:pt x="192389" y="139680"/>
                  </a:lnTo>
                  <a:lnTo>
                    <a:pt x="191044" y="142366"/>
                  </a:lnTo>
                  <a:lnTo>
                    <a:pt x="187008" y="141023"/>
                  </a:lnTo>
                  <a:lnTo>
                    <a:pt x="181626" y="141023"/>
                  </a:lnTo>
                  <a:lnTo>
                    <a:pt x="185662" y="138337"/>
                  </a:lnTo>
                  <a:lnTo>
                    <a:pt x="185662" y="136994"/>
                  </a:lnTo>
                  <a:lnTo>
                    <a:pt x="182972" y="135651"/>
                  </a:lnTo>
                  <a:lnTo>
                    <a:pt x="178935" y="136994"/>
                  </a:lnTo>
                  <a:lnTo>
                    <a:pt x="178935" y="139680"/>
                  </a:lnTo>
                  <a:lnTo>
                    <a:pt x="176245" y="141023"/>
                  </a:lnTo>
                  <a:lnTo>
                    <a:pt x="173554" y="141023"/>
                  </a:lnTo>
                  <a:lnTo>
                    <a:pt x="172208" y="135651"/>
                  </a:lnTo>
                  <a:lnTo>
                    <a:pt x="168172" y="132965"/>
                  </a:lnTo>
                  <a:lnTo>
                    <a:pt x="170863" y="136994"/>
                  </a:lnTo>
                  <a:lnTo>
                    <a:pt x="170863" y="141023"/>
                  </a:lnTo>
                  <a:lnTo>
                    <a:pt x="168172" y="145053"/>
                  </a:lnTo>
                  <a:lnTo>
                    <a:pt x="165481" y="145053"/>
                  </a:lnTo>
                  <a:lnTo>
                    <a:pt x="161445" y="146395"/>
                  </a:lnTo>
                  <a:lnTo>
                    <a:pt x="160100" y="150425"/>
                  </a:lnTo>
                  <a:lnTo>
                    <a:pt x="156064" y="150425"/>
                  </a:lnTo>
                  <a:lnTo>
                    <a:pt x="153373" y="147738"/>
                  </a:lnTo>
                  <a:lnTo>
                    <a:pt x="152027" y="151768"/>
                  </a:lnTo>
                  <a:lnTo>
                    <a:pt x="147991" y="153111"/>
                  </a:lnTo>
                  <a:lnTo>
                    <a:pt x="143955" y="158483"/>
                  </a:lnTo>
                  <a:lnTo>
                    <a:pt x="143955" y="163856"/>
                  </a:lnTo>
                  <a:lnTo>
                    <a:pt x="139920" y="167885"/>
                  </a:lnTo>
                  <a:lnTo>
                    <a:pt x="135884" y="175943"/>
                  </a:lnTo>
                  <a:lnTo>
                    <a:pt x="134538" y="181315"/>
                  </a:lnTo>
                  <a:lnTo>
                    <a:pt x="131847" y="185345"/>
                  </a:lnTo>
                  <a:lnTo>
                    <a:pt x="121084" y="193403"/>
                  </a:lnTo>
                  <a:lnTo>
                    <a:pt x="117048" y="197432"/>
                  </a:lnTo>
                  <a:lnTo>
                    <a:pt x="115703" y="205491"/>
                  </a:lnTo>
                  <a:lnTo>
                    <a:pt x="110321" y="213549"/>
                  </a:lnTo>
                  <a:lnTo>
                    <a:pt x="104939" y="220265"/>
                  </a:lnTo>
                  <a:lnTo>
                    <a:pt x="106285" y="220265"/>
                  </a:lnTo>
                  <a:lnTo>
                    <a:pt x="106285" y="221608"/>
                  </a:lnTo>
                  <a:lnTo>
                    <a:pt x="103594" y="224294"/>
                  </a:lnTo>
                  <a:lnTo>
                    <a:pt x="107630" y="222951"/>
                  </a:lnTo>
                  <a:lnTo>
                    <a:pt x="107630" y="224294"/>
                  </a:lnTo>
                  <a:lnTo>
                    <a:pt x="106285" y="225637"/>
                  </a:lnTo>
                  <a:lnTo>
                    <a:pt x="99558" y="225637"/>
                  </a:lnTo>
                  <a:lnTo>
                    <a:pt x="91485" y="229666"/>
                  </a:lnTo>
                  <a:lnTo>
                    <a:pt x="87449" y="233695"/>
                  </a:lnTo>
                  <a:lnTo>
                    <a:pt x="86104" y="240411"/>
                  </a:lnTo>
                  <a:lnTo>
                    <a:pt x="80723" y="241754"/>
                  </a:lnTo>
                  <a:lnTo>
                    <a:pt x="80723" y="239068"/>
                  </a:lnTo>
                  <a:lnTo>
                    <a:pt x="78032" y="236382"/>
                  </a:lnTo>
                  <a:lnTo>
                    <a:pt x="79378" y="240411"/>
                  </a:lnTo>
                  <a:lnTo>
                    <a:pt x="79378" y="243097"/>
                  </a:lnTo>
                  <a:lnTo>
                    <a:pt x="73996" y="244440"/>
                  </a:lnTo>
                  <a:lnTo>
                    <a:pt x="65924" y="251156"/>
                  </a:lnTo>
                  <a:lnTo>
                    <a:pt x="57851" y="255185"/>
                  </a:lnTo>
                  <a:lnTo>
                    <a:pt x="51124" y="256528"/>
                  </a:lnTo>
                  <a:lnTo>
                    <a:pt x="47088" y="255185"/>
                  </a:lnTo>
                  <a:lnTo>
                    <a:pt x="47088" y="252499"/>
                  </a:lnTo>
                  <a:lnTo>
                    <a:pt x="40361" y="255185"/>
                  </a:lnTo>
                  <a:lnTo>
                    <a:pt x="37670" y="255185"/>
                  </a:lnTo>
                  <a:lnTo>
                    <a:pt x="43052" y="252499"/>
                  </a:lnTo>
                  <a:lnTo>
                    <a:pt x="39016" y="249812"/>
                  </a:lnTo>
                  <a:lnTo>
                    <a:pt x="33634" y="244440"/>
                  </a:lnTo>
                  <a:lnTo>
                    <a:pt x="33634" y="240411"/>
                  </a:lnTo>
                  <a:lnTo>
                    <a:pt x="30943" y="237725"/>
                  </a:lnTo>
                  <a:lnTo>
                    <a:pt x="26908" y="237725"/>
                  </a:lnTo>
                  <a:lnTo>
                    <a:pt x="24217" y="236382"/>
                  </a:lnTo>
                  <a:lnTo>
                    <a:pt x="25562" y="233695"/>
                  </a:lnTo>
                  <a:lnTo>
                    <a:pt x="24217" y="229666"/>
                  </a:lnTo>
                  <a:lnTo>
                    <a:pt x="20181" y="228323"/>
                  </a:lnTo>
                  <a:lnTo>
                    <a:pt x="17490" y="228323"/>
                  </a:lnTo>
                  <a:lnTo>
                    <a:pt x="17490" y="231009"/>
                  </a:lnTo>
                  <a:lnTo>
                    <a:pt x="14800" y="231009"/>
                  </a:lnTo>
                  <a:lnTo>
                    <a:pt x="14800" y="229666"/>
                  </a:lnTo>
                  <a:lnTo>
                    <a:pt x="8073" y="22966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843" name="Graphic 5">
            <a:extLst>
              <a:ext uri="{FF2B5EF4-FFF2-40B4-BE49-F238E27FC236}">
                <a16:creationId xmlns:a16="http://schemas.microsoft.com/office/drawing/2014/main" id="{C63909D7-BD95-D636-0D43-F2D267DA1722}"/>
              </a:ext>
            </a:extLst>
          </p:cNvPr>
          <p:cNvGrpSpPr/>
          <p:nvPr/>
        </p:nvGrpSpPr>
        <p:grpSpPr>
          <a:xfrm>
            <a:off x="6825098" y="2558022"/>
            <a:ext cx="228714" cy="145052"/>
            <a:chOff x="6825098" y="2558022"/>
            <a:chExt cx="228714" cy="145052"/>
          </a:xfrm>
          <a:solidFill>
            <a:srgbClr val="E5E5E4"/>
          </a:solidFill>
        </p:grpSpPr>
        <p:sp>
          <p:nvSpPr>
            <p:cNvPr id="844" name="Freeform 843">
              <a:extLst>
                <a:ext uri="{FF2B5EF4-FFF2-40B4-BE49-F238E27FC236}">
                  <a16:creationId xmlns:a16="http://schemas.microsoft.com/office/drawing/2014/main" id="{5DAB3462-525B-30BD-AF1C-7AE1D9BC3A20}"/>
                </a:ext>
              </a:extLst>
            </p:cNvPr>
            <p:cNvSpPr/>
            <p:nvPr/>
          </p:nvSpPr>
          <p:spPr>
            <a:xfrm>
              <a:off x="6903130" y="2695016"/>
              <a:ext cx="5381" cy="8058"/>
            </a:xfrm>
            <a:custGeom>
              <a:avLst/>
              <a:gdLst>
                <a:gd name="connsiteX0" fmla="*/ 2691 w 5381"/>
                <a:gd name="connsiteY0" fmla="*/ 8058 h 8058"/>
                <a:gd name="connsiteX1" fmla="*/ 0 w 5381"/>
                <a:gd name="connsiteY1" fmla="*/ 4029 h 8058"/>
                <a:gd name="connsiteX2" fmla="*/ 2691 w 5381"/>
                <a:gd name="connsiteY2" fmla="*/ 1343 h 8058"/>
                <a:gd name="connsiteX3" fmla="*/ 4036 w 5381"/>
                <a:gd name="connsiteY3" fmla="*/ 0 h 8058"/>
                <a:gd name="connsiteX4" fmla="*/ 5381 w 5381"/>
                <a:gd name="connsiteY4" fmla="*/ 5372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8058">
                  <a:moveTo>
                    <a:pt x="2691" y="8058"/>
                  </a:moveTo>
                  <a:lnTo>
                    <a:pt x="0" y="4029"/>
                  </a:lnTo>
                  <a:lnTo>
                    <a:pt x="2691" y="1343"/>
                  </a:lnTo>
                  <a:lnTo>
                    <a:pt x="4036" y="0"/>
                  </a:lnTo>
                  <a:lnTo>
                    <a:pt x="538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45" name="Freeform 844">
              <a:extLst>
                <a:ext uri="{FF2B5EF4-FFF2-40B4-BE49-F238E27FC236}">
                  <a16:creationId xmlns:a16="http://schemas.microsoft.com/office/drawing/2014/main" id="{4BFA70F5-5FEE-E477-1492-05AA5CA61873}"/>
                </a:ext>
              </a:extLst>
            </p:cNvPr>
            <p:cNvSpPr/>
            <p:nvPr/>
          </p:nvSpPr>
          <p:spPr>
            <a:xfrm>
              <a:off x="6825098" y="2558022"/>
              <a:ext cx="228714" cy="139680"/>
            </a:xfrm>
            <a:custGeom>
              <a:avLst/>
              <a:gdLst>
                <a:gd name="connsiteX0" fmla="*/ 68614 w 228714"/>
                <a:gd name="connsiteY0" fmla="*/ 122220 h 139680"/>
                <a:gd name="connsiteX1" fmla="*/ 73996 w 228714"/>
                <a:gd name="connsiteY1" fmla="*/ 120877 h 139680"/>
                <a:gd name="connsiteX2" fmla="*/ 72651 w 228714"/>
                <a:gd name="connsiteY2" fmla="*/ 126249 h 139680"/>
                <a:gd name="connsiteX3" fmla="*/ 79378 w 228714"/>
                <a:gd name="connsiteY3" fmla="*/ 131622 h 139680"/>
                <a:gd name="connsiteX4" fmla="*/ 83414 w 228714"/>
                <a:gd name="connsiteY4" fmla="*/ 134308 h 139680"/>
                <a:gd name="connsiteX5" fmla="*/ 87449 w 228714"/>
                <a:gd name="connsiteY5" fmla="*/ 130279 h 139680"/>
                <a:gd name="connsiteX6" fmla="*/ 91486 w 228714"/>
                <a:gd name="connsiteY6" fmla="*/ 130279 h 139680"/>
                <a:gd name="connsiteX7" fmla="*/ 99558 w 228714"/>
                <a:gd name="connsiteY7" fmla="*/ 138337 h 139680"/>
                <a:gd name="connsiteX8" fmla="*/ 110321 w 228714"/>
                <a:gd name="connsiteY8" fmla="*/ 138337 h 139680"/>
                <a:gd name="connsiteX9" fmla="*/ 115702 w 228714"/>
                <a:gd name="connsiteY9" fmla="*/ 139680 h 139680"/>
                <a:gd name="connsiteX10" fmla="*/ 122429 w 228714"/>
                <a:gd name="connsiteY10" fmla="*/ 138337 h 139680"/>
                <a:gd name="connsiteX11" fmla="*/ 121084 w 228714"/>
                <a:gd name="connsiteY11" fmla="*/ 131622 h 139680"/>
                <a:gd name="connsiteX12" fmla="*/ 123775 w 228714"/>
                <a:gd name="connsiteY12" fmla="*/ 130279 h 139680"/>
                <a:gd name="connsiteX13" fmla="*/ 123775 w 228714"/>
                <a:gd name="connsiteY13" fmla="*/ 132965 h 139680"/>
                <a:gd name="connsiteX14" fmla="*/ 130502 w 228714"/>
                <a:gd name="connsiteY14" fmla="*/ 134308 h 139680"/>
                <a:gd name="connsiteX15" fmla="*/ 135883 w 228714"/>
                <a:gd name="connsiteY15" fmla="*/ 128935 h 139680"/>
                <a:gd name="connsiteX16" fmla="*/ 135883 w 228714"/>
                <a:gd name="connsiteY16" fmla="*/ 122220 h 139680"/>
                <a:gd name="connsiteX17" fmla="*/ 142610 w 228714"/>
                <a:gd name="connsiteY17" fmla="*/ 122220 h 139680"/>
                <a:gd name="connsiteX18" fmla="*/ 139920 w 228714"/>
                <a:gd name="connsiteY18" fmla="*/ 124906 h 139680"/>
                <a:gd name="connsiteX19" fmla="*/ 142610 w 228714"/>
                <a:gd name="connsiteY19" fmla="*/ 127592 h 139680"/>
                <a:gd name="connsiteX20" fmla="*/ 143955 w 228714"/>
                <a:gd name="connsiteY20" fmla="*/ 124906 h 139680"/>
                <a:gd name="connsiteX21" fmla="*/ 147991 w 228714"/>
                <a:gd name="connsiteY21" fmla="*/ 124906 h 139680"/>
                <a:gd name="connsiteX22" fmla="*/ 153373 w 228714"/>
                <a:gd name="connsiteY22" fmla="*/ 118191 h 139680"/>
                <a:gd name="connsiteX23" fmla="*/ 156064 w 228714"/>
                <a:gd name="connsiteY23" fmla="*/ 119534 h 139680"/>
                <a:gd name="connsiteX24" fmla="*/ 157409 w 228714"/>
                <a:gd name="connsiteY24" fmla="*/ 119534 h 139680"/>
                <a:gd name="connsiteX25" fmla="*/ 161445 w 228714"/>
                <a:gd name="connsiteY25" fmla="*/ 119534 h 139680"/>
                <a:gd name="connsiteX26" fmla="*/ 161445 w 228714"/>
                <a:gd name="connsiteY26" fmla="*/ 120877 h 139680"/>
                <a:gd name="connsiteX27" fmla="*/ 164136 w 228714"/>
                <a:gd name="connsiteY27" fmla="*/ 119534 h 139680"/>
                <a:gd name="connsiteX28" fmla="*/ 174899 w 228714"/>
                <a:gd name="connsiteY28" fmla="*/ 110132 h 139680"/>
                <a:gd name="connsiteX29" fmla="*/ 178935 w 228714"/>
                <a:gd name="connsiteY29" fmla="*/ 104760 h 139680"/>
                <a:gd name="connsiteX30" fmla="*/ 191044 w 228714"/>
                <a:gd name="connsiteY30" fmla="*/ 102074 h 139680"/>
                <a:gd name="connsiteX31" fmla="*/ 193735 w 228714"/>
                <a:gd name="connsiteY31" fmla="*/ 98045 h 139680"/>
                <a:gd name="connsiteX32" fmla="*/ 192389 w 228714"/>
                <a:gd name="connsiteY32" fmla="*/ 96702 h 139680"/>
                <a:gd name="connsiteX33" fmla="*/ 193735 w 228714"/>
                <a:gd name="connsiteY33" fmla="*/ 92672 h 139680"/>
                <a:gd name="connsiteX34" fmla="*/ 196425 w 228714"/>
                <a:gd name="connsiteY34" fmla="*/ 92672 h 139680"/>
                <a:gd name="connsiteX35" fmla="*/ 197771 w 228714"/>
                <a:gd name="connsiteY35" fmla="*/ 96702 h 139680"/>
                <a:gd name="connsiteX36" fmla="*/ 203152 w 228714"/>
                <a:gd name="connsiteY36" fmla="*/ 99388 h 139680"/>
                <a:gd name="connsiteX37" fmla="*/ 207188 w 228714"/>
                <a:gd name="connsiteY37" fmla="*/ 95359 h 139680"/>
                <a:gd name="connsiteX38" fmla="*/ 208533 w 228714"/>
                <a:gd name="connsiteY38" fmla="*/ 91329 h 139680"/>
                <a:gd name="connsiteX39" fmla="*/ 205843 w 228714"/>
                <a:gd name="connsiteY39" fmla="*/ 89986 h 139680"/>
                <a:gd name="connsiteX40" fmla="*/ 207188 w 228714"/>
                <a:gd name="connsiteY40" fmla="*/ 87300 h 139680"/>
                <a:gd name="connsiteX41" fmla="*/ 209879 w 228714"/>
                <a:gd name="connsiteY41" fmla="*/ 85957 h 139680"/>
                <a:gd name="connsiteX42" fmla="*/ 207188 w 228714"/>
                <a:gd name="connsiteY42" fmla="*/ 79242 h 139680"/>
                <a:gd name="connsiteX43" fmla="*/ 209879 w 228714"/>
                <a:gd name="connsiteY43" fmla="*/ 76555 h 139680"/>
                <a:gd name="connsiteX44" fmla="*/ 213915 w 228714"/>
                <a:gd name="connsiteY44" fmla="*/ 79242 h 139680"/>
                <a:gd name="connsiteX45" fmla="*/ 215260 w 228714"/>
                <a:gd name="connsiteY45" fmla="*/ 83271 h 139680"/>
                <a:gd name="connsiteX46" fmla="*/ 219297 w 228714"/>
                <a:gd name="connsiteY46" fmla="*/ 83271 h 139680"/>
                <a:gd name="connsiteX47" fmla="*/ 221987 w 228714"/>
                <a:gd name="connsiteY47" fmla="*/ 77899 h 139680"/>
                <a:gd name="connsiteX48" fmla="*/ 220642 w 228714"/>
                <a:gd name="connsiteY48" fmla="*/ 72526 h 139680"/>
                <a:gd name="connsiteX49" fmla="*/ 216606 w 228714"/>
                <a:gd name="connsiteY49" fmla="*/ 68497 h 139680"/>
                <a:gd name="connsiteX50" fmla="*/ 216606 w 228714"/>
                <a:gd name="connsiteY50" fmla="*/ 63125 h 139680"/>
                <a:gd name="connsiteX51" fmla="*/ 217951 w 228714"/>
                <a:gd name="connsiteY51" fmla="*/ 60438 h 139680"/>
                <a:gd name="connsiteX52" fmla="*/ 217951 w 228714"/>
                <a:gd name="connsiteY52" fmla="*/ 56409 h 139680"/>
                <a:gd name="connsiteX53" fmla="*/ 223333 w 228714"/>
                <a:gd name="connsiteY53" fmla="*/ 53723 h 139680"/>
                <a:gd name="connsiteX54" fmla="*/ 227369 w 228714"/>
                <a:gd name="connsiteY54" fmla="*/ 53723 h 139680"/>
                <a:gd name="connsiteX55" fmla="*/ 228714 w 228714"/>
                <a:gd name="connsiteY55" fmla="*/ 49694 h 139680"/>
                <a:gd name="connsiteX56" fmla="*/ 224678 w 228714"/>
                <a:gd name="connsiteY56" fmla="*/ 45665 h 139680"/>
                <a:gd name="connsiteX57" fmla="*/ 215260 w 228714"/>
                <a:gd name="connsiteY57" fmla="*/ 44322 h 139680"/>
                <a:gd name="connsiteX58" fmla="*/ 211224 w 228714"/>
                <a:gd name="connsiteY58" fmla="*/ 47008 h 139680"/>
                <a:gd name="connsiteX59" fmla="*/ 213915 w 228714"/>
                <a:gd name="connsiteY59" fmla="*/ 42979 h 139680"/>
                <a:gd name="connsiteX60" fmla="*/ 213915 w 228714"/>
                <a:gd name="connsiteY60" fmla="*/ 38949 h 139680"/>
                <a:gd name="connsiteX61" fmla="*/ 207188 w 228714"/>
                <a:gd name="connsiteY61" fmla="*/ 38949 h 139680"/>
                <a:gd name="connsiteX62" fmla="*/ 205843 w 228714"/>
                <a:gd name="connsiteY62" fmla="*/ 40292 h 139680"/>
                <a:gd name="connsiteX63" fmla="*/ 204497 w 228714"/>
                <a:gd name="connsiteY63" fmla="*/ 34920 h 139680"/>
                <a:gd name="connsiteX64" fmla="*/ 207188 w 228714"/>
                <a:gd name="connsiteY64" fmla="*/ 30891 h 139680"/>
                <a:gd name="connsiteX65" fmla="*/ 211224 w 228714"/>
                <a:gd name="connsiteY65" fmla="*/ 29548 h 139680"/>
                <a:gd name="connsiteX66" fmla="*/ 211224 w 228714"/>
                <a:gd name="connsiteY66" fmla="*/ 22832 h 139680"/>
                <a:gd name="connsiteX67" fmla="*/ 208533 w 228714"/>
                <a:gd name="connsiteY67" fmla="*/ 21489 h 139680"/>
                <a:gd name="connsiteX68" fmla="*/ 204497 w 228714"/>
                <a:gd name="connsiteY68" fmla="*/ 24175 h 139680"/>
                <a:gd name="connsiteX69" fmla="*/ 200461 w 228714"/>
                <a:gd name="connsiteY69" fmla="*/ 21489 h 139680"/>
                <a:gd name="connsiteX70" fmla="*/ 199116 w 228714"/>
                <a:gd name="connsiteY70" fmla="*/ 17460 h 139680"/>
                <a:gd name="connsiteX71" fmla="*/ 203152 w 228714"/>
                <a:gd name="connsiteY71" fmla="*/ 14774 h 139680"/>
                <a:gd name="connsiteX72" fmla="*/ 204497 w 228714"/>
                <a:gd name="connsiteY72" fmla="*/ 10745 h 139680"/>
                <a:gd name="connsiteX73" fmla="*/ 205843 w 228714"/>
                <a:gd name="connsiteY73" fmla="*/ 9402 h 139680"/>
                <a:gd name="connsiteX74" fmla="*/ 211224 w 228714"/>
                <a:gd name="connsiteY74" fmla="*/ 8059 h 139680"/>
                <a:gd name="connsiteX75" fmla="*/ 205843 w 228714"/>
                <a:gd name="connsiteY75" fmla="*/ 5372 h 139680"/>
                <a:gd name="connsiteX76" fmla="*/ 201806 w 228714"/>
                <a:gd name="connsiteY76" fmla="*/ 6715 h 139680"/>
                <a:gd name="connsiteX77" fmla="*/ 193735 w 228714"/>
                <a:gd name="connsiteY77" fmla="*/ 14774 h 139680"/>
                <a:gd name="connsiteX78" fmla="*/ 192389 w 228714"/>
                <a:gd name="connsiteY78" fmla="*/ 18803 h 139680"/>
                <a:gd name="connsiteX79" fmla="*/ 189698 w 228714"/>
                <a:gd name="connsiteY79" fmla="*/ 18803 h 139680"/>
                <a:gd name="connsiteX80" fmla="*/ 185662 w 228714"/>
                <a:gd name="connsiteY80" fmla="*/ 14774 h 139680"/>
                <a:gd name="connsiteX81" fmla="*/ 188353 w 228714"/>
                <a:gd name="connsiteY81" fmla="*/ 10745 h 139680"/>
                <a:gd name="connsiteX82" fmla="*/ 185662 w 228714"/>
                <a:gd name="connsiteY82" fmla="*/ 9402 h 139680"/>
                <a:gd name="connsiteX83" fmla="*/ 184317 w 228714"/>
                <a:gd name="connsiteY83" fmla="*/ 4029 h 139680"/>
                <a:gd name="connsiteX84" fmla="*/ 178935 w 228714"/>
                <a:gd name="connsiteY84" fmla="*/ 2686 h 139680"/>
                <a:gd name="connsiteX85" fmla="*/ 174899 w 228714"/>
                <a:gd name="connsiteY85" fmla="*/ 5372 h 139680"/>
                <a:gd name="connsiteX86" fmla="*/ 172208 w 228714"/>
                <a:gd name="connsiteY86" fmla="*/ 4029 h 139680"/>
                <a:gd name="connsiteX87" fmla="*/ 169518 w 228714"/>
                <a:gd name="connsiteY87" fmla="*/ 8059 h 139680"/>
                <a:gd name="connsiteX88" fmla="*/ 172208 w 228714"/>
                <a:gd name="connsiteY88" fmla="*/ 13431 h 139680"/>
                <a:gd name="connsiteX89" fmla="*/ 169518 w 228714"/>
                <a:gd name="connsiteY89" fmla="*/ 17460 h 139680"/>
                <a:gd name="connsiteX90" fmla="*/ 165482 w 228714"/>
                <a:gd name="connsiteY90" fmla="*/ 17460 h 139680"/>
                <a:gd name="connsiteX91" fmla="*/ 160100 w 228714"/>
                <a:gd name="connsiteY91" fmla="*/ 20146 h 139680"/>
                <a:gd name="connsiteX92" fmla="*/ 160100 w 228714"/>
                <a:gd name="connsiteY92" fmla="*/ 14774 h 139680"/>
                <a:gd name="connsiteX93" fmla="*/ 157409 w 228714"/>
                <a:gd name="connsiteY93" fmla="*/ 13431 h 139680"/>
                <a:gd name="connsiteX94" fmla="*/ 154718 w 228714"/>
                <a:gd name="connsiteY94" fmla="*/ 17460 h 139680"/>
                <a:gd name="connsiteX95" fmla="*/ 150682 w 228714"/>
                <a:gd name="connsiteY95" fmla="*/ 24175 h 139680"/>
                <a:gd name="connsiteX96" fmla="*/ 146646 w 228714"/>
                <a:gd name="connsiteY96" fmla="*/ 24175 h 139680"/>
                <a:gd name="connsiteX97" fmla="*/ 141265 w 228714"/>
                <a:gd name="connsiteY97" fmla="*/ 16117 h 139680"/>
                <a:gd name="connsiteX98" fmla="*/ 137229 w 228714"/>
                <a:gd name="connsiteY98" fmla="*/ 16117 h 139680"/>
                <a:gd name="connsiteX99" fmla="*/ 135883 w 228714"/>
                <a:gd name="connsiteY99" fmla="*/ 14774 h 139680"/>
                <a:gd name="connsiteX100" fmla="*/ 131847 w 228714"/>
                <a:gd name="connsiteY100" fmla="*/ 16117 h 139680"/>
                <a:gd name="connsiteX101" fmla="*/ 130502 w 228714"/>
                <a:gd name="connsiteY101" fmla="*/ 24175 h 139680"/>
                <a:gd name="connsiteX102" fmla="*/ 134538 w 228714"/>
                <a:gd name="connsiteY102" fmla="*/ 33577 h 139680"/>
                <a:gd name="connsiteX103" fmla="*/ 129156 w 228714"/>
                <a:gd name="connsiteY103" fmla="*/ 47008 h 139680"/>
                <a:gd name="connsiteX104" fmla="*/ 131847 w 228714"/>
                <a:gd name="connsiteY104" fmla="*/ 34920 h 139680"/>
                <a:gd name="connsiteX105" fmla="*/ 126466 w 228714"/>
                <a:gd name="connsiteY105" fmla="*/ 28205 h 139680"/>
                <a:gd name="connsiteX106" fmla="*/ 126466 w 228714"/>
                <a:gd name="connsiteY106" fmla="*/ 24175 h 139680"/>
                <a:gd name="connsiteX107" fmla="*/ 123775 w 228714"/>
                <a:gd name="connsiteY107" fmla="*/ 21489 h 139680"/>
                <a:gd name="connsiteX108" fmla="*/ 125120 w 228714"/>
                <a:gd name="connsiteY108" fmla="*/ 16117 h 139680"/>
                <a:gd name="connsiteX109" fmla="*/ 119739 w 228714"/>
                <a:gd name="connsiteY109" fmla="*/ 13431 h 139680"/>
                <a:gd name="connsiteX110" fmla="*/ 108976 w 228714"/>
                <a:gd name="connsiteY110" fmla="*/ 20146 h 139680"/>
                <a:gd name="connsiteX111" fmla="*/ 107630 w 228714"/>
                <a:gd name="connsiteY111" fmla="*/ 25518 h 139680"/>
                <a:gd name="connsiteX112" fmla="*/ 110321 w 228714"/>
                <a:gd name="connsiteY112" fmla="*/ 29548 h 139680"/>
                <a:gd name="connsiteX113" fmla="*/ 104940 w 228714"/>
                <a:gd name="connsiteY113" fmla="*/ 36263 h 139680"/>
                <a:gd name="connsiteX114" fmla="*/ 102249 w 228714"/>
                <a:gd name="connsiteY114" fmla="*/ 36263 h 139680"/>
                <a:gd name="connsiteX115" fmla="*/ 100903 w 228714"/>
                <a:gd name="connsiteY115" fmla="*/ 28205 h 139680"/>
                <a:gd name="connsiteX116" fmla="*/ 96867 w 228714"/>
                <a:gd name="connsiteY116" fmla="*/ 26862 h 139680"/>
                <a:gd name="connsiteX117" fmla="*/ 96867 w 228714"/>
                <a:gd name="connsiteY117" fmla="*/ 16117 h 139680"/>
                <a:gd name="connsiteX118" fmla="*/ 92831 w 228714"/>
                <a:gd name="connsiteY118" fmla="*/ 13431 h 139680"/>
                <a:gd name="connsiteX119" fmla="*/ 86104 w 228714"/>
                <a:gd name="connsiteY119" fmla="*/ 18803 h 139680"/>
                <a:gd name="connsiteX120" fmla="*/ 87449 w 228714"/>
                <a:gd name="connsiteY120" fmla="*/ 30891 h 139680"/>
                <a:gd name="connsiteX121" fmla="*/ 90140 w 228714"/>
                <a:gd name="connsiteY121" fmla="*/ 34920 h 139680"/>
                <a:gd name="connsiteX122" fmla="*/ 90140 w 228714"/>
                <a:gd name="connsiteY122" fmla="*/ 42979 h 139680"/>
                <a:gd name="connsiteX123" fmla="*/ 86104 w 228714"/>
                <a:gd name="connsiteY123" fmla="*/ 47008 h 139680"/>
                <a:gd name="connsiteX124" fmla="*/ 82068 w 228714"/>
                <a:gd name="connsiteY124" fmla="*/ 47008 h 139680"/>
                <a:gd name="connsiteX125" fmla="*/ 82068 w 228714"/>
                <a:gd name="connsiteY125" fmla="*/ 40292 h 139680"/>
                <a:gd name="connsiteX126" fmla="*/ 76687 w 228714"/>
                <a:gd name="connsiteY126" fmla="*/ 42979 h 139680"/>
                <a:gd name="connsiteX127" fmla="*/ 75341 w 228714"/>
                <a:gd name="connsiteY127" fmla="*/ 49694 h 139680"/>
                <a:gd name="connsiteX128" fmla="*/ 71305 w 228714"/>
                <a:gd name="connsiteY128" fmla="*/ 52380 h 139680"/>
                <a:gd name="connsiteX129" fmla="*/ 71305 w 228714"/>
                <a:gd name="connsiteY129" fmla="*/ 60438 h 139680"/>
                <a:gd name="connsiteX130" fmla="*/ 67269 w 228714"/>
                <a:gd name="connsiteY130" fmla="*/ 52380 h 139680"/>
                <a:gd name="connsiteX131" fmla="*/ 64578 w 228714"/>
                <a:gd name="connsiteY131" fmla="*/ 51037 h 139680"/>
                <a:gd name="connsiteX132" fmla="*/ 64578 w 228714"/>
                <a:gd name="connsiteY132" fmla="*/ 47008 h 139680"/>
                <a:gd name="connsiteX133" fmla="*/ 68614 w 228714"/>
                <a:gd name="connsiteY133" fmla="*/ 42979 h 139680"/>
                <a:gd name="connsiteX134" fmla="*/ 68614 w 228714"/>
                <a:gd name="connsiteY134" fmla="*/ 38949 h 139680"/>
                <a:gd name="connsiteX135" fmla="*/ 63233 w 228714"/>
                <a:gd name="connsiteY135" fmla="*/ 38949 h 139680"/>
                <a:gd name="connsiteX136" fmla="*/ 64578 w 228714"/>
                <a:gd name="connsiteY136" fmla="*/ 34920 h 139680"/>
                <a:gd name="connsiteX137" fmla="*/ 61887 w 228714"/>
                <a:gd name="connsiteY137" fmla="*/ 29548 h 139680"/>
                <a:gd name="connsiteX138" fmla="*/ 65924 w 228714"/>
                <a:gd name="connsiteY138" fmla="*/ 32234 h 139680"/>
                <a:gd name="connsiteX139" fmla="*/ 69960 w 228714"/>
                <a:gd name="connsiteY139" fmla="*/ 28205 h 139680"/>
                <a:gd name="connsiteX140" fmla="*/ 68614 w 228714"/>
                <a:gd name="connsiteY140" fmla="*/ 24175 h 139680"/>
                <a:gd name="connsiteX141" fmla="*/ 64578 w 228714"/>
                <a:gd name="connsiteY141" fmla="*/ 22832 h 139680"/>
                <a:gd name="connsiteX142" fmla="*/ 68614 w 228714"/>
                <a:gd name="connsiteY142" fmla="*/ 18803 h 139680"/>
                <a:gd name="connsiteX143" fmla="*/ 64578 w 228714"/>
                <a:gd name="connsiteY143" fmla="*/ 14774 h 139680"/>
                <a:gd name="connsiteX144" fmla="*/ 61887 w 228714"/>
                <a:gd name="connsiteY144" fmla="*/ 17460 h 139680"/>
                <a:gd name="connsiteX145" fmla="*/ 59197 w 228714"/>
                <a:gd name="connsiteY145" fmla="*/ 13431 h 139680"/>
                <a:gd name="connsiteX146" fmla="*/ 52470 w 228714"/>
                <a:gd name="connsiteY146" fmla="*/ 9402 h 139680"/>
                <a:gd name="connsiteX147" fmla="*/ 52470 w 228714"/>
                <a:gd name="connsiteY147" fmla="*/ 5372 h 139680"/>
                <a:gd name="connsiteX148" fmla="*/ 49779 w 228714"/>
                <a:gd name="connsiteY148" fmla="*/ 0 h 139680"/>
                <a:gd name="connsiteX149" fmla="*/ 45743 w 228714"/>
                <a:gd name="connsiteY149" fmla="*/ 1343 h 139680"/>
                <a:gd name="connsiteX150" fmla="*/ 40361 w 228714"/>
                <a:gd name="connsiteY150" fmla="*/ 0 h 139680"/>
                <a:gd name="connsiteX151" fmla="*/ 32289 w 228714"/>
                <a:gd name="connsiteY151" fmla="*/ 0 h 139680"/>
                <a:gd name="connsiteX152" fmla="*/ 30944 w 228714"/>
                <a:gd name="connsiteY152" fmla="*/ 2686 h 139680"/>
                <a:gd name="connsiteX153" fmla="*/ 33634 w 228714"/>
                <a:gd name="connsiteY153" fmla="*/ 5372 h 139680"/>
                <a:gd name="connsiteX154" fmla="*/ 36325 w 228714"/>
                <a:gd name="connsiteY154" fmla="*/ 5372 h 139680"/>
                <a:gd name="connsiteX155" fmla="*/ 37671 w 228714"/>
                <a:gd name="connsiteY155" fmla="*/ 2686 h 139680"/>
                <a:gd name="connsiteX156" fmla="*/ 41707 w 228714"/>
                <a:gd name="connsiteY156" fmla="*/ 4029 h 139680"/>
                <a:gd name="connsiteX157" fmla="*/ 44398 w 228714"/>
                <a:gd name="connsiteY157" fmla="*/ 5372 h 139680"/>
                <a:gd name="connsiteX158" fmla="*/ 48434 w 228714"/>
                <a:gd name="connsiteY158" fmla="*/ 6715 h 139680"/>
                <a:gd name="connsiteX159" fmla="*/ 45743 w 228714"/>
                <a:gd name="connsiteY159" fmla="*/ 9402 h 139680"/>
                <a:gd name="connsiteX160" fmla="*/ 41707 w 228714"/>
                <a:gd name="connsiteY160" fmla="*/ 8059 h 139680"/>
                <a:gd name="connsiteX161" fmla="*/ 36325 w 228714"/>
                <a:gd name="connsiteY161" fmla="*/ 8059 h 139680"/>
                <a:gd name="connsiteX162" fmla="*/ 37671 w 228714"/>
                <a:gd name="connsiteY162" fmla="*/ 9402 h 139680"/>
                <a:gd name="connsiteX163" fmla="*/ 44398 w 228714"/>
                <a:gd name="connsiteY163" fmla="*/ 14774 h 139680"/>
                <a:gd name="connsiteX164" fmla="*/ 49779 w 228714"/>
                <a:gd name="connsiteY164" fmla="*/ 20146 h 139680"/>
                <a:gd name="connsiteX165" fmla="*/ 48434 w 228714"/>
                <a:gd name="connsiteY165" fmla="*/ 24175 h 139680"/>
                <a:gd name="connsiteX166" fmla="*/ 45743 w 228714"/>
                <a:gd name="connsiteY166" fmla="*/ 24175 h 139680"/>
                <a:gd name="connsiteX167" fmla="*/ 45743 w 228714"/>
                <a:gd name="connsiteY167" fmla="*/ 21489 h 139680"/>
                <a:gd name="connsiteX168" fmla="*/ 40361 w 228714"/>
                <a:gd name="connsiteY168" fmla="*/ 17460 h 139680"/>
                <a:gd name="connsiteX169" fmla="*/ 36325 w 228714"/>
                <a:gd name="connsiteY169" fmla="*/ 20146 h 139680"/>
                <a:gd name="connsiteX170" fmla="*/ 33634 w 228714"/>
                <a:gd name="connsiteY170" fmla="*/ 20146 h 139680"/>
                <a:gd name="connsiteX171" fmla="*/ 34980 w 228714"/>
                <a:gd name="connsiteY171" fmla="*/ 16117 h 139680"/>
                <a:gd name="connsiteX172" fmla="*/ 30944 w 228714"/>
                <a:gd name="connsiteY172" fmla="*/ 10745 h 139680"/>
                <a:gd name="connsiteX173" fmla="*/ 26908 w 228714"/>
                <a:gd name="connsiteY173" fmla="*/ 9402 h 139680"/>
                <a:gd name="connsiteX174" fmla="*/ 22872 w 228714"/>
                <a:gd name="connsiteY174" fmla="*/ 10745 h 139680"/>
                <a:gd name="connsiteX175" fmla="*/ 26908 w 228714"/>
                <a:gd name="connsiteY175" fmla="*/ 16117 h 139680"/>
                <a:gd name="connsiteX176" fmla="*/ 25562 w 228714"/>
                <a:gd name="connsiteY176" fmla="*/ 18803 h 139680"/>
                <a:gd name="connsiteX177" fmla="*/ 22872 w 228714"/>
                <a:gd name="connsiteY177" fmla="*/ 14774 h 139680"/>
                <a:gd name="connsiteX178" fmla="*/ 17490 w 228714"/>
                <a:gd name="connsiteY178" fmla="*/ 13431 h 139680"/>
                <a:gd name="connsiteX179" fmla="*/ 16145 w 228714"/>
                <a:gd name="connsiteY179" fmla="*/ 16117 h 139680"/>
                <a:gd name="connsiteX180" fmla="*/ 20181 w 228714"/>
                <a:gd name="connsiteY180" fmla="*/ 20146 h 139680"/>
                <a:gd name="connsiteX181" fmla="*/ 22872 w 228714"/>
                <a:gd name="connsiteY181" fmla="*/ 21489 h 139680"/>
                <a:gd name="connsiteX182" fmla="*/ 24217 w 228714"/>
                <a:gd name="connsiteY182" fmla="*/ 24175 h 139680"/>
                <a:gd name="connsiteX183" fmla="*/ 20181 w 228714"/>
                <a:gd name="connsiteY183" fmla="*/ 22832 h 139680"/>
                <a:gd name="connsiteX184" fmla="*/ 14799 w 228714"/>
                <a:gd name="connsiteY184" fmla="*/ 24175 h 139680"/>
                <a:gd name="connsiteX185" fmla="*/ 17490 w 228714"/>
                <a:gd name="connsiteY185" fmla="*/ 28205 h 139680"/>
                <a:gd name="connsiteX186" fmla="*/ 24217 w 228714"/>
                <a:gd name="connsiteY186" fmla="*/ 30891 h 139680"/>
                <a:gd name="connsiteX187" fmla="*/ 21526 w 228714"/>
                <a:gd name="connsiteY187" fmla="*/ 30891 h 139680"/>
                <a:gd name="connsiteX188" fmla="*/ 20181 w 228714"/>
                <a:gd name="connsiteY188" fmla="*/ 32234 h 139680"/>
                <a:gd name="connsiteX189" fmla="*/ 21526 w 228714"/>
                <a:gd name="connsiteY189" fmla="*/ 34920 h 139680"/>
                <a:gd name="connsiteX190" fmla="*/ 20181 w 228714"/>
                <a:gd name="connsiteY190" fmla="*/ 34920 h 139680"/>
                <a:gd name="connsiteX191" fmla="*/ 12109 w 228714"/>
                <a:gd name="connsiteY191" fmla="*/ 28205 h 139680"/>
                <a:gd name="connsiteX192" fmla="*/ 9418 w 228714"/>
                <a:gd name="connsiteY192" fmla="*/ 28205 h 139680"/>
                <a:gd name="connsiteX193" fmla="*/ 8072 w 228714"/>
                <a:gd name="connsiteY193" fmla="*/ 30891 h 139680"/>
                <a:gd name="connsiteX194" fmla="*/ 10763 w 228714"/>
                <a:gd name="connsiteY194" fmla="*/ 36263 h 139680"/>
                <a:gd name="connsiteX195" fmla="*/ 13454 w 228714"/>
                <a:gd name="connsiteY195" fmla="*/ 40292 h 139680"/>
                <a:gd name="connsiteX196" fmla="*/ 10763 w 228714"/>
                <a:gd name="connsiteY196" fmla="*/ 41635 h 139680"/>
                <a:gd name="connsiteX197" fmla="*/ 6727 w 228714"/>
                <a:gd name="connsiteY197" fmla="*/ 34920 h 139680"/>
                <a:gd name="connsiteX198" fmla="*/ 2691 w 228714"/>
                <a:gd name="connsiteY198" fmla="*/ 33577 h 139680"/>
                <a:gd name="connsiteX199" fmla="*/ 0 w 228714"/>
                <a:gd name="connsiteY199" fmla="*/ 38949 h 139680"/>
                <a:gd name="connsiteX200" fmla="*/ 5382 w 228714"/>
                <a:gd name="connsiteY200" fmla="*/ 41635 h 139680"/>
                <a:gd name="connsiteX201" fmla="*/ 9418 w 228714"/>
                <a:gd name="connsiteY201" fmla="*/ 45665 h 139680"/>
                <a:gd name="connsiteX202" fmla="*/ 16145 w 228714"/>
                <a:gd name="connsiteY202" fmla="*/ 47008 h 139680"/>
                <a:gd name="connsiteX203" fmla="*/ 18836 w 228714"/>
                <a:gd name="connsiteY203" fmla="*/ 41635 h 139680"/>
                <a:gd name="connsiteX204" fmla="*/ 24217 w 228714"/>
                <a:gd name="connsiteY204" fmla="*/ 40292 h 139680"/>
                <a:gd name="connsiteX205" fmla="*/ 26908 w 228714"/>
                <a:gd name="connsiteY205" fmla="*/ 36263 h 139680"/>
                <a:gd name="connsiteX206" fmla="*/ 28253 w 228714"/>
                <a:gd name="connsiteY206" fmla="*/ 38949 h 139680"/>
                <a:gd name="connsiteX207" fmla="*/ 28253 w 228714"/>
                <a:gd name="connsiteY207" fmla="*/ 41635 h 139680"/>
                <a:gd name="connsiteX208" fmla="*/ 30944 w 228714"/>
                <a:gd name="connsiteY208" fmla="*/ 41635 h 139680"/>
                <a:gd name="connsiteX209" fmla="*/ 34980 w 228714"/>
                <a:gd name="connsiteY209" fmla="*/ 38949 h 139680"/>
                <a:gd name="connsiteX210" fmla="*/ 36325 w 228714"/>
                <a:gd name="connsiteY210" fmla="*/ 44322 h 139680"/>
                <a:gd name="connsiteX211" fmla="*/ 37671 w 228714"/>
                <a:gd name="connsiteY211" fmla="*/ 44322 h 139680"/>
                <a:gd name="connsiteX212" fmla="*/ 41707 w 228714"/>
                <a:gd name="connsiteY212" fmla="*/ 40292 h 139680"/>
                <a:gd name="connsiteX213" fmla="*/ 43052 w 228714"/>
                <a:gd name="connsiteY213" fmla="*/ 37606 h 139680"/>
                <a:gd name="connsiteX214" fmla="*/ 43052 w 228714"/>
                <a:gd name="connsiteY214" fmla="*/ 42979 h 139680"/>
                <a:gd name="connsiteX215" fmla="*/ 45743 w 228714"/>
                <a:gd name="connsiteY215" fmla="*/ 42979 h 139680"/>
                <a:gd name="connsiteX216" fmla="*/ 49779 w 228714"/>
                <a:gd name="connsiteY216" fmla="*/ 38949 h 139680"/>
                <a:gd name="connsiteX217" fmla="*/ 49779 w 228714"/>
                <a:gd name="connsiteY217" fmla="*/ 41635 h 139680"/>
                <a:gd name="connsiteX218" fmla="*/ 48434 w 228714"/>
                <a:gd name="connsiteY218" fmla="*/ 45665 h 139680"/>
                <a:gd name="connsiteX219" fmla="*/ 51125 w 228714"/>
                <a:gd name="connsiteY219" fmla="*/ 47008 h 139680"/>
                <a:gd name="connsiteX220" fmla="*/ 53815 w 228714"/>
                <a:gd name="connsiteY220" fmla="*/ 44322 h 139680"/>
                <a:gd name="connsiteX221" fmla="*/ 59197 w 228714"/>
                <a:gd name="connsiteY221" fmla="*/ 47008 h 139680"/>
                <a:gd name="connsiteX222" fmla="*/ 56506 w 228714"/>
                <a:gd name="connsiteY222" fmla="*/ 48351 h 139680"/>
                <a:gd name="connsiteX223" fmla="*/ 53815 w 228714"/>
                <a:gd name="connsiteY223" fmla="*/ 48351 h 139680"/>
                <a:gd name="connsiteX224" fmla="*/ 49779 w 228714"/>
                <a:gd name="connsiteY224" fmla="*/ 51037 h 139680"/>
                <a:gd name="connsiteX225" fmla="*/ 45743 w 228714"/>
                <a:gd name="connsiteY225" fmla="*/ 51037 h 139680"/>
                <a:gd name="connsiteX226" fmla="*/ 39016 w 228714"/>
                <a:gd name="connsiteY226" fmla="*/ 55066 h 139680"/>
                <a:gd name="connsiteX227" fmla="*/ 39016 w 228714"/>
                <a:gd name="connsiteY227" fmla="*/ 56409 h 139680"/>
                <a:gd name="connsiteX228" fmla="*/ 47088 w 228714"/>
                <a:gd name="connsiteY228" fmla="*/ 59095 h 139680"/>
                <a:gd name="connsiteX229" fmla="*/ 52470 w 228714"/>
                <a:gd name="connsiteY229" fmla="*/ 57752 h 139680"/>
                <a:gd name="connsiteX230" fmla="*/ 53815 w 228714"/>
                <a:gd name="connsiteY230" fmla="*/ 55066 h 139680"/>
                <a:gd name="connsiteX231" fmla="*/ 56506 w 228714"/>
                <a:gd name="connsiteY231" fmla="*/ 53723 h 139680"/>
                <a:gd name="connsiteX232" fmla="*/ 56506 w 228714"/>
                <a:gd name="connsiteY232" fmla="*/ 57752 h 139680"/>
                <a:gd name="connsiteX233" fmla="*/ 53815 w 228714"/>
                <a:gd name="connsiteY233" fmla="*/ 61782 h 139680"/>
                <a:gd name="connsiteX234" fmla="*/ 44398 w 228714"/>
                <a:gd name="connsiteY234" fmla="*/ 63125 h 139680"/>
                <a:gd name="connsiteX235" fmla="*/ 41707 w 228714"/>
                <a:gd name="connsiteY235" fmla="*/ 61782 h 139680"/>
                <a:gd name="connsiteX236" fmla="*/ 37671 w 228714"/>
                <a:gd name="connsiteY236" fmla="*/ 65811 h 139680"/>
                <a:gd name="connsiteX237" fmla="*/ 34980 w 228714"/>
                <a:gd name="connsiteY237" fmla="*/ 63125 h 139680"/>
                <a:gd name="connsiteX238" fmla="*/ 33634 w 228714"/>
                <a:gd name="connsiteY238" fmla="*/ 61782 h 139680"/>
                <a:gd name="connsiteX239" fmla="*/ 33634 w 228714"/>
                <a:gd name="connsiteY239" fmla="*/ 60438 h 139680"/>
                <a:gd name="connsiteX240" fmla="*/ 30944 w 228714"/>
                <a:gd name="connsiteY240" fmla="*/ 59095 h 139680"/>
                <a:gd name="connsiteX241" fmla="*/ 30944 w 228714"/>
                <a:gd name="connsiteY241" fmla="*/ 60438 h 139680"/>
                <a:gd name="connsiteX242" fmla="*/ 30944 w 228714"/>
                <a:gd name="connsiteY242" fmla="*/ 63125 h 139680"/>
                <a:gd name="connsiteX243" fmla="*/ 26908 w 228714"/>
                <a:gd name="connsiteY243" fmla="*/ 65811 h 139680"/>
                <a:gd name="connsiteX244" fmla="*/ 24217 w 228714"/>
                <a:gd name="connsiteY244" fmla="*/ 63125 h 139680"/>
                <a:gd name="connsiteX245" fmla="*/ 20181 w 228714"/>
                <a:gd name="connsiteY245" fmla="*/ 64468 h 139680"/>
                <a:gd name="connsiteX246" fmla="*/ 16145 w 228714"/>
                <a:gd name="connsiteY246" fmla="*/ 65811 h 139680"/>
                <a:gd name="connsiteX247" fmla="*/ 10763 w 228714"/>
                <a:gd name="connsiteY247" fmla="*/ 64468 h 139680"/>
                <a:gd name="connsiteX248" fmla="*/ 6727 w 228714"/>
                <a:gd name="connsiteY248" fmla="*/ 65811 h 139680"/>
                <a:gd name="connsiteX249" fmla="*/ 4036 w 228714"/>
                <a:gd name="connsiteY249" fmla="*/ 65811 h 139680"/>
                <a:gd name="connsiteX250" fmla="*/ 8072 w 228714"/>
                <a:gd name="connsiteY250" fmla="*/ 71183 h 139680"/>
                <a:gd name="connsiteX251" fmla="*/ 9418 w 228714"/>
                <a:gd name="connsiteY251" fmla="*/ 75212 h 139680"/>
                <a:gd name="connsiteX252" fmla="*/ 16145 w 228714"/>
                <a:gd name="connsiteY252" fmla="*/ 76555 h 139680"/>
                <a:gd name="connsiteX253" fmla="*/ 16145 w 228714"/>
                <a:gd name="connsiteY253" fmla="*/ 73869 h 139680"/>
                <a:gd name="connsiteX254" fmla="*/ 24217 w 228714"/>
                <a:gd name="connsiteY254" fmla="*/ 76555 h 139680"/>
                <a:gd name="connsiteX255" fmla="*/ 34980 w 228714"/>
                <a:gd name="connsiteY255" fmla="*/ 76555 h 139680"/>
                <a:gd name="connsiteX256" fmla="*/ 40361 w 228714"/>
                <a:gd name="connsiteY256" fmla="*/ 76555 h 139680"/>
                <a:gd name="connsiteX257" fmla="*/ 40361 w 228714"/>
                <a:gd name="connsiteY257" fmla="*/ 79242 h 139680"/>
                <a:gd name="connsiteX258" fmla="*/ 36325 w 228714"/>
                <a:gd name="connsiteY258" fmla="*/ 80585 h 139680"/>
                <a:gd name="connsiteX259" fmla="*/ 36325 w 228714"/>
                <a:gd name="connsiteY259" fmla="*/ 83271 h 139680"/>
                <a:gd name="connsiteX260" fmla="*/ 41707 w 228714"/>
                <a:gd name="connsiteY260" fmla="*/ 87300 h 139680"/>
                <a:gd name="connsiteX261" fmla="*/ 41707 w 228714"/>
                <a:gd name="connsiteY261" fmla="*/ 89986 h 139680"/>
                <a:gd name="connsiteX262" fmla="*/ 45743 w 228714"/>
                <a:gd name="connsiteY262" fmla="*/ 89986 h 139680"/>
                <a:gd name="connsiteX263" fmla="*/ 51125 w 228714"/>
                <a:gd name="connsiteY263" fmla="*/ 84614 h 139680"/>
                <a:gd name="connsiteX264" fmla="*/ 51125 w 228714"/>
                <a:gd name="connsiteY264" fmla="*/ 88643 h 139680"/>
                <a:gd name="connsiteX265" fmla="*/ 45743 w 228714"/>
                <a:gd name="connsiteY265" fmla="*/ 91329 h 139680"/>
                <a:gd name="connsiteX266" fmla="*/ 43052 w 228714"/>
                <a:gd name="connsiteY266" fmla="*/ 95359 h 139680"/>
                <a:gd name="connsiteX267" fmla="*/ 47088 w 228714"/>
                <a:gd name="connsiteY267" fmla="*/ 98045 h 139680"/>
                <a:gd name="connsiteX268" fmla="*/ 53815 w 228714"/>
                <a:gd name="connsiteY268" fmla="*/ 92672 h 139680"/>
                <a:gd name="connsiteX269" fmla="*/ 59197 w 228714"/>
                <a:gd name="connsiteY269" fmla="*/ 94015 h 139680"/>
                <a:gd name="connsiteX270" fmla="*/ 61887 w 228714"/>
                <a:gd name="connsiteY270" fmla="*/ 98045 h 139680"/>
                <a:gd name="connsiteX271" fmla="*/ 57851 w 228714"/>
                <a:gd name="connsiteY271" fmla="*/ 95359 h 139680"/>
                <a:gd name="connsiteX272" fmla="*/ 52470 w 228714"/>
                <a:gd name="connsiteY272" fmla="*/ 98045 h 139680"/>
                <a:gd name="connsiteX273" fmla="*/ 49779 w 228714"/>
                <a:gd name="connsiteY273" fmla="*/ 100731 h 139680"/>
                <a:gd name="connsiteX274" fmla="*/ 44398 w 228714"/>
                <a:gd name="connsiteY274" fmla="*/ 100731 h 139680"/>
                <a:gd name="connsiteX275" fmla="*/ 44398 w 228714"/>
                <a:gd name="connsiteY275" fmla="*/ 104760 h 139680"/>
                <a:gd name="connsiteX276" fmla="*/ 41707 w 228714"/>
                <a:gd name="connsiteY276" fmla="*/ 107446 h 139680"/>
                <a:gd name="connsiteX277" fmla="*/ 39016 w 228714"/>
                <a:gd name="connsiteY277" fmla="*/ 106103 h 139680"/>
                <a:gd name="connsiteX278" fmla="*/ 34980 w 228714"/>
                <a:gd name="connsiteY278" fmla="*/ 108789 h 139680"/>
                <a:gd name="connsiteX279" fmla="*/ 33634 w 228714"/>
                <a:gd name="connsiteY279" fmla="*/ 104760 h 139680"/>
                <a:gd name="connsiteX280" fmla="*/ 29598 w 228714"/>
                <a:gd name="connsiteY280" fmla="*/ 102074 h 139680"/>
                <a:gd name="connsiteX281" fmla="*/ 29598 w 228714"/>
                <a:gd name="connsiteY281" fmla="*/ 104760 h 139680"/>
                <a:gd name="connsiteX282" fmla="*/ 28253 w 228714"/>
                <a:gd name="connsiteY282" fmla="*/ 104760 h 139680"/>
                <a:gd name="connsiteX283" fmla="*/ 28253 w 228714"/>
                <a:gd name="connsiteY283" fmla="*/ 110132 h 139680"/>
                <a:gd name="connsiteX284" fmla="*/ 30944 w 228714"/>
                <a:gd name="connsiteY284" fmla="*/ 111475 h 139680"/>
                <a:gd name="connsiteX285" fmla="*/ 29598 w 228714"/>
                <a:gd name="connsiteY285" fmla="*/ 112818 h 139680"/>
                <a:gd name="connsiteX286" fmla="*/ 28253 w 228714"/>
                <a:gd name="connsiteY286" fmla="*/ 122220 h 139680"/>
                <a:gd name="connsiteX287" fmla="*/ 34980 w 228714"/>
                <a:gd name="connsiteY287" fmla="*/ 120877 h 139680"/>
                <a:gd name="connsiteX288" fmla="*/ 36325 w 228714"/>
                <a:gd name="connsiteY288" fmla="*/ 119534 h 139680"/>
                <a:gd name="connsiteX289" fmla="*/ 40361 w 228714"/>
                <a:gd name="connsiteY289" fmla="*/ 122220 h 139680"/>
                <a:gd name="connsiteX290" fmla="*/ 48434 w 228714"/>
                <a:gd name="connsiteY290" fmla="*/ 122220 h 139680"/>
                <a:gd name="connsiteX291" fmla="*/ 55161 w 228714"/>
                <a:gd name="connsiteY291" fmla="*/ 118191 h 139680"/>
                <a:gd name="connsiteX292" fmla="*/ 60542 w 228714"/>
                <a:gd name="connsiteY292" fmla="*/ 120877 h 139680"/>
                <a:gd name="connsiteX293" fmla="*/ 64578 w 228714"/>
                <a:gd name="connsiteY293" fmla="*/ 118191 h 139680"/>
                <a:gd name="connsiteX294" fmla="*/ 64578 w 228714"/>
                <a:gd name="connsiteY294" fmla="*/ 120877 h 13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228714" h="139680">
                  <a:moveTo>
                    <a:pt x="68614" y="122220"/>
                  </a:moveTo>
                  <a:lnTo>
                    <a:pt x="73996" y="120877"/>
                  </a:lnTo>
                  <a:lnTo>
                    <a:pt x="72651" y="126249"/>
                  </a:lnTo>
                  <a:lnTo>
                    <a:pt x="79378" y="131622"/>
                  </a:lnTo>
                  <a:lnTo>
                    <a:pt x="83414" y="134308"/>
                  </a:lnTo>
                  <a:lnTo>
                    <a:pt x="87449" y="130279"/>
                  </a:lnTo>
                  <a:lnTo>
                    <a:pt x="91486" y="130279"/>
                  </a:lnTo>
                  <a:lnTo>
                    <a:pt x="99558" y="138337"/>
                  </a:lnTo>
                  <a:lnTo>
                    <a:pt x="110321" y="138337"/>
                  </a:lnTo>
                  <a:lnTo>
                    <a:pt x="115702" y="139680"/>
                  </a:lnTo>
                  <a:lnTo>
                    <a:pt x="122429" y="138337"/>
                  </a:lnTo>
                  <a:lnTo>
                    <a:pt x="121084" y="131622"/>
                  </a:lnTo>
                  <a:lnTo>
                    <a:pt x="123775" y="130279"/>
                  </a:lnTo>
                  <a:lnTo>
                    <a:pt x="123775" y="132965"/>
                  </a:lnTo>
                  <a:lnTo>
                    <a:pt x="130502" y="134308"/>
                  </a:lnTo>
                  <a:lnTo>
                    <a:pt x="135883" y="128935"/>
                  </a:lnTo>
                  <a:lnTo>
                    <a:pt x="135883" y="122220"/>
                  </a:lnTo>
                  <a:lnTo>
                    <a:pt x="142610" y="122220"/>
                  </a:lnTo>
                  <a:lnTo>
                    <a:pt x="139920" y="124906"/>
                  </a:lnTo>
                  <a:lnTo>
                    <a:pt x="142610" y="127592"/>
                  </a:lnTo>
                  <a:lnTo>
                    <a:pt x="143955" y="124906"/>
                  </a:lnTo>
                  <a:lnTo>
                    <a:pt x="147991" y="124906"/>
                  </a:lnTo>
                  <a:lnTo>
                    <a:pt x="153373" y="118191"/>
                  </a:lnTo>
                  <a:lnTo>
                    <a:pt x="156064" y="119534"/>
                  </a:lnTo>
                  <a:lnTo>
                    <a:pt x="157409" y="119534"/>
                  </a:lnTo>
                  <a:lnTo>
                    <a:pt x="161445" y="119534"/>
                  </a:lnTo>
                  <a:lnTo>
                    <a:pt x="161445" y="120877"/>
                  </a:lnTo>
                  <a:lnTo>
                    <a:pt x="164136" y="119534"/>
                  </a:lnTo>
                  <a:lnTo>
                    <a:pt x="174899" y="110132"/>
                  </a:lnTo>
                  <a:lnTo>
                    <a:pt x="178935" y="104760"/>
                  </a:lnTo>
                  <a:lnTo>
                    <a:pt x="191044" y="102074"/>
                  </a:lnTo>
                  <a:lnTo>
                    <a:pt x="193735" y="98045"/>
                  </a:lnTo>
                  <a:lnTo>
                    <a:pt x="192389" y="96702"/>
                  </a:lnTo>
                  <a:lnTo>
                    <a:pt x="193735" y="92672"/>
                  </a:lnTo>
                  <a:lnTo>
                    <a:pt x="196425" y="92672"/>
                  </a:lnTo>
                  <a:lnTo>
                    <a:pt x="197771" y="96702"/>
                  </a:lnTo>
                  <a:lnTo>
                    <a:pt x="203152" y="99388"/>
                  </a:lnTo>
                  <a:lnTo>
                    <a:pt x="207188" y="95359"/>
                  </a:lnTo>
                  <a:lnTo>
                    <a:pt x="208533" y="91329"/>
                  </a:lnTo>
                  <a:lnTo>
                    <a:pt x="205843" y="89986"/>
                  </a:lnTo>
                  <a:lnTo>
                    <a:pt x="207188" y="87300"/>
                  </a:lnTo>
                  <a:lnTo>
                    <a:pt x="209879" y="85957"/>
                  </a:lnTo>
                  <a:lnTo>
                    <a:pt x="207188" y="79242"/>
                  </a:lnTo>
                  <a:lnTo>
                    <a:pt x="209879" y="76555"/>
                  </a:lnTo>
                  <a:lnTo>
                    <a:pt x="213915" y="79242"/>
                  </a:lnTo>
                  <a:lnTo>
                    <a:pt x="215260" y="83271"/>
                  </a:lnTo>
                  <a:lnTo>
                    <a:pt x="219297" y="83271"/>
                  </a:lnTo>
                  <a:lnTo>
                    <a:pt x="221987" y="77899"/>
                  </a:lnTo>
                  <a:lnTo>
                    <a:pt x="220642" y="72526"/>
                  </a:lnTo>
                  <a:lnTo>
                    <a:pt x="216606" y="68497"/>
                  </a:lnTo>
                  <a:lnTo>
                    <a:pt x="216606" y="63125"/>
                  </a:lnTo>
                  <a:lnTo>
                    <a:pt x="217951" y="60438"/>
                  </a:lnTo>
                  <a:lnTo>
                    <a:pt x="217951" y="56409"/>
                  </a:lnTo>
                  <a:lnTo>
                    <a:pt x="223333" y="53723"/>
                  </a:lnTo>
                  <a:lnTo>
                    <a:pt x="227369" y="53723"/>
                  </a:lnTo>
                  <a:lnTo>
                    <a:pt x="228714" y="49694"/>
                  </a:lnTo>
                  <a:lnTo>
                    <a:pt x="224678" y="45665"/>
                  </a:lnTo>
                  <a:lnTo>
                    <a:pt x="215260" y="44322"/>
                  </a:lnTo>
                  <a:lnTo>
                    <a:pt x="211224" y="47008"/>
                  </a:lnTo>
                  <a:lnTo>
                    <a:pt x="213915" y="42979"/>
                  </a:lnTo>
                  <a:lnTo>
                    <a:pt x="213915" y="38949"/>
                  </a:lnTo>
                  <a:lnTo>
                    <a:pt x="207188" y="38949"/>
                  </a:lnTo>
                  <a:lnTo>
                    <a:pt x="205843" y="40292"/>
                  </a:lnTo>
                  <a:lnTo>
                    <a:pt x="204497" y="34920"/>
                  </a:lnTo>
                  <a:lnTo>
                    <a:pt x="207188" y="30891"/>
                  </a:lnTo>
                  <a:lnTo>
                    <a:pt x="211224" y="29548"/>
                  </a:lnTo>
                  <a:lnTo>
                    <a:pt x="211224" y="22832"/>
                  </a:lnTo>
                  <a:lnTo>
                    <a:pt x="208533" y="21489"/>
                  </a:lnTo>
                  <a:lnTo>
                    <a:pt x="204497" y="24175"/>
                  </a:lnTo>
                  <a:lnTo>
                    <a:pt x="200461" y="21489"/>
                  </a:lnTo>
                  <a:lnTo>
                    <a:pt x="199116" y="17460"/>
                  </a:lnTo>
                  <a:lnTo>
                    <a:pt x="203152" y="14774"/>
                  </a:lnTo>
                  <a:lnTo>
                    <a:pt x="204497" y="10745"/>
                  </a:lnTo>
                  <a:lnTo>
                    <a:pt x="205843" y="9402"/>
                  </a:lnTo>
                  <a:lnTo>
                    <a:pt x="211224" y="8059"/>
                  </a:lnTo>
                  <a:lnTo>
                    <a:pt x="205843" y="5372"/>
                  </a:lnTo>
                  <a:lnTo>
                    <a:pt x="201806" y="6715"/>
                  </a:lnTo>
                  <a:lnTo>
                    <a:pt x="193735" y="14774"/>
                  </a:lnTo>
                  <a:lnTo>
                    <a:pt x="192389" y="18803"/>
                  </a:lnTo>
                  <a:lnTo>
                    <a:pt x="189698" y="18803"/>
                  </a:lnTo>
                  <a:lnTo>
                    <a:pt x="185662" y="14774"/>
                  </a:lnTo>
                  <a:lnTo>
                    <a:pt x="188353" y="10745"/>
                  </a:lnTo>
                  <a:lnTo>
                    <a:pt x="185662" y="9402"/>
                  </a:lnTo>
                  <a:lnTo>
                    <a:pt x="184317" y="4029"/>
                  </a:lnTo>
                  <a:lnTo>
                    <a:pt x="178935" y="2686"/>
                  </a:lnTo>
                  <a:lnTo>
                    <a:pt x="174899" y="5372"/>
                  </a:lnTo>
                  <a:lnTo>
                    <a:pt x="172208" y="4029"/>
                  </a:lnTo>
                  <a:lnTo>
                    <a:pt x="169518" y="8059"/>
                  </a:lnTo>
                  <a:lnTo>
                    <a:pt x="172208" y="13431"/>
                  </a:lnTo>
                  <a:lnTo>
                    <a:pt x="169518" y="17460"/>
                  </a:lnTo>
                  <a:lnTo>
                    <a:pt x="165482" y="17460"/>
                  </a:lnTo>
                  <a:lnTo>
                    <a:pt x="160100" y="20146"/>
                  </a:lnTo>
                  <a:lnTo>
                    <a:pt x="160100" y="14774"/>
                  </a:lnTo>
                  <a:lnTo>
                    <a:pt x="157409" y="13431"/>
                  </a:lnTo>
                  <a:lnTo>
                    <a:pt x="154718" y="17460"/>
                  </a:lnTo>
                  <a:lnTo>
                    <a:pt x="150682" y="24175"/>
                  </a:lnTo>
                  <a:lnTo>
                    <a:pt x="146646" y="24175"/>
                  </a:lnTo>
                  <a:lnTo>
                    <a:pt x="141265" y="16117"/>
                  </a:lnTo>
                  <a:lnTo>
                    <a:pt x="137229" y="16117"/>
                  </a:lnTo>
                  <a:lnTo>
                    <a:pt x="135883" y="14774"/>
                  </a:lnTo>
                  <a:lnTo>
                    <a:pt x="131847" y="16117"/>
                  </a:lnTo>
                  <a:lnTo>
                    <a:pt x="130502" y="24175"/>
                  </a:lnTo>
                  <a:lnTo>
                    <a:pt x="134538" y="33577"/>
                  </a:lnTo>
                  <a:lnTo>
                    <a:pt x="129156" y="47008"/>
                  </a:lnTo>
                  <a:lnTo>
                    <a:pt x="131847" y="34920"/>
                  </a:lnTo>
                  <a:lnTo>
                    <a:pt x="126466" y="28205"/>
                  </a:lnTo>
                  <a:lnTo>
                    <a:pt x="126466" y="24175"/>
                  </a:lnTo>
                  <a:lnTo>
                    <a:pt x="123775" y="21489"/>
                  </a:lnTo>
                  <a:lnTo>
                    <a:pt x="125120" y="16117"/>
                  </a:lnTo>
                  <a:lnTo>
                    <a:pt x="119739" y="13431"/>
                  </a:lnTo>
                  <a:lnTo>
                    <a:pt x="108976" y="20146"/>
                  </a:lnTo>
                  <a:lnTo>
                    <a:pt x="107630" y="25518"/>
                  </a:lnTo>
                  <a:lnTo>
                    <a:pt x="110321" y="29548"/>
                  </a:lnTo>
                  <a:lnTo>
                    <a:pt x="104940" y="36263"/>
                  </a:lnTo>
                  <a:lnTo>
                    <a:pt x="102249" y="36263"/>
                  </a:lnTo>
                  <a:lnTo>
                    <a:pt x="100903" y="28205"/>
                  </a:lnTo>
                  <a:lnTo>
                    <a:pt x="96867" y="26862"/>
                  </a:lnTo>
                  <a:lnTo>
                    <a:pt x="96867" y="16117"/>
                  </a:lnTo>
                  <a:lnTo>
                    <a:pt x="92831" y="13431"/>
                  </a:lnTo>
                  <a:lnTo>
                    <a:pt x="86104" y="18803"/>
                  </a:lnTo>
                  <a:lnTo>
                    <a:pt x="87449" y="30891"/>
                  </a:lnTo>
                  <a:lnTo>
                    <a:pt x="90140" y="34920"/>
                  </a:lnTo>
                  <a:lnTo>
                    <a:pt x="90140" y="42979"/>
                  </a:lnTo>
                  <a:lnTo>
                    <a:pt x="86104" y="47008"/>
                  </a:lnTo>
                  <a:lnTo>
                    <a:pt x="82068" y="47008"/>
                  </a:lnTo>
                  <a:lnTo>
                    <a:pt x="82068" y="40292"/>
                  </a:lnTo>
                  <a:lnTo>
                    <a:pt x="76687" y="42979"/>
                  </a:lnTo>
                  <a:lnTo>
                    <a:pt x="75341" y="49694"/>
                  </a:lnTo>
                  <a:lnTo>
                    <a:pt x="71305" y="52380"/>
                  </a:lnTo>
                  <a:lnTo>
                    <a:pt x="71305" y="60438"/>
                  </a:lnTo>
                  <a:lnTo>
                    <a:pt x="67269" y="52380"/>
                  </a:lnTo>
                  <a:lnTo>
                    <a:pt x="64578" y="51037"/>
                  </a:lnTo>
                  <a:lnTo>
                    <a:pt x="64578" y="47008"/>
                  </a:lnTo>
                  <a:lnTo>
                    <a:pt x="68614" y="42979"/>
                  </a:lnTo>
                  <a:lnTo>
                    <a:pt x="68614" y="38949"/>
                  </a:lnTo>
                  <a:lnTo>
                    <a:pt x="63233" y="38949"/>
                  </a:lnTo>
                  <a:lnTo>
                    <a:pt x="64578" y="34920"/>
                  </a:lnTo>
                  <a:lnTo>
                    <a:pt x="61887" y="29548"/>
                  </a:lnTo>
                  <a:lnTo>
                    <a:pt x="65924" y="32234"/>
                  </a:lnTo>
                  <a:lnTo>
                    <a:pt x="69960" y="28205"/>
                  </a:lnTo>
                  <a:lnTo>
                    <a:pt x="68614" y="24175"/>
                  </a:lnTo>
                  <a:lnTo>
                    <a:pt x="64578" y="22832"/>
                  </a:lnTo>
                  <a:lnTo>
                    <a:pt x="68614" y="18803"/>
                  </a:lnTo>
                  <a:lnTo>
                    <a:pt x="64578" y="14774"/>
                  </a:lnTo>
                  <a:lnTo>
                    <a:pt x="61887" y="17460"/>
                  </a:lnTo>
                  <a:lnTo>
                    <a:pt x="59197" y="13431"/>
                  </a:lnTo>
                  <a:lnTo>
                    <a:pt x="52470" y="9402"/>
                  </a:lnTo>
                  <a:lnTo>
                    <a:pt x="52470" y="5372"/>
                  </a:lnTo>
                  <a:lnTo>
                    <a:pt x="49779" y="0"/>
                  </a:lnTo>
                  <a:lnTo>
                    <a:pt x="45743" y="1343"/>
                  </a:lnTo>
                  <a:lnTo>
                    <a:pt x="40361" y="0"/>
                  </a:lnTo>
                  <a:lnTo>
                    <a:pt x="32289" y="0"/>
                  </a:lnTo>
                  <a:lnTo>
                    <a:pt x="30944" y="2686"/>
                  </a:lnTo>
                  <a:lnTo>
                    <a:pt x="33634" y="5372"/>
                  </a:lnTo>
                  <a:lnTo>
                    <a:pt x="36325" y="5372"/>
                  </a:lnTo>
                  <a:lnTo>
                    <a:pt x="37671" y="2686"/>
                  </a:lnTo>
                  <a:lnTo>
                    <a:pt x="41707" y="4029"/>
                  </a:lnTo>
                  <a:lnTo>
                    <a:pt x="44398" y="5372"/>
                  </a:lnTo>
                  <a:lnTo>
                    <a:pt x="48434" y="6715"/>
                  </a:lnTo>
                  <a:lnTo>
                    <a:pt x="45743" y="9402"/>
                  </a:lnTo>
                  <a:lnTo>
                    <a:pt x="41707" y="8059"/>
                  </a:lnTo>
                  <a:lnTo>
                    <a:pt x="36325" y="8059"/>
                  </a:lnTo>
                  <a:lnTo>
                    <a:pt x="37671" y="9402"/>
                  </a:lnTo>
                  <a:lnTo>
                    <a:pt x="44398" y="14774"/>
                  </a:lnTo>
                  <a:lnTo>
                    <a:pt x="49779" y="20146"/>
                  </a:lnTo>
                  <a:lnTo>
                    <a:pt x="48434" y="24175"/>
                  </a:lnTo>
                  <a:lnTo>
                    <a:pt x="45743" y="24175"/>
                  </a:lnTo>
                  <a:lnTo>
                    <a:pt x="45743" y="21489"/>
                  </a:lnTo>
                  <a:lnTo>
                    <a:pt x="40361" y="17460"/>
                  </a:lnTo>
                  <a:lnTo>
                    <a:pt x="36325" y="20146"/>
                  </a:lnTo>
                  <a:lnTo>
                    <a:pt x="33634" y="20146"/>
                  </a:lnTo>
                  <a:lnTo>
                    <a:pt x="34980" y="16117"/>
                  </a:lnTo>
                  <a:lnTo>
                    <a:pt x="30944" y="10745"/>
                  </a:lnTo>
                  <a:lnTo>
                    <a:pt x="26908" y="9402"/>
                  </a:lnTo>
                  <a:lnTo>
                    <a:pt x="22872" y="10745"/>
                  </a:lnTo>
                  <a:lnTo>
                    <a:pt x="26908" y="16117"/>
                  </a:lnTo>
                  <a:lnTo>
                    <a:pt x="25562" y="18803"/>
                  </a:lnTo>
                  <a:lnTo>
                    <a:pt x="22872" y="14774"/>
                  </a:lnTo>
                  <a:lnTo>
                    <a:pt x="17490" y="13431"/>
                  </a:lnTo>
                  <a:lnTo>
                    <a:pt x="16145" y="16117"/>
                  </a:lnTo>
                  <a:lnTo>
                    <a:pt x="20181" y="20146"/>
                  </a:lnTo>
                  <a:lnTo>
                    <a:pt x="22872" y="21489"/>
                  </a:lnTo>
                  <a:lnTo>
                    <a:pt x="24217" y="24175"/>
                  </a:lnTo>
                  <a:lnTo>
                    <a:pt x="20181" y="22832"/>
                  </a:lnTo>
                  <a:lnTo>
                    <a:pt x="14799" y="24175"/>
                  </a:lnTo>
                  <a:lnTo>
                    <a:pt x="17490" y="28205"/>
                  </a:lnTo>
                  <a:lnTo>
                    <a:pt x="24217" y="30891"/>
                  </a:lnTo>
                  <a:lnTo>
                    <a:pt x="21526" y="30891"/>
                  </a:lnTo>
                  <a:lnTo>
                    <a:pt x="20181" y="32234"/>
                  </a:lnTo>
                  <a:lnTo>
                    <a:pt x="21526" y="34920"/>
                  </a:lnTo>
                  <a:lnTo>
                    <a:pt x="20181" y="34920"/>
                  </a:lnTo>
                  <a:lnTo>
                    <a:pt x="12109" y="28205"/>
                  </a:lnTo>
                  <a:lnTo>
                    <a:pt x="9418" y="28205"/>
                  </a:lnTo>
                  <a:lnTo>
                    <a:pt x="8072" y="30891"/>
                  </a:lnTo>
                  <a:lnTo>
                    <a:pt x="10763" y="36263"/>
                  </a:lnTo>
                  <a:lnTo>
                    <a:pt x="13454" y="40292"/>
                  </a:lnTo>
                  <a:lnTo>
                    <a:pt x="10763" y="41635"/>
                  </a:lnTo>
                  <a:lnTo>
                    <a:pt x="6727" y="34920"/>
                  </a:lnTo>
                  <a:lnTo>
                    <a:pt x="2691" y="33577"/>
                  </a:lnTo>
                  <a:lnTo>
                    <a:pt x="0" y="38949"/>
                  </a:lnTo>
                  <a:lnTo>
                    <a:pt x="5382" y="41635"/>
                  </a:lnTo>
                  <a:lnTo>
                    <a:pt x="9418" y="45665"/>
                  </a:lnTo>
                  <a:lnTo>
                    <a:pt x="16145" y="47008"/>
                  </a:lnTo>
                  <a:lnTo>
                    <a:pt x="18836" y="41635"/>
                  </a:lnTo>
                  <a:lnTo>
                    <a:pt x="24217" y="40292"/>
                  </a:lnTo>
                  <a:lnTo>
                    <a:pt x="26908" y="36263"/>
                  </a:lnTo>
                  <a:lnTo>
                    <a:pt x="28253" y="38949"/>
                  </a:lnTo>
                  <a:lnTo>
                    <a:pt x="28253" y="41635"/>
                  </a:lnTo>
                  <a:lnTo>
                    <a:pt x="30944" y="41635"/>
                  </a:lnTo>
                  <a:lnTo>
                    <a:pt x="34980" y="38949"/>
                  </a:lnTo>
                  <a:lnTo>
                    <a:pt x="36325" y="44322"/>
                  </a:lnTo>
                  <a:lnTo>
                    <a:pt x="37671" y="44322"/>
                  </a:lnTo>
                  <a:lnTo>
                    <a:pt x="41707" y="40292"/>
                  </a:lnTo>
                  <a:lnTo>
                    <a:pt x="43052" y="37606"/>
                  </a:lnTo>
                  <a:lnTo>
                    <a:pt x="43052" y="42979"/>
                  </a:lnTo>
                  <a:lnTo>
                    <a:pt x="45743" y="42979"/>
                  </a:lnTo>
                  <a:lnTo>
                    <a:pt x="49779" y="38949"/>
                  </a:lnTo>
                  <a:lnTo>
                    <a:pt x="49779" y="41635"/>
                  </a:lnTo>
                  <a:lnTo>
                    <a:pt x="48434" y="45665"/>
                  </a:lnTo>
                  <a:lnTo>
                    <a:pt x="51125" y="47008"/>
                  </a:lnTo>
                  <a:lnTo>
                    <a:pt x="53815" y="44322"/>
                  </a:lnTo>
                  <a:lnTo>
                    <a:pt x="59197" y="47008"/>
                  </a:lnTo>
                  <a:lnTo>
                    <a:pt x="56506" y="48351"/>
                  </a:lnTo>
                  <a:lnTo>
                    <a:pt x="53815" y="48351"/>
                  </a:lnTo>
                  <a:lnTo>
                    <a:pt x="49779" y="51037"/>
                  </a:lnTo>
                  <a:lnTo>
                    <a:pt x="45743" y="51037"/>
                  </a:lnTo>
                  <a:lnTo>
                    <a:pt x="39016" y="55066"/>
                  </a:lnTo>
                  <a:lnTo>
                    <a:pt x="39016" y="56409"/>
                  </a:lnTo>
                  <a:lnTo>
                    <a:pt x="47088" y="59095"/>
                  </a:lnTo>
                  <a:lnTo>
                    <a:pt x="52470" y="57752"/>
                  </a:lnTo>
                  <a:lnTo>
                    <a:pt x="53815" y="55066"/>
                  </a:lnTo>
                  <a:lnTo>
                    <a:pt x="56506" y="53723"/>
                  </a:lnTo>
                  <a:lnTo>
                    <a:pt x="56506" y="57752"/>
                  </a:lnTo>
                  <a:lnTo>
                    <a:pt x="53815" y="61782"/>
                  </a:lnTo>
                  <a:lnTo>
                    <a:pt x="44398" y="63125"/>
                  </a:lnTo>
                  <a:lnTo>
                    <a:pt x="41707" y="61782"/>
                  </a:lnTo>
                  <a:lnTo>
                    <a:pt x="37671" y="65811"/>
                  </a:lnTo>
                  <a:lnTo>
                    <a:pt x="34980" y="63125"/>
                  </a:lnTo>
                  <a:lnTo>
                    <a:pt x="33634" y="61782"/>
                  </a:lnTo>
                  <a:lnTo>
                    <a:pt x="33634" y="60438"/>
                  </a:lnTo>
                  <a:lnTo>
                    <a:pt x="30944" y="59095"/>
                  </a:lnTo>
                  <a:lnTo>
                    <a:pt x="30944" y="60438"/>
                  </a:lnTo>
                  <a:lnTo>
                    <a:pt x="30944" y="63125"/>
                  </a:lnTo>
                  <a:lnTo>
                    <a:pt x="26908" y="65811"/>
                  </a:lnTo>
                  <a:lnTo>
                    <a:pt x="24217" y="63125"/>
                  </a:lnTo>
                  <a:lnTo>
                    <a:pt x="20181" y="64468"/>
                  </a:lnTo>
                  <a:lnTo>
                    <a:pt x="16145" y="65811"/>
                  </a:lnTo>
                  <a:lnTo>
                    <a:pt x="10763" y="64468"/>
                  </a:lnTo>
                  <a:lnTo>
                    <a:pt x="6727" y="65811"/>
                  </a:lnTo>
                  <a:lnTo>
                    <a:pt x="4036" y="65811"/>
                  </a:lnTo>
                  <a:lnTo>
                    <a:pt x="8072" y="71183"/>
                  </a:lnTo>
                  <a:lnTo>
                    <a:pt x="9418" y="75212"/>
                  </a:lnTo>
                  <a:lnTo>
                    <a:pt x="16145" y="76555"/>
                  </a:lnTo>
                  <a:lnTo>
                    <a:pt x="16145" y="73869"/>
                  </a:lnTo>
                  <a:lnTo>
                    <a:pt x="24217" y="76555"/>
                  </a:lnTo>
                  <a:lnTo>
                    <a:pt x="34980" y="76555"/>
                  </a:lnTo>
                  <a:lnTo>
                    <a:pt x="40361" y="76555"/>
                  </a:lnTo>
                  <a:lnTo>
                    <a:pt x="40361" y="79242"/>
                  </a:lnTo>
                  <a:lnTo>
                    <a:pt x="36325" y="80585"/>
                  </a:lnTo>
                  <a:lnTo>
                    <a:pt x="36325" y="83271"/>
                  </a:lnTo>
                  <a:lnTo>
                    <a:pt x="41707" y="87300"/>
                  </a:lnTo>
                  <a:lnTo>
                    <a:pt x="41707" y="89986"/>
                  </a:lnTo>
                  <a:lnTo>
                    <a:pt x="45743" y="89986"/>
                  </a:lnTo>
                  <a:lnTo>
                    <a:pt x="51125" y="84614"/>
                  </a:lnTo>
                  <a:lnTo>
                    <a:pt x="51125" y="88643"/>
                  </a:lnTo>
                  <a:lnTo>
                    <a:pt x="45743" y="91329"/>
                  </a:lnTo>
                  <a:lnTo>
                    <a:pt x="43052" y="95359"/>
                  </a:lnTo>
                  <a:lnTo>
                    <a:pt x="47088" y="98045"/>
                  </a:lnTo>
                  <a:lnTo>
                    <a:pt x="53815" y="92672"/>
                  </a:lnTo>
                  <a:lnTo>
                    <a:pt x="59197" y="94015"/>
                  </a:lnTo>
                  <a:lnTo>
                    <a:pt x="61887" y="98045"/>
                  </a:lnTo>
                  <a:lnTo>
                    <a:pt x="57851" y="95359"/>
                  </a:lnTo>
                  <a:lnTo>
                    <a:pt x="52470" y="98045"/>
                  </a:lnTo>
                  <a:lnTo>
                    <a:pt x="49779" y="100731"/>
                  </a:lnTo>
                  <a:lnTo>
                    <a:pt x="44398" y="100731"/>
                  </a:lnTo>
                  <a:lnTo>
                    <a:pt x="44398" y="104760"/>
                  </a:lnTo>
                  <a:lnTo>
                    <a:pt x="41707" y="107446"/>
                  </a:lnTo>
                  <a:lnTo>
                    <a:pt x="39016" y="106103"/>
                  </a:lnTo>
                  <a:lnTo>
                    <a:pt x="34980" y="108789"/>
                  </a:lnTo>
                  <a:lnTo>
                    <a:pt x="33634" y="104760"/>
                  </a:lnTo>
                  <a:lnTo>
                    <a:pt x="29598" y="102074"/>
                  </a:lnTo>
                  <a:lnTo>
                    <a:pt x="29598" y="104760"/>
                  </a:lnTo>
                  <a:lnTo>
                    <a:pt x="28253" y="104760"/>
                  </a:lnTo>
                  <a:lnTo>
                    <a:pt x="28253" y="110132"/>
                  </a:lnTo>
                  <a:lnTo>
                    <a:pt x="30944" y="111475"/>
                  </a:lnTo>
                  <a:lnTo>
                    <a:pt x="29598" y="112818"/>
                  </a:lnTo>
                  <a:lnTo>
                    <a:pt x="28253" y="122220"/>
                  </a:lnTo>
                  <a:lnTo>
                    <a:pt x="34980" y="120877"/>
                  </a:lnTo>
                  <a:lnTo>
                    <a:pt x="36325" y="119534"/>
                  </a:lnTo>
                  <a:lnTo>
                    <a:pt x="40361" y="122220"/>
                  </a:lnTo>
                  <a:lnTo>
                    <a:pt x="48434" y="122220"/>
                  </a:lnTo>
                  <a:lnTo>
                    <a:pt x="55161" y="118191"/>
                  </a:lnTo>
                  <a:lnTo>
                    <a:pt x="60542" y="120877"/>
                  </a:lnTo>
                  <a:lnTo>
                    <a:pt x="64578" y="118191"/>
                  </a:lnTo>
                  <a:lnTo>
                    <a:pt x="64578" y="12087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846" name="Graphic 5">
            <a:extLst>
              <a:ext uri="{FF2B5EF4-FFF2-40B4-BE49-F238E27FC236}">
                <a16:creationId xmlns:a16="http://schemas.microsoft.com/office/drawing/2014/main" id="{F895F5F8-6664-F283-E2D0-FD9301B443AD}"/>
              </a:ext>
            </a:extLst>
          </p:cNvPr>
          <p:cNvGrpSpPr/>
          <p:nvPr/>
        </p:nvGrpSpPr>
        <p:grpSpPr>
          <a:xfrm>
            <a:off x="4984622" y="4642477"/>
            <a:ext cx="55160" cy="33576"/>
            <a:chOff x="4984622" y="4642477"/>
            <a:chExt cx="55160" cy="33576"/>
          </a:xfrm>
          <a:solidFill>
            <a:srgbClr val="E5E5E4"/>
          </a:solidFill>
        </p:grpSpPr>
        <p:sp>
          <p:nvSpPr>
            <p:cNvPr id="847" name="Freeform 846">
              <a:extLst>
                <a:ext uri="{FF2B5EF4-FFF2-40B4-BE49-F238E27FC236}">
                  <a16:creationId xmlns:a16="http://schemas.microsoft.com/office/drawing/2014/main" id="{B454EA70-BD5D-287C-BDF8-4CA276E76F53}"/>
                </a:ext>
              </a:extLst>
            </p:cNvPr>
            <p:cNvSpPr/>
            <p:nvPr/>
          </p:nvSpPr>
          <p:spPr>
            <a:xfrm>
              <a:off x="5033056" y="4667996"/>
              <a:ext cx="6726" cy="8058"/>
            </a:xfrm>
            <a:custGeom>
              <a:avLst/>
              <a:gdLst>
                <a:gd name="connsiteX0" fmla="*/ 4036 w 6726"/>
                <a:gd name="connsiteY0" fmla="*/ 0 h 8058"/>
                <a:gd name="connsiteX1" fmla="*/ 0 w 6726"/>
                <a:gd name="connsiteY1" fmla="*/ 4029 h 8058"/>
                <a:gd name="connsiteX2" fmla="*/ 0 w 6726"/>
                <a:gd name="connsiteY2" fmla="*/ 8059 h 8058"/>
                <a:gd name="connsiteX3" fmla="*/ 6727 w 6726"/>
                <a:gd name="connsiteY3" fmla="*/ 2686 h 8058"/>
                <a:gd name="connsiteX4" fmla="*/ 5381 w 6726"/>
                <a:gd name="connsiteY4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8058">
                  <a:moveTo>
                    <a:pt x="4036" y="0"/>
                  </a:moveTo>
                  <a:lnTo>
                    <a:pt x="0" y="4029"/>
                  </a:lnTo>
                  <a:lnTo>
                    <a:pt x="0" y="8059"/>
                  </a:lnTo>
                  <a:lnTo>
                    <a:pt x="6727" y="2686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48" name="Freeform 847">
              <a:extLst>
                <a:ext uri="{FF2B5EF4-FFF2-40B4-BE49-F238E27FC236}">
                  <a16:creationId xmlns:a16="http://schemas.microsoft.com/office/drawing/2014/main" id="{F01C0EB3-5938-B98B-C3B7-DC0034E4CA2C}"/>
                </a:ext>
              </a:extLst>
            </p:cNvPr>
            <p:cNvSpPr/>
            <p:nvPr/>
          </p:nvSpPr>
          <p:spPr>
            <a:xfrm>
              <a:off x="5014221" y="4659938"/>
              <a:ext cx="8072" cy="6715"/>
            </a:xfrm>
            <a:custGeom>
              <a:avLst/>
              <a:gdLst>
                <a:gd name="connsiteX0" fmla="*/ 0 w 8072"/>
                <a:gd name="connsiteY0" fmla="*/ 2686 h 6715"/>
                <a:gd name="connsiteX1" fmla="*/ 4036 w 8072"/>
                <a:gd name="connsiteY1" fmla="*/ 0 h 6715"/>
                <a:gd name="connsiteX2" fmla="*/ 8072 w 8072"/>
                <a:gd name="connsiteY2" fmla="*/ 2686 h 6715"/>
                <a:gd name="connsiteX3" fmla="*/ 4036 w 8072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6715">
                  <a:moveTo>
                    <a:pt x="0" y="2686"/>
                  </a:moveTo>
                  <a:lnTo>
                    <a:pt x="4036" y="0"/>
                  </a:lnTo>
                  <a:lnTo>
                    <a:pt x="8072" y="2686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49" name="Freeform 848">
              <a:extLst>
                <a:ext uri="{FF2B5EF4-FFF2-40B4-BE49-F238E27FC236}">
                  <a16:creationId xmlns:a16="http://schemas.microsoft.com/office/drawing/2014/main" id="{90EFC696-9CD0-3DA9-CAF3-B079AF3CFD04}"/>
                </a:ext>
              </a:extLst>
            </p:cNvPr>
            <p:cNvSpPr/>
            <p:nvPr/>
          </p:nvSpPr>
          <p:spPr>
            <a:xfrm>
              <a:off x="5004803" y="4650536"/>
              <a:ext cx="4036" cy="4029"/>
            </a:xfrm>
            <a:custGeom>
              <a:avLst/>
              <a:gdLst>
                <a:gd name="connsiteX0" fmla="*/ 1345 w 4036"/>
                <a:gd name="connsiteY0" fmla="*/ 0 h 4029"/>
                <a:gd name="connsiteX1" fmla="*/ 0 w 4036"/>
                <a:gd name="connsiteY1" fmla="*/ 4029 h 4029"/>
                <a:gd name="connsiteX2" fmla="*/ 4036 w 4036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4029">
                  <a:moveTo>
                    <a:pt x="1345" y="0"/>
                  </a:moveTo>
                  <a:lnTo>
                    <a:pt x="0" y="4029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50" name="Freeform 849">
              <a:extLst>
                <a:ext uri="{FF2B5EF4-FFF2-40B4-BE49-F238E27FC236}">
                  <a16:creationId xmlns:a16="http://schemas.microsoft.com/office/drawing/2014/main" id="{99F7B7F6-4A6F-8EAD-00A1-ABDFDE4E8625}"/>
                </a:ext>
              </a:extLst>
            </p:cNvPr>
            <p:cNvSpPr/>
            <p:nvPr/>
          </p:nvSpPr>
          <p:spPr>
            <a:xfrm>
              <a:off x="4984622" y="4655908"/>
              <a:ext cx="6726" cy="6715"/>
            </a:xfrm>
            <a:custGeom>
              <a:avLst/>
              <a:gdLst>
                <a:gd name="connsiteX0" fmla="*/ 2691 w 6726"/>
                <a:gd name="connsiteY0" fmla="*/ 0 h 6715"/>
                <a:gd name="connsiteX1" fmla="*/ 6727 w 6726"/>
                <a:gd name="connsiteY1" fmla="*/ 1343 h 6715"/>
                <a:gd name="connsiteX2" fmla="*/ 6727 w 6726"/>
                <a:gd name="connsiteY2" fmla="*/ 6715 h 6715"/>
                <a:gd name="connsiteX3" fmla="*/ 1345 w 6726"/>
                <a:gd name="connsiteY3" fmla="*/ 5372 h 6715"/>
                <a:gd name="connsiteX4" fmla="*/ 0 w 6726"/>
                <a:gd name="connsiteY4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6715">
                  <a:moveTo>
                    <a:pt x="2691" y="0"/>
                  </a:moveTo>
                  <a:lnTo>
                    <a:pt x="6727" y="1343"/>
                  </a:lnTo>
                  <a:lnTo>
                    <a:pt x="6727" y="6715"/>
                  </a:lnTo>
                  <a:lnTo>
                    <a:pt x="1345" y="5372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51" name="Freeform 850">
              <a:extLst>
                <a:ext uri="{FF2B5EF4-FFF2-40B4-BE49-F238E27FC236}">
                  <a16:creationId xmlns:a16="http://schemas.microsoft.com/office/drawing/2014/main" id="{A9706B6D-FF70-558C-0282-6BCF7ACD7F57}"/>
                </a:ext>
              </a:extLst>
            </p:cNvPr>
            <p:cNvSpPr/>
            <p:nvPr/>
          </p:nvSpPr>
          <p:spPr>
            <a:xfrm>
              <a:off x="4988659" y="4642477"/>
              <a:ext cx="14799" cy="32233"/>
            </a:xfrm>
            <a:custGeom>
              <a:avLst/>
              <a:gdLst>
                <a:gd name="connsiteX0" fmla="*/ 0 w 14799"/>
                <a:gd name="connsiteY0" fmla="*/ 5372 h 32233"/>
                <a:gd name="connsiteX1" fmla="*/ 4036 w 14799"/>
                <a:gd name="connsiteY1" fmla="*/ 6715 h 32233"/>
                <a:gd name="connsiteX2" fmla="*/ 5381 w 14799"/>
                <a:gd name="connsiteY2" fmla="*/ 13431 h 32233"/>
                <a:gd name="connsiteX3" fmla="*/ 9418 w 14799"/>
                <a:gd name="connsiteY3" fmla="*/ 21489 h 32233"/>
                <a:gd name="connsiteX4" fmla="*/ 5381 w 14799"/>
                <a:gd name="connsiteY4" fmla="*/ 24176 h 32233"/>
                <a:gd name="connsiteX5" fmla="*/ 2691 w 14799"/>
                <a:gd name="connsiteY5" fmla="*/ 29548 h 32233"/>
                <a:gd name="connsiteX6" fmla="*/ 4036 w 14799"/>
                <a:gd name="connsiteY6" fmla="*/ 32234 h 32233"/>
                <a:gd name="connsiteX7" fmla="*/ 13454 w 14799"/>
                <a:gd name="connsiteY7" fmla="*/ 29548 h 32233"/>
                <a:gd name="connsiteX8" fmla="*/ 14799 w 14799"/>
                <a:gd name="connsiteY8" fmla="*/ 24176 h 32233"/>
                <a:gd name="connsiteX9" fmla="*/ 12108 w 14799"/>
                <a:gd name="connsiteY9" fmla="*/ 18803 h 32233"/>
                <a:gd name="connsiteX10" fmla="*/ 12108 w 14799"/>
                <a:gd name="connsiteY10" fmla="*/ 14774 h 32233"/>
                <a:gd name="connsiteX11" fmla="*/ 8072 w 14799"/>
                <a:gd name="connsiteY11" fmla="*/ 9402 h 32233"/>
                <a:gd name="connsiteX12" fmla="*/ 8072 w 14799"/>
                <a:gd name="connsiteY12" fmla="*/ 2686 h 32233"/>
                <a:gd name="connsiteX13" fmla="*/ 4036 w 14799"/>
                <a:gd name="connsiteY13" fmla="*/ 0 h 32233"/>
                <a:gd name="connsiteX14" fmla="*/ 0 w 14799"/>
                <a:gd name="connsiteY14" fmla="*/ 2686 h 3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799" h="32233">
                  <a:moveTo>
                    <a:pt x="0" y="5372"/>
                  </a:moveTo>
                  <a:lnTo>
                    <a:pt x="4036" y="6715"/>
                  </a:lnTo>
                  <a:lnTo>
                    <a:pt x="5381" y="13431"/>
                  </a:lnTo>
                  <a:lnTo>
                    <a:pt x="9418" y="21489"/>
                  </a:lnTo>
                  <a:lnTo>
                    <a:pt x="5381" y="24176"/>
                  </a:lnTo>
                  <a:lnTo>
                    <a:pt x="2691" y="29548"/>
                  </a:lnTo>
                  <a:lnTo>
                    <a:pt x="4036" y="32234"/>
                  </a:lnTo>
                  <a:lnTo>
                    <a:pt x="13454" y="29548"/>
                  </a:lnTo>
                  <a:lnTo>
                    <a:pt x="14799" y="24176"/>
                  </a:lnTo>
                  <a:lnTo>
                    <a:pt x="12108" y="18803"/>
                  </a:lnTo>
                  <a:lnTo>
                    <a:pt x="12108" y="14774"/>
                  </a:lnTo>
                  <a:lnTo>
                    <a:pt x="8072" y="9402"/>
                  </a:lnTo>
                  <a:lnTo>
                    <a:pt x="8072" y="2686"/>
                  </a:lnTo>
                  <a:lnTo>
                    <a:pt x="4036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852" name="Graphic 5">
            <a:extLst>
              <a:ext uri="{FF2B5EF4-FFF2-40B4-BE49-F238E27FC236}">
                <a16:creationId xmlns:a16="http://schemas.microsoft.com/office/drawing/2014/main" id="{BA9D0C1D-9548-A112-7DAF-6C3B66CED78C}"/>
              </a:ext>
            </a:extLst>
          </p:cNvPr>
          <p:cNvGrpSpPr/>
          <p:nvPr/>
        </p:nvGrpSpPr>
        <p:grpSpPr>
          <a:xfrm>
            <a:off x="5690945" y="4150911"/>
            <a:ext cx="82068" cy="33576"/>
            <a:chOff x="5690945" y="4150911"/>
            <a:chExt cx="82068" cy="33576"/>
          </a:xfrm>
          <a:solidFill>
            <a:srgbClr val="E5E5E4"/>
          </a:solidFill>
        </p:grpSpPr>
        <p:sp>
          <p:nvSpPr>
            <p:cNvPr id="853" name="Freeform 852">
              <a:extLst>
                <a:ext uri="{FF2B5EF4-FFF2-40B4-BE49-F238E27FC236}">
                  <a16:creationId xmlns:a16="http://schemas.microsoft.com/office/drawing/2014/main" id="{909D3040-D471-EB23-F3A2-03190AAF4F60}"/>
                </a:ext>
              </a:extLst>
            </p:cNvPr>
            <p:cNvSpPr/>
            <p:nvPr/>
          </p:nvSpPr>
          <p:spPr>
            <a:xfrm>
              <a:off x="5763595" y="4177773"/>
              <a:ext cx="9417" cy="6715"/>
            </a:xfrm>
            <a:custGeom>
              <a:avLst/>
              <a:gdLst>
                <a:gd name="connsiteX0" fmla="*/ 1345 w 9417"/>
                <a:gd name="connsiteY0" fmla="*/ 0 h 6715"/>
                <a:gd name="connsiteX1" fmla="*/ 9418 w 9417"/>
                <a:gd name="connsiteY1" fmla="*/ 4029 h 6715"/>
                <a:gd name="connsiteX2" fmla="*/ 2691 w 9417"/>
                <a:gd name="connsiteY2" fmla="*/ 6715 h 6715"/>
                <a:gd name="connsiteX3" fmla="*/ 0 w 9417"/>
                <a:gd name="connsiteY3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17" h="6715">
                  <a:moveTo>
                    <a:pt x="1345" y="0"/>
                  </a:moveTo>
                  <a:lnTo>
                    <a:pt x="9418" y="4029"/>
                  </a:lnTo>
                  <a:lnTo>
                    <a:pt x="2691" y="671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54" name="Freeform 853">
              <a:extLst>
                <a:ext uri="{FF2B5EF4-FFF2-40B4-BE49-F238E27FC236}">
                  <a16:creationId xmlns:a16="http://schemas.microsoft.com/office/drawing/2014/main" id="{73C51721-9B5A-49E5-2794-70F8BDCE580F}"/>
                </a:ext>
              </a:extLst>
            </p:cNvPr>
            <p:cNvSpPr/>
            <p:nvPr/>
          </p:nvSpPr>
          <p:spPr>
            <a:xfrm>
              <a:off x="5764941" y="4161656"/>
              <a:ext cx="5381" cy="9401"/>
            </a:xfrm>
            <a:custGeom>
              <a:avLst/>
              <a:gdLst>
                <a:gd name="connsiteX0" fmla="*/ 4036 w 5381"/>
                <a:gd name="connsiteY0" fmla="*/ 0 h 9401"/>
                <a:gd name="connsiteX1" fmla="*/ 0 w 5381"/>
                <a:gd name="connsiteY1" fmla="*/ 5372 h 9401"/>
                <a:gd name="connsiteX2" fmla="*/ 4036 w 5381"/>
                <a:gd name="connsiteY2" fmla="*/ 9401 h 9401"/>
                <a:gd name="connsiteX3" fmla="*/ 5381 w 5381"/>
                <a:gd name="connsiteY3" fmla="*/ 537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9401">
                  <a:moveTo>
                    <a:pt x="4036" y="0"/>
                  </a:moveTo>
                  <a:lnTo>
                    <a:pt x="0" y="5372"/>
                  </a:lnTo>
                  <a:lnTo>
                    <a:pt x="4036" y="9401"/>
                  </a:lnTo>
                  <a:lnTo>
                    <a:pt x="538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55" name="Freeform 854">
              <a:extLst>
                <a:ext uri="{FF2B5EF4-FFF2-40B4-BE49-F238E27FC236}">
                  <a16:creationId xmlns:a16="http://schemas.microsoft.com/office/drawing/2014/main" id="{1028239A-ABDE-A854-2AE5-CE7415FF802F}"/>
                </a:ext>
              </a:extLst>
            </p:cNvPr>
            <p:cNvSpPr/>
            <p:nvPr/>
          </p:nvSpPr>
          <p:spPr>
            <a:xfrm>
              <a:off x="5739379" y="4171057"/>
              <a:ext cx="8072" cy="6715"/>
            </a:xfrm>
            <a:custGeom>
              <a:avLst/>
              <a:gdLst>
                <a:gd name="connsiteX0" fmla="*/ 4036 w 8072"/>
                <a:gd name="connsiteY0" fmla="*/ 0 h 6715"/>
                <a:gd name="connsiteX1" fmla="*/ 0 w 8072"/>
                <a:gd name="connsiteY1" fmla="*/ 2686 h 6715"/>
                <a:gd name="connsiteX2" fmla="*/ 2691 w 8072"/>
                <a:gd name="connsiteY2" fmla="*/ 6715 h 6715"/>
                <a:gd name="connsiteX3" fmla="*/ 8072 w 8072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6715">
                  <a:moveTo>
                    <a:pt x="4036" y="0"/>
                  </a:moveTo>
                  <a:lnTo>
                    <a:pt x="0" y="2686"/>
                  </a:lnTo>
                  <a:lnTo>
                    <a:pt x="2691" y="6715"/>
                  </a:lnTo>
                  <a:lnTo>
                    <a:pt x="8072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56" name="Freeform 855">
              <a:extLst>
                <a:ext uri="{FF2B5EF4-FFF2-40B4-BE49-F238E27FC236}">
                  <a16:creationId xmlns:a16="http://schemas.microsoft.com/office/drawing/2014/main" id="{BF275491-0A42-CC1C-F404-BD7A05EAB478}"/>
                </a:ext>
              </a:extLst>
            </p:cNvPr>
            <p:cNvSpPr/>
            <p:nvPr/>
          </p:nvSpPr>
          <p:spPr>
            <a:xfrm>
              <a:off x="5731306" y="4150911"/>
              <a:ext cx="10763" cy="9401"/>
            </a:xfrm>
            <a:custGeom>
              <a:avLst/>
              <a:gdLst>
                <a:gd name="connsiteX0" fmla="*/ 0 w 10763"/>
                <a:gd name="connsiteY0" fmla="*/ 2686 h 9401"/>
                <a:gd name="connsiteX1" fmla="*/ 4036 w 10763"/>
                <a:gd name="connsiteY1" fmla="*/ 0 h 9401"/>
                <a:gd name="connsiteX2" fmla="*/ 10763 w 10763"/>
                <a:gd name="connsiteY2" fmla="*/ 0 h 9401"/>
                <a:gd name="connsiteX3" fmla="*/ 6727 w 10763"/>
                <a:gd name="connsiteY3" fmla="*/ 4029 h 9401"/>
                <a:gd name="connsiteX4" fmla="*/ 6727 w 10763"/>
                <a:gd name="connsiteY4" fmla="*/ 9401 h 9401"/>
                <a:gd name="connsiteX5" fmla="*/ 0 w 10763"/>
                <a:gd name="connsiteY5" fmla="*/ 537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3" h="9401">
                  <a:moveTo>
                    <a:pt x="0" y="2686"/>
                  </a:moveTo>
                  <a:lnTo>
                    <a:pt x="4036" y="0"/>
                  </a:lnTo>
                  <a:lnTo>
                    <a:pt x="10763" y="0"/>
                  </a:lnTo>
                  <a:lnTo>
                    <a:pt x="6727" y="4029"/>
                  </a:lnTo>
                  <a:lnTo>
                    <a:pt x="6727" y="94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57" name="Freeform 856">
              <a:extLst>
                <a:ext uri="{FF2B5EF4-FFF2-40B4-BE49-F238E27FC236}">
                  <a16:creationId xmlns:a16="http://schemas.microsoft.com/office/drawing/2014/main" id="{0F2724BB-6030-E251-B5A4-9CFA29358A05}"/>
                </a:ext>
              </a:extLst>
            </p:cNvPr>
            <p:cNvSpPr/>
            <p:nvPr/>
          </p:nvSpPr>
          <p:spPr>
            <a:xfrm>
              <a:off x="5690945" y="4161656"/>
              <a:ext cx="8072" cy="4029"/>
            </a:xfrm>
            <a:custGeom>
              <a:avLst/>
              <a:gdLst>
                <a:gd name="connsiteX0" fmla="*/ 5381 w 8072"/>
                <a:gd name="connsiteY0" fmla="*/ 0 h 4029"/>
                <a:gd name="connsiteX1" fmla="*/ 8072 w 8072"/>
                <a:gd name="connsiteY1" fmla="*/ 2686 h 4029"/>
                <a:gd name="connsiteX2" fmla="*/ 0 w 8072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72" h="4029">
                  <a:moveTo>
                    <a:pt x="5381" y="0"/>
                  </a:moveTo>
                  <a:lnTo>
                    <a:pt x="8072" y="2686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858" name="Graphic 5">
            <a:extLst>
              <a:ext uri="{FF2B5EF4-FFF2-40B4-BE49-F238E27FC236}">
                <a16:creationId xmlns:a16="http://schemas.microsoft.com/office/drawing/2014/main" id="{5A5D1B21-D43C-307E-A89F-82F805022EEC}"/>
              </a:ext>
            </a:extLst>
          </p:cNvPr>
          <p:cNvGrpSpPr/>
          <p:nvPr/>
        </p:nvGrpSpPr>
        <p:grpSpPr>
          <a:xfrm>
            <a:off x="5629058" y="4144196"/>
            <a:ext cx="56505" cy="18802"/>
            <a:chOff x="5629058" y="4144196"/>
            <a:chExt cx="56505" cy="18802"/>
          </a:xfrm>
          <a:solidFill>
            <a:srgbClr val="72C3BE"/>
          </a:solidFill>
        </p:grpSpPr>
        <p:sp>
          <p:nvSpPr>
            <p:cNvPr id="859" name="Freeform 858">
              <a:extLst>
                <a:ext uri="{FF2B5EF4-FFF2-40B4-BE49-F238E27FC236}">
                  <a16:creationId xmlns:a16="http://schemas.microsoft.com/office/drawing/2014/main" id="{A2B94095-E7FD-95FA-8499-F6467E7BCD4B}"/>
                </a:ext>
              </a:extLst>
            </p:cNvPr>
            <p:cNvSpPr/>
            <p:nvPr/>
          </p:nvSpPr>
          <p:spPr>
            <a:xfrm>
              <a:off x="5673455" y="4154941"/>
              <a:ext cx="12108" cy="5372"/>
            </a:xfrm>
            <a:custGeom>
              <a:avLst/>
              <a:gdLst>
                <a:gd name="connsiteX0" fmla="*/ 0 w 12108"/>
                <a:gd name="connsiteY0" fmla="*/ 5372 h 5372"/>
                <a:gd name="connsiteX1" fmla="*/ 4036 w 12108"/>
                <a:gd name="connsiteY1" fmla="*/ 0 h 5372"/>
                <a:gd name="connsiteX2" fmla="*/ 12109 w 12108"/>
                <a:gd name="connsiteY2" fmla="*/ 2686 h 5372"/>
                <a:gd name="connsiteX3" fmla="*/ 9418 w 12108"/>
                <a:gd name="connsiteY3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08" h="5372">
                  <a:moveTo>
                    <a:pt x="0" y="5372"/>
                  </a:moveTo>
                  <a:lnTo>
                    <a:pt x="4036" y="0"/>
                  </a:lnTo>
                  <a:lnTo>
                    <a:pt x="12109" y="2686"/>
                  </a:lnTo>
                  <a:lnTo>
                    <a:pt x="9418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60" name="Freeform 859">
              <a:extLst>
                <a:ext uri="{FF2B5EF4-FFF2-40B4-BE49-F238E27FC236}">
                  <a16:creationId xmlns:a16="http://schemas.microsoft.com/office/drawing/2014/main" id="{F8BB6D82-193A-895D-957A-4E7475BA76DB}"/>
                </a:ext>
              </a:extLst>
            </p:cNvPr>
            <p:cNvSpPr/>
            <p:nvPr/>
          </p:nvSpPr>
          <p:spPr>
            <a:xfrm>
              <a:off x="5629058" y="4144196"/>
              <a:ext cx="45742" cy="18802"/>
            </a:xfrm>
            <a:custGeom>
              <a:avLst/>
              <a:gdLst>
                <a:gd name="connsiteX0" fmla="*/ 39016 w 45742"/>
                <a:gd name="connsiteY0" fmla="*/ 2686 h 18802"/>
                <a:gd name="connsiteX1" fmla="*/ 36325 w 45742"/>
                <a:gd name="connsiteY1" fmla="*/ 1343 h 18802"/>
                <a:gd name="connsiteX2" fmla="*/ 25562 w 45742"/>
                <a:gd name="connsiteY2" fmla="*/ 2686 h 18802"/>
                <a:gd name="connsiteX3" fmla="*/ 6727 w 45742"/>
                <a:gd name="connsiteY3" fmla="*/ 0 h 18802"/>
                <a:gd name="connsiteX4" fmla="*/ 4036 w 45742"/>
                <a:gd name="connsiteY4" fmla="*/ 4029 h 18802"/>
                <a:gd name="connsiteX5" fmla="*/ 0 w 45742"/>
                <a:gd name="connsiteY5" fmla="*/ 6715 h 18802"/>
                <a:gd name="connsiteX6" fmla="*/ 0 w 45742"/>
                <a:gd name="connsiteY6" fmla="*/ 10745 h 18802"/>
                <a:gd name="connsiteX7" fmla="*/ 0 w 45742"/>
                <a:gd name="connsiteY7" fmla="*/ 13431 h 18802"/>
                <a:gd name="connsiteX8" fmla="*/ 2691 w 45742"/>
                <a:gd name="connsiteY8" fmla="*/ 17460 h 18802"/>
                <a:gd name="connsiteX9" fmla="*/ 14799 w 45742"/>
                <a:gd name="connsiteY9" fmla="*/ 17460 h 18802"/>
                <a:gd name="connsiteX10" fmla="*/ 17490 w 45742"/>
                <a:gd name="connsiteY10" fmla="*/ 18803 h 18802"/>
                <a:gd name="connsiteX11" fmla="*/ 26908 w 45742"/>
                <a:gd name="connsiteY11" fmla="*/ 16117 h 18802"/>
                <a:gd name="connsiteX12" fmla="*/ 29598 w 45742"/>
                <a:gd name="connsiteY12" fmla="*/ 17460 h 18802"/>
                <a:gd name="connsiteX13" fmla="*/ 39016 w 45742"/>
                <a:gd name="connsiteY13" fmla="*/ 14774 h 18802"/>
                <a:gd name="connsiteX14" fmla="*/ 45743 w 45742"/>
                <a:gd name="connsiteY14" fmla="*/ 6715 h 18802"/>
                <a:gd name="connsiteX15" fmla="*/ 40361 w 45742"/>
                <a:gd name="connsiteY15" fmla="*/ 5372 h 18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42" h="18802">
                  <a:moveTo>
                    <a:pt x="39016" y="2686"/>
                  </a:moveTo>
                  <a:lnTo>
                    <a:pt x="36325" y="1343"/>
                  </a:lnTo>
                  <a:lnTo>
                    <a:pt x="25562" y="2686"/>
                  </a:lnTo>
                  <a:lnTo>
                    <a:pt x="6727" y="0"/>
                  </a:lnTo>
                  <a:lnTo>
                    <a:pt x="4036" y="4029"/>
                  </a:lnTo>
                  <a:lnTo>
                    <a:pt x="0" y="6715"/>
                  </a:lnTo>
                  <a:lnTo>
                    <a:pt x="0" y="10745"/>
                  </a:lnTo>
                  <a:lnTo>
                    <a:pt x="0" y="13431"/>
                  </a:lnTo>
                  <a:lnTo>
                    <a:pt x="2691" y="17460"/>
                  </a:lnTo>
                  <a:lnTo>
                    <a:pt x="14799" y="17460"/>
                  </a:lnTo>
                  <a:lnTo>
                    <a:pt x="17490" y="18803"/>
                  </a:lnTo>
                  <a:lnTo>
                    <a:pt x="26908" y="16117"/>
                  </a:lnTo>
                  <a:lnTo>
                    <a:pt x="29598" y="17460"/>
                  </a:lnTo>
                  <a:lnTo>
                    <a:pt x="39016" y="14774"/>
                  </a:lnTo>
                  <a:lnTo>
                    <a:pt x="45743" y="6715"/>
                  </a:lnTo>
                  <a:lnTo>
                    <a:pt x="4036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861" name="Graphic 5">
            <a:extLst>
              <a:ext uri="{FF2B5EF4-FFF2-40B4-BE49-F238E27FC236}">
                <a16:creationId xmlns:a16="http://schemas.microsoft.com/office/drawing/2014/main" id="{39FAD6D1-A4D5-7762-4DEC-2B30FFF5B42D}"/>
              </a:ext>
            </a:extLst>
          </p:cNvPr>
          <p:cNvGrpSpPr/>
          <p:nvPr/>
        </p:nvGrpSpPr>
        <p:grpSpPr>
          <a:xfrm>
            <a:off x="5505283" y="4105246"/>
            <a:ext cx="100903" cy="67153"/>
            <a:chOff x="5505283" y="4105246"/>
            <a:chExt cx="100903" cy="67153"/>
          </a:xfrm>
          <a:solidFill>
            <a:srgbClr val="E5E5E4"/>
          </a:solidFill>
        </p:grpSpPr>
        <p:sp>
          <p:nvSpPr>
            <p:cNvPr id="862" name="Freeform 861">
              <a:extLst>
                <a:ext uri="{FF2B5EF4-FFF2-40B4-BE49-F238E27FC236}">
                  <a16:creationId xmlns:a16="http://schemas.microsoft.com/office/drawing/2014/main" id="{98FFC6FC-4851-1FCC-B758-72C2E8D9B459}"/>
                </a:ext>
              </a:extLst>
            </p:cNvPr>
            <p:cNvSpPr/>
            <p:nvPr/>
          </p:nvSpPr>
          <p:spPr>
            <a:xfrm>
              <a:off x="5592733" y="4152254"/>
              <a:ext cx="9417" cy="5372"/>
            </a:xfrm>
            <a:custGeom>
              <a:avLst/>
              <a:gdLst>
                <a:gd name="connsiteX0" fmla="*/ 2691 w 9417"/>
                <a:gd name="connsiteY0" fmla="*/ 0 h 5372"/>
                <a:gd name="connsiteX1" fmla="*/ 5382 w 9417"/>
                <a:gd name="connsiteY1" fmla="*/ 2686 h 5372"/>
                <a:gd name="connsiteX2" fmla="*/ 9418 w 9417"/>
                <a:gd name="connsiteY2" fmla="*/ 2686 h 5372"/>
                <a:gd name="connsiteX3" fmla="*/ 6727 w 9417"/>
                <a:gd name="connsiteY3" fmla="*/ 5372 h 5372"/>
                <a:gd name="connsiteX4" fmla="*/ 2691 w 9417"/>
                <a:gd name="connsiteY4" fmla="*/ 4029 h 5372"/>
                <a:gd name="connsiteX5" fmla="*/ 0 w 9417"/>
                <a:gd name="connsiteY5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5372">
                  <a:moveTo>
                    <a:pt x="2691" y="0"/>
                  </a:moveTo>
                  <a:lnTo>
                    <a:pt x="5382" y="2686"/>
                  </a:lnTo>
                  <a:lnTo>
                    <a:pt x="9418" y="2686"/>
                  </a:lnTo>
                  <a:lnTo>
                    <a:pt x="6727" y="5372"/>
                  </a:lnTo>
                  <a:lnTo>
                    <a:pt x="2691" y="4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63" name="Freeform 862">
              <a:extLst>
                <a:ext uri="{FF2B5EF4-FFF2-40B4-BE49-F238E27FC236}">
                  <a16:creationId xmlns:a16="http://schemas.microsoft.com/office/drawing/2014/main" id="{5B7D2A56-B975-7AE1-5B9F-DA914054D7BC}"/>
                </a:ext>
              </a:extLst>
            </p:cNvPr>
            <p:cNvSpPr/>
            <p:nvPr/>
          </p:nvSpPr>
          <p:spPr>
            <a:xfrm>
              <a:off x="5505283" y="4105246"/>
              <a:ext cx="100903" cy="67153"/>
            </a:xfrm>
            <a:custGeom>
              <a:avLst/>
              <a:gdLst>
                <a:gd name="connsiteX0" fmla="*/ 10763 w 100903"/>
                <a:gd name="connsiteY0" fmla="*/ 6715 h 67153"/>
                <a:gd name="connsiteX1" fmla="*/ 12109 w 100903"/>
                <a:gd name="connsiteY1" fmla="*/ 9402 h 67153"/>
                <a:gd name="connsiteX2" fmla="*/ 9418 w 100903"/>
                <a:gd name="connsiteY2" fmla="*/ 13431 h 67153"/>
                <a:gd name="connsiteX3" fmla="*/ 10763 w 100903"/>
                <a:gd name="connsiteY3" fmla="*/ 17460 h 67153"/>
                <a:gd name="connsiteX4" fmla="*/ 9418 w 100903"/>
                <a:gd name="connsiteY4" fmla="*/ 24175 h 67153"/>
                <a:gd name="connsiteX5" fmla="*/ 5382 w 100903"/>
                <a:gd name="connsiteY5" fmla="*/ 25519 h 67153"/>
                <a:gd name="connsiteX6" fmla="*/ 5382 w 100903"/>
                <a:gd name="connsiteY6" fmla="*/ 28205 h 67153"/>
                <a:gd name="connsiteX7" fmla="*/ 6727 w 100903"/>
                <a:gd name="connsiteY7" fmla="*/ 33577 h 67153"/>
                <a:gd name="connsiteX8" fmla="*/ 6727 w 100903"/>
                <a:gd name="connsiteY8" fmla="*/ 37606 h 67153"/>
                <a:gd name="connsiteX9" fmla="*/ 6727 w 100903"/>
                <a:gd name="connsiteY9" fmla="*/ 40292 h 67153"/>
                <a:gd name="connsiteX10" fmla="*/ 0 w 100903"/>
                <a:gd name="connsiteY10" fmla="*/ 47008 h 67153"/>
                <a:gd name="connsiteX11" fmla="*/ 1345 w 100903"/>
                <a:gd name="connsiteY11" fmla="*/ 49694 h 67153"/>
                <a:gd name="connsiteX12" fmla="*/ 4036 w 100903"/>
                <a:gd name="connsiteY12" fmla="*/ 49694 h 67153"/>
                <a:gd name="connsiteX13" fmla="*/ 6727 w 100903"/>
                <a:gd name="connsiteY13" fmla="*/ 56409 h 67153"/>
                <a:gd name="connsiteX14" fmla="*/ 5382 w 100903"/>
                <a:gd name="connsiteY14" fmla="*/ 60438 h 67153"/>
                <a:gd name="connsiteX15" fmla="*/ 9418 w 100903"/>
                <a:gd name="connsiteY15" fmla="*/ 61782 h 67153"/>
                <a:gd name="connsiteX16" fmla="*/ 10763 w 100903"/>
                <a:gd name="connsiteY16" fmla="*/ 64468 h 67153"/>
                <a:gd name="connsiteX17" fmla="*/ 14799 w 100903"/>
                <a:gd name="connsiteY17" fmla="*/ 67154 h 67153"/>
                <a:gd name="connsiteX18" fmla="*/ 17490 w 100903"/>
                <a:gd name="connsiteY18" fmla="*/ 59096 h 67153"/>
                <a:gd name="connsiteX19" fmla="*/ 24217 w 100903"/>
                <a:gd name="connsiteY19" fmla="*/ 51037 h 67153"/>
                <a:gd name="connsiteX20" fmla="*/ 22871 w 100903"/>
                <a:gd name="connsiteY20" fmla="*/ 48351 h 67153"/>
                <a:gd name="connsiteX21" fmla="*/ 25562 w 100903"/>
                <a:gd name="connsiteY21" fmla="*/ 44322 h 67153"/>
                <a:gd name="connsiteX22" fmla="*/ 28253 w 100903"/>
                <a:gd name="connsiteY22" fmla="*/ 47008 h 67153"/>
                <a:gd name="connsiteX23" fmla="*/ 32289 w 100903"/>
                <a:gd name="connsiteY23" fmla="*/ 47008 h 67153"/>
                <a:gd name="connsiteX24" fmla="*/ 34980 w 100903"/>
                <a:gd name="connsiteY24" fmla="*/ 40292 h 67153"/>
                <a:gd name="connsiteX25" fmla="*/ 39016 w 100903"/>
                <a:gd name="connsiteY25" fmla="*/ 42979 h 67153"/>
                <a:gd name="connsiteX26" fmla="*/ 39016 w 100903"/>
                <a:gd name="connsiteY26" fmla="*/ 48351 h 67153"/>
                <a:gd name="connsiteX27" fmla="*/ 41707 w 100903"/>
                <a:gd name="connsiteY27" fmla="*/ 49694 h 67153"/>
                <a:gd name="connsiteX28" fmla="*/ 48434 w 100903"/>
                <a:gd name="connsiteY28" fmla="*/ 48351 h 67153"/>
                <a:gd name="connsiteX29" fmla="*/ 56506 w 100903"/>
                <a:gd name="connsiteY29" fmla="*/ 41635 h 67153"/>
                <a:gd name="connsiteX30" fmla="*/ 63233 w 100903"/>
                <a:gd name="connsiteY30" fmla="*/ 40292 h 67153"/>
                <a:gd name="connsiteX31" fmla="*/ 71305 w 100903"/>
                <a:gd name="connsiteY31" fmla="*/ 41635 h 67153"/>
                <a:gd name="connsiteX32" fmla="*/ 76686 w 100903"/>
                <a:gd name="connsiteY32" fmla="*/ 40292 h 67153"/>
                <a:gd name="connsiteX33" fmla="*/ 80723 w 100903"/>
                <a:gd name="connsiteY33" fmla="*/ 42979 h 67153"/>
                <a:gd name="connsiteX34" fmla="*/ 86104 w 100903"/>
                <a:gd name="connsiteY34" fmla="*/ 42979 h 67153"/>
                <a:gd name="connsiteX35" fmla="*/ 92831 w 100903"/>
                <a:gd name="connsiteY35" fmla="*/ 45665 h 67153"/>
                <a:gd name="connsiteX36" fmla="*/ 95522 w 100903"/>
                <a:gd name="connsiteY36" fmla="*/ 40292 h 67153"/>
                <a:gd name="connsiteX37" fmla="*/ 98213 w 100903"/>
                <a:gd name="connsiteY37" fmla="*/ 40292 h 67153"/>
                <a:gd name="connsiteX38" fmla="*/ 100903 w 100903"/>
                <a:gd name="connsiteY38" fmla="*/ 36263 h 67153"/>
                <a:gd name="connsiteX39" fmla="*/ 98213 w 100903"/>
                <a:gd name="connsiteY39" fmla="*/ 33577 h 67153"/>
                <a:gd name="connsiteX40" fmla="*/ 87449 w 100903"/>
                <a:gd name="connsiteY40" fmla="*/ 26862 h 67153"/>
                <a:gd name="connsiteX41" fmla="*/ 83413 w 100903"/>
                <a:gd name="connsiteY41" fmla="*/ 26862 h 67153"/>
                <a:gd name="connsiteX42" fmla="*/ 78032 w 100903"/>
                <a:gd name="connsiteY42" fmla="*/ 25519 h 67153"/>
                <a:gd name="connsiteX43" fmla="*/ 72650 w 100903"/>
                <a:gd name="connsiteY43" fmla="*/ 25519 h 67153"/>
                <a:gd name="connsiteX44" fmla="*/ 65924 w 100903"/>
                <a:gd name="connsiteY44" fmla="*/ 21489 h 67153"/>
                <a:gd name="connsiteX45" fmla="*/ 59197 w 100903"/>
                <a:gd name="connsiteY45" fmla="*/ 17460 h 67153"/>
                <a:gd name="connsiteX46" fmla="*/ 53815 w 100903"/>
                <a:gd name="connsiteY46" fmla="*/ 17460 h 67153"/>
                <a:gd name="connsiteX47" fmla="*/ 57851 w 100903"/>
                <a:gd name="connsiteY47" fmla="*/ 16117 h 67153"/>
                <a:gd name="connsiteX48" fmla="*/ 64578 w 100903"/>
                <a:gd name="connsiteY48" fmla="*/ 18803 h 67153"/>
                <a:gd name="connsiteX49" fmla="*/ 76686 w 100903"/>
                <a:gd name="connsiteY49" fmla="*/ 20146 h 67153"/>
                <a:gd name="connsiteX50" fmla="*/ 80723 w 100903"/>
                <a:gd name="connsiteY50" fmla="*/ 17460 h 67153"/>
                <a:gd name="connsiteX51" fmla="*/ 76686 w 100903"/>
                <a:gd name="connsiteY51" fmla="*/ 14774 h 67153"/>
                <a:gd name="connsiteX52" fmla="*/ 73996 w 100903"/>
                <a:gd name="connsiteY52" fmla="*/ 16117 h 67153"/>
                <a:gd name="connsiteX53" fmla="*/ 65924 w 100903"/>
                <a:gd name="connsiteY53" fmla="*/ 13431 h 67153"/>
                <a:gd name="connsiteX54" fmla="*/ 61887 w 100903"/>
                <a:gd name="connsiteY54" fmla="*/ 6715 h 67153"/>
                <a:gd name="connsiteX55" fmla="*/ 56506 w 100903"/>
                <a:gd name="connsiteY55" fmla="*/ 6715 h 67153"/>
                <a:gd name="connsiteX56" fmla="*/ 55161 w 100903"/>
                <a:gd name="connsiteY56" fmla="*/ 6715 h 67153"/>
                <a:gd name="connsiteX57" fmla="*/ 51124 w 100903"/>
                <a:gd name="connsiteY57" fmla="*/ 4029 h 67153"/>
                <a:gd name="connsiteX58" fmla="*/ 29598 w 100903"/>
                <a:gd name="connsiteY58" fmla="*/ 0 h 67153"/>
                <a:gd name="connsiteX59" fmla="*/ 26908 w 100903"/>
                <a:gd name="connsiteY59" fmla="*/ 1343 h 67153"/>
                <a:gd name="connsiteX60" fmla="*/ 22871 w 100903"/>
                <a:gd name="connsiteY60" fmla="*/ 0 h 67153"/>
                <a:gd name="connsiteX61" fmla="*/ 13454 w 100903"/>
                <a:gd name="connsiteY61" fmla="*/ 1343 h 6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903" h="67153">
                  <a:moveTo>
                    <a:pt x="10763" y="6715"/>
                  </a:moveTo>
                  <a:lnTo>
                    <a:pt x="12109" y="9402"/>
                  </a:lnTo>
                  <a:lnTo>
                    <a:pt x="9418" y="13431"/>
                  </a:lnTo>
                  <a:lnTo>
                    <a:pt x="10763" y="17460"/>
                  </a:lnTo>
                  <a:lnTo>
                    <a:pt x="9418" y="24175"/>
                  </a:lnTo>
                  <a:lnTo>
                    <a:pt x="5382" y="25519"/>
                  </a:lnTo>
                  <a:lnTo>
                    <a:pt x="5382" y="28205"/>
                  </a:lnTo>
                  <a:lnTo>
                    <a:pt x="6727" y="33577"/>
                  </a:lnTo>
                  <a:lnTo>
                    <a:pt x="6727" y="37606"/>
                  </a:lnTo>
                  <a:lnTo>
                    <a:pt x="6727" y="40292"/>
                  </a:lnTo>
                  <a:lnTo>
                    <a:pt x="0" y="47008"/>
                  </a:lnTo>
                  <a:lnTo>
                    <a:pt x="1345" y="49694"/>
                  </a:lnTo>
                  <a:lnTo>
                    <a:pt x="4036" y="49694"/>
                  </a:lnTo>
                  <a:lnTo>
                    <a:pt x="6727" y="56409"/>
                  </a:lnTo>
                  <a:lnTo>
                    <a:pt x="5382" y="60438"/>
                  </a:lnTo>
                  <a:lnTo>
                    <a:pt x="9418" y="61782"/>
                  </a:lnTo>
                  <a:lnTo>
                    <a:pt x="10763" y="64468"/>
                  </a:lnTo>
                  <a:lnTo>
                    <a:pt x="14799" y="67154"/>
                  </a:lnTo>
                  <a:lnTo>
                    <a:pt x="17490" y="59096"/>
                  </a:lnTo>
                  <a:lnTo>
                    <a:pt x="24217" y="51037"/>
                  </a:lnTo>
                  <a:lnTo>
                    <a:pt x="22871" y="48351"/>
                  </a:lnTo>
                  <a:lnTo>
                    <a:pt x="25562" y="44322"/>
                  </a:lnTo>
                  <a:lnTo>
                    <a:pt x="28253" y="47008"/>
                  </a:lnTo>
                  <a:lnTo>
                    <a:pt x="32289" y="47008"/>
                  </a:lnTo>
                  <a:lnTo>
                    <a:pt x="34980" y="40292"/>
                  </a:lnTo>
                  <a:lnTo>
                    <a:pt x="39016" y="42979"/>
                  </a:lnTo>
                  <a:lnTo>
                    <a:pt x="39016" y="48351"/>
                  </a:lnTo>
                  <a:lnTo>
                    <a:pt x="41707" y="49694"/>
                  </a:lnTo>
                  <a:lnTo>
                    <a:pt x="48434" y="48351"/>
                  </a:lnTo>
                  <a:lnTo>
                    <a:pt x="56506" y="41635"/>
                  </a:lnTo>
                  <a:lnTo>
                    <a:pt x="63233" y="40292"/>
                  </a:lnTo>
                  <a:lnTo>
                    <a:pt x="71305" y="41635"/>
                  </a:lnTo>
                  <a:lnTo>
                    <a:pt x="76686" y="40292"/>
                  </a:lnTo>
                  <a:lnTo>
                    <a:pt x="80723" y="42979"/>
                  </a:lnTo>
                  <a:lnTo>
                    <a:pt x="86104" y="42979"/>
                  </a:lnTo>
                  <a:lnTo>
                    <a:pt x="92831" y="45665"/>
                  </a:lnTo>
                  <a:lnTo>
                    <a:pt x="95522" y="40292"/>
                  </a:lnTo>
                  <a:lnTo>
                    <a:pt x="98213" y="40292"/>
                  </a:lnTo>
                  <a:lnTo>
                    <a:pt x="100903" y="36263"/>
                  </a:lnTo>
                  <a:lnTo>
                    <a:pt x="98213" y="33577"/>
                  </a:lnTo>
                  <a:lnTo>
                    <a:pt x="87449" y="26862"/>
                  </a:lnTo>
                  <a:lnTo>
                    <a:pt x="83413" y="26862"/>
                  </a:lnTo>
                  <a:lnTo>
                    <a:pt x="78032" y="25519"/>
                  </a:lnTo>
                  <a:lnTo>
                    <a:pt x="72650" y="25519"/>
                  </a:lnTo>
                  <a:lnTo>
                    <a:pt x="65924" y="21489"/>
                  </a:lnTo>
                  <a:lnTo>
                    <a:pt x="59197" y="17460"/>
                  </a:lnTo>
                  <a:lnTo>
                    <a:pt x="53815" y="17460"/>
                  </a:lnTo>
                  <a:lnTo>
                    <a:pt x="57851" y="16117"/>
                  </a:lnTo>
                  <a:lnTo>
                    <a:pt x="64578" y="18803"/>
                  </a:lnTo>
                  <a:lnTo>
                    <a:pt x="76686" y="20146"/>
                  </a:lnTo>
                  <a:lnTo>
                    <a:pt x="80723" y="17460"/>
                  </a:lnTo>
                  <a:lnTo>
                    <a:pt x="76686" y="14774"/>
                  </a:lnTo>
                  <a:lnTo>
                    <a:pt x="73996" y="16117"/>
                  </a:lnTo>
                  <a:lnTo>
                    <a:pt x="65924" y="13431"/>
                  </a:lnTo>
                  <a:lnTo>
                    <a:pt x="61887" y="6715"/>
                  </a:lnTo>
                  <a:lnTo>
                    <a:pt x="56506" y="6715"/>
                  </a:lnTo>
                  <a:lnTo>
                    <a:pt x="55161" y="6715"/>
                  </a:lnTo>
                  <a:lnTo>
                    <a:pt x="51124" y="4029"/>
                  </a:lnTo>
                  <a:lnTo>
                    <a:pt x="29598" y="0"/>
                  </a:lnTo>
                  <a:lnTo>
                    <a:pt x="26908" y="1343"/>
                  </a:lnTo>
                  <a:lnTo>
                    <a:pt x="22871" y="0"/>
                  </a:lnTo>
                  <a:lnTo>
                    <a:pt x="13454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864" name="Graphic 5">
            <a:extLst>
              <a:ext uri="{FF2B5EF4-FFF2-40B4-BE49-F238E27FC236}">
                <a16:creationId xmlns:a16="http://schemas.microsoft.com/office/drawing/2014/main" id="{8073F6B8-488F-0BF7-1245-C59C473F01B8}"/>
              </a:ext>
            </a:extLst>
          </p:cNvPr>
          <p:cNvGrpSpPr/>
          <p:nvPr/>
        </p:nvGrpSpPr>
        <p:grpSpPr>
          <a:xfrm>
            <a:off x="6055542" y="1412377"/>
            <a:ext cx="1099172" cy="1410230"/>
            <a:chOff x="6055542" y="1412377"/>
            <a:chExt cx="1099172" cy="1410230"/>
          </a:xfrm>
          <a:solidFill>
            <a:srgbClr val="E5E5E4"/>
          </a:solidFill>
        </p:grpSpPr>
        <p:sp>
          <p:nvSpPr>
            <p:cNvPr id="865" name="Freeform 864">
              <a:extLst>
                <a:ext uri="{FF2B5EF4-FFF2-40B4-BE49-F238E27FC236}">
                  <a16:creationId xmlns:a16="http://schemas.microsoft.com/office/drawing/2014/main" id="{0F89B2D7-CB98-968F-43F1-15122C6F2C75}"/>
                </a:ext>
              </a:extLst>
            </p:cNvPr>
            <p:cNvSpPr/>
            <p:nvPr/>
          </p:nvSpPr>
          <p:spPr>
            <a:xfrm>
              <a:off x="6067651" y="1412377"/>
              <a:ext cx="1087064" cy="1410230"/>
            </a:xfrm>
            <a:custGeom>
              <a:avLst/>
              <a:gdLst>
                <a:gd name="connsiteX0" fmla="*/ 313473 w 1087064"/>
                <a:gd name="connsiteY0" fmla="*/ 1396800 h 1410230"/>
                <a:gd name="connsiteX1" fmla="*/ 301364 w 1087064"/>
                <a:gd name="connsiteY1" fmla="*/ 1391428 h 1410230"/>
                <a:gd name="connsiteX2" fmla="*/ 294637 w 1087064"/>
                <a:gd name="connsiteY2" fmla="*/ 1391428 h 1410230"/>
                <a:gd name="connsiteX3" fmla="*/ 294637 w 1087064"/>
                <a:gd name="connsiteY3" fmla="*/ 1388742 h 1410230"/>
                <a:gd name="connsiteX4" fmla="*/ 295983 w 1087064"/>
                <a:gd name="connsiteY4" fmla="*/ 1384712 h 1410230"/>
                <a:gd name="connsiteX5" fmla="*/ 297328 w 1087064"/>
                <a:gd name="connsiteY5" fmla="*/ 1384712 h 1410230"/>
                <a:gd name="connsiteX6" fmla="*/ 297328 w 1087064"/>
                <a:gd name="connsiteY6" fmla="*/ 1382026 h 1410230"/>
                <a:gd name="connsiteX7" fmla="*/ 294637 w 1087064"/>
                <a:gd name="connsiteY7" fmla="*/ 1382026 h 1410230"/>
                <a:gd name="connsiteX8" fmla="*/ 291947 w 1087064"/>
                <a:gd name="connsiteY8" fmla="*/ 1384712 h 1410230"/>
                <a:gd name="connsiteX9" fmla="*/ 290601 w 1087064"/>
                <a:gd name="connsiteY9" fmla="*/ 1384712 h 1410230"/>
                <a:gd name="connsiteX10" fmla="*/ 290601 w 1087064"/>
                <a:gd name="connsiteY10" fmla="*/ 1391428 h 1410230"/>
                <a:gd name="connsiteX11" fmla="*/ 286565 w 1087064"/>
                <a:gd name="connsiteY11" fmla="*/ 1390085 h 1410230"/>
                <a:gd name="connsiteX12" fmla="*/ 285220 w 1087064"/>
                <a:gd name="connsiteY12" fmla="*/ 1390085 h 1410230"/>
                <a:gd name="connsiteX13" fmla="*/ 283875 w 1087064"/>
                <a:gd name="connsiteY13" fmla="*/ 1392771 h 1410230"/>
                <a:gd name="connsiteX14" fmla="*/ 283875 w 1087064"/>
                <a:gd name="connsiteY14" fmla="*/ 1396800 h 1410230"/>
                <a:gd name="connsiteX15" fmla="*/ 282529 w 1087064"/>
                <a:gd name="connsiteY15" fmla="*/ 1399486 h 1410230"/>
                <a:gd name="connsiteX16" fmla="*/ 279838 w 1087064"/>
                <a:gd name="connsiteY16" fmla="*/ 1398143 h 1410230"/>
                <a:gd name="connsiteX17" fmla="*/ 281184 w 1087064"/>
                <a:gd name="connsiteY17" fmla="*/ 1394114 h 1410230"/>
                <a:gd name="connsiteX18" fmla="*/ 282529 w 1087064"/>
                <a:gd name="connsiteY18" fmla="*/ 1391428 h 1410230"/>
                <a:gd name="connsiteX19" fmla="*/ 282529 w 1087064"/>
                <a:gd name="connsiteY19" fmla="*/ 1387398 h 1410230"/>
                <a:gd name="connsiteX20" fmla="*/ 287911 w 1087064"/>
                <a:gd name="connsiteY20" fmla="*/ 1380683 h 1410230"/>
                <a:gd name="connsiteX21" fmla="*/ 286565 w 1087064"/>
                <a:gd name="connsiteY21" fmla="*/ 1379340 h 1410230"/>
                <a:gd name="connsiteX22" fmla="*/ 282529 w 1087064"/>
                <a:gd name="connsiteY22" fmla="*/ 1382026 h 1410230"/>
                <a:gd name="connsiteX23" fmla="*/ 278493 w 1087064"/>
                <a:gd name="connsiteY23" fmla="*/ 1391428 h 1410230"/>
                <a:gd name="connsiteX24" fmla="*/ 274457 w 1087064"/>
                <a:gd name="connsiteY24" fmla="*/ 1395457 h 1410230"/>
                <a:gd name="connsiteX25" fmla="*/ 273112 w 1087064"/>
                <a:gd name="connsiteY25" fmla="*/ 1394114 h 1410230"/>
                <a:gd name="connsiteX26" fmla="*/ 273112 w 1087064"/>
                <a:gd name="connsiteY26" fmla="*/ 1391428 h 1410230"/>
                <a:gd name="connsiteX27" fmla="*/ 278493 w 1087064"/>
                <a:gd name="connsiteY27" fmla="*/ 1387398 h 1410230"/>
                <a:gd name="connsiteX28" fmla="*/ 279838 w 1087064"/>
                <a:gd name="connsiteY28" fmla="*/ 1382026 h 1410230"/>
                <a:gd name="connsiteX29" fmla="*/ 282529 w 1087064"/>
                <a:gd name="connsiteY29" fmla="*/ 1376654 h 1410230"/>
                <a:gd name="connsiteX30" fmla="*/ 279838 w 1087064"/>
                <a:gd name="connsiteY30" fmla="*/ 1377997 h 1410230"/>
                <a:gd name="connsiteX31" fmla="*/ 278493 w 1087064"/>
                <a:gd name="connsiteY31" fmla="*/ 1377997 h 1410230"/>
                <a:gd name="connsiteX32" fmla="*/ 277148 w 1087064"/>
                <a:gd name="connsiteY32" fmla="*/ 1382026 h 1410230"/>
                <a:gd name="connsiteX33" fmla="*/ 273112 w 1087064"/>
                <a:gd name="connsiteY33" fmla="*/ 1383369 h 1410230"/>
                <a:gd name="connsiteX34" fmla="*/ 271766 w 1087064"/>
                <a:gd name="connsiteY34" fmla="*/ 1382026 h 1410230"/>
                <a:gd name="connsiteX35" fmla="*/ 273112 w 1087064"/>
                <a:gd name="connsiteY35" fmla="*/ 1377997 h 1410230"/>
                <a:gd name="connsiteX36" fmla="*/ 277148 w 1087064"/>
                <a:gd name="connsiteY36" fmla="*/ 1375311 h 1410230"/>
                <a:gd name="connsiteX37" fmla="*/ 275802 w 1087064"/>
                <a:gd name="connsiteY37" fmla="*/ 1373968 h 1410230"/>
                <a:gd name="connsiteX38" fmla="*/ 273112 w 1087064"/>
                <a:gd name="connsiteY38" fmla="*/ 1373968 h 1410230"/>
                <a:gd name="connsiteX39" fmla="*/ 271766 w 1087064"/>
                <a:gd name="connsiteY39" fmla="*/ 1376654 h 1410230"/>
                <a:gd name="connsiteX40" fmla="*/ 269075 w 1087064"/>
                <a:gd name="connsiteY40" fmla="*/ 1377997 h 1410230"/>
                <a:gd name="connsiteX41" fmla="*/ 267730 w 1087064"/>
                <a:gd name="connsiteY41" fmla="*/ 1380683 h 1410230"/>
                <a:gd name="connsiteX42" fmla="*/ 266385 w 1087064"/>
                <a:gd name="connsiteY42" fmla="*/ 1376654 h 1410230"/>
                <a:gd name="connsiteX43" fmla="*/ 266385 w 1087064"/>
                <a:gd name="connsiteY43" fmla="*/ 1375311 h 1410230"/>
                <a:gd name="connsiteX44" fmla="*/ 262348 w 1087064"/>
                <a:gd name="connsiteY44" fmla="*/ 1375311 h 1410230"/>
                <a:gd name="connsiteX45" fmla="*/ 259658 w 1087064"/>
                <a:gd name="connsiteY45" fmla="*/ 1377997 h 1410230"/>
                <a:gd name="connsiteX46" fmla="*/ 258312 w 1087064"/>
                <a:gd name="connsiteY46" fmla="*/ 1377997 h 1410230"/>
                <a:gd name="connsiteX47" fmla="*/ 259658 w 1087064"/>
                <a:gd name="connsiteY47" fmla="*/ 1375311 h 1410230"/>
                <a:gd name="connsiteX48" fmla="*/ 266385 w 1087064"/>
                <a:gd name="connsiteY48" fmla="*/ 1369939 h 1410230"/>
                <a:gd name="connsiteX49" fmla="*/ 266385 w 1087064"/>
                <a:gd name="connsiteY49" fmla="*/ 1365909 h 1410230"/>
                <a:gd name="connsiteX50" fmla="*/ 269075 w 1087064"/>
                <a:gd name="connsiteY50" fmla="*/ 1364566 h 1410230"/>
                <a:gd name="connsiteX51" fmla="*/ 274457 w 1087064"/>
                <a:gd name="connsiteY51" fmla="*/ 1360537 h 1410230"/>
                <a:gd name="connsiteX52" fmla="*/ 273112 w 1087064"/>
                <a:gd name="connsiteY52" fmla="*/ 1359194 h 1410230"/>
                <a:gd name="connsiteX53" fmla="*/ 267730 w 1087064"/>
                <a:gd name="connsiteY53" fmla="*/ 1363223 h 1410230"/>
                <a:gd name="connsiteX54" fmla="*/ 263694 w 1087064"/>
                <a:gd name="connsiteY54" fmla="*/ 1364566 h 1410230"/>
                <a:gd name="connsiteX55" fmla="*/ 262348 w 1087064"/>
                <a:gd name="connsiteY55" fmla="*/ 1363223 h 1410230"/>
                <a:gd name="connsiteX56" fmla="*/ 263694 w 1087064"/>
                <a:gd name="connsiteY56" fmla="*/ 1361880 h 1410230"/>
                <a:gd name="connsiteX57" fmla="*/ 267730 w 1087064"/>
                <a:gd name="connsiteY57" fmla="*/ 1360537 h 1410230"/>
                <a:gd name="connsiteX58" fmla="*/ 271766 w 1087064"/>
                <a:gd name="connsiteY58" fmla="*/ 1357851 h 1410230"/>
                <a:gd name="connsiteX59" fmla="*/ 275802 w 1087064"/>
                <a:gd name="connsiteY59" fmla="*/ 1355165 h 1410230"/>
                <a:gd name="connsiteX60" fmla="*/ 279838 w 1087064"/>
                <a:gd name="connsiteY60" fmla="*/ 1353822 h 1410230"/>
                <a:gd name="connsiteX61" fmla="*/ 279838 w 1087064"/>
                <a:gd name="connsiteY61" fmla="*/ 1349792 h 1410230"/>
                <a:gd name="connsiteX62" fmla="*/ 278493 w 1087064"/>
                <a:gd name="connsiteY62" fmla="*/ 1347106 h 1410230"/>
                <a:gd name="connsiteX63" fmla="*/ 275802 w 1087064"/>
                <a:gd name="connsiteY63" fmla="*/ 1347106 h 1410230"/>
                <a:gd name="connsiteX64" fmla="*/ 270421 w 1087064"/>
                <a:gd name="connsiteY64" fmla="*/ 1353822 h 1410230"/>
                <a:gd name="connsiteX65" fmla="*/ 262348 w 1087064"/>
                <a:gd name="connsiteY65" fmla="*/ 1359194 h 1410230"/>
                <a:gd name="connsiteX66" fmla="*/ 256967 w 1087064"/>
                <a:gd name="connsiteY66" fmla="*/ 1360537 h 1410230"/>
                <a:gd name="connsiteX67" fmla="*/ 255622 w 1087064"/>
                <a:gd name="connsiteY67" fmla="*/ 1359194 h 1410230"/>
                <a:gd name="connsiteX68" fmla="*/ 258312 w 1087064"/>
                <a:gd name="connsiteY68" fmla="*/ 1357851 h 1410230"/>
                <a:gd name="connsiteX69" fmla="*/ 261003 w 1087064"/>
                <a:gd name="connsiteY69" fmla="*/ 1356508 h 1410230"/>
                <a:gd name="connsiteX70" fmla="*/ 265039 w 1087064"/>
                <a:gd name="connsiteY70" fmla="*/ 1352479 h 1410230"/>
                <a:gd name="connsiteX71" fmla="*/ 265039 w 1087064"/>
                <a:gd name="connsiteY71" fmla="*/ 1347106 h 1410230"/>
                <a:gd name="connsiteX72" fmla="*/ 262348 w 1087064"/>
                <a:gd name="connsiteY72" fmla="*/ 1343077 h 1410230"/>
                <a:gd name="connsiteX73" fmla="*/ 259658 w 1087064"/>
                <a:gd name="connsiteY73" fmla="*/ 1341734 h 1410230"/>
                <a:gd name="connsiteX74" fmla="*/ 256967 w 1087064"/>
                <a:gd name="connsiteY74" fmla="*/ 1343077 h 1410230"/>
                <a:gd name="connsiteX75" fmla="*/ 256967 w 1087064"/>
                <a:gd name="connsiteY75" fmla="*/ 1345763 h 1410230"/>
                <a:gd name="connsiteX76" fmla="*/ 258312 w 1087064"/>
                <a:gd name="connsiteY76" fmla="*/ 1348449 h 1410230"/>
                <a:gd name="connsiteX77" fmla="*/ 258312 w 1087064"/>
                <a:gd name="connsiteY77" fmla="*/ 1351135 h 1410230"/>
                <a:gd name="connsiteX78" fmla="*/ 255622 w 1087064"/>
                <a:gd name="connsiteY78" fmla="*/ 1353822 h 1410230"/>
                <a:gd name="connsiteX79" fmla="*/ 252931 w 1087064"/>
                <a:gd name="connsiteY79" fmla="*/ 1352479 h 1410230"/>
                <a:gd name="connsiteX80" fmla="*/ 248895 w 1087064"/>
                <a:gd name="connsiteY80" fmla="*/ 1353822 h 1410230"/>
                <a:gd name="connsiteX81" fmla="*/ 246204 w 1087064"/>
                <a:gd name="connsiteY81" fmla="*/ 1353822 h 1410230"/>
                <a:gd name="connsiteX82" fmla="*/ 243513 w 1087064"/>
                <a:gd name="connsiteY82" fmla="*/ 1355165 h 1410230"/>
                <a:gd name="connsiteX83" fmla="*/ 242168 w 1087064"/>
                <a:gd name="connsiteY83" fmla="*/ 1359194 h 1410230"/>
                <a:gd name="connsiteX84" fmla="*/ 239477 w 1087064"/>
                <a:gd name="connsiteY84" fmla="*/ 1360537 h 1410230"/>
                <a:gd name="connsiteX85" fmla="*/ 236786 w 1087064"/>
                <a:gd name="connsiteY85" fmla="*/ 1359194 h 1410230"/>
                <a:gd name="connsiteX86" fmla="*/ 234095 w 1087064"/>
                <a:gd name="connsiteY86" fmla="*/ 1356508 h 1410230"/>
                <a:gd name="connsiteX87" fmla="*/ 230059 w 1087064"/>
                <a:gd name="connsiteY87" fmla="*/ 1357851 h 1410230"/>
                <a:gd name="connsiteX88" fmla="*/ 227369 w 1087064"/>
                <a:gd name="connsiteY88" fmla="*/ 1360537 h 1410230"/>
                <a:gd name="connsiteX89" fmla="*/ 224678 w 1087064"/>
                <a:gd name="connsiteY89" fmla="*/ 1359194 h 1410230"/>
                <a:gd name="connsiteX90" fmla="*/ 221987 w 1087064"/>
                <a:gd name="connsiteY90" fmla="*/ 1360537 h 1410230"/>
                <a:gd name="connsiteX91" fmla="*/ 221987 w 1087064"/>
                <a:gd name="connsiteY91" fmla="*/ 1363223 h 1410230"/>
                <a:gd name="connsiteX92" fmla="*/ 223333 w 1087064"/>
                <a:gd name="connsiteY92" fmla="*/ 1365909 h 1410230"/>
                <a:gd name="connsiteX93" fmla="*/ 221987 w 1087064"/>
                <a:gd name="connsiteY93" fmla="*/ 1367252 h 1410230"/>
                <a:gd name="connsiteX94" fmla="*/ 213915 w 1087064"/>
                <a:gd name="connsiteY94" fmla="*/ 1365909 h 1410230"/>
                <a:gd name="connsiteX95" fmla="*/ 212570 w 1087064"/>
                <a:gd name="connsiteY95" fmla="*/ 1363223 h 1410230"/>
                <a:gd name="connsiteX96" fmla="*/ 215260 w 1087064"/>
                <a:gd name="connsiteY96" fmla="*/ 1360537 h 1410230"/>
                <a:gd name="connsiteX97" fmla="*/ 219296 w 1087064"/>
                <a:gd name="connsiteY97" fmla="*/ 1360537 h 1410230"/>
                <a:gd name="connsiteX98" fmla="*/ 221987 w 1087064"/>
                <a:gd name="connsiteY98" fmla="*/ 1357851 h 1410230"/>
                <a:gd name="connsiteX99" fmla="*/ 221987 w 1087064"/>
                <a:gd name="connsiteY99" fmla="*/ 1356508 h 1410230"/>
                <a:gd name="connsiteX100" fmla="*/ 217951 w 1087064"/>
                <a:gd name="connsiteY100" fmla="*/ 1355165 h 1410230"/>
                <a:gd name="connsiteX101" fmla="*/ 217951 w 1087064"/>
                <a:gd name="connsiteY101" fmla="*/ 1349792 h 1410230"/>
                <a:gd name="connsiteX102" fmla="*/ 213915 w 1087064"/>
                <a:gd name="connsiteY102" fmla="*/ 1347106 h 1410230"/>
                <a:gd name="connsiteX103" fmla="*/ 212570 w 1087064"/>
                <a:gd name="connsiteY103" fmla="*/ 1345763 h 1410230"/>
                <a:gd name="connsiteX104" fmla="*/ 209879 w 1087064"/>
                <a:gd name="connsiteY104" fmla="*/ 1347106 h 1410230"/>
                <a:gd name="connsiteX105" fmla="*/ 203152 w 1087064"/>
                <a:gd name="connsiteY105" fmla="*/ 1351135 h 1410230"/>
                <a:gd name="connsiteX106" fmla="*/ 199116 w 1087064"/>
                <a:gd name="connsiteY106" fmla="*/ 1349792 h 1410230"/>
                <a:gd name="connsiteX107" fmla="*/ 197770 w 1087064"/>
                <a:gd name="connsiteY107" fmla="*/ 1345763 h 1410230"/>
                <a:gd name="connsiteX108" fmla="*/ 201806 w 1087064"/>
                <a:gd name="connsiteY108" fmla="*/ 1341734 h 1410230"/>
                <a:gd name="connsiteX109" fmla="*/ 200461 w 1087064"/>
                <a:gd name="connsiteY109" fmla="*/ 1339048 h 1410230"/>
                <a:gd name="connsiteX110" fmla="*/ 197770 w 1087064"/>
                <a:gd name="connsiteY110" fmla="*/ 1339048 h 1410230"/>
                <a:gd name="connsiteX111" fmla="*/ 197770 w 1087064"/>
                <a:gd name="connsiteY111" fmla="*/ 1337705 h 1410230"/>
                <a:gd name="connsiteX112" fmla="*/ 203152 w 1087064"/>
                <a:gd name="connsiteY112" fmla="*/ 1335019 h 1410230"/>
                <a:gd name="connsiteX113" fmla="*/ 207188 w 1087064"/>
                <a:gd name="connsiteY113" fmla="*/ 1335019 h 1410230"/>
                <a:gd name="connsiteX114" fmla="*/ 208533 w 1087064"/>
                <a:gd name="connsiteY114" fmla="*/ 1332332 h 1410230"/>
                <a:gd name="connsiteX115" fmla="*/ 207188 w 1087064"/>
                <a:gd name="connsiteY115" fmla="*/ 1329646 h 1410230"/>
                <a:gd name="connsiteX116" fmla="*/ 204497 w 1087064"/>
                <a:gd name="connsiteY116" fmla="*/ 1329646 h 1410230"/>
                <a:gd name="connsiteX117" fmla="*/ 199116 w 1087064"/>
                <a:gd name="connsiteY117" fmla="*/ 1330989 h 1410230"/>
                <a:gd name="connsiteX118" fmla="*/ 195080 w 1087064"/>
                <a:gd name="connsiteY118" fmla="*/ 1333675 h 1410230"/>
                <a:gd name="connsiteX119" fmla="*/ 189698 w 1087064"/>
                <a:gd name="connsiteY119" fmla="*/ 1335019 h 1410230"/>
                <a:gd name="connsiteX120" fmla="*/ 185662 w 1087064"/>
                <a:gd name="connsiteY120" fmla="*/ 1332332 h 1410230"/>
                <a:gd name="connsiteX121" fmla="*/ 187007 w 1087064"/>
                <a:gd name="connsiteY121" fmla="*/ 1329646 h 1410230"/>
                <a:gd name="connsiteX122" fmla="*/ 191043 w 1087064"/>
                <a:gd name="connsiteY122" fmla="*/ 1328303 h 1410230"/>
                <a:gd name="connsiteX123" fmla="*/ 193734 w 1087064"/>
                <a:gd name="connsiteY123" fmla="*/ 1325617 h 1410230"/>
                <a:gd name="connsiteX124" fmla="*/ 193734 w 1087064"/>
                <a:gd name="connsiteY124" fmla="*/ 1321588 h 1410230"/>
                <a:gd name="connsiteX125" fmla="*/ 199116 w 1087064"/>
                <a:gd name="connsiteY125" fmla="*/ 1318902 h 1410230"/>
                <a:gd name="connsiteX126" fmla="*/ 200461 w 1087064"/>
                <a:gd name="connsiteY126" fmla="*/ 1316215 h 1410230"/>
                <a:gd name="connsiteX127" fmla="*/ 199116 w 1087064"/>
                <a:gd name="connsiteY127" fmla="*/ 1314872 h 1410230"/>
                <a:gd name="connsiteX128" fmla="*/ 193734 w 1087064"/>
                <a:gd name="connsiteY128" fmla="*/ 1313529 h 1410230"/>
                <a:gd name="connsiteX129" fmla="*/ 191043 w 1087064"/>
                <a:gd name="connsiteY129" fmla="*/ 1316215 h 1410230"/>
                <a:gd name="connsiteX130" fmla="*/ 187007 w 1087064"/>
                <a:gd name="connsiteY130" fmla="*/ 1317559 h 1410230"/>
                <a:gd name="connsiteX131" fmla="*/ 184317 w 1087064"/>
                <a:gd name="connsiteY131" fmla="*/ 1314872 h 1410230"/>
                <a:gd name="connsiteX132" fmla="*/ 187007 w 1087064"/>
                <a:gd name="connsiteY132" fmla="*/ 1312186 h 1410230"/>
                <a:gd name="connsiteX133" fmla="*/ 189698 w 1087064"/>
                <a:gd name="connsiteY133" fmla="*/ 1310843 h 1410230"/>
                <a:gd name="connsiteX134" fmla="*/ 192389 w 1087064"/>
                <a:gd name="connsiteY134" fmla="*/ 1310843 h 1410230"/>
                <a:gd name="connsiteX135" fmla="*/ 193734 w 1087064"/>
                <a:gd name="connsiteY135" fmla="*/ 1308157 h 1410230"/>
                <a:gd name="connsiteX136" fmla="*/ 196425 w 1087064"/>
                <a:gd name="connsiteY136" fmla="*/ 1305471 h 1410230"/>
                <a:gd name="connsiteX137" fmla="*/ 195080 w 1087064"/>
                <a:gd name="connsiteY137" fmla="*/ 1302785 h 1410230"/>
                <a:gd name="connsiteX138" fmla="*/ 196425 w 1087064"/>
                <a:gd name="connsiteY138" fmla="*/ 1300098 h 1410230"/>
                <a:gd name="connsiteX139" fmla="*/ 195080 w 1087064"/>
                <a:gd name="connsiteY139" fmla="*/ 1298755 h 1410230"/>
                <a:gd name="connsiteX140" fmla="*/ 188353 w 1087064"/>
                <a:gd name="connsiteY140" fmla="*/ 1301442 h 1410230"/>
                <a:gd name="connsiteX141" fmla="*/ 187007 w 1087064"/>
                <a:gd name="connsiteY141" fmla="*/ 1304128 h 1410230"/>
                <a:gd name="connsiteX142" fmla="*/ 185662 w 1087064"/>
                <a:gd name="connsiteY142" fmla="*/ 1306814 h 1410230"/>
                <a:gd name="connsiteX143" fmla="*/ 181626 w 1087064"/>
                <a:gd name="connsiteY143" fmla="*/ 1306814 h 1410230"/>
                <a:gd name="connsiteX144" fmla="*/ 182971 w 1087064"/>
                <a:gd name="connsiteY144" fmla="*/ 1304128 h 1410230"/>
                <a:gd name="connsiteX145" fmla="*/ 187007 w 1087064"/>
                <a:gd name="connsiteY145" fmla="*/ 1301442 h 1410230"/>
                <a:gd name="connsiteX146" fmla="*/ 188353 w 1087064"/>
                <a:gd name="connsiteY146" fmla="*/ 1298755 h 1410230"/>
                <a:gd name="connsiteX147" fmla="*/ 187007 w 1087064"/>
                <a:gd name="connsiteY147" fmla="*/ 1297412 h 1410230"/>
                <a:gd name="connsiteX148" fmla="*/ 189698 w 1087064"/>
                <a:gd name="connsiteY148" fmla="*/ 1294726 h 1410230"/>
                <a:gd name="connsiteX149" fmla="*/ 189698 w 1087064"/>
                <a:gd name="connsiteY149" fmla="*/ 1292040 h 1410230"/>
                <a:gd name="connsiteX150" fmla="*/ 187007 w 1087064"/>
                <a:gd name="connsiteY150" fmla="*/ 1290697 h 1410230"/>
                <a:gd name="connsiteX151" fmla="*/ 182971 w 1087064"/>
                <a:gd name="connsiteY151" fmla="*/ 1290697 h 1410230"/>
                <a:gd name="connsiteX152" fmla="*/ 182971 w 1087064"/>
                <a:gd name="connsiteY152" fmla="*/ 1289354 h 1410230"/>
                <a:gd name="connsiteX153" fmla="*/ 184317 w 1087064"/>
                <a:gd name="connsiteY153" fmla="*/ 1286668 h 1410230"/>
                <a:gd name="connsiteX154" fmla="*/ 182971 w 1087064"/>
                <a:gd name="connsiteY154" fmla="*/ 1283982 h 1410230"/>
                <a:gd name="connsiteX155" fmla="*/ 180280 w 1087064"/>
                <a:gd name="connsiteY155" fmla="*/ 1282639 h 1410230"/>
                <a:gd name="connsiteX156" fmla="*/ 178935 w 1087064"/>
                <a:gd name="connsiteY156" fmla="*/ 1283982 h 1410230"/>
                <a:gd name="connsiteX157" fmla="*/ 174899 w 1087064"/>
                <a:gd name="connsiteY157" fmla="*/ 1283982 h 1410230"/>
                <a:gd name="connsiteX158" fmla="*/ 174899 w 1087064"/>
                <a:gd name="connsiteY158" fmla="*/ 1282639 h 1410230"/>
                <a:gd name="connsiteX159" fmla="*/ 177590 w 1087064"/>
                <a:gd name="connsiteY159" fmla="*/ 1278609 h 1410230"/>
                <a:gd name="connsiteX160" fmla="*/ 180280 w 1087064"/>
                <a:gd name="connsiteY160" fmla="*/ 1275923 h 1410230"/>
                <a:gd name="connsiteX161" fmla="*/ 181626 w 1087064"/>
                <a:gd name="connsiteY161" fmla="*/ 1275923 h 1410230"/>
                <a:gd name="connsiteX162" fmla="*/ 185662 w 1087064"/>
                <a:gd name="connsiteY162" fmla="*/ 1270551 h 1410230"/>
                <a:gd name="connsiteX163" fmla="*/ 182971 w 1087064"/>
                <a:gd name="connsiteY163" fmla="*/ 1267865 h 1410230"/>
                <a:gd name="connsiteX164" fmla="*/ 184317 w 1087064"/>
                <a:gd name="connsiteY164" fmla="*/ 1265179 h 1410230"/>
                <a:gd name="connsiteX165" fmla="*/ 185662 w 1087064"/>
                <a:gd name="connsiteY165" fmla="*/ 1262492 h 1410230"/>
                <a:gd name="connsiteX166" fmla="*/ 184317 w 1087064"/>
                <a:gd name="connsiteY166" fmla="*/ 1261149 h 1410230"/>
                <a:gd name="connsiteX167" fmla="*/ 182971 w 1087064"/>
                <a:gd name="connsiteY167" fmla="*/ 1262492 h 1410230"/>
                <a:gd name="connsiteX168" fmla="*/ 181626 w 1087064"/>
                <a:gd name="connsiteY168" fmla="*/ 1265179 h 1410230"/>
                <a:gd name="connsiteX169" fmla="*/ 178935 w 1087064"/>
                <a:gd name="connsiteY169" fmla="*/ 1261149 h 1410230"/>
                <a:gd name="connsiteX170" fmla="*/ 176244 w 1087064"/>
                <a:gd name="connsiteY170" fmla="*/ 1261149 h 1410230"/>
                <a:gd name="connsiteX171" fmla="*/ 174899 w 1087064"/>
                <a:gd name="connsiteY171" fmla="*/ 1262492 h 1410230"/>
                <a:gd name="connsiteX172" fmla="*/ 173554 w 1087064"/>
                <a:gd name="connsiteY172" fmla="*/ 1262492 h 1410230"/>
                <a:gd name="connsiteX173" fmla="*/ 170863 w 1087064"/>
                <a:gd name="connsiteY173" fmla="*/ 1257120 h 1410230"/>
                <a:gd name="connsiteX174" fmla="*/ 172208 w 1087064"/>
                <a:gd name="connsiteY174" fmla="*/ 1254434 h 1410230"/>
                <a:gd name="connsiteX175" fmla="*/ 178935 w 1087064"/>
                <a:gd name="connsiteY175" fmla="*/ 1251748 h 1410230"/>
                <a:gd name="connsiteX176" fmla="*/ 178935 w 1087064"/>
                <a:gd name="connsiteY176" fmla="*/ 1250405 h 1410230"/>
                <a:gd name="connsiteX177" fmla="*/ 174899 w 1087064"/>
                <a:gd name="connsiteY177" fmla="*/ 1247719 h 1410230"/>
                <a:gd name="connsiteX178" fmla="*/ 170863 w 1087064"/>
                <a:gd name="connsiteY178" fmla="*/ 1247719 h 1410230"/>
                <a:gd name="connsiteX179" fmla="*/ 166827 w 1087064"/>
                <a:gd name="connsiteY179" fmla="*/ 1250405 h 1410230"/>
                <a:gd name="connsiteX180" fmla="*/ 164136 w 1087064"/>
                <a:gd name="connsiteY180" fmla="*/ 1250405 h 1410230"/>
                <a:gd name="connsiteX181" fmla="*/ 162791 w 1087064"/>
                <a:gd name="connsiteY181" fmla="*/ 1247719 h 1410230"/>
                <a:gd name="connsiteX182" fmla="*/ 164136 w 1087064"/>
                <a:gd name="connsiteY182" fmla="*/ 1245032 h 1410230"/>
                <a:gd name="connsiteX183" fmla="*/ 168172 w 1087064"/>
                <a:gd name="connsiteY183" fmla="*/ 1243689 h 1410230"/>
                <a:gd name="connsiteX184" fmla="*/ 172208 w 1087064"/>
                <a:gd name="connsiteY184" fmla="*/ 1245032 h 1410230"/>
                <a:gd name="connsiteX185" fmla="*/ 178935 w 1087064"/>
                <a:gd name="connsiteY185" fmla="*/ 1243689 h 1410230"/>
                <a:gd name="connsiteX186" fmla="*/ 180280 w 1087064"/>
                <a:gd name="connsiteY186" fmla="*/ 1241003 h 1410230"/>
                <a:gd name="connsiteX187" fmla="*/ 177590 w 1087064"/>
                <a:gd name="connsiteY187" fmla="*/ 1241003 h 1410230"/>
                <a:gd name="connsiteX188" fmla="*/ 174899 w 1087064"/>
                <a:gd name="connsiteY188" fmla="*/ 1239660 h 1410230"/>
                <a:gd name="connsiteX189" fmla="*/ 169518 w 1087064"/>
                <a:gd name="connsiteY189" fmla="*/ 1239660 h 1410230"/>
                <a:gd name="connsiteX190" fmla="*/ 166827 w 1087064"/>
                <a:gd name="connsiteY190" fmla="*/ 1241003 h 1410230"/>
                <a:gd name="connsiteX191" fmla="*/ 164136 w 1087064"/>
                <a:gd name="connsiteY191" fmla="*/ 1241003 h 1410230"/>
                <a:gd name="connsiteX192" fmla="*/ 161445 w 1087064"/>
                <a:gd name="connsiteY192" fmla="*/ 1238317 h 1410230"/>
                <a:gd name="connsiteX193" fmla="*/ 166827 w 1087064"/>
                <a:gd name="connsiteY193" fmla="*/ 1235631 h 1410230"/>
                <a:gd name="connsiteX194" fmla="*/ 172208 w 1087064"/>
                <a:gd name="connsiteY194" fmla="*/ 1235631 h 1410230"/>
                <a:gd name="connsiteX195" fmla="*/ 174899 w 1087064"/>
                <a:gd name="connsiteY195" fmla="*/ 1234288 h 1410230"/>
                <a:gd name="connsiteX196" fmla="*/ 173554 w 1087064"/>
                <a:gd name="connsiteY196" fmla="*/ 1232945 h 1410230"/>
                <a:gd name="connsiteX197" fmla="*/ 170863 w 1087064"/>
                <a:gd name="connsiteY197" fmla="*/ 1232945 h 1410230"/>
                <a:gd name="connsiteX198" fmla="*/ 168172 w 1087064"/>
                <a:gd name="connsiteY198" fmla="*/ 1230259 h 1410230"/>
                <a:gd name="connsiteX199" fmla="*/ 169518 w 1087064"/>
                <a:gd name="connsiteY199" fmla="*/ 1230259 h 1410230"/>
                <a:gd name="connsiteX200" fmla="*/ 173554 w 1087064"/>
                <a:gd name="connsiteY200" fmla="*/ 1231602 h 1410230"/>
                <a:gd name="connsiteX201" fmla="*/ 176244 w 1087064"/>
                <a:gd name="connsiteY201" fmla="*/ 1232945 h 1410230"/>
                <a:gd name="connsiteX202" fmla="*/ 181626 w 1087064"/>
                <a:gd name="connsiteY202" fmla="*/ 1230259 h 1410230"/>
                <a:gd name="connsiteX203" fmla="*/ 184317 w 1087064"/>
                <a:gd name="connsiteY203" fmla="*/ 1227572 h 1410230"/>
                <a:gd name="connsiteX204" fmla="*/ 182971 w 1087064"/>
                <a:gd name="connsiteY204" fmla="*/ 1226229 h 1410230"/>
                <a:gd name="connsiteX205" fmla="*/ 180280 w 1087064"/>
                <a:gd name="connsiteY205" fmla="*/ 1227572 h 1410230"/>
                <a:gd name="connsiteX206" fmla="*/ 177590 w 1087064"/>
                <a:gd name="connsiteY206" fmla="*/ 1228915 h 1410230"/>
                <a:gd name="connsiteX207" fmla="*/ 174899 w 1087064"/>
                <a:gd name="connsiteY207" fmla="*/ 1228915 h 1410230"/>
                <a:gd name="connsiteX208" fmla="*/ 173554 w 1087064"/>
                <a:gd name="connsiteY208" fmla="*/ 1227572 h 1410230"/>
                <a:gd name="connsiteX209" fmla="*/ 169518 w 1087064"/>
                <a:gd name="connsiteY209" fmla="*/ 1227572 h 1410230"/>
                <a:gd name="connsiteX210" fmla="*/ 168172 w 1087064"/>
                <a:gd name="connsiteY210" fmla="*/ 1230259 h 1410230"/>
                <a:gd name="connsiteX211" fmla="*/ 165481 w 1087064"/>
                <a:gd name="connsiteY211" fmla="*/ 1231602 h 1410230"/>
                <a:gd name="connsiteX212" fmla="*/ 161445 w 1087064"/>
                <a:gd name="connsiteY212" fmla="*/ 1228915 h 1410230"/>
                <a:gd name="connsiteX213" fmla="*/ 160100 w 1087064"/>
                <a:gd name="connsiteY213" fmla="*/ 1226229 h 1410230"/>
                <a:gd name="connsiteX214" fmla="*/ 162791 w 1087064"/>
                <a:gd name="connsiteY214" fmla="*/ 1222200 h 1410230"/>
                <a:gd name="connsiteX215" fmla="*/ 168172 w 1087064"/>
                <a:gd name="connsiteY215" fmla="*/ 1222200 h 1410230"/>
                <a:gd name="connsiteX216" fmla="*/ 172208 w 1087064"/>
                <a:gd name="connsiteY216" fmla="*/ 1219514 h 1410230"/>
                <a:gd name="connsiteX217" fmla="*/ 170863 w 1087064"/>
                <a:gd name="connsiteY217" fmla="*/ 1218171 h 1410230"/>
                <a:gd name="connsiteX218" fmla="*/ 165481 w 1087064"/>
                <a:gd name="connsiteY218" fmla="*/ 1219514 h 1410230"/>
                <a:gd name="connsiteX219" fmla="*/ 161445 w 1087064"/>
                <a:gd name="connsiteY219" fmla="*/ 1218171 h 1410230"/>
                <a:gd name="connsiteX220" fmla="*/ 160100 w 1087064"/>
                <a:gd name="connsiteY220" fmla="*/ 1214142 h 1410230"/>
                <a:gd name="connsiteX221" fmla="*/ 161445 w 1087064"/>
                <a:gd name="connsiteY221" fmla="*/ 1210112 h 1410230"/>
                <a:gd name="connsiteX222" fmla="*/ 165481 w 1087064"/>
                <a:gd name="connsiteY222" fmla="*/ 1208769 h 1410230"/>
                <a:gd name="connsiteX223" fmla="*/ 174899 w 1087064"/>
                <a:gd name="connsiteY223" fmla="*/ 1208769 h 1410230"/>
                <a:gd name="connsiteX224" fmla="*/ 180280 w 1087064"/>
                <a:gd name="connsiteY224" fmla="*/ 1207426 h 1410230"/>
                <a:gd name="connsiteX225" fmla="*/ 187007 w 1087064"/>
                <a:gd name="connsiteY225" fmla="*/ 1207426 h 1410230"/>
                <a:gd name="connsiteX226" fmla="*/ 191043 w 1087064"/>
                <a:gd name="connsiteY226" fmla="*/ 1204740 h 1410230"/>
                <a:gd name="connsiteX227" fmla="*/ 192389 w 1087064"/>
                <a:gd name="connsiteY227" fmla="*/ 1203397 h 1410230"/>
                <a:gd name="connsiteX228" fmla="*/ 188353 w 1087064"/>
                <a:gd name="connsiteY228" fmla="*/ 1203397 h 1410230"/>
                <a:gd name="connsiteX229" fmla="*/ 184317 w 1087064"/>
                <a:gd name="connsiteY229" fmla="*/ 1202054 h 1410230"/>
                <a:gd name="connsiteX230" fmla="*/ 180280 w 1087064"/>
                <a:gd name="connsiteY230" fmla="*/ 1204740 h 1410230"/>
                <a:gd name="connsiteX231" fmla="*/ 173554 w 1087064"/>
                <a:gd name="connsiteY231" fmla="*/ 1206083 h 1410230"/>
                <a:gd name="connsiteX232" fmla="*/ 169518 w 1087064"/>
                <a:gd name="connsiteY232" fmla="*/ 1207426 h 1410230"/>
                <a:gd name="connsiteX233" fmla="*/ 168172 w 1087064"/>
                <a:gd name="connsiteY233" fmla="*/ 1207426 h 1410230"/>
                <a:gd name="connsiteX234" fmla="*/ 165481 w 1087064"/>
                <a:gd name="connsiteY234" fmla="*/ 1206083 h 1410230"/>
                <a:gd name="connsiteX235" fmla="*/ 166827 w 1087064"/>
                <a:gd name="connsiteY235" fmla="*/ 1204740 h 1410230"/>
                <a:gd name="connsiteX236" fmla="*/ 174899 w 1087064"/>
                <a:gd name="connsiteY236" fmla="*/ 1204740 h 1410230"/>
                <a:gd name="connsiteX237" fmla="*/ 178935 w 1087064"/>
                <a:gd name="connsiteY237" fmla="*/ 1202054 h 1410230"/>
                <a:gd name="connsiteX238" fmla="*/ 182971 w 1087064"/>
                <a:gd name="connsiteY238" fmla="*/ 1195339 h 1410230"/>
                <a:gd name="connsiteX239" fmla="*/ 187007 w 1087064"/>
                <a:gd name="connsiteY239" fmla="*/ 1195339 h 1410230"/>
                <a:gd name="connsiteX240" fmla="*/ 188353 w 1087064"/>
                <a:gd name="connsiteY240" fmla="*/ 1196682 h 1410230"/>
                <a:gd name="connsiteX241" fmla="*/ 192389 w 1087064"/>
                <a:gd name="connsiteY241" fmla="*/ 1199368 h 1410230"/>
                <a:gd name="connsiteX242" fmla="*/ 195080 w 1087064"/>
                <a:gd name="connsiteY242" fmla="*/ 1199368 h 1410230"/>
                <a:gd name="connsiteX243" fmla="*/ 196425 w 1087064"/>
                <a:gd name="connsiteY243" fmla="*/ 1198025 h 1410230"/>
                <a:gd name="connsiteX244" fmla="*/ 193734 w 1087064"/>
                <a:gd name="connsiteY244" fmla="*/ 1196682 h 1410230"/>
                <a:gd name="connsiteX245" fmla="*/ 189698 w 1087064"/>
                <a:gd name="connsiteY245" fmla="*/ 1192652 h 1410230"/>
                <a:gd name="connsiteX246" fmla="*/ 187007 w 1087064"/>
                <a:gd name="connsiteY246" fmla="*/ 1192652 h 1410230"/>
                <a:gd name="connsiteX247" fmla="*/ 185662 w 1087064"/>
                <a:gd name="connsiteY247" fmla="*/ 1189966 h 1410230"/>
                <a:gd name="connsiteX248" fmla="*/ 187007 w 1087064"/>
                <a:gd name="connsiteY248" fmla="*/ 1187280 h 1410230"/>
                <a:gd name="connsiteX249" fmla="*/ 189698 w 1087064"/>
                <a:gd name="connsiteY249" fmla="*/ 1187280 h 1410230"/>
                <a:gd name="connsiteX250" fmla="*/ 191043 w 1087064"/>
                <a:gd name="connsiteY250" fmla="*/ 1185937 h 1410230"/>
                <a:gd name="connsiteX251" fmla="*/ 192389 w 1087064"/>
                <a:gd name="connsiteY251" fmla="*/ 1185937 h 1410230"/>
                <a:gd name="connsiteX252" fmla="*/ 193734 w 1087064"/>
                <a:gd name="connsiteY252" fmla="*/ 1189966 h 1410230"/>
                <a:gd name="connsiteX253" fmla="*/ 197770 w 1087064"/>
                <a:gd name="connsiteY253" fmla="*/ 1195339 h 1410230"/>
                <a:gd name="connsiteX254" fmla="*/ 200461 w 1087064"/>
                <a:gd name="connsiteY254" fmla="*/ 1196682 h 1410230"/>
                <a:gd name="connsiteX255" fmla="*/ 201806 w 1087064"/>
                <a:gd name="connsiteY255" fmla="*/ 1195339 h 1410230"/>
                <a:gd name="connsiteX256" fmla="*/ 200461 w 1087064"/>
                <a:gd name="connsiteY256" fmla="*/ 1191309 h 1410230"/>
                <a:gd name="connsiteX257" fmla="*/ 197770 w 1087064"/>
                <a:gd name="connsiteY257" fmla="*/ 1189966 h 1410230"/>
                <a:gd name="connsiteX258" fmla="*/ 197770 w 1087064"/>
                <a:gd name="connsiteY258" fmla="*/ 1181908 h 1410230"/>
                <a:gd name="connsiteX259" fmla="*/ 200461 w 1087064"/>
                <a:gd name="connsiteY259" fmla="*/ 1179222 h 1410230"/>
                <a:gd name="connsiteX260" fmla="*/ 200461 w 1087064"/>
                <a:gd name="connsiteY260" fmla="*/ 1177879 h 1410230"/>
                <a:gd name="connsiteX261" fmla="*/ 197770 w 1087064"/>
                <a:gd name="connsiteY261" fmla="*/ 1177879 h 1410230"/>
                <a:gd name="connsiteX262" fmla="*/ 195080 w 1087064"/>
                <a:gd name="connsiteY262" fmla="*/ 1180565 h 1410230"/>
                <a:gd name="connsiteX263" fmla="*/ 192389 w 1087064"/>
                <a:gd name="connsiteY263" fmla="*/ 1180565 h 1410230"/>
                <a:gd name="connsiteX264" fmla="*/ 189698 w 1087064"/>
                <a:gd name="connsiteY264" fmla="*/ 1177879 h 1410230"/>
                <a:gd name="connsiteX265" fmla="*/ 188353 w 1087064"/>
                <a:gd name="connsiteY265" fmla="*/ 1180565 h 1410230"/>
                <a:gd name="connsiteX266" fmla="*/ 182971 w 1087064"/>
                <a:gd name="connsiteY266" fmla="*/ 1185937 h 1410230"/>
                <a:gd name="connsiteX267" fmla="*/ 178935 w 1087064"/>
                <a:gd name="connsiteY267" fmla="*/ 1187280 h 1410230"/>
                <a:gd name="connsiteX268" fmla="*/ 177590 w 1087064"/>
                <a:gd name="connsiteY268" fmla="*/ 1185937 h 1410230"/>
                <a:gd name="connsiteX269" fmla="*/ 177590 w 1087064"/>
                <a:gd name="connsiteY269" fmla="*/ 1183251 h 1410230"/>
                <a:gd name="connsiteX270" fmla="*/ 180280 w 1087064"/>
                <a:gd name="connsiteY270" fmla="*/ 1181908 h 1410230"/>
                <a:gd name="connsiteX271" fmla="*/ 180280 w 1087064"/>
                <a:gd name="connsiteY271" fmla="*/ 1180565 h 1410230"/>
                <a:gd name="connsiteX272" fmla="*/ 177590 w 1087064"/>
                <a:gd name="connsiteY272" fmla="*/ 1181908 h 1410230"/>
                <a:gd name="connsiteX273" fmla="*/ 174899 w 1087064"/>
                <a:gd name="connsiteY273" fmla="*/ 1184594 h 1410230"/>
                <a:gd name="connsiteX274" fmla="*/ 173554 w 1087064"/>
                <a:gd name="connsiteY274" fmla="*/ 1184594 h 1410230"/>
                <a:gd name="connsiteX275" fmla="*/ 168172 w 1087064"/>
                <a:gd name="connsiteY275" fmla="*/ 1189966 h 1410230"/>
                <a:gd name="connsiteX276" fmla="*/ 165481 w 1087064"/>
                <a:gd name="connsiteY276" fmla="*/ 1191309 h 1410230"/>
                <a:gd name="connsiteX277" fmla="*/ 161445 w 1087064"/>
                <a:gd name="connsiteY277" fmla="*/ 1198025 h 1410230"/>
                <a:gd name="connsiteX278" fmla="*/ 160100 w 1087064"/>
                <a:gd name="connsiteY278" fmla="*/ 1198025 h 1410230"/>
                <a:gd name="connsiteX279" fmla="*/ 158754 w 1087064"/>
                <a:gd name="connsiteY279" fmla="*/ 1192652 h 1410230"/>
                <a:gd name="connsiteX280" fmla="*/ 160100 w 1087064"/>
                <a:gd name="connsiteY280" fmla="*/ 1188623 h 1410230"/>
                <a:gd name="connsiteX281" fmla="*/ 161445 w 1087064"/>
                <a:gd name="connsiteY281" fmla="*/ 1185937 h 1410230"/>
                <a:gd name="connsiteX282" fmla="*/ 158754 w 1087064"/>
                <a:gd name="connsiteY282" fmla="*/ 1183251 h 1410230"/>
                <a:gd name="connsiteX283" fmla="*/ 160100 w 1087064"/>
                <a:gd name="connsiteY283" fmla="*/ 1179222 h 1410230"/>
                <a:gd name="connsiteX284" fmla="*/ 160100 w 1087064"/>
                <a:gd name="connsiteY284" fmla="*/ 1176535 h 1410230"/>
                <a:gd name="connsiteX285" fmla="*/ 164136 w 1087064"/>
                <a:gd name="connsiteY285" fmla="*/ 1175192 h 1410230"/>
                <a:gd name="connsiteX286" fmla="*/ 170863 w 1087064"/>
                <a:gd name="connsiteY286" fmla="*/ 1172506 h 1410230"/>
                <a:gd name="connsiteX287" fmla="*/ 174899 w 1087064"/>
                <a:gd name="connsiteY287" fmla="*/ 1172506 h 1410230"/>
                <a:gd name="connsiteX288" fmla="*/ 178935 w 1087064"/>
                <a:gd name="connsiteY288" fmla="*/ 1168477 h 1410230"/>
                <a:gd name="connsiteX289" fmla="*/ 180280 w 1087064"/>
                <a:gd name="connsiteY289" fmla="*/ 1167134 h 1410230"/>
                <a:gd name="connsiteX290" fmla="*/ 178935 w 1087064"/>
                <a:gd name="connsiteY290" fmla="*/ 1164448 h 1410230"/>
                <a:gd name="connsiteX291" fmla="*/ 176244 w 1087064"/>
                <a:gd name="connsiteY291" fmla="*/ 1164448 h 1410230"/>
                <a:gd name="connsiteX292" fmla="*/ 173554 w 1087064"/>
                <a:gd name="connsiteY292" fmla="*/ 1167134 h 1410230"/>
                <a:gd name="connsiteX293" fmla="*/ 170863 w 1087064"/>
                <a:gd name="connsiteY293" fmla="*/ 1165791 h 1410230"/>
                <a:gd name="connsiteX294" fmla="*/ 169518 w 1087064"/>
                <a:gd name="connsiteY294" fmla="*/ 1168477 h 1410230"/>
                <a:gd name="connsiteX295" fmla="*/ 166827 w 1087064"/>
                <a:gd name="connsiteY295" fmla="*/ 1171163 h 1410230"/>
                <a:gd name="connsiteX296" fmla="*/ 162791 w 1087064"/>
                <a:gd name="connsiteY296" fmla="*/ 1171163 h 1410230"/>
                <a:gd name="connsiteX297" fmla="*/ 161445 w 1087064"/>
                <a:gd name="connsiteY297" fmla="*/ 1168477 h 1410230"/>
                <a:gd name="connsiteX298" fmla="*/ 161445 w 1087064"/>
                <a:gd name="connsiteY298" fmla="*/ 1161762 h 1410230"/>
                <a:gd name="connsiteX299" fmla="*/ 164136 w 1087064"/>
                <a:gd name="connsiteY299" fmla="*/ 1159075 h 1410230"/>
                <a:gd name="connsiteX300" fmla="*/ 164136 w 1087064"/>
                <a:gd name="connsiteY300" fmla="*/ 1155046 h 1410230"/>
                <a:gd name="connsiteX301" fmla="*/ 162791 w 1087064"/>
                <a:gd name="connsiteY301" fmla="*/ 1151017 h 1410230"/>
                <a:gd name="connsiteX302" fmla="*/ 161445 w 1087064"/>
                <a:gd name="connsiteY302" fmla="*/ 1151017 h 1410230"/>
                <a:gd name="connsiteX303" fmla="*/ 158754 w 1087064"/>
                <a:gd name="connsiteY303" fmla="*/ 1153703 h 1410230"/>
                <a:gd name="connsiteX304" fmla="*/ 156064 w 1087064"/>
                <a:gd name="connsiteY304" fmla="*/ 1153703 h 1410230"/>
                <a:gd name="connsiteX305" fmla="*/ 154718 w 1087064"/>
                <a:gd name="connsiteY305" fmla="*/ 1151017 h 1410230"/>
                <a:gd name="connsiteX306" fmla="*/ 157409 w 1087064"/>
                <a:gd name="connsiteY306" fmla="*/ 1148331 h 1410230"/>
                <a:gd name="connsiteX307" fmla="*/ 162791 w 1087064"/>
                <a:gd name="connsiteY307" fmla="*/ 1148331 h 1410230"/>
                <a:gd name="connsiteX308" fmla="*/ 165481 w 1087064"/>
                <a:gd name="connsiteY308" fmla="*/ 1145645 h 1410230"/>
                <a:gd name="connsiteX309" fmla="*/ 172208 w 1087064"/>
                <a:gd name="connsiteY309" fmla="*/ 1144302 h 1410230"/>
                <a:gd name="connsiteX310" fmla="*/ 174899 w 1087064"/>
                <a:gd name="connsiteY310" fmla="*/ 1141615 h 1410230"/>
                <a:gd name="connsiteX311" fmla="*/ 177590 w 1087064"/>
                <a:gd name="connsiteY311" fmla="*/ 1140272 h 1410230"/>
                <a:gd name="connsiteX312" fmla="*/ 178935 w 1087064"/>
                <a:gd name="connsiteY312" fmla="*/ 1136243 h 1410230"/>
                <a:gd name="connsiteX313" fmla="*/ 180280 w 1087064"/>
                <a:gd name="connsiteY313" fmla="*/ 1134900 h 1410230"/>
                <a:gd name="connsiteX314" fmla="*/ 181626 w 1087064"/>
                <a:gd name="connsiteY314" fmla="*/ 1136243 h 1410230"/>
                <a:gd name="connsiteX315" fmla="*/ 182971 w 1087064"/>
                <a:gd name="connsiteY315" fmla="*/ 1133557 h 1410230"/>
                <a:gd name="connsiteX316" fmla="*/ 191043 w 1087064"/>
                <a:gd name="connsiteY316" fmla="*/ 1133557 h 1410230"/>
                <a:gd name="connsiteX317" fmla="*/ 193734 w 1087064"/>
                <a:gd name="connsiteY317" fmla="*/ 1134900 h 1410230"/>
                <a:gd name="connsiteX318" fmla="*/ 197770 w 1087064"/>
                <a:gd name="connsiteY318" fmla="*/ 1134900 h 1410230"/>
                <a:gd name="connsiteX319" fmla="*/ 196425 w 1087064"/>
                <a:gd name="connsiteY319" fmla="*/ 1132214 h 1410230"/>
                <a:gd name="connsiteX320" fmla="*/ 192389 w 1087064"/>
                <a:gd name="connsiteY320" fmla="*/ 1130871 h 1410230"/>
                <a:gd name="connsiteX321" fmla="*/ 191043 w 1087064"/>
                <a:gd name="connsiteY321" fmla="*/ 1128185 h 1410230"/>
                <a:gd name="connsiteX322" fmla="*/ 188353 w 1087064"/>
                <a:gd name="connsiteY322" fmla="*/ 1128185 h 1410230"/>
                <a:gd name="connsiteX323" fmla="*/ 178935 w 1087064"/>
                <a:gd name="connsiteY323" fmla="*/ 1133557 h 1410230"/>
                <a:gd name="connsiteX324" fmla="*/ 176244 w 1087064"/>
                <a:gd name="connsiteY324" fmla="*/ 1133557 h 1410230"/>
                <a:gd name="connsiteX325" fmla="*/ 173554 w 1087064"/>
                <a:gd name="connsiteY325" fmla="*/ 1134900 h 1410230"/>
                <a:gd name="connsiteX326" fmla="*/ 172208 w 1087064"/>
                <a:gd name="connsiteY326" fmla="*/ 1138929 h 1410230"/>
                <a:gd name="connsiteX327" fmla="*/ 169518 w 1087064"/>
                <a:gd name="connsiteY327" fmla="*/ 1140272 h 1410230"/>
                <a:gd name="connsiteX328" fmla="*/ 165481 w 1087064"/>
                <a:gd name="connsiteY328" fmla="*/ 1141615 h 1410230"/>
                <a:gd name="connsiteX329" fmla="*/ 162791 w 1087064"/>
                <a:gd name="connsiteY329" fmla="*/ 1145645 h 1410230"/>
                <a:gd name="connsiteX330" fmla="*/ 161445 w 1087064"/>
                <a:gd name="connsiteY330" fmla="*/ 1145645 h 1410230"/>
                <a:gd name="connsiteX331" fmla="*/ 160100 w 1087064"/>
                <a:gd name="connsiteY331" fmla="*/ 1142959 h 1410230"/>
                <a:gd name="connsiteX332" fmla="*/ 161445 w 1087064"/>
                <a:gd name="connsiteY332" fmla="*/ 1140272 h 1410230"/>
                <a:gd name="connsiteX333" fmla="*/ 158754 w 1087064"/>
                <a:gd name="connsiteY333" fmla="*/ 1138929 h 1410230"/>
                <a:gd name="connsiteX334" fmla="*/ 158754 w 1087064"/>
                <a:gd name="connsiteY334" fmla="*/ 1136243 h 1410230"/>
                <a:gd name="connsiteX335" fmla="*/ 161445 w 1087064"/>
                <a:gd name="connsiteY335" fmla="*/ 1132214 h 1410230"/>
                <a:gd name="connsiteX336" fmla="*/ 157409 w 1087064"/>
                <a:gd name="connsiteY336" fmla="*/ 1129528 h 1410230"/>
                <a:gd name="connsiteX337" fmla="*/ 154718 w 1087064"/>
                <a:gd name="connsiteY337" fmla="*/ 1129528 h 1410230"/>
                <a:gd name="connsiteX338" fmla="*/ 150682 w 1087064"/>
                <a:gd name="connsiteY338" fmla="*/ 1126842 h 1410230"/>
                <a:gd name="connsiteX339" fmla="*/ 152028 w 1087064"/>
                <a:gd name="connsiteY339" fmla="*/ 1125498 h 1410230"/>
                <a:gd name="connsiteX340" fmla="*/ 157409 w 1087064"/>
                <a:gd name="connsiteY340" fmla="*/ 1122812 h 1410230"/>
                <a:gd name="connsiteX341" fmla="*/ 160100 w 1087064"/>
                <a:gd name="connsiteY341" fmla="*/ 1120126 h 1410230"/>
                <a:gd name="connsiteX342" fmla="*/ 162791 w 1087064"/>
                <a:gd name="connsiteY342" fmla="*/ 1118783 h 1410230"/>
                <a:gd name="connsiteX343" fmla="*/ 164136 w 1087064"/>
                <a:gd name="connsiteY343" fmla="*/ 1121469 h 1410230"/>
                <a:gd name="connsiteX344" fmla="*/ 168172 w 1087064"/>
                <a:gd name="connsiteY344" fmla="*/ 1121469 h 1410230"/>
                <a:gd name="connsiteX345" fmla="*/ 172208 w 1087064"/>
                <a:gd name="connsiteY345" fmla="*/ 1120126 h 1410230"/>
                <a:gd name="connsiteX346" fmla="*/ 176244 w 1087064"/>
                <a:gd name="connsiteY346" fmla="*/ 1117440 h 1410230"/>
                <a:gd name="connsiteX347" fmla="*/ 178935 w 1087064"/>
                <a:gd name="connsiteY347" fmla="*/ 1117440 h 1410230"/>
                <a:gd name="connsiteX348" fmla="*/ 180280 w 1087064"/>
                <a:gd name="connsiteY348" fmla="*/ 1114754 h 1410230"/>
                <a:gd name="connsiteX349" fmla="*/ 178935 w 1087064"/>
                <a:gd name="connsiteY349" fmla="*/ 1113411 h 1410230"/>
                <a:gd name="connsiteX350" fmla="*/ 174899 w 1087064"/>
                <a:gd name="connsiteY350" fmla="*/ 1113411 h 1410230"/>
                <a:gd name="connsiteX351" fmla="*/ 169518 w 1087064"/>
                <a:gd name="connsiteY351" fmla="*/ 1116097 h 1410230"/>
                <a:gd name="connsiteX352" fmla="*/ 165481 w 1087064"/>
                <a:gd name="connsiteY352" fmla="*/ 1118783 h 1410230"/>
                <a:gd name="connsiteX353" fmla="*/ 162791 w 1087064"/>
                <a:gd name="connsiteY353" fmla="*/ 1118783 h 1410230"/>
                <a:gd name="connsiteX354" fmla="*/ 160100 w 1087064"/>
                <a:gd name="connsiteY354" fmla="*/ 1114754 h 1410230"/>
                <a:gd name="connsiteX355" fmla="*/ 158754 w 1087064"/>
                <a:gd name="connsiteY355" fmla="*/ 1114754 h 1410230"/>
                <a:gd name="connsiteX356" fmla="*/ 157409 w 1087064"/>
                <a:gd name="connsiteY356" fmla="*/ 1117440 h 1410230"/>
                <a:gd name="connsiteX357" fmla="*/ 152028 w 1087064"/>
                <a:gd name="connsiteY357" fmla="*/ 1120126 h 1410230"/>
                <a:gd name="connsiteX358" fmla="*/ 152028 w 1087064"/>
                <a:gd name="connsiteY358" fmla="*/ 1117440 h 1410230"/>
                <a:gd name="connsiteX359" fmla="*/ 149337 w 1087064"/>
                <a:gd name="connsiteY359" fmla="*/ 1116097 h 1410230"/>
                <a:gd name="connsiteX360" fmla="*/ 146646 w 1087064"/>
                <a:gd name="connsiteY360" fmla="*/ 1117440 h 1410230"/>
                <a:gd name="connsiteX361" fmla="*/ 142610 w 1087064"/>
                <a:gd name="connsiteY361" fmla="*/ 1117440 h 1410230"/>
                <a:gd name="connsiteX362" fmla="*/ 143955 w 1087064"/>
                <a:gd name="connsiteY362" fmla="*/ 1116097 h 1410230"/>
                <a:gd name="connsiteX363" fmla="*/ 146646 w 1087064"/>
                <a:gd name="connsiteY363" fmla="*/ 1114754 h 1410230"/>
                <a:gd name="connsiteX364" fmla="*/ 153373 w 1087064"/>
                <a:gd name="connsiteY364" fmla="*/ 1112068 h 1410230"/>
                <a:gd name="connsiteX365" fmla="*/ 160100 w 1087064"/>
                <a:gd name="connsiteY365" fmla="*/ 1108039 h 1410230"/>
                <a:gd name="connsiteX366" fmla="*/ 164136 w 1087064"/>
                <a:gd name="connsiteY366" fmla="*/ 1106695 h 1410230"/>
                <a:gd name="connsiteX367" fmla="*/ 172208 w 1087064"/>
                <a:gd name="connsiteY367" fmla="*/ 1105352 h 1410230"/>
                <a:gd name="connsiteX368" fmla="*/ 176244 w 1087064"/>
                <a:gd name="connsiteY368" fmla="*/ 1101323 h 1410230"/>
                <a:gd name="connsiteX369" fmla="*/ 184317 w 1087064"/>
                <a:gd name="connsiteY369" fmla="*/ 1091922 h 1410230"/>
                <a:gd name="connsiteX370" fmla="*/ 192389 w 1087064"/>
                <a:gd name="connsiteY370" fmla="*/ 1087892 h 1410230"/>
                <a:gd name="connsiteX371" fmla="*/ 199116 w 1087064"/>
                <a:gd name="connsiteY371" fmla="*/ 1085206 h 1410230"/>
                <a:gd name="connsiteX372" fmla="*/ 203152 w 1087064"/>
                <a:gd name="connsiteY372" fmla="*/ 1085206 h 1410230"/>
                <a:gd name="connsiteX373" fmla="*/ 205843 w 1087064"/>
                <a:gd name="connsiteY373" fmla="*/ 1083863 h 1410230"/>
                <a:gd name="connsiteX374" fmla="*/ 205843 w 1087064"/>
                <a:gd name="connsiteY374" fmla="*/ 1082520 h 1410230"/>
                <a:gd name="connsiteX375" fmla="*/ 201806 w 1087064"/>
                <a:gd name="connsiteY375" fmla="*/ 1081177 h 1410230"/>
                <a:gd name="connsiteX376" fmla="*/ 196425 w 1087064"/>
                <a:gd name="connsiteY376" fmla="*/ 1082520 h 1410230"/>
                <a:gd name="connsiteX377" fmla="*/ 182971 w 1087064"/>
                <a:gd name="connsiteY377" fmla="*/ 1089235 h 1410230"/>
                <a:gd name="connsiteX378" fmla="*/ 177590 w 1087064"/>
                <a:gd name="connsiteY378" fmla="*/ 1094608 h 1410230"/>
                <a:gd name="connsiteX379" fmla="*/ 173554 w 1087064"/>
                <a:gd name="connsiteY379" fmla="*/ 1099980 h 1410230"/>
                <a:gd name="connsiteX380" fmla="*/ 168172 w 1087064"/>
                <a:gd name="connsiteY380" fmla="*/ 1102666 h 1410230"/>
                <a:gd name="connsiteX381" fmla="*/ 160100 w 1087064"/>
                <a:gd name="connsiteY381" fmla="*/ 1105352 h 1410230"/>
                <a:gd name="connsiteX382" fmla="*/ 157409 w 1087064"/>
                <a:gd name="connsiteY382" fmla="*/ 1106695 h 1410230"/>
                <a:gd name="connsiteX383" fmla="*/ 146646 w 1087064"/>
                <a:gd name="connsiteY383" fmla="*/ 1110725 h 1410230"/>
                <a:gd name="connsiteX384" fmla="*/ 142610 w 1087064"/>
                <a:gd name="connsiteY384" fmla="*/ 1110725 h 1410230"/>
                <a:gd name="connsiteX385" fmla="*/ 141265 w 1087064"/>
                <a:gd name="connsiteY385" fmla="*/ 1108039 h 1410230"/>
                <a:gd name="connsiteX386" fmla="*/ 142610 w 1087064"/>
                <a:gd name="connsiteY386" fmla="*/ 1105352 h 1410230"/>
                <a:gd name="connsiteX387" fmla="*/ 142610 w 1087064"/>
                <a:gd name="connsiteY387" fmla="*/ 1095951 h 1410230"/>
                <a:gd name="connsiteX388" fmla="*/ 145301 w 1087064"/>
                <a:gd name="connsiteY388" fmla="*/ 1093265 h 1410230"/>
                <a:gd name="connsiteX389" fmla="*/ 147991 w 1087064"/>
                <a:gd name="connsiteY389" fmla="*/ 1093265 h 1410230"/>
                <a:gd name="connsiteX390" fmla="*/ 152028 w 1087064"/>
                <a:gd name="connsiteY390" fmla="*/ 1095951 h 1410230"/>
                <a:gd name="connsiteX391" fmla="*/ 154718 w 1087064"/>
                <a:gd name="connsiteY391" fmla="*/ 1094608 h 1410230"/>
                <a:gd name="connsiteX392" fmla="*/ 160100 w 1087064"/>
                <a:gd name="connsiteY392" fmla="*/ 1094608 h 1410230"/>
                <a:gd name="connsiteX393" fmla="*/ 164136 w 1087064"/>
                <a:gd name="connsiteY393" fmla="*/ 1094608 h 1410230"/>
                <a:gd name="connsiteX394" fmla="*/ 162791 w 1087064"/>
                <a:gd name="connsiteY394" fmla="*/ 1093265 h 1410230"/>
                <a:gd name="connsiteX395" fmla="*/ 160100 w 1087064"/>
                <a:gd name="connsiteY395" fmla="*/ 1090579 h 1410230"/>
                <a:gd name="connsiteX396" fmla="*/ 156064 w 1087064"/>
                <a:gd name="connsiteY396" fmla="*/ 1090579 h 1410230"/>
                <a:gd name="connsiteX397" fmla="*/ 153373 w 1087064"/>
                <a:gd name="connsiteY397" fmla="*/ 1091922 h 1410230"/>
                <a:gd name="connsiteX398" fmla="*/ 150682 w 1087064"/>
                <a:gd name="connsiteY398" fmla="*/ 1090579 h 1410230"/>
                <a:gd name="connsiteX399" fmla="*/ 149337 w 1087064"/>
                <a:gd name="connsiteY399" fmla="*/ 1086549 h 1410230"/>
                <a:gd name="connsiteX400" fmla="*/ 149337 w 1087064"/>
                <a:gd name="connsiteY400" fmla="*/ 1083863 h 1410230"/>
                <a:gd name="connsiteX401" fmla="*/ 153373 w 1087064"/>
                <a:gd name="connsiteY401" fmla="*/ 1082520 h 1410230"/>
                <a:gd name="connsiteX402" fmla="*/ 157409 w 1087064"/>
                <a:gd name="connsiteY402" fmla="*/ 1085206 h 1410230"/>
                <a:gd name="connsiteX403" fmla="*/ 161445 w 1087064"/>
                <a:gd name="connsiteY403" fmla="*/ 1085206 h 1410230"/>
                <a:gd name="connsiteX404" fmla="*/ 166827 w 1087064"/>
                <a:gd name="connsiteY404" fmla="*/ 1082520 h 1410230"/>
                <a:gd name="connsiteX405" fmla="*/ 165481 w 1087064"/>
                <a:gd name="connsiteY405" fmla="*/ 1081177 h 1410230"/>
                <a:gd name="connsiteX406" fmla="*/ 161445 w 1087064"/>
                <a:gd name="connsiteY406" fmla="*/ 1079834 h 1410230"/>
                <a:gd name="connsiteX407" fmla="*/ 160100 w 1087064"/>
                <a:gd name="connsiteY407" fmla="*/ 1079834 h 1410230"/>
                <a:gd name="connsiteX408" fmla="*/ 158754 w 1087064"/>
                <a:gd name="connsiteY408" fmla="*/ 1078491 h 1410230"/>
                <a:gd name="connsiteX409" fmla="*/ 158754 w 1087064"/>
                <a:gd name="connsiteY409" fmla="*/ 1075805 h 1410230"/>
                <a:gd name="connsiteX410" fmla="*/ 162791 w 1087064"/>
                <a:gd name="connsiteY410" fmla="*/ 1074462 h 1410230"/>
                <a:gd name="connsiteX411" fmla="*/ 164136 w 1087064"/>
                <a:gd name="connsiteY411" fmla="*/ 1075805 h 1410230"/>
                <a:gd name="connsiteX412" fmla="*/ 165481 w 1087064"/>
                <a:gd name="connsiteY412" fmla="*/ 1074462 h 1410230"/>
                <a:gd name="connsiteX413" fmla="*/ 169518 w 1087064"/>
                <a:gd name="connsiteY413" fmla="*/ 1075805 h 1410230"/>
                <a:gd name="connsiteX414" fmla="*/ 170863 w 1087064"/>
                <a:gd name="connsiteY414" fmla="*/ 1074462 h 1410230"/>
                <a:gd name="connsiteX415" fmla="*/ 169518 w 1087064"/>
                <a:gd name="connsiteY415" fmla="*/ 1071775 h 1410230"/>
                <a:gd name="connsiteX416" fmla="*/ 169518 w 1087064"/>
                <a:gd name="connsiteY416" fmla="*/ 1069089 h 1410230"/>
                <a:gd name="connsiteX417" fmla="*/ 168172 w 1087064"/>
                <a:gd name="connsiteY417" fmla="*/ 1067746 h 1410230"/>
                <a:gd name="connsiteX418" fmla="*/ 165481 w 1087064"/>
                <a:gd name="connsiteY418" fmla="*/ 1067746 h 1410230"/>
                <a:gd name="connsiteX419" fmla="*/ 164136 w 1087064"/>
                <a:gd name="connsiteY419" fmla="*/ 1069089 h 1410230"/>
                <a:gd name="connsiteX420" fmla="*/ 160100 w 1087064"/>
                <a:gd name="connsiteY420" fmla="*/ 1069089 h 1410230"/>
                <a:gd name="connsiteX421" fmla="*/ 149337 w 1087064"/>
                <a:gd name="connsiteY421" fmla="*/ 1065060 h 1410230"/>
                <a:gd name="connsiteX422" fmla="*/ 143955 w 1087064"/>
                <a:gd name="connsiteY422" fmla="*/ 1065060 h 1410230"/>
                <a:gd name="connsiteX423" fmla="*/ 141265 w 1087064"/>
                <a:gd name="connsiteY423" fmla="*/ 1062374 h 1410230"/>
                <a:gd name="connsiteX424" fmla="*/ 141265 w 1087064"/>
                <a:gd name="connsiteY424" fmla="*/ 1061031 h 1410230"/>
                <a:gd name="connsiteX425" fmla="*/ 146646 w 1087064"/>
                <a:gd name="connsiteY425" fmla="*/ 1061031 h 1410230"/>
                <a:gd name="connsiteX426" fmla="*/ 149337 w 1087064"/>
                <a:gd name="connsiteY426" fmla="*/ 1062374 h 1410230"/>
                <a:gd name="connsiteX427" fmla="*/ 150682 w 1087064"/>
                <a:gd name="connsiteY427" fmla="*/ 1061031 h 1410230"/>
                <a:gd name="connsiteX428" fmla="*/ 149337 w 1087064"/>
                <a:gd name="connsiteY428" fmla="*/ 1059688 h 1410230"/>
                <a:gd name="connsiteX429" fmla="*/ 145301 w 1087064"/>
                <a:gd name="connsiteY429" fmla="*/ 1059688 h 1410230"/>
                <a:gd name="connsiteX430" fmla="*/ 143955 w 1087064"/>
                <a:gd name="connsiteY430" fmla="*/ 1058345 h 1410230"/>
                <a:gd name="connsiteX431" fmla="*/ 143955 w 1087064"/>
                <a:gd name="connsiteY431" fmla="*/ 1055659 h 1410230"/>
                <a:gd name="connsiteX432" fmla="*/ 150682 w 1087064"/>
                <a:gd name="connsiteY432" fmla="*/ 1055659 h 1410230"/>
                <a:gd name="connsiteX433" fmla="*/ 152028 w 1087064"/>
                <a:gd name="connsiteY433" fmla="*/ 1054315 h 1410230"/>
                <a:gd name="connsiteX434" fmla="*/ 157409 w 1087064"/>
                <a:gd name="connsiteY434" fmla="*/ 1054315 h 1410230"/>
                <a:gd name="connsiteX435" fmla="*/ 173554 w 1087064"/>
                <a:gd name="connsiteY435" fmla="*/ 1055659 h 1410230"/>
                <a:gd name="connsiteX436" fmla="*/ 177590 w 1087064"/>
                <a:gd name="connsiteY436" fmla="*/ 1054315 h 1410230"/>
                <a:gd name="connsiteX437" fmla="*/ 182971 w 1087064"/>
                <a:gd name="connsiteY437" fmla="*/ 1055659 h 1410230"/>
                <a:gd name="connsiteX438" fmla="*/ 185662 w 1087064"/>
                <a:gd name="connsiteY438" fmla="*/ 1054315 h 1410230"/>
                <a:gd name="connsiteX439" fmla="*/ 185662 w 1087064"/>
                <a:gd name="connsiteY439" fmla="*/ 1051629 h 1410230"/>
                <a:gd name="connsiteX440" fmla="*/ 178935 w 1087064"/>
                <a:gd name="connsiteY440" fmla="*/ 1048943 h 1410230"/>
                <a:gd name="connsiteX441" fmla="*/ 170863 w 1087064"/>
                <a:gd name="connsiteY441" fmla="*/ 1048943 h 1410230"/>
                <a:gd name="connsiteX442" fmla="*/ 161445 w 1087064"/>
                <a:gd name="connsiteY442" fmla="*/ 1051629 h 1410230"/>
                <a:gd name="connsiteX443" fmla="*/ 156064 w 1087064"/>
                <a:gd name="connsiteY443" fmla="*/ 1051629 h 1410230"/>
                <a:gd name="connsiteX444" fmla="*/ 154718 w 1087064"/>
                <a:gd name="connsiteY444" fmla="*/ 1050286 h 1410230"/>
                <a:gd name="connsiteX445" fmla="*/ 152028 w 1087064"/>
                <a:gd name="connsiteY445" fmla="*/ 1048943 h 1410230"/>
                <a:gd name="connsiteX446" fmla="*/ 146646 w 1087064"/>
                <a:gd name="connsiteY446" fmla="*/ 1050286 h 1410230"/>
                <a:gd name="connsiteX447" fmla="*/ 142610 w 1087064"/>
                <a:gd name="connsiteY447" fmla="*/ 1052972 h 1410230"/>
                <a:gd name="connsiteX448" fmla="*/ 141265 w 1087064"/>
                <a:gd name="connsiteY448" fmla="*/ 1051629 h 1410230"/>
                <a:gd name="connsiteX449" fmla="*/ 141265 w 1087064"/>
                <a:gd name="connsiteY449" fmla="*/ 1047600 h 1410230"/>
                <a:gd name="connsiteX450" fmla="*/ 143955 w 1087064"/>
                <a:gd name="connsiteY450" fmla="*/ 1043571 h 1410230"/>
                <a:gd name="connsiteX451" fmla="*/ 147991 w 1087064"/>
                <a:gd name="connsiteY451" fmla="*/ 1040885 h 1410230"/>
                <a:gd name="connsiteX452" fmla="*/ 152028 w 1087064"/>
                <a:gd name="connsiteY452" fmla="*/ 1038198 h 1410230"/>
                <a:gd name="connsiteX453" fmla="*/ 157409 w 1087064"/>
                <a:gd name="connsiteY453" fmla="*/ 1035512 h 1410230"/>
                <a:gd name="connsiteX454" fmla="*/ 158754 w 1087064"/>
                <a:gd name="connsiteY454" fmla="*/ 1031483 h 1410230"/>
                <a:gd name="connsiteX455" fmla="*/ 162791 w 1087064"/>
                <a:gd name="connsiteY455" fmla="*/ 1028797 h 1410230"/>
                <a:gd name="connsiteX456" fmla="*/ 165481 w 1087064"/>
                <a:gd name="connsiteY456" fmla="*/ 1028797 h 1410230"/>
                <a:gd name="connsiteX457" fmla="*/ 166827 w 1087064"/>
                <a:gd name="connsiteY457" fmla="*/ 1030140 h 1410230"/>
                <a:gd name="connsiteX458" fmla="*/ 170863 w 1087064"/>
                <a:gd name="connsiteY458" fmla="*/ 1030140 h 1410230"/>
                <a:gd name="connsiteX459" fmla="*/ 173554 w 1087064"/>
                <a:gd name="connsiteY459" fmla="*/ 1028797 h 1410230"/>
                <a:gd name="connsiteX460" fmla="*/ 176244 w 1087064"/>
                <a:gd name="connsiteY460" fmla="*/ 1028797 h 1410230"/>
                <a:gd name="connsiteX461" fmla="*/ 177590 w 1087064"/>
                <a:gd name="connsiteY461" fmla="*/ 1030140 h 1410230"/>
                <a:gd name="connsiteX462" fmla="*/ 182971 w 1087064"/>
                <a:gd name="connsiteY462" fmla="*/ 1032826 h 1410230"/>
                <a:gd name="connsiteX463" fmla="*/ 188353 w 1087064"/>
                <a:gd name="connsiteY463" fmla="*/ 1036855 h 1410230"/>
                <a:gd name="connsiteX464" fmla="*/ 193734 w 1087064"/>
                <a:gd name="connsiteY464" fmla="*/ 1036855 h 1410230"/>
                <a:gd name="connsiteX465" fmla="*/ 199116 w 1087064"/>
                <a:gd name="connsiteY465" fmla="*/ 1039542 h 1410230"/>
                <a:gd name="connsiteX466" fmla="*/ 204497 w 1087064"/>
                <a:gd name="connsiteY466" fmla="*/ 1044914 h 1410230"/>
                <a:gd name="connsiteX467" fmla="*/ 209879 w 1087064"/>
                <a:gd name="connsiteY467" fmla="*/ 1047600 h 1410230"/>
                <a:gd name="connsiteX468" fmla="*/ 216606 w 1087064"/>
                <a:gd name="connsiteY468" fmla="*/ 1050286 h 1410230"/>
                <a:gd name="connsiteX469" fmla="*/ 219296 w 1087064"/>
                <a:gd name="connsiteY469" fmla="*/ 1048943 h 1410230"/>
                <a:gd name="connsiteX470" fmla="*/ 221987 w 1087064"/>
                <a:gd name="connsiteY470" fmla="*/ 1048943 h 1410230"/>
                <a:gd name="connsiteX471" fmla="*/ 223333 w 1087064"/>
                <a:gd name="connsiteY471" fmla="*/ 1047600 h 1410230"/>
                <a:gd name="connsiteX472" fmla="*/ 221987 w 1087064"/>
                <a:gd name="connsiteY472" fmla="*/ 1044914 h 1410230"/>
                <a:gd name="connsiteX473" fmla="*/ 217951 w 1087064"/>
                <a:gd name="connsiteY473" fmla="*/ 1046257 h 1410230"/>
                <a:gd name="connsiteX474" fmla="*/ 216606 w 1087064"/>
                <a:gd name="connsiteY474" fmla="*/ 1047600 h 1410230"/>
                <a:gd name="connsiteX475" fmla="*/ 212570 w 1087064"/>
                <a:gd name="connsiteY475" fmla="*/ 1046257 h 1410230"/>
                <a:gd name="connsiteX476" fmla="*/ 207188 w 1087064"/>
                <a:gd name="connsiteY476" fmla="*/ 1042228 h 1410230"/>
                <a:gd name="connsiteX477" fmla="*/ 201806 w 1087064"/>
                <a:gd name="connsiteY477" fmla="*/ 1035512 h 1410230"/>
                <a:gd name="connsiteX478" fmla="*/ 201806 w 1087064"/>
                <a:gd name="connsiteY478" fmla="*/ 1032826 h 1410230"/>
                <a:gd name="connsiteX479" fmla="*/ 204497 w 1087064"/>
                <a:gd name="connsiteY479" fmla="*/ 1032826 h 1410230"/>
                <a:gd name="connsiteX480" fmla="*/ 212570 w 1087064"/>
                <a:gd name="connsiteY480" fmla="*/ 1032826 h 1410230"/>
                <a:gd name="connsiteX481" fmla="*/ 219296 w 1087064"/>
                <a:gd name="connsiteY481" fmla="*/ 1030140 h 1410230"/>
                <a:gd name="connsiteX482" fmla="*/ 221987 w 1087064"/>
                <a:gd name="connsiteY482" fmla="*/ 1027454 h 1410230"/>
                <a:gd name="connsiteX483" fmla="*/ 220642 w 1087064"/>
                <a:gd name="connsiteY483" fmla="*/ 1024768 h 1410230"/>
                <a:gd name="connsiteX484" fmla="*/ 215260 w 1087064"/>
                <a:gd name="connsiteY484" fmla="*/ 1023425 h 1410230"/>
                <a:gd name="connsiteX485" fmla="*/ 212570 w 1087064"/>
                <a:gd name="connsiteY485" fmla="*/ 1024768 h 1410230"/>
                <a:gd name="connsiteX486" fmla="*/ 212570 w 1087064"/>
                <a:gd name="connsiteY486" fmla="*/ 1027454 h 1410230"/>
                <a:gd name="connsiteX487" fmla="*/ 213915 w 1087064"/>
                <a:gd name="connsiteY487" fmla="*/ 1028797 h 1410230"/>
                <a:gd name="connsiteX488" fmla="*/ 212570 w 1087064"/>
                <a:gd name="connsiteY488" fmla="*/ 1030140 h 1410230"/>
                <a:gd name="connsiteX489" fmla="*/ 205843 w 1087064"/>
                <a:gd name="connsiteY489" fmla="*/ 1030140 h 1410230"/>
                <a:gd name="connsiteX490" fmla="*/ 203152 w 1087064"/>
                <a:gd name="connsiteY490" fmla="*/ 1028797 h 1410230"/>
                <a:gd name="connsiteX491" fmla="*/ 201806 w 1087064"/>
                <a:gd name="connsiteY491" fmla="*/ 1026111 h 1410230"/>
                <a:gd name="connsiteX492" fmla="*/ 204497 w 1087064"/>
                <a:gd name="connsiteY492" fmla="*/ 1024768 h 1410230"/>
                <a:gd name="connsiteX493" fmla="*/ 207188 w 1087064"/>
                <a:gd name="connsiteY493" fmla="*/ 1024768 h 1410230"/>
                <a:gd name="connsiteX494" fmla="*/ 208533 w 1087064"/>
                <a:gd name="connsiteY494" fmla="*/ 1022082 h 1410230"/>
                <a:gd name="connsiteX495" fmla="*/ 207188 w 1087064"/>
                <a:gd name="connsiteY495" fmla="*/ 1019395 h 1410230"/>
                <a:gd name="connsiteX496" fmla="*/ 204497 w 1087064"/>
                <a:gd name="connsiteY496" fmla="*/ 1019395 h 1410230"/>
                <a:gd name="connsiteX497" fmla="*/ 203152 w 1087064"/>
                <a:gd name="connsiteY497" fmla="*/ 1020739 h 1410230"/>
                <a:gd name="connsiteX498" fmla="*/ 200461 w 1087064"/>
                <a:gd name="connsiteY498" fmla="*/ 1019395 h 1410230"/>
                <a:gd name="connsiteX499" fmla="*/ 197770 w 1087064"/>
                <a:gd name="connsiteY499" fmla="*/ 1019395 h 1410230"/>
                <a:gd name="connsiteX500" fmla="*/ 197770 w 1087064"/>
                <a:gd name="connsiteY500" fmla="*/ 1022082 h 1410230"/>
                <a:gd name="connsiteX501" fmla="*/ 199116 w 1087064"/>
                <a:gd name="connsiteY501" fmla="*/ 1024768 h 1410230"/>
                <a:gd name="connsiteX502" fmla="*/ 199116 w 1087064"/>
                <a:gd name="connsiteY502" fmla="*/ 1028797 h 1410230"/>
                <a:gd name="connsiteX503" fmla="*/ 196425 w 1087064"/>
                <a:gd name="connsiteY503" fmla="*/ 1031483 h 1410230"/>
                <a:gd name="connsiteX504" fmla="*/ 192389 w 1087064"/>
                <a:gd name="connsiteY504" fmla="*/ 1034169 h 1410230"/>
                <a:gd name="connsiteX505" fmla="*/ 189698 w 1087064"/>
                <a:gd name="connsiteY505" fmla="*/ 1032826 h 1410230"/>
                <a:gd name="connsiteX506" fmla="*/ 184317 w 1087064"/>
                <a:gd name="connsiteY506" fmla="*/ 1027454 h 1410230"/>
                <a:gd name="connsiteX507" fmla="*/ 180280 w 1087064"/>
                <a:gd name="connsiteY507" fmla="*/ 1027454 h 1410230"/>
                <a:gd name="connsiteX508" fmla="*/ 177590 w 1087064"/>
                <a:gd name="connsiteY508" fmla="*/ 1026111 h 1410230"/>
                <a:gd name="connsiteX509" fmla="*/ 177590 w 1087064"/>
                <a:gd name="connsiteY509" fmla="*/ 1023425 h 1410230"/>
                <a:gd name="connsiteX510" fmla="*/ 176244 w 1087064"/>
                <a:gd name="connsiteY510" fmla="*/ 1023425 h 1410230"/>
                <a:gd name="connsiteX511" fmla="*/ 174899 w 1087064"/>
                <a:gd name="connsiteY511" fmla="*/ 1026111 h 1410230"/>
                <a:gd name="connsiteX512" fmla="*/ 168172 w 1087064"/>
                <a:gd name="connsiteY512" fmla="*/ 1027454 h 1410230"/>
                <a:gd name="connsiteX513" fmla="*/ 164136 w 1087064"/>
                <a:gd name="connsiteY513" fmla="*/ 1027454 h 1410230"/>
                <a:gd name="connsiteX514" fmla="*/ 161445 w 1087064"/>
                <a:gd name="connsiteY514" fmla="*/ 1030140 h 1410230"/>
                <a:gd name="connsiteX515" fmla="*/ 156064 w 1087064"/>
                <a:gd name="connsiteY515" fmla="*/ 1035512 h 1410230"/>
                <a:gd name="connsiteX516" fmla="*/ 152028 w 1087064"/>
                <a:gd name="connsiteY516" fmla="*/ 1036855 h 1410230"/>
                <a:gd name="connsiteX517" fmla="*/ 150682 w 1087064"/>
                <a:gd name="connsiteY517" fmla="*/ 1035512 h 1410230"/>
                <a:gd name="connsiteX518" fmla="*/ 150682 w 1087064"/>
                <a:gd name="connsiteY518" fmla="*/ 1042228 h 1410230"/>
                <a:gd name="connsiteX519" fmla="*/ 156064 w 1087064"/>
                <a:gd name="connsiteY519" fmla="*/ 1035512 h 1410230"/>
                <a:gd name="connsiteX520" fmla="*/ 158754 w 1087064"/>
                <a:gd name="connsiteY520" fmla="*/ 1034169 h 1410230"/>
                <a:gd name="connsiteX521" fmla="*/ 160100 w 1087064"/>
                <a:gd name="connsiteY521" fmla="*/ 1031483 h 1410230"/>
                <a:gd name="connsiteX522" fmla="*/ 160100 w 1087064"/>
                <a:gd name="connsiteY522" fmla="*/ 1028797 h 1410230"/>
                <a:gd name="connsiteX523" fmla="*/ 161445 w 1087064"/>
                <a:gd name="connsiteY523" fmla="*/ 1028797 h 1410230"/>
                <a:gd name="connsiteX524" fmla="*/ 164136 w 1087064"/>
                <a:gd name="connsiteY524" fmla="*/ 1026111 h 1410230"/>
                <a:gd name="connsiteX525" fmla="*/ 164136 w 1087064"/>
                <a:gd name="connsiteY525" fmla="*/ 1023425 h 1410230"/>
                <a:gd name="connsiteX526" fmla="*/ 165481 w 1087064"/>
                <a:gd name="connsiteY526" fmla="*/ 1020739 h 1410230"/>
                <a:gd name="connsiteX527" fmla="*/ 166827 w 1087064"/>
                <a:gd name="connsiteY527" fmla="*/ 1020739 h 1410230"/>
                <a:gd name="connsiteX528" fmla="*/ 170863 w 1087064"/>
                <a:gd name="connsiteY528" fmla="*/ 1023425 h 1410230"/>
                <a:gd name="connsiteX529" fmla="*/ 176244 w 1087064"/>
                <a:gd name="connsiteY529" fmla="*/ 1026111 h 1410230"/>
                <a:gd name="connsiteX530" fmla="*/ 182971 w 1087064"/>
                <a:gd name="connsiteY530" fmla="*/ 1026111 h 1410230"/>
                <a:gd name="connsiteX531" fmla="*/ 181626 w 1087064"/>
                <a:gd name="connsiteY531" fmla="*/ 1024768 h 1410230"/>
                <a:gd name="connsiteX532" fmla="*/ 178935 w 1087064"/>
                <a:gd name="connsiteY532" fmla="*/ 1023425 h 1410230"/>
                <a:gd name="connsiteX533" fmla="*/ 176244 w 1087064"/>
                <a:gd name="connsiteY533" fmla="*/ 1023425 h 1410230"/>
                <a:gd name="connsiteX534" fmla="*/ 173554 w 1087064"/>
                <a:gd name="connsiteY534" fmla="*/ 1020739 h 1410230"/>
                <a:gd name="connsiteX535" fmla="*/ 166827 w 1087064"/>
                <a:gd name="connsiteY535" fmla="*/ 1015366 h 1410230"/>
                <a:gd name="connsiteX536" fmla="*/ 165481 w 1087064"/>
                <a:gd name="connsiteY536" fmla="*/ 1011337 h 1410230"/>
                <a:gd name="connsiteX537" fmla="*/ 162791 w 1087064"/>
                <a:gd name="connsiteY537" fmla="*/ 1009994 h 1410230"/>
                <a:gd name="connsiteX538" fmla="*/ 161445 w 1087064"/>
                <a:gd name="connsiteY538" fmla="*/ 1007308 h 1410230"/>
                <a:gd name="connsiteX539" fmla="*/ 164136 w 1087064"/>
                <a:gd name="connsiteY539" fmla="*/ 1005965 h 1410230"/>
                <a:gd name="connsiteX540" fmla="*/ 169518 w 1087064"/>
                <a:gd name="connsiteY540" fmla="*/ 1007308 h 1410230"/>
                <a:gd name="connsiteX541" fmla="*/ 174899 w 1087064"/>
                <a:gd name="connsiteY541" fmla="*/ 1014023 h 1410230"/>
                <a:gd name="connsiteX542" fmla="*/ 180280 w 1087064"/>
                <a:gd name="connsiteY542" fmla="*/ 1018052 h 1410230"/>
                <a:gd name="connsiteX543" fmla="*/ 181626 w 1087064"/>
                <a:gd name="connsiteY543" fmla="*/ 1016709 h 1410230"/>
                <a:gd name="connsiteX544" fmla="*/ 180280 w 1087064"/>
                <a:gd name="connsiteY544" fmla="*/ 1014023 h 1410230"/>
                <a:gd name="connsiteX545" fmla="*/ 178935 w 1087064"/>
                <a:gd name="connsiteY545" fmla="*/ 1009994 h 1410230"/>
                <a:gd name="connsiteX546" fmla="*/ 180280 w 1087064"/>
                <a:gd name="connsiteY546" fmla="*/ 1009994 h 1410230"/>
                <a:gd name="connsiteX547" fmla="*/ 182971 w 1087064"/>
                <a:gd name="connsiteY547" fmla="*/ 1012680 h 1410230"/>
                <a:gd name="connsiteX548" fmla="*/ 184317 w 1087064"/>
                <a:gd name="connsiteY548" fmla="*/ 1015366 h 1410230"/>
                <a:gd name="connsiteX549" fmla="*/ 193734 w 1087064"/>
                <a:gd name="connsiteY549" fmla="*/ 1020739 h 1410230"/>
                <a:gd name="connsiteX550" fmla="*/ 196425 w 1087064"/>
                <a:gd name="connsiteY550" fmla="*/ 1019395 h 1410230"/>
                <a:gd name="connsiteX551" fmla="*/ 197770 w 1087064"/>
                <a:gd name="connsiteY551" fmla="*/ 1018052 h 1410230"/>
                <a:gd name="connsiteX552" fmla="*/ 203152 w 1087064"/>
                <a:gd name="connsiteY552" fmla="*/ 1018052 h 1410230"/>
                <a:gd name="connsiteX553" fmla="*/ 205843 w 1087064"/>
                <a:gd name="connsiteY553" fmla="*/ 1020739 h 1410230"/>
                <a:gd name="connsiteX554" fmla="*/ 211224 w 1087064"/>
                <a:gd name="connsiteY554" fmla="*/ 1023425 h 1410230"/>
                <a:gd name="connsiteX555" fmla="*/ 215260 w 1087064"/>
                <a:gd name="connsiteY555" fmla="*/ 1026111 h 1410230"/>
                <a:gd name="connsiteX556" fmla="*/ 216606 w 1087064"/>
                <a:gd name="connsiteY556" fmla="*/ 1027454 h 1410230"/>
                <a:gd name="connsiteX557" fmla="*/ 220642 w 1087064"/>
                <a:gd name="connsiteY557" fmla="*/ 1027454 h 1410230"/>
                <a:gd name="connsiteX558" fmla="*/ 220642 w 1087064"/>
                <a:gd name="connsiteY558" fmla="*/ 1026111 h 1410230"/>
                <a:gd name="connsiteX559" fmla="*/ 216606 w 1087064"/>
                <a:gd name="connsiteY559" fmla="*/ 1022082 h 1410230"/>
                <a:gd name="connsiteX560" fmla="*/ 205843 w 1087064"/>
                <a:gd name="connsiteY560" fmla="*/ 1014023 h 1410230"/>
                <a:gd name="connsiteX561" fmla="*/ 204497 w 1087064"/>
                <a:gd name="connsiteY561" fmla="*/ 1011337 h 1410230"/>
                <a:gd name="connsiteX562" fmla="*/ 204497 w 1087064"/>
                <a:gd name="connsiteY562" fmla="*/ 1009994 h 1410230"/>
                <a:gd name="connsiteX563" fmla="*/ 209879 w 1087064"/>
                <a:gd name="connsiteY563" fmla="*/ 1007308 h 1410230"/>
                <a:gd name="connsiteX564" fmla="*/ 209879 w 1087064"/>
                <a:gd name="connsiteY564" fmla="*/ 1004622 h 1410230"/>
                <a:gd name="connsiteX565" fmla="*/ 211224 w 1087064"/>
                <a:gd name="connsiteY565" fmla="*/ 1001935 h 1410230"/>
                <a:gd name="connsiteX566" fmla="*/ 212570 w 1087064"/>
                <a:gd name="connsiteY566" fmla="*/ 1000592 h 1410230"/>
                <a:gd name="connsiteX567" fmla="*/ 212570 w 1087064"/>
                <a:gd name="connsiteY567" fmla="*/ 999249 h 1410230"/>
                <a:gd name="connsiteX568" fmla="*/ 209879 w 1087064"/>
                <a:gd name="connsiteY568" fmla="*/ 999249 h 1410230"/>
                <a:gd name="connsiteX569" fmla="*/ 207188 w 1087064"/>
                <a:gd name="connsiteY569" fmla="*/ 1000592 h 1410230"/>
                <a:gd name="connsiteX570" fmla="*/ 200461 w 1087064"/>
                <a:gd name="connsiteY570" fmla="*/ 1000592 h 1410230"/>
                <a:gd name="connsiteX571" fmla="*/ 199116 w 1087064"/>
                <a:gd name="connsiteY571" fmla="*/ 1003278 h 1410230"/>
                <a:gd name="connsiteX572" fmla="*/ 200461 w 1087064"/>
                <a:gd name="connsiteY572" fmla="*/ 1004622 h 1410230"/>
                <a:gd name="connsiteX573" fmla="*/ 204497 w 1087064"/>
                <a:gd name="connsiteY573" fmla="*/ 1007308 h 1410230"/>
                <a:gd name="connsiteX574" fmla="*/ 203152 w 1087064"/>
                <a:gd name="connsiteY574" fmla="*/ 1008651 h 1410230"/>
                <a:gd name="connsiteX575" fmla="*/ 197770 w 1087064"/>
                <a:gd name="connsiteY575" fmla="*/ 1008651 h 1410230"/>
                <a:gd name="connsiteX576" fmla="*/ 196425 w 1087064"/>
                <a:gd name="connsiteY576" fmla="*/ 1009994 h 1410230"/>
                <a:gd name="connsiteX577" fmla="*/ 192389 w 1087064"/>
                <a:gd name="connsiteY577" fmla="*/ 1008651 h 1410230"/>
                <a:gd name="connsiteX578" fmla="*/ 188353 w 1087064"/>
                <a:gd name="connsiteY578" fmla="*/ 1009994 h 1410230"/>
                <a:gd name="connsiteX579" fmla="*/ 185662 w 1087064"/>
                <a:gd name="connsiteY579" fmla="*/ 1007308 h 1410230"/>
                <a:gd name="connsiteX580" fmla="*/ 181626 w 1087064"/>
                <a:gd name="connsiteY580" fmla="*/ 1005965 h 1410230"/>
                <a:gd name="connsiteX581" fmla="*/ 180280 w 1087064"/>
                <a:gd name="connsiteY581" fmla="*/ 1003278 h 1410230"/>
                <a:gd name="connsiteX582" fmla="*/ 182971 w 1087064"/>
                <a:gd name="connsiteY582" fmla="*/ 1001935 h 1410230"/>
                <a:gd name="connsiteX583" fmla="*/ 184317 w 1087064"/>
                <a:gd name="connsiteY583" fmla="*/ 999249 h 1410230"/>
                <a:gd name="connsiteX584" fmla="*/ 181626 w 1087064"/>
                <a:gd name="connsiteY584" fmla="*/ 999249 h 1410230"/>
                <a:gd name="connsiteX585" fmla="*/ 176244 w 1087064"/>
                <a:gd name="connsiteY585" fmla="*/ 1000592 h 1410230"/>
                <a:gd name="connsiteX586" fmla="*/ 174899 w 1087064"/>
                <a:gd name="connsiteY586" fmla="*/ 999249 h 1410230"/>
                <a:gd name="connsiteX587" fmla="*/ 181626 w 1087064"/>
                <a:gd name="connsiteY587" fmla="*/ 997906 h 1410230"/>
                <a:gd name="connsiteX588" fmla="*/ 188353 w 1087064"/>
                <a:gd name="connsiteY588" fmla="*/ 995220 h 1410230"/>
                <a:gd name="connsiteX589" fmla="*/ 191043 w 1087064"/>
                <a:gd name="connsiteY589" fmla="*/ 993877 h 1410230"/>
                <a:gd name="connsiteX590" fmla="*/ 196425 w 1087064"/>
                <a:gd name="connsiteY590" fmla="*/ 993877 h 1410230"/>
                <a:gd name="connsiteX591" fmla="*/ 197770 w 1087064"/>
                <a:gd name="connsiteY591" fmla="*/ 995220 h 1410230"/>
                <a:gd name="connsiteX592" fmla="*/ 201806 w 1087064"/>
                <a:gd name="connsiteY592" fmla="*/ 993877 h 1410230"/>
                <a:gd name="connsiteX593" fmla="*/ 205843 w 1087064"/>
                <a:gd name="connsiteY593" fmla="*/ 993877 h 1410230"/>
                <a:gd name="connsiteX594" fmla="*/ 211224 w 1087064"/>
                <a:gd name="connsiteY594" fmla="*/ 995220 h 1410230"/>
                <a:gd name="connsiteX595" fmla="*/ 211224 w 1087064"/>
                <a:gd name="connsiteY595" fmla="*/ 992534 h 1410230"/>
                <a:gd name="connsiteX596" fmla="*/ 213915 w 1087064"/>
                <a:gd name="connsiteY596" fmla="*/ 991191 h 1410230"/>
                <a:gd name="connsiteX597" fmla="*/ 215260 w 1087064"/>
                <a:gd name="connsiteY597" fmla="*/ 988505 h 1410230"/>
                <a:gd name="connsiteX598" fmla="*/ 217951 w 1087064"/>
                <a:gd name="connsiteY598" fmla="*/ 985819 h 1410230"/>
                <a:gd name="connsiteX599" fmla="*/ 219296 w 1087064"/>
                <a:gd name="connsiteY599" fmla="*/ 983132 h 1410230"/>
                <a:gd name="connsiteX600" fmla="*/ 217951 w 1087064"/>
                <a:gd name="connsiteY600" fmla="*/ 983132 h 1410230"/>
                <a:gd name="connsiteX601" fmla="*/ 213915 w 1087064"/>
                <a:gd name="connsiteY601" fmla="*/ 985819 h 1410230"/>
                <a:gd name="connsiteX602" fmla="*/ 211224 w 1087064"/>
                <a:gd name="connsiteY602" fmla="*/ 985819 h 1410230"/>
                <a:gd name="connsiteX603" fmla="*/ 209879 w 1087064"/>
                <a:gd name="connsiteY603" fmla="*/ 983132 h 1410230"/>
                <a:gd name="connsiteX604" fmla="*/ 212570 w 1087064"/>
                <a:gd name="connsiteY604" fmla="*/ 979103 h 1410230"/>
                <a:gd name="connsiteX605" fmla="*/ 215260 w 1087064"/>
                <a:gd name="connsiteY605" fmla="*/ 969702 h 1410230"/>
                <a:gd name="connsiteX606" fmla="*/ 215260 w 1087064"/>
                <a:gd name="connsiteY606" fmla="*/ 965672 h 1410230"/>
                <a:gd name="connsiteX607" fmla="*/ 216606 w 1087064"/>
                <a:gd name="connsiteY607" fmla="*/ 964329 h 1410230"/>
                <a:gd name="connsiteX608" fmla="*/ 217951 w 1087064"/>
                <a:gd name="connsiteY608" fmla="*/ 965672 h 1410230"/>
                <a:gd name="connsiteX609" fmla="*/ 220642 w 1087064"/>
                <a:gd name="connsiteY609" fmla="*/ 969702 h 1410230"/>
                <a:gd name="connsiteX610" fmla="*/ 219296 w 1087064"/>
                <a:gd name="connsiteY610" fmla="*/ 971045 h 1410230"/>
                <a:gd name="connsiteX611" fmla="*/ 219296 w 1087064"/>
                <a:gd name="connsiteY611" fmla="*/ 973731 h 1410230"/>
                <a:gd name="connsiteX612" fmla="*/ 223333 w 1087064"/>
                <a:gd name="connsiteY612" fmla="*/ 975074 h 1410230"/>
                <a:gd name="connsiteX613" fmla="*/ 226023 w 1087064"/>
                <a:gd name="connsiteY613" fmla="*/ 975074 h 1410230"/>
                <a:gd name="connsiteX614" fmla="*/ 227369 w 1087064"/>
                <a:gd name="connsiteY614" fmla="*/ 977760 h 1410230"/>
                <a:gd name="connsiteX615" fmla="*/ 230059 w 1087064"/>
                <a:gd name="connsiteY615" fmla="*/ 977760 h 1410230"/>
                <a:gd name="connsiteX616" fmla="*/ 231405 w 1087064"/>
                <a:gd name="connsiteY616" fmla="*/ 976417 h 1410230"/>
                <a:gd name="connsiteX617" fmla="*/ 234095 w 1087064"/>
                <a:gd name="connsiteY617" fmla="*/ 977760 h 1410230"/>
                <a:gd name="connsiteX618" fmla="*/ 236786 w 1087064"/>
                <a:gd name="connsiteY618" fmla="*/ 977760 h 1410230"/>
                <a:gd name="connsiteX619" fmla="*/ 236786 w 1087064"/>
                <a:gd name="connsiteY619" fmla="*/ 975074 h 1410230"/>
                <a:gd name="connsiteX620" fmla="*/ 234095 w 1087064"/>
                <a:gd name="connsiteY620" fmla="*/ 973731 h 1410230"/>
                <a:gd name="connsiteX621" fmla="*/ 227369 w 1087064"/>
                <a:gd name="connsiteY621" fmla="*/ 973731 h 1410230"/>
                <a:gd name="connsiteX622" fmla="*/ 227369 w 1087064"/>
                <a:gd name="connsiteY622" fmla="*/ 972388 h 1410230"/>
                <a:gd name="connsiteX623" fmla="*/ 231405 w 1087064"/>
                <a:gd name="connsiteY623" fmla="*/ 971045 h 1410230"/>
                <a:gd name="connsiteX624" fmla="*/ 236786 w 1087064"/>
                <a:gd name="connsiteY624" fmla="*/ 969702 h 1410230"/>
                <a:gd name="connsiteX625" fmla="*/ 236786 w 1087064"/>
                <a:gd name="connsiteY625" fmla="*/ 967015 h 1410230"/>
                <a:gd name="connsiteX626" fmla="*/ 234095 w 1087064"/>
                <a:gd name="connsiteY626" fmla="*/ 965672 h 1410230"/>
                <a:gd name="connsiteX627" fmla="*/ 231405 w 1087064"/>
                <a:gd name="connsiteY627" fmla="*/ 965672 h 1410230"/>
                <a:gd name="connsiteX628" fmla="*/ 230059 w 1087064"/>
                <a:gd name="connsiteY628" fmla="*/ 962986 h 1410230"/>
                <a:gd name="connsiteX629" fmla="*/ 228714 w 1087064"/>
                <a:gd name="connsiteY629" fmla="*/ 961643 h 1410230"/>
                <a:gd name="connsiteX630" fmla="*/ 227369 w 1087064"/>
                <a:gd name="connsiteY630" fmla="*/ 962986 h 1410230"/>
                <a:gd name="connsiteX631" fmla="*/ 224678 w 1087064"/>
                <a:gd name="connsiteY631" fmla="*/ 962986 h 1410230"/>
                <a:gd name="connsiteX632" fmla="*/ 220642 w 1087064"/>
                <a:gd name="connsiteY632" fmla="*/ 961643 h 1410230"/>
                <a:gd name="connsiteX633" fmla="*/ 220642 w 1087064"/>
                <a:gd name="connsiteY633" fmla="*/ 958957 h 1410230"/>
                <a:gd name="connsiteX634" fmla="*/ 223333 w 1087064"/>
                <a:gd name="connsiteY634" fmla="*/ 956271 h 1410230"/>
                <a:gd name="connsiteX635" fmla="*/ 226023 w 1087064"/>
                <a:gd name="connsiteY635" fmla="*/ 956271 h 1410230"/>
                <a:gd name="connsiteX636" fmla="*/ 230059 w 1087064"/>
                <a:gd name="connsiteY636" fmla="*/ 950898 h 1410230"/>
                <a:gd name="connsiteX637" fmla="*/ 232750 w 1087064"/>
                <a:gd name="connsiteY637" fmla="*/ 948212 h 1410230"/>
                <a:gd name="connsiteX638" fmla="*/ 234095 w 1087064"/>
                <a:gd name="connsiteY638" fmla="*/ 949555 h 1410230"/>
                <a:gd name="connsiteX639" fmla="*/ 236786 w 1087064"/>
                <a:gd name="connsiteY639" fmla="*/ 948212 h 1410230"/>
                <a:gd name="connsiteX640" fmla="*/ 239477 w 1087064"/>
                <a:gd name="connsiteY640" fmla="*/ 948212 h 1410230"/>
                <a:gd name="connsiteX641" fmla="*/ 238132 w 1087064"/>
                <a:gd name="connsiteY641" fmla="*/ 945526 h 1410230"/>
                <a:gd name="connsiteX642" fmla="*/ 235441 w 1087064"/>
                <a:gd name="connsiteY642" fmla="*/ 944183 h 1410230"/>
                <a:gd name="connsiteX643" fmla="*/ 231405 w 1087064"/>
                <a:gd name="connsiteY643" fmla="*/ 944183 h 1410230"/>
                <a:gd name="connsiteX644" fmla="*/ 230059 w 1087064"/>
                <a:gd name="connsiteY644" fmla="*/ 942840 h 1410230"/>
                <a:gd name="connsiteX645" fmla="*/ 231405 w 1087064"/>
                <a:gd name="connsiteY645" fmla="*/ 941497 h 1410230"/>
                <a:gd name="connsiteX646" fmla="*/ 236786 w 1087064"/>
                <a:gd name="connsiteY646" fmla="*/ 938811 h 1410230"/>
                <a:gd name="connsiteX647" fmla="*/ 239477 w 1087064"/>
                <a:gd name="connsiteY647" fmla="*/ 936125 h 1410230"/>
                <a:gd name="connsiteX648" fmla="*/ 243513 w 1087064"/>
                <a:gd name="connsiteY648" fmla="*/ 934782 h 1410230"/>
                <a:gd name="connsiteX649" fmla="*/ 243513 w 1087064"/>
                <a:gd name="connsiteY649" fmla="*/ 933439 h 1410230"/>
                <a:gd name="connsiteX650" fmla="*/ 246204 w 1087064"/>
                <a:gd name="connsiteY650" fmla="*/ 930752 h 1410230"/>
                <a:gd name="connsiteX651" fmla="*/ 243513 w 1087064"/>
                <a:gd name="connsiteY651" fmla="*/ 928066 h 1410230"/>
                <a:gd name="connsiteX652" fmla="*/ 240822 w 1087064"/>
                <a:gd name="connsiteY652" fmla="*/ 928066 h 1410230"/>
                <a:gd name="connsiteX653" fmla="*/ 240822 w 1087064"/>
                <a:gd name="connsiteY653" fmla="*/ 925380 h 1410230"/>
                <a:gd name="connsiteX654" fmla="*/ 243513 w 1087064"/>
                <a:gd name="connsiteY654" fmla="*/ 924037 h 1410230"/>
                <a:gd name="connsiteX655" fmla="*/ 246204 w 1087064"/>
                <a:gd name="connsiteY655" fmla="*/ 924037 h 1410230"/>
                <a:gd name="connsiteX656" fmla="*/ 246204 w 1087064"/>
                <a:gd name="connsiteY656" fmla="*/ 920008 h 1410230"/>
                <a:gd name="connsiteX657" fmla="*/ 243513 w 1087064"/>
                <a:gd name="connsiteY657" fmla="*/ 918665 h 1410230"/>
                <a:gd name="connsiteX658" fmla="*/ 239477 w 1087064"/>
                <a:gd name="connsiteY658" fmla="*/ 918665 h 1410230"/>
                <a:gd name="connsiteX659" fmla="*/ 235441 w 1087064"/>
                <a:gd name="connsiteY659" fmla="*/ 921351 h 1410230"/>
                <a:gd name="connsiteX660" fmla="*/ 231405 w 1087064"/>
                <a:gd name="connsiteY660" fmla="*/ 921351 h 1410230"/>
                <a:gd name="connsiteX661" fmla="*/ 228714 w 1087064"/>
                <a:gd name="connsiteY661" fmla="*/ 918665 h 1410230"/>
                <a:gd name="connsiteX662" fmla="*/ 226023 w 1087064"/>
                <a:gd name="connsiteY662" fmla="*/ 920008 h 1410230"/>
                <a:gd name="connsiteX663" fmla="*/ 221987 w 1087064"/>
                <a:gd name="connsiteY663" fmla="*/ 920008 h 1410230"/>
                <a:gd name="connsiteX664" fmla="*/ 219296 w 1087064"/>
                <a:gd name="connsiteY664" fmla="*/ 917322 h 1410230"/>
                <a:gd name="connsiteX665" fmla="*/ 216606 w 1087064"/>
                <a:gd name="connsiteY665" fmla="*/ 918665 h 1410230"/>
                <a:gd name="connsiteX666" fmla="*/ 212570 w 1087064"/>
                <a:gd name="connsiteY666" fmla="*/ 917322 h 1410230"/>
                <a:gd name="connsiteX667" fmla="*/ 209879 w 1087064"/>
                <a:gd name="connsiteY667" fmla="*/ 913292 h 1410230"/>
                <a:gd name="connsiteX668" fmla="*/ 205843 w 1087064"/>
                <a:gd name="connsiteY668" fmla="*/ 913292 h 1410230"/>
                <a:gd name="connsiteX669" fmla="*/ 203152 w 1087064"/>
                <a:gd name="connsiteY669" fmla="*/ 911949 h 1410230"/>
                <a:gd name="connsiteX670" fmla="*/ 203152 w 1087064"/>
                <a:gd name="connsiteY670" fmla="*/ 909263 h 1410230"/>
                <a:gd name="connsiteX671" fmla="*/ 201806 w 1087064"/>
                <a:gd name="connsiteY671" fmla="*/ 903891 h 1410230"/>
                <a:gd name="connsiteX672" fmla="*/ 196425 w 1087064"/>
                <a:gd name="connsiteY672" fmla="*/ 899862 h 1410230"/>
                <a:gd name="connsiteX673" fmla="*/ 187007 w 1087064"/>
                <a:gd name="connsiteY673" fmla="*/ 895832 h 1410230"/>
                <a:gd name="connsiteX674" fmla="*/ 180280 w 1087064"/>
                <a:gd name="connsiteY674" fmla="*/ 893146 h 1410230"/>
                <a:gd name="connsiteX675" fmla="*/ 174899 w 1087064"/>
                <a:gd name="connsiteY675" fmla="*/ 887774 h 1410230"/>
                <a:gd name="connsiteX676" fmla="*/ 174899 w 1087064"/>
                <a:gd name="connsiteY676" fmla="*/ 885088 h 1410230"/>
                <a:gd name="connsiteX677" fmla="*/ 173554 w 1087064"/>
                <a:gd name="connsiteY677" fmla="*/ 879715 h 1410230"/>
                <a:gd name="connsiteX678" fmla="*/ 170863 w 1087064"/>
                <a:gd name="connsiteY678" fmla="*/ 875686 h 1410230"/>
                <a:gd name="connsiteX679" fmla="*/ 168172 w 1087064"/>
                <a:gd name="connsiteY679" fmla="*/ 873000 h 1410230"/>
                <a:gd name="connsiteX680" fmla="*/ 168172 w 1087064"/>
                <a:gd name="connsiteY680" fmla="*/ 870314 h 1410230"/>
                <a:gd name="connsiteX681" fmla="*/ 173554 w 1087064"/>
                <a:gd name="connsiteY681" fmla="*/ 866285 h 1410230"/>
                <a:gd name="connsiteX682" fmla="*/ 178935 w 1087064"/>
                <a:gd name="connsiteY682" fmla="*/ 866285 h 1410230"/>
                <a:gd name="connsiteX683" fmla="*/ 181626 w 1087064"/>
                <a:gd name="connsiteY683" fmla="*/ 864942 h 1410230"/>
                <a:gd name="connsiteX684" fmla="*/ 184317 w 1087064"/>
                <a:gd name="connsiteY684" fmla="*/ 866285 h 1410230"/>
                <a:gd name="connsiteX685" fmla="*/ 189698 w 1087064"/>
                <a:gd name="connsiteY685" fmla="*/ 866285 h 1410230"/>
                <a:gd name="connsiteX686" fmla="*/ 193734 w 1087064"/>
                <a:gd name="connsiteY686" fmla="*/ 870314 h 1410230"/>
                <a:gd name="connsiteX687" fmla="*/ 199116 w 1087064"/>
                <a:gd name="connsiteY687" fmla="*/ 871657 h 1410230"/>
                <a:gd name="connsiteX688" fmla="*/ 203152 w 1087064"/>
                <a:gd name="connsiteY688" fmla="*/ 871657 h 1410230"/>
                <a:gd name="connsiteX689" fmla="*/ 204497 w 1087064"/>
                <a:gd name="connsiteY689" fmla="*/ 873000 h 1410230"/>
                <a:gd name="connsiteX690" fmla="*/ 209879 w 1087064"/>
                <a:gd name="connsiteY690" fmla="*/ 873000 h 1410230"/>
                <a:gd name="connsiteX691" fmla="*/ 213915 w 1087064"/>
                <a:gd name="connsiteY691" fmla="*/ 874343 h 1410230"/>
                <a:gd name="connsiteX692" fmla="*/ 216606 w 1087064"/>
                <a:gd name="connsiteY692" fmla="*/ 875686 h 1410230"/>
                <a:gd name="connsiteX693" fmla="*/ 219296 w 1087064"/>
                <a:gd name="connsiteY693" fmla="*/ 877029 h 1410230"/>
                <a:gd name="connsiteX694" fmla="*/ 221987 w 1087064"/>
                <a:gd name="connsiteY694" fmla="*/ 879715 h 1410230"/>
                <a:gd name="connsiteX695" fmla="*/ 224678 w 1087064"/>
                <a:gd name="connsiteY695" fmla="*/ 889117 h 1410230"/>
                <a:gd name="connsiteX696" fmla="*/ 228714 w 1087064"/>
                <a:gd name="connsiteY696" fmla="*/ 893146 h 1410230"/>
                <a:gd name="connsiteX697" fmla="*/ 232750 w 1087064"/>
                <a:gd name="connsiteY697" fmla="*/ 895832 h 1410230"/>
                <a:gd name="connsiteX698" fmla="*/ 236786 w 1087064"/>
                <a:gd name="connsiteY698" fmla="*/ 899862 h 1410230"/>
                <a:gd name="connsiteX699" fmla="*/ 242168 w 1087064"/>
                <a:gd name="connsiteY699" fmla="*/ 901205 h 1410230"/>
                <a:gd name="connsiteX700" fmla="*/ 244859 w 1087064"/>
                <a:gd name="connsiteY700" fmla="*/ 899862 h 1410230"/>
                <a:gd name="connsiteX701" fmla="*/ 247549 w 1087064"/>
                <a:gd name="connsiteY701" fmla="*/ 895832 h 1410230"/>
                <a:gd name="connsiteX702" fmla="*/ 246204 w 1087064"/>
                <a:gd name="connsiteY702" fmla="*/ 894489 h 1410230"/>
                <a:gd name="connsiteX703" fmla="*/ 243513 w 1087064"/>
                <a:gd name="connsiteY703" fmla="*/ 895832 h 1410230"/>
                <a:gd name="connsiteX704" fmla="*/ 240822 w 1087064"/>
                <a:gd name="connsiteY704" fmla="*/ 895832 h 1410230"/>
                <a:gd name="connsiteX705" fmla="*/ 238132 w 1087064"/>
                <a:gd name="connsiteY705" fmla="*/ 893146 h 1410230"/>
                <a:gd name="connsiteX706" fmla="*/ 232750 w 1087064"/>
                <a:gd name="connsiteY706" fmla="*/ 887774 h 1410230"/>
                <a:gd name="connsiteX707" fmla="*/ 232750 w 1087064"/>
                <a:gd name="connsiteY707" fmla="*/ 885088 h 1410230"/>
                <a:gd name="connsiteX708" fmla="*/ 234095 w 1087064"/>
                <a:gd name="connsiteY708" fmla="*/ 885088 h 1410230"/>
                <a:gd name="connsiteX709" fmla="*/ 239477 w 1087064"/>
                <a:gd name="connsiteY709" fmla="*/ 889117 h 1410230"/>
                <a:gd name="connsiteX710" fmla="*/ 242168 w 1087064"/>
                <a:gd name="connsiteY710" fmla="*/ 889117 h 1410230"/>
                <a:gd name="connsiteX711" fmla="*/ 242168 w 1087064"/>
                <a:gd name="connsiteY711" fmla="*/ 886431 h 1410230"/>
                <a:gd name="connsiteX712" fmla="*/ 244859 w 1087064"/>
                <a:gd name="connsiteY712" fmla="*/ 886431 h 1410230"/>
                <a:gd name="connsiteX713" fmla="*/ 244859 w 1087064"/>
                <a:gd name="connsiteY713" fmla="*/ 883745 h 1410230"/>
                <a:gd name="connsiteX714" fmla="*/ 238132 w 1087064"/>
                <a:gd name="connsiteY714" fmla="*/ 879715 h 1410230"/>
                <a:gd name="connsiteX715" fmla="*/ 232750 w 1087064"/>
                <a:gd name="connsiteY715" fmla="*/ 874343 h 1410230"/>
                <a:gd name="connsiteX716" fmla="*/ 231405 w 1087064"/>
                <a:gd name="connsiteY716" fmla="*/ 871657 h 1410230"/>
                <a:gd name="connsiteX717" fmla="*/ 232750 w 1087064"/>
                <a:gd name="connsiteY717" fmla="*/ 870314 h 1410230"/>
                <a:gd name="connsiteX718" fmla="*/ 234095 w 1087064"/>
                <a:gd name="connsiteY718" fmla="*/ 870314 h 1410230"/>
                <a:gd name="connsiteX719" fmla="*/ 236786 w 1087064"/>
                <a:gd name="connsiteY719" fmla="*/ 874343 h 1410230"/>
                <a:gd name="connsiteX720" fmla="*/ 239477 w 1087064"/>
                <a:gd name="connsiteY720" fmla="*/ 874343 h 1410230"/>
                <a:gd name="connsiteX721" fmla="*/ 236786 w 1087064"/>
                <a:gd name="connsiteY721" fmla="*/ 870314 h 1410230"/>
                <a:gd name="connsiteX722" fmla="*/ 231405 w 1087064"/>
                <a:gd name="connsiteY722" fmla="*/ 864942 h 1410230"/>
                <a:gd name="connsiteX723" fmla="*/ 227369 w 1087064"/>
                <a:gd name="connsiteY723" fmla="*/ 862255 h 1410230"/>
                <a:gd name="connsiteX724" fmla="*/ 226023 w 1087064"/>
                <a:gd name="connsiteY724" fmla="*/ 859569 h 1410230"/>
                <a:gd name="connsiteX725" fmla="*/ 227369 w 1087064"/>
                <a:gd name="connsiteY725" fmla="*/ 858226 h 1410230"/>
                <a:gd name="connsiteX726" fmla="*/ 232750 w 1087064"/>
                <a:gd name="connsiteY726" fmla="*/ 859569 h 1410230"/>
                <a:gd name="connsiteX727" fmla="*/ 242168 w 1087064"/>
                <a:gd name="connsiteY727" fmla="*/ 862255 h 1410230"/>
                <a:gd name="connsiteX728" fmla="*/ 244859 w 1087064"/>
                <a:gd name="connsiteY728" fmla="*/ 860912 h 1410230"/>
                <a:gd name="connsiteX729" fmla="*/ 244859 w 1087064"/>
                <a:gd name="connsiteY729" fmla="*/ 858226 h 1410230"/>
                <a:gd name="connsiteX730" fmla="*/ 240822 w 1087064"/>
                <a:gd name="connsiteY730" fmla="*/ 852854 h 1410230"/>
                <a:gd name="connsiteX731" fmla="*/ 238132 w 1087064"/>
                <a:gd name="connsiteY731" fmla="*/ 852854 h 1410230"/>
                <a:gd name="connsiteX732" fmla="*/ 235441 w 1087064"/>
                <a:gd name="connsiteY732" fmla="*/ 854197 h 1410230"/>
                <a:gd name="connsiteX733" fmla="*/ 231405 w 1087064"/>
                <a:gd name="connsiteY733" fmla="*/ 854197 h 1410230"/>
                <a:gd name="connsiteX734" fmla="*/ 226023 w 1087064"/>
                <a:gd name="connsiteY734" fmla="*/ 854197 h 1410230"/>
                <a:gd name="connsiteX735" fmla="*/ 224678 w 1087064"/>
                <a:gd name="connsiteY735" fmla="*/ 851511 h 1410230"/>
                <a:gd name="connsiteX736" fmla="*/ 226023 w 1087064"/>
                <a:gd name="connsiteY736" fmla="*/ 848825 h 1410230"/>
                <a:gd name="connsiteX737" fmla="*/ 231405 w 1087064"/>
                <a:gd name="connsiteY737" fmla="*/ 846139 h 1410230"/>
                <a:gd name="connsiteX738" fmla="*/ 232750 w 1087064"/>
                <a:gd name="connsiteY738" fmla="*/ 847482 h 1410230"/>
                <a:gd name="connsiteX739" fmla="*/ 236786 w 1087064"/>
                <a:gd name="connsiteY739" fmla="*/ 850168 h 1410230"/>
                <a:gd name="connsiteX740" fmla="*/ 238132 w 1087064"/>
                <a:gd name="connsiteY740" fmla="*/ 847482 h 1410230"/>
                <a:gd name="connsiteX741" fmla="*/ 238132 w 1087064"/>
                <a:gd name="connsiteY741" fmla="*/ 844795 h 1410230"/>
                <a:gd name="connsiteX742" fmla="*/ 235441 w 1087064"/>
                <a:gd name="connsiteY742" fmla="*/ 840766 h 1410230"/>
                <a:gd name="connsiteX743" fmla="*/ 234095 w 1087064"/>
                <a:gd name="connsiteY743" fmla="*/ 840766 h 1410230"/>
                <a:gd name="connsiteX744" fmla="*/ 232750 w 1087064"/>
                <a:gd name="connsiteY744" fmla="*/ 842109 h 1410230"/>
                <a:gd name="connsiteX745" fmla="*/ 230059 w 1087064"/>
                <a:gd name="connsiteY745" fmla="*/ 842109 h 1410230"/>
                <a:gd name="connsiteX746" fmla="*/ 228714 w 1087064"/>
                <a:gd name="connsiteY746" fmla="*/ 843452 h 1410230"/>
                <a:gd name="connsiteX747" fmla="*/ 221987 w 1087064"/>
                <a:gd name="connsiteY747" fmla="*/ 848825 h 1410230"/>
                <a:gd name="connsiteX748" fmla="*/ 219296 w 1087064"/>
                <a:gd name="connsiteY748" fmla="*/ 848825 h 1410230"/>
                <a:gd name="connsiteX749" fmla="*/ 219296 w 1087064"/>
                <a:gd name="connsiteY749" fmla="*/ 846139 h 1410230"/>
                <a:gd name="connsiteX750" fmla="*/ 221987 w 1087064"/>
                <a:gd name="connsiteY750" fmla="*/ 843452 h 1410230"/>
                <a:gd name="connsiteX751" fmla="*/ 223333 w 1087064"/>
                <a:gd name="connsiteY751" fmla="*/ 839423 h 1410230"/>
                <a:gd name="connsiteX752" fmla="*/ 226023 w 1087064"/>
                <a:gd name="connsiteY752" fmla="*/ 835394 h 1410230"/>
                <a:gd name="connsiteX753" fmla="*/ 228714 w 1087064"/>
                <a:gd name="connsiteY753" fmla="*/ 835394 h 1410230"/>
                <a:gd name="connsiteX754" fmla="*/ 231405 w 1087064"/>
                <a:gd name="connsiteY754" fmla="*/ 835394 h 1410230"/>
                <a:gd name="connsiteX755" fmla="*/ 235441 w 1087064"/>
                <a:gd name="connsiteY755" fmla="*/ 832708 h 1410230"/>
                <a:gd name="connsiteX756" fmla="*/ 238132 w 1087064"/>
                <a:gd name="connsiteY756" fmla="*/ 831365 h 1410230"/>
                <a:gd name="connsiteX757" fmla="*/ 239477 w 1087064"/>
                <a:gd name="connsiteY757" fmla="*/ 830022 h 1410230"/>
                <a:gd name="connsiteX758" fmla="*/ 238132 w 1087064"/>
                <a:gd name="connsiteY758" fmla="*/ 828678 h 1410230"/>
                <a:gd name="connsiteX759" fmla="*/ 232750 w 1087064"/>
                <a:gd name="connsiteY759" fmla="*/ 828678 h 1410230"/>
                <a:gd name="connsiteX760" fmla="*/ 228714 w 1087064"/>
                <a:gd name="connsiteY760" fmla="*/ 831365 h 1410230"/>
                <a:gd name="connsiteX761" fmla="*/ 226023 w 1087064"/>
                <a:gd name="connsiteY761" fmla="*/ 832708 h 1410230"/>
                <a:gd name="connsiteX762" fmla="*/ 223333 w 1087064"/>
                <a:gd name="connsiteY762" fmla="*/ 831365 h 1410230"/>
                <a:gd name="connsiteX763" fmla="*/ 217951 w 1087064"/>
                <a:gd name="connsiteY763" fmla="*/ 832708 h 1410230"/>
                <a:gd name="connsiteX764" fmla="*/ 216606 w 1087064"/>
                <a:gd name="connsiteY764" fmla="*/ 831365 h 1410230"/>
                <a:gd name="connsiteX765" fmla="*/ 216606 w 1087064"/>
                <a:gd name="connsiteY765" fmla="*/ 828678 h 1410230"/>
                <a:gd name="connsiteX766" fmla="*/ 219296 w 1087064"/>
                <a:gd name="connsiteY766" fmla="*/ 827335 h 1410230"/>
                <a:gd name="connsiteX767" fmla="*/ 221987 w 1087064"/>
                <a:gd name="connsiteY767" fmla="*/ 824649 h 1410230"/>
                <a:gd name="connsiteX768" fmla="*/ 228714 w 1087064"/>
                <a:gd name="connsiteY768" fmla="*/ 824649 h 1410230"/>
                <a:gd name="connsiteX769" fmla="*/ 236786 w 1087064"/>
                <a:gd name="connsiteY769" fmla="*/ 821963 h 1410230"/>
                <a:gd name="connsiteX770" fmla="*/ 242168 w 1087064"/>
                <a:gd name="connsiteY770" fmla="*/ 819277 h 1410230"/>
                <a:gd name="connsiteX771" fmla="*/ 242168 w 1087064"/>
                <a:gd name="connsiteY771" fmla="*/ 816591 h 1410230"/>
                <a:gd name="connsiteX772" fmla="*/ 240822 w 1087064"/>
                <a:gd name="connsiteY772" fmla="*/ 815248 h 1410230"/>
                <a:gd name="connsiteX773" fmla="*/ 238132 w 1087064"/>
                <a:gd name="connsiteY773" fmla="*/ 815248 h 1410230"/>
                <a:gd name="connsiteX774" fmla="*/ 234095 w 1087064"/>
                <a:gd name="connsiteY774" fmla="*/ 817934 h 1410230"/>
                <a:gd name="connsiteX775" fmla="*/ 230059 w 1087064"/>
                <a:gd name="connsiteY775" fmla="*/ 819277 h 1410230"/>
                <a:gd name="connsiteX776" fmla="*/ 227369 w 1087064"/>
                <a:gd name="connsiteY776" fmla="*/ 817934 h 1410230"/>
                <a:gd name="connsiteX777" fmla="*/ 224678 w 1087064"/>
                <a:gd name="connsiteY777" fmla="*/ 815248 h 1410230"/>
                <a:gd name="connsiteX778" fmla="*/ 221987 w 1087064"/>
                <a:gd name="connsiteY778" fmla="*/ 813905 h 1410230"/>
                <a:gd name="connsiteX779" fmla="*/ 217951 w 1087064"/>
                <a:gd name="connsiteY779" fmla="*/ 813905 h 1410230"/>
                <a:gd name="connsiteX780" fmla="*/ 216606 w 1087064"/>
                <a:gd name="connsiteY780" fmla="*/ 812562 h 1410230"/>
                <a:gd name="connsiteX781" fmla="*/ 216606 w 1087064"/>
                <a:gd name="connsiteY781" fmla="*/ 811219 h 1410230"/>
                <a:gd name="connsiteX782" fmla="*/ 220642 w 1087064"/>
                <a:gd name="connsiteY782" fmla="*/ 808532 h 1410230"/>
                <a:gd name="connsiteX783" fmla="*/ 221987 w 1087064"/>
                <a:gd name="connsiteY783" fmla="*/ 803160 h 1410230"/>
                <a:gd name="connsiteX784" fmla="*/ 224678 w 1087064"/>
                <a:gd name="connsiteY784" fmla="*/ 800474 h 1410230"/>
                <a:gd name="connsiteX785" fmla="*/ 228714 w 1087064"/>
                <a:gd name="connsiteY785" fmla="*/ 797788 h 1410230"/>
                <a:gd name="connsiteX786" fmla="*/ 228714 w 1087064"/>
                <a:gd name="connsiteY786" fmla="*/ 796445 h 1410230"/>
                <a:gd name="connsiteX787" fmla="*/ 227369 w 1087064"/>
                <a:gd name="connsiteY787" fmla="*/ 796445 h 1410230"/>
                <a:gd name="connsiteX788" fmla="*/ 223333 w 1087064"/>
                <a:gd name="connsiteY788" fmla="*/ 797788 h 1410230"/>
                <a:gd name="connsiteX789" fmla="*/ 219296 w 1087064"/>
                <a:gd name="connsiteY789" fmla="*/ 804503 h 1410230"/>
                <a:gd name="connsiteX790" fmla="*/ 219296 w 1087064"/>
                <a:gd name="connsiteY790" fmla="*/ 807189 h 1410230"/>
                <a:gd name="connsiteX791" fmla="*/ 215260 w 1087064"/>
                <a:gd name="connsiteY791" fmla="*/ 809875 h 1410230"/>
                <a:gd name="connsiteX792" fmla="*/ 213915 w 1087064"/>
                <a:gd name="connsiteY792" fmla="*/ 811219 h 1410230"/>
                <a:gd name="connsiteX793" fmla="*/ 212570 w 1087064"/>
                <a:gd name="connsiteY793" fmla="*/ 811219 h 1410230"/>
                <a:gd name="connsiteX794" fmla="*/ 212570 w 1087064"/>
                <a:gd name="connsiteY794" fmla="*/ 807189 h 1410230"/>
                <a:gd name="connsiteX795" fmla="*/ 213915 w 1087064"/>
                <a:gd name="connsiteY795" fmla="*/ 801817 h 1410230"/>
                <a:gd name="connsiteX796" fmla="*/ 213915 w 1087064"/>
                <a:gd name="connsiteY796" fmla="*/ 795102 h 1410230"/>
                <a:gd name="connsiteX797" fmla="*/ 211224 w 1087064"/>
                <a:gd name="connsiteY797" fmla="*/ 789729 h 1410230"/>
                <a:gd name="connsiteX798" fmla="*/ 209879 w 1087064"/>
                <a:gd name="connsiteY798" fmla="*/ 784357 h 1410230"/>
                <a:gd name="connsiteX799" fmla="*/ 211224 w 1087064"/>
                <a:gd name="connsiteY799" fmla="*/ 780328 h 1410230"/>
                <a:gd name="connsiteX800" fmla="*/ 211224 w 1087064"/>
                <a:gd name="connsiteY800" fmla="*/ 776298 h 1410230"/>
                <a:gd name="connsiteX801" fmla="*/ 209879 w 1087064"/>
                <a:gd name="connsiteY801" fmla="*/ 776298 h 1410230"/>
                <a:gd name="connsiteX802" fmla="*/ 208533 w 1087064"/>
                <a:gd name="connsiteY802" fmla="*/ 778985 h 1410230"/>
                <a:gd name="connsiteX803" fmla="*/ 207188 w 1087064"/>
                <a:gd name="connsiteY803" fmla="*/ 788386 h 1410230"/>
                <a:gd name="connsiteX804" fmla="*/ 208533 w 1087064"/>
                <a:gd name="connsiteY804" fmla="*/ 792415 h 1410230"/>
                <a:gd name="connsiteX805" fmla="*/ 209879 w 1087064"/>
                <a:gd name="connsiteY805" fmla="*/ 796445 h 1410230"/>
                <a:gd name="connsiteX806" fmla="*/ 209879 w 1087064"/>
                <a:gd name="connsiteY806" fmla="*/ 801817 h 1410230"/>
                <a:gd name="connsiteX807" fmla="*/ 209879 w 1087064"/>
                <a:gd name="connsiteY807" fmla="*/ 808532 h 1410230"/>
                <a:gd name="connsiteX808" fmla="*/ 208533 w 1087064"/>
                <a:gd name="connsiteY808" fmla="*/ 811219 h 1410230"/>
                <a:gd name="connsiteX809" fmla="*/ 205843 w 1087064"/>
                <a:gd name="connsiteY809" fmla="*/ 811219 h 1410230"/>
                <a:gd name="connsiteX810" fmla="*/ 203152 w 1087064"/>
                <a:gd name="connsiteY810" fmla="*/ 808532 h 1410230"/>
                <a:gd name="connsiteX811" fmla="*/ 200461 w 1087064"/>
                <a:gd name="connsiteY811" fmla="*/ 805846 h 1410230"/>
                <a:gd name="connsiteX812" fmla="*/ 199116 w 1087064"/>
                <a:gd name="connsiteY812" fmla="*/ 812562 h 1410230"/>
                <a:gd name="connsiteX813" fmla="*/ 199116 w 1087064"/>
                <a:gd name="connsiteY813" fmla="*/ 813905 h 1410230"/>
                <a:gd name="connsiteX814" fmla="*/ 196425 w 1087064"/>
                <a:gd name="connsiteY814" fmla="*/ 813905 h 1410230"/>
                <a:gd name="connsiteX815" fmla="*/ 193734 w 1087064"/>
                <a:gd name="connsiteY815" fmla="*/ 813905 h 1410230"/>
                <a:gd name="connsiteX816" fmla="*/ 196425 w 1087064"/>
                <a:gd name="connsiteY816" fmla="*/ 815248 h 1410230"/>
                <a:gd name="connsiteX817" fmla="*/ 197770 w 1087064"/>
                <a:gd name="connsiteY817" fmla="*/ 817934 h 1410230"/>
                <a:gd name="connsiteX818" fmla="*/ 196425 w 1087064"/>
                <a:gd name="connsiteY818" fmla="*/ 821963 h 1410230"/>
                <a:gd name="connsiteX819" fmla="*/ 193734 w 1087064"/>
                <a:gd name="connsiteY819" fmla="*/ 824649 h 1410230"/>
                <a:gd name="connsiteX820" fmla="*/ 189698 w 1087064"/>
                <a:gd name="connsiteY820" fmla="*/ 825992 h 1410230"/>
                <a:gd name="connsiteX821" fmla="*/ 187007 w 1087064"/>
                <a:gd name="connsiteY821" fmla="*/ 825992 h 1410230"/>
                <a:gd name="connsiteX822" fmla="*/ 185662 w 1087064"/>
                <a:gd name="connsiteY822" fmla="*/ 827335 h 1410230"/>
                <a:gd name="connsiteX823" fmla="*/ 181626 w 1087064"/>
                <a:gd name="connsiteY823" fmla="*/ 830022 h 1410230"/>
                <a:gd name="connsiteX824" fmla="*/ 174899 w 1087064"/>
                <a:gd name="connsiteY824" fmla="*/ 830022 h 1410230"/>
                <a:gd name="connsiteX825" fmla="*/ 172208 w 1087064"/>
                <a:gd name="connsiteY825" fmla="*/ 827335 h 1410230"/>
                <a:gd name="connsiteX826" fmla="*/ 172208 w 1087064"/>
                <a:gd name="connsiteY826" fmla="*/ 823306 h 1410230"/>
                <a:gd name="connsiteX827" fmla="*/ 170863 w 1087064"/>
                <a:gd name="connsiteY827" fmla="*/ 820620 h 1410230"/>
                <a:gd name="connsiteX828" fmla="*/ 169518 w 1087064"/>
                <a:gd name="connsiteY828" fmla="*/ 819277 h 1410230"/>
                <a:gd name="connsiteX829" fmla="*/ 166827 w 1087064"/>
                <a:gd name="connsiteY829" fmla="*/ 819277 h 1410230"/>
                <a:gd name="connsiteX830" fmla="*/ 165481 w 1087064"/>
                <a:gd name="connsiteY830" fmla="*/ 821963 h 1410230"/>
                <a:gd name="connsiteX831" fmla="*/ 164136 w 1087064"/>
                <a:gd name="connsiteY831" fmla="*/ 821963 h 1410230"/>
                <a:gd name="connsiteX832" fmla="*/ 162791 w 1087064"/>
                <a:gd name="connsiteY832" fmla="*/ 816591 h 1410230"/>
                <a:gd name="connsiteX833" fmla="*/ 164136 w 1087064"/>
                <a:gd name="connsiteY833" fmla="*/ 812562 h 1410230"/>
                <a:gd name="connsiteX834" fmla="*/ 162791 w 1087064"/>
                <a:gd name="connsiteY834" fmla="*/ 809875 h 1410230"/>
                <a:gd name="connsiteX835" fmla="*/ 161445 w 1087064"/>
                <a:gd name="connsiteY835" fmla="*/ 808532 h 1410230"/>
                <a:gd name="connsiteX836" fmla="*/ 161445 w 1087064"/>
                <a:gd name="connsiteY836" fmla="*/ 805846 h 1410230"/>
                <a:gd name="connsiteX837" fmla="*/ 166827 w 1087064"/>
                <a:gd name="connsiteY837" fmla="*/ 803160 h 1410230"/>
                <a:gd name="connsiteX838" fmla="*/ 170863 w 1087064"/>
                <a:gd name="connsiteY838" fmla="*/ 803160 h 1410230"/>
                <a:gd name="connsiteX839" fmla="*/ 172208 w 1087064"/>
                <a:gd name="connsiteY839" fmla="*/ 804503 h 1410230"/>
                <a:gd name="connsiteX840" fmla="*/ 174899 w 1087064"/>
                <a:gd name="connsiteY840" fmla="*/ 800474 h 1410230"/>
                <a:gd name="connsiteX841" fmla="*/ 177590 w 1087064"/>
                <a:gd name="connsiteY841" fmla="*/ 799131 h 1410230"/>
                <a:gd name="connsiteX842" fmla="*/ 185662 w 1087064"/>
                <a:gd name="connsiteY842" fmla="*/ 797788 h 1410230"/>
                <a:gd name="connsiteX843" fmla="*/ 188353 w 1087064"/>
                <a:gd name="connsiteY843" fmla="*/ 799131 h 1410230"/>
                <a:gd name="connsiteX844" fmla="*/ 193734 w 1087064"/>
                <a:gd name="connsiteY844" fmla="*/ 792415 h 1410230"/>
                <a:gd name="connsiteX845" fmla="*/ 197770 w 1087064"/>
                <a:gd name="connsiteY845" fmla="*/ 785700 h 1410230"/>
                <a:gd name="connsiteX846" fmla="*/ 197770 w 1087064"/>
                <a:gd name="connsiteY846" fmla="*/ 800474 h 1410230"/>
                <a:gd name="connsiteX847" fmla="*/ 196425 w 1087064"/>
                <a:gd name="connsiteY847" fmla="*/ 800474 h 1410230"/>
                <a:gd name="connsiteX848" fmla="*/ 193734 w 1087064"/>
                <a:gd name="connsiteY848" fmla="*/ 801817 h 1410230"/>
                <a:gd name="connsiteX849" fmla="*/ 191043 w 1087064"/>
                <a:gd name="connsiteY849" fmla="*/ 805846 h 1410230"/>
                <a:gd name="connsiteX850" fmla="*/ 187007 w 1087064"/>
                <a:gd name="connsiteY850" fmla="*/ 811219 h 1410230"/>
                <a:gd name="connsiteX851" fmla="*/ 181626 w 1087064"/>
                <a:gd name="connsiteY851" fmla="*/ 812562 h 1410230"/>
                <a:gd name="connsiteX852" fmla="*/ 176244 w 1087064"/>
                <a:gd name="connsiteY852" fmla="*/ 811219 h 1410230"/>
                <a:gd name="connsiteX853" fmla="*/ 172208 w 1087064"/>
                <a:gd name="connsiteY853" fmla="*/ 808532 h 1410230"/>
                <a:gd name="connsiteX854" fmla="*/ 172208 w 1087064"/>
                <a:gd name="connsiteY854" fmla="*/ 805846 h 1410230"/>
                <a:gd name="connsiteX855" fmla="*/ 176244 w 1087064"/>
                <a:gd name="connsiteY855" fmla="*/ 803160 h 1410230"/>
                <a:gd name="connsiteX856" fmla="*/ 181626 w 1087064"/>
                <a:gd name="connsiteY856" fmla="*/ 797788 h 1410230"/>
                <a:gd name="connsiteX857" fmla="*/ 184317 w 1087064"/>
                <a:gd name="connsiteY857" fmla="*/ 797788 h 1410230"/>
                <a:gd name="connsiteX858" fmla="*/ 185662 w 1087064"/>
                <a:gd name="connsiteY858" fmla="*/ 796445 h 1410230"/>
                <a:gd name="connsiteX859" fmla="*/ 185662 w 1087064"/>
                <a:gd name="connsiteY859" fmla="*/ 793758 h 1410230"/>
                <a:gd name="connsiteX860" fmla="*/ 187007 w 1087064"/>
                <a:gd name="connsiteY860" fmla="*/ 792415 h 1410230"/>
                <a:gd name="connsiteX861" fmla="*/ 189698 w 1087064"/>
                <a:gd name="connsiteY861" fmla="*/ 792415 h 1410230"/>
                <a:gd name="connsiteX862" fmla="*/ 191043 w 1087064"/>
                <a:gd name="connsiteY862" fmla="*/ 791072 h 1410230"/>
                <a:gd name="connsiteX863" fmla="*/ 189698 w 1087064"/>
                <a:gd name="connsiteY863" fmla="*/ 789729 h 1410230"/>
                <a:gd name="connsiteX864" fmla="*/ 189698 w 1087064"/>
                <a:gd name="connsiteY864" fmla="*/ 787043 h 1410230"/>
                <a:gd name="connsiteX865" fmla="*/ 188353 w 1087064"/>
                <a:gd name="connsiteY865" fmla="*/ 785700 h 1410230"/>
                <a:gd name="connsiteX866" fmla="*/ 187007 w 1087064"/>
                <a:gd name="connsiteY866" fmla="*/ 787043 h 1410230"/>
                <a:gd name="connsiteX867" fmla="*/ 184317 w 1087064"/>
                <a:gd name="connsiteY867" fmla="*/ 789729 h 1410230"/>
                <a:gd name="connsiteX868" fmla="*/ 177590 w 1087064"/>
                <a:gd name="connsiteY868" fmla="*/ 788386 h 1410230"/>
                <a:gd name="connsiteX869" fmla="*/ 176244 w 1087064"/>
                <a:gd name="connsiteY869" fmla="*/ 788386 h 1410230"/>
                <a:gd name="connsiteX870" fmla="*/ 174899 w 1087064"/>
                <a:gd name="connsiteY870" fmla="*/ 787043 h 1410230"/>
                <a:gd name="connsiteX871" fmla="*/ 176244 w 1087064"/>
                <a:gd name="connsiteY871" fmla="*/ 784357 h 1410230"/>
                <a:gd name="connsiteX872" fmla="*/ 181626 w 1087064"/>
                <a:gd name="connsiteY872" fmla="*/ 781671 h 1410230"/>
                <a:gd name="connsiteX873" fmla="*/ 184317 w 1087064"/>
                <a:gd name="connsiteY873" fmla="*/ 781671 h 1410230"/>
                <a:gd name="connsiteX874" fmla="*/ 187007 w 1087064"/>
                <a:gd name="connsiteY874" fmla="*/ 784357 h 1410230"/>
                <a:gd name="connsiteX875" fmla="*/ 189698 w 1087064"/>
                <a:gd name="connsiteY875" fmla="*/ 784357 h 1410230"/>
                <a:gd name="connsiteX876" fmla="*/ 195080 w 1087064"/>
                <a:gd name="connsiteY876" fmla="*/ 781671 h 1410230"/>
                <a:gd name="connsiteX877" fmla="*/ 197770 w 1087064"/>
                <a:gd name="connsiteY877" fmla="*/ 774955 h 1410230"/>
                <a:gd name="connsiteX878" fmla="*/ 196425 w 1087064"/>
                <a:gd name="connsiteY878" fmla="*/ 772269 h 1410230"/>
                <a:gd name="connsiteX879" fmla="*/ 197770 w 1087064"/>
                <a:gd name="connsiteY879" fmla="*/ 768240 h 1410230"/>
                <a:gd name="connsiteX880" fmla="*/ 203152 w 1087064"/>
                <a:gd name="connsiteY880" fmla="*/ 762868 h 1410230"/>
                <a:gd name="connsiteX881" fmla="*/ 201806 w 1087064"/>
                <a:gd name="connsiteY881" fmla="*/ 757495 h 1410230"/>
                <a:gd name="connsiteX882" fmla="*/ 201806 w 1087064"/>
                <a:gd name="connsiteY882" fmla="*/ 752123 h 1410230"/>
                <a:gd name="connsiteX883" fmla="*/ 200461 w 1087064"/>
                <a:gd name="connsiteY883" fmla="*/ 749437 h 1410230"/>
                <a:gd name="connsiteX884" fmla="*/ 197770 w 1087064"/>
                <a:gd name="connsiteY884" fmla="*/ 748094 h 1410230"/>
                <a:gd name="connsiteX885" fmla="*/ 195080 w 1087064"/>
                <a:gd name="connsiteY885" fmla="*/ 748094 h 1410230"/>
                <a:gd name="connsiteX886" fmla="*/ 192389 w 1087064"/>
                <a:gd name="connsiteY886" fmla="*/ 745408 h 1410230"/>
                <a:gd name="connsiteX887" fmla="*/ 188353 w 1087064"/>
                <a:gd name="connsiteY887" fmla="*/ 745408 h 1410230"/>
                <a:gd name="connsiteX888" fmla="*/ 185662 w 1087064"/>
                <a:gd name="connsiteY888" fmla="*/ 744065 h 1410230"/>
                <a:gd name="connsiteX889" fmla="*/ 185662 w 1087064"/>
                <a:gd name="connsiteY889" fmla="*/ 741378 h 1410230"/>
                <a:gd name="connsiteX890" fmla="*/ 187007 w 1087064"/>
                <a:gd name="connsiteY890" fmla="*/ 740035 h 1410230"/>
                <a:gd name="connsiteX891" fmla="*/ 191043 w 1087064"/>
                <a:gd name="connsiteY891" fmla="*/ 741378 h 1410230"/>
                <a:gd name="connsiteX892" fmla="*/ 192389 w 1087064"/>
                <a:gd name="connsiteY892" fmla="*/ 740035 h 1410230"/>
                <a:gd name="connsiteX893" fmla="*/ 195080 w 1087064"/>
                <a:gd name="connsiteY893" fmla="*/ 736006 h 1410230"/>
                <a:gd name="connsiteX894" fmla="*/ 195080 w 1087064"/>
                <a:gd name="connsiteY894" fmla="*/ 731977 h 1410230"/>
                <a:gd name="connsiteX895" fmla="*/ 197770 w 1087064"/>
                <a:gd name="connsiteY895" fmla="*/ 729291 h 1410230"/>
                <a:gd name="connsiteX896" fmla="*/ 197770 w 1087064"/>
                <a:gd name="connsiteY896" fmla="*/ 726605 h 1410230"/>
                <a:gd name="connsiteX897" fmla="*/ 196425 w 1087064"/>
                <a:gd name="connsiteY897" fmla="*/ 723919 h 1410230"/>
                <a:gd name="connsiteX898" fmla="*/ 193734 w 1087064"/>
                <a:gd name="connsiteY898" fmla="*/ 723919 h 1410230"/>
                <a:gd name="connsiteX899" fmla="*/ 192389 w 1087064"/>
                <a:gd name="connsiteY899" fmla="*/ 721232 h 1410230"/>
                <a:gd name="connsiteX900" fmla="*/ 191043 w 1087064"/>
                <a:gd name="connsiteY900" fmla="*/ 718546 h 1410230"/>
                <a:gd name="connsiteX901" fmla="*/ 193734 w 1087064"/>
                <a:gd name="connsiteY901" fmla="*/ 715860 h 1410230"/>
                <a:gd name="connsiteX902" fmla="*/ 195080 w 1087064"/>
                <a:gd name="connsiteY902" fmla="*/ 715860 h 1410230"/>
                <a:gd name="connsiteX903" fmla="*/ 195080 w 1087064"/>
                <a:gd name="connsiteY903" fmla="*/ 713174 h 1410230"/>
                <a:gd name="connsiteX904" fmla="*/ 192389 w 1087064"/>
                <a:gd name="connsiteY904" fmla="*/ 709145 h 1410230"/>
                <a:gd name="connsiteX905" fmla="*/ 191043 w 1087064"/>
                <a:gd name="connsiteY905" fmla="*/ 703772 h 1410230"/>
                <a:gd name="connsiteX906" fmla="*/ 192389 w 1087064"/>
                <a:gd name="connsiteY906" fmla="*/ 702429 h 1410230"/>
                <a:gd name="connsiteX907" fmla="*/ 195080 w 1087064"/>
                <a:gd name="connsiteY907" fmla="*/ 705115 h 1410230"/>
                <a:gd name="connsiteX908" fmla="*/ 195080 w 1087064"/>
                <a:gd name="connsiteY908" fmla="*/ 703772 h 1410230"/>
                <a:gd name="connsiteX909" fmla="*/ 193734 w 1087064"/>
                <a:gd name="connsiteY909" fmla="*/ 701086 h 1410230"/>
                <a:gd name="connsiteX910" fmla="*/ 193734 w 1087064"/>
                <a:gd name="connsiteY910" fmla="*/ 698400 h 1410230"/>
                <a:gd name="connsiteX911" fmla="*/ 196425 w 1087064"/>
                <a:gd name="connsiteY911" fmla="*/ 694371 h 1410230"/>
                <a:gd name="connsiteX912" fmla="*/ 195080 w 1087064"/>
                <a:gd name="connsiteY912" fmla="*/ 690342 h 1410230"/>
                <a:gd name="connsiteX913" fmla="*/ 192389 w 1087064"/>
                <a:gd name="connsiteY913" fmla="*/ 686312 h 1410230"/>
                <a:gd name="connsiteX914" fmla="*/ 192389 w 1087064"/>
                <a:gd name="connsiteY914" fmla="*/ 683626 h 1410230"/>
                <a:gd name="connsiteX915" fmla="*/ 191043 w 1087064"/>
                <a:gd name="connsiteY915" fmla="*/ 680940 h 1410230"/>
                <a:gd name="connsiteX916" fmla="*/ 192389 w 1087064"/>
                <a:gd name="connsiteY916" fmla="*/ 678254 h 1410230"/>
                <a:gd name="connsiteX917" fmla="*/ 193734 w 1087064"/>
                <a:gd name="connsiteY917" fmla="*/ 672882 h 1410230"/>
                <a:gd name="connsiteX918" fmla="*/ 192389 w 1087064"/>
                <a:gd name="connsiteY918" fmla="*/ 672882 h 1410230"/>
                <a:gd name="connsiteX919" fmla="*/ 189698 w 1087064"/>
                <a:gd name="connsiteY919" fmla="*/ 672882 h 1410230"/>
                <a:gd name="connsiteX920" fmla="*/ 185662 w 1087064"/>
                <a:gd name="connsiteY920" fmla="*/ 676911 h 1410230"/>
                <a:gd name="connsiteX921" fmla="*/ 182971 w 1087064"/>
                <a:gd name="connsiteY921" fmla="*/ 676911 h 1410230"/>
                <a:gd name="connsiteX922" fmla="*/ 181626 w 1087064"/>
                <a:gd name="connsiteY922" fmla="*/ 679597 h 1410230"/>
                <a:gd name="connsiteX923" fmla="*/ 178935 w 1087064"/>
                <a:gd name="connsiteY923" fmla="*/ 680940 h 1410230"/>
                <a:gd name="connsiteX924" fmla="*/ 176244 w 1087064"/>
                <a:gd name="connsiteY924" fmla="*/ 679597 h 1410230"/>
                <a:gd name="connsiteX925" fmla="*/ 177590 w 1087064"/>
                <a:gd name="connsiteY925" fmla="*/ 676911 h 1410230"/>
                <a:gd name="connsiteX926" fmla="*/ 181626 w 1087064"/>
                <a:gd name="connsiteY926" fmla="*/ 674225 h 1410230"/>
                <a:gd name="connsiteX927" fmla="*/ 184317 w 1087064"/>
                <a:gd name="connsiteY927" fmla="*/ 674225 h 1410230"/>
                <a:gd name="connsiteX928" fmla="*/ 187007 w 1087064"/>
                <a:gd name="connsiteY928" fmla="*/ 671539 h 1410230"/>
                <a:gd name="connsiteX929" fmla="*/ 188353 w 1087064"/>
                <a:gd name="connsiteY929" fmla="*/ 667509 h 1410230"/>
                <a:gd name="connsiteX930" fmla="*/ 192389 w 1087064"/>
                <a:gd name="connsiteY930" fmla="*/ 664823 h 1410230"/>
                <a:gd name="connsiteX931" fmla="*/ 196425 w 1087064"/>
                <a:gd name="connsiteY931" fmla="*/ 663480 h 1410230"/>
                <a:gd name="connsiteX932" fmla="*/ 197770 w 1087064"/>
                <a:gd name="connsiteY932" fmla="*/ 659451 h 1410230"/>
                <a:gd name="connsiteX933" fmla="*/ 197770 w 1087064"/>
                <a:gd name="connsiteY933" fmla="*/ 655422 h 1410230"/>
                <a:gd name="connsiteX934" fmla="*/ 195080 w 1087064"/>
                <a:gd name="connsiteY934" fmla="*/ 652735 h 1410230"/>
                <a:gd name="connsiteX935" fmla="*/ 192389 w 1087064"/>
                <a:gd name="connsiteY935" fmla="*/ 648706 h 1410230"/>
                <a:gd name="connsiteX936" fmla="*/ 191043 w 1087064"/>
                <a:gd name="connsiteY936" fmla="*/ 644677 h 1410230"/>
                <a:gd name="connsiteX937" fmla="*/ 189698 w 1087064"/>
                <a:gd name="connsiteY937" fmla="*/ 643334 h 1410230"/>
                <a:gd name="connsiteX938" fmla="*/ 188353 w 1087064"/>
                <a:gd name="connsiteY938" fmla="*/ 643334 h 1410230"/>
                <a:gd name="connsiteX939" fmla="*/ 185662 w 1087064"/>
                <a:gd name="connsiteY939" fmla="*/ 639305 h 1410230"/>
                <a:gd name="connsiteX940" fmla="*/ 185662 w 1087064"/>
                <a:gd name="connsiteY940" fmla="*/ 635275 h 1410230"/>
                <a:gd name="connsiteX941" fmla="*/ 187007 w 1087064"/>
                <a:gd name="connsiteY941" fmla="*/ 633932 h 1410230"/>
                <a:gd name="connsiteX942" fmla="*/ 185662 w 1087064"/>
                <a:gd name="connsiteY942" fmla="*/ 631246 h 1410230"/>
                <a:gd name="connsiteX943" fmla="*/ 185662 w 1087064"/>
                <a:gd name="connsiteY943" fmla="*/ 627217 h 1410230"/>
                <a:gd name="connsiteX944" fmla="*/ 184317 w 1087064"/>
                <a:gd name="connsiteY944" fmla="*/ 623188 h 1410230"/>
                <a:gd name="connsiteX945" fmla="*/ 174899 w 1087064"/>
                <a:gd name="connsiteY945" fmla="*/ 616472 h 1410230"/>
                <a:gd name="connsiteX946" fmla="*/ 174899 w 1087064"/>
                <a:gd name="connsiteY946" fmla="*/ 615129 h 1410230"/>
                <a:gd name="connsiteX947" fmla="*/ 173554 w 1087064"/>
                <a:gd name="connsiteY947" fmla="*/ 612443 h 1410230"/>
                <a:gd name="connsiteX948" fmla="*/ 172208 w 1087064"/>
                <a:gd name="connsiteY948" fmla="*/ 609757 h 1410230"/>
                <a:gd name="connsiteX949" fmla="*/ 172208 w 1087064"/>
                <a:gd name="connsiteY949" fmla="*/ 607071 h 1410230"/>
                <a:gd name="connsiteX950" fmla="*/ 173554 w 1087064"/>
                <a:gd name="connsiteY950" fmla="*/ 605728 h 1410230"/>
                <a:gd name="connsiteX951" fmla="*/ 178935 w 1087064"/>
                <a:gd name="connsiteY951" fmla="*/ 601699 h 1410230"/>
                <a:gd name="connsiteX952" fmla="*/ 181626 w 1087064"/>
                <a:gd name="connsiteY952" fmla="*/ 600355 h 1410230"/>
                <a:gd name="connsiteX953" fmla="*/ 182971 w 1087064"/>
                <a:gd name="connsiteY953" fmla="*/ 597669 h 1410230"/>
                <a:gd name="connsiteX954" fmla="*/ 181626 w 1087064"/>
                <a:gd name="connsiteY954" fmla="*/ 596326 h 1410230"/>
                <a:gd name="connsiteX955" fmla="*/ 177590 w 1087064"/>
                <a:gd name="connsiteY955" fmla="*/ 596326 h 1410230"/>
                <a:gd name="connsiteX956" fmla="*/ 177590 w 1087064"/>
                <a:gd name="connsiteY956" fmla="*/ 594983 h 1410230"/>
                <a:gd name="connsiteX957" fmla="*/ 180280 w 1087064"/>
                <a:gd name="connsiteY957" fmla="*/ 592297 h 1410230"/>
                <a:gd name="connsiteX958" fmla="*/ 182971 w 1087064"/>
                <a:gd name="connsiteY958" fmla="*/ 586925 h 1410230"/>
                <a:gd name="connsiteX959" fmla="*/ 185662 w 1087064"/>
                <a:gd name="connsiteY959" fmla="*/ 584239 h 1410230"/>
                <a:gd name="connsiteX960" fmla="*/ 185662 w 1087064"/>
                <a:gd name="connsiteY960" fmla="*/ 581552 h 1410230"/>
                <a:gd name="connsiteX961" fmla="*/ 184317 w 1087064"/>
                <a:gd name="connsiteY961" fmla="*/ 580209 h 1410230"/>
                <a:gd name="connsiteX962" fmla="*/ 185662 w 1087064"/>
                <a:gd name="connsiteY962" fmla="*/ 577523 h 1410230"/>
                <a:gd name="connsiteX963" fmla="*/ 182971 w 1087064"/>
                <a:gd name="connsiteY963" fmla="*/ 574837 h 1410230"/>
                <a:gd name="connsiteX964" fmla="*/ 180280 w 1087064"/>
                <a:gd name="connsiteY964" fmla="*/ 573494 h 1410230"/>
                <a:gd name="connsiteX965" fmla="*/ 176244 w 1087064"/>
                <a:gd name="connsiteY965" fmla="*/ 568122 h 1410230"/>
                <a:gd name="connsiteX966" fmla="*/ 170863 w 1087064"/>
                <a:gd name="connsiteY966" fmla="*/ 564092 h 1410230"/>
                <a:gd name="connsiteX967" fmla="*/ 169518 w 1087064"/>
                <a:gd name="connsiteY967" fmla="*/ 560063 h 1410230"/>
                <a:gd name="connsiteX968" fmla="*/ 166827 w 1087064"/>
                <a:gd name="connsiteY968" fmla="*/ 558720 h 1410230"/>
                <a:gd name="connsiteX969" fmla="*/ 165481 w 1087064"/>
                <a:gd name="connsiteY969" fmla="*/ 558720 h 1410230"/>
                <a:gd name="connsiteX970" fmla="*/ 165481 w 1087064"/>
                <a:gd name="connsiteY970" fmla="*/ 561406 h 1410230"/>
                <a:gd name="connsiteX971" fmla="*/ 162791 w 1087064"/>
                <a:gd name="connsiteY971" fmla="*/ 561406 h 1410230"/>
                <a:gd name="connsiteX972" fmla="*/ 161445 w 1087064"/>
                <a:gd name="connsiteY972" fmla="*/ 560063 h 1410230"/>
                <a:gd name="connsiteX973" fmla="*/ 160100 w 1087064"/>
                <a:gd name="connsiteY973" fmla="*/ 556034 h 1410230"/>
                <a:gd name="connsiteX974" fmla="*/ 157409 w 1087064"/>
                <a:gd name="connsiteY974" fmla="*/ 553348 h 1410230"/>
                <a:gd name="connsiteX975" fmla="*/ 153373 w 1087064"/>
                <a:gd name="connsiteY975" fmla="*/ 550662 h 1410230"/>
                <a:gd name="connsiteX976" fmla="*/ 150682 w 1087064"/>
                <a:gd name="connsiteY976" fmla="*/ 547975 h 1410230"/>
                <a:gd name="connsiteX977" fmla="*/ 147991 w 1087064"/>
                <a:gd name="connsiteY977" fmla="*/ 546632 h 1410230"/>
                <a:gd name="connsiteX978" fmla="*/ 146646 w 1087064"/>
                <a:gd name="connsiteY978" fmla="*/ 547975 h 1410230"/>
                <a:gd name="connsiteX979" fmla="*/ 143955 w 1087064"/>
                <a:gd name="connsiteY979" fmla="*/ 547975 h 1410230"/>
                <a:gd name="connsiteX980" fmla="*/ 143955 w 1087064"/>
                <a:gd name="connsiteY980" fmla="*/ 546632 h 1410230"/>
                <a:gd name="connsiteX981" fmla="*/ 145301 w 1087064"/>
                <a:gd name="connsiteY981" fmla="*/ 542603 h 1410230"/>
                <a:gd name="connsiteX982" fmla="*/ 139919 w 1087064"/>
                <a:gd name="connsiteY982" fmla="*/ 538574 h 1410230"/>
                <a:gd name="connsiteX983" fmla="*/ 134538 w 1087064"/>
                <a:gd name="connsiteY983" fmla="*/ 533202 h 1410230"/>
                <a:gd name="connsiteX984" fmla="*/ 133192 w 1087064"/>
                <a:gd name="connsiteY984" fmla="*/ 533202 h 1410230"/>
                <a:gd name="connsiteX985" fmla="*/ 130501 w 1087064"/>
                <a:gd name="connsiteY985" fmla="*/ 535888 h 1410230"/>
                <a:gd name="connsiteX986" fmla="*/ 126465 w 1087064"/>
                <a:gd name="connsiteY986" fmla="*/ 534545 h 1410230"/>
                <a:gd name="connsiteX987" fmla="*/ 119738 w 1087064"/>
                <a:gd name="connsiteY987" fmla="*/ 527829 h 1410230"/>
                <a:gd name="connsiteX988" fmla="*/ 114357 w 1087064"/>
                <a:gd name="connsiteY988" fmla="*/ 526486 h 1410230"/>
                <a:gd name="connsiteX989" fmla="*/ 110321 w 1087064"/>
                <a:gd name="connsiteY989" fmla="*/ 522457 h 1410230"/>
                <a:gd name="connsiteX990" fmla="*/ 106285 w 1087064"/>
                <a:gd name="connsiteY990" fmla="*/ 521114 h 1410230"/>
                <a:gd name="connsiteX991" fmla="*/ 100903 w 1087064"/>
                <a:gd name="connsiteY991" fmla="*/ 522457 h 1410230"/>
                <a:gd name="connsiteX992" fmla="*/ 98213 w 1087064"/>
                <a:gd name="connsiteY992" fmla="*/ 525143 h 1410230"/>
                <a:gd name="connsiteX993" fmla="*/ 95522 w 1087064"/>
                <a:gd name="connsiteY993" fmla="*/ 530515 h 1410230"/>
                <a:gd name="connsiteX994" fmla="*/ 90140 w 1087064"/>
                <a:gd name="connsiteY994" fmla="*/ 533202 h 1410230"/>
                <a:gd name="connsiteX995" fmla="*/ 88795 w 1087064"/>
                <a:gd name="connsiteY995" fmla="*/ 535888 h 1410230"/>
                <a:gd name="connsiteX996" fmla="*/ 88795 w 1087064"/>
                <a:gd name="connsiteY996" fmla="*/ 531858 h 1410230"/>
                <a:gd name="connsiteX997" fmla="*/ 91486 w 1087064"/>
                <a:gd name="connsiteY997" fmla="*/ 527829 h 1410230"/>
                <a:gd name="connsiteX998" fmla="*/ 91486 w 1087064"/>
                <a:gd name="connsiteY998" fmla="*/ 523800 h 1410230"/>
                <a:gd name="connsiteX999" fmla="*/ 90140 w 1087064"/>
                <a:gd name="connsiteY999" fmla="*/ 522457 h 1410230"/>
                <a:gd name="connsiteX1000" fmla="*/ 84759 w 1087064"/>
                <a:gd name="connsiteY1000" fmla="*/ 522457 h 1410230"/>
                <a:gd name="connsiteX1001" fmla="*/ 82068 w 1087064"/>
                <a:gd name="connsiteY1001" fmla="*/ 525143 h 1410230"/>
                <a:gd name="connsiteX1002" fmla="*/ 82068 w 1087064"/>
                <a:gd name="connsiteY1002" fmla="*/ 527829 h 1410230"/>
                <a:gd name="connsiteX1003" fmla="*/ 78032 w 1087064"/>
                <a:gd name="connsiteY1003" fmla="*/ 530515 h 1410230"/>
                <a:gd name="connsiteX1004" fmla="*/ 75341 w 1087064"/>
                <a:gd name="connsiteY1004" fmla="*/ 529172 h 1410230"/>
                <a:gd name="connsiteX1005" fmla="*/ 72650 w 1087064"/>
                <a:gd name="connsiteY1005" fmla="*/ 522457 h 1410230"/>
                <a:gd name="connsiteX1006" fmla="*/ 69960 w 1087064"/>
                <a:gd name="connsiteY1006" fmla="*/ 521114 h 1410230"/>
                <a:gd name="connsiteX1007" fmla="*/ 68614 w 1087064"/>
                <a:gd name="connsiteY1007" fmla="*/ 523800 h 1410230"/>
                <a:gd name="connsiteX1008" fmla="*/ 65923 w 1087064"/>
                <a:gd name="connsiteY1008" fmla="*/ 533202 h 1410230"/>
                <a:gd name="connsiteX1009" fmla="*/ 64578 w 1087064"/>
                <a:gd name="connsiteY1009" fmla="*/ 534545 h 1410230"/>
                <a:gd name="connsiteX1010" fmla="*/ 60542 w 1087064"/>
                <a:gd name="connsiteY1010" fmla="*/ 533202 h 1410230"/>
                <a:gd name="connsiteX1011" fmla="*/ 60542 w 1087064"/>
                <a:gd name="connsiteY1011" fmla="*/ 527829 h 1410230"/>
                <a:gd name="connsiteX1012" fmla="*/ 63233 w 1087064"/>
                <a:gd name="connsiteY1012" fmla="*/ 523800 h 1410230"/>
                <a:gd name="connsiteX1013" fmla="*/ 67269 w 1087064"/>
                <a:gd name="connsiteY1013" fmla="*/ 521114 h 1410230"/>
                <a:gd name="connsiteX1014" fmla="*/ 65923 w 1087064"/>
                <a:gd name="connsiteY1014" fmla="*/ 518428 h 1410230"/>
                <a:gd name="connsiteX1015" fmla="*/ 63233 w 1087064"/>
                <a:gd name="connsiteY1015" fmla="*/ 518428 h 1410230"/>
                <a:gd name="connsiteX1016" fmla="*/ 61887 w 1087064"/>
                <a:gd name="connsiteY1016" fmla="*/ 517085 h 1410230"/>
                <a:gd name="connsiteX1017" fmla="*/ 56506 w 1087064"/>
                <a:gd name="connsiteY1017" fmla="*/ 519771 h 1410230"/>
                <a:gd name="connsiteX1018" fmla="*/ 52470 w 1087064"/>
                <a:gd name="connsiteY1018" fmla="*/ 519771 h 1410230"/>
                <a:gd name="connsiteX1019" fmla="*/ 51124 w 1087064"/>
                <a:gd name="connsiteY1019" fmla="*/ 522457 h 1410230"/>
                <a:gd name="connsiteX1020" fmla="*/ 49779 w 1087064"/>
                <a:gd name="connsiteY1020" fmla="*/ 523800 h 1410230"/>
                <a:gd name="connsiteX1021" fmla="*/ 48434 w 1087064"/>
                <a:gd name="connsiteY1021" fmla="*/ 521114 h 1410230"/>
                <a:gd name="connsiteX1022" fmla="*/ 48434 w 1087064"/>
                <a:gd name="connsiteY1022" fmla="*/ 518428 h 1410230"/>
                <a:gd name="connsiteX1023" fmla="*/ 47088 w 1087064"/>
                <a:gd name="connsiteY1023" fmla="*/ 513055 h 1410230"/>
                <a:gd name="connsiteX1024" fmla="*/ 45743 w 1087064"/>
                <a:gd name="connsiteY1024" fmla="*/ 509026 h 1410230"/>
                <a:gd name="connsiteX1025" fmla="*/ 44397 w 1087064"/>
                <a:gd name="connsiteY1025" fmla="*/ 509026 h 1410230"/>
                <a:gd name="connsiteX1026" fmla="*/ 41707 w 1087064"/>
                <a:gd name="connsiteY1026" fmla="*/ 510369 h 1410230"/>
                <a:gd name="connsiteX1027" fmla="*/ 41707 w 1087064"/>
                <a:gd name="connsiteY1027" fmla="*/ 513055 h 1410230"/>
                <a:gd name="connsiteX1028" fmla="*/ 40361 w 1087064"/>
                <a:gd name="connsiteY1028" fmla="*/ 518428 h 1410230"/>
                <a:gd name="connsiteX1029" fmla="*/ 37671 w 1087064"/>
                <a:gd name="connsiteY1029" fmla="*/ 521114 h 1410230"/>
                <a:gd name="connsiteX1030" fmla="*/ 37671 w 1087064"/>
                <a:gd name="connsiteY1030" fmla="*/ 525143 h 1410230"/>
                <a:gd name="connsiteX1031" fmla="*/ 39016 w 1087064"/>
                <a:gd name="connsiteY1031" fmla="*/ 531858 h 1410230"/>
                <a:gd name="connsiteX1032" fmla="*/ 39016 w 1087064"/>
                <a:gd name="connsiteY1032" fmla="*/ 534545 h 1410230"/>
                <a:gd name="connsiteX1033" fmla="*/ 37671 w 1087064"/>
                <a:gd name="connsiteY1033" fmla="*/ 535888 h 1410230"/>
                <a:gd name="connsiteX1034" fmla="*/ 47088 w 1087064"/>
                <a:gd name="connsiteY1034" fmla="*/ 531858 h 1410230"/>
                <a:gd name="connsiteX1035" fmla="*/ 43052 w 1087064"/>
                <a:gd name="connsiteY1035" fmla="*/ 527829 h 1410230"/>
                <a:gd name="connsiteX1036" fmla="*/ 37671 w 1087064"/>
                <a:gd name="connsiteY1036" fmla="*/ 525143 h 1410230"/>
                <a:gd name="connsiteX1037" fmla="*/ 32289 w 1087064"/>
                <a:gd name="connsiteY1037" fmla="*/ 521114 h 1410230"/>
                <a:gd name="connsiteX1038" fmla="*/ 28253 w 1087064"/>
                <a:gd name="connsiteY1038" fmla="*/ 517085 h 1410230"/>
                <a:gd name="connsiteX1039" fmla="*/ 25562 w 1087064"/>
                <a:gd name="connsiteY1039" fmla="*/ 515742 h 1410230"/>
                <a:gd name="connsiteX1040" fmla="*/ 25562 w 1087064"/>
                <a:gd name="connsiteY1040" fmla="*/ 514398 h 1410230"/>
                <a:gd name="connsiteX1041" fmla="*/ 26908 w 1087064"/>
                <a:gd name="connsiteY1041" fmla="*/ 513055 h 1410230"/>
                <a:gd name="connsiteX1042" fmla="*/ 21526 w 1087064"/>
                <a:gd name="connsiteY1042" fmla="*/ 511712 h 1410230"/>
                <a:gd name="connsiteX1043" fmla="*/ 17490 w 1087064"/>
                <a:gd name="connsiteY1043" fmla="*/ 503654 h 1410230"/>
                <a:gd name="connsiteX1044" fmla="*/ 14799 w 1087064"/>
                <a:gd name="connsiteY1044" fmla="*/ 499625 h 1410230"/>
                <a:gd name="connsiteX1045" fmla="*/ 10763 w 1087064"/>
                <a:gd name="connsiteY1045" fmla="*/ 495595 h 1410230"/>
                <a:gd name="connsiteX1046" fmla="*/ 10763 w 1087064"/>
                <a:gd name="connsiteY1046" fmla="*/ 490223 h 1410230"/>
                <a:gd name="connsiteX1047" fmla="*/ 13454 w 1087064"/>
                <a:gd name="connsiteY1047" fmla="*/ 487537 h 1410230"/>
                <a:gd name="connsiteX1048" fmla="*/ 20181 w 1087064"/>
                <a:gd name="connsiteY1048" fmla="*/ 487537 h 1410230"/>
                <a:gd name="connsiteX1049" fmla="*/ 22871 w 1087064"/>
                <a:gd name="connsiteY1049" fmla="*/ 484851 h 1410230"/>
                <a:gd name="connsiteX1050" fmla="*/ 26908 w 1087064"/>
                <a:gd name="connsiteY1050" fmla="*/ 483508 h 1410230"/>
                <a:gd name="connsiteX1051" fmla="*/ 33634 w 1087064"/>
                <a:gd name="connsiteY1051" fmla="*/ 483508 h 1410230"/>
                <a:gd name="connsiteX1052" fmla="*/ 34980 w 1087064"/>
                <a:gd name="connsiteY1052" fmla="*/ 484851 h 1410230"/>
                <a:gd name="connsiteX1053" fmla="*/ 37671 w 1087064"/>
                <a:gd name="connsiteY1053" fmla="*/ 482165 h 1410230"/>
                <a:gd name="connsiteX1054" fmla="*/ 39016 w 1087064"/>
                <a:gd name="connsiteY1054" fmla="*/ 479478 h 1410230"/>
                <a:gd name="connsiteX1055" fmla="*/ 39016 w 1087064"/>
                <a:gd name="connsiteY1055" fmla="*/ 476792 h 1410230"/>
                <a:gd name="connsiteX1056" fmla="*/ 33634 w 1087064"/>
                <a:gd name="connsiteY1056" fmla="*/ 476792 h 1410230"/>
                <a:gd name="connsiteX1057" fmla="*/ 26908 w 1087064"/>
                <a:gd name="connsiteY1057" fmla="*/ 472763 h 1410230"/>
                <a:gd name="connsiteX1058" fmla="*/ 24217 w 1087064"/>
                <a:gd name="connsiteY1058" fmla="*/ 472763 h 1410230"/>
                <a:gd name="connsiteX1059" fmla="*/ 22871 w 1087064"/>
                <a:gd name="connsiteY1059" fmla="*/ 475449 h 1410230"/>
                <a:gd name="connsiteX1060" fmla="*/ 14799 w 1087064"/>
                <a:gd name="connsiteY1060" fmla="*/ 467391 h 1410230"/>
                <a:gd name="connsiteX1061" fmla="*/ 13454 w 1087064"/>
                <a:gd name="connsiteY1061" fmla="*/ 460675 h 1410230"/>
                <a:gd name="connsiteX1062" fmla="*/ 16144 w 1087064"/>
                <a:gd name="connsiteY1062" fmla="*/ 457989 h 1410230"/>
                <a:gd name="connsiteX1063" fmla="*/ 20181 w 1087064"/>
                <a:gd name="connsiteY1063" fmla="*/ 455303 h 1410230"/>
                <a:gd name="connsiteX1064" fmla="*/ 21526 w 1087064"/>
                <a:gd name="connsiteY1064" fmla="*/ 448588 h 1410230"/>
                <a:gd name="connsiteX1065" fmla="*/ 22871 w 1087064"/>
                <a:gd name="connsiteY1065" fmla="*/ 445902 h 1410230"/>
                <a:gd name="connsiteX1066" fmla="*/ 20181 w 1087064"/>
                <a:gd name="connsiteY1066" fmla="*/ 445902 h 1410230"/>
                <a:gd name="connsiteX1067" fmla="*/ 17490 w 1087064"/>
                <a:gd name="connsiteY1067" fmla="*/ 447245 h 1410230"/>
                <a:gd name="connsiteX1068" fmla="*/ 14799 w 1087064"/>
                <a:gd name="connsiteY1068" fmla="*/ 452617 h 1410230"/>
                <a:gd name="connsiteX1069" fmla="*/ 12108 w 1087064"/>
                <a:gd name="connsiteY1069" fmla="*/ 452617 h 1410230"/>
                <a:gd name="connsiteX1070" fmla="*/ 10763 w 1087064"/>
                <a:gd name="connsiteY1070" fmla="*/ 453960 h 1410230"/>
                <a:gd name="connsiteX1071" fmla="*/ 8072 w 1087064"/>
                <a:gd name="connsiteY1071" fmla="*/ 457989 h 1410230"/>
                <a:gd name="connsiteX1072" fmla="*/ 2691 w 1087064"/>
                <a:gd name="connsiteY1072" fmla="*/ 455303 h 1410230"/>
                <a:gd name="connsiteX1073" fmla="*/ 1345 w 1087064"/>
                <a:gd name="connsiteY1073" fmla="*/ 451274 h 1410230"/>
                <a:gd name="connsiteX1074" fmla="*/ 2691 w 1087064"/>
                <a:gd name="connsiteY1074" fmla="*/ 447245 h 1410230"/>
                <a:gd name="connsiteX1075" fmla="*/ 5381 w 1087064"/>
                <a:gd name="connsiteY1075" fmla="*/ 444558 h 1410230"/>
                <a:gd name="connsiteX1076" fmla="*/ 4036 w 1087064"/>
                <a:gd name="connsiteY1076" fmla="*/ 443215 h 1410230"/>
                <a:gd name="connsiteX1077" fmla="*/ 1345 w 1087064"/>
                <a:gd name="connsiteY1077" fmla="*/ 443215 h 1410230"/>
                <a:gd name="connsiteX1078" fmla="*/ 0 w 1087064"/>
                <a:gd name="connsiteY1078" fmla="*/ 444558 h 1410230"/>
                <a:gd name="connsiteX1079" fmla="*/ 0 w 1087064"/>
                <a:gd name="connsiteY1079" fmla="*/ 440529 h 1410230"/>
                <a:gd name="connsiteX1080" fmla="*/ 0 w 1087064"/>
                <a:gd name="connsiteY1080" fmla="*/ 436500 h 1410230"/>
                <a:gd name="connsiteX1081" fmla="*/ 1345 w 1087064"/>
                <a:gd name="connsiteY1081" fmla="*/ 433814 h 1410230"/>
                <a:gd name="connsiteX1082" fmla="*/ 2691 w 1087064"/>
                <a:gd name="connsiteY1082" fmla="*/ 433814 h 1410230"/>
                <a:gd name="connsiteX1083" fmla="*/ 4036 w 1087064"/>
                <a:gd name="connsiteY1083" fmla="*/ 431128 h 1410230"/>
                <a:gd name="connsiteX1084" fmla="*/ 6727 w 1087064"/>
                <a:gd name="connsiteY1084" fmla="*/ 431128 h 1410230"/>
                <a:gd name="connsiteX1085" fmla="*/ 9418 w 1087064"/>
                <a:gd name="connsiteY1085" fmla="*/ 433814 h 1410230"/>
                <a:gd name="connsiteX1086" fmla="*/ 9418 w 1087064"/>
                <a:gd name="connsiteY1086" fmla="*/ 428442 h 1410230"/>
                <a:gd name="connsiteX1087" fmla="*/ 17490 w 1087064"/>
                <a:gd name="connsiteY1087" fmla="*/ 425755 h 1410230"/>
                <a:gd name="connsiteX1088" fmla="*/ 25562 w 1087064"/>
                <a:gd name="connsiteY1088" fmla="*/ 428442 h 1410230"/>
                <a:gd name="connsiteX1089" fmla="*/ 30944 w 1087064"/>
                <a:gd name="connsiteY1089" fmla="*/ 432471 h 1410230"/>
                <a:gd name="connsiteX1090" fmla="*/ 40361 w 1087064"/>
                <a:gd name="connsiteY1090" fmla="*/ 432471 h 1410230"/>
                <a:gd name="connsiteX1091" fmla="*/ 49779 w 1087064"/>
                <a:gd name="connsiteY1091" fmla="*/ 436500 h 1410230"/>
                <a:gd name="connsiteX1092" fmla="*/ 56506 w 1087064"/>
                <a:gd name="connsiteY1092" fmla="*/ 436500 h 1410230"/>
                <a:gd name="connsiteX1093" fmla="*/ 60542 w 1087064"/>
                <a:gd name="connsiteY1093" fmla="*/ 437843 h 1410230"/>
                <a:gd name="connsiteX1094" fmla="*/ 69960 w 1087064"/>
                <a:gd name="connsiteY1094" fmla="*/ 443215 h 1410230"/>
                <a:gd name="connsiteX1095" fmla="*/ 73996 w 1087064"/>
                <a:gd name="connsiteY1095" fmla="*/ 443215 h 1410230"/>
                <a:gd name="connsiteX1096" fmla="*/ 76686 w 1087064"/>
                <a:gd name="connsiteY1096" fmla="*/ 443215 h 1410230"/>
                <a:gd name="connsiteX1097" fmla="*/ 82068 w 1087064"/>
                <a:gd name="connsiteY1097" fmla="*/ 440529 h 1410230"/>
                <a:gd name="connsiteX1098" fmla="*/ 78032 w 1087064"/>
                <a:gd name="connsiteY1098" fmla="*/ 439186 h 1410230"/>
                <a:gd name="connsiteX1099" fmla="*/ 73996 w 1087064"/>
                <a:gd name="connsiteY1099" fmla="*/ 439186 h 1410230"/>
                <a:gd name="connsiteX1100" fmla="*/ 65923 w 1087064"/>
                <a:gd name="connsiteY1100" fmla="*/ 435157 h 1410230"/>
                <a:gd name="connsiteX1101" fmla="*/ 59196 w 1087064"/>
                <a:gd name="connsiteY1101" fmla="*/ 429785 h 1410230"/>
                <a:gd name="connsiteX1102" fmla="*/ 53815 w 1087064"/>
                <a:gd name="connsiteY1102" fmla="*/ 428442 h 1410230"/>
                <a:gd name="connsiteX1103" fmla="*/ 47088 w 1087064"/>
                <a:gd name="connsiteY1103" fmla="*/ 427098 h 1410230"/>
                <a:gd name="connsiteX1104" fmla="*/ 41707 w 1087064"/>
                <a:gd name="connsiteY1104" fmla="*/ 423069 h 1410230"/>
                <a:gd name="connsiteX1105" fmla="*/ 41707 w 1087064"/>
                <a:gd name="connsiteY1105" fmla="*/ 420383 h 1410230"/>
                <a:gd name="connsiteX1106" fmla="*/ 51124 w 1087064"/>
                <a:gd name="connsiteY1106" fmla="*/ 417697 h 1410230"/>
                <a:gd name="connsiteX1107" fmla="*/ 57851 w 1087064"/>
                <a:gd name="connsiteY1107" fmla="*/ 419040 h 1410230"/>
                <a:gd name="connsiteX1108" fmla="*/ 68614 w 1087064"/>
                <a:gd name="connsiteY1108" fmla="*/ 419040 h 1410230"/>
                <a:gd name="connsiteX1109" fmla="*/ 76686 w 1087064"/>
                <a:gd name="connsiteY1109" fmla="*/ 421726 h 1410230"/>
                <a:gd name="connsiteX1110" fmla="*/ 80723 w 1087064"/>
                <a:gd name="connsiteY1110" fmla="*/ 425755 h 1410230"/>
                <a:gd name="connsiteX1111" fmla="*/ 83413 w 1087064"/>
                <a:gd name="connsiteY1111" fmla="*/ 427098 h 1410230"/>
                <a:gd name="connsiteX1112" fmla="*/ 84759 w 1087064"/>
                <a:gd name="connsiteY1112" fmla="*/ 428442 h 1410230"/>
                <a:gd name="connsiteX1113" fmla="*/ 88795 w 1087064"/>
                <a:gd name="connsiteY1113" fmla="*/ 431128 h 1410230"/>
                <a:gd name="connsiteX1114" fmla="*/ 88795 w 1087064"/>
                <a:gd name="connsiteY1114" fmla="*/ 428442 h 1410230"/>
                <a:gd name="connsiteX1115" fmla="*/ 87449 w 1087064"/>
                <a:gd name="connsiteY1115" fmla="*/ 425755 h 1410230"/>
                <a:gd name="connsiteX1116" fmla="*/ 87449 w 1087064"/>
                <a:gd name="connsiteY1116" fmla="*/ 421726 h 1410230"/>
                <a:gd name="connsiteX1117" fmla="*/ 92831 w 1087064"/>
                <a:gd name="connsiteY1117" fmla="*/ 417697 h 1410230"/>
                <a:gd name="connsiteX1118" fmla="*/ 94176 w 1087064"/>
                <a:gd name="connsiteY1118" fmla="*/ 417697 h 1410230"/>
                <a:gd name="connsiteX1119" fmla="*/ 92831 w 1087064"/>
                <a:gd name="connsiteY1119" fmla="*/ 410982 h 1410230"/>
                <a:gd name="connsiteX1120" fmla="*/ 90140 w 1087064"/>
                <a:gd name="connsiteY1120" fmla="*/ 409639 h 1410230"/>
                <a:gd name="connsiteX1121" fmla="*/ 87449 w 1087064"/>
                <a:gd name="connsiteY1121" fmla="*/ 409639 h 1410230"/>
                <a:gd name="connsiteX1122" fmla="*/ 84759 w 1087064"/>
                <a:gd name="connsiteY1122" fmla="*/ 406952 h 1410230"/>
                <a:gd name="connsiteX1123" fmla="*/ 84759 w 1087064"/>
                <a:gd name="connsiteY1123" fmla="*/ 404266 h 1410230"/>
                <a:gd name="connsiteX1124" fmla="*/ 80723 w 1087064"/>
                <a:gd name="connsiteY1124" fmla="*/ 402923 h 1410230"/>
                <a:gd name="connsiteX1125" fmla="*/ 78032 w 1087064"/>
                <a:gd name="connsiteY1125" fmla="*/ 404266 h 1410230"/>
                <a:gd name="connsiteX1126" fmla="*/ 73996 w 1087064"/>
                <a:gd name="connsiteY1126" fmla="*/ 408295 h 1410230"/>
                <a:gd name="connsiteX1127" fmla="*/ 68614 w 1087064"/>
                <a:gd name="connsiteY1127" fmla="*/ 408295 h 1410230"/>
                <a:gd name="connsiteX1128" fmla="*/ 60542 w 1087064"/>
                <a:gd name="connsiteY1128" fmla="*/ 406952 h 1410230"/>
                <a:gd name="connsiteX1129" fmla="*/ 56506 w 1087064"/>
                <a:gd name="connsiteY1129" fmla="*/ 404266 h 1410230"/>
                <a:gd name="connsiteX1130" fmla="*/ 56506 w 1087064"/>
                <a:gd name="connsiteY1130" fmla="*/ 401580 h 1410230"/>
                <a:gd name="connsiteX1131" fmla="*/ 55161 w 1087064"/>
                <a:gd name="connsiteY1131" fmla="*/ 400237 h 1410230"/>
                <a:gd name="connsiteX1132" fmla="*/ 51124 w 1087064"/>
                <a:gd name="connsiteY1132" fmla="*/ 394865 h 1410230"/>
                <a:gd name="connsiteX1133" fmla="*/ 48434 w 1087064"/>
                <a:gd name="connsiteY1133" fmla="*/ 394865 h 1410230"/>
                <a:gd name="connsiteX1134" fmla="*/ 47088 w 1087064"/>
                <a:gd name="connsiteY1134" fmla="*/ 396208 h 1410230"/>
                <a:gd name="connsiteX1135" fmla="*/ 48434 w 1087064"/>
                <a:gd name="connsiteY1135" fmla="*/ 398894 h 1410230"/>
                <a:gd name="connsiteX1136" fmla="*/ 51124 w 1087064"/>
                <a:gd name="connsiteY1136" fmla="*/ 401580 h 1410230"/>
                <a:gd name="connsiteX1137" fmla="*/ 49779 w 1087064"/>
                <a:gd name="connsiteY1137" fmla="*/ 406952 h 1410230"/>
                <a:gd name="connsiteX1138" fmla="*/ 48434 w 1087064"/>
                <a:gd name="connsiteY1138" fmla="*/ 409639 h 1410230"/>
                <a:gd name="connsiteX1139" fmla="*/ 41707 w 1087064"/>
                <a:gd name="connsiteY1139" fmla="*/ 409639 h 1410230"/>
                <a:gd name="connsiteX1140" fmla="*/ 34980 w 1087064"/>
                <a:gd name="connsiteY1140" fmla="*/ 406952 h 1410230"/>
                <a:gd name="connsiteX1141" fmla="*/ 26908 w 1087064"/>
                <a:gd name="connsiteY1141" fmla="*/ 397551 h 1410230"/>
                <a:gd name="connsiteX1142" fmla="*/ 28253 w 1087064"/>
                <a:gd name="connsiteY1142" fmla="*/ 396208 h 1410230"/>
                <a:gd name="connsiteX1143" fmla="*/ 33634 w 1087064"/>
                <a:gd name="connsiteY1143" fmla="*/ 393522 h 1410230"/>
                <a:gd name="connsiteX1144" fmla="*/ 41707 w 1087064"/>
                <a:gd name="connsiteY1144" fmla="*/ 389492 h 1410230"/>
                <a:gd name="connsiteX1145" fmla="*/ 41707 w 1087064"/>
                <a:gd name="connsiteY1145" fmla="*/ 388149 h 1410230"/>
                <a:gd name="connsiteX1146" fmla="*/ 40361 w 1087064"/>
                <a:gd name="connsiteY1146" fmla="*/ 386806 h 1410230"/>
                <a:gd name="connsiteX1147" fmla="*/ 34980 w 1087064"/>
                <a:gd name="connsiteY1147" fmla="*/ 389492 h 1410230"/>
                <a:gd name="connsiteX1148" fmla="*/ 30944 w 1087064"/>
                <a:gd name="connsiteY1148" fmla="*/ 392178 h 1410230"/>
                <a:gd name="connsiteX1149" fmla="*/ 26908 w 1087064"/>
                <a:gd name="connsiteY1149" fmla="*/ 390835 h 1410230"/>
                <a:gd name="connsiteX1150" fmla="*/ 25562 w 1087064"/>
                <a:gd name="connsiteY1150" fmla="*/ 388149 h 1410230"/>
                <a:gd name="connsiteX1151" fmla="*/ 26908 w 1087064"/>
                <a:gd name="connsiteY1151" fmla="*/ 385463 h 1410230"/>
                <a:gd name="connsiteX1152" fmla="*/ 32289 w 1087064"/>
                <a:gd name="connsiteY1152" fmla="*/ 384120 h 1410230"/>
                <a:gd name="connsiteX1153" fmla="*/ 36325 w 1087064"/>
                <a:gd name="connsiteY1153" fmla="*/ 381434 h 1410230"/>
                <a:gd name="connsiteX1154" fmla="*/ 39016 w 1087064"/>
                <a:gd name="connsiteY1154" fmla="*/ 376062 h 1410230"/>
                <a:gd name="connsiteX1155" fmla="*/ 37671 w 1087064"/>
                <a:gd name="connsiteY1155" fmla="*/ 373375 h 1410230"/>
                <a:gd name="connsiteX1156" fmla="*/ 34980 w 1087064"/>
                <a:gd name="connsiteY1156" fmla="*/ 372032 h 1410230"/>
                <a:gd name="connsiteX1157" fmla="*/ 33634 w 1087064"/>
                <a:gd name="connsiteY1157" fmla="*/ 373375 h 1410230"/>
                <a:gd name="connsiteX1158" fmla="*/ 32289 w 1087064"/>
                <a:gd name="connsiteY1158" fmla="*/ 376062 h 1410230"/>
                <a:gd name="connsiteX1159" fmla="*/ 26908 w 1087064"/>
                <a:gd name="connsiteY1159" fmla="*/ 378748 h 1410230"/>
                <a:gd name="connsiteX1160" fmla="*/ 21526 w 1087064"/>
                <a:gd name="connsiteY1160" fmla="*/ 380091 h 1410230"/>
                <a:gd name="connsiteX1161" fmla="*/ 17490 w 1087064"/>
                <a:gd name="connsiteY1161" fmla="*/ 380091 h 1410230"/>
                <a:gd name="connsiteX1162" fmla="*/ 20181 w 1087064"/>
                <a:gd name="connsiteY1162" fmla="*/ 384120 h 1410230"/>
                <a:gd name="connsiteX1163" fmla="*/ 21526 w 1087064"/>
                <a:gd name="connsiteY1163" fmla="*/ 381434 h 1410230"/>
                <a:gd name="connsiteX1164" fmla="*/ 24217 w 1087064"/>
                <a:gd name="connsiteY1164" fmla="*/ 378748 h 1410230"/>
                <a:gd name="connsiteX1165" fmla="*/ 26908 w 1087064"/>
                <a:gd name="connsiteY1165" fmla="*/ 376062 h 1410230"/>
                <a:gd name="connsiteX1166" fmla="*/ 25562 w 1087064"/>
                <a:gd name="connsiteY1166" fmla="*/ 373375 h 1410230"/>
                <a:gd name="connsiteX1167" fmla="*/ 24217 w 1087064"/>
                <a:gd name="connsiteY1167" fmla="*/ 372032 h 1410230"/>
                <a:gd name="connsiteX1168" fmla="*/ 20181 w 1087064"/>
                <a:gd name="connsiteY1168" fmla="*/ 372032 h 1410230"/>
                <a:gd name="connsiteX1169" fmla="*/ 17490 w 1087064"/>
                <a:gd name="connsiteY1169" fmla="*/ 369346 h 1410230"/>
                <a:gd name="connsiteX1170" fmla="*/ 12108 w 1087064"/>
                <a:gd name="connsiteY1170" fmla="*/ 358602 h 1410230"/>
                <a:gd name="connsiteX1171" fmla="*/ 9418 w 1087064"/>
                <a:gd name="connsiteY1171" fmla="*/ 355915 h 1410230"/>
                <a:gd name="connsiteX1172" fmla="*/ 5381 w 1087064"/>
                <a:gd name="connsiteY1172" fmla="*/ 353229 h 1410230"/>
                <a:gd name="connsiteX1173" fmla="*/ 4036 w 1087064"/>
                <a:gd name="connsiteY1173" fmla="*/ 350543 h 1410230"/>
                <a:gd name="connsiteX1174" fmla="*/ 6727 w 1087064"/>
                <a:gd name="connsiteY1174" fmla="*/ 349200 h 1410230"/>
                <a:gd name="connsiteX1175" fmla="*/ 10763 w 1087064"/>
                <a:gd name="connsiteY1175" fmla="*/ 346514 h 1410230"/>
                <a:gd name="connsiteX1176" fmla="*/ 13454 w 1087064"/>
                <a:gd name="connsiteY1176" fmla="*/ 342485 h 1410230"/>
                <a:gd name="connsiteX1177" fmla="*/ 14799 w 1087064"/>
                <a:gd name="connsiteY1177" fmla="*/ 341142 h 1410230"/>
                <a:gd name="connsiteX1178" fmla="*/ 16144 w 1087064"/>
                <a:gd name="connsiteY1178" fmla="*/ 342485 h 1410230"/>
                <a:gd name="connsiteX1179" fmla="*/ 18835 w 1087064"/>
                <a:gd name="connsiteY1179" fmla="*/ 342485 h 1410230"/>
                <a:gd name="connsiteX1180" fmla="*/ 18835 w 1087064"/>
                <a:gd name="connsiteY1180" fmla="*/ 339798 h 1410230"/>
                <a:gd name="connsiteX1181" fmla="*/ 16144 w 1087064"/>
                <a:gd name="connsiteY1181" fmla="*/ 338455 h 1410230"/>
                <a:gd name="connsiteX1182" fmla="*/ 12108 w 1087064"/>
                <a:gd name="connsiteY1182" fmla="*/ 338455 h 1410230"/>
                <a:gd name="connsiteX1183" fmla="*/ 10763 w 1087064"/>
                <a:gd name="connsiteY1183" fmla="*/ 335769 h 1410230"/>
                <a:gd name="connsiteX1184" fmla="*/ 12108 w 1087064"/>
                <a:gd name="connsiteY1184" fmla="*/ 333083 h 1410230"/>
                <a:gd name="connsiteX1185" fmla="*/ 16144 w 1087064"/>
                <a:gd name="connsiteY1185" fmla="*/ 333083 h 1410230"/>
                <a:gd name="connsiteX1186" fmla="*/ 24217 w 1087064"/>
                <a:gd name="connsiteY1186" fmla="*/ 330397 h 1410230"/>
                <a:gd name="connsiteX1187" fmla="*/ 24217 w 1087064"/>
                <a:gd name="connsiteY1187" fmla="*/ 327711 h 1410230"/>
                <a:gd name="connsiteX1188" fmla="*/ 24217 w 1087064"/>
                <a:gd name="connsiteY1188" fmla="*/ 325025 h 1410230"/>
                <a:gd name="connsiteX1189" fmla="*/ 28253 w 1087064"/>
                <a:gd name="connsiteY1189" fmla="*/ 323682 h 1410230"/>
                <a:gd name="connsiteX1190" fmla="*/ 30944 w 1087064"/>
                <a:gd name="connsiteY1190" fmla="*/ 320995 h 1410230"/>
                <a:gd name="connsiteX1191" fmla="*/ 34980 w 1087064"/>
                <a:gd name="connsiteY1191" fmla="*/ 320995 h 1410230"/>
                <a:gd name="connsiteX1192" fmla="*/ 37671 w 1087064"/>
                <a:gd name="connsiteY1192" fmla="*/ 322339 h 1410230"/>
                <a:gd name="connsiteX1193" fmla="*/ 41707 w 1087064"/>
                <a:gd name="connsiteY1193" fmla="*/ 322339 h 1410230"/>
                <a:gd name="connsiteX1194" fmla="*/ 44397 w 1087064"/>
                <a:gd name="connsiteY1194" fmla="*/ 319652 h 1410230"/>
                <a:gd name="connsiteX1195" fmla="*/ 47088 w 1087064"/>
                <a:gd name="connsiteY1195" fmla="*/ 319652 h 1410230"/>
                <a:gd name="connsiteX1196" fmla="*/ 51124 w 1087064"/>
                <a:gd name="connsiteY1196" fmla="*/ 320995 h 1410230"/>
                <a:gd name="connsiteX1197" fmla="*/ 51124 w 1087064"/>
                <a:gd name="connsiteY1197" fmla="*/ 322339 h 1410230"/>
                <a:gd name="connsiteX1198" fmla="*/ 52470 w 1087064"/>
                <a:gd name="connsiteY1198" fmla="*/ 322339 h 1410230"/>
                <a:gd name="connsiteX1199" fmla="*/ 55161 w 1087064"/>
                <a:gd name="connsiteY1199" fmla="*/ 320995 h 1410230"/>
                <a:gd name="connsiteX1200" fmla="*/ 56506 w 1087064"/>
                <a:gd name="connsiteY1200" fmla="*/ 318309 h 1410230"/>
                <a:gd name="connsiteX1201" fmla="*/ 59196 w 1087064"/>
                <a:gd name="connsiteY1201" fmla="*/ 315623 h 1410230"/>
                <a:gd name="connsiteX1202" fmla="*/ 63233 w 1087064"/>
                <a:gd name="connsiteY1202" fmla="*/ 316966 h 1410230"/>
                <a:gd name="connsiteX1203" fmla="*/ 64578 w 1087064"/>
                <a:gd name="connsiteY1203" fmla="*/ 316966 h 1410230"/>
                <a:gd name="connsiteX1204" fmla="*/ 67269 w 1087064"/>
                <a:gd name="connsiteY1204" fmla="*/ 315623 h 1410230"/>
                <a:gd name="connsiteX1205" fmla="*/ 68614 w 1087064"/>
                <a:gd name="connsiteY1205" fmla="*/ 315623 h 1410230"/>
                <a:gd name="connsiteX1206" fmla="*/ 72650 w 1087064"/>
                <a:gd name="connsiteY1206" fmla="*/ 315623 h 1410230"/>
                <a:gd name="connsiteX1207" fmla="*/ 91486 w 1087064"/>
                <a:gd name="connsiteY1207" fmla="*/ 310251 h 1410230"/>
                <a:gd name="connsiteX1208" fmla="*/ 95522 w 1087064"/>
                <a:gd name="connsiteY1208" fmla="*/ 310251 h 1410230"/>
                <a:gd name="connsiteX1209" fmla="*/ 96867 w 1087064"/>
                <a:gd name="connsiteY1209" fmla="*/ 312937 h 1410230"/>
                <a:gd name="connsiteX1210" fmla="*/ 98213 w 1087064"/>
                <a:gd name="connsiteY1210" fmla="*/ 310251 h 1410230"/>
                <a:gd name="connsiteX1211" fmla="*/ 95522 w 1087064"/>
                <a:gd name="connsiteY1211" fmla="*/ 307565 h 1410230"/>
                <a:gd name="connsiteX1212" fmla="*/ 96867 w 1087064"/>
                <a:gd name="connsiteY1212" fmla="*/ 304878 h 1410230"/>
                <a:gd name="connsiteX1213" fmla="*/ 103594 w 1087064"/>
                <a:gd name="connsiteY1213" fmla="*/ 302192 h 1410230"/>
                <a:gd name="connsiteX1214" fmla="*/ 111666 w 1087064"/>
                <a:gd name="connsiteY1214" fmla="*/ 302192 h 1410230"/>
                <a:gd name="connsiteX1215" fmla="*/ 117048 w 1087064"/>
                <a:gd name="connsiteY1215" fmla="*/ 300849 h 1410230"/>
                <a:gd name="connsiteX1216" fmla="*/ 119738 w 1087064"/>
                <a:gd name="connsiteY1216" fmla="*/ 302192 h 1410230"/>
                <a:gd name="connsiteX1217" fmla="*/ 125120 w 1087064"/>
                <a:gd name="connsiteY1217" fmla="*/ 303535 h 1410230"/>
                <a:gd name="connsiteX1218" fmla="*/ 129156 w 1087064"/>
                <a:gd name="connsiteY1218" fmla="*/ 300849 h 1410230"/>
                <a:gd name="connsiteX1219" fmla="*/ 134538 w 1087064"/>
                <a:gd name="connsiteY1219" fmla="*/ 299506 h 1410230"/>
                <a:gd name="connsiteX1220" fmla="*/ 141265 w 1087064"/>
                <a:gd name="connsiteY1220" fmla="*/ 300849 h 1410230"/>
                <a:gd name="connsiteX1221" fmla="*/ 142610 w 1087064"/>
                <a:gd name="connsiteY1221" fmla="*/ 303535 h 1410230"/>
                <a:gd name="connsiteX1222" fmla="*/ 146646 w 1087064"/>
                <a:gd name="connsiteY1222" fmla="*/ 303535 h 1410230"/>
                <a:gd name="connsiteX1223" fmla="*/ 149337 w 1087064"/>
                <a:gd name="connsiteY1223" fmla="*/ 306222 h 1410230"/>
                <a:gd name="connsiteX1224" fmla="*/ 154718 w 1087064"/>
                <a:gd name="connsiteY1224" fmla="*/ 310251 h 1410230"/>
                <a:gd name="connsiteX1225" fmla="*/ 158754 w 1087064"/>
                <a:gd name="connsiteY1225" fmla="*/ 310251 h 1410230"/>
                <a:gd name="connsiteX1226" fmla="*/ 161445 w 1087064"/>
                <a:gd name="connsiteY1226" fmla="*/ 308908 h 1410230"/>
                <a:gd name="connsiteX1227" fmla="*/ 161445 w 1087064"/>
                <a:gd name="connsiteY1227" fmla="*/ 307565 h 1410230"/>
                <a:gd name="connsiteX1228" fmla="*/ 165481 w 1087064"/>
                <a:gd name="connsiteY1228" fmla="*/ 303535 h 1410230"/>
                <a:gd name="connsiteX1229" fmla="*/ 168172 w 1087064"/>
                <a:gd name="connsiteY1229" fmla="*/ 298163 h 1410230"/>
                <a:gd name="connsiteX1230" fmla="*/ 172208 w 1087064"/>
                <a:gd name="connsiteY1230" fmla="*/ 291448 h 1410230"/>
                <a:gd name="connsiteX1231" fmla="*/ 177590 w 1087064"/>
                <a:gd name="connsiteY1231" fmla="*/ 288762 h 1410230"/>
                <a:gd name="connsiteX1232" fmla="*/ 178935 w 1087064"/>
                <a:gd name="connsiteY1232" fmla="*/ 286075 h 1410230"/>
                <a:gd name="connsiteX1233" fmla="*/ 182971 w 1087064"/>
                <a:gd name="connsiteY1233" fmla="*/ 279360 h 1410230"/>
                <a:gd name="connsiteX1234" fmla="*/ 187007 w 1087064"/>
                <a:gd name="connsiteY1234" fmla="*/ 278017 h 1410230"/>
                <a:gd name="connsiteX1235" fmla="*/ 188353 w 1087064"/>
                <a:gd name="connsiteY1235" fmla="*/ 272645 h 1410230"/>
                <a:gd name="connsiteX1236" fmla="*/ 184317 w 1087064"/>
                <a:gd name="connsiteY1236" fmla="*/ 271302 h 1410230"/>
                <a:gd name="connsiteX1237" fmla="*/ 184317 w 1087064"/>
                <a:gd name="connsiteY1237" fmla="*/ 267272 h 1410230"/>
                <a:gd name="connsiteX1238" fmla="*/ 188353 w 1087064"/>
                <a:gd name="connsiteY1238" fmla="*/ 261900 h 1410230"/>
                <a:gd name="connsiteX1239" fmla="*/ 193734 w 1087064"/>
                <a:gd name="connsiteY1239" fmla="*/ 261900 h 1410230"/>
                <a:gd name="connsiteX1240" fmla="*/ 200461 w 1087064"/>
                <a:gd name="connsiteY1240" fmla="*/ 261900 h 1410230"/>
                <a:gd name="connsiteX1241" fmla="*/ 205843 w 1087064"/>
                <a:gd name="connsiteY1241" fmla="*/ 257871 h 1410230"/>
                <a:gd name="connsiteX1242" fmla="*/ 207188 w 1087064"/>
                <a:gd name="connsiteY1242" fmla="*/ 253842 h 1410230"/>
                <a:gd name="connsiteX1243" fmla="*/ 205843 w 1087064"/>
                <a:gd name="connsiteY1243" fmla="*/ 252498 h 1410230"/>
                <a:gd name="connsiteX1244" fmla="*/ 200461 w 1087064"/>
                <a:gd name="connsiteY1244" fmla="*/ 252498 h 1410230"/>
                <a:gd name="connsiteX1245" fmla="*/ 196425 w 1087064"/>
                <a:gd name="connsiteY1245" fmla="*/ 249812 h 1410230"/>
                <a:gd name="connsiteX1246" fmla="*/ 196425 w 1087064"/>
                <a:gd name="connsiteY1246" fmla="*/ 247126 h 1410230"/>
                <a:gd name="connsiteX1247" fmla="*/ 197770 w 1087064"/>
                <a:gd name="connsiteY1247" fmla="*/ 244440 h 1410230"/>
                <a:gd name="connsiteX1248" fmla="*/ 201806 w 1087064"/>
                <a:gd name="connsiteY1248" fmla="*/ 243097 h 1410230"/>
                <a:gd name="connsiteX1249" fmla="*/ 208533 w 1087064"/>
                <a:gd name="connsiteY1249" fmla="*/ 244440 h 1410230"/>
                <a:gd name="connsiteX1250" fmla="*/ 213915 w 1087064"/>
                <a:gd name="connsiteY1250" fmla="*/ 241754 h 1410230"/>
                <a:gd name="connsiteX1251" fmla="*/ 220642 w 1087064"/>
                <a:gd name="connsiteY1251" fmla="*/ 239068 h 1410230"/>
                <a:gd name="connsiteX1252" fmla="*/ 221987 w 1087064"/>
                <a:gd name="connsiteY1252" fmla="*/ 236382 h 1410230"/>
                <a:gd name="connsiteX1253" fmla="*/ 220642 w 1087064"/>
                <a:gd name="connsiteY1253" fmla="*/ 235038 h 1410230"/>
                <a:gd name="connsiteX1254" fmla="*/ 220642 w 1087064"/>
                <a:gd name="connsiteY1254" fmla="*/ 231009 h 1410230"/>
                <a:gd name="connsiteX1255" fmla="*/ 219296 w 1087064"/>
                <a:gd name="connsiteY1255" fmla="*/ 231009 h 1410230"/>
                <a:gd name="connsiteX1256" fmla="*/ 216606 w 1087064"/>
                <a:gd name="connsiteY1256" fmla="*/ 233695 h 1410230"/>
                <a:gd name="connsiteX1257" fmla="*/ 216606 w 1087064"/>
                <a:gd name="connsiteY1257" fmla="*/ 237725 h 1410230"/>
                <a:gd name="connsiteX1258" fmla="*/ 213915 w 1087064"/>
                <a:gd name="connsiteY1258" fmla="*/ 239068 h 1410230"/>
                <a:gd name="connsiteX1259" fmla="*/ 205843 w 1087064"/>
                <a:gd name="connsiteY1259" fmla="*/ 239068 h 1410230"/>
                <a:gd name="connsiteX1260" fmla="*/ 201806 w 1087064"/>
                <a:gd name="connsiteY1260" fmla="*/ 237725 h 1410230"/>
                <a:gd name="connsiteX1261" fmla="*/ 199116 w 1087064"/>
                <a:gd name="connsiteY1261" fmla="*/ 237725 h 1410230"/>
                <a:gd name="connsiteX1262" fmla="*/ 193734 w 1087064"/>
                <a:gd name="connsiteY1262" fmla="*/ 241754 h 1410230"/>
                <a:gd name="connsiteX1263" fmla="*/ 189698 w 1087064"/>
                <a:gd name="connsiteY1263" fmla="*/ 241754 h 1410230"/>
                <a:gd name="connsiteX1264" fmla="*/ 188353 w 1087064"/>
                <a:gd name="connsiteY1264" fmla="*/ 239068 h 1410230"/>
                <a:gd name="connsiteX1265" fmla="*/ 182971 w 1087064"/>
                <a:gd name="connsiteY1265" fmla="*/ 235038 h 1410230"/>
                <a:gd name="connsiteX1266" fmla="*/ 180280 w 1087064"/>
                <a:gd name="connsiteY1266" fmla="*/ 235038 h 1410230"/>
                <a:gd name="connsiteX1267" fmla="*/ 177590 w 1087064"/>
                <a:gd name="connsiteY1267" fmla="*/ 237725 h 1410230"/>
                <a:gd name="connsiteX1268" fmla="*/ 174899 w 1087064"/>
                <a:gd name="connsiteY1268" fmla="*/ 237725 h 1410230"/>
                <a:gd name="connsiteX1269" fmla="*/ 172208 w 1087064"/>
                <a:gd name="connsiteY1269" fmla="*/ 235038 h 1410230"/>
                <a:gd name="connsiteX1270" fmla="*/ 169518 w 1087064"/>
                <a:gd name="connsiteY1270" fmla="*/ 235038 h 1410230"/>
                <a:gd name="connsiteX1271" fmla="*/ 166827 w 1087064"/>
                <a:gd name="connsiteY1271" fmla="*/ 233695 h 1410230"/>
                <a:gd name="connsiteX1272" fmla="*/ 166827 w 1087064"/>
                <a:gd name="connsiteY1272" fmla="*/ 236382 h 1410230"/>
                <a:gd name="connsiteX1273" fmla="*/ 166827 w 1087064"/>
                <a:gd name="connsiteY1273" fmla="*/ 233695 h 1410230"/>
                <a:gd name="connsiteX1274" fmla="*/ 165481 w 1087064"/>
                <a:gd name="connsiteY1274" fmla="*/ 232352 h 1410230"/>
                <a:gd name="connsiteX1275" fmla="*/ 165481 w 1087064"/>
                <a:gd name="connsiteY1275" fmla="*/ 229666 h 1410230"/>
                <a:gd name="connsiteX1276" fmla="*/ 166827 w 1087064"/>
                <a:gd name="connsiteY1276" fmla="*/ 226980 h 1410230"/>
                <a:gd name="connsiteX1277" fmla="*/ 170863 w 1087064"/>
                <a:gd name="connsiteY1277" fmla="*/ 225637 h 1410230"/>
                <a:gd name="connsiteX1278" fmla="*/ 173554 w 1087064"/>
                <a:gd name="connsiteY1278" fmla="*/ 221608 h 1410230"/>
                <a:gd name="connsiteX1279" fmla="*/ 174899 w 1087064"/>
                <a:gd name="connsiteY1279" fmla="*/ 218922 h 1410230"/>
                <a:gd name="connsiteX1280" fmla="*/ 177590 w 1087064"/>
                <a:gd name="connsiteY1280" fmla="*/ 217578 h 1410230"/>
                <a:gd name="connsiteX1281" fmla="*/ 178935 w 1087064"/>
                <a:gd name="connsiteY1281" fmla="*/ 214892 h 1410230"/>
                <a:gd name="connsiteX1282" fmla="*/ 177590 w 1087064"/>
                <a:gd name="connsiteY1282" fmla="*/ 213549 h 1410230"/>
                <a:gd name="connsiteX1283" fmla="*/ 177590 w 1087064"/>
                <a:gd name="connsiteY1283" fmla="*/ 210863 h 1410230"/>
                <a:gd name="connsiteX1284" fmla="*/ 178935 w 1087064"/>
                <a:gd name="connsiteY1284" fmla="*/ 208177 h 1410230"/>
                <a:gd name="connsiteX1285" fmla="*/ 182971 w 1087064"/>
                <a:gd name="connsiteY1285" fmla="*/ 208177 h 1410230"/>
                <a:gd name="connsiteX1286" fmla="*/ 188353 w 1087064"/>
                <a:gd name="connsiteY1286" fmla="*/ 205491 h 1410230"/>
                <a:gd name="connsiteX1287" fmla="*/ 191043 w 1087064"/>
                <a:gd name="connsiteY1287" fmla="*/ 202805 h 1410230"/>
                <a:gd name="connsiteX1288" fmla="*/ 191043 w 1087064"/>
                <a:gd name="connsiteY1288" fmla="*/ 200118 h 1410230"/>
                <a:gd name="connsiteX1289" fmla="*/ 199116 w 1087064"/>
                <a:gd name="connsiteY1289" fmla="*/ 197432 h 1410230"/>
                <a:gd name="connsiteX1290" fmla="*/ 201806 w 1087064"/>
                <a:gd name="connsiteY1290" fmla="*/ 193403 h 1410230"/>
                <a:gd name="connsiteX1291" fmla="*/ 205843 w 1087064"/>
                <a:gd name="connsiteY1291" fmla="*/ 192060 h 1410230"/>
                <a:gd name="connsiteX1292" fmla="*/ 213915 w 1087064"/>
                <a:gd name="connsiteY1292" fmla="*/ 192060 h 1410230"/>
                <a:gd name="connsiteX1293" fmla="*/ 216606 w 1087064"/>
                <a:gd name="connsiteY1293" fmla="*/ 190717 h 1410230"/>
                <a:gd name="connsiteX1294" fmla="*/ 215260 w 1087064"/>
                <a:gd name="connsiteY1294" fmla="*/ 189374 h 1410230"/>
                <a:gd name="connsiteX1295" fmla="*/ 212570 w 1087064"/>
                <a:gd name="connsiteY1295" fmla="*/ 188031 h 1410230"/>
                <a:gd name="connsiteX1296" fmla="*/ 212570 w 1087064"/>
                <a:gd name="connsiteY1296" fmla="*/ 185345 h 1410230"/>
                <a:gd name="connsiteX1297" fmla="*/ 215260 w 1087064"/>
                <a:gd name="connsiteY1297" fmla="*/ 184002 h 1410230"/>
                <a:gd name="connsiteX1298" fmla="*/ 220642 w 1087064"/>
                <a:gd name="connsiteY1298" fmla="*/ 184002 h 1410230"/>
                <a:gd name="connsiteX1299" fmla="*/ 221987 w 1087064"/>
                <a:gd name="connsiteY1299" fmla="*/ 185345 h 1410230"/>
                <a:gd name="connsiteX1300" fmla="*/ 224678 w 1087064"/>
                <a:gd name="connsiteY1300" fmla="*/ 184002 h 1410230"/>
                <a:gd name="connsiteX1301" fmla="*/ 230059 w 1087064"/>
                <a:gd name="connsiteY1301" fmla="*/ 177286 h 1410230"/>
                <a:gd name="connsiteX1302" fmla="*/ 230059 w 1087064"/>
                <a:gd name="connsiteY1302" fmla="*/ 174600 h 1410230"/>
                <a:gd name="connsiteX1303" fmla="*/ 231405 w 1087064"/>
                <a:gd name="connsiteY1303" fmla="*/ 170571 h 1410230"/>
                <a:gd name="connsiteX1304" fmla="*/ 235441 w 1087064"/>
                <a:gd name="connsiteY1304" fmla="*/ 169228 h 1410230"/>
                <a:gd name="connsiteX1305" fmla="*/ 239477 w 1087064"/>
                <a:gd name="connsiteY1305" fmla="*/ 167885 h 1410230"/>
                <a:gd name="connsiteX1306" fmla="*/ 243513 w 1087064"/>
                <a:gd name="connsiteY1306" fmla="*/ 163855 h 1410230"/>
                <a:gd name="connsiteX1307" fmla="*/ 247549 w 1087064"/>
                <a:gd name="connsiteY1307" fmla="*/ 163855 h 1410230"/>
                <a:gd name="connsiteX1308" fmla="*/ 250240 w 1087064"/>
                <a:gd name="connsiteY1308" fmla="*/ 162512 h 1410230"/>
                <a:gd name="connsiteX1309" fmla="*/ 251585 w 1087064"/>
                <a:gd name="connsiteY1309" fmla="*/ 163855 h 1410230"/>
                <a:gd name="connsiteX1310" fmla="*/ 252931 w 1087064"/>
                <a:gd name="connsiteY1310" fmla="*/ 169228 h 1410230"/>
                <a:gd name="connsiteX1311" fmla="*/ 252931 w 1087064"/>
                <a:gd name="connsiteY1311" fmla="*/ 178629 h 1410230"/>
                <a:gd name="connsiteX1312" fmla="*/ 254276 w 1087064"/>
                <a:gd name="connsiteY1312" fmla="*/ 182658 h 1410230"/>
                <a:gd name="connsiteX1313" fmla="*/ 254276 w 1087064"/>
                <a:gd name="connsiteY1313" fmla="*/ 189374 h 1410230"/>
                <a:gd name="connsiteX1314" fmla="*/ 252931 w 1087064"/>
                <a:gd name="connsiteY1314" fmla="*/ 198775 h 1410230"/>
                <a:gd name="connsiteX1315" fmla="*/ 254276 w 1087064"/>
                <a:gd name="connsiteY1315" fmla="*/ 198775 h 1410230"/>
                <a:gd name="connsiteX1316" fmla="*/ 255622 w 1087064"/>
                <a:gd name="connsiteY1316" fmla="*/ 196089 h 1410230"/>
                <a:gd name="connsiteX1317" fmla="*/ 256967 w 1087064"/>
                <a:gd name="connsiteY1317" fmla="*/ 188031 h 1410230"/>
                <a:gd name="connsiteX1318" fmla="*/ 255622 w 1087064"/>
                <a:gd name="connsiteY1318" fmla="*/ 181315 h 1410230"/>
                <a:gd name="connsiteX1319" fmla="*/ 255622 w 1087064"/>
                <a:gd name="connsiteY1319" fmla="*/ 175943 h 1410230"/>
                <a:gd name="connsiteX1320" fmla="*/ 256967 w 1087064"/>
                <a:gd name="connsiteY1320" fmla="*/ 171914 h 1410230"/>
                <a:gd name="connsiteX1321" fmla="*/ 256967 w 1087064"/>
                <a:gd name="connsiteY1321" fmla="*/ 165198 h 1410230"/>
                <a:gd name="connsiteX1322" fmla="*/ 259658 w 1087064"/>
                <a:gd name="connsiteY1322" fmla="*/ 163855 h 1410230"/>
                <a:gd name="connsiteX1323" fmla="*/ 262348 w 1087064"/>
                <a:gd name="connsiteY1323" fmla="*/ 163855 h 1410230"/>
                <a:gd name="connsiteX1324" fmla="*/ 263694 w 1087064"/>
                <a:gd name="connsiteY1324" fmla="*/ 161169 h 1410230"/>
                <a:gd name="connsiteX1325" fmla="*/ 266385 w 1087064"/>
                <a:gd name="connsiteY1325" fmla="*/ 159826 h 1410230"/>
                <a:gd name="connsiteX1326" fmla="*/ 267730 w 1087064"/>
                <a:gd name="connsiteY1326" fmla="*/ 159826 h 1410230"/>
                <a:gd name="connsiteX1327" fmla="*/ 269075 w 1087064"/>
                <a:gd name="connsiteY1327" fmla="*/ 162512 h 1410230"/>
                <a:gd name="connsiteX1328" fmla="*/ 270421 w 1087064"/>
                <a:gd name="connsiteY1328" fmla="*/ 165198 h 1410230"/>
                <a:gd name="connsiteX1329" fmla="*/ 273112 w 1087064"/>
                <a:gd name="connsiteY1329" fmla="*/ 165198 h 1410230"/>
                <a:gd name="connsiteX1330" fmla="*/ 274457 w 1087064"/>
                <a:gd name="connsiteY1330" fmla="*/ 166542 h 1410230"/>
                <a:gd name="connsiteX1331" fmla="*/ 274457 w 1087064"/>
                <a:gd name="connsiteY1331" fmla="*/ 170571 h 1410230"/>
                <a:gd name="connsiteX1332" fmla="*/ 275802 w 1087064"/>
                <a:gd name="connsiteY1332" fmla="*/ 173257 h 1410230"/>
                <a:gd name="connsiteX1333" fmla="*/ 279838 w 1087064"/>
                <a:gd name="connsiteY1333" fmla="*/ 175943 h 1410230"/>
                <a:gd name="connsiteX1334" fmla="*/ 287911 w 1087064"/>
                <a:gd name="connsiteY1334" fmla="*/ 174600 h 1410230"/>
                <a:gd name="connsiteX1335" fmla="*/ 289256 w 1087064"/>
                <a:gd name="connsiteY1335" fmla="*/ 173257 h 1410230"/>
                <a:gd name="connsiteX1336" fmla="*/ 293292 w 1087064"/>
                <a:gd name="connsiteY1336" fmla="*/ 173257 h 1410230"/>
                <a:gd name="connsiteX1337" fmla="*/ 294637 w 1087064"/>
                <a:gd name="connsiteY1337" fmla="*/ 170571 h 1410230"/>
                <a:gd name="connsiteX1338" fmla="*/ 293292 w 1087064"/>
                <a:gd name="connsiteY1338" fmla="*/ 167885 h 1410230"/>
                <a:gd name="connsiteX1339" fmla="*/ 294637 w 1087064"/>
                <a:gd name="connsiteY1339" fmla="*/ 165198 h 1410230"/>
                <a:gd name="connsiteX1340" fmla="*/ 297328 w 1087064"/>
                <a:gd name="connsiteY1340" fmla="*/ 163855 h 1410230"/>
                <a:gd name="connsiteX1341" fmla="*/ 298674 w 1087064"/>
                <a:gd name="connsiteY1341" fmla="*/ 158483 h 1410230"/>
                <a:gd name="connsiteX1342" fmla="*/ 300019 w 1087064"/>
                <a:gd name="connsiteY1342" fmla="*/ 157140 h 1410230"/>
                <a:gd name="connsiteX1343" fmla="*/ 305401 w 1087064"/>
                <a:gd name="connsiteY1343" fmla="*/ 157140 h 1410230"/>
                <a:gd name="connsiteX1344" fmla="*/ 312128 w 1087064"/>
                <a:gd name="connsiteY1344" fmla="*/ 153111 h 1410230"/>
                <a:gd name="connsiteX1345" fmla="*/ 314818 w 1087064"/>
                <a:gd name="connsiteY1345" fmla="*/ 149082 h 1410230"/>
                <a:gd name="connsiteX1346" fmla="*/ 314818 w 1087064"/>
                <a:gd name="connsiteY1346" fmla="*/ 142366 h 1410230"/>
                <a:gd name="connsiteX1347" fmla="*/ 312128 w 1087064"/>
                <a:gd name="connsiteY1347" fmla="*/ 141023 h 1410230"/>
                <a:gd name="connsiteX1348" fmla="*/ 310782 w 1087064"/>
                <a:gd name="connsiteY1348" fmla="*/ 141023 h 1410230"/>
                <a:gd name="connsiteX1349" fmla="*/ 310782 w 1087064"/>
                <a:gd name="connsiteY1349" fmla="*/ 139680 h 1410230"/>
                <a:gd name="connsiteX1350" fmla="*/ 312128 w 1087064"/>
                <a:gd name="connsiteY1350" fmla="*/ 136994 h 1410230"/>
                <a:gd name="connsiteX1351" fmla="*/ 316164 w 1087064"/>
                <a:gd name="connsiteY1351" fmla="*/ 132965 h 1410230"/>
                <a:gd name="connsiteX1352" fmla="*/ 317509 w 1087064"/>
                <a:gd name="connsiteY1352" fmla="*/ 127592 h 1410230"/>
                <a:gd name="connsiteX1353" fmla="*/ 316164 w 1087064"/>
                <a:gd name="connsiteY1353" fmla="*/ 123563 h 1410230"/>
                <a:gd name="connsiteX1354" fmla="*/ 317509 w 1087064"/>
                <a:gd name="connsiteY1354" fmla="*/ 116848 h 1410230"/>
                <a:gd name="connsiteX1355" fmla="*/ 320199 w 1087064"/>
                <a:gd name="connsiteY1355" fmla="*/ 114162 h 1410230"/>
                <a:gd name="connsiteX1356" fmla="*/ 326926 w 1087064"/>
                <a:gd name="connsiteY1356" fmla="*/ 112818 h 1410230"/>
                <a:gd name="connsiteX1357" fmla="*/ 333653 w 1087064"/>
                <a:gd name="connsiteY1357" fmla="*/ 110132 h 1410230"/>
                <a:gd name="connsiteX1358" fmla="*/ 340380 w 1087064"/>
                <a:gd name="connsiteY1358" fmla="*/ 107446 h 1410230"/>
                <a:gd name="connsiteX1359" fmla="*/ 341726 w 1087064"/>
                <a:gd name="connsiteY1359" fmla="*/ 108789 h 1410230"/>
                <a:gd name="connsiteX1360" fmla="*/ 343071 w 1087064"/>
                <a:gd name="connsiteY1360" fmla="*/ 111475 h 1410230"/>
                <a:gd name="connsiteX1361" fmla="*/ 343071 w 1087064"/>
                <a:gd name="connsiteY1361" fmla="*/ 115505 h 1410230"/>
                <a:gd name="connsiteX1362" fmla="*/ 348452 w 1087064"/>
                <a:gd name="connsiteY1362" fmla="*/ 122220 h 1410230"/>
                <a:gd name="connsiteX1363" fmla="*/ 348452 w 1087064"/>
                <a:gd name="connsiteY1363" fmla="*/ 126249 h 1410230"/>
                <a:gd name="connsiteX1364" fmla="*/ 347107 w 1087064"/>
                <a:gd name="connsiteY1364" fmla="*/ 135651 h 1410230"/>
                <a:gd name="connsiteX1365" fmla="*/ 347107 w 1087064"/>
                <a:gd name="connsiteY1365" fmla="*/ 145052 h 1410230"/>
                <a:gd name="connsiteX1366" fmla="*/ 349798 w 1087064"/>
                <a:gd name="connsiteY1366" fmla="*/ 146395 h 1410230"/>
                <a:gd name="connsiteX1367" fmla="*/ 356525 w 1087064"/>
                <a:gd name="connsiteY1367" fmla="*/ 153111 h 1410230"/>
                <a:gd name="connsiteX1368" fmla="*/ 359216 w 1087064"/>
                <a:gd name="connsiteY1368" fmla="*/ 157140 h 1410230"/>
                <a:gd name="connsiteX1369" fmla="*/ 361906 w 1087064"/>
                <a:gd name="connsiteY1369" fmla="*/ 158483 h 1410230"/>
                <a:gd name="connsiteX1370" fmla="*/ 363252 w 1087064"/>
                <a:gd name="connsiteY1370" fmla="*/ 157140 h 1410230"/>
                <a:gd name="connsiteX1371" fmla="*/ 361906 w 1087064"/>
                <a:gd name="connsiteY1371" fmla="*/ 147738 h 1410230"/>
                <a:gd name="connsiteX1372" fmla="*/ 361906 w 1087064"/>
                <a:gd name="connsiteY1372" fmla="*/ 142366 h 1410230"/>
                <a:gd name="connsiteX1373" fmla="*/ 356525 w 1087064"/>
                <a:gd name="connsiteY1373" fmla="*/ 134308 h 1410230"/>
                <a:gd name="connsiteX1374" fmla="*/ 355179 w 1087064"/>
                <a:gd name="connsiteY1374" fmla="*/ 127592 h 1410230"/>
                <a:gd name="connsiteX1375" fmla="*/ 357870 w 1087064"/>
                <a:gd name="connsiteY1375" fmla="*/ 120877 h 1410230"/>
                <a:gd name="connsiteX1376" fmla="*/ 359216 w 1087064"/>
                <a:gd name="connsiteY1376" fmla="*/ 116848 h 1410230"/>
                <a:gd name="connsiteX1377" fmla="*/ 357870 w 1087064"/>
                <a:gd name="connsiteY1377" fmla="*/ 114162 h 1410230"/>
                <a:gd name="connsiteX1378" fmla="*/ 355179 w 1087064"/>
                <a:gd name="connsiteY1378" fmla="*/ 110132 h 1410230"/>
                <a:gd name="connsiteX1379" fmla="*/ 355179 w 1087064"/>
                <a:gd name="connsiteY1379" fmla="*/ 106103 h 1410230"/>
                <a:gd name="connsiteX1380" fmla="*/ 352489 w 1087064"/>
                <a:gd name="connsiteY1380" fmla="*/ 102074 h 1410230"/>
                <a:gd name="connsiteX1381" fmla="*/ 353834 w 1087064"/>
                <a:gd name="connsiteY1381" fmla="*/ 99388 h 1410230"/>
                <a:gd name="connsiteX1382" fmla="*/ 359216 w 1087064"/>
                <a:gd name="connsiteY1382" fmla="*/ 95358 h 1410230"/>
                <a:gd name="connsiteX1383" fmla="*/ 364597 w 1087064"/>
                <a:gd name="connsiteY1383" fmla="*/ 95358 h 1410230"/>
                <a:gd name="connsiteX1384" fmla="*/ 367288 w 1087064"/>
                <a:gd name="connsiteY1384" fmla="*/ 96702 h 1410230"/>
                <a:gd name="connsiteX1385" fmla="*/ 371324 w 1087064"/>
                <a:gd name="connsiteY1385" fmla="*/ 95358 h 1410230"/>
                <a:gd name="connsiteX1386" fmla="*/ 375360 w 1087064"/>
                <a:gd name="connsiteY1386" fmla="*/ 95358 h 1410230"/>
                <a:gd name="connsiteX1387" fmla="*/ 382087 w 1087064"/>
                <a:gd name="connsiteY1387" fmla="*/ 98045 h 1410230"/>
                <a:gd name="connsiteX1388" fmla="*/ 392850 w 1087064"/>
                <a:gd name="connsiteY1388" fmla="*/ 98045 h 1410230"/>
                <a:gd name="connsiteX1389" fmla="*/ 402268 w 1087064"/>
                <a:gd name="connsiteY1389" fmla="*/ 94015 h 1410230"/>
                <a:gd name="connsiteX1390" fmla="*/ 411685 w 1087064"/>
                <a:gd name="connsiteY1390" fmla="*/ 94015 h 1410230"/>
                <a:gd name="connsiteX1391" fmla="*/ 414376 w 1087064"/>
                <a:gd name="connsiteY1391" fmla="*/ 96702 h 1410230"/>
                <a:gd name="connsiteX1392" fmla="*/ 415721 w 1087064"/>
                <a:gd name="connsiteY1392" fmla="*/ 102074 h 1410230"/>
                <a:gd name="connsiteX1393" fmla="*/ 415721 w 1087064"/>
                <a:gd name="connsiteY1393" fmla="*/ 106103 h 1410230"/>
                <a:gd name="connsiteX1394" fmla="*/ 415721 w 1087064"/>
                <a:gd name="connsiteY1394" fmla="*/ 107446 h 1410230"/>
                <a:gd name="connsiteX1395" fmla="*/ 419758 w 1087064"/>
                <a:gd name="connsiteY1395" fmla="*/ 107446 h 1410230"/>
                <a:gd name="connsiteX1396" fmla="*/ 422448 w 1087064"/>
                <a:gd name="connsiteY1396" fmla="*/ 103417 h 1410230"/>
                <a:gd name="connsiteX1397" fmla="*/ 419758 w 1087064"/>
                <a:gd name="connsiteY1397" fmla="*/ 100731 h 1410230"/>
                <a:gd name="connsiteX1398" fmla="*/ 419758 w 1087064"/>
                <a:gd name="connsiteY1398" fmla="*/ 96702 h 1410230"/>
                <a:gd name="connsiteX1399" fmla="*/ 426485 w 1087064"/>
                <a:gd name="connsiteY1399" fmla="*/ 91329 h 1410230"/>
                <a:gd name="connsiteX1400" fmla="*/ 430521 w 1087064"/>
                <a:gd name="connsiteY1400" fmla="*/ 92672 h 1410230"/>
                <a:gd name="connsiteX1401" fmla="*/ 433211 w 1087064"/>
                <a:gd name="connsiteY1401" fmla="*/ 95358 h 1410230"/>
                <a:gd name="connsiteX1402" fmla="*/ 434556 w 1087064"/>
                <a:gd name="connsiteY1402" fmla="*/ 102074 h 1410230"/>
                <a:gd name="connsiteX1403" fmla="*/ 437247 w 1087064"/>
                <a:gd name="connsiteY1403" fmla="*/ 104760 h 1410230"/>
                <a:gd name="connsiteX1404" fmla="*/ 438593 w 1087064"/>
                <a:gd name="connsiteY1404" fmla="*/ 100731 h 1410230"/>
                <a:gd name="connsiteX1405" fmla="*/ 438593 w 1087064"/>
                <a:gd name="connsiteY1405" fmla="*/ 94015 h 1410230"/>
                <a:gd name="connsiteX1406" fmla="*/ 434556 w 1087064"/>
                <a:gd name="connsiteY1406" fmla="*/ 91329 h 1410230"/>
                <a:gd name="connsiteX1407" fmla="*/ 433211 w 1087064"/>
                <a:gd name="connsiteY1407" fmla="*/ 88643 h 1410230"/>
                <a:gd name="connsiteX1408" fmla="*/ 434556 w 1087064"/>
                <a:gd name="connsiteY1408" fmla="*/ 87300 h 1410230"/>
                <a:gd name="connsiteX1409" fmla="*/ 438593 w 1087064"/>
                <a:gd name="connsiteY1409" fmla="*/ 88643 h 1410230"/>
                <a:gd name="connsiteX1410" fmla="*/ 442629 w 1087064"/>
                <a:gd name="connsiteY1410" fmla="*/ 89986 h 1410230"/>
                <a:gd name="connsiteX1411" fmla="*/ 446665 w 1087064"/>
                <a:gd name="connsiteY1411" fmla="*/ 87300 h 1410230"/>
                <a:gd name="connsiteX1412" fmla="*/ 452047 w 1087064"/>
                <a:gd name="connsiteY1412" fmla="*/ 85957 h 1410230"/>
                <a:gd name="connsiteX1413" fmla="*/ 460119 w 1087064"/>
                <a:gd name="connsiteY1413" fmla="*/ 87300 h 1410230"/>
                <a:gd name="connsiteX1414" fmla="*/ 461464 w 1087064"/>
                <a:gd name="connsiteY1414" fmla="*/ 89986 h 1410230"/>
                <a:gd name="connsiteX1415" fmla="*/ 460119 w 1087064"/>
                <a:gd name="connsiteY1415" fmla="*/ 102074 h 1410230"/>
                <a:gd name="connsiteX1416" fmla="*/ 457428 w 1087064"/>
                <a:gd name="connsiteY1416" fmla="*/ 108789 h 1410230"/>
                <a:gd name="connsiteX1417" fmla="*/ 457428 w 1087064"/>
                <a:gd name="connsiteY1417" fmla="*/ 114162 h 1410230"/>
                <a:gd name="connsiteX1418" fmla="*/ 453392 w 1087064"/>
                <a:gd name="connsiteY1418" fmla="*/ 122220 h 1410230"/>
                <a:gd name="connsiteX1419" fmla="*/ 450701 w 1087064"/>
                <a:gd name="connsiteY1419" fmla="*/ 127592 h 1410230"/>
                <a:gd name="connsiteX1420" fmla="*/ 450701 w 1087064"/>
                <a:gd name="connsiteY1420" fmla="*/ 131622 h 1410230"/>
                <a:gd name="connsiteX1421" fmla="*/ 449356 w 1087064"/>
                <a:gd name="connsiteY1421" fmla="*/ 134308 h 1410230"/>
                <a:gd name="connsiteX1422" fmla="*/ 446665 w 1087064"/>
                <a:gd name="connsiteY1422" fmla="*/ 135651 h 1410230"/>
                <a:gd name="connsiteX1423" fmla="*/ 445320 w 1087064"/>
                <a:gd name="connsiteY1423" fmla="*/ 138337 h 1410230"/>
                <a:gd name="connsiteX1424" fmla="*/ 448010 w 1087064"/>
                <a:gd name="connsiteY1424" fmla="*/ 141023 h 1410230"/>
                <a:gd name="connsiteX1425" fmla="*/ 448010 w 1087064"/>
                <a:gd name="connsiteY1425" fmla="*/ 143709 h 1410230"/>
                <a:gd name="connsiteX1426" fmla="*/ 446665 w 1087064"/>
                <a:gd name="connsiteY1426" fmla="*/ 147738 h 1410230"/>
                <a:gd name="connsiteX1427" fmla="*/ 442629 w 1087064"/>
                <a:gd name="connsiteY1427" fmla="*/ 151768 h 1410230"/>
                <a:gd name="connsiteX1428" fmla="*/ 439938 w 1087064"/>
                <a:gd name="connsiteY1428" fmla="*/ 158483 h 1410230"/>
                <a:gd name="connsiteX1429" fmla="*/ 434556 w 1087064"/>
                <a:gd name="connsiteY1429" fmla="*/ 161169 h 1410230"/>
                <a:gd name="connsiteX1430" fmla="*/ 433211 w 1087064"/>
                <a:gd name="connsiteY1430" fmla="*/ 163855 h 1410230"/>
                <a:gd name="connsiteX1431" fmla="*/ 431866 w 1087064"/>
                <a:gd name="connsiteY1431" fmla="*/ 169228 h 1410230"/>
                <a:gd name="connsiteX1432" fmla="*/ 429175 w 1087064"/>
                <a:gd name="connsiteY1432" fmla="*/ 174600 h 1410230"/>
                <a:gd name="connsiteX1433" fmla="*/ 427830 w 1087064"/>
                <a:gd name="connsiteY1433" fmla="*/ 179972 h 1410230"/>
                <a:gd name="connsiteX1434" fmla="*/ 429175 w 1087064"/>
                <a:gd name="connsiteY1434" fmla="*/ 181315 h 1410230"/>
                <a:gd name="connsiteX1435" fmla="*/ 431866 w 1087064"/>
                <a:gd name="connsiteY1435" fmla="*/ 181315 h 1410230"/>
                <a:gd name="connsiteX1436" fmla="*/ 435902 w 1087064"/>
                <a:gd name="connsiteY1436" fmla="*/ 175943 h 1410230"/>
                <a:gd name="connsiteX1437" fmla="*/ 438593 w 1087064"/>
                <a:gd name="connsiteY1437" fmla="*/ 173257 h 1410230"/>
                <a:gd name="connsiteX1438" fmla="*/ 438593 w 1087064"/>
                <a:gd name="connsiteY1438" fmla="*/ 170571 h 1410230"/>
                <a:gd name="connsiteX1439" fmla="*/ 442629 w 1087064"/>
                <a:gd name="connsiteY1439" fmla="*/ 166542 h 1410230"/>
                <a:gd name="connsiteX1440" fmla="*/ 448010 w 1087064"/>
                <a:gd name="connsiteY1440" fmla="*/ 159826 h 1410230"/>
                <a:gd name="connsiteX1441" fmla="*/ 450701 w 1087064"/>
                <a:gd name="connsiteY1441" fmla="*/ 155797 h 1410230"/>
                <a:gd name="connsiteX1442" fmla="*/ 453392 w 1087064"/>
                <a:gd name="connsiteY1442" fmla="*/ 154454 h 1410230"/>
                <a:gd name="connsiteX1443" fmla="*/ 456083 w 1087064"/>
                <a:gd name="connsiteY1443" fmla="*/ 153111 h 1410230"/>
                <a:gd name="connsiteX1444" fmla="*/ 457428 w 1087064"/>
                <a:gd name="connsiteY1444" fmla="*/ 149082 h 1410230"/>
                <a:gd name="connsiteX1445" fmla="*/ 457428 w 1087064"/>
                <a:gd name="connsiteY1445" fmla="*/ 145052 h 1410230"/>
                <a:gd name="connsiteX1446" fmla="*/ 460119 w 1087064"/>
                <a:gd name="connsiteY1446" fmla="*/ 142366 h 1410230"/>
                <a:gd name="connsiteX1447" fmla="*/ 461464 w 1087064"/>
                <a:gd name="connsiteY1447" fmla="*/ 138337 h 1410230"/>
                <a:gd name="connsiteX1448" fmla="*/ 464155 w 1087064"/>
                <a:gd name="connsiteY1448" fmla="*/ 135651 h 1410230"/>
                <a:gd name="connsiteX1449" fmla="*/ 465500 w 1087064"/>
                <a:gd name="connsiteY1449" fmla="*/ 139680 h 1410230"/>
                <a:gd name="connsiteX1450" fmla="*/ 465500 w 1087064"/>
                <a:gd name="connsiteY1450" fmla="*/ 143709 h 1410230"/>
                <a:gd name="connsiteX1451" fmla="*/ 468191 w 1087064"/>
                <a:gd name="connsiteY1451" fmla="*/ 146395 h 1410230"/>
                <a:gd name="connsiteX1452" fmla="*/ 469536 w 1087064"/>
                <a:gd name="connsiteY1452" fmla="*/ 150425 h 1410230"/>
                <a:gd name="connsiteX1453" fmla="*/ 470882 w 1087064"/>
                <a:gd name="connsiteY1453" fmla="*/ 157140 h 1410230"/>
                <a:gd name="connsiteX1454" fmla="*/ 474918 w 1087064"/>
                <a:gd name="connsiteY1454" fmla="*/ 162512 h 1410230"/>
                <a:gd name="connsiteX1455" fmla="*/ 474918 w 1087064"/>
                <a:gd name="connsiteY1455" fmla="*/ 169228 h 1410230"/>
                <a:gd name="connsiteX1456" fmla="*/ 477609 w 1087064"/>
                <a:gd name="connsiteY1456" fmla="*/ 170571 h 1410230"/>
                <a:gd name="connsiteX1457" fmla="*/ 481645 w 1087064"/>
                <a:gd name="connsiteY1457" fmla="*/ 170571 h 1410230"/>
                <a:gd name="connsiteX1458" fmla="*/ 482990 w 1087064"/>
                <a:gd name="connsiteY1458" fmla="*/ 171914 h 1410230"/>
                <a:gd name="connsiteX1459" fmla="*/ 485681 w 1087064"/>
                <a:gd name="connsiteY1459" fmla="*/ 171914 h 1410230"/>
                <a:gd name="connsiteX1460" fmla="*/ 487027 w 1087064"/>
                <a:gd name="connsiteY1460" fmla="*/ 170571 h 1410230"/>
                <a:gd name="connsiteX1461" fmla="*/ 488372 w 1087064"/>
                <a:gd name="connsiteY1461" fmla="*/ 167885 h 1410230"/>
                <a:gd name="connsiteX1462" fmla="*/ 488372 w 1087064"/>
                <a:gd name="connsiteY1462" fmla="*/ 165198 h 1410230"/>
                <a:gd name="connsiteX1463" fmla="*/ 485681 w 1087064"/>
                <a:gd name="connsiteY1463" fmla="*/ 162512 h 1410230"/>
                <a:gd name="connsiteX1464" fmla="*/ 484336 w 1087064"/>
                <a:gd name="connsiteY1464" fmla="*/ 159826 h 1410230"/>
                <a:gd name="connsiteX1465" fmla="*/ 485681 w 1087064"/>
                <a:gd name="connsiteY1465" fmla="*/ 158483 h 1410230"/>
                <a:gd name="connsiteX1466" fmla="*/ 488372 w 1087064"/>
                <a:gd name="connsiteY1466" fmla="*/ 158483 h 1410230"/>
                <a:gd name="connsiteX1467" fmla="*/ 492408 w 1087064"/>
                <a:gd name="connsiteY1467" fmla="*/ 161169 h 1410230"/>
                <a:gd name="connsiteX1468" fmla="*/ 497789 w 1087064"/>
                <a:gd name="connsiteY1468" fmla="*/ 162512 h 1410230"/>
                <a:gd name="connsiteX1469" fmla="*/ 500480 w 1087064"/>
                <a:gd name="connsiteY1469" fmla="*/ 163855 h 1410230"/>
                <a:gd name="connsiteX1470" fmla="*/ 501825 w 1087064"/>
                <a:gd name="connsiteY1470" fmla="*/ 165198 h 1410230"/>
                <a:gd name="connsiteX1471" fmla="*/ 505862 w 1087064"/>
                <a:gd name="connsiteY1471" fmla="*/ 166542 h 1410230"/>
                <a:gd name="connsiteX1472" fmla="*/ 507207 w 1087064"/>
                <a:gd name="connsiteY1472" fmla="*/ 165198 h 1410230"/>
                <a:gd name="connsiteX1473" fmla="*/ 508552 w 1087064"/>
                <a:gd name="connsiteY1473" fmla="*/ 165198 h 1410230"/>
                <a:gd name="connsiteX1474" fmla="*/ 509898 w 1087064"/>
                <a:gd name="connsiteY1474" fmla="*/ 166542 h 1410230"/>
                <a:gd name="connsiteX1475" fmla="*/ 512589 w 1087064"/>
                <a:gd name="connsiteY1475" fmla="*/ 165198 h 1410230"/>
                <a:gd name="connsiteX1476" fmla="*/ 512589 w 1087064"/>
                <a:gd name="connsiteY1476" fmla="*/ 155797 h 1410230"/>
                <a:gd name="connsiteX1477" fmla="*/ 511243 w 1087064"/>
                <a:gd name="connsiteY1477" fmla="*/ 151768 h 1410230"/>
                <a:gd name="connsiteX1478" fmla="*/ 512589 w 1087064"/>
                <a:gd name="connsiteY1478" fmla="*/ 145052 h 1410230"/>
                <a:gd name="connsiteX1479" fmla="*/ 513934 w 1087064"/>
                <a:gd name="connsiteY1479" fmla="*/ 138337 h 1410230"/>
                <a:gd name="connsiteX1480" fmla="*/ 511243 w 1087064"/>
                <a:gd name="connsiteY1480" fmla="*/ 135651 h 1410230"/>
                <a:gd name="connsiteX1481" fmla="*/ 509898 w 1087064"/>
                <a:gd name="connsiteY1481" fmla="*/ 128935 h 1410230"/>
                <a:gd name="connsiteX1482" fmla="*/ 509898 w 1087064"/>
                <a:gd name="connsiteY1482" fmla="*/ 123563 h 1410230"/>
                <a:gd name="connsiteX1483" fmla="*/ 513934 w 1087064"/>
                <a:gd name="connsiteY1483" fmla="*/ 114162 h 1410230"/>
                <a:gd name="connsiteX1484" fmla="*/ 513934 w 1087064"/>
                <a:gd name="connsiteY1484" fmla="*/ 111475 h 1410230"/>
                <a:gd name="connsiteX1485" fmla="*/ 512589 w 1087064"/>
                <a:gd name="connsiteY1485" fmla="*/ 108789 h 1410230"/>
                <a:gd name="connsiteX1486" fmla="*/ 513934 w 1087064"/>
                <a:gd name="connsiteY1486" fmla="*/ 106103 h 1410230"/>
                <a:gd name="connsiteX1487" fmla="*/ 513934 w 1087064"/>
                <a:gd name="connsiteY1487" fmla="*/ 99388 h 1410230"/>
                <a:gd name="connsiteX1488" fmla="*/ 516625 w 1087064"/>
                <a:gd name="connsiteY1488" fmla="*/ 96702 h 1410230"/>
                <a:gd name="connsiteX1489" fmla="*/ 520661 w 1087064"/>
                <a:gd name="connsiteY1489" fmla="*/ 95358 h 1410230"/>
                <a:gd name="connsiteX1490" fmla="*/ 523351 w 1087064"/>
                <a:gd name="connsiteY1490" fmla="*/ 98045 h 1410230"/>
                <a:gd name="connsiteX1491" fmla="*/ 527388 w 1087064"/>
                <a:gd name="connsiteY1491" fmla="*/ 99388 h 1410230"/>
                <a:gd name="connsiteX1492" fmla="*/ 530078 w 1087064"/>
                <a:gd name="connsiteY1492" fmla="*/ 100731 h 1410230"/>
                <a:gd name="connsiteX1493" fmla="*/ 531424 w 1087064"/>
                <a:gd name="connsiteY1493" fmla="*/ 103417 h 1410230"/>
                <a:gd name="connsiteX1494" fmla="*/ 535460 w 1087064"/>
                <a:gd name="connsiteY1494" fmla="*/ 106103 h 1410230"/>
                <a:gd name="connsiteX1495" fmla="*/ 538151 w 1087064"/>
                <a:gd name="connsiteY1495" fmla="*/ 110132 h 1410230"/>
                <a:gd name="connsiteX1496" fmla="*/ 542187 w 1087064"/>
                <a:gd name="connsiteY1496" fmla="*/ 120877 h 1410230"/>
                <a:gd name="connsiteX1497" fmla="*/ 542187 w 1087064"/>
                <a:gd name="connsiteY1497" fmla="*/ 126249 h 1410230"/>
                <a:gd name="connsiteX1498" fmla="*/ 547568 w 1087064"/>
                <a:gd name="connsiteY1498" fmla="*/ 134308 h 1410230"/>
                <a:gd name="connsiteX1499" fmla="*/ 550259 w 1087064"/>
                <a:gd name="connsiteY1499" fmla="*/ 139680 h 1410230"/>
                <a:gd name="connsiteX1500" fmla="*/ 551604 w 1087064"/>
                <a:gd name="connsiteY1500" fmla="*/ 151768 h 1410230"/>
                <a:gd name="connsiteX1501" fmla="*/ 551604 w 1087064"/>
                <a:gd name="connsiteY1501" fmla="*/ 154454 h 1410230"/>
                <a:gd name="connsiteX1502" fmla="*/ 548914 w 1087064"/>
                <a:gd name="connsiteY1502" fmla="*/ 157140 h 1410230"/>
                <a:gd name="connsiteX1503" fmla="*/ 548914 w 1087064"/>
                <a:gd name="connsiteY1503" fmla="*/ 161169 h 1410230"/>
                <a:gd name="connsiteX1504" fmla="*/ 550259 w 1087064"/>
                <a:gd name="connsiteY1504" fmla="*/ 166542 h 1410230"/>
                <a:gd name="connsiteX1505" fmla="*/ 544878 w 1087064"/>
                <a:gd name="connsiteY1505" fmla="*/ 155797 h 1410230"/>
                <a:gd name="connsiteX1506" fmla="*/ 547568 w 1087064"/>
                <a:gd name="connsiteY1506" fmla="*/ 163855 h 1410230"/>
                <a:gd name="connsiteX1507" fmla="*/ 546223 w 1087064"/>
                <a:gd name="connsiteY1507" fmla="*/ 169228 h 1410230"/>
                <a:gd name="connsiteX1508" fmla="*/ 546223 w 1087064"/>
                <a:gd name="connsiteY1508" fmla="*/ 173257 h 1410230"/>
                <a:gd name="connsiteX1509" fmla="*/ 548914 w 1087064"/>
                <a:gd name="connsiteY1509" fmla="*/ 177286 h 1410230"/>
                <a:gd name="connsiteX1510" fmla="*/ 552950 w 1087064"/>
                <a:gd name="connsiteY1510" fmla="*/ 177286 h 1410230"/>
                <a:gd name="connsiteX1511" fmla="*/ 558331 w 1087064"/>
                <a:gd name="connsiteY1511" fmla="*/ 181315 h 1410230"/>
                <a:gd name="connsiteX1512" fmla="*/ 562367 w 1087064"/>
                <a:gd name="connsiteY1512" fmla="*/ 181315 h 1410230"/>
                <a:gd name="connsiteX1513" fmla="*/ 567749 w 1087064"/>
                <a:gd name="connsiteY1513" fmla="*/ 178629 h 1410230"/>
                <a:gd name="connsiteX1514" fmla="*/ 571785 w 1087064"/>
                <a:gd name="connsiteY1514" fmla="*/ 171914 h 1410230"/>
                <a:gd name="connsiteX1515" fmla="*/ 574476 w 1087064"/>
                <a:gd name="connsiteY1515" fmla="*/ 169228 h 1410230"/>
                <a:gd name="connsiteX1516" fmla="*/ 575821 w 1087064"/>
                <a:gd name="connsiteY1516" fmla="*/ 170571 h 1410230"/>
                <a:gd name="connsiteX1517" fmla="*/ 575821 w 1087064"/>
                <a:gd name="connsiteY1517" fmla="*/ 174600 h 1410230"/>
                <a:gd name="connsiteX1518" fmla="*/ 577167 w 1087064"/>
                <a:gd name="connsiteY1518" fmla="*/ 177286 h 1410230"/>
                <a:gd name="connsiteX1519" fmla="*/ 579857 w 1087064"/>
                <a:gd name="connsiteY1519" fmla="*/ 177286 h 1410230"/>
                <a:gd name="connsiteX1520" fmla="*/ 582548 w 1087064"/>
                <a:gd name="connsiteY1520" fmla="*/ 175943 h 1410230"/>
                <a:gd name="connsiteX1521" fmla="*/ 585239 w 1087064"/>
                <a:gd name="connsiteY1521" fmla="*/ 177286 h 1410230"/>
                <a:gd name="connsiteX1522" fmla="*/ 586584 w 1087064"/>
                <a:gd name="connsiteY1522" fmla="*/ 179972 h 1410230"/>
                <a:gd name="connsiteX1523" fmla="*/ 586584 w 1087064"/>
                <a:gd name="connsiteY1523" fmla="*/ 182658 h 1410230"/>
                <a:gd name="connsiteX1524" fmla="*/ 587930 w 1087064"/>
                <a:gd name="connsiteY1524" fmla="*/ 185345 h 1410230"/>
                <a:gd name="connsiteX1525" fmla="*/ 591966 w 1087064"/>
                <a:gd name="connsiteY1525" fmla="*/ 185345 h 1410230"/>
                <a:gd name="connsiteX1526" fmla="*/ 594657 w 1087064"/>
                <a:gd name="connsiteY1526" fmla="*/ 186688 h 1410230"/>
                <a:gd name="connsiteX1527" fmla="*/ 600038 w 1087064"/>
                <a:gd name="connsiteY1527" fmla="*/ 186688 h 1410230"/>
                <a:gd name="connsiteX1528" fmla="*/ 601384 w 1087064"/>
                <a:gd name="connsiteY1528" fmla="*/ 185345 h 1410230"/>
                <a:gd name="connsiteX1529" fmla="*/ 600038 w 1087064"/>
                <a:gd name="connsiteY1529" fmla="*/ 184002 h 1410230"/>
                <a:gd name="connsiteX1530" fmla="*/ 594657 w 1087064"/>
                <a:gd name="connsiteY1530" fmla="*/ 181315 h 1410230"/>
                <a:gd name="connsiteX1531" fmla="*/ 593311 w 1087064"/>
                <a:gd name="connsiteY1531" fmla="*/ 178629 h 1410230"/>
                <a:gd name="connsiteX1532" fmla="*/ 593311 w 1087064"/>
                <a:gd name="connsiteY1532" fmla="*/ 175943 h 1410230"/>
                <a:gd name="connsiteX1533" fmla="*/ 589275 w 1087064"/>
                <a:gd name="connsiteY1533" fmla="*/ 175943 h 1410230"/>
                <a:gd name="connsiteX1534" fmla="*/ 587930 w 1087064"/>
                <a:gd name="connsiteY1534" fmla="*/ 173257 h 1410230"/>
                <a:gd name="connsiteX1535" fmla="*/ 587930 w 1087064"/>
                <a:gd name="connsiteY1535" fmla="*/ 167885 h 1410230"/>
                <a:gd name="connsiteX1536" fmla="*/ 585239 w 1087064"/>
                <a:gd name="connsiteY1536" fmla="*/ 163855 h 1410230"/>
                <a:gd name="connsiteX1537" fmla="*/ 579857 w 1087064"/>
                <a:gd name="connsiteY1537" fmla="*/ 159826 h 1410230"/>
                <a:gd name="connsiteX1538" fmla="*/ 579857 w 1087064"/>
                <a:gd name="connsiteY1538" fmla="*/ 157140 h 1410230"/>
                <a:gd name="connsiteX1539" fmla="*/ 578512 w 1087064"/>
                <a:gd name="connsiteY1539" fmla="*/ 150425 h 1410230"/>
                <a:gd name="connsiteX1540" fmla="*/ 575821 w 1087064"/>
                <a:gd name="connsiteY1540" fmla="*/ 146395 h 1410230"/>
                <a:gd name="connsiteX1541" fmla="*/ 575821 w 1087064"/>
                <a:gd name="connsiteY1541" fmla="*/ 143709 h 1410230"/>
                <a:gd name="connsiteX1542" fmla="*/ 577167 w 1087064"/>
                <a:gd name="connsiteY1542" fmla="*/ 136994 h 1410230"/>
                <a:gd name="connsiteX1543" fmla="*/ 575821 w 1087064"/>
                <a:gd name="connsiteY1543" fmla="*/ 132965 h 1410230"/>
                <a:gd name="connsiteX1544" fmla="*/ 571785 w 1087064"/>
                <a:gd name="connsiteY1544" fmla="*/ 126249 h 1410230"/>
                <a:gd name="connsiteX1545" fmla="*/ 571785 w 1087064"/>
                <a:gd name="connsiteY1545" fmla="*/ 122220 h 1410230"/>
                <a:gd name="connsiteX1546" fmla="*/ 573131 w 1087064"/>
                <a:gd name="connsiteY1546" fmla="*/ 119534 h 1410230"/>
                <a:gd name="connsiteX1547" fmla="*/ 571785 w 1087064"/>
                <a:gd name="connsiteY1547" fmla="*/ 112818 h 1410230"/>
                <a:gd name="connsiteX1548" fmla="*/ 570440 w 1087064"/>
                <a:gd name="connsiteY1548" fmla="*/ 110132 h 1410230"/>
                <a:gd name="connsiteX1549" fmla="*/ 571785 w 1087064"/>
                <a:gd name="connsiteY1549" fmla="*/ 104760 h 1410230"/>
                <a:gd name="connsiteX1550" fmla="*/ 569094 w 1087064"/>
                <a:gd name="connsiteY1550" fmla="*/ 98045 h 1410230"/>
                <a:gd name="connsiteX1551" fmla="*/ 566404 w 1087064"/>
                <a:gd name="connsiteY1551" fmla="*/ 92672 h 1410230"/>
                <a:gd name="connsiteX1552" fmla="*/ 567749 w 1087064"/>
                <a:gd name="connsiteY1552" fmla="*/ 88643 h 1410230"/>
                <a:gd name="connsiteX1553" fmla="*/ 565058 w 1087064"/>
                <a:gd name="connsiteY1553" fmla="*/ 83271 h 1410230"/>
                <a:gd name="connsiteX1554" fmla="*/ 565058 w 1087064"/>
                <a:gd name="connsiteY1554" fmla="*/ 77898 h 1410230"/>
                <a:gd name="connsiteX1555" fmla="*/ 566404 w 1087064"/>
                <a:gd name="connsiteY1555" fmla="*/ 75212 h 1410230"/>
                <a:gd name="connsiteX1556" fmla="*/ 574476 w 1087064"/>
                <a:gd name="connsiteY1556" fmla="*/ 76555 h 1410230"/>
                <a:gd name="connsiteX1557" fmla="*/ 575821 w 1087064"/>
                <a:gd name="connsiteY1557" fmla="*/ 79242 h 1410230"/>
                <a:gd name="connsiteX1558" fmla="*/ 578512 w 1087064"/>
                <a:gd name="connsiteY1558" fmla="*/ 79242 h 1410230"/>
                <a:gd name="connsiteX1559" fmla="*/ 579857 w 1087064"/>
                <a:gd name="connsiteY1559" fmla="*/ 76555 h 1410230"/>
                <a:gd name="connsiteX1560" fmla="*/ 582548 w 1087064"/>
                <a:gd name="connsiteY1560" fmla="*/ 76555 h 1410230"/>
                <a:gd name="connsiteX1561" fmla="*/ 590620 w 1087064"/>
                <a:gd name="connsiteY1561" fmla="*/ 85957 h 1410230"/>
                <a:gd name="connsiteX1562" fmla="*/ 597347 w 1087064"/>
                <a:gd name="connsiteY1562" fmla="*/ 89986 h 1410230"/>
                <a:gd name="connsiteX1563" fmla="*/ 600038 w 1087064"/>
                <a:gd name="connsiteY1563" fmla="*/ 88643 h 1410230"/>
                <a:gd name="connsiteX1564" fmla="*/ 600038 w 1087064"/>
                <a:gd name="connsiteY1564" fmla="*/ 83271 h 1410230"/>
                <a:gd name="connsiteX1565" fmla="*/ 597347 w 1087064"/>
                <a:gd name="connsiteY1565" fmla="*/ 80585 h 1410230"/>
                <a:gd name="connsiteX1566" fmla="*/ 600038 w 1087064"/>
                <a:gd name="connsiteY1566" fmla="*/ 72526 h 1410230"/>
                <a:gd name="connsiteX1567" fmla="*/ 602729 w 1087064"/>
                <a:gd name="connsiteY1567" fmla="*/ 72526 h 1410230"/>
                <a:gd name="connsiteX1568" fmla="*/ 606765 w 1087064"/>
                <a:gd name="connsiteY1568" fmla="*/ 73869 h 1410230"/>
                <a:gd name="connsiteX1569" fmla="*/ 612146 w 1087064"/>
                <a:gd name="connsiteY1569" fmla="*/ 72526 h 1410230"/>
                <a:gd name="connsiteX1570" fmla="*/ 616182 w 1087064"/>
                <a:gd name="connsiteY1570" fmla="*/ 69840 h 1410230"/>
                <a:gd name="connsiteX1571" fmla="*/ 621564 w 1087064"/>
                <a:gd name="connsiteY1571" fmla="*/ 71183 h 1410230"/>
                <a:gd name="connsiteX1572" fmla="*/ 625600 w 1087064"/>
                <a:gd name="connsiteY1572" fmla="*/ 73869 h 1410230"/>
                <a:gd name="connsiteX1573" fmla="*/ 629636 w 1087064"/>
                <a:gd name="connsiteY1573" fmla="*/ 75212 h 1410230"/>
                <a:gd name="connsiteX1574" fmla="*/ 632327 w 1087064"/>
                <a:gd name="connsiteY1574" fmla="*/ 77898 h 1410230"/>
                <a:gd name="connsiteX1575" fmla="*/ 635018 w 1087064"/>
                <a:gd name="connsiteY1575" fmla="*/ 85957 h 1410230"/>
                <a:gd name="connsiteX1576" fmla="*/ 635018 w 1087064"/>
                <a:gd name="connsiteY1576" fmla="*/ 88643 h 1410230"/>
                <a:gd name="connsiteX1577" fmla="*/ 640399 w 1087064"/>
                <a:gd name="connsiteY1577" fmla="*/ 94015 h 1410230"/>
                <a:gd name="connsiteX1578" fmla="*/ 640399 w 1087064"/>
                <a:gd name="connsiteY1578" fmla="*/ 99388 h 1410230"/>
                <a:gd name="connsiteX1579" fmla="*/ 639054 w 1087064"/>
                <a:gd name="connsiteY1579" fmla="*/ 103417 h 1410230"/>
                <a:gd name="connsiteX1580" fmla="*/ 641745 w 1087064"/>
                <a:gd name="connsiteY1580" fmla="*/ 112818 h 1410230"/>
                <a:gd name="connsiteX1581" fmla="*/ 641745 w 1087064"/>
                <a:gd name="connsiteY1581" fmla="*/ 118191 h 1410230"/>
                <a:gd name="connsiteX1582" fmla="*/ 643090 w 1087064"/>
                <a:gd name="connsiteY1582" fmla="*/ 120877 h 1410230"/>
                <a:gd name="connsiteX1583" fmla="*/ 647126 w 1087064"/>
                <a:gd name="connsiteY1583" fmla="*/ 123563 h 1410230"/>
                <a:gd name="connsiteX1584" fmla="*/ 653853 w 1087064"/>
                <a:gd name="connsiteY1584" fmla="*/ 123563 h 1410230"/>
                <a:gd name="connsiteX1585" fmla="*/ 660580 w 1087064"/>
                <a:gd name="connsiteY1585" fmla="*/ 127592 h 1410230"/>
                <a:gd name="connsiteX1586" fmla="*/ 667307 w 1087064"/>
                <a:gd name="connsiteY1586" fmla="*/ 131622 h 1410230"/>
                <a:gd name="connsiteX1587" fmla="*/ 665961 w 1087064"/>
                <a:gd name="connsiteY1587" fmla="*/ 127592 h 1410230"/>
                <a:gd name="connsiteX1588" fmla="*/ 665961 w 1087064"/>
                <a:gd name="connsiteY1588" fmla="*/ 128935 h 1410230"/>
                <a:gd name="connsiteX1589" fmla="*/ 660580 w 1087064"/>
                <a:gd name="connsiteY1589" fmla="*/ 126249 h 1410230"/>
                <a:gd name="connsiteX1590" fmla="*/ 657889 w 1087064"/>
                <a:gd name="connsiteY1590" fmla="*/ 122220 h 1410230"/>
                <a:gd name="connsiteX1591" fmla="*/ 653853 w 1087064"/>
                <a:gd name="connsiteY1591" fmla="*/ 122220 h 1410230"/>
                <a:gd name="connsiteX1592" fmla="*/ 648472 w 1087064"/>
                <a:gd name="connsiteY1592" fmla="*/ 119534 h 1410230"/>
                <a:gd name="connsiteX1593" fmla="*/ 647126 w 1087064"/>
                <a:gd name="connsiteY1593" fmla="*/ 116848 h 1410230"/>
                <a:gd name="connsiteX1594" fmla="*/ 647126 w 1087064"/>
                <a:gd name="connsiteY1594" fmla="*/ 111475 h 1410230"/>
                <a:gd name="connsiteX1595" fmla="*/ 644435 w 1087064"/>
                <a:gd name="connsiteY1595" fmla="*/ 106103 h 1410230"/>
                <a:gd name="connsiteX1596" fmla="*/ 644435 w 1087064"/>
                <a:gd name="connsiteY1596" fmla="*/ 103417 h 1410230"/>
                <a:gd name="connsiteX1597" fmla="*/ 647126 w 1087064"/>
                <a:gd name="connsiteY1597" fmla="*/ 96702 h 1410230"/>
                <a:gd name="connsiteX1598" fmla="*/ 645781 w 1087064"/>
                <a:gd name="connsiteY1598" fmla="*/ 91329 h 1410230"/>
                <a:gd name="connsiteX1599" fmla="*/ 645781 w 1087064"/>
                <a:gd name="connsiteY1599" fmla="*/ 87300 h 1410230"/>
                <a:gd name="connsiteX1600" fmla="*/ 647126 w 1087064"/>
                <a:gd name="connsiteY1600" fmla="*/ 84614 h 1410230"/>
                <a:gd name="connsiteX1601" fmla="*/ 644435 w 1087064"/>
                <a:gd name="connsiteY1601" fmla="*/ 80585 h 1410230"/>
                <a:gd name="connsiteX1602" fmla="*/ 640399 w 1087064"/>
                <a:gd name="connsiteY1602" fmla="*/ 79242 h 1410230"/>
                <a:gd name="connsiteX1603" fmla="*/ 635018 w 1087064"/>
                <a:gd name="connsiteY1603" fmla="*/ 71183 h 1410230"/>
                <a:gd name="connsiteX1604" fmla="*/ 632327 w 1087064"/>
                <a:gd name="connsiteY1604" fmla="*/ 71183 h 1410230"/>
                <a:gd name="connsiteX1605" fmla="*/ 626946 w 1087064"/>
                <a:gd name="connsiteY1605" fmla="*/ 71183 h 1410230"/>
                <a:gd name="connsiteX1606" fmla="*/ 622909 w 1087064"/>
                <a:gd name="connsiteY1606" fmla="*/ 72526 h 1410230"/>
                <a:gd name="connsiteX1607" fmla="*/ 620219 w 1087064"/>
                <a:gd name="connsiteY1607" fmla="*/ 73869 h 1410230"/>
                <a:gd name="connsiteX1608" fmla="*/ 614837 w 1087064"/>
                <a:gd name="connsiteY1608" fmla="*/ 69840 h 1410230"/>
                <a:gd name="connsiteX1609" fmla="*/ 614837 w 1087064"/>
                <a:gd name="connsiteY1609" fmla="*/ 63125 h 1410230"/>
                <a:gd name="connsiteX1610" fmla="*/ 617528 w 1087064"/>
                <a:gd name="connsiteY1610" fmla="*/ 57752 h 1410230"/>
                <a:gd name="connsiteX1611" fmla="*/ 621564 w 1087064"/>
                <a:gd name="connsiteY1611" fmla="*/ 57752 h 1410230"/>
                <a:gd name="connsiteX1612" fmla="*/ 621564 w 1087064"/>
                <a:gd name="connsiteY1612" fmla="*/ 55066 h 1410230"/>
                <a:gd name="connsiteX1613" fmla="*/ 614837 w 1087064"/>
                <a:gd name="connsiteY1613" fmla="*/ 49694 h 1410230"/>
                <a:gd name="connsiteX1614" fmla="*/ 613492 w 1087064"/>
                <a:gd name="connsiteY1614" fmla="*/ 44322 h 1410230"/>
                <a:gd name="connsiteX1615" fmla="*/ 614837 w 1087064"/>
                <a:gd name="connsiteY1615" fmla="*/ 40292 h 1410230"/>
                <a:gd name="connsiteX1616" fmla="*/ 616182 w 1087064"/>
                <a:gd name="connsiteY1616" fmla="*/ 36263 h 1410230"/>
                <a:gd name="connsiteX1617" fmla="*/ 618873 w 1087064"/>
                <a:gd name="connsiteY1617" fmla="*/ 36263 h 1410230"/>
                <a:gd name="connsiteX1618" fmla="*/ 622909 w 1087064"/>
                <a:gd name="connsiteY1618" fmla="*/ 40292 h 1410230"/>
                <a:gd name="connsiteX1619" fmla="*/ 625600 w 1087064"/>
                <a:gd name="connsiteY1619" fmla="*/ 45665 h 1410230"/>
                <a:gd name="connsiteX1620" fmla="*/ 626946 w 1087064"/>
                <a:gd name="connsiteY1620" fmla="*/ 45665 h 1410230"/>
                <a:gd name="connsiteX1621" fmla="*/ 632327 w 1087064"/>
                <a:gd name="connsiteY1621" fmla="*/ 37606 h 1410230"/>
                <a:gd name="connsiteX1622" fmla="*/ 636363 w 1087064"/>
                <a:gd name="connsiteY1622" fmla="*/ 36263 h 1410230"/>
                <a:gd name="connsiteX1623" fmla="*/ 641745 w 1087064"/>
                <a:gd name="connsiteY1623" fmla="*/ 33577 h 1410230"/>
                <a:gd name="connsiteX1624" fmla="*/ 643090 w 1087064"/>
                <a:gd name="connsiteY1624" fmla="*/ 30891 h 1410230"/>
                <a:gd name="connsiteX1625" fmla="*/ 647126 w 1087064"/>
                <a:gd name="connsiteY1625" fmla="*/ 25518 h 1410230"/>
                <a:gd name="connsiteX1626" fmla="*/ 652508 w 1087064"/>
                <a:gd name="connsiteY1626" fmla="*/ 24175 h 1410230"/>
                <a:gd name="connsiteX1627" fmla="*/ 648472 w 1087064"/>
                <a:gd name="connsiteY1627" fmla="*/ 26862 h 1410230"/>
                <a:gd name="connsiteX1628" fmla="*/ 647126 w 1087064"/>
                <a:gd name="connsiteY1628" fmla="*/ 30891 h 1410230"/>
                <a:gd name="connsiteX1629" fmla="*/ 648472 w 1087064"/>
                <a:gd name="connsiteY1629" fmla="*/ 32234 h 1410230"/>
                <a:gd name="connsiteX1630" fmla="*/ 652508 w 1087064"/>
                <a:gd name="connsiteY1630" fmla="*/ 30891 h 1410230"/>
                <a:gd name="connsiteX1631" fmla="*/ 657889 w 1087064"/>
                <a:gd name="connsiteY1631" fmla="*/ 30891 h 1410230"/>
                <a:gd name="connsiteX1632" fmla="*/ 659235 w 1087064"/>
                <a:gd name="connsiteY1632" fmla="*/ 32234 h 1410230"/>
                <a:gd name="connsiteX1633" fmla="*/ 660580 w 1087064"/>
                <a:gd name="connsiteY1633" fmla="*/ 36263 h 1410230"/>
                <a:gd name="connsiteX1634" fmla="*/ 663271 w 1087064"/>
                <a:gd name="connsiteY1634" fmla="*/ 38949 h 1410230"/>
                <a:gd name="connsiteX1635" fmla="*/ 663271 w 1087064"/>
                <a:gd name="connsiteY1635" fmla="*/ 41635 h 1410230"/>
                <a:gd name="connsiteX1636" fmla="*/ 660580 w 1087064"/>
                <a:gd name="connsiteY1636" fmla="*/ 45665 h 1410230"/>
                <a:gd name="connsiteX1637" fmla="*/ 661925 w 1087064"/>
                <a:gd name="connsiteY1637" fmla="*/ 48351 h 1410230"/>
                <a:gd name="connsiteX1638" fmla="*/ 663271 w 1087064"/>
                <a:gd name="connsiteY1638" fmla="*/ 45665 h 1410230"/>
                <a:gd name="connsiteX1639" fmla="*/ 667307 w 1087064"/>
                <a:gd name="connsiteY1639" fmla="*/ 40292 h 1410230"/>
                <a:gd name="connsiteX1640" fmla="*/ 672688 w 1087064"/>
                <a:gd name="connsiteY1640" fmla="*/ 42978 h 1410230"/>
                <a:gd name="connsiteX1641" fmla="*/ 676724 w 1087064"/>
                <a:gd name="connsiteY1641" fmla="*/ 47008 h 1410230"/>
                <a:gd name="connsiteX1642" fmla="*/ 676724 w 1087064"/>
                <a:gd name="connsiteY1642" fmla="*/ 48351 h 1410230"/>
                <a:gd name="connsiteX1643" fmla="*/ 679415 w 1087064"/>
                <a:gd name="connsiteY1643" fmla="*/ 55066 h 1410230"/>
                <a:gd name="connsiteX1644" fmla="*/ 680761 w 1087064"/>
                <a:gd name="connsiteY1644" fmla="*/ 61782 h 1410230"/>
                <a:gd name="connsiteX1645" fmla="*/ 680761 w 1087064"/>
                <a:gd name="connsiteY1645" fmla="*/ 68497 h 1410230"/>
                <a:gd name="connsiteX1646" fmla="*/ 683451 w 1087064"/>
                <a:gd name="connsiteY1646" fmla="*/ 64468 h 1410230"/>
                <a:gd name="connsiteX1647" fmla="*/ 683451 w 1087064"/>
                <a:gd name="connsiteY1647" fmla="*/ 57752 h 1410230"/>
                <a:gd name="connsiteX1648" fmla="*/ 682106 w 1087064"/>
                <a:gd name="connsiteY1648" fmla="*/ 53723 h 1410230"/>
                <a:gd name="connsiteX1649" fmla="*/ 680761 w 1087064"/>
                <a:gd name="connsiteY1649" fmla="*/ 51037 h 1410230"/>
                <a:gd name="connsiteX1650" fmla="*/ 680761 w 1087064"/>
                <a:gd name="connsiteY1650" fmla="*/ 45665 h 1410230"/>
                <a:gd name="connsiteX1651" fmla="*/ 679415 w 1087064"/>
                <a:gd name="connsiteY1651" fmla="*/ 42978 h 1410230"/>
                <a:gd name="connsiteX1652" fmla="*/ 680761 w 1087064"/>
                <a:gd name="connsiteY1652" fmla="*/ 41635 h 1410230"/>
                <a:gd name="connsiteX1653" fmla="*/ 683451 w 1087064"/>
                <a:gd name="connsiteY1653" fmla="*/ 44322 h 1410230"/>
                <a:gd name="connsiteX1654" fmla="*/ 691524 w 1087064"/>
                <a:gd name="connsiteY1654" fmla="*/ 51037 h 1410230"/>
                <a:gd name="connsiteX1655" fmla="*/ 696905 w 1087064"/>
                <a:gd name="connsiteY1655" fmla="*/ 59095 h 1410230"/>
                <a:gd name="connsiteX1656" fmla="*/ 703632 w 1087064"/>
                <a:gd name="connsiteY1656" fmla="*/ 61782 h 1410230"/>
                <a:gd name="connsiteX1657" fmla="*/ 709014 w 1087064"/>
                <a:gd name="connsiteY1657" fmla="*/ 63125 h 1410230"/>
                <a:gd name="connsiteX1658" fmla="*/ 709014 w 1087064"/>
                <a:gd name="connsiteY1658" fmla="*/ 61782 h 1410230"/>
                <a:gd name="connsiteX1659" fmla="*/ 706323 w 1087064"/>
                <a:gd name="connsiteY1659" fmla="*/ 59095 h 1410230"/>
                <a:gd name="connsiteX1660" fmla="*/ 700941 w 1087064"/>
                <a:gd name="connsiteY1660" fmla="*/ 56409 h 1410230"/>
                <a:gd name="connsiteX1661" fmla="*/ 696905 w 1087064"/>
                <a:gd name="connsiteY1661" fmla="*/ 49694 h 1410230"/>
                <a:gd name="connsiteX1662" fmla="*/ 695560 w 1087064"/>
                <a:gd name="connsiteY1662" fmla="*/ 42978 h 1410230"/>
                <a:gd name="connsiteX1663" fmla="*/ 696905 w 1087064"/>
                <a:gd name="connsiteY1663" fmla="*/ 36263 h 1410230"/>
                <a:gd name="connsiteX1664" fmla="*/ 702287 w 1087064"/>
                <a:gd name="connsiteY1664" fmla="*/ 36263 h 1410230"/>
                <a:gd name="connsiteX1665" fmla="*/ 707668 w 1087064"/>
                <a:gd name="connsiteY1665" fmla="*/ 36263 h 1410230"/>
                <a:gd name="connsiteX1666" fmla="*/ 714395 w 1087064"/>
                <a:gd name="connsiteY1666" fmla="*/ 40292 h 1410230"/>
                <a:gd name="connsiteX1667" fmla="*/ 719777 w 1087064"/>
                <a:gd name="connsiteY1667" fmla="*/ 40292 h 1410230"/>
                <a:gd name="connsiteX1668" fmla="*/ 721122 w 1087064"/>
                <a:gd name="connsiteY1668" fmla="*/ 37606 h 1410230"/>
                <a:gd name="connsiteX1669" fmla="*/ 719777 w 1087064"/>
                <a:gd name="connsiteY1669" fmla="*/ 34920 h 1410230"/>
                <a:gd name="connsiteX1670" fmla="*/ 715741 w 1087064"/>
                <a:gd name="connsiteY1670" fmla="*/ 33577 h 1410230"/>
                <a:gd name="connsiteX1671" fmla="*/ 715741 w 1087064"/>
                <a:gd name="connsiteY1671" fmla="*/ 30891 h 1410230"/>
                <a:gd name="connsiteX1672" fmla="*/ 719777 w 1087064"/>
                <a:gd name="connsiteY1672" fmla="*/ 25518 h 1410230"/>
                <a:gd name="connsiteX1673" fmla="*/ 723812 w 1087064"/>
                <a:gd name="connsiteY1673" fmla="*/ 22832 h 1410230"/>
                <a:gd name="connsiteX1674" fmla="*/ 722467 w 1087064"/>
                <a:gd name="connsiteY1674" fmla="*/ 20146 h 1410230"/>
                <a:gd name="connsiteX1675" fmla="*/ 721122 w 1087064"/>
                <a:gd name="connsiteY1675" fmla="*/ 17460 h 1410230"/>
                <a:gd name="connsiteX1676" fmla="*/ 722467 w 1087064"/>
                <a:gd name="connsiteY1676" fmla="*/ 12088 h 1410230"/>
                <a:gd name="connsiteX1677" fmla="*/ 725158 w 1087064"/>
                <a:gd name="connsiteY1677" fmla="*/ 10745 h 1410230"/>
                <a:gd name="connsiteX1678" fmla="*/ 727849 w 1087064"/>
                <a:gd name="connsiteY1678" fmla="*/ 12088 h 1410230"/>
                <a:gd name="connsiteX1679" fmla="*/ 730539 w 1087064"/>
                <a:gd name="connsiteY1679" fmla="*/ 9402 h 1410230"/>
                <a:gd name="connsiteX1680" fmla="*/ 731885 w 1087064"/>
                <a:gd name="connsiteY1680" fmla="*/ 4029 h 1410230"/>
                <a:gd name="connsiteX1681" fmla="*/ 733230 w 1087064"/>
                <a:gd name="connsiteY1681" fmla="*/ 2686 h 1410230"/>
                <a:gd name="connsiteX1682" fmla="*/ 735921 w 1087064"/>
                <a:gd name="connsiteY1682" fmla="*/ 4029 h 1410230"/>
                <a:gd name="connsiteX1683" fmla="*/ 738612 w 1087064"/>
                <a:gd name="connsiteY1683" fmla="*/ 5372 h 1410230"/>
                <a:gd name="connsiteX1684" fmla="*/ 739957 w 1087064"/>
                <a:gd name="connsiteY1684" fmla="*/ 5372 h 1410230"/>
                <a:gd name="connsiteX1685" fmla="*/ 742648 w 1087064"/>
                <a:gd name="connsiteY1685" fmla="*/ 9402 h 1410230"/>
                <a:gd name="connsiteX1686" fmla="*/ 743993 w 1087064"/>
                <a:gd name="connsiteY1686" fmla="*/ 14774 h 1410230"/>
                <a:gd name="connsiteX1687" fmla="*/ 746684 w 1087064"/>
                <a:gd name="connsiteY1687" fmla="*/ 16117 h 1410230"/>
                <a:gd name="connsiteX1688" fmla="*/ 749375 w 1087064"/>
                <a:gd name="connsiteY1688" fmla="*/ 14774 h 1410230"/>
                <a:gd name="connsiteX1689" fmla="*/ 749375 w 1087064"/>
                <a:gd name="connsiteY1689" fmla="*/ 12088 h 1410230"/>
                <a:gd name="connsiteX1690" fmla="*/ 748030 w 1087064"/>
                <a:gd name="connsiteY1690" fmla="*/ 8058 h 1410230"/>
                <a:gd name="connsiteX1691" fmla="*/ 748030 w 1087064"/>
                <a:gd name="connsiteY1691" fmla="*/ 4029 h 1410230"/>
                <a:gd name="connsiteX1692" fmla="*/ 749375 w 1087064"/>
                <a:gd name="connsiteY1692" fmla="*/ 1343 h 1410230"/>
                <a:gd name="connsiteX1693" fmla="*/ 752065 w 1087064"/>
                <a:gd name="connsiteY1693" fmla="*/ 0 h 1410230"/>
                <a:gd name="connsiteX1694" fmla="*/ 757447 w 1087064"/>
                <a:gd name="connsiteY1694" fmla="*/ 1343 h 1410230"/>
                <a:gd name="connsiteX1695" fmla="*/ 765519 w 1087064"/>
                <a:gd name="connsiteY1695" fmla="*/ 0 h 1410230"/>
                <a:gd name="connsiteX1696" fmla="*/ 769556 w 1087064"/>
                <a:gd name="connsiteY1696" fmla="*/ 1343 h 1410230"/>
                <a:gd name="connsiteX1697" fmla="*/ 770901 w 1087064"/>
                <a:gd name="connsiteY1697" fmla="*/ 2686 h 1410230"/>
                <a:gd name="connsiteX1698" fmla="*/ 772246 w 1087064"/>
                <a:gd name="connsiteY1698" fmla="*/ 2686 h 1410230"/>
                <a:gd name="connsiteX1699" fmla="*/ 774937 w 1087064"/>
                <a:gd name="connsiteY1699" fmla="*/ 0 h 1410230"/>
                <a:gd name="connsiteX1700" fmla="*/ 780318 w 1087064"/>
                <a:gd name="connsiteY1700" fmla="*/ 1343 h 1410230"/>
                <a:gd name="connsiteX1701" fmla="*/ 789736 w 1087064"/>
                <a:gd name="connsiteY1701" fmla="*/ 1343 h 1410230"/>
                <a:gd name="connsiteX1702" fmla="*/ 792427 w 1087064"/>
                <a:gd name="connsiteY1702" fmla="*/ 4029 h 1410230"/>
                <a:gd name="connsiteX1703" fmla="*/ 795118 w 1087064"/>
                <a:gd name="connsiteY1703" fmla="*/ 4029 h 1410230"/>
                <a:gd name="connsiteX1704" fmla="*/ 797808 w 1087064"/>
                <a:gd name="connsiteY1704" fmla="*/ 2686 h 1410230"/>
                <a:gd name="connsiteX1705" fmla="*/ 800499 w 1087064"/>
                <a:gd name="connsiteY1705" fmla="*/ 8058 h 1410230"/>
                <a:gd name="connsiteX1706" fmla="*/ 801845 w 1087064"/>
                <a:gd name="connsiteY1706" fmla="*/ 10745 h 1410230"/>
                <a:gd name="connsiteX1707" fmla="*/ 808571 w 1087064"/>
                <a:gd name="connsiteY1707" fmla="*/ 16117 h 1410230"/>
                <a:gd name="connsiteX1708" fmla="*/ 811262 w 1087064"/>
                <a:gd name="connsiteY1708" fmla="*/ 14774 h 1410230"/>
                <a:gd name="connsiteX1709" fmla="*/ 811262 w 1087064"/>
                <a:gd name="connsiteY1709" fmla="*/ 13431 h 1410230"/>
                <a:gd name="connsiteX1710" fmla="*/ 813953 w 1087064"/>
                <a:gd name="connsiteY1710" fmla="*/ 13431 h 1410230"/>
                <a:gd name="connsiteX1711" fmla="*/ 822025 w 1087064"/>
                <a:gd name="connsiteY1711" fmla="*/ 18803 h 1410230"/>
                <a:gd name="connsiteX1712" fmla="*/ 824716 w 1087064"/>
                <a:gd name="connsiteY1712" fmla="*/ 18803 h 1410230"/>
                <a:gd name="connsiteX1713" fmla="*/ 830098 w 1087064"/>
                <a:gd name="connsiteY1713" fmla="*/ 24175 h 1410230"/>
                <a:gd name="connsiteX1714" fmla="*/ 840860 w 1087064"/>
                <a:gd name="connsiteY1714" fmla="*/ 24175 h 1410230"/>
                <a:gd name="connsiteX1715" fmla="*/ 843551 w 1087064"/>
                <a:gd name="connsiteY1715" fmla="*/ 25518 h 1410230"/>
                <a:gd name="connsiteX1716" fmla="*/ 848933 w 1087064"/>
                <a:gd name="connsiteY1716" fmla="*/ 24175 h 1410230"/>
                <a:gd name="connsiteX1717" fmla="*/ 850278 w 1087064"/>
                <a:gd name="connsiteY1717" fmla="*/ 25518 h 1410230"/>
                <a:gd name="connsiteX1718" fmla="*/ 851623 w 1087064"/>
                <a:gd name="connsiteY1718" fmla="*/ 28205 h 1410230"/>
                <a:gd name="connsiteX1719" fmla="*/ 857005 w 1087064"/>
                <a:gd name="connsiteY1719" fmla="*/ 26862 h 1410230"/>
                <a:gd name="connsiteX1720" fmla="*/ 861041 w 1087064"/>
                <a:gd name="connsiteY1720" fmla="*/ 28205 h 1410230"/>
                <a:gd name="connsiteX1721" fmla="*/ 865077 w 1087064"/>
                <a:gd name="connsiteY1721" fmla="*/ 32234 h 1410230"/>
                <a:gd name="connsiteX1722" fmla="*/ 873149 w 1087064"/>
                <a:gd name="connsiteY1722" fmla="*/ 34920 h 1410230"/>
                <a:gd name="connsiteX1723" fmla="*/ 878531 w 1087064"/>
                <a:gd name="connsiteY1723" fmla="*/ 38949 h 1410230"/>
                <a:gd name="connsiteX1724" fmla="*/ 881222 w 1087064"/>
                <a:gd name="connsiteY1724" fmla="*/ 44322 h 1410230"/>
                <a:gd name="connsiteX1725" fmla="*/ 885258 w 1087064"/>
                <a:gd name="connsiteY1725" fmla="*/ 47008 h 1410230"/>
                <a:gd name="connsiteX1726" fmla="*/ 891985 w 1087064"/>
                <a:gd name="connsiteY1726" fmla="*/ 51037 h 1410230"/>
                <a:gd name="connsiteX1727" fmla="*/ 891985 w 1087064"/>
                <a:gd name="connsiteY1727" fmla="*/ 53723 h 1410230"/>
                <a:gd name="connsiteX1728" fmla="*/ 889294 w 1087064"/>
                <a:gd name="connsiteY1728" fmla="*/ 57752 h 1410230"/>
                <a:gd name="connsiteX1729" fmla="*/ 885258 w 1087064"/>
                <a:gd name="connsiteY1729" fmla="*/ 57752 h 1410230"/>
                <a:gd name="connsiteX1730" fmla="*/ 881222 w 1087064"/>
                <a:gd name="connsiteY1730" fmla="*/ 56409 h 1410230"/>
                <a:gd name="connsiteX1731" fmla="*/ 877186 w 1087064"/>
                <a:gd name="connsiteY1731" fmla="*/ 59095 h 1410230"/>
                <a:gd name="connsiteX1732" fmla="*/ 874495 w 1087064"/>
                <a:gd name="connsiteY1732" fmla="*/ 61782 h 1410230"/>
                <a:gd name="connsiteX1733" fmla="*/ 870459 w 1087064"/>
                <a:gd name="connsiteY1733" fmla="*/ 61782 h 1410230"/>
                <a:gd name="connsiteX1734" fmla="*/ 869113 w 1087064"/>
                <a:gd name="connsiteY1734" fmla="*/ 61782 h 1410230"/>
                <a:gd name="connsiteX1735" fmla="*/ 863732 w 1087064"/>
                <a:gd name="connsiteY1735" fmla="*/ 63125 h 1410230"/>
                <a:gd name="connsiteX1736" fmla="*/ 858350 w 1087064"/>
                <a:gd name="connsiteY1736" fmla="*/ 63125 h 1410230"/>
                <a:gd name="connsiteX1737" fmla="*/ 848933 w 1087064"/>
                <a:gd name="connsiteY1737" fmla="*/ 57752 h 1410230"/>
                <a:gd name="connsiteX1738" fmla="*/ 843551 w 1087064"/>
                <a:gd name="connsiteY1738" fmla="*/ 56409 h 1410230"/>
                <a:gd name="connsiteX1739" fmla="*/ 840860 w 1087064"/>
                <a:gd name="connsiteY1739" fmla="*/ 56409 h 1410230"/>
                <a:gd name="connsiteX1740" fmla="*/ 836824 w 1087064"/>
                <a:gd name="connsiteY1740" fmla="*/ 55066 h 1410230"/>
                <a:gd name="connsiteX1741" fmla="*/ 831443 w 1087064"/>
                <a:gd name="connsiteY1741" fmla="*/ 55066 h 1410230"/>
                <a:gd name="connsiteX1742" fmla="*/ 828752 w 1087064"/>
                <a:gd name="connsiteY1742" fmla="*/ 57752 h 1410230"/>
                <a:gd name="connsiteX1743" fmla="*/ 826061 w 1087064"/>
                <a:gd name="connsiteY1743" fmla="*/ 57752 h 1410230"/>
                <a:gd name="connsiteX1744" fmla="*/ 824716 w 1087064"/>
                <a:gd name="connsiteY1744" fmla="*/ 56409 h 1410230"/>
                <a:gd name="connsiteX1745" fmla="*/ 819334 w 1087064"/>
                <a:gd name="connsiteY1745" fmla="*/ 56409 h 1410230"/>
                <a:gd name="connsiteX1746" fmla="*/ 811262 w 1087064"/>
                <a:gd name="connsiteY1746" fmla="*/ 60438 h 1410230"/>
                <a:gd name="connsiteX1747" fmla="*/ 807226 w 1087064"/>
                <a:gd name="connsiteY1747" fmla="*/ 61782 h 1410230"/>
                <a:gd name="connsiteX1748" fmla="*/ 803190 w 1087064"/>
                <a:gd name="connsiteY1748" fmla="*/ 60438 h 1410230"/>
                <a:gd name="connsiteX1749" fmla="*/ 799154 w 1087064"/>
                <a:gd name="connsiteY1749" fmla="*/ 60438 h 1410230"/>
                <a:gd name="connsiteX1750" fmla="*/ 792427 w 1087064"/>
                <a:gd name="connsiteY1750" fmla="*/ 63125 h 1410230"/>
                <a:gd name="connsiteX1751" fmla="*/ 785700 w 1087064"/>
                <a:gd name="connsiteY1751" fmla="*/ 63125 h 1410230"/>
                <a:gd name="connsiteX1752" fmla="*/ 783009 w 1087064"/>
                <a:gd name="connsiteY1752" fmla="*/ 59095 h 1410230"/>
                <a:gd name="connsiteX1753" fmla="*/ 783009 w 1087064"/>
                <a:gd name="connsiteY1753" fmla="*/ 53723 h 1410230"/>
                <a:gd name="connsiteX1754" fmla="*/ 785700 w 1087064"/>
                <a:gd name="connsiteY1754" fmla="*/ 52380 h 1410230"/>
                <a:gd name="connsiteX1755" fmla="*/ 788391 w 1087064"/>
                <a:gd name="connsiteY1755" fmla="*/ 52380 h 1410230"/>
                <a:gd name="connsiteX1756" fmla="*/ 789736 w 1087064"/>
                <a:gd name="connsiteY1756" fmla="*/ 49694 h 1410230"/>
                <a:gd name="connsiteX1757" fmla="*/ 788391 w 1087064"/>
                <a:gd name="connsiteY1757" fmla="*/ 48351 h 1410230"/>
                <a:gd name="connsiteX1758" fmla="*/ 784354 w 1087064"/>
                <a:gd name="connsiteY1758" fmla="*/ 48351 h 1410230"/>
                <a:gd name="connsiteX1759" fmla="*/ 780318 w 1087064"/>
                <a:gd name="connsiteY1759" fmla="*/ 49694 h 1410230"/>
                <a:gd name="connsiteX1760" fmla="*/ 776282 w 1087064"/>
                <a:gd name="connsiteY1760" fmla="*/ 53723 h 1410230"/>
                <a:gd name="connsiteX1761" fmla="*/ 776282 w 1087064"/>
                <a:gd name="connsiteY1761" fmla="*/ 57752 h 1410230"/>
                <a:gd name="connsiteX1762" fmla="*/ 778973 w 1087064"/>
                <a:gd name="connsiteY1762" fmla="*/ 61782 h 1410230"/>
                <a:gd name="connsiteX1763" fmla="*/ 781664 w 1087064"/>
                <a:gd name="connsiteY1763" fmla="*/ 61782 h 1410230"/>
                <a:gd name="connsiteX1764" fmla="*/ 780318 w 1087064"/>
                <a:gd name="connsiteY1764" fmla="*/ 64468 h 1410230"/>
                <a:gd name="connsiteX1765" fmla="*/ 776282 w 1087064"/>
                <a:gd name="connsiteY1765" fmla="*/ 67154 h 1410230"/>
                <a:gd name="connsiteX1766" fmla="*/ 773592 w 1087064"/>
                <a:gd name="connsiteY1766" fmla="*/ 67154 h 1410230"/>
                <a:gd name="connsiteX1767" fmla="*/ 769556 w 1087064"/>
                <a:gd name="connsiteY1767" fmla="*/ 67154 h 1410230"/>
                <a:gd name="connsiteX1768" fmla="*/ 764174 w 1087064"/>
                <a:gd name="connsiteY1768" fmla="*/ 67154 h 1410230"/>
                <a:gd name="connsiteX1769" fmla="*/ 762829 w 1087064"/>
                <a:gd name="connsiteY1769" fmla="*/ 68497 h 1410230"/>
                <a:gd name="connsiteX1770" fmla="*/ 757447 w 1087064"/>
                <a:gd name="connsiteY1770" fmla="*/ 68497 h 1410230"/>
                <a:gd name="connsiteX1771" fmla="*/ 752065 w 1087064"/>
                <a:gd name="connsiteY1771" fmla="*/ 67154 h 1410230"/>
                <a:gd name="connsiteX1772" fmla="*/ 745339 w 1087064"/>
                <a:gd name="connsiteY1772" fmla="*/ 67154 h 1410230"/>
                <a:gd name="connsiteX1773" fmla="*/ 738612 w 1087064"/>
                <a:gd name="connsiteY1773" fmla="*/ 69840 h 1410230"/>
                <a:gd name="connsiteX1774" fmla="*/ 729194 w 1087064"/>
                <a:gd name="connsiteY1774" fmla="*/ 76555 h 1410230"/>
                <a:gd name="connsiteX1775" fmla="*/ 727849 w 1087064"/>
                <a:gd name="connsiteY1775" fmla="*/ 80585 h 1410230"/>
                <a:gd name="connsiteX1776" fmla="*/ 727849 w 1087064"/>
                <a:gd name="connsiteY1776" fmla="*/ 87300 h 1410230"/>
                <a:gd name="connsiteX1777" fmla="*/ 725158 w 1087064"/>
                <a:gd name="connsiteY1777" fmla="*/ 91329 h 1410230"/>
                <a:gd name="connsiteX1778" fmla="*/ 725158 w 1087064"/>
                <a:gd name="connsiteY1778" fmla="*/ 94015 h 1410230"/>
                <a:gd name="connsiteX1779" fmla="*/ 726503 w 1087064"/>
                <a:gd name="connsiteY1779" fmla="*/ 95358 h 1410230"/>
                <a:gd name="connsiteX1780" fmla="*/ 730539 w 1087064"/>
                <a:gd name="connsiteY1780" fmla="*/ 94015 h 1410230"/>
                <a:gd name="connsiteX1781" fmla="*/ 730539 w 1087064"/>
                <a:gd name="connsiteY1781" fmla="*/ 88643 h 1410230"/>
                <a:gd name="connsiteX1782" fmla="*/ 731885 w 1087064"/>
                <a:gd name="connsiteY1782" fmla="*/ 85957 h 1410230"/>
                <a:gd name="connsiteX1783" fmla="*/ 731885 w 1087064"/>
                <a:gd name="connsiteY1783" fmla="*/ 84614 h 1410230"/>
                <a:gd name="connsiteX1784" fmla="*/ 734576 w 1087064"/>
                <a:gd name="connsiteY1784" fmla="*/ 81928 h 1410230"/>
                <a:gd name="connsiteX1785" fmla="*/ 739957 w 1087064"/>
                <a:gd name="connsiteY1785" fmla="*/ 81928 h 1410230"/>
                <a:gd name="connsiteX1786" fmla="*/ 742648 w 1087064"/>
                <a:gd name="connsiteY1786" fmla="*/ 81928 h 1410230"/>
                <a:gd name="connsiteX1787" fmla="*/ 743993 w 1087064"/>
                <a:gd name="connsiteY1787" fmla="*/ 83271 h 1410230"/>
                <a:gd name="connsiteX1788" fmla="*/ 742648 w 1087064"/>
                <a:gd name="connsiteY1788" fmla="*/ 85957 h 1410230"/>
                <a:gd name="connsiteX1789" fmla="*/ 741303 w 1087064"/>
                <a:gd name="connsiteY1789" fmla="*/ 89986 h 1410230"/>
                <a:gd name="connsiteX1790" fmla="*/ 741303 w 1087064"/>
                <a:gd name="connsiteY1790" fmla="*/ 91329 h 1410230"/>
                <a:gd name="connsiteX1791" fmla="*/ 742648 w 1087064"/>
                <a:gd name="connsiteY1791" fmla="*/ 91329 h 1410230"/>
                <a:gd name="connsiteX1792" fmla="*/ 745339 w 1087064"/>
                <a:gd name="connsiteY1792" fmla="*/ 88643 h 1410230"/>
                <a:gd name="connsiteX1793" fmla="*/ 746684 w 1087064"/>
                <a:gd name="connsiteY1793" fmla="*/ 81928 h 1410230"/>
                <a:gd name="connsiteX1794" fmla="*/ 750720 w 1087064"/>
                <a:gd name="connsiteY1794" fmla="*/ 76555 h 1410230"/>
                <a:gd name="connsiteX1795" fmla="*/ 756102 w 1087064"/>
                <a:gd name="connsiteY1795" fmla="*/ 73869 h 1410230"/>
                <a:gd name="connsiteX1796" fmla="*/ 758792 w 1087064"/>
                <a:gd name="connsiteY1796" fmla="*/ 73869 h 1410230"/>
                <a:gd name="connsiteX1797" fmla="*/ 765519 w 1087064"/>
                <a:gd name="connsiteY1797" fmla="*/ 73869 h 1410230"/>
                <a:gd name="connsiteX1798" fmla="*/ 769556 w 1087064"/>
                <a:gd name="connsiteY1798" fmla="*/ 73869 h 1410230"/>
                <a:gd name="connsiteX1799" fmla="*/ 773592 w 1087064"/>
                <a:gd name="connsiteY1799" fmla="*/ 72526 h 1410230"/>
                <a:gd name="connsiteX1800" fmla="*/ 774937 w 1087064"/>
                <a:gd name="connsiteY1800" fmla="*/ 73869 h 1410230"/>
                <a:gd name="connsiteX1801" fmla="*/ 776282 w 1087064"/>
                <a:gd name="connsiteY1801" fmla="*/ 76555 h 1410230"/>
                <a:gd name="connsiteX1802" fmla="*/ 778973 w 1087064"/>
                <a:gd name="connsiteY1802" fmla="*/ 83271 h 1410230"/>
                <a:gd name="connsiteX1803" fmla="*/ 781664 w 1087064"/>
                <a:gd name="connsiteY1803" fmla="*/ 84614 h 1410230"/>
                <a:gd name="connsiteX1804" fmla="*/ 783009 w 1087064"/>
                <a:gd name="connsiteY1804" fmla="*/ 84614 h 1410230"/>
                <a:gd name="connsiteX1805" fmla="*/ 783009 w 1087064"/>
                <a:gd name="connsiteY1805" fmla="*/ 81928 h 1410230"/>
                <a:gd name="connsiteX1806" fmla="*/ 781664 w 1087064"/>
                <a:gd name="connsiteY1806" fmla="*/ 75212 h 1410230"/>
                <a:gd name="connsiteX1807" fmla="*/ 783009 w 1087064"/>
                <a:gd name="connsiteY1807" fmla="*/ 73869 h 1410230"/>
                <a:gd name="connsiteX1808" fmla="*/ 788391 w 1087064"/>
                <a:gd name="connsiteY1808" fmla="*/ 72526 h 1410230"/>
                <a:gd name="connsiteX1809" fmla="*/ 792427 w 1087064"/>
                <a:gd name="connsiteY1809" fmla="*/ 73869 h 1410230"/>
                <a:gd name="connsiteX1810" fmla="*/ 799154 w 1087064"/>
                <a:gd name="connsiteY1810" fmla="*/ 72526 h 1410230"/>
                <a:gd name="connsiteX1811" fmla="*/ 805881 w 1087064"/>
                <a:gd name="connsiteY1811" fmla="*/ 72526 h 1410230"/>
                <a:gd name="connsiteX1812" fmla="*/ 812607 w 1087064"/>
                <a:gd name="connsiteY1812" fmla="*/ 69840 h 1410230"/>
                <a:gd name="connsiteX1813" fmla="*/ 817989 w 1087064"/>
                <a:gd name="connsiteY1813" fmla="*/ 68497 h 1410230"/>
                <a:gd name="connsiteX1814" fmla="*/ 827407 w 1087064"/>
                <a:gd name="connsiteY1814" fmla="*/ 67154 h 1410230"/>
                <a:gd name="connsiteX1815" fmla="*/ 834134 w 1087064"/>
                <a:gd name="connsiteY1815" fmla="*/ 68497 h 1410230"/>
                <a:gd name="connsiteX1816" fmla="*/ 839515 w 1087064"/>
                <a:gd name="connsiteY1816" fmla="*/ 71183 h 1410230"/>
                <a:gd name="connsiteX1817" fmla="*/ 843551 w 1087064"/>
                <a:gd name="connsiteY1817" fmla="*/ 72526 h 1410230"/>
                <a:gd name="connsiteX1818" fmla="*/ 847587 w 1087064"/>
                <a:gd name="connsiteY1818" fmla="*/ 73869 h 1410230"/>
                <a:gd name="connsiteX1819" fmla="*/ 852969 w 1087064"/>
                <a:gd name="connsiteY1819" fmla="*/ 75212 h 1410230"/>
                <a:gd name="connsiteX1820" fmla="*/ 857005 w 1087064"/>
                <a:gd name="connsiteY1820" fmla="*/ 77898 h 1410230"/>
                <a:gd name="connsiteX1821" fmla="*/ 859696 w 1087064"/>
                <a:gd name="connsiteY1821" fmla="*/ 79242 h 1410230"/>
                <a:gd name="connsiteX1822" fmla="*/ 862387 w 1087064"/>
                <a:gd name="connsiteY1822" fmla="*/ 77898 h 1410230"/>
                <a:gd name="connsiteX1823" fmla="*/ 866422 w 1087064"/>
                <a:gd name="connsiteY1823" fmla="*/ 76555 h 1410230"/>
                <a:gd name="connsiteX1824" fmla="*/ 869113 w 1087064"/>
                <a:gd name="connsiteY1824" fmla="*/ 77898 h 1410230"/>
                <a:gd name="connsiteX1825" fmla="*/ 870459 w 1087064"/>
                <a:gd name="connsiteY1825" fmla="*/ 80585 h 1410230"/>
                <a:gd name="connsiteX1826" fmla="*/ 873149 w 1087064"/>
                <a:gd name="connsiteY1826" fmla="*/ 80585 h 1410230"/>
                <a:gd name="connsiteX1827" fmla="*/ 877186 w 1087064"/>
                <a:gd name="connsiteY1827" fmla="*/ 76555 h 1410230"/>
                <a:gd name="connsiteX1828" fmla="*/ 879876 w 1087064"/>
                <a:gd name="connsiteY1828" fmla="*/ 76555 h 1410230"/>
                <a:gd name="connsiteX1829" fmla="*/ 883913 w 1087064"/>
                <a:gd name="connsiteY1829" fmla="*/ 76555 h 1410230"/>
                <a:gd name="connsiteX1830" fmla="*/ 890640 w 1087064"/>
                <a:gd name="connsiteY1830" fmla="*/ 72526 h 1410230"/>
                <a:gd name="connsiteX1831" fmla="*/ 894675 w 1087064"/>
                <a:gd name="connsiteY1831" fmla="*/ 68497 h 1410230"/>
                <a:gd name="connsiteX1832" fmla="*/ 897366 w 1087064"/>
                <a:gd name="connsiteY1832" fmla="*/ 68497 h 1410230"/>
                <a:gd name="connsiteX1833" fmla="*/ 900057 w 1087064"/>
                <a:gd name="connsiteY1833" fmla="*/ 69840 h 1410230"/>
                <a:gd name="connsiteX1834" fmla="*/ 904093 w 1087064"/>
                <a:gd name="connsiteY1834" fmla="*/ 73869 h 1410230"/>
                <a:gd name="connsiteX1835" fmla="*/ 908129 w 1087064"/>
                <a:gd name="connsiteY1835" fmla="*/ 76555 h 1410230"/>
                <a:gd name="connsiteX1836" fmla="*/ 908129 w 1087064"/>
                <a:gd name="connsiteY1836" fmla="*/ 77898 h 1410230"/>
                <a:gd name="connsiteX1837" fmla="*/ 905438 w 1087064"/>
                <a:gd name="connsiteY1837" fmla="*/ 80585 h 1410230"/>
                <a:gd name="connsiteX1838" fmla="*/ 905438 w 1087064"/>
                <a:gd name="connsiteY1838" fmla="*/ 83271 h 1410230"/>
                <a:gd name="connsiteX1839" fmla="*/ 908129 w 1087064"/>
                <a:gd name="connsiteY1839" fmla="*/ 84614 h 1410230"/>
                <a:gd name="connsiteX1840" fmla="*/ 909475 w 1087064"/>
                <a:gd name="connsiteY1840" fmla="*/ 85957 h 1410230"/>
                <a:gd name="connsiteX1841" fmla="*/ 909475 w 1087064"/>
                <a:gd name="connsiteY1841" fmla="*/ 88643 h 1410230"/>
                <a:gd name="connsiteX1842" fmla="*/ 902748 w 1087064"/>
                <a:gd name="connsiteY1842" fmla="*/ 95358 h 1410230"/>
                <a:gd name="connsiteX1843" fmla="*/ 894675 w 1087064"/>
                <a:gd name="connsiteY1843" fmla="*/ 98045 h 1410230"/>
                <a:gd name="connsiteX1844" fmla="*/ 890640 w 1087064"/>
                <a:gd name="connsiteY1844" fmla="*/ 96702 h 1410230"/>
                <a:gd name="connsiteX1845" fmla="*/ 886603 w 1087064"/>
                <a:gd name="connsiteY1845" fmla="*/ 94015 h 1410230"/>
                <a:gd name="connsiteX1846" fmla="*/ 883913 w 1087064"/>
                <a:gd name="connsiteY1846" fmla="*/ 91329 h 1410230"/>
                <a:gd name="connsiteX1847" fmla="*/ 882567 w 1087064"/>
                <a:gd name="connsiteY1847" fmla="*/ 92672 h 1410230"/>
                <a:gd name="connsiteX1848" fmla="*/ 882567 w 1087064"/>
                <a:gd name="connsiteY1848" fmla="*/ 95358 h 1410230"/>
                <a:gd name="connsiteX1849" fmla="*/ 886603 w 1087064"/>
                <a:gd name="connsiteY1849" fmla="*/ 99388 h 1410230"/>
                <a:gd name="connsiteX1850" fmla="*/ 886603 w 1087064"/>
                <a:gd name="connsiteY1850" fmla="*/ 100731 h 1410230"/>
                <a:gd name="connsiteX1851" fmla="*/ 885258 w 1087064"/>
                <a:gd name="connsiteY1851" fmla="*/ 102074 h 1410230"/>
                <a:gd name="connsiteX1852" fmla="*/ 879876 w 1087064"/>
                <a:gd name="connsiteY1852" fmla="*/ 100731 h 1410230"/>
                <a:gd name="connsiteX1853" fmla="*/ 877186 w 1087064"/>
                <a:gd name="connsiteY1853" fmla="*/ 98045 h 1410230"/>
                <a:gd name="connsiteX1854" fmla="*/ 874495 w 1087064"/>
                <a:gd name="connsiteY1854" fmla="*/ 98045 h 1410230"/>
                <a:gd name="connsiteX1855" fmla="*/ 874495 w 1087064"/>
                <a:gd name="connsiteY1855" fmla="*/ 100731 h 1410230"/>
                <a:gd name="connsiteX1856" fmla="*/ 875840 w 1087064"/>
                <a:gd name="connsiteY1856" fmla="*/ 103417 h 1410230"/>
                <a:gd name="connsiteX1857" fmla="*/ 879876 w 1087064"/>
                <a:gd name="connsiteY1857" fmla="*/ 104760 h 1410230"/>
                <a:gd name="connsiteX1858" fmla="*/ 885258 w 1087064"/>
                <a:gd name="connsiteY1858" fmla="*/ 104760 h 1410230"/>
                <a:gd name="connsiteX1859" fmla="*/ 890640 w 1087064"/>
                <a:gd name="connsiteY1859" fmla="*/ 107446 h 1410230"/>
                <a:gd name="connsiteX1860" fmla="*/ 894675 w 1087064"/>
                <a:gd name="connsiteY1860" fmla="*/ 107446 h 1410230"/>
                <a:gd name="connsiteX1861" fmla="*/ 902748 w 1087064"/>
                <a:gd name="connsiteY1861" fmla="*/ 103417 h 1410230"/>
                <a:gd name="connsiteX1862" fmla="*/ 905438 w 1087064"/>
                <a:gd name="connsiteY1862" fmla="*/ 103417 h 1410230"/>
                <a:gd name="connsiteX1863" fmla="*/ 906784 w 1087064"/>
                <a:gd name="connsiteY1863" fmla="*/ 104760 h 1410230"/>
                <a:gd name="connsiteX1864" fmla="*/ 906784 w 1087064"/>
                <a:gd name="connsiteY1864" fmla="*/ 103417 h 1410230"/>
                <a:gd name="connsiteX1865" fmla="*/ 906784 w 1087064"/>
                <a:gd name="connsiteY1865" fmla="*/ 100731 h 1410230"/>
                <a:gd name="connsiteX1866" fmla="*/ 910820 w 1087064"/>
                <a:gd name="connsiteY1866" fmla="*/ 99388 h 1410230"/>
                <a:gd name="connsiteX1867" fmla="*/ 921583 w 1087064"/>
                <a:gd name="connsiteY1867" fmla="*/ 99388 h 1410230"/>
                <a:gd name="connsiteX1868" fmla="*/ 924274 w 1087064"/>
                <a:gd name="connsiteY1868" fmla="*/ 100731 h 1410230"/>
                <a:gd name="connsiteX1869" fmla="*/ 925619 w 1087064"/>
                <a:gd name="connsiteY1869" fmla="*/ 103417 h 1410230"/>
                <a:gd name="connsiteX1870" fmla="*/ 928310 w 1087064"/>
                <a:gd name="connsiteY1870" fmla="*/ 104760 h 1410230"/>
                <a:gd name="connsiteX1871" fmla="*/ 935037 w 1087064"/>
                <a:gd name="connsiteY1871" fmla="*/ 102074 h 1410230"/>
                <a:gd name="connsiteX1872" fmla="*/ 936382 w 1087064"/>
                <a:gd name="connsiteY1872" fmla="*/ 100731 h 1410230"/>
                <a:gd name="connsiteX1873" fmla="*/ 939073 w 1087064"/>
                <a:gd name="connsiteY1873" fmla="*/ 102074 h 1410230"/>
                <a:gd name="connsiteX1874" fmla="*/ 940418 w 1087064"/>
                <a:gd name="connsiteY1874" fmla="*/ 106103 h 1410230"/>
                <a:gd name="connsiteX1875" fmla="*/ 943109 w 1087064"/>
                <a:gd name="connsiteY1875" fmla="*/ 108789 h 1410230"/>
                <a:gd name="connsiteX1876" fmla="*/ 949836 w 1087064"/>
                <a:gd name="connsiteY1876" fmla="*/ 110132 h 1410230"/>
                <a:gd name="connsiteX1877" fmla="*/ 952527 w 1087064"/>
                <a:gd name="connsiteY1877" fmla="*/ 112818 h 1410230"/>
                <a:gd name="connsiteX1878" fmla="*/ 952527 w 1087064"/>
                <a:gd name="connsiteY1878" fmla="*/ 115505 h 1410230"/>
                <a:gd name="connsiteX1879" fmla="*/ 957908 w 1087064"/>
                <a:gd name="connsiteY1879" fmla="*/ 119534 h 1410230"/>
                <a:gd name="connsiteX1880" fmla="*/ 964635 w 1087064"/>
                <a:gd name="connsiteY1880" fmla="*/ 122220 h 1410230"/>
                <a:gd name="connsiteX1881" fmla="*/ 970017 w 1087064"/>
                <a:gd name="connsiteY1881" fmla="*/ 126249 h 1410230"/>
                <a:gd name="connsiteX1882" fmla="*/ 970017 w 1087064"/>
                <a:gd name="connsiteY1882" fmla="*/ 128935 h 1410230"/>
                <a:gd name="connsiteX1883" fmla="*/ 970017 w 1087064"/>
                <a:gd name="connsiteY1883" fmla="*/ 134308 h 1410230"/>
                <a:gd name="connsiteX1884" fmla="*/ 968671 w 1087064"/>
                <a:gd name="connsiteY1884" fmla="*/ 135651 h 1410230"/>
                <a:gd name="connsiteX1885" fmla="*/ 968671 w 1087064"/>
                <a:gd name="connsiteY1885" fmla="*/ 138337 h 1410230"/>
                <a:gd name="connsiteX1886" fmla="*/ 968671 w 1087064"/>
                <a:gd name="connsiteY1886" fmla="*/ 142366 h 1410230"/>
                <a:gd name="connsiteX1887" fmla="*/ 965980 w 1087064"/>
                <a:gd name="connsiteY1887" fmla="*/ 143709 h 1410230"/>
                <a:gd name="connsiteX1888" fmla="*/ 960599 w 1087064"/>
                <a:gd name="connsiteY1888" fmla="*/ 147738 h 1410230"/>
                <a:gd name="connsiteX1889" fmla="*/ 956563 w 1087064"/>
                <a:gd name="connsiteY1889" fmla="*/ 149082 h 1410230"/>
                <a:gd name="connsiteX1890" fmla="*/ 953872 w 1087064"/>
                <a:gd name="connsiteY1890" fmla="*/ 147738 h 1410230"/>
                <a:gd name="connsiteX1891" fmla="*/ 952527 w 1087064"/>
                <a:gd name="connsiteY1891" fmla="*/ 149082 h 1410230"/>
                <a:gd name="connsiteX1892" fmla="*/ 952527 w 1087064"/>
                <a:gd name="connsiteY1892" fmla="*/ 151768 h 1410230"/>
                <a:gd name="connsiteX1893" fmla="*/ 951181 w 1087064"/>
                <a:gd name="connsiteY1893" fmla="*/ 153111 h 1410230"/>
                <a:gd name="connsiteX1894" fmla="*/ 947145 w 1087064"/>
                <a:gd name="connsiteY1894" fmla="*/ 155797 h 1410230"/>
                <a:gd name="connsiteX1895" fmla="*/ 937728 w 1087064"/>
                <a:gd name="connsiteY1895" fmla="*/ 159826 h 1410230"/>
                <a:gd name="connsiteX1896" fmla="*/ 931001 w 1087064"/>
                <a:gd name="connsiteY1896" fmla="*/ 159826 h 1410230"/>
                <a:gd name="connsiteX1897" fmla="*/ 929655 w 1087064"/>
                <a:gd name="connsiteY1897" fmla="*/ 161169 h 1410230"/>
                <a:gd name="connsiteX1898" fmla="*/ 925619 w 1087064"/>
                <a:gd name="connsiteY1898" fmla="*/ 161169 h 1410230"/>
                <a:gd name="connsiteX1899" fmla="*/ 921583 w 1087064"/>
                <a:gd name="connsiteY1899" fmla="*/ 155797 h 1410230"/>
                <a:gd name="connsiteX1900" fmla="*/ 920238 w 1087064"/>
                <a:gd name="connsiteY1900" fmla="*/ 154454 h 1410230"/>
                <a:gd name="connsiteX1901" fmla="*/ 918892 w 1087064"/>
                <a:gd name="connsiteY1901" fmla="*/ 154454 h 1410230"/>
                <a:gd name="connsiteX1902" fmla="*/ 918892 w 1087064"/>
                <a:gd name="connsiteY1902" fmla="*/ 157140 h 1410230"/>
                <a:gd name="connsiteX1903" fmla="*/ 921583 w 1087064"/>
                <a:gd name="connsiteY1903" fmla="*/ 158483 h 1410230"/>
                <a:gd name="connsiteX1904" fmla="*/ 921583 w 1087064"/>
                <a:gd name="connsiteY1904" fmla="*/ 159826 h 1410230"/>
                <a:gd name="connsiteX1905" fmla="*/ 916202 w 1087064"/>
                <a:gd name="connsiteY1905" fmla="*/ 159826 h 1410230"/>
                <a:gd name="connsiteX1906" fmla="*/ 912165 w 1087064"/>
                <a:gd name="connsiteY1906" fmla="*/ 158483 h 1410230"/>
                <a:gd name="connsiteX1907" fmla="*/ 908129 w 1087064"/>
                <a:gd name="connsiteY1907" fmla="*/ 161169 h 1410230"/>
                <a:gd name="connsiteX1908" fmla="*/ 906784 w 1087064"/>
                <a:gd name="connsiteY1908" fmla="*/ 161169 h 1410230"/>
                <a:gd name="connsiteX1909" fmla="*/ 904093 w 1087064"/>
                <a:gd name="connsiteY1909" fmla="*/ 158483 h 1410230"/>
                <a:gd name="connsiteX1910" fmla="*/ 898711 w 1087064"/>
                <a:gd name="connsiteY1910" fmla="*/ 158483 h 1410230"/>
                <a:gd name="connsiteX1911" fmla="*/ 896021 w 1087064"/>
                <a:gd name="connsiteY1911" fmla="*/ 161169 h 1410230"/>
                <a:gd name="connsiteX1912" fmla="*/ 889294 w 1087064"/>
                <a:gd name="connsiteY1912" fmla="*/ 163855 h 1410230"/>
                <a:gd name="connsiteX1913" fmla="*/ 885258 w 1087064"/>
                <a:gd name="connsiteY1913" fmla="*/ 163855 h 1410230"/>
                <a:gd name="connsiteX1914" fmla="*/ 882567 w 1087064"/>
                <a:gd name="connsiteY1914" fmla="*/ 162512 h 1410230"/>
                <a:gd name="connsiteX1915" fmla="*/ 878531 w 1087064"/>
                <a:gd name="connsiteY1915" fmla="*/ 162512 h 1410230"/>
                <a:gd name="connsiteX1916" fmla="*/ 874495 w 1087064"/>
                <a:gd name="connsiteY1916" fmla="*/ 161169 h 1410230"/>
                <a:gd name="connsiteX1917" fmla="*/ 870459 w 1087064"/>
                <a:gd name="connsiteY1917" fmla="*/ 161169 h 1410230"/>
                <a:gd name="connsiteX1918" fmla="*/ 869113 w 1087064"/>
                <a:gd name="connsiteY1918" fmla="*/ 162512 h 1410230"/>
                <a:gd name="connsiteX1919" fmla="*/ 863732 w 1087064"/>
                <a:gd name="connsiteY1919" fmla="*/ 163855 h 1410230"/>
                <a:gd name="connsiteX1920" fmla="*/ 859696 w 1087064"/>
                <a:gd name="connsiteY1920" fmla="*/ 162512 h 1410230"/>
                <a:gd name="connsiteX1921" fmla="*/ 852969 w 1087064"/>
                <a:gd name="connsiteY1921" fmla="*/ 158483 h 1410230"/>
                <a:gd name="connsiteX1922" fmla="*/ 850278 w 1087064"/>
                <a:gd name="connsiteY1922" fmla="*/ 158483 h 1410230"/>
                <a:gd name="connsiteX1923" fmla="*/ 848933 w 1087064"/>
                <a:gd name="connsiteY1923" fmla="*/ 157140 h 1410230"/>
                <a:gd name="connsiteX1924" fmla="*/ 842206 w 1087064"/>
                <a:gd name="connsiteY1924" fmla="*/ 157140 h 1410230"/>
                <a:gd name="connsiteX1925" fmla="*/ 838169 w 1087064"/>
                <a:gd name="connsiteY1925" fmla="*/ 155797 h 1410230"/>
                <a:gd name="connsiteX1926" fmla="*/ 835479 w 1087064"/>
                <a:gd name="connsiteY1926" fmla="*/ 154454 h 1410230"/>
                <a:gd name="connsiteX1927" fmla="*/ 830098 w 1087064"/>
                <a:gd name="connsiteY1927" fmla="*/ 155797 h 1410230"/>
                <a:gd name="connsiteX1928" fmla="*/ 826061 w 1087064"/>
                <a:gd name="connsiteY1928" fmla="*/ 155797 h 1410230"/>
                <a:gd name="connsiteX1929" fmla="*/ 822025 w 1087064"/>
                <a:gd name="connsiteY1929" fmla="*/ 154454 h 1410230"/>
                <a:gd name="connsiteX1930" fmla="*/ 819334 w 1087064"/>
                <a:gd name="connsiteY1930" fmla="*/ 155797 h 1410230"/>
                <a:gd name="connsiteX1931" fmla="*/ 816644 w 1087064"/>
                <a:gd name="connsiteY1931" fmla="*/ 158483 h 1410230"/>
                <a:gd name="connsiteX1932" fmla="*/ 812607 w 1087064"/>
                <a:gd name="connsiteY1932" fmla="*/ 159826 h 1410230"/>
                <a:gd name="connsiteX1933" fmla="*/ 807226 w 1087064"/>
                <a:gd name="connsiteY1933" fmla="*/ 159826 h 1410230"/>
                <a:gd name="connsiteX1934" fmla="*/ 803190 w 1087064"/>
                <a:gd name="connsiteY1934" fmla="*/ 162512 h 1410230"/>
                <a:gd name="connsiteX1935" fmla="*/ 801845 w 1087064"/>
                <a:gd name="connsiteY1935" fmla="*/ 163855 h 1410230"/>
                <a:gd name="connsiteX1936" fmla="*/ 800499 w 1087064"/>
                <a:gd name="connsiteY1936" fmla="*/ 163855 h 1410230"/>
                <a:gd name="connsiteX1937" fmla="*/ 799154 w 1087064"/>
                <a:gd name="connsiteY1937" fmla="*/ 159826 h 1410230"/>
                <a:gd name="connsiteX1938" fmla="*/ 796463 w 1087064"/>
                <a:gd name="connsiteY1938" fmla="*/ 158483 h 1410230"/>
                <a:gd name="connsiteX1939" fmla="*/ 792427 w 1087064"/>
                <a:gd name="connsiteY1939" fmla="*/ 158483 h 1410230"/>
                <a:gd name="connsiteX1940" fmla="*/ 791081 w 1087064"/>
                <a:gd name="connsiteY1940" fmla="*/ 157140 h 1410230"/>
                <a:gd name="connsiteX1941" fmla="*/ 787045 w 1087064"/>
                <a:gd name="connsiteY1941" fmla="*/ 157140 h 1410230"/>
                <a:gd name="connsiteX1942" fmla="*/ 787045 w 1087064"/>
                <a:gd name="connsiteY1942" fmla="*/ 158483 h 1410230"/>
                <a:gd name="connsiteX1943" fmla="*/ 788391 w 1087064"/>
                <a:gd name="connsiteY1943" fmla="*/ 158483 h 1410230"/>
                <a:gd name="connsiteX1944" fmla="*/ 793772 w 1087064"/>
                <a:gd name="connsiteY1944" fmla="*/ 158483 h 1410230"/>
                <a:gd name="connsiteX1945" fmla="*/ 796463 w 1087064"/>
                <a:gd name="connsiteY1945" fmla="*/ 159826 h 1410230"/>
                <a:gd name="connsiteX1946" fmla="*/ 797808 w 1087064"/>
                <a:gd name="connsiteY1946" fmla="*/ 162512 h 1410230"/>
                <a:gd name="connsiteX1947" fmla="*/ 796463 w 1087064"/>
                <a:gd name="connsiteY1947" fmla="*/ 165198 h 1410230"/>
                <a:gd name="connsiteX1948" fmla="*/ 793772 w 1087064"/>
                <a:gd name="connsiteY1948" fmla="*/ 166542 h 1410230"/>
                <a:gd name="connsiteX1949" fmla="*/ 791081 w 1087064"/>
                <a:gd name="connsiteY1949" fmla="*/ 166542 h 1410230"/>
                <a:gd name="connsiteX1950" fmla="*/ 787045 w 1087064"/>
                <a:gd name="connsiteY1950" fmla="*/ 166542 h 1410230"/>
                <a:gd name="connsiteX1951" fmla="*/ 783009 w 1087064"/>
                <a:gd name="connsiteY1951" fmla="*/ 169228 h 1410230"/>
                <a:gd name="connsiteX1952" fmla="*/ 777628 w 1087064"/>
                <a:gd name="connsiteY1952" fmla="*/ 171914 h 1410230"/>
                <a:gd name="connsiteX1953" fmla="*/ 770901 w 1087064"/>
                <a:gd name="connsiteY1953" fmla="*/ 171914 h 1410230"/>
                <a:gd name="connsiteX1954" fmla="*/ 766865 w 1087064"/>
                <a:gd name="connsiteY1954" fmla="*/ 173257 h 1410230"/>
                <a:gd name="connsiteX1955" fmla="*/ 765519 w 1087064"/>
                <a:gd name="connsiteY1955" fmla="*/ 175943 h 1410230"/>
                <a:gd name="connsiteX1956" fmla="*/ 761483 w 1087064"/>
                <a:gd name="connsiteY1956" fmla="*/ 177286 h 1410230"/>
                <a:gd name="connsiteX1957" fmla="*/ 756102 w 1087064"/>
                <a:gd name="connsiteY1957" fmla="*/ 177286 h 1410230"/>
                <a:gd name="connsiteX1958" fmla="*/ 750720 w 1087064"/>
                <a:gd name="connsiteY1958" fmla="*/ 179972 h 1410230"/>
                <a:gd name="connsiteX1959" fmla="*/ 746684 w 1087064"/>
                <a:gd name="connsiteY1959" fmla="*/ 179972 h 1410230"/>
                <a:gd name="connsiteX1960" fmla="*/ 743993 w 1087064"/>
                <a:gd name="connsiteY1960" fmla="*/ 182658 h 1410230"/>
                <a:gd name="connsiteX1961" fmla="*/ 743993 w 1087064"/>
                <a:gd name="connsiteY1961" fmla="*/ 186688 h 1410230"/>
                <a:gd name="connsiteX1962" fmla="*/ 746684 w 1087064"/>
                <a:gd name="connsiteY1962" fmla="*/ 189374 h 1410230"/>
                <a:gd name="connsiteX1963" fmla="*/ 748030 w 1087064"/>
                <a:gd name="connsiteY1963" fmla="*/ 192060 h 1410230"/>
                <a:gd name="connsiteX1964" fmla="*/ 748030 w 1087064"/>
                <a:gd name="connsiteY1964" fmla="*/ 196089 h 1410230"/>
                <a:gd name="connsiteX1965" fmla="*/ 749375 w 1087064"/>
                <a:gd name="connsiteY1965" fmla="*/ 198775 h 1410230"/>
                <a:gd name="connsiteX1966" fmla="*/ 752065 w 1087064"/>
                <a:gd name="connsiteY1966" fmla="*/ 198775 h 1410230"/>
                <a:gd name="connsiteX1967" fmla="*/ 753411 w 1087064"/>
                <a:gd name="connsiteY1967" fmla="*/ 196089 h 1410230"/>
                <a:gd name="connsiteX1968" fmla="*/ 753411 w 1087064"/>
                <a:gd name="connsiteY1968" fmla="*/ 192060 h 1410230"/>
                <a:gd name="connsiteX1969" fmla="*/ 756102 w 1087064"/>
                <a:gd name="connsiteY1969" fmla="*/ 189374 h 1410230"/>
                <a:gd name="connsiteX1970" fmla="*/ 760138 w 1087064"/>
                <a:gd name="connsiteY1970" fmla="*/ 188031 h 1410230"/>
                <a:gd name="connsiteX1971" fmla="*/ 764174 w 1087064"/>
                <a:gd name="connsiteY1971" fmla="*/ 186688 h 1410230"/>
                <a:gd name="connsiteX1972" fmla="*/ 768210 w 1087064"/>
                <a:gd name="connsiteY1972" fmla="*/ 186688 h 1410230"/>
                <a:gd name="connsiteX1973" fmla="*/ 772246 w 1087064"/>
                <a:gd name="connsiteY1973" fmla="*/ 186688 h 1410230"/>
                <a:gd name="connsiteX1974" fmla="*/ 773592 w 1087064"/>
                <a:gd name="connsiteY1974" fmla="*/ 184002 h 1410230"/>
                <a:gd name="connsiteX1975" fmla="*/ 776282 w 1087064"/>
                <a:gd name="connsiteY1975" fmla="*/ 181315 h 1410230"/>
                <a:gd name="connsiteX1976" fmla="*/ 783009 w 1087064"/>
                <a:gd name="connsiteY1976" fmla="*/ 179972 h 1410230"/>
                <a:gd name="connsiteX1977" fmla="*/ 793772 w 1087064"/>
                <a:gd name="connsiteY1977" fmla="*/ 175943 h 1410230"/>
                <a:gd name="connsiteX1978" fmla="*/ 797808 w 1087064"/>
                <a:gd name="connsiteY1978" fmla="*/ 175943 h 1410230"/>
                <a:gd name="connsiteX1979" fmla="*/ 797808 w 1087064"/>
                <a:gd name="connsiteY1979" fmla="*/ 177286 h 1410230"/>
                <a:gd name="connsiteX1980" fmla="*/ 797808 w 1087064"/>
                <a:gd name="connsiteY1980" fmla="*/ 181315 h 1410230"/>
                <a:gd name="connsiteX1981" fmla="*/ 799154 w 1087064"/>
                <a:gd name="connsiteY1981" fmla="*/ 181315 h 1410230"/>
                <a:gd name="connsiteX1982" fmla="*/ 803190 w 1087064"/>
                <a:gd name="connsiteY1982" fmla="*/ 178629 h 1410230"/>
                <a:gd name="connsiteX1983" fmla="*/ 803190 w 1087064"/>
                <a:gd name="connsiteY1983" fmla="*/ 174600 h 1410230"/>
                <a:gd name="connsiteX1984" fmla="*/ 805881 w 1087064"/>
                <a:gd name="connsiteY1984" fmla="*/ 169228 h 1410230"/>
                <a:gd name="connsiteX1985" fmla="*/ 808571 w 1087064"/>
                <a:gd name="connsiteY1985" fmla="*/ 169228 h 1410230"/>
                <a:gd name="connsiteX1986" fmla="*/ 813953 w 1087064"/>
                <a:gd name="connsiteY1986" fmla="*/ 170571 h 1410230"/>
                <a:gd name="connsiteX1987" fmla="*/ 816644 w 1087064"/>
                <a:gd name="connsiteY1987" fmla="*/ 171914 h 1410230"/>
                <a:gd name="connsiteX1988" fmla="*/ 822025 w 1087064"/>
                <a:gd name="connsiteY1988" fmla="*/ 170571 h 1410230"/>
                <a:gd name="connsiteX1989" fmla="*/ 828752 w 1087064"/>
                <a:gd name="connsiteY1989" fmla="*/ 170571 h 1410230"/>
                <a:gd name="connsiteX1990" fmla="*/ 832788 w 1087064"/>
                <a:gd name="connsiteY1990" fmla="*/ 173257 h 1410230"/>
                <a:gd name="connsiteX1991" fmla="*/ 838169 w 1087064"/>
                <a:gd name="connsiteY1991" fmla="*/ 174600 h 1410230"/>
                <a:gd name="connsiteX1992" fmla="*/ 850278 w 1087064"/>
                <a:gd name="connsiteY1992" fmla="*/ 173257 h 1410230"/>
                <a:gd name="connsiteX1993" fmla="*/ 854314 w 1087064"/>
                <a:gd name="connsiteY1993" fmla="*/ 174600 h 1410230"/>
                <a:gd name="connsiteX1994" fmla="*/ 859696 w 1087064"/>
                <a:gd name="connsiteY1994" fmla="*/ 177286 h 1410230"/>
                <a:gd name="connsiteX1995" fmla="*/ 867768 w 1087064"/>
                <a:gd name="connsiteY1995" fmla="*/ 178629 h 1410230"/>
                <a:gd name="connsiteX1996" fmla="*/ 877186 w 1087064"/>
                <a:gd name="connsiteY1996" fmla="*/ 178629 h 1410230"/>
                <a:gd name="connsiteX1997" fmla="*/ 881222 w 1087064"/>
                <a:gd name="connsiteY1997" fmla="*/ 178629 h 1410230"/>
                <a:gd name="connsiteX1998" fmla="*/ 881222 w 1087064"/>
                <a:gd name="connsiteY1998" fmla="*/ 181315 h 1410230"/>
                <a:gd name="connsiteX1999" fmla="*/ 882567 w 1087064"/>
                <a:gd name="connsiteY1999" fmla="*/ 182658 h 1410230"/>
                <a:gd name="connsiteX2000" fmla="*/ 882567 w 1087064"/>
                <a:gd name="connsiteY2000" fmla="*/ 185345 h 1410230"/>
                <a:gd name="connsiteX2001" fmla="*/ 879876 w 1087064"/>
                <a:gd name="connsiteY2001" fmla="*/ 188031 h 1410230"/>
                <a:gd name="connsiteX2002" fmla="*/ 879876 w 1087064"/>
                <a:gd name="connsiteY2002" fmla="*/ 192060 h 1410230"/>
                <a:gd name="connsiteX2003" fmla="*/ 877186 w 1087064"/>
                <a:gd name="connsiteY2003" fmla="*/ 197432 h 1410230"/>
                <a:gd name="connsiteX2004" fmla="*/ 874495 w 1087064"/>
                <a:gd name="connsiteY2004" fmla="*/ 198775 h 1410230"/>
                <a:gd name="connsiteX2005" fmla="*/ 862387 w 1087064"/>
                <a:gd name="connsiteY2005" fmla="*/ 200118 h 1410230"/>
                <a:gd name="connsiteX2006" fmla="*/ 857005 w 1087064"/>
                <a:gd name="connsiteY2006" fmla="*/ 202805 h 1410230"/>
                <a:gd name="connsiteX2007" fmla="*/ 854314 w 1087064"/>
                <a:gd name="connsiteY2007" fmla="*/ 202805 h 1410230"/>
                <a:gd name="connsiteX2008" fmla="*/ 852969 w 1087064"/>
                <a:gd name="connsiteY2008" fmla="*/ 201462 h 1410230"/>
                <a:gd name="connsiteX2009" fmla="*/ 851623 w 1087064"/>
                <a:gd name="connsiteY2009" fmla="*/ 201462 h 1410230"/>
                <a:gd name="connsiteX2010" fmla="*/ 850278 w 1087064"/>
                <a:gd name="connsiteY2010" fmla="*/ 205491 h 1410230"/>
                <a:gd name="connsiteX2011" fmla="*/ 850278 w 1087064"/>
                <a:gd name="connsiteY2011" fmla="*/ 208177 h 1410230"/>
                <a:gd name="connsiteX2012" fmla="*/ 848933 w 1087064"/>
                <a:gd name="connsiteY2012" fmla="*/ 212206 h 1410230"/>
                <a:gd name="connsiteX2013" fmla="*/ 848933 w 1087064"/>
                <a:gd name="connsiteY2013" fmla="*/ 214892 h 1410230"/>
                <a:gd name="connsiteX2014" fmla="*/ 850278 w 1087064"/>
                <a:gd name="connsiteY2014" fmla="*/ 216235 h 1410230"/>
                <a:gd name="connsiteX2015" fmla="*/ 855660 w 1087064"/>
                <a:gd name="connsiteY2015" fmla="*/ 213549 h 1410230"/>
                <a:gd name="connsiteX2016" fmla="*/ 862387 w 1087064"/>
                <a:gd name="connsiteY2016" fmla="*/ 212206 h 1410230"/>
                <a:gd name="connsiteX2017" fmla="*/ 867768 w 1087064"/>
                <a:gd name="connsiteY2017" fmla="*/ 209520 h 1410230"/>
                <a:gd name="connsiteX2018" fmla="*/ 877186 w 1087064"/>
                <a:gd name="connsiteY2018" fmla="*/ 209520 h 1410230"/>
                <a:gd name="connsiteX2019" fmla="*/ 885258 w 1087064"/>
                <a:gd name="connsiteY2019" fmla="*/ 212206 h 1410230"/>
                <a:gd name="connsiteX2020" fmla="*/ 887949 w 1087064"/>
                <a:gd name="connsiteY2020" fmla="*/ 212206 h 1410230"/>
                <a:gd name="connsiteX2021" fmla="*/ 891985 w 1087064"/>
                <a:gd name="connsiteY2021" fmla="*/ 214892 h 1410230"/>
                <a:gd name="connsiteX2022" fmla="*/ 893330 w 1087064"/>
                <a:gd name="connsiteY2022" fmla="*/ 213549 h 1410230"/>
                <a:gd name="connsiteX2023" fmla="*/ 894675 w 1087064"/>
                <a:gd name="connsiteY2023" fmla="*/ 210863 h 1410230"/>
                <a:gd name="connsiteX2024" fmla="*/ 896021 w 1087064"/>
                <a:gd name="connsiteY2024" fmla="*/ 210863 h 1410230"/>
                <a:gd name="connsiteX2025" fmla="*/ 898711 w 1087064"/>
                <a:gd name="connsiteY2025" fmla="*/ 212206 h 1410230"/>
                <a:gd name="connsiteX2026" fmla="*/ 901402 w 1087064"/>
                <a:gd name="connsiteY2026" fmla="*/ 214892 h 1410230"/>
                <a:gd name="connsiteX2027" fmla="*/ 905438 w 1087064"/>
                <a:gd name="connsiteY2027" fmla="*/ 209520 h 1410230"/>
                <a:gd name="connsiteX2028" fmla="*/ 906784 w 1087064"/>
                <a:gd name="connsiteY2028" fmla="*/ 202805 h 1410230"/>
                <a:gd name="connsiteX2029" fmla="*/ 906784 w 1087064"/>
                <a:gd name="connsiteY2029" fmla="*/ 196089 h 1410230"/>
                <a:gd name="connsiteX2030" fmla="*/ 908129 w 1087064"/>
                <a:gd name="connsiteY2030" fmla="*/ 193403 h 1410230"/>
                <a:gd name="connsiteX2031" fmla="*/ 906784 w 1087064"/>
                <a:gd name="connsiteY2031" fmla="*/ 190717 h 1410230"/>
                <a:gd name="connsiteX2032" fmla="*/ 906784 w 1087064"/>
                <a:gd name="connsiteY2032" fmla="*/ 186688 h 1410230"/>
                <a:gd name="connsiteX2033" fmla="*/ 910820 w 1087064"/>
                <a:gd name="connsiteY2033" fmla="*/ 184002 h 1410230"/>
                <a:gd name="connsiteX2034" fmla="*/ 916202 w 1087064"/>
                <a:gd name="connsiteY2034" fmla="*/ 184002 h 1410230"/>
                <a:gd name="connsiteX2035" fmla="*/ 921583 w 1087064"/>
                <a:gd name="connsiteY2035" fmla="*/ 185345 h 1410230"/>
                <a:gd name="connsiteX2036" fmla="*/ 928310 w 1087064"/>
                <a:gd name="connsiteY2036" fmla="*/ 185345 h 1410230"/>
                <a:gd name="connsiteX2037" fmla="*/ 933691 w 1087064"/>
                <a:gd name="connsiteY2037" fmla="*/ 184002 h 1410230"/>
                <a:gd name="connsiteX2038" fmla="*/ 937728 w 1087064"/>
                <a:gd name="connsiteY2038" fmla="*/ 185345 h 1410230"/>
                <a:gd name="connsiteX2039" fmla="*/ 939073 w 1087064"/>
                <a:gd name="connsiteY2039" fmla="*/ 190717 h 1410230"/>
                <a:gd name="connsiteX2040" fmla="*/ 939073 w 1087064"/>
                <a:gd name="connsiteY2040" fmla="*/ 198775 h 1410230"/>
                <a:gd name="connsiteX2041" fmla="*/ 939073 w 1087064"/>
                <a:gd name="connsiteY2041" fmla="*/ 205491 h 1410230"/>
                <a:gd name="connsiteX2042" fmla="*/ 935037 w 1087064"/>
                <a:gd name="connsiteY2042" fmla="*/ 210863 h 1410230"/>
                <a:gd name="connsiteX2043" fmla="*/ 931001 w 1087064"/>
                <a:gd name="connsiteY2043" fmla="*/ 218922 h 1410230"/>
                <a:gd name="connsiteX2044" fmla="*/ 929655 w 1087064"/>
                <a:gd name="connsiteY2044" fmla="*/ 225637 h 1410230"/>
                <a:gd name="connsiteX2045" fmla="*/ 926964 w 1087064"/>
                <a:gd name="connsiteY2045" fmla="*/ 229666 h 1410230"/>
                <a:gd name="connsiteX2046" fmla="*/ 912165 w 1087064"/>
                <a:gd name="connsiteY2046" fmla="*/ 243097 h 1410230"/>
                <a:gd name="connsiteX2047" fmla="*/ 909475 w 1087064"/>
                <a:gd name="connsiteY2047" fmla="*/ 243097 h 1410230"/>
                <a:gd name="connsiteX2048" fmla="*/ 908129 w 1087064"/>
                <a:gd name="connsiteY2048" fmla="*/ 241754 h 1410230"/>
                <a:gd name="connsiteX2049" fmla="*/ 904093 w 1087064"/>
                <a:gd name="connsiteY2049" fmla="*/ 243097 h 1410230"/>
                <a:gd name="connsiteX2050" fmla="*/ 901402 w 1087064"/>
                <a:gd name="connsiteY2050" fmla="*/ 247126 h 1410230"/>
                <a:gd name="connsiteX2051" fmla="*/ 898711 w 1087064"/>
                <a:gd name="connsiteY2051" fmla="*/ 245783 h 1410230"/>
                <a:gd name="connsiteX2052" fmla="*/ 897366 w 1087064"/>
                <a:gd name="connsiteY2052" fmla="*/ 245783 h 1410230"/>
                <a:gd name="connsiteX2053" fmla="*/ 893330 w 1087064"/>
                <a:gd name="connsiteY2053" fmla="*/ 251155 h 1410230"/>
                <a:gd name="connsiteX2054" fmla="*/ 893330 w 1087064"/>
                <a:gd name="connsiteY2054" fmla="*/ 255185 h 1410230"/>
                <a:gd name="connsiteX2055" fmla="*/ 889294 w 1087064"/>
                <a:gd name="connsiteY2055" fmla="*/ 257871 h 1410230"/>
                <a:gd name="connsiteX2056" fmla="*/ 886603 w 1087064"/>
                <a:gd name="connsiteY2056" fmla="*/ 261900 h 1410230"/>
                <a:gd name="connsiteX2057" fmla="*/ 883913 w 1087064"/>
                <a:gd name="connsiteY2057" fmla="*/ 260557 h 1410230"/>
                <a:gd name="connsiteX2058" fmla="*/ 882567 w 1087064"/>
                <a:gd name="connsiteY2058" fmla="*/ 259214 h 1410230"/>
                <a:gd name="connsiteX2059" fmla="*/ 881222 w 1087064"/>
                <a:gd name="connsiteY2059" fmla="*/ 261900 h 1410230"/>
                <a:gd name="connsiteX2060" fmla="*/ 881222 w 1087064"/>
                <a:gd name="connsiteY2060" fmla="*/ 264586 h 1410230"/>
                <a:gd name="connsiteX2061" fmla="*/ 879876 w 1087064"/>
                <a:gd name="connsiteY2061" fmla="*/ 268615 h 1410230"/>
                <a:gd name="connsiteX2062" fmla="*/ 875840 w 1087064"/>
                <a:gd name="connsiteY2062" fmla="*/ 275331 h 1410230"/>
                <a:gd name="connsiteX2063" fmla="*/ 871804 w 1087064"/>
                <a:gd name="connsiteY2063" fmla="*/ 278017 h 1410230"/>
                <a:gd name="connsiteX2064" fmla="*/ 870459 w 1087064"/>
                <a:gd name="connsiteY2064" fmla="*/ 280703 h 1410230"/>
                <a:gd name="connsiteX2065" fmla="*/ 863732 w 1087064"/>
                <a:gd name="connsiteY2065" fmla="*/ 287418 h 1410230"/>
                <a:gd name="connsiteX2066" fmla="*/ 858350 w 1087064"/>
                <a:gd name="connsiteY2066" fmla="*/ 291448 h 1410230"/>
                <a:gd name="connsiteX2067" fmla="*/ 854314 w 1087064"/>
                <a:gd name="connsiteY2067" fmla="*/ 292791 h 1410230"/>
                <a:gd name="connsiteX2068" fmla="*/ 847587 w 1087064"/>
                <a:gd name="connsiteY2068" fmla="*/ 298163 h 1410230"/>
                <a:gd name="connsiteX2069" fmla="*/ 846242 w 1087064"/>
                <a:gd name="connsiteY2069" fmla="*/ 300849 h 1410230"/>
                <a:gd name="connsiteX2070" fmla="*/ 842206 w 1087064"/>
                <a:gd name="connsiteY2070" fmla="*/ 300849 h 1410230"/>
                <a:gd name="connsiteX2071" fmla="*/ 842206 w 1087064"/>
                <a:gd name="connsiteY2071" fmla="*/ 304878 h 1410230"/>
                <a:gd name="connsiteX2072" fmla="*/ 842206 w 1087064"/>
                <a:gd name="connsiteY2072" fmla="*/ 308908 h 1410230"/>
                <a:gd name="connsiteX2073" fmla="*/ 839515 w 1087064"/>
                <a:gd name="connsiteY2073" fmla="*/ 314280 h 1410230"/>
                <a:gd name="connsiteX2074" fmla="*/ 840860 w 1087064"/>
                <a:gd name="connsiteY2074" fmla="*/ 316966 h 1410230"/>
                <a:gd name="connsiteX2075" fmla="*/ 842206 w 1087064"/>
                <a:gd name="connsiteY2075" fmla="*/ 314280 h 1410230"/>
                <a:gd name="connsiteX2076" fmla="*/ 843551 w 1087064"/>
                <a:gd name="connsiteY2076" fmla="*/ 310251 h 1410230"/>
                <a:gd name="connsiteX2077" fmla="*/ 848933 w 1087064"/>
                <a:gd name="connsiteY2077" fmla="*/ 304878 h 1410230"/>
                <a:gd name="connsiteX2078" fmla="*/ 852969 w 1087064"/>
                <a:gd name="connsiteY2078" fmla="*/ 299506 h 1410230"/>
                <a:gd name="connsiteX2079" fmla="*/ 858350 w 1087064"/>
                <a:gd name="connsiteY2079" fmla="*/ 296820 h 1410230"/>
                <a:gd name="connsiteX2080" fmla="*/ 859696 w 1087064"/>
                <a:gd name="connsiteY2080" fmla="*/ 296820 h 1410230"/>
                <a:gd name="connsiteX2081" fmla="*/ 861041 w 1087064"/>
                <a:gd name="connsiteY2081" fmla="*/ 299506 h 1410230"/>
                <a:gd name="connsiteX2082" fmla="*/ 865077 w 1087064"/>
                <a:gd name="connsiteY2082" fmla="*/ 294134 h 1410230"/>
                <a:gd name="connsiteX2083" fmla="*/ 874495 w 1087064"/>
                <a:gd name="connsiteY2083" fmla="*/ 287418 h 1410230"/>
                <a:gd name="connsiteX2084" fmla="*/ 877186 w 1087064"/>
                <a:gd name="connsiteY2084" fmla="*/ 286075 h 1410230"/>
                <a:gd name="connsiteX2085" fmla="*/ 878531 w 1087064"/>
                <a:gd name="connsiteY2085" fmla="*/ 282046 h 1410230"/>
                <a:gd name="connsiteX2086" fmla="*/ 886603 w 1087064"/>
                <a:gd name="connsiteY2086" fmla="*/ 275331 h 1410230"/>
                <a:gd name="connsiteX2087" fmla="*/ 891985 w 1087064"/>
                <a:gd name="connsiteY2087" fmla="*/ 268615 h 1410230"/>
                <a:gd name="connsiteX2088" fmla="*/ 896021 w 1087064"/>
                <a:gd name="connsiteY2088" fmla="*/ 267272 h 1410230"/>
                <a:gd name="connsiteX2089" fmla="*/ 898711 w 1087064"/>
                <a:gd name="connsiteY2089" fmla="*/ 267272 h 1410230"/>
                <a:gd name="connsiteX2090" fmla="*/ 904093 w 1087064"/>
                <a:gd name="connsiteY2090" fmla="*/ 267272 h 1410230"/>
                <a:gd name="connsiteX2091" fmla="*/ 906784 w 1087064"/>
                <a:gd name="connsiteY2091" fmla="*/ 264586 h 1410230"/>
                <a:gd name="connsiteX2092" fmla="*/ 906784 w 1087064"/>
                <a:gd name="connsiteY2092" fmla="*/ 261900 h 1410230"/>
                <a:gd name="connsiteX2093" fmla="*/ 912165 w 1087064"/>
                <a:gd name="connsiteY2093" fmla="*/ 261900 h 1410230"/>
                <a:gd name="connsiteX2094" fmla="*/ 918892 w 1087064"/>
                <a:gd name="connsiteY2094" fmla="*/ 261900 h 1410230"/>
                <a:gd name="connsiteX2095" fmla="*/ 925619 w 1087064"/>
                <a:gd name="connsiteY2095" fmla="*/ 257871 h 1410230"/>
                <a:gd name="connsiteX2096" fmla="*/ 929655 w 1087064"/>
                <a:gd name="connsiteY2096" fmla="*/ 253842 h 1410230"/>
                <a:gd name="connsiteX2097" fmla="*/ 933691 w 1087064"/>
                <a:gd name="connsiteY2097" fmla="*/ 253842 h 1410230"/>
                <a:gd name="connsiteX2098" fmla="*/ 937728 w 1087064"/>
                <a:gd name="connsiteY2098" fmla="*/ 251155 h 1410230"/>
                <a:gd name="connsiteX2099" fmla="*/ 940418 w 1087064"/>
                <a:gd name="connsiteY2099" fmla="*/ 248469 h 1410230"/>
                <a:gd name="connsiteX2100" fmla="*/ 944455 w 1087064"/>
                <a:gd name="connsiteY2100" fmla="*/ 248469 h 1410230"/>
                <a:gd name="connsiteX2101" fmla="*/ 948491 w 1087064"/>
                <a:gd name="connsiteY2101" fmla="*/ 244440 h 1410230"/>
                <a:gd name="connsiteX2102" fmla="*/ 955217 w 1087064"/>
                <a:gd name="connsiteY2102" fmla="*/ 237725 h 1410230"/>
                <a:gd name="connsiteX2103" fmla="*/ 956563 w 1087064"/>
                <a:gd name="connsiteY2103" fmla="*/ 232352 h 1410230"/>
                <a:gd name="connsiteX2104" fmla="*/ 956563 w 1087064"/>
                <a:gd name="connsiteY2104" fmla="*/ 229666 h 1410230"/>
                <a:gd name="connsiteX2105" fmla="*/ 959253 w 1087064"/>
                <a:gd name="connsiteY2105" fmla="*/ 226980 h 1410230"/>
                <a:gd name="connsiteX2106" fmla="*/ 960599 w 1087064"/>
                <a:gd name="connsiteY2106" fmla="*/ 224294 h 1410230"/>
                <a:gd name="connsiteX2107" fmla="*/ 963290 w 1087064"/>
                <a:gd name="connsiteY2107" fmla="*/ 222951 h 1410230"/>
                <a:gd name="connsiteX2108" fmla="*/ 964635 w 1087064"/>
                <a:gd name="connsiteY2108" fmla="*/ 228323 h 1410230"/>
                <a:gd name="connsiteX2109" fmla="*/ 965980 w 1087064"/>
                <a:gd name="connsiteY2109" fmla="*/ 232352 h 1410230"/>
                <a:gd name="connsiteX2110" fmla="*/ 965980 w 1087064"/>
                <a:gd name="connsiteY2110" fmla="*/ 236382 h 1410230"/>
                <a:gd name="connsiteX2111" fmla="*/ 964635 w 1087064"/>
                <a:gd name="connsiteY2111" fmla="*/ 240411 h 1410230"/>
                <a:gd name="connsiteX2112" fmla="*/ 965980 w 1087064"/>
                <a:gd name="connsiteY2112" fmla="*/ 243097 h 1410230"/>
                <a:gd name="connsiteX2113" fmla="*/ 967326 w 1087064"/>
                <a:gd name="connsiteY2113" fmla="*/ 248469 h 1410230"/>
                <a:gd name="connsiteX2114" fmla="*/ 965980 w 1087064"/>
                <a:gd name="connsiteY2114" fmla="*/ 251155 h 1410230"/>
                <a:gd name="connsiteX2115" fmla="*/ 965980 w 1087064"/>
                <a:gd name="connsiteY2115" fmla="*/ 253842 h 1410230"/>
                <a:gd name="connsiteX2116" fmla="*/ 967326 w 1087064"/>
                <a:gd name="connsiteY2116" fmla="*/ 251155 h 1410230"/>
                <a:gd name="connsiteX2117" fmla="*/ 968671 w 1087064"/>
                <a:gd name="connsiteY2117" fmla="*/ 247126 h 1410230"/>
                <a:gd name="connsiteX2118" fmla="*/ 970017 w 1087064"/>
                <a:gd name="connsiteY2118" fmla="*/ 243097 h 1410230"/>
                <a:gd name="connsiteX2119" fmla="*/ 968671 w 1087064"/>
                <a:gd name="connsiteY2119" fmla="*/ 241754 h 1410230"/>
                <a:gd name="connsiteX2120" fmla="*/ 968671 w 1087064"/>
                <a:gd name="connsiteY2120" fmla="*/ 237725 h 1410230"/>
                <a:gd name="connsiteX2121" fmla="*/ 970017 w 1087064"/>
                <a:gd name="connsiteY2121" fmla="*/ 235038 h 1410230"/>
                <a:gd name="connsiteX2122" fmla="*/ 971362 w 1087064"/>
                <a:gd name="connsiteY2122" fmla="*/ 236382 h 1410230"/>
                <a:gd name="connsiteX2123" fmla="*/ 971362 w 1087064"/>
                <a:gd name="connsiteY2123" fmla="*/ 240411 h 1410230"/>
                <a:gd name="connsiteX2124" fmla="*/ 974053 w 1087064"/>
                <a:gd name="connsiteY2124" fmla="*/ 243097 h 1410230"/>
                <a:gd name="connsiteX2125" fmla="*/ 978089 w 1087064"/>
                <a:gd name="connsiteY2125" fmla="*/ 243097 h 1410230"/>
                <a:gd name="connsiteX2126" fmla="*/ 983470 w 1087064"/>
                <a:gd name="connsiteY2126" fmla="*/ 240411 h 1410230"/>
                <a:gd name="connsiteX2127" fmla="*/ 984816 w 1087064"/>
                <a:gd name="connsiteY2127" fmla="*/ 237725 h 1410230"/>
                <a:gd name="connsiteX2128" fmla="*/ 983470 w 1087064"/>
                <a:gd name="connsiteY2128" fmla="*/ 235038 h 1410230"/>
                <a:gd name="connsiteX2129" fmla="*/ 983470 w 1087064"/>
                <a:gd name="connsiteY2129" fmla="*/ 232352 h 1410230"/>
                <a:gd name="connsiteX2130" fmla="*/ 986161 w 1087064"/>
                <a:gd name="connsiteY2130" fmla="*/ 232352 h 1410230"/>
                <a:gd name="connsiteX2131" fmla="*/ 987506 w 1087064"/>
                <a:gd name="connsiteY2131" fmla="*/ 229666 h 1410230"/>
                <a:gd name="connsiteX2132" fmla="*/ 987506 w 1087064"/>
                <a:gd name="connsiteY2132" fmla="*/ 224294 h 1410230"/>
                <a:gd name="connsiteX2133" fmla="*/ 986161 w 1087064"/>
                <a:gd name="connsiteY2133" fmla="*/ 220265 h 1410230"/>
                <a:gd name="connsiteX2134" fmla="*/ 987506 w 1087064"/>
                <a:gd name="connsiteY2134" fmla="*/ 217578 h 1410230"/>
                <a:gd name="connsiteX2135" fmla="*/ 990197 w 1087064"/>
                <a:gd name="connsiteY2135" fmla="*/ 216235 h 1410230"/>
                <a:gd name="connsiteX2136" fmla="*/ 991543 w 1087064"/>
                <a:gd name="connsiteY2136" fmla="*/ 218922 h 1410230"/>
                <a:gd name="connsiteX2137" fmla="*/ 996924 w 1087064"/>
                <a:gd name="connsiteY2137" fmla="*/ 221608 h 1410230"/>
                <a:gd name="connsiteX2138" fmla="*/ 1002306 w 1087064"/>
                <a:gd name="connsiteY2138" fmla="*/ 218922 h 1410230"/>
                <a:gd name="connsiteX2139" fmla="*/ 1004997 w 1087064"/>
                <a:gd name="connsiteY2139" fmla="*/ 216235 h 1410230"/>
                <a:gd name="connsiteX2140" fmla="*/ 1011723 w 1087064"/>
                <a:gd name="connsiteY2140" fmla="*/ 213549 h 1410230"/>
                <a:gd name="connsiteX2141" fmla="*/ 1018450 w 1087064"/>
                <a:gd name="connsiteY2141" fmla="*/ 213549 h 1410230"/>
                <a:gd name="connsiteX2142" fmla="*/ 1021141 w 1087064"/>
                <a:gd name="connsiteY2142" fmla="*/ 212206 h 1410230"/>
                <a:gd name="connsiteX2143" fmla="*/ 1027868 w 1087064"/>
                <a:gd name="connsiteY2143" fmla="*/ 213549 h 1410230"/>
                <a:gd name="connsiteX2144" fmla="*/ 1034595 w 1087064"/>
                <a:gd name="connsiteY2144" fmla="*/ 216235 h 1410230"/>
                <a:gd name="connsiteX2145" fmla="*/ 1041321 w 1087064"/>
                <a:gd name="connsiteY2145" fmla="*/ 218922 h 1410230"/>
                <a:gd name="connsiteX2146" fmla="*/ 1046703 w 1087064"/>
                <a:gd name="connsiteY2146" fmla="*/ 218922 h 1410230"/>
                <a:gd name="connsiteX2147" fmla="*/ 1050739 w 1087064"/>
                <a:gd name="connsiteY2147" fmla="*/ 221608 h 1410230"/>
                <a:gd name="connsiteX2148" fmla="*/ 1053430 w 1087064"/>
                <a:gd name="connsiteY2148" fmla="*/ 224294 h 1410230"/>
                <a:gd name="connsiteX2149" fmla="*/ 1056121 w 1087064"/>
                <a:gd name="connsiteY2149" fmla="*/ 224294 h 1410230"/>
                <a:gd name="connsiteX2150" fmla="*/ 1069574 w 1087064"/>
                <a:gd name="connsiteY2150" fmla="*/ 222951 h 1410230"/>
                <a:gd name="connsiteX2151" fmla="*/ 1070920 w 1087064"/>
                <a:gd name="connsiteY2151" fmla="*/ 226980 h 1410230"/>
                <a:gd name="connsiteX2152" fmla="*/ 1070920 w 1087064"/>
                <a:gd name="connsiteY2152" fmla="*/ 229666 h 1410230"/>
                <a:gd name="connsiteX2153" fmla="*/ 1078992 w 1087064"/>
                <a:gd name="connsiteY2153" fmla="*/ 236382 h 1410230"/>
                <a:gd name="connsiteX2154" fmla="*/ 1080337 w 1087064"/>
                <a:gd name="connsiteY2154" fmla="*/ 239068 h 1410230"/>
                <a:gd name="connsiteX2155" fmla="*/ 1084374 w 1087064"/>
                <a:gd name="connsiteY2155" fmla="*/ 243097 h 1410230"/>
                <a:gd name="connsiteX2156" fmla="*/ 1087064 w 1087064"/>
                <a:gd name="connsiteY2156" fmla="*/ 249812 h 1410230"/>
                <a:gd name="connsiteX2157" fmla="*/ 1087064 w 1087064"/>
                <a:gd name="connsiteY2157" fmla="*/ 255185 h 1410230"/>
                <a:gd name="connsiteX2158" fmla="*/ 1085719 w 1087064"/>
                <a:gd name="connsiteY2158" fmla="*/ 257871 h 1410230"/>
                <a:gd name="connsiteX2159" fmla="*/ 1080337 w 1087064"/>
                <a:gd name="connsiteY2159" fmla="*/ 259214 h 1410230"/>
                <a:gd name="connsiteX2160" fmla="*/ 1076301 w 1087064"/>
                <a:gd name="connsiteY2160" fmla="*/ 261900 h 1410230"/>
                <a:gd name="connsiteX2161" fmla="*/ 1074956 w 1087064"/>
                <a:gd name="connsiteY2161" fmla="*/ 264586 h 1410230"/>
                <a:gd name="connsiteX2162" fmla="*/ 1072265 w 1087064"/>
                <a:gd name="connsiteY2162" fmla="*/ 265929 h 1410230"/>
                <a:gd name="connsiteX2163" fmla="*/ 1068229 w 1087064"/>
                <a:gd name="connsiteY2163" fmla="*/ 268615 h 1410230"/>
                <a:gd name="connsiteX2164" fmla="*/ 1062848 w 1087064"/>
                <a:gd name="connsiteY2164" fmla="*/ 275331 h 1410230"/>
                <a:gd name="connsiteX2165" fmla="*/ 1060157 w 1087064"/>
                <a:gd name="connsiteY2165" fmla="*/ 279360 h 1410230"/>
                <a:gd name="connsiteX2166" fmla="*/ 1058812 w 1087064"/>
                <a:gd name="connsiteY2166" fmla="*/ 280703 h 1410230"/>
                <a:gd name="connsiteX2167" fmla="*/ 1054775 w 1087064"/>
                <a:gd name="connsiteY2167" fmla="*/ 279360 h 1410230"/>
                <a:gd name="connsiteX2168" fmla="*/ 1048048 w 1087064"/>
                <a:gd name="connsiteY2168" fmla="*/ 275331 h 1410230"/>
                <a:gd name="connsiteX2169" fmla="*/ 1042667 w 1087064"/>
                <a:gd name="connsiteY2169" fmla="*/ 275331 h 1410230"/>
                <a:gd name="connsiteX2170" fmla="*/ 1038631 w 1087064"/>
                <a:gd name="connsiteY2170" fmla="*/ 278017 h 1410230"/>
                <a:gd name="connsiteX2171" fmla="*/ 1035940 w 1087064"/>
                <a:gd name="connsiteY2171" fmla="*/ 282046 h 1410230"/>
                <a:gd name="connsiteX2172" fmla="*/ 1035940 w 1087064"/>
                <a:gd name="connsiteY2172" fmla="*/ 284732 h 1410230"/>
                <a:gd name="connsiteX2173" fmla="*/ 1037285 w 1087064"/>
                <a:gd name="connsiteY2173" fmla="*/ 286075 h 1410230"/>
                <a:gd name="connsiteX2174" fmla="*/ 1037285 w 1087064"/>
                <a:gd name="connsiteY2174" fmla="*/ 288762 h 1410230"/>
                <a:gd name="connsiteX2175" fmla="*/ 1039976 w 1087064"/>
                <a:gd name="connsiteY2175" fmla="*/ 292791 h 1410230"/>
                <a:gd name="connsiteX2176" fmla="*/ 1041321 w 1087064"/>
                <a:gd name="connsiteY2176" fmla="*/ 294134 h 1410230"/>
                <a:gd name="connsiteX2177" fmla="*/ 1041321 w 1087064"/>
                <a:gd name="connsiteY2177" fmla="*/ 296820 h 1410230"/>
                <a:gd name="connsiteX2178" fmla="*/ 1039976 w 1087064"/>
                <a:gd name="connsiteY2178" fmla="*/ 299506 h 1410230"/>
                <a:gd name="connsiteX2179" fmla="*/ 1035940 w 1087064"/>
                <a:gd name="connsiteY2179" fmla="*/ 299506 h 1410230"/>
                <a:gd name="connsiteX2180" fmla="*/ 1033249 w 1087064"/>
                <a:gd name="connsiteY2180" fmla="*/ 299506 h 1410230"/>
                <a:gd name="connsiteX2181" fmla="*/ 1025177 w 1087064"/>
                <a:gd name="connsiteY2181" fmla="*/ 303535 h 1410230"/>
                <a:gd name="connsiteX2182" fmla="*/ 1019795 w 1087064"/>
                <a:gd name="connsiteY2182" fmla="*/ 307565 h 1410230"/>
                <a:gd name="connsiteX2183" fmla="*/ 1015759 w 1087064"/>
                <a:gd name="connsiteY2183" fmla="*/ 307565 h 1410230"/>
                <a:gd name="connsiteX2184" fmla="*/ 1011723 w 1087064"/>
                <a:gd name="connsiteY2184" fmla="*/ 307565 h 1410230"/>
                <a:gd name="connsiteX2185" fmla="*/ 1009032 w 1087064"/>
                <a:gd name="connsiteY2185" fmla="*/ 304878 h 1410230"/>
                <a:gd name="connsiteX2186" fmla="*/ 1004997 w 1087064"/>
                <a:gd name="connsiteY2186" fmla="*/ 303535 h 1410230"/>
                <a:gd name="connsiteX2187" fmla="*/ 1000960 w 1087064"/>
                <a:gd name="connsiteY2187" fmla="*/ 303535 h 1410230"/>
                <a:gd name="connsiteX2188" fmla="*/ 999615 w 1087064"/>
                <a:gd name="connsiteY2188" fmla="*/ 302192 h 1410230"/>
                <a:gd name="connsiteX2189" fmla="*/ 996924 w 1087064"/>
                <a:gd name="connsiteY2189" fmla="*/ 302192 h 1410230"/>
                <a:gd name="connsiteX2190" fmla="*/ 996924 w 1087064"/>
                <a:gd name="connsiteY2190" fmla="*/ 300849 h 1410230"/>
                <a:gd name="connsiteX2191" fmla="*/ 994233 w 1087064"/>
                <a:gd name="connsiteY2191" fmla="*/ 300849 h 1410230"/>
                <a:gd name="connsiteX2192" fmla="*/ 992888 w 1087064"/>
                <a:gd name="connsiteY2192" fmla="*/ 302192 h 1410230"/>
                <a:gd name="connsiteX2193" fmla="*/ 991543 w 1087064"/>
                <a:gd name="connsiteY2193" fmla="*/ 304878 h 1410230"/>
                <a:gd name="connsiteX2194" fmla="*/ 990197 w 1087064"/>
                <a:gd name="connsiteY2194" fmla="*/ 304878 h 1410230"/>
                <a:gd name="connsiteX2195" fmla="*/ 987506 w 1087064"/>
                <a:gd name="connsiteY2195" fmla="*/ 304878 h 1410230"/>
                <a:gd name="connsiteX2196" fmla="*/ 986161 w 1087064"/>
                <a:gd name="connsiteY2196" fmla="*/ 306222 h 1410230"/>
                <a:gd name="connsiteX2197" fmla="*/ 983470 w 1087064"/>
                <a:gd name="connsiteY2197" fmla="*/ 308908 h 1410230"/>
                <a:gd name="connsiteX2198" fmla="*/ 980779 w 1087064"/>
                <a:gd name="connsiteY2198" fmla="*/ 308908 h 1410230"/>
                <a:gd name="connsiteX2199" fmla="*/ 978089 w 1087064"/>
                <a:gd name="connsiteY2199" fmla="*/ 308908 h 1410230"/>
                <a:gd name="connsiteX2200" fmla="*/ 975398 w 1087064"/>
                <a:gd name="connsiteY2200" fmla="*/ 311594 h 1410230"/>
                <a:gd name="connsiteX2201" fmla="*/ 972707 w 1087064"/>
                <a:gd name="connsiteY2201" fmla="*/ 312937 h 1410230"/>
                <a:gd name="connsiteX2202" fmla="*/ 968671 w 1087064"/>
                <a:gd name="connsiteY2202" fmla="*/ 311594 h 1410230"/>
                <a:gd name="connsiteX2203" fmla="*/ 964635 w 1087064"/>
                <a:gd name="connsiteY2203" fmla="*/ 310251 h 1410230"/>
                <a:gd name="connsiteX2204" fmla="*/ 959253 w 1087064"/>
                <a:gd name="connsiteY2204" fmla="*/ 311594 h 1410230"/>
                <a:gd name="connsiteX2205" fmla="*/ 955217 w 1087064"/>
                <a:gd name="connsiteY2205" fmla="*/ 314280 h 1410230"/>
                <a:gd name="connsiteX2206" fmla="*/ 951181 w 1087064"/>
                <a:gd name="connsiteY2206" fmla="*/ 312937 h 1410230"/>
                <a:gd name="connsiteX2207" fmla="*/ 947145 w 1087064"/>
                <a:gd name="connsiteY2207" fmla="*/ 312937 h 1410230"/>
                <a:gd name="connsiteX2208" fmla="*/ 951181 w 1087064"/>
                <a:gd name="connsiteY2208" fmla="*/ 314280 h 1410230"/>
                <a:gd name="connsiteX2209" fmla="*/ 955217 w 1087064"/>
                <a:gd name="connsiteY2209" fmla="*/ 314280 h 1410230"/>
                <a:gd name="connsiteX2210" fmla="*/ 965980 w 1087064"/>
                <a:gd name="connsiteY2210" fmla="*/ 314280 h 1410230"/>
                <a:gd name="connsiteX2211" fmla="*/ 968671 w 1087064"/>
                <a:gd name="connsiteY2211" fmla="*/ 312937 h 1410230"/>
                <a:gd name="connsiteX2212" fmla="*/ 972707 w 1087064"/>
                <a:gd name="connsiteY2212" fmla="*/ 312937 h 1410230"/>
                <a:gd name="connsiteX2213" fmla="*/ 976744 w 1087064"/>
                <a:gd name="connsiteY2213" fmla="*/ 315623 h 1410230"/>
                <a:gd name="connsiteX2214" fmla="*/ 982125 w 1087064"/>
                <a:gd name="connsiteY2214" fmla="*/ 316966 h 1410230"/>
                <a:gd name="connsiteX2215" fmla="*/ 992888 w 1087064"/>
                <a:gd name="connsiteY2215" fmla="*/ 316966 h 1410230"/>
                <a:gd name="connsiteX2216" fmla="*/ 996924 w 1087064"/>
                <a:gd name="connsiteY2216" fmla="*/ 319652 h 1410230"/>
                <a:gd name="connsiteX2217" fmla="*/ 998270 w 1087064"/>
                <a:gd name="connsiteY2217" fmla="*/ 319652 h 1410230"/>
                <a:gd name="connsiteX2218" fmla="*/ 1000960 w 1087064"/>
                <a:gd name="connsiteY2218" fmla="*/ 316966 h 1410230"/>
                <a:gd name="connsiteX2219" fmla="*/ 1004997 w 1087064"/>
                <a:gd name="connsiteY2219" fmla="*/ 316966 h 1410230"/>
                <a:gd name="connsiteX2220" fmla="*/ 1007687 w 1087064"/>
                <a:gd name="connsiteY2220" fmla="*/ 318309 h 1410230"/>
                <a:gd name="connsiteX2221" fmla="*/ 1009032 w 1087064"/>
                <a:gd name="connsiteY2221" fmla="*/ 320995 h 1410230"/>
                <a:gd name="connsiteX2222" fmla="*/ 1014414 w 1087064"/>
                <a:gd name="connsiteY2222" fmla="*/ 322339 h 1410230"/>
                <a:gd name="connsiteX2223" fmla="*/ 1017105 w 1087064"/>
                <a:gd name="connsiteY2223" fmla="*/ 325025 h 1410230"/>
                <a:gd name="connsiteX2224" fmla="*/ 1017105 w 1087064"/>
                <a:gd name="connsiteY2224" fmla="*/ 329054 h 1410230"/>
                <a:gd name="connsiteX2225" fmla="*/ 1013068 w 1087064"/>
                <a:gd name="connsiteY2225" fmla="*/ 333083 h 1410230"/>
                <a:gd name="connsiteX2226" fmla="*/ 1009032 w 1087064"/>
                <a:gd name="connsiteY2226" fmla="*/ 333083 h 1410230"/>
                <a:gd name="connsiteX2227" fmla="*/ 1007687 w 1087064"/>
                <a:gd name="connsiteY2227" fmla="*/ 333083 h 1410230"/>
                <a:gd name="connsiteX2228" fmla="*/ 1009032 w 1087064"/>
                <a:gd name="connsiteY2228" fmla="*/ 335769 h 1410230"/>
                <a:gd name="connsiteX2229" fmla="*/ 1009032 w 1087064"/>
                <a:gd name="connsiteY2229" fmla="*/ 339798 h 1410230"/>
                <a:gd name="connsiteX2230" fmla="*/ 1004997 w 1087064"/>
                <a:gd name="connsiteY2230" fmla="*/ 342485 h 1410230"/>
                <a:gd name="connsiteX2231" fmla="*/ 995579 w 1087064"/>
                <a:gd name="connsiteY2231" fmla="*/ 345171 h 1410230"/>
                <a:gd name="connsiteX2232" fmla="*/ 991543 w 1087064"/>
                <a:gd name="connsiteY2232" fmla="*/ 343828 h 1410230"/>
                <a:gd name="connsiteX2233" fmla="*/ 986161 w 1087064"/>
                <a:gd name="connsiteY2233" fmla="*/ 345171 h 1410230"/>
                <a:gd name="connsiteX2234" fmla="*/ 976744 w 1087064"/>
                <a:gd name="connsiteY2234" fmla="*/ 345171 h 1410230"/>
                <a:gd name="connsiteX2235" fmla="*/ 974053 w 1087064"/>
                <a:gd name="connsiteY2235" fmla="*/ 342485 h 1410230"/>
                <a:gd name="connsiteX2236" fmla="*/ 963290 w 1087064"/>
                <a:gd name="connsiteY2236" fmla="*/ 334426 h 1410230"/>
                <a:gd name="connsiteX2237" fmla="*/ 956563 w 1087064"/>
                <a:gd name="connsiteY2237" fmla="*/ 333083 h 1410230"/>
                <a:gd name="connsiteX2238" fmla="*/ 952527 w 1087064"/>
                <a:gd name="connsiteY2238" fmla="*/ 333083 h 1410230"/>
                <a:gd name="connsiteX2239" fmla="*/ 948491 w 1087064"/>
                <a:gd name="connsiteY2239" fmla="*/ 337112 h 1410230"/>
                <a:gd name="connsiteX2240" fmla="*/ 945800 w 1087064"/>
                <a:gd name="connsiteY2240" fmla="*/ 343828 h 1410230"/>
                <a:gd name="connsiteX2241" fmla="*/ 940418 w 1087064"/>
                <a:gd name="connsiteY2241" fmla="*/ 346514 h 1410230"/>
                <a:gd name="connsiteX2242" fmla="*/ 937728 w 1087064"/>
                <a:gd name="connsiteY2242" fmla="*/ 349200 h 1410230"/>
                <a:gd name="connsiteX2243" fmla="*/ 933691 w 1087064"/>
                <a:gd name="connsiteY2243" fmla="*/ 349200 h 1410230"/>
                <a:gd name="connsiteX2244" fmla="*/ 936382 w 1087064"/>
                <a:gd name="connsiteY2244" fmla="*/ 350543 h 1410230"/>
                <a:gd name="connsiteX2245" fmla="*/ 940418 w 1087064"/>
                <a:gd name="connsiteY2245" fmla="*/ 350543 h 1410230"/>
                <a:gd name="connsiteX2246" fmla="*/ 941764 w 1087064"/>
                <a:gd name="connsiteY2246" fmla="*/ 353229 h 1410230"/>
                <a:gd name="connsiteX2247" fmla="*/ 941764 w 1087064"/>
                <a:gd name="connsiteY2247" fmla="*/ 357258 h 1410230"/>
                <a:gd name="connsiteX2248" fmla="*/ 940418 w 1087064"/>
                <a:gd name="connsiteY2248" fmla="*/ 358602 h 1410230"/>
                <a:gd name="connsiteX2249" fmla="*/ 937728 w 1087064"/>
                <a:gd name="connsiteY2249" fmla="*/ 358602 h 1410230"/>
                <a:gd name="connsiteX2250" fmla="*/ 937728 w 1087064"/>
                <a:gd name="connsiteY2250" fmla="*/ 361288 h 1410230"/>
                <a:gd name="connsiteX2251" fmla="*/ 939073 w 1087064"/>
                <a:gd name="connsiteY2251" fmla="*/ 363974 h 1410230"/>
                <a:gd name="connsiteX2252" fmla="*/ 943109 w 1087064"/>
                <a:gd name="connsiteY2252" fmla="*/ 365317 h 1410230"/>
                <a:gd name="connsiteX2253" fmla="*/ 945800 w 1087064"/>
                <a:gd name="connsiteY2253" fmla="*/ 363974 h 1410230"/>
                <a:gd name="connsiteX2254" fmla="*/ 947145 w 1087064"/>
                <a:gd name="connsiteY2254" fmla="*/ 361288 h 1410230"/>
                <a:gd name="connsiteX2255" fmla="*/ 952527 w 1087064"/>
                <a:gd name="connsiteY2255" fmla="*/ 358602 h 1410230"/>
                <a:gd name="connsiteX2256" fmla="*/ 956563 w 1087064"/>
                <a:gd name="connsiteY2256" fmla="*/ 354572 h 1410230"/>
                <a:gd name="connsiteX2257" fmla="*/ 961944 w 1087064"/>
                <a:gd name="connsiteY2257" fmla="*/ 351886 h 1410230"/>
                <a:gd name="connsiteX2258" fmla="*/ 968671 w 1087064"/>
                <a:gd name="connsiteY2258" fmla="*/ 349200 h 1410230"/>
                <a:gd name="connsiteX2259" fmla="*/ 975398 w 1087064"/>
                <a:gd name="connsiteY2259" fmla="*/ 346514 h 1410230"/>
                <a:gd name="connsiteX2260" fmla="*/ 979434 w 1087064"/>
                <a:gd name="connsiteY2260" fmla="*/ 346514 h 1410230"/>
                <a:gd name="connsiteX2261" fmla="*/ 982125 w 1087064"/>
                <a:gd name="connsiteY2261" fmla="*/ 347857 h 1410230"/>
                <a:gd name="connsiteX2262" fmla="*/ 984816 w 1087064"/>
                <a:gd name="connsiteY2262" fmla="*/ 349200 h 1410230"/>
                <a:gd name="connsiteX2263" fmla="*/ 990197 w 1087064"/>
                <a:gd name="connsiteY2263" fmla="*/ 350543 h 1410230"/>
                <a:gd name="connsiteX2264" fmla="*/ 992888 w 1087064"/>
                <a:gd name="connsiteY2264" fmla="*/ 353229 h 1410230"/>
                <a:gd name="connsiteX2265" fmla="*/ 992888 w 1087064"/>
                <a:gd name="connsiteY2265" fmla="*/ 355915 h 1410230"/>
                <a:gd name="connsiteX2266" fmla="*/ 991543 w 1087064"/>
                <a:gd name="connsiteY2266" fmla="*/ 357258 h 1410230"/>
                <a:gd name="connsiteX2267" fmla="*/ 986161 w 1087064"/>
                <a:gd name="connsiteY2267" fmla="*/ 362631 h 1410230"/>
                <a:gd name="connsiteX2268" fmla="*/ 983470 w 1087064"/>
                <a:gd name="connsiteY2268" fmla="*/ 369346 h 1410230"/>
                <a:gd name="connsiteX2269" fmla="*/ 979434 w 1087064"/>
                <a:gd name="connsiteY2269" fmla="*/ 373375 h 1410230"/>
                <a:gd name="connsiteX2270" fmla="*/ 978089 w 1087064"/>
                <a:gd name="connsiteY2270" fmla="*/ 377405 h 1410230"/>
                <a:gd name="connsiteX2271" fmla="*/ 971362 w 1087064"/>
                <a:gd name="connsiteY2271" fmla="*/ 382777 h 1410230"/>
                <a:gd name="connsiteX2272" fmla="*/ 967326 w 1087064"/>
                <a:gd name="connsiteY2272" fmla="*/ 389492 h 1410230"/>
                <a:gd name="connsiteX2273" fmla="*/ 959253 w 1087064"/>
                <a:gd name="connsiteY2273" fmla="*/ 401580 h 1410230"/>
                <a:gd name="connsiteX2274" fmla="*/ 956563 w 1087064"/>
                <a:gd name="connsiteY2274" fmla="*/ 406952 h 1410230"/>
                <a:gd name="connsiteX2275" fmla="*/ 952527 w 1087064"/>
                <a:gd name="connsiteY2275" fmla="*/ 409639 h 1410230"/>
                <a:gd name="connsiteX2276" fmla="*/ 952527 w 1087064"/>
                <a:gd name="connsiteY2276" fmla="*/ 416354 h 1410230"/>
                <a:gd name="connsiteX2277" fmla="*/ 951181 w 1087064"/>
                <a:gd name="connsiteY2277" fmla="*/ 421726 h 1410230"/>
                <a:gd name="connsiteX2278" fmla="*/ 951181 w 1087064"/>
                <a:gd name="connsiteY2278" fmla="*/ 424412 h 1410230"/>
                <a:gd name="connsiteX2279" fmla="*/ 948491 w 1087064"/>
                <a:gd name="connsiteY2279" fmla="*/ 428442 h 1410230"/>
                <a:gd name="connsiteX2280" fmla="*/ 948491 w 1087064"/>
                <a:gd name="connsiteY2280" fmla="*/ 435157 h 1410230"/>
                <a:gd name="connsiteX2281" fmla="*/ 945800 w 1087064"/>
                <a:gd name="connsiteY2281" fmla="*/ 441872 h 1410230"/>
                <a:gd name="connsiteX2282" fmla="*/ 943109 w 1087064"/>
                <a:gd name="connsiteY2282" fmla="*/ 451274 h 1410230"/>
                <a:gd name="connsiteX2283" fmla="*/ 945800 w 1087064"/>
                <a:gd name="connsiteY2283" fmla="*/ 453960 h 1410230"/>
                <a:gd name="connsiteX2284" fmla="*/ 947145 w 1087064"/>
                <a:gd name="connsiteY2284" fmla="*/ 459332 h 1410230"/>
                <a:gd name="connsiteX2285" fmla="*/ 945800 w 1087064"/>
                <a:gd name="connsiteY2285" fmla="*/ 466048 h 1410230"/>
                <a:gd name="connsiteX2286" fmla="*/ 941764 w 1087064"/>
                <a:gd name="connsiteY2286" fmla="*/ 468734 h 1410230"/>
                <a:gd name="connsiteX2287" fmla="*/ 939073 w 1087064"/>
                <a:gd name="connsiteY2287" fmla="*/ 471420 h 1410230"/>
                <a:gd name="connsiteX2288" fmla="*/ 940418 w 1087064"/>
                <a:gd name="connsiteY2288" fmla="*/ 476792 h 1410230"/>
                <a:gd name="connsiteX2289" fmla="*/ 939073 w 1087064"/>
                <a:gd name="connsiteY2289" fmla="*/ 479478 h 1410230"/>
                <a:gd name="connsiteX2290" fmla="*/ 936382 w 1087064"/>
                <a:gd name="connsiteY2290" fmla="*/ 483508 h 1410230"/>
                <a:gd name="connsiteX2291" fmla="*/ 935037 w 1087064"/>
                <a:gd name="connsiteY2291" fmla="*/ 490223 h 1410230"/>
                <a:gd name="connsiteX2292" fmla="*/ 933691 w 1087064"/>
                <a:gd name="connsiteY2292" fmla="*/ 495595 h 1410230"/>
                <a:gd name="connsiteX2293" fmla="*/ 929655 w 1087064"/>
                <a:gd name="connsiteY2293" fmla="*/ 499625 h 1410230"/>
                <a:gd name="connsiteX2294" fmla="*/ 925619 w 1087064"/>
                <a:gd name="connsiteY2294" fmla="*/ 498282 h 1410230"/>
                <a:gd name="connsiteX2295" fmla="*/ 924274 w 1087064"/>
                <a:gd name="connsiteY2295" fmla="*/ 495595 h 1410230"/>
                <a:gd name="connsiteX2296" fmla="*/ 924274 w 1087064"/>
                <a:gd name="connsiteY2296" fmla="*/ 492909 h 1410230"/>
                <a:gd name="connsiteX2297" fmla="*/ 921583 w 1087064"/>
                <a:gd name="connsiteY2297" fmla="*/ 490223 h 1410230"/>
                <a:gd name="connsiteX2298" fmla="*/ 920238 w 1087064"/>
                <a:gd name="connsiteY2298" fmla="*/ 490223 h 1410230"/>
                <a:gd name="connsiteX2299" fmla="*/ 924274 w 1087064"/>
                <a:gd name="connsiteY2299" fmla="*/ 487537 h 1410230"/>
                <a:gd name="connsiteX2300" fmla="*/ 922928 w 1087064"/>
                <a:gd name="connsiteY2300" fmla="*/ 484851 h 1410230"/>
                <a:gd name="connsiteX2301" fmla="*/ 920238 w 1087064"/>
                <a:gd name="connsiteY2301" fmla="*/ 483508 h 1410230"/>
                <a:gd name="connsiteX2302" fmla="*/ 917547 w 1087064"/>
                <a:gd name="connsiteY2302" fmla="*/ 484851 h 1410230"/>
                <a:gd name="connsiteX2303" fmla="*/ 914856 w 1087064"/>
                <a:gd name="connsiteY2303" fmla="*/ 484851 h 1410230"/>
                <a:gd name="connsiteX2304" fmla="*/ 913511 w 1087064"/>
                <a:gd name="connsiteY2304" fmla="*/ 487537 h 1410230"/>
                <a:gd name="connsiteX2305" fmla="*/ 913511 w 1087064"/>
                <a:gd name="connsiteY2305" fmla="*/ 490223 h 1410230"/>
                <a:gd name="connsiteX2306" fmla="*/ 914856 w 1087064"/>
                <a:gd name="connsiteY2306" fmla="*/ 491566 h 1410230"/>
                <a:gd name="connsiteX2307" fmla="*/ 914856 w 1087064"/>
                <a:gd name="connsiteY2307" fmla="*/ 494252 h 1410230"/>
                <a:gd name="connsiteX2308" fmla="*/ 912165 w 1087064"/>
                <a:gd name="connsiteY2308" fmla="*/ 495595 h 1410230"/>
                <a:gd name="connsiteX2309" fmla="*/ 912165 w 1087064"/>
                <a:gd name="connsiteY2309" fmla="*/ 498282 h 1410230"/>
                <a:gd name="connsiteX2310" fmla="*/ 914856 w 1087064"/>
                <a:gd name="connsiteY2310" fmla="*/ 500968 h 1410230"/>
                <a:gd name="connsiteX2311" fmla="*/ 917547 w 1087064"/>
                <a:gd name="connsiteY2311" fmla="*/ 502311 h 1410230"/>
                <a:gd name="connsiteX2312" fmla="*/ 920238 w 1087064"/>
                <a:gd name="connsiteY2312" fmla="*/ 506340 h 1410230"/>
                <a:gd name="connsiteX2313" fmla="*/ 922928 w 1087064"/>
                <a:gd name="connsiteY2313" fmla="*/ 509026 h 1410230"/>
                <a:gd name="connsiteX2314" fmla="*/ 924274 w 1087064"/>
                <a:gd name="connsiteY2314" fmla="*/ 514398 h 1410230"/>
                <a:gd name="connsiteX2315" fmla="*/ 929655 w 1087064"/>
                <a:gd name="connsiteY2315" fmla="*/ 515742 h 1410230"/>
                <a:gd name="connsiteX2316" fmla="*/ 933691 w 1087064"/>
                <a:gd name="connsiteY2316" fmla="*/ 518428 h 1410230"/>
                <a:gd name="connsiteX2317" fmla="*/ 939073 w 1087064"/>
                <a:gd name="connsiteY2317" fmla="*/ 523800 h 1410230"/>
                <a:gd name="connsiteX2318" fmla="*/ 941764 w 1087064"/>
                <a:gd name="connsiteY2318" fmla="*/ 530515 h 1410230"/>
                <a:gd name="connsiteX2319" fmla="*/ 940418 w 1087064"/>
                <a:gd name="connsiteY2319" fmla="*/ 533202 h 1410230"/>
                <a:gd name="connsiteX2320" fmla="*/ 937728 w 1087064"/>
                <a:gd name="connsiteY2320" fmla="*/ 534545 h 1410230"/>
                <a:gd name="connsiteX2321" fmla="*/ 933691 w 1087064"/>
                <a:gd name="connsiteY2321" fmla="*/ 531858 h 1410230"/>
                <a:gd name="connsiteX2322" fmla="*/ 928310 w 1087064"/>
                <a:gd name="connsiteY2322" fmla="*/ 526486 h 1410230"/>
                <a:gd name="connsiteX2323" fmla="*/ 928310 w 1087064"/>
                <a:gd name="connsiteY2323" fmla="*/ 523800 h 1410230"/>
                <a:gd name="connsiteX2324" fmla="*/ 925619 w 1087064"/>
                <a:gd name="connsiteY2324" fmla="*/ 522457 h 1410230"/>
                <a:gd name="connsiteX2325" fmla="*/ 924274 w 1087064"/>
                <a:gd name="connsiteY2325" fmla="*/ 521114 h 1410230"/>
                <a:gd name="connsiteX2326" fmla="*/ 922928 w 1087064"/>
                <a:gd name="connsiteY2326" fmla="*/ 522457 h 1410230"/>
                <a:gd name="connsiteX2327" fmla="*/ 921583 w 1087064"/>
                <a:gd name="connsiteY2327" fmla="*/ 525143 h 1410230"/>
                <a:gd name="connsiteX2328" fmla="*/ 922928 w 1087064"/>
                <a:gd name="connsiteY2328" fmla="*/ 527829 h 1410230"/>
                <a:gd name="connsiteX2329" fmla="*/ 925619 w 1087064"/>
                <a:gd name="connsiteY2329" fmla="*/ 530515 h 1410230"/>
                <a:gd name="connsiteX2330" fmla="*/ 925619 w 1087064"/>
                <a:gd name="connsiteY2330" fmla="*/ 533202 h 1410230"/>
                <a:gd name="connsiteX2331" fmla="*/ 921583 w 1087064"/>
                <a:gd name="connsiteY2331" fmla="*/ 531858 h 1410230"/>
                <a:gd name="connsiteX2332" fmla="*/ 920238 w 1087064"/>
                <a:gd name="connsiteY2332" fmla="*/ 530515 h 1410230"/>
                <a:gd name="connsiteX2333" fmla="*/ 918892 w 1087064"/>
                <a:gd name="connsiteY2333" fmla="*/ 531858 h 1410230"/>
                <a:gd name="connsiteX2334" fmla="*/ 920238 w 1087064"/>
                <a:gd name="connsiteY2334" fmla="*/ 534545 h 1410230"/>
                <a:gd name="connsiteX2335" fmla="*/ 922928 w 1087064"/>
                <a:gd name="connsiteY2335" fmla="*/ 537231 h 1410230"/>
                <a:gd name="connsiteX2336" fmla="*/ 922928 w 1087064"/>
                <a:gd name="connsiteY2336" fmla="*/ 538574 h 1410230"/>
                <a:gd name="connsiteX2337" fmla="*/ 921583 w 1087064"/>
                <a:gd name="connsiteY2337" fmla="*/ 539917 h 1410230"/>
                <a:gd name="connsiteX2338" fmla="*/ 922928 w 1087064"/>
                <a:gd name="connsiteY2338" fmla="*/ 541260 h 1410230"/>
                <a:gd name="connsiteX2339" fmla="*/ 925619 w 1087064"/>
                <a:gd name="connsiteY2339" fmla="*/ 541260 h 1410230"/>
                <a:gd name="connsiteX2340" fmla="*/ 931001 w 1087064"/>
                <a:gd name="connsiteY2340" fmla="*/ 542603 h 1410230"/>
                <a:gd name="connsiteX2341" fmla="*/ 932346 w 1087064"/>
                <a:gd name="connsiteY2341" fmla="*/ 545289 h 1410230"/>
                <a:gd name="connsiteX2342" fmla="*/ 932346 w 1087064"/>
                <a:gd name="connsiteY2342" fmla="*/ 549318 h 1410230"/>
                <a:gd name="connsiteX2343" fmla="*/ 932346 w 1087064"/>
                <a:gd name="connsiteY2343" fmla="*/ 550662 h 1410230"/>
                <a:gd name="connsiteX2344" fmla="*/ 933691 w 1087064"/>
                <a:gd name="connsiteY2344" fmla="*/ 552005 h 1410230"/>
                <a:gd name="connsiteX2345" fmla="*/ 936382 w 1087064"/>
                <a:gd name="connsiteY2345" fmla="*/ 550662 h 1410230"/>
                <a:gd name="connsiteX2346" fmla="*/ 940418 w 1087064"/>
                <a:gd name="connsiteY2346" fmla="*/ 545289 h 1410230"/>
                <a:gd name="connsiteX2347" fmla="*/ 941764 w 1087064"/>
                <a:gd name="connsiteY2347" fmla="*/ 542603 h 1410230"/>
                <a:gd name="connsiteX2348" fmla="*/ 943109 w 1087064"/>
                <a:gd name="connsiteY2348" fmla="*/ 541260 h 1410230"/>
                <a:gd name="connsiteX2349" fmla="*/ 943109 w 1087064"/>
                <a:gd name="connsiteY2349" fmla="*/ 543946 h 1410230"/>
                <a:gd name="connsiteX2350" fmla="*/ 944455 w 1087064"/>
                <a:gd name="connsiteY2350" fmla="*/ 546632 h 1410230"/>
                <a:gd name="connsiteX2351" fmla="*/ 945800 w 1087064"/>
                <a:gd name="connsiteY2351" fmla="*/ 546632 h 1410230"/>
                <a:gd name="connsiteX2352" fmla="*/ 948491 w 1087064"/>
                <a:gd name="connsiteY2352" fmla="*/ 549318 h 1410230"/>
                <a:gd name="connsiteX2353" fmla="*/ 952527 w 1087064"/>
                <a:gd name="connsiteY2353" fmla="*/ 550662 h 1410230"/>
                <a:gd name="connsiteX2354" fmla="*/ 953872 w 1087064"/>
                <a:gd name="connsiteY2354" fmla="*/ 554691 h 1410230"/>
                <a:gd name="connsiteX2355" fmla="*/ 953872 w 1087064"/>
                <a:gd name="connsiteY2355" fmla="*/ 558720 h 1410230"/>
                <a:gd name="connsiteX2356" fmla="*/ 952527 w 1087064"/>
                <a:gd name="connsiteY2356" fmla="*/ 561406 h 1410230"/>
                <a:gd name="connsiteX2357" fmla="*/ 952527 w 1087064"/>
                <a:gd name="connsiteY2357" fmla="*/ 568122 h 1410230"/>
                <a:gd name="connsiteX2358" fmla="*/ 951181 w 1087064"/>
                <a:gd name="connsiteY2358" fmla="*/ 574837 h 1410230"/>
                <a:gd name="connsiteX2359" fmla="*/ 951181 w 1087064"/>
                <a:gd name="connsiteY2359" fmla="*/ 577523 h 1410230"/>
                <a:gd name="connsiteX2360" fmla="*/ 949836 w 1087064"/>
                <a:gd name="connsiteY2360" fmla="*/ 584239 h 1410230"/>
                <a:gd name="connsiteX2361" fmla="*/ 947145 w 1087064"/>
                <a:gd name="connsiteY2361" fmla="*/ 586925 h 1410230"/>
                <a:gd name="connsiteX2362" fmla="*/ 947145 w 1087064"/>
                <a:gd name="connsiteY2362" fmla="*/ 590954 h 1410230"/>
                <a:gd name="connsiteX2363" fmla="*/ 945800 w 1087064"/>
                <a:gd name="connsiteY2363" fmla="*/ 593640 h 1410230"/>
                <a:gd name="connsiteX2364" fmla="*/ 944455 w 1087064"/>
                <a:gd name="connsiteY2364" fmla="*/ 592297 h 1410230"/>
                <a:gd name="connsiteX2365" fmla="*/ 941764 w 1087064"/>
                <a:gd name="connsiteY2365" fmla="*/ 588268 h 1410230"/>
                <a:gd name="connsiteX2366" fmla="*/ 936382 w 1087064"/>
                <a:gd name="connsiteY2366" fmla="*/ 586925 h 1410230"/>
                <a:gd name="connsiteX2367" fmla="*/ 933691 w 1087064"/>
                <a:gd name="connsiteY2367" fmla="*/ 584239 h 1410230"/>
                <a:gd name="connsiteX2368" fmla="*/ 931001 w 1087064"/>
                <a:gd name="connsiteY2368" fmla="*/ 582895 h 1410230"/>
                <a:gd name="connsiteX2369" fmla="*/ 929655 w 1087064"/>
                <a:gd name="connsiteY2369" fmla="*/ 584239 h 1410230"/>
                <a:gd name="connsiteX2370" fmla="*/ 925619 w 1087064"/>
                <a:gd name="connsiteY2370" fmla="*/ 582895 h 1410230"/>
                <a:gd name="connsiteX2371" fmla="*/ 924274 w 1087064"/>
                <a:gd name="connsiteY2371" fmla="*/ 580209 h 1410230"/>
                <a:gd name="connsiteX2372" fmla="*/ 925619 w 1087064"/>
                <a:gd name="connsiteY2372" fmla="*/ 577523 h 1410230"/>
                <a:gd name="connsiteX2373" fmla="*/ 922928 w 1087064"/>
                <a:gd name="connsiteY2373" fmla="*/ 574837 h 1410230"/>
                <a:gd name="connsiteX2374" fmla="*/ 920238 w 1087064"/>
                <a:gd name="connsiteY2374" fmla="*/ 574837 h 1410230"/>
                <a:gd name="connsiteX2375" fmla="*/ 918892 w 1087064"/>
                <a:gd name="connsiteY2375" fmla="*/ 576180 h 1410230"/>
                <a:gd name="connsiteX2376" fmla="*/ 916202 w 1087064"/>
                <a:gd name="connsiteY2376" fmla="*/ 574837 h 1410230"/>
                <a:gd name="connsiteX2377" fmla="*/ 913511 w 1087064"/>
                <a:gd name="connsiteY2377" fmla="*/ 570808 h 1410230"/>
                <a:gd name="connsiteX2378" fmla="*/ 908129 w 1087064"/>
                <a:gd name="connsiteY2378" fmla="*/ 570808 h 1410230"/>
                <a:gd name="connsiteX2379" fmla="*/ 904093 w 1087064"/>
                <a:gd name="connsiteY2379" fmla="*/ 572151 h 1410230"/>
                <a:gd name="connsiteX2380" fmla="*/ 905438 w 1087064"/>
                <a:gd name="connsiteY2380" fmla="*/ 573494 h 1410230"/>
                <a:gd name="connsiteX2381" fmla="*/ 905438 w 1087064"/>
                <a:gd name="connsiteY2381" fmla="*/ 576180 h 1410230"/>
                <a:gd name="connsiteX2382" fmla="*/ 902748 w 1087064"/>
                <a:gd name="connsiteY2382" fmla="*/ 576180 h 1410230"/>
                <a:gd name="connsiteX2383" fmla="*/ 901402 w 1087064"/>
                <a:gd name="connsiteY2383" fmla="*/ 574837 h 1410230"/>
                <a:gd name="connsiteX2384" fmla="*/ 896021 w 1087064"/>
                <a:gd name="connsiteY2384" fmla="*/ 574837 h 1410230"/>
                <a:gd name="connsiteX2385" fmla="*/ 893330 w 1087064"/>
                <a:gd name="connsiteY2385" fmla="*/ 576180 h 1410230"/>
                <a:gd name="connsiteX2386" fmla="*/ 894675 w 1087064"/>
                <a:gd name="connsiteY2386" fmla="*/ 577523 h 1410230"/>
                <a:gd name="connsiteX2387" fmla="*/ 897366 w 1087064"/>
                <a:gd name="connsiteY2387" fmla="*/ 577523 h 1410230"/>
                <a:gd name="connsiteX2388" fmla="*/ 901402 w 1087064"/>
                <a:gd name="connsiteY2388" fmla="*/ 578866 h 1410230"/>
                <a:gd name="connsiteX2389" fmla="*/ 902748 w 1087064"/>
                <a:gd name="connsiteY2389" fmla="*/ 580209 h 1410230"/>
                <a:gd name="connsiteX2390" fmla="*/ 902748 w 1087064"/>
                <a:gd name="connsiteY2390" fmla="*/ 581552 h 1410230"/>
                <a:gd name="connsiteX2391" fmla="*/ 898711 w 1087064"/>
                <a:gd name="connsiteY2391" fmla="*/ 582895 h 1410230"/>
                <a:gd name="connsiteX2392" fmla="*/ 891985 w 1087064"/>
                <a:gd name="connsiteY2392" fmla="*/ 588268 h 1410230"/>
                <a:gd name="connsiteX2393" fmla="*/ 887949 w 1087064"/>
                <a:gd name="connsiteY2393" fmla="*/ 590954 h 1410230"/>
                <a:gd name="connsiteX2394" fmla="*/ 885258 w 1087064"/>
                <a:gd name="connsiteY2394" fmla="*/ 590954 h 1410230"/>
                <a:gd name="connsiteX2395" fmla="*/ 883913 w 1087064"/>
                <a:gd name="connsiteY2395" fmla="*/ 588268 h 1410230"/>
                <a:gd name="connsiteX2396" fmla="*/ 883913 w 1087064"/>
                <a:gd name="connsiteY2396" fmla="*/ 585582 h 1410230"/>
                <a:gd name="connsiteX2397" fmla="*/ 882567 w 1087064"/>
                <a:gd name="connsiteY2397" fmla="*/ 584239 h 1410230"/>
                <a:gd name="connsiteX2398" fmla="*/ 879876 w 1087064"/>
                <a:gd name="connsiteY2398" fmla="*/ 585582 h 1410230"/>
                <a:gd name="connsiteX2399" fmla="*/ 879876 w 1087064"/>
                <a:gd name="connsiteY2399" fmla="*/ 589611 h 1410230"/>
                <a:gd name="connsiteX2400" fmla="*/ 881222 w 1087064"/>
                <a:gd name="connsiteY2400" fmla="*/ 592297 h 1410230"/>
                <a:gd name="connsiteX2401" fmla="*/ 879876 w 1087064"/>
                <a:gd name="connsiteY2401" fmla="*/ 594983 h 1410230"/>
                <a:gd name="connsiteX2402" fmla="*/ 881222 w 1087064"/>
                <a:gd name="connsiteY2402" fmla="*/ 597669 h 1410230"/>
                <a:gd name="connsiteX2403" fmla="*/ 881222 w 1087064"/>
                <a:gd name="connsiteY2403" fmla="*/ 600355 h 1410230"/>
                <a:gd name="connsiteX2404" fmla="*/ 879876 w 1087064"/>
                <a:gd name="connsiteY2404" fmla="*/ 603042 h 1410230"/>
                <a:gd name="connsiteX2405" fmla="*/ 881222 w 1087064"/>
                <a:gd name="connsiteY2405" fmla="*/ 604385 h 1410230"/>
                <a:gd name="connsiteX2406" fmla="*/ 881222 w 1087064"/>
                <a:gd name="connsiteY2406" fmla="*/ 607071 h 1410230"/>
                <a:gd name="connsiteX2407" fmla="*/ 879876 w 1087064"/>
                <a:gd name="connsiteY2407" fmla="*/ 608414 h 1410230"/>
                <a:gd name="connsiteX2408" fmla="*/ 874495 w 1087064"/>
                <a:gd name="connsiteY2408" fmla="*/ 607071 h 1410230"/>
                <a:gd name="connsiteX2409" fmla="*/ 871804 w 1087064"/>
                <a:gd name="connsiteY2409" fmla="*/ 607071 h 1410230"/>
                <a:gd name="connsiteX2410" fmla="*/ 870459 w 1087064"/>
                <a:gd name="connsiteY2410" fmla="*/ 609757 h 1410230"/>
                <a:gd name="connsiteX2411" fmla="*/ 873149 w 1087064"/>
                <a:gd name="connsiteY2411" fmla="*/ 612443 h 1410230"/>
                <a:gd name="connsiteX2412" fmla="*/ 875840 w 1087064"/>
                <a:gd name="connsiteY2412" fmla="*/ 612443 h 1410230"/>
                <a:gd name="connsiteX2413" fmla="*/ 882567 w 1087064"/>
                <a:gd name="connsiteY2413" fmla="*/ 612443 h 1410230"/>
                <a:gd name="connsiteX2414" fmla="*/ 883913 w 1087064"/>
                <a:gd name="connsiteY2414" fmla="*/ 613786 h 1410230"/>
                <a:gd name="connsiteX2415" fmla="*/ 883913 w 1087064"/>
                <a:gd name="connsiteY2415" fmla="*/ 616472 h 1410230"/>
                <a:gd name="connsiteX2416" fmla="*/ 883913 w 1087064"/>
                <a:gd name="connsiteY2416" fmla="*/ 620502 h 1410230"/>
                <a:gd name="connsiteX2417" fmla="*/ 885258 w 1087064"/>
                <a:gd name="connsiteY2417" fmla="*/ 620502 h 1410230"/>
                <a:gd name="connsiteX2418" fmla="*/ 886603 w 1087064"/>
                <a:gd name="connsiteY2418" fmla="*/ 617815 h 1410230"/>
                <a:gd name="connsiteX2419" fmla="*/ 891985 w 1087064"/>
                <a:gd name="connsiteY2419" fmla="*/ 616472 h 1410230"/>
                <a:gd name="connsiteX2420" fmla="*/ 896021 w 1087064"/>
                <a:gd name="connsiteY2420" fmla="*/ 617815 h 1410230"/>
                <a:gd name="connsiteX2421" fmla="*/ 898711 w 1087064"/>
                <a:gd name="connsiteY2421" fmla="*/ 620502 h 1410230"/>
                <a:gd name="connsiteX2422" fmla="*/ 904093 w 1087064"/>
                <a:gd name="connsiteY2422" fmla="*/ 620502 h 1410230"/>
                <a:gd name="connsiteX2423" fmla="*/ 908129 w 1087064"/>
                <a:gd name="connsiteY2423" fmla="*/ 621845 h 1410230"/>
                <a:gd name="connsiteX2424" fmla="*/ 910820 w 1087064"/>
                <a:gd name="connsiteY2424" fmla="*/ 620502 h 1410230"/>
                <a:gd name="connsiteX2425" fmla="*/ 913511 w 1087064"/>
                <a:gd name="connsiteY2425" fmla="*/ 619158 h 1410230"/>
                <a:gd name="connsiteX2426" fmla="*/ 914856 w 1087064"/>
                <a:gd name="connsiteY2426" fmla="*/ 620502 h 1410230"/>
                <a:gd name="connsiteX2427" fmla="*/ 914856 w 1087064"/>
                <a:gd name="connsiteY2427" fmla="*/ 623188 h 1410230"/>
                <a:gd name="connsiteX2428" fmla="*/ 914856 w 1087064"/>
                <a:gd name="connsiteY2428" fmla="*/ 628560 h 1410230"/>
                <a:gd name="connsiteX2429" fmla="*/ 914856 w 1087064"/>
                <a:gd name="connsiteY2429" fmla="*/ 631246 h 1410230"/>
                <a:gd name="connsiteX2430" fmla="*/ 913511 w 1087064"/>
                <a:gd name="connsiteY2430" fmla="*/ 632589 h 1410230"/>
                <a:gd name="connsiteX2431" fmla="*/ 910820 w 1087064"/>
                <a:gd name="connsiteY2431" fmla="*/ 633932 h 1410230"/>
                <a:gd name="connsiteX2432" fmla="*/ 908129 w 1087064"/>
                <a:gd name="connsiteY2432" fmla="*/ 632589 h 1410230"/>
                <a:gd name="connsiteX2433" fmla="*/ 905438 w 1087064"/>
                <a:gd name="connsiteY2433" fmla="*/ 631246 h 1410230"/>
                <a:gd name="connsiteX2434" fmla="*/ 902748 w 1087064"/>
                <a:gd name="connsiteY2434" fmla="*/ 632589 h 1410230"/>
                <a:gd name="connsiteX2435" fmla="*/ 900057 w 1087064"/>
                <a:gd name="connsiteY2435" fmla="*/ 633932 h 1410230"/>
                <a:gd name="connsiteX2436" fmla="*/ 897366 w 1087064"/>
                <a:gd name="connsiteY2436" fmla="*/ 631246 h 1410230"/>
                <a:gd name="connsiteX2437" fmla="*/ 890640 w 1087064"/>
                <a:gd name="connsiteY2437" fmla="*/ 632589 h 1410230"/>
                <a:gd name="connsiteX2438" fmla="*/ 885258 w 1087064"/>
                <a:gd name="connsiteY2438" fmla="*/ 633932 h 1410230"/>
                <a:gd name="connsiteX2439" fmla="*/ 882567 w 1087064"/>
                <a:gd name="connsiteY2439" fmla="*/ 632589 h 1410230"/>
                <a:gd name="connsiteX2440" fmla="*/ 881222 w 1087064"/>
                <a:gd name="connsiteY2440" fmla="*/ 631246 h 1410230"/>
                <a:gd name="connsiteX2441" fmla="*/ 879876 w 1087064"/>
                <a:gd name="connsiteY2441" fmla="*/ 633932 h 1410230"/>
                <a:gd name="connsiteX2442" fmla="*/ 881222 w 1087064"/>
                <a:gd name="connsiteY2442" fmla="*/ 635275 h 1410230"/>
                <a:gd name="connsiteX2443" fmla="*/ 882567 w 1087064"/>
                <a:gd name="connsiteY2443" fmla="*/ 637962 h 1410230"/>
                <a:gd name="connsiteX2444" fmla="*/ 885258 w 1087064"/>
                <a:gd name="connsiteY2444" fmla="*/ 637962 h 1410230"/>
                <a:gd name="connsiteX2445" fmla="*/ 889294 w 1087064"/>
                <a:gd name="connsiteY2445" fmla="*/ 636618 h 1410230"/>
                <a:gd name="connsiteX2446" fmla="*/ 897366 w 1087064"/>
                <a:gd name="connsiteY2446" fmla="*/ 636618 h 1410230"/>
                <a:gd name="connsiteX2447" fmla="*/ 901402 w 1087064"/>
                <a:gd name="connsiteY2447" fmla="*/ 639305 h 1410230"/>
                <a:gd name="connsiteX2448" fmla="*/ 904093 w 1087064"/>
                <a:gd name="connsiteY2448" fmla="*/ 641991 h 1410230"/>
                <a:gd name="connsiteX2449" fmla="*/ 906784 w 1087064"/>
                <a:gd name="connsiteY2449" fmla="*/ 641991 h 1410230"/>
                <a:gd name="connsiteX2450" fmla="*/ 908129 w 1087064"/>
                <a:gd name="connsiteY2450" fmla="*/ 639305 h 1410230"/>
                <a:gd name="connsiteX2451" fmla="*/ 910820 w 1087064"/>
                <a:gd name="connsiteY2451" fmla="*/ 641991 h 1410230"/>
                <a:gd name="connsiteX2452" fmla="*/ 913511 w 1087064"/>
                <a:gd name="connsiteY2452" fmla="*/ 646020 h 1410230"/>
                <a:gd name="connsiteX2453" fmla="*/ 917547 w 1087064"/>
                <a:gd name="connsiteY2453" fmla="*/ 650049 h 1410230"/>
                <a:gd name="connsiteX2454" fmla="*/ 918892 w 1087064"/>
                <a:gd name="connsiteY2454" fmla="*/ 652735 h 1410230"/>
                <a:gd name="connsiteX2455" fmla="*/ 917547 w 1087064"/>
                <a:gd name="connsiteY2455" fmla="*/ 652735 h 1410230"/>
                <a:gd name="connsiteX2456" fmla="*/ 913511 w 1087064"/>
                <a:gd name="connsiteY2456" fmla="*/ 652735 h 1410230"/>
                <a:gd name="connsiteX2457" fmla="*/ 912165 w 1087064"/>
                <a:gd name="connsiteY2457" fmla="*/ 651392 h 1410230"/>
                <a:gd name="connsiteX2458" fmla="*/ 912165 w 1087064"/>
                <a:gd name="connsiteY2458" fmla="*/ 652735 h 1410230"/>
                <a:gd name="connsiteX2459" fmla="*/ 912165 w 1087064"/>
                <a:gd name="connsiteY2459" fmla="*/ 655422 h 1410230"/>
                <a:gd name="connsiteX2460" fmla="*/ 913511 w 1087064"/>
                <a:gd name="connsiteY2460" fmla="*/ 659451 h 1410230"/>
                <a:gd name="connsiteX2461" fmla="*/ 913511 w 1087064"/>
                <a:gd name="connsiteY2461" fmla="*/ 664823 h 1410230"/>
                <a:gd name="connsiteX2462" fmla="*/ 913511 w 1087064"/>
                <a:gd name="connsiteY2462" fmla="*/ 667509 h 1410230"/>
                <a:gd name="connsiteX2463" fmla="*/ 914856 w 1087064"/>
                <a:gd name="connsiteY2463" fmla="*/ 671539 h 1410230"/>
                <a:gd name="connsiteX2464" fmla="*/ 913511 w 1087064"/>
                <a:gd name="connsiteY2464" fmla="*/ 674225 h 1410230"/>
                <a:gd name="connsiteX2465" fmla="*/ 912165 w 1087064"/>
                <a:gd name="connsiteY2465" fmla="*/ 676911 h 1410230"/>
                <a:gd name="connsiteX2466" fmla="*/ 909475 w 1087064"/>
                <a:gd name="connsiteY2466" fmla="*/ 684969 h 1410230"/>
                <a:gd name="connsiteX2467" fmla="*/ 906784 w 1087064"/>
                <a:gd name="connsiteY2467" fmla="*/ 687655 h 1410230"/>
                <a:gd name="connsiteX2468" fmla="*/ 904093 w 1087064"/>
                <a:gd name="connsiteY2468" fmla="*/ 687655 h 1410230"/>
                <a:gd name="connsiteX2469" fmla="*/ 901402 w 1087064"/>
                <a:gd name="connsiteY2469" fmla="*/ 684969 h 1410230"/>
                <a:gd name="connsiteX2470" fmla="*/ 900057 w 1087064"/>
                <a:gd name="connsiteY2470" fmla="*/ 680940 h 1410230"/>
                <a:gd name="connsiteX2471" fmla="*/ 902748 w 1087064"/>
                <a:gd name="connsiteY2471" fmla="*/ 678254 h 1410230"/>
                <a:gd name="connsiteX2472" fmla="*/ 901402 w 1087064"/>
                <a:gd name="connsiteY2472" fmla="*/ 675568 h 1410230"/>
                <a:gd name="connsiteX2473" fmla="*/ 898711 w 1087064"/>
                <a:gd name="connsiteY2473" fmla="*/ 674225 h 1410230"/>
                <a:gd name="connsiteX2474" fmla="*/ 897366 w 1087064"/>
                <a:gd name="connsiteY2474" fmla="*/ 675568 h 1410230"/>
                <a:gd name="connsiteX2475" fmla="*/ 894675 w 1087064"/>
                <a:gd name="connsiteY2475" fmla="*/ 674225 h 1410230"/>
                <a:gd name="connsiteX2476" fmla="*/ 889294 w 1087064"/>
                <a:gd name="connsiteY2476" fmla="*/ 667509 h 1410230"/>
                <a:gd name="connsiteX2477" fmla="*/ 883913 w 1087064"/>
                <a:gd name="connsiteY2477" fmla="*/ 663480 h 1410230"/>
                <a:gd name="connsiteX2478" fmla="*/ 879876 w 1087064"/>
                <a:gd name="connsiteY2478" fmla="*/ 659451 h 1410230"/>
                <a:gd name="connsiteX2479" fmla="*/ 879876 w 1087064"/>
                <a:gd name="connsiteY2479" fmla="*/ 656765 h 1410230"/>
                <a:gd name="connsiteX2480" fmla="*/ 878531 w 1087064"/>
                <a:gd name="connsiteY2480" fmla="*/ 652735 h 1410230"/>
                <a:gd name="connsiteX2481" fmla="*/ 873149 w 1087064"/>
                <a:gd name="connsiteY2481" fmla="*/ 646020 h 1410230"/>
                <a:gd name="connsiteX2482" fmla="*/ 870459 w 1087064"/>
                <a:gd name="connsiteY2482" fmla="*/ 644677 h 1410230"/>
                <a:gd name="connsiteX2483" fmla="*/ 869113 w 1087064"/>
                <a:gd name="connsiteY2483" fmla="*/ 644677 h 1410230"/>
                <a:gd name="connsiteX2484" fmla="*/ 869113 w 1087064"/>
                <a:gd name="connsiteY2484" fmla="*/ 646020 h 1410230"/>
                <a:gd name="connsiteX2485" fmla="*/ 867768 w 1087064"/>
                <a:gd name="connsiteY2485" fmla="*/ 652735 h 1410230"/>
                <a:gd name="connsiteX2486" fmla="*/ 871804 w 1087064"/>
                <a:gd name="connsiteY2486" fmla="*/ 658108 h 1410230"/>
                <a:gd name="connsiteX2487" fmla="*/ 871804 w 1087064"/>
                <a:gd name="connsiteY2487" fmla="*/ 660794 h 1410230"/>
                <a:gd name="connsiteX2488" fmla="*/ 870459 w 1087064"/>
                <a:gd name="connsiteY2488" fmla="*/ 663480 h 1410230"/>
                <a:gd name="connsiteX2489" fmla="*/ 863732 w 1087064"/>
                <a:gd name="connsiteY2489" fmla="*/ 663480 h 1410230"/>
                <a:gd name="connsiteX2490" fmla="*/ 861041 w 1087064"/>
                <a:gd name="connsiteY2490" fmla="*/ 660794 h 1410230"/>
                <a:gd name="connsiteX2491" fmla="*/ 858350 w 1087064"/>
                <a:gd name="connsiteY2491" fmla="*/ 656765 h 1410230"/>
                <a:gd name="connsiteX2492" fmla="*/ 857005 w 1087064"/>
                <a:gd name="connsiteY2492" fmla="*/ 654078 h 1410230"/>
                <a:gd name="connsiteX2493" fmla="*/ 857005 w 1087064"/>
                <a:gd name="connsiteY2493" fmla="*/ 656765 h 1410230"/>
                <a:gd name="connsiteX2494" fmla="*/ 857005 w 1087064"/>
                <a:gd name="connsiteY2494" fmla="*/ 659451 h 1410230"/>
                <a:gd name="connsiteX2495" fmla="*/ 861041 w 1087064"/>
                <a:gd name="connsiteY2495" fmla="*/ 664823 h 1410230"/>
                <a:gd name="connsiteX2496" fmla="*/ 869113 w 1087064"/>
                <a:gd name="connsiteY2496" fmla="*/ 667509 h 1410230"/>
                <a:gd name="connsiteX2497" fmla="*/ 875840 w 1087064"/>
                <a:gd name="connsiteY2497" fmla="*/ 667509 h 1410230"/>
                <a:gd name="connsiteX2498" fmla="*/ 882567 w 1087064"/>
                <a:gd name="connsiteY2498" fmla="*/ 672882 h 1410230"/>
                <a:gd name="connsiteX2499" fmla="*/ 891985 w 1087064"/>
                <a:gd name="connsiteY2499" fmla="*/ 682283 h 1410230"/>
                <a:gd name="connsiteX2500" fmla="*/ 893330 w 1087064"/>
                <a:gd name="connsiteY2500" fmla="*/ 684969 h 1410230"/>
                <a:gd name="connsiteX2501" fmla="*/ 891985 w 1087064"/>
                <a:gd name="connsiteY2501" fmla="*/ 687655 h 1410230"/>
                <a:gd name="connsiteX2502" fmla="*/ 889294 w 1087064"/>
                <a:gd name="connsiteY2502" fmla="*/ 687655 h 1410230"/>
                <a:gd name="connsiteX2503" fmla="*/ 886603 w 1087064"/>
                <a:gd name="connsiteY2503" fmla="*/ 684969 h 1410230"/>
                <a:gd name="connsiteX2504" fmla="*/ 882567 w 1087064"/>
                <a:gd name="connsiteY2504" fmla="*/ 684969 h 1410230"/>
                <a:gd name="connsiteX2505" fmla="*/ 879876 w 1087064"/>
                <a:gd name="connsiteY2505" fmla="*/ 686312 h 1410230"/>
                <a:gd name="connsiteX2506" fmla="*/ 875840 w 1087064"/>
                <a:gd name="connsiteY2506" fmla="*/ 690342 h 1410230"/>
                <a:gd name="connsiteX2507" fmla="*/ 873149 w 1087064"/>
                <a:gd name="connsiteY2507" fmla="*/ 690342 h 1410230"/>
                <a:gd name="connsiteX2508" fmla="*/ 869113 w 1087064"/>
                <a:gd name="connsiteY2508" fmla="*/ 688998 h 1410230"/>
                <a:gd name="connsiteX2509" fmla="*/ 867768 w 1087064"/>
                <a:gd name="connsiteY2509" fmla="*/ 686312 h 1410230"/>
                <a:gd name="connsiteX2510" fmla="*/ 869113 w 1087064"/>
                <a:gd name="connsiteY2510" fmla="*/ 684969 h 1410230"/>
                <a:gd name="connsiteX2511" fmla="*/ 867768 w 1087064"/>
                <a:gd name="connsiteY2511" fmla="*/ 683626 h 1410230"/>
                <a:gd name="connsiteX2512" fmla="*/ 865077 w 1087064"/>
                <a:gd name="connsiteY2512" fmla="*/ 680940 h 1410230"/>
                <a:gd name="connsiteX2513" fmla="*/ 865077 w 1087064"/>
                <a:gd name="connsiteY2513" fmla="*/ 683626 h 1410230"/>
                <a:gd name="connsiteX2514" fmla="*/ 866422 w 1087064"/>
                <a:gd name="connsiteY2514" fmla="*/ 686312 h 1410230"/>
                <a:gd name="connsiteX2515" fmla="*/ 867768 w 1087064"/>
                <a:gd name="connsiteY2515" fmla="*/ 691685 h 1410230"/>
                <a:gd name="connsiteX2516" fmla="*/ 869113 w 1087064"/>
                <a:gd name="connsiteY2516" fmla="*/ 694371 h 1410230"/>
                <a:gd name="connsiteX2517" fmla="*/ 873149 w 1087064"/>
                <a:gd name="connsiteY2517" fmla="*/ 695714 h 1410230"/>
                <a:gd name="connsiteX2518" fmla="*/ 878531 w 1087064"/>
                <a:gd name="connsiteY2518" fmla="*/ 694371 h 1410230"/>
                <a:gd name="connsiteX2519" fmla="*/ 882567 w 1087064"/>
                <a:gd name="connsiteY2519" fmla="*/ 688998 h 1410230"/>
                <a:gd name="connsiteX2520" fmla="*/ 885258 w 1087064"/>
                <a:gd name="connsiteY2520" fmla="*/ 688998 h 1410230"/>
                <a:gd name="connsiteX2521" fmla="*/ 891985 w 1087064"/>
                <a:gd name="connsiteY2521" fmla="*/ 691685 h 1410230"/>
                <a:gd name="connsiteX2522" fmla="*/ 891985 w 1087064"/>
                <a:gd name="connsiteY2522" fmla="*/ 694371 h 1410230"/>
                <a:gd name="connsiteX2523" fmla="*/ 890640 w 1087064"/>
                <a:gd name="connsiteY2523" fmla="*/ 695714 h 1410230"/>
                <a:gd name="connsiteX2524" fmla="*/ 889294 w 1087064"/>
                <a:gd name="connsiteY2524" fmla="*/ 703772 h 1410230"/>
                <a:gd name="connsiteX2525" fmla="*/ 887949 w 1087064"/>
                <a:gd name="connsiteY2525" fmla="*/ 706458 h 1410230"/>
                <a:gd name="connsiteX2526" fmla="*/ 885258 w 1087064"/>
                <a:gd name="connsiteY2526" fmla="*/ 706458 h 1410230"/>
                <a:gd name="connsiteX2527" fmla="*/ 885258 w 1087064"/>
                <a:gd name="connsiteY2527" fmla="*/ 709145 h 1410230"/>
                <a:gd name="connsiteX2528" fmla="*/ 887949 w 1087064"/>
                <a:gd name="connsiteY2528" fmla="*/ 711831 h 1410230"/>
                <a:gd name="connsiteX2529" fmla="*/ 890640 w 1087064"/>
                <a:gd name="connsiteY2529" fmla="*/ 710488 h 1410230"/>
                <a:gd name="connsiteX2530" fmla="*/ 896021 w 1087064"/>
                <a:gd name="connsiteY2530" fmla="*/ 711831 h 1410230"/>
                <a:gd name="connsiteX2531" fmla="*/ 900057 w 1087064"/>
                <a:gd name="connsiteY2531" fmla="*/ 715860 h 1410230"/>
                <a:gd name="connsiteX2532" fmla="*/ 905438 w 1087064"/>
                <a:gd name="connsiteY2532" fmla="*/ 718546 h 1410230"/>
                <a:gd name="connsiteX2533" fmla="*/ 906784 w 1087064"/>
                <a:gd name="connsiteY2533" fmla="*/ 717203 h 1410230"/>
                <a:gd name="connsiteX2534" fmla="*/ 910820 w 1087064"/>
                <a:gd name="connsiteY2534" fmla="*/ 714517 h 1410230"/>
                <a:gd name="connsiteX2535" fmla="*/ 916202 w 1087064"/>
                <a:gd name="connsiteY2535" fmla="*/ 715860 h 1410230"/>
                <a:gd name="connsiteX2536" fmla="*/ 916202 w 1087064"/>
                <a:gd name="connsiteY2536" fmla="*/ 718546 h 1410230"/>
                <a:gd name="connsiteX2537" fmla="*/ 913511 w 1087064"/>
                <a:gd name="connsiteY2537" fmla="*/ 721232 h 1410230"/>
                <a:gd name="connsiteX2538" fmla="*/ 913511 w 1087064"/>
                <a:gd name="connsiteY2538" fmla="*/ 725262 h 1410230"/>
                <a:gd name="connsiteX2539" fmla="*/ 916202 w 1087064"/>
                <a:gd name="connsiteY2539" fmla="*/ 727948 h 1410230"/>
                <a:gd name="connsiteX2540" fmla="*/ 914856 w 1087064"/>
                <a:gd name="connsiteY2540" fmla="*/ 731977 h 1410230"/>
                <a:gd name="connsiteX2541" fmla="*/ 910820 w 1087064"/>
                <a:gd name="connsiteY2541" fmla="*/ 738692 h 1410230"/>
                <a:gd name="connsiteX2542" fmla="*/ 905438 w 1087064"/>
                <a:gd name="connsiteY2542" fmla="*/ 741378 h 1410230"/>
                <a:gd name="connsiteX2543" fmla="*/ 902748 w 1087064"/>
                <a:gd name="connsiteY2543" fmla="*/ 740035 h 1410230"/>
                <a:gd name="connsiteX2544" fmla="*/ 901402 w 1087064"/>
                <a:gd name="connsiteY2544" fmla="*/ 737349 h 1410230"/>
                <a:gd name="connsiteX2545" fmla="*/ 898711 w 1087064"/>
                <a:gd name="connsiteY2545" fmla="*/ 736006 h 1410230"/>
                <a:gd name="connsiteX2546" fmla="*/ 897366 w 1087064"/>
                <a:gd name="connsiteY2546" fmla="*/ 731977 h 1410230"/>
                <a:gd name="connsiteX2547" fmla="*/ 897366 w 1087064"/>
                <a:gd name="connsiteY2547" fmla="*/ 727948 h 1410230"/>
                <a:gd name="connsiteX2548" fmla="*/ 891985 w 1087064"/>
                <a:gd name="connsiteY2548" fmla="*/ 723919 h 1410230"/>
                <a:gd name="connsiteX2549" fmla="*/ 887949 w 1087064"/>
                <a:gd name="connsiteY2549" fmla="*/ 722575 h 1410230"/>
                <a:gd name="connsiteX2550" fmla="*/ 883913 w 1087064"/>
                <a:gd name="connsiteY2550" fmla="*/ 719889 h 1410230"/>
                <a:gd name="connsiteX2551" fmla="*/ 879876 w 1087064"/>
                <a:gd name="connsiteY2551" fmla="*/ 718546 h 1410230"/>
                <a:gd name="connsiteX2552" fmla="*/ 877186 w 1087064"/>
                <a:gd name="connsiteY2552" fmla="*/ 721232 h 1410230"/>
                <a:gd name="connsiteX2553" fmla="*/ 873149 w 1087064"/>
                <a:gd name="connsiteY2553" fmla="*/ 721232 h 1410230"/>
                <a:gd name="connsiteX2554" fmla="*/ 871804 w 1087064"/>
                <a:gd name="connsiteY2554" fmla="*/ 719889 h 1410230"/>
                <a:gd name="connsiteX2555" fmla="*/ 870459 w 1087064"/>
                <a:gd name="connsiteY2555" fmla="*/ 715860 h 1410230"/>
                <a:gd name="connsiteX2556" fmla="*/ 867768 w 1087064"/>
                <a:gd name="connsiteY2556" fmla="*/ 713174 h 1410230"/>
                <a:gd name="connsiteX2557" fmla="*/ 866422 w 1087064"/>
                <a:gd name="connsiteY2557" fmla="*/ 713174 h 1410230"/>
                <a:gd name="connsiteX2558" fmla="*/ 866422 w 1087064"/>
                <a:gd name="connsiteY2558" fmla="*/ 715860 h 1410230"/>
                <a:gd name="connsiteX2559" fmla="*/ 867768 w 1087064"/>
                <a:gd name="connsiteY2559" fmla="*/ 718546 h 1410230"/>
                <a:gd name="connsiteX2560" fmla="*/ 867768 w 1087064"/>
                <a:gd name="connsiteY2560" fmla="*/ 723919 h 1410230"/>
                <a:gd name="connsiteX2561" fmla="*/ 866422 w 1087064"/>
                <a:gd name="connsiteY2561" fmla="*/ 727948 h 1410230"/>
                <a:gd name="connsiteX2562" fmla="*/ 863732 w 1087064"/>
                <a:gd name="connsiteY2562" fmla="*/ 729291 h 1410230"/>
                <a:gd name="connsiteX2563" fmla="*/ 859696 w 1087064"/>
                <a:gd name="connsiteY2563" fmla="*/ 729291 h 1410230"/>
                <a:gd name="connsiteX2564" fmla="*/ 857005 w 1087064"/>
                <a:gd name="connsiteY2564" fmla="*/ 730634 h 1410230"/>
                <a:gd name="connsiteX2565" fmla="*/ 859696 w 1087064"/>
                <a:gd name="connsiteY2565" fmla="*/ 731977 h 1410230"/>
                <a:gd name="connsiteX2566" fmla="*/ 861041 w 1087064"/>
                <a:gd name="connsiteY2566" fmla="*/ 734663 h 1410230"/>
                <a:gd name="connsiteX2567" fmla="*/ 861041 w 1087064"/>
                <a:gd name="connsiteY2567" fmla="*/ 737349 h 1410230"/>
                <a:gd name="connsiteX2568" fmla="*/ 857005 w 1087064"/>
                <a:gd name="connsiteY2568" fmla="*/ 742722 h 1410230"/>
                <a:gd name="connsiteX2569" fmla="*/ 854314 w 1087064"/>
                <a:gd name="connsiteY2569" fmla="*/ 744065 h 1410230"/>
                <a:gd name="connsiteX2570" fmla="*/ 854314 w 1087064"/>
                <a:gd name="connsiteY2570" fmla="*/ 745408 h 1410230"/>
                <a:gd name="connsiteX2571" fmla="*/ 855660 w 1087064"/>
                <a:gd name="connsiteY2571" fmla="*/ 748094 h 1410230"/>
                <a:gd name="connsiteX2572" fmla="*/ 858350 w 1087064"/>
                <a:gd name="connsiteY2572" fmla="*/ 749437 h 1410230"/>
                <a:gd name="connsiteX2573" fmla="*/ 859696 w 1087064"/>
                <a:gd name="connsiteY2573" fmla="*/ 754809 h 1410230"/>
                <a:gd name="connsiteX2574" fmla="*/ 862387 w 1087064"/>
                <a:gd name="connsiteY2574" fmla="*/ 756152 h 1410230"/>
                <a:gd name="connsiteX2575" fmla="*/ 863732 w 1087064"/>
                <a:gd name="connsiteY2575" fmla="*/ 761525 h 1410230"/>
                <a:gd name="connsiteX2576" fmla="*/ 862387 w 1087064"/>
                <a:gd name="connsiteY2576" fmla="*/ 766897 h 1410230"/>
                <a:gd name="connsiteX2577" fmla="*/ 863732 w 1087064"/>
                <a:gd name="connsiteY2577" fmla="*/ 768240 h 1410230"/>
                <a:gd name="connsiteX2578" fmla="*/ 865077 w 1087064"/>
                <a:gd name="connsiteY2578" fmla="*/ 764211 h 1410230"/>
                <a:gd name="connsiteX2579" fmla="*/ 866422 w 1087064"/>
                <a:gd name="connsiteY2579" fmla="*/ 761525 h 1410230"/>
                <a:gd name="connsiteX2580" fmla="*/ 866422 w 1087064"/>
                <a:gd name="connsiteY2580" fmla="*/ 757495 h 1410230"/>
                <a:gd name="connsiteX2581" fmla="*/ 865077 w 1087064"/>
                <a:gd name="connsiteY2581" fmla="*/ 756152 h 1410230"/>
                <a:gd name="connsiteX2582" fmla="*/ 865077 w 1087064"/>
                <a:gd name="connsiteY2582" fmla="*/ 752123 h 1410230"/>
                <a:gd name="connsiteX2583" fmla="*/ 866422 w 1087064"/>
                <a:gd name="connsiteY2583" fmla="*/ 748094 h 1410230"/>
                <a:gd name="connsiteX2584" fmla="*/ 867768 w 1087064"/>
                <a:gd name="connsiteY2584" fmla="*/ 748094 h 1410230"/>
                <a:gd name="connsiteX2585" fmla="*/ 869113 w 1087064"/>
                <a:gd name="connsiteY2585" fmla="*/ 750780 h 1410230"/>
                <a:gd name="connsiteX2586" fmla="*/ 871804 w 1087064"/>
                <a:gd name="connsiteY2586" fmla="*/ 753466 h 1410230"/>
                <a:gd name="connsiteX2587" fmla="*/ 873149 w 1087064"/>
                <a:gd name="connsiteY2587" fmla="*/ 757495 h 1410230"/>
                <a:gd name="connsiteX2588" fmla="*/ 875840 w 1087064"/>
                <a:gd name="connsiteY2588" fmla="*/ 760182 h 1410230"/>
                <a:gd name="connsiteX2589" fmla="*/ 877186 w 1087064"/>
                <a:gd name="connsiteY2589" fmla="*/ 758839 h 1410230"/>
                <a:gd name="connsiteX2590" fmla="*/ 879876 w 1087064"/>
                <a:gd name="connsiteY2590" fmla="*/ 758839 h 1410230"/>
                <a:gd name="connsiteX2591" fmla="*/ 881222 w 1087064"/>
                <a:gd name="connsiteY2591" fmla="*/ 760182 h 1410230"/>
                <a:gd name="connsiteX2592" fmla="*/ 882567 w 1087064"/>
                <a:gd name="connsiteY2592" fmla="*/ 758839 h 1410230"/>
                <a:gd name="connsiteX2593" fmla="*/ 886603 w 1087064"/>
                <a:gd name="connsiteY2593" fmla="*/ 757495 h 1410230"/>
                <a:gd name="connsiteX2594" fmla="*/ 890640 w 1087064"/>
                <a:gd name="connsiteY2594" fmla="*/ 758839 h 1410230"/>
                <a:gd name="connsiteX2595" fmla="*/ 891985 w 1087064"/>
                <a:gd name="connsiteY2595" fmla="*/ 761525 h 1410230"/>
                <a:gd name="connsiteX2596" fmla="*/ 891985 w 1087064"/>
                <a:gd name="connsiteY2596" fmla="*/ 765554 h 1410230"/>
                <a:gd name="connsiteX2597" fmla="*/ 887949 w 1087064"/>
                <a:gd name="connsiteY2597" fmla="*/ 770926 h 1410230"/>
                <a:gd name="connsiteX2598" fmla="*/ 886603 w 1087064"/>
                <a:gd name="connsiteY2598" fmla="*/ 774955 h 1410230"/>
                <a:gd name="connsiteX2599" fmla="*/ 886603 w 1087064"/>
                <a:gd name="connsiteY2599" fmla="*/ 778985 h 1410230"/>
                <a:gd name="connsiteX2600" fmla="*/ 886603 w 1087064"/>
                <a:gd name="connsiteY2600" fmla="*/ 784357 h 1410230"/>
                <a:gd name="connsiteX2601" fmla="*/ 885258 w 1087064"/>
                <a:gd name="connsiteY2601" fmla="*/ 785700 h 1410230"/>
                <a:gd name="connsiteX2602" fmla="*/ 881222 w 1087064"/>
                <a:gd name="connsiteY2602" fmla="*/ 785700 h 1410230"/>
                <a:gd name="connsiteX2603" fmla="*/ 875840 w 1087064"/>
                <a:gd name="connsiteY2603" fmla="*/ 787043 h 1410230"/>
                <a:gd name="connsiteX2604" fmla="*/ 871804 w 1087064"/>
                <a:gd name="connsiteY2604" fmla="*/ 785700 h 1410230"/>
                <a:gd name="connsiteX2605" fmla="*/ 869113 w 1087064"/>
                <a:gd name="connsiteY2605" fmla="*/ 784357 h 1410230"/>
                <a:gd name="connsiteX2606" fmla="*/ 866422 w 1087064"/>
                <a:gd name="connsiteY2606" fmla="*/ 784357 h 1410230"/>
                <a:gd name="connsiteX2607" fmla="*/ 863732 w 1087064"/>
                <a:gd name="connsiteY2607" fmla="*/ 787043 h 1410230"/>
                <a:gd name="connsiteX2608" fmla="*/ 863732 w 1087064"/>
                <a:gd name="connsiteY2608" fmla="*/ 789729 h 1410230"/>
                <a:gd name="connsiteX2609" fmla="*/ 861041 w 1087064"/>
                <a:gd name="connsiteY2609" fmla="*/ 792415 h 1410230"/>
                <a:gd name="connsiteX2610" fmla="*/ 858350 w 1087064"/>
                <a:gd name="connsiteY2610" fmla="*/ 792415 h 1410230"/>
                <a:gd name="connsiteX2611" fmla="*/ 857005 w 1087064"/>
                <a:gd name="connsiteY2611" fmla="*/ 792415 h 1410230"/>
                <a:gd name="connsiteX2612" fmla="*/ 855660 w 1087064"/>
                <a:gd name="connsiteY2612" fmla="*/ 795102 h 1410230"/>
                <a:gd name="connsiteX2613" fmla="*/ 855660 w 1087064"/>
                <a:gd name="connsiteY2613" fmla="*/ 797788 h 1410230"/>
                <a:gd name="connsiteX2614" fmla="*/ 852969 w 1087064"/>
                <a:gd name="connsiteY2614" fmla="*/ 799131 h 1410230"/>
                <a:gd name="connsiteX2615" fmla="*/ 850278 w 1087064"/>
                <a:gd name="connsiteY2615" fmla="*/ 797788 h 1410230"/>
                <a:gd name="connsiteX2616" fmla="*/ 846242 w 1087064"/>
                <a:gd name="connsiteY2616" fmla="*/ 795102 h 1410230"/>
                <a:gd name="connsiteX2617" fmla="*/ 839515 w 1087064"/>
                <a:gd name="connsiteY2617" fmla="*/ 791072 h 1410230"/>
                <a:gd name="connsiteX2618" fmla="*/ 835479 w 1087064"/>
                <a:gd name="connsiteY2618" fmla="*/ 787043 h 1410230"/>
                <a:gd name="connsiteX2619" fmla="*/ 824716 w 1087064"/>
                <a:gd name="connsiteY2619" fmla="*/ 777642 h 1410230"/>
                <a:gd name="connsiteX2620" fmla="*/ 823371 w 1087064"/>
                <a:gd name="connsiteY2620" fmla="*/ 773612 h 1410230"/>
                <a:gd name="connsiteX2621" fmla="*/ 823371 w 1087064"/>
                <a:gd name="connsiteY2621" fmla="*/ 770926 h 1410230"/>
                <a:gd name="connsiteX2622" fmla="*/ 824716 w 1087064"/>
                <a:gd name="connsiteY2622" fmla="*/ 769583 h 1410230"/>
                <a:gd name="connsiteX2623" fmla="*/ 827407 w 1087064"/>
                <a:gd name="connsiteY2623" fmla="*/ 769583 h 1410230"/>
                <a:gd name="connsiteX2624" fmla="*/ 828752 w 1087064"/>
                <a:gd name="connsiteY2624" fmla="*/ 770926 h 1410230"/>
                <a:gd name="connsiteX2625" fmla="*/ 831443 w 1087064"/>
                <a:gd name="connsiteY2625" fmla="*/ 772269 h 1410230"/>
                <a:gd name="connsiteX2626" fmla="*/ 840860 w 1087064"/>
                <a:gd name="connsiteY2626" fmla="*/ 776298 h 1410230"/>
                <a:gd name="connsiteX2627" fmla="*/ 846242 w 1087064"/>
                <a:gd name="connsiteY2627" fmla="*/ 780328 h 1410230"/>
                <a:gd name="connsiteX2628" fmla="*/ 847587 w 1087064"/>
                <a:gd name="connsiteY2628" fmla="*/ 778985 h 1410230"/>
                <a:gd name="connsiteX2629" fmla="*/ 854314 w 1087064"/>
                <a:gd name="connsiteY2629" fmla="*/ 777642 h 1410230"/>
                <a:gd name="connsiteX2630" fmla="*/ 854314 w 1087064"/>
                <a:gd name="connsiteY2630" fmla="*/ 774955 h 1410230"/>
                <a:gd name="connsiteX2631" fmla="*/ 852969 w 1087064"/>
                <a:gd name="connsiteY2631" fmla="*/ 773612 h 1410230"/>
                <a:gd name="connsiteX2632" fmla="*/ 851623 w 1087064"/>
                <a:gd name="connsiteY2632" fmla="*/ 773612 h 1410230"/>
                <a:gd name="connsiteX2633" fmla="*/ 848933 w 1087064"/>
                <a:gd name="connsiteY2633" fmla="*/ 774955 h 1410230"/>
                <a:gd name="connsiteX2634" fmla="*/ 844896 w 1087064"/>
                <a:gd name="connsiteY2634" fmla="*/ 773612 h 1410230"/>
                <a:gd name="connsiteX2635" fmla="*/ 836824 w 1087064"/>
                <a:gd name="connsiteY2635" fmla="*/ 768240 h 1410230"/>
                <a:gd name="connsiteX2636" fmla="*/ 828752 w 1087064"/>
                <a:gd name="connsiteY2636" fmla="*/ 764211 h 1410230"/>
                <a:gd name="connsiteX2637" fmla="*/ 826061 w 1087064"/>
                <a:gd name="connsiteY2637" fmla="*/ 764211 h 1410230"/>
                <a:gd name="connsiteX2638" fmla="*/ 813953 w 1087064"/>
                <a:gd name="connsiteY2638" fmla="*/ 760182 h 1410230"/>
                <a:gd name="connsiteX2639" fmla="*/ 813953 w 1087064"/>
                <a:gd name="connsiteY2639" fmla="*/ 757495 h 1410230"/>
                <a:gd name="connsiteX2640" fmla="*/ 811262 w 1087064"/>
                <a:gd name="connsiteY2640" fmla="*/ 756152 h 1410230"/>
                <a:gd name="connsiteX2641" fmla="*/ 808571 w 1087064"/>
                <a:gd name="connsiteY2641" fmla="*/ 756152 h 1410230"/>
                <a:gd name="connsiteX2642" fmla="*/ 807226 w 1087064"/>
                <a:gd name="connsiteY2642" fmla="*/ 758839 h 1410230"/>
                <a:gd name="connsiteX2643" fmla="*/ 807226 w 1087064"/>
                <a:gd name="connsiteY2643" fmla="*/ 762868 h 1410230"/>
                <a:gd name="connsiteX2644" fmla="*/ 805881 w 1087064"/>
                <a:gd name="connsiteY2644" fmla="*/ 770926 h 1410230"/>
                <a:gd name="connsiteX2645" fmla="*/ 805881 w 1087064"/>
                <a:gd name="connsiteY2645" fmla="*/ 773612 h 1410230"/>
                <a:gd name="connsiteX2646" fmla="*/ 804535 w 1087064"/>
                <a:gd name="connsiteY2646" fmla="*/ 776298 h 1410230"/>
                <a:gd name="connsiteX2647" fmla="*/ 803190 w 1087064"/>
                <a:gd name="connsiteY2647" fmla="*/ 774955 h 1410230"/>
                <a:gd name="connsiteX2648" fmla="*/ 795118 w 1087064"/>
                <a:gd name="connsiteY2648" fmla="*/ 765554 h 1410230"/>
                <a:gd name="connsiteX2649" fmla="*/ 789736 w 1087064"/>
                <a:gd name="connsiteY2649" fmla="*/ 756152 h 1410230"/>
                <a:gd name="connsiteX2650" fmla="*/ 788391 w 1087064"/>
                <a:gd name="connsiteY2650" fmla="*/ 753466 h 1410230"/>
                <a:gd name="connsiteX2651" fmla="*/ 788391 w 1087064"/>
                <a:gd name="connsiteY2651" fmla="*/ 750780 h 1410230"/>
                <a:gd name="connsiteX2652" fmla="*/ 787045 w 1087064"/>
                <a:gd name="connsiteY2652" fmla="*/ 748094 h 1410230"/>
                <a:gd name="connsiteX2653" fmla="*/ 785700 w 1087064"/>
                <a:gd name="connsiteY2653" fmla="*/ 748094 h 1410230"/>
                <a:gd name="connsiteX2654" fmla="*/ 785700 w 1087064"/>
                <a:gd name="connsiteY2654" fmla="*/ 749437 h 1410230"/>
                <a:gd name="connsiteX2655" fmla="*/ 785700 w 1087064"/>
                <a:gd name="connsiteY2655" fmla="*/ 752123 h 1410230"/>
                <a:gd name="connsiteX2656" fmla="*/ 789736 w 1087064"/>
                <a:gd name="connsiteY2656" fmla="*/ 754809 h 1410230"/>
                <a:gd name="connsiteX2657" fmla="*/ 795118 w 1087064"/>
                <a:gd name="connsiteY2657" fmla="*/ 764211 h 1410230"/>
                <a:gd name="connsiteX2658" fmla="*/ 795118 w 1087064"/>
                <a:gd name="connsiteY2658" fmla="*/ 766897 h 1410230"/>
                <a:gd name="connsiteX2659" fmla="*/ 797808 w 1087064"/>
                <a:gd name="connsiteY2659" fmla="*/ 769583 h 1410230"/>
                <a:gd name="connsiteX2660" fmla="*/ 799154 w 1087064"/>
                <a:gd name="connsiteY2660" fmla="*/ 772269 h 1410230"/>
                <a:gd name="connsiteX2661" fmla="*/ 799154 w 1087064"/>
                <a:gd name="connsiteY2661" fmla="*/ 774955 h 1410230"/>
                <a:gd name="connsiteX2662" fmla="*/ 796463 w 1087064"/>
                <a:gd name="connsiteY2662" fmla="*/ 774955 h 1410230"/>
                <a:gd name="connsiteX2663" fmla="*/ 792427 w 1087064"/>
                <a:gd name="connsiteY2663" fmla="*/ 776298 h 1410230"/>
                <a:gd name="connsiteX2664" fmla="*/ 789736 w 1087064"/>
                <a:gd name="connsiteY2664" fmla="*/ 778985 h 1410230"/>
                <a:gd name="connsiteX2665" fmla="*/ 788391 w 1087064"/>
                <a:gd name="connsiteY2665" fmla="*/ 781671 h 1410230"/>
                <a:gd name="connsiteX2666" fmla="*/ 784354 w 1087064"/>
                <a:gd name="connsiteY2666" fmla="*/ 783014 h 1410230"/>
                <a:gd name="connsiteX2667" fmla="*/ 781664 w 1087064"/>
                <a:gd name="connsiteY2667" fmla="*/ 785700 h 1410230"/>
                <a:gd name="connsiteX2668" fmla="*/ 777628 w 1087064"/>
                <a:gd name="connsiteY2668" fmla="*/ 787043 h 1410230"/>
                <a:gd name="connsiteX2669" fmla="*/ 773592 w 1087064"/>
                <a:gd name="connsiteY2669" fmla="*/ 787043 h 1410230"/>
                <a:gd name="connsiteX2670" fmla="*/ 770901 w 1087064"/>
                <a:gd name="connsiteY2670" fmla="*/ 784357 h 1410230"/>
                <a:gd name="connsiteX2671" fmla="*/ 768210 w 1087064"/>
                <a:gd name="connsiteY2671" fmla="*/ 784357 h 1410230"/>
                <a:gd name="connsiteX2672" fmla="*/ 765519 w 1087064"/>
                <a:gd name="connsiteY2672" fmla="*/ 783014 h 1410230"/>
                <a:gd name="connsiteX2673" fmla="*/ 764174 w 1087064"/>
                <a:gd name="connsiteY2673" fmla="*/ 780328 h 1410230"/>
                <a:gd name="connsiteX2674" fmla="*/ 758792 w 1087064"/>
                <a:gd name="connsiteY2674" fmla="*/ 776298 h 1410230"/>
                <a:gd name="connsiteX2675" fmla="*/ 756102 w 1087064"/>
                <a:gd name="connsiteY2675" fmla="*/ 774955 h 1410230"/>
                <a:gd name="connsiteX2676" fmla="*/ 756102 w 1087064"/>
                <a:gd name="connsiteY2676" fmla="*/ 772269 h 1410230"/>
                <a:gd name="connsiteX2677" fmla="*/ 754756 w 1087064"/>
                <a:gd name="connsiteY2677" fmla="*/ 769583 h 1410230"/>
                <a:gd name="connsiteX2678" fmla="*/ 753411 w 1087064"/>
                <a:gd name="connsiteY2678" fmla="*/ 768240 h 1410230"/>
                <a:gd name="connsiteX2679" fmla="*/ 752065 w 1087064"/>
                <a:gd name="connsiteY2679" fmla="*/ 769583 h 1410230"/>
                <a:gd name="connsiteX2680" fmla="*/ 752065 w 1087064"/>
                <a:gd name="connsiteY2680" fmla="*/ 773612 h 1410230"/>
                <a:gd name="connsiteX2681" fmla="*/ 753411 w 1087064"/>
                <a:gd name="connsiteY2681" fmla="*/ 776298 h 1410230"/>
                <a:gd name="connsiteX2682" fmla="*/ 757447 w 1087064"/>
                <a:gd name="connsiteY2682" fmla="*/ 778985 h 1410230"/>
                <a:gd name="connsiteX2683" fmla="*/ 761483 w 1087064"/>
                <a:gd name="connsiteY2683" fmla="*/ 783014 h 1410230"/>
                <a:gd name="connsiteX2684" fmla="*/ 764174 w 1087064"/>
                <a:gd name="connsiteY2684" fmla="*/ 787043 h 1410230"/>
                <a:gd name="connsiteX2685" fmla="*/ 764174 w 1087064"/>
                <a:gd name="connsiteY2685" fmla="*/ 789729 h 1410230"/>
                <a:gd name="connsiteX2686" fmla="*/ 761483 w 1087064"/>
                <a:gd name="connsiteY2686" fmla="*/ 791072 h 1410230"/>
                <a:gd name="connsiteX2687" fmla="*/ 753411 w 1087064"/>
                <a:gd name="connsiteY2687" fmla="*/ 791072 h 1410230"/>
                <a:gd name="connsiteX2688" fmla="*/ 748030 w 1087064"/>
                <a:gd name="connsiteY2688" fmla="*/ 789729 h 1410230"/>
                <a:gd name="connsiteX2689" fmla="*/ 743993 w 1087064"/>
                <a:gd name="connsiteY2689" fmla="*/ 791072 h 1410230"/>
                <a:gd name="connsiteX2690" fmla="*/ 741303 w 1087064"/>
                <a:gd name="connsiteY2690" fmla="*/ 793758 h 1410230"/>
                <a:gd name="connsiteX2691" fmla="*/ 742648 w 1087064"/>
                <a:gd name="connsiteY2691" fmla="*/ 795102 h 1410230"/>
                <a:gd name="connsiteX2692" fmla="*/ 743993 w 1087064"/>
                <a:gd name="connsiteY2692" fmla="*/ 795102 h 1410230"/>
                <a:gd name="connsiteX2693" fmla="*/ 745339 w 1087064"/>
                <a:gd name="connsiteY2693" fmla="*/ 797788 h 1410230"/>
                <a:gd name="connsiteX2694" fmla="*/ 746684 w 1087064"/>
                <a:gd name="connsiteY2694" fmla="*/ 800474 h 1410230"/>
                <a:gd name="connsiteX2695" fmla="*/ 748030 w 1087064"/>
                <a:gd name="connsiteY2695" fmla="*/ 797788 h 1410230"/>
                <a:gd name="connsiteX2696" fmla="*/ 749375 w 1087064"/>
                <a:gd name="connsiteY2696" fmla="*/ 795102 h 1410230"/>
                <a:gd name="connsiteX2697" fmla="*/ 753411 w 1087064"/>
                <a:gd name="connsiteY2697" fmla="*/ 795102 h 1410230"/>
                <a:gd name="connsiteX2698" fmla="*/ 757447 w 1087064"/>
                <a:gd name="connsiteY2698" fmla="*/ 796445 h 1410230"/>
                <a:gd name="connsiteX2699" fmla="*/ 761483 w 1087064"/>
                <a:gd name="connsiteY2699" fmla="*/ 797788 h 1410230"/>
                <a:gd name="connsiteX2700" fmla="*/ 764174 w 1087064"/>
                <a:gd name="connsiteY2700" fmla="*/ 796445 h 1410230"/>
                <a:gd name="connsiteX2701" fmla="*/ 764174 w 1087064"/>
                <a:gd name="connsiteY2701" fmla="*/ 793758 h 1410230"/>
                <a:gd name="connsiteX2702" fmla="*/ 766865 w 1087064"/>
                <a:gd name="connsiteY2702" fmla="*/ 792415 h 1410230"/>
                <a:gd name="connsiteX2703" fmla="*/ 772246 w 1087064"/>
                <a:gd name="connsiteY2703" fmla="*/ 792415 h 1410230"/>
                <a:gd name="connsiteX2704" fmla="*/ 776282 w 1087064"/>
                <a:gd name="connsiteY2704" fmla="*/ 792415 h 1410230"/>
                <a:gd name="connsiteX2705" fmla="*/ 777628 w 1087064"/>
                <a:gd name="connsiteY2705" fmla="*/ 793758 h 1410230"/>
                <a:gd name="connsiteX2706" fmla="*/ 780318 w 1087064"/>
                <a:gd name="connsiteY2706" fmla="*/ 796445 h 1410230"/>
                <a:gd name="connsiteX2707" fmla="*/ 785700 w 1087064"/>
                <a:gd name="connsiteY2707" fmla="*/ 797788 h 1410230"/>
                <a:gd name="connsiteX2708" fmla="*/ 788391 w 1087064"/>
                <a:gd name="connsiteY2708" fmla="*/ 800474 h 1410230"/>
                <a:gd name="connsiteX2709" fmla="*/ 789736 w 1087064"/>
                <a:gd name="connsiteY2709" fmla="*/ 803160 h 1410230"/>
                <a:gd name="connsiteX2710" fmla="*/ 788391 w 1087064"/>
                <a:gd name="connsiteY2710" fmla="*/ 805846 h 1410230"/>
                <a:gd name="connsiteX2711" fmla="*/ 785700 w 1087064"/>
                <a:gd name="connsiteY2711" fmla="*/ 807189 h 1410230"/>
                <a:gd name="connsiteX2712" fmla="*/ 783009 w 1087064"/>
                <a:gd name="connsiteY2712" fmla="*/ 809875 h 1410230"/>
                <a:gd name="connsiteX2713" fmla="*/ 778973 w 1087064"/>
                <a:gd name="connsiteY2713" fmla="*/ 809875 h 1410230"/>
                <a:gd name="connsiteX2714" fmla="*/ 774937 w 1087064"/>
                <a:gd name="connsiteY2714" fmla="*/ 809875 h 1410230"/>
                <a:gd name="connsiteX2715" fmla="*/ 770901 w 1087064"/>
                <a:gd name="connsiteY2715" fmla="*/ 813905 h 1410230"/>
                <a:gd name="connsiteX2716" fmla="*/ 766865 w 1087064"/>
                <a:gd name="connsiteY2716" fmla="*/ 815248 h 1410230"/>
                <a:gd name="connsiteX2717" fmla="*/ 762829 w 1087064"/>
                <a:gd name="connsiteY2717" fmla="*/ 813905 h 1410230"/>
                <a:gd name="connsiteX2718" fmla="*/ 758792 w 1087064"/>
                <a:gd name="connsiteY2718" fmla="*/ 808532 h 1410230"/>
                <a:gd name="connsiteX2719" fmla="*/ 756102 w 1087064"/>
                <a:gd name="connsiteY2719" fmla="*/ 807189 h 1410230"/>
                <a:gd name="connsiteX2720" fmla="*/ 753411 w 1087064"/>
                <a:gd name="connsiteY2720" fmla="*/ 807189 h 1410230"/>
                <a:gd name="connsiteX2721" fmla="*/ 752065 w 1087064"/>
                <a:gd name="connsiteY2721" fmla="*/ 809875 h 1410230"/>
                <a:gd name="connsiteX2722" fmla="*/ 749375 w 1087064"/>
                <a:gd name="connsiteY2722" fmla="*/ 809875 h 1410230"/>
                <a:gd name="connsiteX2723" fmla="*/ 748030 w 1087064"/>
                <a:gd name="connsiteY2723" fmla="*/ 808532 h 1410230"/>
                <a:gd name="connsiteX2724" fmla="*/ 745339 w 1087064"/>
                <a:gd name="connsiteY2724" fmla="*/ 808532 h 1410230"/>
                <a:gd name="connsiteX2725" fmla="*/ 745339 w 1087064"/>
                <a:gd name="connsiteY2725" fmla="*/ 809875 h 1410230"/>
                <a:gd name="connsiteX2726" fmla="*/ 748030 w 1087064"/>
                <a:gd name="connsiteY2726" fmla="*/ 809875 h 1410230"/>
                <a:gd name="connsiteX2727" fmla="*/ 753411 w 1087064"/>
                <a:gd name="connsiteY2727" fmla="*/ 809875 h 1410230"/>
                <a:gd name="connsiteX2728" fmla="*/ 756102 w 1087064"/>
                <a:gd name="connsiteY2728" fmla="*/ 808532 h 1410230"/>
                <a:gd name="connsiteX2729" fmla="*/ 758792 w 1087064"/>
                <a:gd name="connsiteY2729" fmla="*/ 809875 h 1410230"/>
                <a:gd name="connsiteX2730" fmla="*/ 760138 w 1087064"/>
                <a:gd name="connsiteY2730" fmla="*/ 812562 h 1410230"/>
                <a:gd name="connsiteX2731" fmla="*/ 758792 w 1087064"/>
                <a:gd name="connsiteY2731" fmla="*/ 815248 h 1410230"/>
                <a:gd name="connsiteX2732" fmla="*/ 754756 w 1087064"/>
                <a:gd name="connsiteY2732" fmla="*/ 816591 h 1410230"/>
                <a:gd name="connsiteX2733" fmla="*/ 750720 w 1087064"/>
                <a:gd name="connsiteY2733" fmla="*/ 819277 h 1410230"/>
                <a:gd name="connsiteX2734" fmla="*/ 749375 w 1087064"/>
                <a:gd name="connsiteY2734" fmla="*/ 820620 h 1410230"/>
                <a:gd name="connsiteX2735" fmla="*/ 752065 w 1087064"/>
                <a:gd name="connsiteY2735" fmla="*/ 820620 h 1410230"/>
                <a:gd name="connsiteX2736" fmla="*/ 754756 w 1087064"/>
                <a:gd name="connsiteY2736" fmla="*/ 819277 h 1410230"/>
                <a:gd name="connsiteX2737" fmla="*/ 760138 w 1087064"/>
                <a:gd name="connsiteY2737" fmla="*/ 817934 h 1410230"/>
                <a:gd name="connsiteX2738" fmla="*/ 761483 w 1087064"/>
                <a:gd name="connsiteY2738" fmla="*/ 817934 h 1410230"/>
                <a:gd name="connsiteX2739" fmla="*/ 762829 w 1087064"/>
                <a:gd name="connsiteY2739" fmla="*/ 820620 h 1410230"/>
                <a:gd name="connsiteX2740" fmla="*/ 762829 w 1087064"/>
                <a:gd name="connsiteY2740" fmla="*/ 823306 h 1410230"/>
                <a:gd name="connsiteX2741" fmla="*/ 764174 w 1087064"/>
                <a:gd name="connsiteY2741" fmla="*/ 823306 h 1410230"/>
                <a:gd name="connsiteX2742" fmla="*/ 766865 w 1087064"/>
                <a:gd name="connsiteY2742" fmla="*/ 819277 h 1410230"/>
                <a:gd name="connsiteX2743" fmla="*/ 769556 w 1087064"/>
                <a:gd name="connsiteY2743" fmla="*/ 817934 h 1410230"/>
                <a:gd name="connsiteX2744" fmla="*/ 772246 w 1087064"/>
                <a:gd name="connsiteY2744" fmla="*/ 817934 h 1410230"/>
                <a:gd name="connsiteX2745" fmla="*/ 776282 w 1087064"/>
                <a:gd name="connsiteY2745" fmla="*/ 813905 h 1410230"/>
                <a:gd name="connsiteX2746" fmla="*/ 777628 w 1087064"/>
                <a:gd name="connsiteY2746" fmla="*/ 813905 h 1410230"/>
                <a:gd name="connsiteX2747" fmla="*/ 780318 w 1087064"/>
                <a:gd name="connsiteY2747" fmla="*/ 815248 h 1410230"/>
                <a:gd name="connsiteX2748" fmla="*/ 787045 w 1087064"/>
                <a:gd name="connsiteY2748" fmla="*/ 819277 h 1410230"/>
                <a:gd name="connsiteX2749" fmla="*/ 789736 w 1087064"/>
                <a:gd name="connsiteY2749" fmla="*/ 819277 h 1410230"/>
                <a:gd name="connsiteX2750" fmla="*/ 791081 w 1087064"/>
                <a:gd name="connsiteY2750" fmla="*/ 820620 h 1410230"/>
                <a:gd name="connsiteX2751" fmla="*/ 791081 w 1087064"/>
                <a:gd name="connsiteY2751" fmla="*/ 823306 h 1410230"/>
                <a:gd name="connsiteX2752" fmla="*/ 789736 w 1087064"/>
                <a:gd name="connsiteY2752" fmla="*/ 831365 h 1410230"/>
                <a:gd name="connsiteX2753" fmla="*/ 787045 w 1087064"/>
                <a:gd name="connsiteY2753" fmla="*/ 834051 h 1410230"/>
                <a:gd name="connsiteX2754" fmla="*/ 781664 w 1087064"/>
                <a:gd name="connsiteY2754" fmla="*/ 835394 h 1410230"/>
                <a:gd name="connsiteX2755" fmla="*/ 777628 w 1087064"/>
                <a:gd name="connsiteY2755" fmla="*/ 835394 h 1410230"/>
                <a:gd name="connsiteX2756" fmla="*/ 773592 w 1087064"/>
                <a:gd name="connsiteY2756" fmla="*/ 834051 h 1410230"/>
                <a:gd name="connsiteX2757" fmla="*/ 765519 w 1087064"/>
                <a:gd name="connsiteY2757" fmla="*/ 834051 h 1410230"/>
                <a:gd name="connsiteX2758" fmla="*/ 764174 w 1087064"/>
                <a:gd name="connsiteY2758" fmla="*/ 832708 h 1410230"/>
                <a:gd name="connsiteX2759" fmla="*/ 760138 w 1087064"/>
                <a:gd name="connsiteY2759" fmla="*/ 835394 h 1410230"/>
                <a:gd name="connsiteX2760" fmla="*/ 761483 w 1087064"/>
                <a:gd name="connsiteY2760" fmla="*/ 836737 h 1410230"/>
                <a:gd name="connsiteX2761" fmla="*/ 766865 w 1087064"/>
                <a:gd name="connsiteY2761" fmla="*/ 835394 h 1410230"/>
                <a:gd name="connsiteX2762" fmla="*/ 772246 w 1087064"/>
                <a:gd name="connsiteY2762" fmla="*/ 835394 h 1410230"/>
                <a:gd name="connsiteX2763" fmla="*/ 778973 w 1087064"/>
                <a:gd name="connsiteY2763" fmla="*/ 838080 h 1410230"/>
                <a:gd name="connsiteX2764" fmla="*/ 780318 w 1087064"/>
                <a:gd name="connsiteY2764" fmla="*/ 840766 h 1410230"/>
                <a:gd name="connsiteX2765" fmla="*/ 780318 w 1087064"/>
                <a:gd name="connsiteY2765" fmla="*/ 843452 h 1410230"/>
                <a:gd name="connsiteX2766" fmla="*/ 784354 w 1087064"/>
                <a:gd name="connsiteY2766" fmla="*/ 839423 h 1410230"/>
                <a:gd name="connsiteX2767" fmla="*/ 788391 w 1087064"/>
                <a:gd name="connsiteY2767" fmla="*/ 838080 h 1410230"/>
                <a:gd name="connsiteX2768" fmla="*/ 793772 w 1087064"/>
                <a:gd name="connsiteY2768" fmla="*/ 838080 h 1410230"/>
                <a:gd name="connsiteX2769" fmla="*/ 797808 w 1087064"/>
                <a:gd name="connsiteY2769" fmla="*/ 840766 h 1410230"/>
                <a:gd name="connsiteX2770" fmla="*/ 799154 w 1087064"/>
                <a:gd name="connsiteY2770" fmla="*/ 843452 h 1410230"/>
                <a:gd name="connsiteX2771" fmla="*/ 807226 w 1087064"/>
                <a:gd name="connsiteY2771" fmla="*/ 848825 h 1410230"/>
                <a:gd name="connsiteX2772" fmla="*/ 808571 w 1087064"/>
                <a:gd name="connsiteY2772" fmla="*/ 850168 h 1410230"/>
                <a:gd name="connsiteX2773" fmla="*/ 808571 w 1087064"/>
                <a:gd name="connsiteY2773" fmla="*/ 852854 h 1410230"/>
                <a:gd name="connsiteX2774" fmla="*/ 811262 w 1087064"/>
                <a:gd name="connsiteY2774" fmla="*/ 852854 h 1410230"/>
                <a:gd name="connsiteX2775" fmla="*/ 812607 w 1087064"/>
                <a:gd name="connsiteY2775" fmla="*/ 854197 h 1410230"/>
                <a:gd name="connsiteX2776" fmla="*/ 813953 w 1087064"/>
                <a:gd name="connsiteY2776" fmla="*/ 854197 h 1410230"/>
                <a:gd name="connsiteX2777" fmla="*/ 817989 w 1087064"/>
                <a:gd name="connsiteY2777" fmla="*/ 858226 h 1410230"/>
                <a:gd name="connsiteX2778" fmla="*/ 820680 w 1087064"/>
                <a:gd name="connsiteY2778" fmla="*/ 859569 h 1410230"/>
                <a:gd name="connsiteX2779" fmla="*/ 822025 w 1087064"/>
                <a:gd name="connsiteY2779" fmla="*/ 862255 h 1410230"/>
                <a:gd name="connsiteX2780" fmla="*/ 823371 w 1087064"/>
                <a:gd name="connsiteY2780" fmla="*/ 864942 h 1410230"/>
                <a:gd name="connsiteX2781" fmla="*/ 824716 w 1087064"/>
                <a:gd name="connsiteY2781" fmla="*/ 864942 h 1410230"/>
                <a:gd name="connsiteX2782" fmla="*/ 826061 w 1087064"/>
                <a:gd name="connsiteY2782" fmla="*/ 867628 h 1410230"/>
                <a:gd name="connsiteX2783" fmla="*/ 827407 w 1087064"/>
                <a:gd name="connsiteY2783" fmla="*/ 868971 h 1410230"/>
                <a:gd name="connsiteX2784" fmla="*/ 827407 w 1087064"/>
                <a:gd name="connsiteY2784" fmla="*/ 870314 h 1410230"/>
                <a:gd name="connsiteX2785" fmla="*/ 824716 w 1087064"/>
                <a:gd name="connsiteY2785" fmla="*/ 875686 h 1410230"/>
                <a:gd name="connsiteX2786" fmla="*/ 822025 w 1087064"/>
                <a:gd name="connsiteY2786" fmla="*/ 877029 h 1410230"/>
                <a:gd name="connsiteX2787" fmla="*/ 820680 w 1087064"/>
                <a:gd name="connsiteY2787" fmla="*/ 879715 h 1410230"/>
                <a:gd name="connsiteX2788" fmla="*/ 819334 w 1087064"/>
                <a:gd name="connsiteY2788" fmla="*/ 883745 h 1410230"/>
                <a:gd name="connsiteX2789" fmla="*/ 819334 w 1087064"/>
                <a:gd name="connsiteY2789" fmla="*/ 885088 h 1410230"/>
                <a:gd name="connsiteX2790" fmla="*/ 822025 w 1087064"/>
                <a:gd name="connsiteY2790" fmla="*/ 881058 h 1410230"/>
                <a:gd name="connsiteX2791" fmla="*/ 826061 w 1087064"/>
                <a:gd name="connsiteY2791" fmla="*/ 877029 h 1410230"/>
                <a:gd name="connsiteX2792" fmla="*/ 828752 w 1087064"/>
                <a:gd name="connsiteY2792" fmla="*/ 875686 h 1410230"/>
                <a:gd name="connsiteX2793" fmla="*/ 830098 w 1087064"/>
                <a:gd name="connsiteY2793" fmla="*/ 877029 h 1410230"/>
                <a:gd name="connsiteX2794" fmla="*/ 828752 w 1087064"/>
                <a:gd name="connsiteY2794" fmla="*/ 879715 h 1410230"/>
                <a:gd name="connsiteX2795" fmla="*/ 827407 w 1087064"/>
                <a:gd name="connsiteY2795" fmla="*/ 883745 h 1410230"/>
                <a:gd name="connsiteX2796" fmla="*/ 828752 w 1087064"/>
                <a:gd name="connsiteY2796" fmla="*/ 882402 h 1410230"/>
                <a:gd name="connsiteX2797" fmla="*/ 830098 w 1087064"/>
                <a:gd name="connsiteY2797" fmla="*/ 879715 h 1410230"/>
                <a:gd name="connsiteX2798" fmla="*/ 831443 w 1087064"/>
                <a:gd name="connsiteY2798" fmla="*/ 877029 h 1410230"/>
                <a:gd name="connsiteX2799" fmla="*/ 834134 w 1087064"/>
                <a:gd name="connsiteY2799" fmla="*/ 877029 h 1410230"/>
                <a:gd name="connsiteX2800" fmla="*/ 836824 w 1087064"/>
                <a:gd name="connsiteY2800" fmla="*/ 879715 h 1410230"/>
                <a:gd name="connsiteX2801" fmla="*/ 835479 w 1087064"/>
                <a:gd name="connsiteY2801" fmla="*/ 882402 h 1410230"/>
                <a:gd name="connsiteX2802" fmla="*/ 831443 w 1087064"/>
                <a:gd name="connsiteY2802" fmla="*/ 885088 h 1410230"/>
                <a:gd name="connsiteX2803" fmla="*/ 827407 w 1087064"/>
                <a:gd name="connsiteY2803" fmla="*/ 887774 h 1410230"/>
                <a:gd name="connsiteX2804" fmla="*/ 826061 w 1087064"/>
                <a:gd name="connsiteY2804" fmla="*/ 890460 h 1410230"/>
                <a:gd name="connsiteX2805" fmla="*/ 826061 w 1087064"/>
                <a:gd name="connsiteY2805" fmla="*/ 893146 h 1410230"/>
                <a:gd name="connsiteX2806" fmla="*/ 827407 w 1087064"/>
                <a:gd name="connsiteY2806" fmla="*/ 894489 h 1410230"/>
                <a:gd name="connsiteX2807" fmla="*/ 827407 w 1087064"/>
                <a:gd name="connsiteY2807" fmla="*/ 897175 h 1410230"/>
                <a:gd name="connsiteX2808" fmla="*/ 826061 w 1087064"/>
                <a:gd name="connsiteY2808" fmla="*/ 902548 h 1410230"/>
                <a:gd name="connsiteX2809" fmla="*/ 826061 w 1087064"/>
                <a:gd name="connsiteY2809" fmla="*/ 903891 h 1410230"/>
                <a:gd name="connsiteX2810" fmla="*/ 828752 w 1087064"/>
                <a:gd name="connsiteY2810" fmla="*/ 902548 h 1410230"/>
                <a:gd name="connsiteX2811" fmla="*/ 830098 w 1087064"/>
                <a:gd name="connsiteY2811" fmla="*/ 895832 h 1410230"/>
                <a:gd name="connsiteX2812" fmla="*/ 832788 w 1087064"/>
                <a:gd name="connsiteY2812" fmla="*/ 890460 h 1410230"/>
                <a:gd name="connsiteX2813" fmla="*/ 836824 w 1087064"/>
                <a:gd name="connsiteY2813" fmla="*/ 887774 h 1410230"/>
                <a:gd name="connsiteX2814" fmla="*/ 838169 w 1087064"/>
                <a:gd name="connsiteY2814" fmla="*/ 887774 h 1410230"/>
                <a:gd name="connsiteX2815" fmla="*/ 838169 w 1087064"/>
                <a:gd name="connsiteY2815" fmla="*/ 890460 h 1410230"/>
                <a:gd name="connsiteX2816" fmla="*/ 835479 w 1087064"/>
                <a:gd name="connsiteY2816" fmla="*/ 894489 h 1410230"/>
                <a:gd name="connsiteX2817" fmla="*/ 834134 w 1087064"/>
                <a:gd name="connsiteY2817" fmla="*/ 898519 h 1410230"/>
                <a:gd name="connsiteX2818" fmla="*/ 834134 w 1087064"/>
                <a:gd name="connsiteY2818" fmla="*/ 901205 h 1410230"/>
                <a:gd name="connsiteX2819" fmla="*/ 836824 w 1087064"/>
                <a:gd name="connsiteY2819" fmla="*/ 899862 h 1410230"/>
                <a:gd name="connsiteX2820" fmla="*/ 838169 w 1087064"/>
                <a:gd name="connsiteY2820" fmla="*/ 901205 h 1410230"/>
                <a:gd name="connsiteX2821" fmla="*/ 838169 w 1087064"/>
                <a:gd name="connsiteY2821" fmla="*/ 905234 h 1410230"/>
                <a:gd name="connsiteX2822" fmla="*/ 835479 w 1087064"/>
                <a:gd name="connsiteY2822" fmla="*/ 907920 h 1410230"/>
                <a:gd name="connsiteX2823" fmla="*/ 831443 w 1087064"/>
                <a:gd name="connsiteY2823" fmla="*/ 909263 h 1410230"/>
                <a:gd name="connsiteX2824" fmla="*/ 830098 w 1087064"/>
                <a:gd name="connsiteY2824" fmla="*/ 911949 h 1410230"/>
                <a:gd name="connsiteX2825" fmla="*/ 830098 w 1087064"/>
                <a:gd name="connsiteY2825" fmla="*/ 914635 h 1410230"/>
                <a:gd name="connsiteX2826" fmla="*/ 835479 w 1087064"/>
                <a:gd name="connsiteY2826" fmla="*/ 913292 h 1410230"/>
                <a:gd name="connsiteX2827" fmla="*/ 836824 w 1087064"/>
                <a:gd name="connsiteY2827" fmla="*/ 914635 h 1410230"/>
                <a:gd name="connsiteX2828" fmla="*/ 836824 w 1087064"/>
                <a:gd name="connsiteY2828" fmla="*/ 917322 h 1410230"/>
                <a:gd name="connsiteX2829" fmla="*/ 835479 w 1087064"/>
                <a:gd name="connsiteY2829" fmla="*/ 920008 h 1410230"/>
                <a:gd name="connsiteX2830" fmla="*/ 838169 w 1087064"/>
                <a:gd name="connsiteY2830" fmla="*/ 920008 h 1410230"/>
                <a:gd name="connsiteX2831" fmla="*/ 839515 w 1087064"/>
                <a:gd name="connsiteY2831" fmla="*/ 922694 h 1410230"/>
                <a:gd name="connsiteX2832" fmla="*/ 838169 w 1087064"/>
                <a:gd name="connsiteY2832" fmla="*/ 924037 h 1410230"/>
                <a:gd name="connsiteX2833" fmla="*/ 838169 w 1087064"/>
                <a:gd name="connsiteY2833" fmla="*/ 929409 h 1410230"/>
                <a:gd name="connsiteX2834" fmla="*/ 836824 w 1087064"/>
                <a:gd name="connsiteY2834" fmla="*/ 932095 h 1410230"/>
                <a:gd name="connsiteX2835" fmla="*/ 836824 w 1087064"/>
                <a:gd name="connsiteY2835" fmla="*/ 940154 h 1410230"/>
                <a:gd name="connsiteX2836" fmla="*/ 836824 w 1087064"/>
                <a:gd name="connsiteY2836" fmla="*/ 942840 h 1410230"/>
                <a:gd name="connsiteX2837" fmla="*/ 836824 w 1087064"/>
                <a:gd name="connsiteY2837" fmla="*/ 946869 h 1410230"/>
                <a:gd name="connsiteX2838" fmla="*/ 834134 w 1087064"/>
                <a:gd name="connsiteY2838" fmla="*/ 948212 h 1410230"/>
                <a:gd name="connsiteX2839" fmla="*/ 831443 w 1087064"/>
                <a:gd name="connsiteY2839" fmla="*/ 948212 h 1410230"/>
                <a:gd name="connsiteX2840" fmla="*/ 830098 w 1087064"/>
                <a:gd name="connsiteY2840" fmla="*/ 948212 h 1410230"/>
                <a:gd name="connsiteX2841" fmla="*/ 828752 w 1087064"/>
                <a:gd name="connsiteY2841" fmla="*/ 946869 h 1410230"/>
                <a:gd name="connsiteX2842" fmla="*/ 830098 w 1087064"/>
                <a:gd name="connsiteY2842" fmla="*/ 944183 h 1410230"/>
                <a:gd name="connsiteX2843" fmla="*/ 828752 w 1087064"/>
                <a:gd name="connsiteY2843" fmla="*/ 941497 h 1410230"/>
                <a:gd name="connsiteX2844" fmla="*/ 826061 w 1087064"/>
                <a:gd name="connsiteY2844" fmla="*/ 940154 h 1410230"/>
                <a:gd name="connsiteX2845" fmla="*/ 823371 w 1087064"/>
                <a:gd name="connsiteY2845" fmla="*/ 941497 h 1410230"/>
                <a:gd name="connsiteX2846" fmla="*/ 822025 w 1087064"/>
                <a:gd name="connsiteY2846" fmla="*/ 942840 h 1410230"/>
                <a:gd name="connsiteX2847" fmla="*/ 819334 w 1087064"/>
                <a:gd name="connsiteY2847" fmla="*/ 941497 h 1410230"/>
                <a:gd name="connsiteX2848" fmla="*/ 819334 w 1087064"/>
                <a:gd name="connsiteY2848" fmla="*/ 938811 h 1410230"/>
                <a:gd name="connsiteX2849" fmla="*/ 822025 w 1087064"/>
                <a:gd name="connsiteY2849" fmla="*/ 934782 h 1410230"/>
                <a:gd name="connsiteX2850" fmla="*/ 820680 w 1087064"/>
                <a:gd name="connsiteY2850" fmla="*/ 930752 h 1410230"/>
                <a:gd name="connsiteX2851" fmla="*/ 820680 w 1087064"/>
                <a:gd name="connsiteY2851" fmla="*/ 926723 h 1410230"/>
                <a:gd name="connsiteX2852" fmla="*/ 822025 w 1087064"/>
                <a:gd name="connsiteY2852" fmla="*/ 922694 h 1410230"/>
                <a:gd name="connsiteX2853" fmla="*/ 820680 w 1087064"/>
                <a:gd name="connsiteY2853" fmla="*/ 920008 h 1410230"/>
                <a:gd name="connsiteX2854" fmla="*/ 819334 w 1087064"/>
                <a:gd name="connsiteY2854" fmla="*/ 920008 h 1410230"/>
                <a:gd name="connsiteX2855" fmla="*/ 817989 w 1087064"/>
                <a:gd name="connsiteY2855" fmla="*/ 922694 h 1410230"/>
                <a:gd name="connsiteX2856" fmla="*/ 816644 w 1087064"/>
                <a:gd name="connsiteY2856" fmla="*/ 928066 h 1410230"/>
                <a:gd name="connsiteX2857" fmla="*/ 816644 w 1087064"/>
                <a:gd name="connsiteY2857" fmla="*/ 934782 h 1410230"/>
                <a:gd name="connsiteX2858" fmla="*/ 816644 w 1087064"/>
                <a:gd name="connsiteY2858" fmla="*/ 940154 h 1410230"/>
                <a:gd name="connsiteX2859" fmla="*/ 816644 w 1087064"/>
                <a:gd name="connsiteY2859" fmla="*/ 942840 h 1410230"/>
                <a:gd name="connsiteX2860" fmla="*/ 815298 w 1087064"/>
                <a:gd name="connsiteY2860" fmla="*/ 944183 h 1410230"/>
                <a:gd name="connsiteX2861" fmla="*/ 812607 w 1087064"/>
                <a:gd name="connsiteY2861" fmla="*/ 944183 h 1410230"/>
                <a:gd name="connsiteX2862" fmla="*/ 809917 w 1087064"/>
                <a:gd name="connsiteY2862" fmla="*/ 945526 h 1410230"/>
                <a:gd name="connsiteX2863" fmla="*/ 807226 w 1087064"/>
                <a:gd name="connsiteY2863" fmla="*/ 946869 h 1410230"/>
                <a:gd name="connsiteX2864" fmla="*/ 804535 w 1087064"/>
                <a:gd name="connsiteY2864" fmla="*/ 944183 h 1410230"/>
                <a:gd name="connsiteX2865" fmla="*/ 797808 w 1087064"/>
                <a:gd name="connsiteY2865" fmla="*/ 938811 h 1410230"/>
                <a:gd name="connsiteX2866" fmla="*/ 793772 w 1087064"/>
                <a:gd name="connsiteY2866" fmla="*/ 930752 h 1410230"/>
                <a:gd name="connsiteX2867" fmla="*/ 789736 w 1087064"/>
                <a:gd name="connsiteY2867" fmla="*/ 926723 h 1410230"/>
                <a:gd name="connsiteX2868" fmla="*/ 787045 w 1087064"/>
                <a:gd name="connsiteY2868" fmla="*/ 924037 h 1410230"/>
                <a:gd name="connsiteX2869" fmla="*/ 785700 w 1087064"/>
                <a:gd name="connsiteY2869" fmla="*/ 915978 h 1410230"/>
                <a:gd name="connsiteX2870" fmla="*/ 783009 w 1087064"/>
                <a:gd name="connsiteY2870" fmla="*/ 911949 h 1410230"/>
                <a:gd name="connsiteX2871" fmla="*/ 780318 w 1087064"/>
                <a:gd name="connsiteY2871" fmla="*/ 909263 h 1410230"/>
                <a:gd name="connsiteX2872" fmla="*/ 778973 w 1087064"/>
                <a:gd name="connsiteY2872" fmla="*/ 903891 h 1410230"/>
                <a:gd name="connsiteX2873" fmla="*/ 780318 w 1087064"/>
                <a:gd name="connsiteY2873" fmla="*/ 898519 h 1410230"/>
                <a:gd name="connsiteX2874" fmla="*/ 781664 w 1087064"/>
                <a:gd name="connsiteY2874" fmla="*/ 895832 h 1410230"/>
                <a:gd name="connsiteX2875" fmla="*/ 780318 w 1087064"/>
                <a:gd name="connsiteY2875" fmla="*/ 893146 h 1410230"/>
                <a:gd name="connsiteX2876" fmla="*/ 778973 w 1087064"/>
                <a:gd name="connsiteY2876" fmla="*/ 893146 h 1410230"/>
                <a:gd name="connsiteX2877" fmla="*/ 773592 w 1087064"/>
                <a:gd name="connsiteY2877" fmla="*/ 894489 h 1410230"/>
                <a:gd name="connsiteX2878" fmla="*/ 772246 w 1087064"/>
                <a:gd name="connsiteY2878" fmla="*/ 897175 h 1410230"/>
                <a:gd name="connsiteX2879" fmla="*/ 769556 w 1087064"/>
                <a:gd name="connsiteY2879" fmla="*/ 894489 h 1410230"/>
                <a:gd name="connsiteX2880" fmla="*/ 761483 w 1087064"/>
                <a:gd name="connsiteY2880" fmla="*/ 883745 h 1410230"/>
                <a:gd name="connsiteX2881" fmla="*/ 761483 w 1087064"/>
                <a:gd name="connsiteY2881" fmla="*/ 879715 h 1410230"/>
                <a:gd name="connsiteX2882" fmla="*/ 760138 w 1087064"/>
                <a:gd name="connsiteY2882" fmla="*/ 877029 h 1410230"/>
                <a:gd name="connsiteX2883" fmla="*/ 757447 w 1087064"/>
                <a:gd name="connsiteY2883" fmla="*/ 878372 h 1410230"/>
                <a:gd name="connsiteX2884" fmla="*/ 752065 w 1087064"/>
                <a:gd name="connsiteY2884" fmla="*/ 879715 h 1410230"/>
                <a:gd name="connsiteX2885" fmla="*/ 748030 w 1087064"/>
                <a:gd name="connsiteY2885" fmla="*/ 878372 h 1410230"/>
                <a:gd name="connsiteX2886" fmla="*/ 746684 w 1087064"/>
                <a:gd name="connsiteY2886" fmla="*/ 879715 h 1410230"/>
                <a:gd name="connsiteX2887" fmla="*/ 743993 w 1087064"/>
                <a:gd name="connsiteY2887" fmla="*/ 881058 h 1410230"/>
                <a:gd name="connsiteX2888" fmla="*/ 741303 w 1087064"/>
                <a:gd name="connsiteY2888" fmla="*/ 879715 h 1410230"/>
                <a:gd name="connsiteX2889" fmla="*/ 738612 w 1087064"/>
                <a:gd name="connsiteY2889" fmla="*/ 875686 h 1410230"/>
                <a:gd name="connsiteX2890" fmla="*/ 738612 w 1087064"/>
                <a:gd name="connsiteY2890" fmla="*/ 873000 h 1410230"/>
                <a:gd name="connsiteX2891" fmla="*/ 731885 w 1087064"/>
                <a:gd name="connsiteY2891" fmla="*/ 867628 h 1410230"/>
                <a:gd name="connsiteX2892" fmla="*/ 731885 w 1087064"/>
                <a:gd name="connsiteY2892" fmla="*/ 864942 h 1410230"/>
                <a:gd name="connsiteX2893" fmla="*/ 729194 w 1087064"/>
                <a:gd name="connsiteY2893" fmla="*/ 862255 h 1410230"/>
                <a:gd name="connsiteX2894" fmla="*/ 727849 w 1087064"/>
                <a:gd name="connsiteY2894" fmla="*/ 856883 h 1410230"/>
                <a:gd name="connsiteX2895" fmla="*/ 725158 w 1087064"/>
                <a:gd name="connsiteY2895" fmla="*/ 854197 h 1410230"/>
                <a:gd name="connsiteX2896" fmla="*/ 723812 w 1087064"/>
                <a:gd name="connsiteY2896" fmla="*/ 856883 h 1410230"/>
                <a:gd name="connsiteX2897" fmla="*/ 723812 w 1087064"/>
                <a:gd name="connsiteY2897" fmla="*/ 860912 h 1410230"/>
                <a:gd name="connsiteX2898" fmla="*/ 723812 w 1087064"/>
                <a:gd name="connsiteY2898" fmla="*/ 863598 h 1410230"/>
                <a:gd name="connsiteX2899" fmla="*/ 718431 w 1087064"/>
                <a:gd name="connsiteY2899" fmla="*/ 866285 h 1410230"/>
                <a:gd name="connsiteX2900" fmla="*/ 717086 w 1087064"/>
                <a:gd name="connsiteY2900" fmla="*/ 867628 h 1410230"/>
                <a:gd name="connsiteX2901" fmla="*/ 721122 w 1087064"/>
                <a:gd name="connsiteY2901" fmla="*/ 867628 h 1410230"/>
                <a:gd name="connsiteX2902" fmla="*/ 723812 w 1087064"/>
                <a:gd name="connsiteY2902" fmla="*/ 868971 h 1410230"/>
                <a:gd name="connsiteX2903" fmla="*/ 726503 w 1087064"/>
                <a:gd name="connsiteY2903" fmla="*/ 873000 h 1410230"/>
                <a:gd name="connsiteX2904" fmla="*/ 729194 w 1087064"/>
                <a:gd name="connsiteY2904" fmla="*/ 877029 h 1410230"/>
                <a:gd name="connsiteX2905" fmla="*/ 727849 w 1087064"/>
                <a:gd name="connsiteY2905" fmla="*/ 879715 h 1410230"/>
                <a:gd name="connsiteX2906" fmla="*/ 722467 w 1087064"/>
                <a:gd name="connsiteY2906" fmla="*/ 879715 h 1410230"/>
                <a:gd name="connsiteX2907" fmla="*/ 719777 w 1087064"/>
                <a:gd name="connsiteY2907" fmla="*/ 882402 h 1410230"/>
                <a:gd name="connsiteX2908" fmla="*/ 715741 w 1087064"/>
                <a:gd name="connsiteY2908" fmla="*/ 885088 h 1410230"/>
                <a:gd name="connsiteX2909" fmla="*/ 713050 w 1087064"/>
                <a:gd name="connsiteY2909" fmla="*/ 882402 h 1410230"/>
                <a:gd name="connsiteX2910" fmla="*/ 713050 w 1087064"/>
                <a:gd name="connsiteY2910" fmla="*/ 885088 h 1410230"/>
                <a:gd name="connsiteX2911" fmla="*/ 715741 w 1087064"/>
                <a:gd name="connsiteY2911" fmla="*/ 887774 h 1410230"/>
                <a:gd name="connsiteX2912" fmla="*/ 718431 w 1087064"/>
                <a:gd name="connsiteY2912" fmla="*/ 887774 h 1410230"/>
                <a:gd name="connsiteX2913" fmla="*/ 723812 w 1087064"/>
                <a:gd name="connsiteY2913" fmla="*/ 883745 h 1410230"/>
                <a:gd name="connsiteX2914" fmla="*/ 726503 w 1087064"/>
                <a:gd name="connsiteY2914" fmla="*/ 883745 h 1410230"/>
                <a:gd name="connsiteX2915" fmla="*/ 731885 w 1087064"/>
                <a:gd name="connsiteY2915" fmla="*/ 881058 h 1410230"/>
                <a:gd name="connsiteX2916" fmla="*/ 733230 w 1087064"/>
                <a:gd name="connsiteY2916" fmla="*/ 882402 h 1410230"/>
                <a:gd name="connsiteX2917" fmla="*/ 733230 w 1087064"/>
                <a:gd name="connsiteY2917" fmla="*/ 885088 h 1410230"/>
                <a:gd name="connsiteX2918" fmla="*/ 734576 w 1087064"/>
                <a:gd name="connsiteY2918" fmla="*/ 887774 h 1410230"/>
                <a:gd name="connsiteX2919" fmla="*/ 739957 w 1087064"/>
                <a:gd name="connsiteY2919" fmla="*/ 885088 h 1410230"/>
                <a:gd name="connsiteX2920" fmla="*/ 741303 w 1087064"/>
                <a:gd name="connsiteY2920" fmla="*/ 885088 h 1410230"/>
                <a:gd name="connsiteX2921" fmla="*/ 753411 w 1087064"/>
                <a:gd name="connsiteY2921" fmla="*/ 889117 h 1410230"/>
                <a:gd name="connsiteX2922" fmla="*/ 757447 w 1087064"/>
                <a:gd name="connsiteY2922" fmla="*/ 891803 h 1410230"/>
                <a:gd name="connsiteX2923" fmla="*/ 760138 w 1087064"/>
                <a:gd name="connsiteY2923" fmla="*/ 891803 h 1410230"/>
                <a:gd name="connsiteX2924" fmla="*/ 761483 w 1087064"/>
                <a:gd name="connsiteY2924" fmla="*/ 895832 h 1410230"/>
                <a:gd name="connsiteX2925" fmla="*/ 764174 w 1087064"/>
                <a:gd name="connsiteY2925" fmla="*/ 901205 h 1410230"/>
                <a:gd name="connsiteX2926" fmla="*/ 762829 w 1087064"/>
                <a:gd name="connsiteY2926" fmla="*/ 905234 h 1410230"/>
                <a:gd name="connsiteX2927" fmla="*/ 760138 w 1087064"/>
                <a:gd name="connsiteY2927" fmla="*/ 906577 h 1410230"/>
                <a:gd name="connsiteX2928" fmla="*/ 757447 w 1087064"/>
                <a:gd name="connsiteY2928" fmla="*/ 909263 h 1410230"/>
                <a:gd name="connsiteX2929" fmla="*/ 754756 w 1087064"/>
                <a:gd name="connsiteY2929" fmla="*/ 910606 h 1410230"/>
                <a:gd name="connsiteX2930" fmla="*/ 750720 w 1087064"/>
                <a:gd name="connsiteY2930" fmla="*/ 910606 h 1410230"/>
                <a:gd name="connsiteX2931" fmla="*/ 738612 w 1087064"/>
                <a:gd name="connsiteY2931" fmla="*/ 917322 h 1410230"/>
                <a:gd name="connsiteX2932" fmla="*/ 731885 w 1087064"/>
                <a:gd name="connsiteY2932" fmla="*/ 917322 h 1410230"/>
                <a:gd name="connsiteX2933" fmla="*/ 727849 w 1087064"/>
                <a:gd name="connsiteY2933" fmla="*/ 918665 h 1410230"/>
                <a:gd name="connsiteX2934" fmla="*/ 725158 w 1087064"/>
                <a:gd name="connsiteY2934" fmla="*/ 915978 h 1410230"/>
                <a:gd name="connsiteX2935" fmla="*/ 722467 w 1087064"/>
                <a:gd name="connsiteY2935" fmla="*/ 911949 h 1410230"/>
                <a:gd name="connsiteX2936" fmla="*/ 722467 w 1087064"/>
                <a:gd name="connsiteY2936" fmla="*/ 909263 h 1410230"/>
                <a:gd name="connsiteX2937" fmla="*/ 721122 w 1087064"/>
                <a:gd name="connsiteY2937" fmla="*/ 906577 h 1410230"/>
                <a:gd name="connsiteX2938" fmla="*/ 718431 w 1087064"/>
                <a:gd name="connsiteY2938" fmla="*/ 905234 h 1410230"/>
                <a:gd name="connsiteX2939" fmla="*/ 718431 w 1087064"/>
                <a:gd name="connsiteY2939" fmla="*/ 910606 h 1410230"/>
                <a:gd name="connsiteX2940" fmla="*/ 719777 w 1087064"/>
                <a:gd name="connsiteY2940" fmla="*/ 911949 h 1410230"/>
                <a:gd name="connsiteX2941" fmla="*/ 721122 w 1087064"/>
                <a:gd name="connsiteY2941" fmla="*/ 914635 h 1410230"/>
                <a:gd name="connsiteX2942" fmla="*/ 719777 w 1087064"/>
                <a:gd name="connsiteY2942" fmla="*/ 915978 h 1410230"/>
                <a:gd name="connsiteX2943" fmla="*/ 715741 w 1087064"/>
                <a:gd name="connsiteY2943" fmla="*/ 914635 h 1410230"/>
                <a:gd name="connsiteX2944" fmla="*/ 715741 w 1087064"/>
                <a:gd name="connsiteY2944" fmla="*/ 913292 h 1410230"/>
                <a:gd name="connsiteX2945" fmla="*/ 714395 w 1087064"/>
                <a:gd name="connsiteY2945" fmla="*/ 913292 h 1410230"/>
                <a:gd name="connsiteX2946" fmla="*/ 710359 w 1087064"/>
                <a:gd name="connsiteY2946" fmla="*/ 915978 h 1410230"/>
                <a:gd name="connsiteX2947" fmla="*/ 711704 w 1087064"/>
                <a:gd name="connsiteY2947" fmla="*/ 917322 h 1410230"/>
                <a:gd name="connsiteX2948" fmla="*/ 715741 w 1087064"/>
                <a:gd name="connsiteY2948" fmla="*/ 918665 h 1410230"/>
                <a:gd name="connsiteX2949" fmla="*/ 718431 w 1087064"/>
                <a:gd name="connsiteY2949" fmla="*/ 921351 h 1410230"/>
                <a:gd name="connsiteX2950" fmla="*/ 718431 w 1087064"/>
                <a:gd name="connsiteY2950" fmla="*/ 924037 h 1410230"/>
                <a:gd name="connsiteX2951" fmla="*/ 715741 w 1087064"/>
                <a:gd name="connsiteY2951" fmla="*/ 926723 h 1410230"/>
                <a:gd name="connsiteX2952" fmla="*/ 714395 w 1087064"/>
                <a:gd name="connsiteY2952" fmla="*/ 928066 h 1410230"/>
                <a:gd name="connsiteX2953" fmla="*/ 711704 w 1087064"/>
                <a:gd name="connsiteY2953" fmla="*/ 928066 h 1410230"/>
                <a:gd name="connsiteX2954" fmla="*/ 710359 w 1087064"/>
                <a:gd name="connsiteY2954" fmla="*/ 930752 h 1410230"/>
                <a:gd name="connsiteX2955" fmla="*/ 710359 w 1087064"/>
                <a:gd name="connsiteY2955" fmla="*/ 934782 h 1410230"/>
                <a:gd name="connsiteX2956" fmla="*/ 707668 w 1087064"/>
                <a:gd name="connsiteY2956" fmla="*/ 937468 h 1410230"/>
                <a:gd name="connsiteX2957" fmla="*/ 698250 w 1087064"/>
                <a:gd name="connsiteY2957" fmla="*/ 941497 h 1410230"/>
                <a:gd name="connsiteX2958" fmla="*/ 694214 w 1087064"/>
                <a:gd name="connsiteY2958" fmla="*/ 941497 h 1410230"/>
                <a:gd name="connsiteX2959" fmla="*/ 691524 w 1087064"/>
                <a:gd name="connsiteY2959" fmla="*/ 941497 h 1410230"/>
                <a:gd name="connsiteX2960" fmla="*/ 687488 w 1087064"/>
                <a:gd name="connsiteY2960" fmla="*/ 945526 h 1410230"/>
                <a:gd name="connsiteX2961" fmla="*/ 686142 w 1087064"/>
                <a:gd name="connsiteY2961" fmla="*/ 948212 h 1410230"/>
                <a:gd name="connsiteX2962" fmla="*/ 687488 w 1087064"/>
                <a:gd name="connsiteY2962" fmla="*/ 949555 h 1410230"/>
                <a:gd name="connsiteX2963" fmla="*/ 695560 w 1087064"/>
                <a:gd name="connsiteY2963" fmla="*/ 945526 h 1410230"/>
                <a:gd name="connsiteX2964" fmla="*/ 700941 w 1087064"/>
                <a:gd name="connsiteY2964" fmla="*/ 945526 h 1410230"/>
                <a:gd name="connsiteX2965" fmla="*/ 704977 w 1087064"/>
                <a:gd name="connsiteY2965" fmla="*/ 944183 h 1410230"/>
                <a:gd name="connsiteX2966" fmla="*/ 707668 w 1087064"/>
                <a:gd name="connsiteY2966" fmla="*/ 945526 h 1410230"/>
                <a:gd name="connsiteX2967" fmla="*/ 709014 w 1087064"/>
                <a:gd name="connsiteY2967" fmla="*/ 948212 h 1410230"/>
                <a:gd name="connsiteX2968" fmla="*/ 714395 w 1087064"/>
                <a:gd name="connsiteY2968" fmla="*/ 949555 h 1410230"/>
                <a:gd name="connsiteX2969" fmla="*/ 718431 w 1087064"/>
                <a:gd name="connsiteY2969" fmla="*/ 949555 h 1410230"/>
                <a:gd name="connsiteX2970" fmla="*/ 723812 w 1087064"/>
                <a:gd name="connsiteY2970" fmla="*/ 948212 h 1410230"/>
                <a:gd name="connsiteX2971" fmla="*/ 731885 w 1087064"/>
                <a:gd name="connsiteY2971" fmla="*/ 948212 h 1410230"/>
                <a:gd name="connsiteX2972" fmla="*/ 735921 w 1087064"/>
                <a:gd name="connsiteY2972" fmla="*/ 949555 h 1410230"/>
                <a:gd name="connsiteX2973" fmla="*/ 739957 w 1087064"/>
                <a:gd name="connsiteY2973" fmla="*/ 948212 h 1410230"/>
                <a:gd name="connsiteX2974" fmla="*/ 742648 w 1087064"/>
                <a:gd name="connsiteY2974" fmla="*/ 948212 h 1410230"/>
                <a:gd name="connsiteX2975" fmla="*/ 743993 w 1087064"/>
                <a:gd name="connsiteY2975" fmla="*/ 949555 h 1410230"/>
                <a:gd name="connsiteX2976" fmla="*/ 746684 w 1087064"/>
                <a:gd name="connsiteY2976" fmla="*/ 949555 h 1410230"/>
                <a:gd name="connsiteX2977" fmla="*/ 748030 w 1087064"/>
                <a:gd name="connsiteY2977" fmla="*/ 952242 h 1410230"/>
                <a:gd name="connsiteX2978" fmla="*/ 746684 w 1087064"/>
                <a:gd name="connsiteY2978" fmla="*/ 954928 h 1410230"/>
                <a:gd name="connsiteX2979" fmla="*/ 742648 w 1087064"/>
                <a:gd name="connsiteY2979" fmla="*/ 956271 h 1410230"/>
                <a:gd name="connsiteX2980" fmla="*/ 737266 w 1087064"/>
                <a:gd name="connsiteY2980" fmla="*/ 954928 h 1410230"/>
                <a:gd name="connsiteX2981" fmla="*/ 733230 w 1087064"/>
                <a:gd name="connsiteY2981" fmla="*/ 954928 h 1410230"/>
                <a:gd name="connsiteX2982" fmla="*/ 729194 w 1087064"/>
                <a:gd name="connsiteY2982" fmla="*/ 958957 h 1410230"/>
                <a:gd name="connsiteX2983" fmla="*/ 722467 w 1087064"/>
                <a:gd name="connsiteY2983" fmla="*/ 960300 h 1410230"/>
                <a:gd name="connsiteX2984" fmla="*/ 718431 w 1087064"/>
                <a:gd name="connsiteY2984" fmla="*/ 962986 h 1410230"/>
                <a:gd name="connsiteX2985" fmla="*/ 715741 w 1087064"/>
                <a:gd name="connsiteY2985" fmla="*/ 961643 h 1410230"/>
                <a:gd name="connsiteX2986" fmla="*/ 713050 w 1087064"/>
                <a:gd name="connsiteY2986" fmla="*/ 958957 h 1410230"/>
                <a:gd name="connsiteX2987" fmla="*/ 707668 w 1087064"/>
                <a:gd name="connsiteY2987" fmla="*/ 958957 h 1410230"/>
                <a:gd name="connsiteX2988" fmla="*/ 704977 w 1087064"/>
                <a:gd name="connsiteY2988" fmla="*/ 961643 h 1410230"/>
                <a:gd name="connsiteX2989" fmla="*/ 706323 w 1087064"/>
                <a:gd name="connsiteY2989" fmla="*/ 964329 h 1410230"/>
                <a:gd name="connsiteX2990" fmla="*/ 709014 w 1087064"/>
                <a:gd name="connsiteY2990" fmla="*/ 962986 h 1410230"/>
                <a:gd name="connsiteX2991" fmla="*/ 711704 w 1087064"/>
                <a:gd name="connsiteY2991" fmla="*/ 964329 h 1410230"/>
                <a:gd name="connsiteX2992" fmla="*/ 719777 w 1087064"/>
                <a:gd name="connsiteY2992" fmla="*/ 964329 h 1410230"/>
                <a:gd name="connsiteX2993" fmla="*/ 722467 w 1087064"/>
                <a:gd name="connsiteY2993" fmla="*/ 965672 h 1410230"/>
                <a:gd name="connsiteX2994" fmla="*/ 725158 w 1087064"/>
                <a:gd name="connsiteY2994" fmla="*/ 968358 h 1410230"/>
                <a:gd name="connsiteX2995" fmla="*/ 726503 w 1087064"/>
                <a:gd name="connsiteY2995" fmla="*/ 965672 h 1410230"/>
                <a:gd name="connsiteX2996" fmla="*/ 733230 w 1087064"/>
                <a:gd name="connsiteY2996" fmla="*/ 960300 h 1410230"/>
                <a:gd name="connsiteX2997" fmla="*/ 737266 w 1087064"/>
                <a:gd name="connsiteY2997" fmla="*/ 960300 h 1410230"/>
                <a:gd name="connsiteX2998" fmla="*/ 739957 w 1087064"/>
                <a:gd name="connsiteY2998" fmla="*/ 958957 h 1410230"/>
                <a:gd name="connsiteX2999" fmla="*/ 742648 w 1087064"/>
                <a:gd name="connsiteY2999" fmla="*/ 960300 h 1410230"/>
                <a:gd name="connsiteX3000" fmla="*/ 743993 w 1087064"/>
                <a:gd name="connsiteY3000" fmla="*/ 961643 h 1410230"/>
                <a:gd name="connsiteX3001" fmla="*/ 746684 w 1087064"/>
                <a:gd name="connsiteY3001" fmla="*/ 960300 h 1410230"/>
                <a:gd name="connsiteX3002" fmla="*/ 753411 w 1087064"/>
                <a:gd name="connsiteY3002" fmla="*/ 960300 h 1410230"/>
                <a:gd name="connsiteX3003" fmla="*/ 757447 w 1087064"/>
                <a:gd name="connsiteY3003" fmla="*/ 958957 h 1410230"/>
                <a:gd name="connsiteX3004" fmla="*/ 764174 w 1087064"/>
                <a:gd name="connsiteY3004" fmla="*/ 953585 h 1410230"/>
                <a:gd name="connsiteX3005" fmla="*/ 766865 w 1087064"/>
                <a:gd name="connsiteY3005" fmla="*/ 950898 h 1410230"/>
                <a:gd name="connsiteX3006" fmla="*/ 766865 w 1087064"/>
                <a:gd name="connsiteY3006" fmla="*/ 952242 h 1410230"/>
                <a:gd name="connsiteX3007" fmla="*/ 765519 w 1087064"/>
                <a:gd name="connsiteY3007" fmla="*/ 954928 h 1410230"/>
                <a:gd name="connsiteX3008" fmla="*/ 766865 w 1087064"/>
                <a:gd name="connsiteY3008" fmla="*/ 956271 h 1410230"/>
                <a:gd name="connsiteX3009" fmla="*/ 769556 w 1087064"/>
                <a:gd name="connsiteY3009" fmla="*/ 953585 h 1410230"/>
                <a:gd name="connsiteX3010" fmla="*/ 770901 w 1087064"/>
                <a:gd name="connsiteY3010" fmla="*/ 953585 h 1410230"/>
                <a:gd name="connsiteX3011" fmla="*/ 772246 w 1087064"/>
                <a:gd name="connsiteY3011" fmla="*/ 956271 h 1410230"/>
                <a:gd name="connsiteX3012" fmla="*/ 778973 w 1087064"/>
                <a:gd name="connsiteY3012" fmla="*/ 961643 h 1410230"/>
                <a:gd name="connsiteX3013" fmla="*/ 785700 w 1087064"/>
                <a:gd name="connsiteY3013" fmla="*/ 962986 h 1410230"/>
                <a:gd name="connsiteX3014" fmla="*/ 791081 w 1087064"/>
                <a:gd name="connsiteY3014" fmla="*/ 965672 h 1410230"/>
                <a:gd name="connsiteX3015" fmla="*/ 797808 w 1087064"/>
                <a:gd name="connsiteY3015" fmla="*/ 967015 h 1410230"/>
                <a:gd name="connsiteX3016" fmla="*/ 801845 w 1087064"/>
                <a:gd name="connsiteY3016" fmla="*/ 967015 h 1410230"/>
                <a:gd name="connsiteX3017" fmla="*/ 808571 w 1087064"/>
                <a:gd name="connsiteY3017" fmla="*/ 967015 h 1410230"/>
                <a:gd name="connsiteX3018" fmla="*/ 809917 w 1087064"/>
                <a:gd name="connsiteY3018" fmla="*/ 968358 h 1410230"/>
                <a:gd name="connsiteX3019" fmla="*/ 816644 w 1087064"/>
                <a:gd name="connsiteY3019" fmla="*/ 968358 h 1410230"/>
                <a:gd name="connsiteX3020" fmla="*/ 823371 w 1087064"/>
                <a:gd name="connsiteY3020" fmla="*/ 965672 h 1410230"/>
                <a:gd name="connsiteX3021" fmla="*/ 823371 w 1087064"/>
                <a:gd name="connsiteY3021" fmla="*/ 967015 h 1410230"/>
                <a:gd name="connsiteX3022" fmla="*/ 820680 w 1087064"/>
                <a:gd name="connsiteY3022" fmla="*/ 971045 h 1410230"/>
                <a:gd name="connsiteX3023" fmla="*/ 815298 w 1087064"/>
                <a:gd name="connsiteY3023" fmla="*/ 973731 h 1410230"/>
                <a:gd name="connsiteX3024" fmla="*/ 809917 w 1087064"/>
                <a:gd name="connsiteY3024" fmla="*/ 975074 h 1410230"/>
                <a:gd name="connsiteX3025" fmla="*/ 807226 w 1087064"/>
                <a:gd name="connsiteY3025" fmla="*/ 973731 h 1410230"/>
                <a:gd name="connsiteX3026" fmla="*/ 803190 w 1087064"/>
                <a:gd name="connsiteY3026" fmla="*/ 976417 h 1410230"/>
                <a:gd name="connsiteX3027" fmla="*/ 803190 w 1087064"/>
                <a:gd name="connsiteY3027" fmla="*/ 979103 h 1410230"/>
                <a:gd name="connsiteX3028" fmla="*/ 805881 w 1087064"/>
                <a:gd name="connsiteY3028" fmla="*/ 980446 h 1410230"/>
                <a:gd name="connsiteX3029" fmla="*/ 805881 w 1087064"/>
                <a:gd name="connsiteY3029" fmla="*/ 983132 h 1410230"/>
                <a:gd name="connsiteX3030" fmla="*/ 804535 w 1087064"/>
                <a:gd name="connsiteY3030" fmla="*/ 984475 h 1410230"/>
                <a:gd name="connsiteX3031" fmla="*/ 801845 w 1087064"/>
                <a:gd name="connsiteY3031" fmla="*/ 983132 h 1410230"/>
                <a:gd name="connsiteX3032" fmla="*/ 800499 w 1087064"/>
                <a:gd name="connsiteY3032" fmla="*/ 980446 h 1410230"/>
                <a:gd name="connsiteX3033" fmla="*/ 797808 w 1087064"/>
                <a:gd name="connsiteY3033" fmla="*/ 979103 h 1410230"/>
                <a:gd name="connsiteX3034" fmla="*/ 796463 w 1087064"/>
                <a:gd name="connsiteY3034" fmla="*/ 981789 h 1410230"/>
                <a:gd name="connsiteX3035" fmla="*/ 795118 w 1087064"/>
                <a:gd name="connsiteY3035" fmla="*/ 984475 h 1410230"/>
                <a:gd name="connsiteX3036" fmla="*/ 792427 w 1087064"/>
                <a:gd name="connsiteY3036" fmla="*/ 983132 h 1410230"/>
                <a:gd name="connsiteX3037" fmla="*/ 787045 w 1087064"/>
                <a:gd name="connsiteY3037" fmla="*/ 983132 h 1410230"/>
                <a:gd name="connsiteX3038" fmla="*/ 785700 w 1087064"/>
                <a:gd name="connsiteY3038" fmla="*/ 984475 h 1410230"/>
                <a:gd name="connsiteX3039" fmla="*/ 785700 w 1087064"/>
                <a:gd name="connsiteY3039" fmla="*/ 987162 h 1410230"/>
                <a:gd name="connsiteX3040" fmla="*/ 787045 w 1087064"/>
                <a:gd name="connsiteY3040" fmla="*/ 988505 h 1410230"/>
                <a:gd name="connsiteX3041" fmla="*/ 787045 w 1087064"/>
                <a:gd name="connsiteY3041" fmla="*/ 991191 h 1410230"/>
                <a:gd name="connsiteX3042" fmla="*/ 784354 w 1087064"/>
                <a:gd name="connsiteY3042" fmla="*/ 993877 h 1410230"/>
                <a:gd name="connsiteX3043" fmla="*/ 781664 w 1087064"/>
                <a:gd name="connsiteY3043" fmla="*/ 995220 h 1410230"/>
                <a:gd name="connsiteX3044" fmla="*/ 780318 w 1087064"/>
                <a:gd name="connsiteY3044" fmla="*/ 993877 h 1410230"/>
                <a:gd name="connsiteX3045" fmla="*/ 778973 w 1087064"/>
                <a:gd name="connsiteY3045" fmla="*/ 992534 h 1410230"/>
                <a:gd name="connsiteX3046" fmla="*/ 777628 w 1087064"/>
                <a:gd name="connsiteY3046" fmla="*/ 993877 h 1410230"/>
                <a:gd name="connsiteX3047" fmla="*/ 777628 w 1087064"/>
                <a:gd name="connsiteY3047" fmla="*/ 996563 h 1410230"/>
                <a:gd name="connsiteX3048" fmla="*/ 777628 w 1087064"/>
                <a:gd name="connsiteY3048" fmla="*/ 1000592 h 1410230"/>
                <a:gd name="connsiteX3049" fmla="*/ 774937 w 1087064"/>
                <a:gd name="connsiteY3049" fmla="*/ 1000592 h 1410230"/>
                <a:gd name="connsiteX3050" fmla="*/ 772246 w 1087064"/>
                <a:gd name="connsiteY3050" fmla="*/ 1001935 h 1410230"/>
                <a:gd name="connsiteX3051" fmla="*/ 769556 w 1087064"/>
                <a:gd name="connsiteY3051" fmla="*/ 1004622 h 1410230"/>
                <a:gd name="connsiteX3052" fmla="*/ 765519 w 1087064"/>
                <a:gd name="connsiteY3052" fmla="*/ 1003278 h 1410230"/>
                <a:gd name="connsiteX3053" fmla="*/ 765519 w 1087064"/>
                <a:gd name="connsiteY3053" fmla="*/ 1000592 h 1410230"/>
                <a:gd name="connsiteX3054" fmla="*/ 764174 w 1087064"/>
                <a:gd name="connsiteY3054" fmla="*/ 1000592 h 1410230"/>
                <a:gd name="connsiteX3055" fmla="*/ 764174 w 1087064"/>
                <a:gd name="connsiteY3055" fmla="*/ 1004622 h 1410230"/>
                <a:gd name="connsiteX3056" fmla="*/ 765519 w 1087064"/>
                <a:gd name="connsiteY3056" fmla="*/ 1008651 h 1410230"/>
                <a:gd name="connsiteX3057" fmla="*/ 762829 w 1087064"/>
                <a:gd name="connsiteY3057" fmla="*/ 1012680 h 1410230"/>
                <a:gd name="connsiteX3058" fmla="*/ 760138 w 1087064"/>
                <a:gd name="connsiteY3058" fmla="*/ 1011337 h 1410230"/>
                <a:gd name="connsiteX3059" fmla="*/ 758792 w 1087064"/>
                <a:gd name="connsiteY3059" fmla="*/ 1008651 h 1410230"/>
                <a:gd name="connsiteX3060" fmla="*/ 756102 w 1087064"/>
                <a:gd name="connsiteY3060" fmla="*/ 1009994 h 1410230"/>
                <a:gd name="connsiteX3061" fmla="*/ 756102 w 1087064"/>
                <a:gd name="connsiteY3061" fmla="*/ 1012680 h 1410230"/>
                <a:gd name="connsiteX3062" fmla="*/ 757447 w 1087064"/>
                <a:gd name="connsiteY3062" fmla="*/ 1014023 h 1410230"/>
                <a:gd name="connsiteX3063" fmla="*/ 757447 w 1087064"/>
                <a:gd name="connsiteY3063" fmla="*/ 1016709 h 1410230"/>
                <a:gd name="connsiteX3064" fmla="*/ 752065 w 1087064"/>
                <a:gd name="connsiteY3064" fmla="*/ 1019395 h 1410230"/>
                <a:gd name="connsiteX3065" fmla="*/ 750720 w 1087064"/>
                <a:gd name="connsiteY3065" fmla="*/ 1018052 h 1410230"/>
                <a:gd name="connsiteX3066" fmla="*/ 749375 w 1087064"/>
                <a:gd name="connsiteY3066" fmla="*/ 1015366 h 1410230"/>
                <a:gd name="connsiteX3067" fmla="*/ 746684 w 1087064"/>
                <a:gd name="connsiteY3067" fmla="*/ 1014023 h 1410230"/>
                <a:gd name="connsiteX3068" fmla="*/ 745339 w 1087064"/>
                <a:gd name="connsiteY3068" fmla="*/ 1014023 h 1410230"/>
                <a:gd name="connsiteX3069" fmla="*/ 745339 w 1087064"/>
                <a:gd name="connsiteY3069" fmla="*/ 1016709 h 1410230"/>
                <a:gd name="connsiteX3070" fmla="*/ 746684 w 1087064"/>
                <a:gd name="connsiteY3070" fmla="*/ 1020739 h 1410230"/>
                <a:gd name="connsiteX3071" fmla="*/ 746684 w 1087064"/>
                <a:gd name="connsiteY3071" fmla="*/ 1023425 h 1410230"/>
                <a:gd name="connsiteX3072" fmla="*/ 743993 w 1087064"/>
                <a:gd name="connsiteY3072" fmla="*/ 1024768 h 1410230"/>
                <a:gd name="connsiteX3073" fmla="*/ 739957 w 1087064"/>
                <a:gd name="connsiteY3073" fmla="*/ 1026111 h 1410230"/>
                <a:gd name="connsiteX3074" fmla="*/ 738612 w 1087064"/>
                <a:gd name="connsiteY3074" fmla="*/ 1028797 h 1410230"/>
                <a:gd name="connsiteX3075" fmla="*/ 733230 w 1087064"/>
                <a:gd name="connsiteY3075" fmla="*/ 1028797 h 1410230"/>
                <a:gd name="connsiteX3076" fmla="*/ 730539 w 1087064"/>
                <a:gd name="connsiteY3076" fmla="*/ 1031483 h 1410230"/>
                <a:gd name="connsiteX3077" fmla="*/ 729194 w 1087064"/>
                <a:gd name="connsiteY3077" fmla="*/ 1034169 h 1410230"/>
                <a:gd name="connsiteX3078" fmla="*/ 727849 w 1087064"/>
                <a:gd name="connsiteY3078" fmla="*/ 1034169 h 1410230"/>
                <a:gd name="connsiteX3079" fmla="*/ 726503 w 1087064"/>
                <a:gd name="connsiteY3079" fmla="*/ 1031483 h 1410230"/>
                <a:gd name="connsiteX3080" fmla="*/ 723812 w 1087064"/>
                <a:gd name="connsiteY3080" fmla="*/ 1031483 h 1410230"/>
                <a:gd name="connsiteX3081" fmla="*/ 719777 w 1087064"/>
                <a:gd name="connsiteY3081" fmla="*/ 1034169 h 1410230"/>
                <a:gd name="connsiteX3082" fmla="*/ 715741 w 1087064"/>
                <a:gd name="connsiteY3082" fmla="*/ 1034169 h 1410230"/>
                <a:gd name="connsiteX3083" fmla="*/ 714395 w 1087064"/>
                <a:gd name="connsiteY3083" fmla="*/ 1035512 h 1410230"/>
                <a:gd name="connsiteX3084" fmla="*/ 713050 w 1087064"/>
                <a:gd name="connsiteY3084" fmla="*/ 1038198 h 1410230"/>
                <a:gd name="connsiteX3085" fmla="*/ 710359 w 1087064"/>
                <a:gd name="connsiteY3085" fmla="*/ 1038198 h 1410230"/>
                <a:gd name="connsiteX3086" fmla="*/ 707668 w 1087064"/>
                <a:gd name="connsiteY3086" fmla="*/ 1036855 h 1410230"/>
                <a:gd name="connsiteX3087" fmla="*/ 706323 w 1087064"/>
                <a:gd name="connsiteY3087" fmla="*/ 1035512 h 1410230"/>
                <a:gd name="connsiteX3088" fmla="*/ 704977 w 1087064"/>
                <a:gd name="connsiteY3088" fmla="*/ 1035512 h 1410230"/>
                <a:gd name="connsiteX3089" fmla="*/ 706323 w 1087064"/>
                <a:gd name="connsiteY3089" fmla="*/ 1042228 h 1410230"/>
                <a:gd name="connsiteX3090" fmla="*/ 704977 w 1087064"/>
                <a:gd name="connsiteY3090" fmla="*/ 1040885 h 1410230"/>
                <a:gd name="connsiteX3091" fmla="*/ 702287 w 1087064"/>
                <a:gd name="connsiteY3091" fmla="*/ 1038198 h 1410230"/>
                <a:gd name="connsiteX3092" fmla="*/ 700941 w 1087064"/>
                <a:gd name="connsiteY3092" fmla="*/ 1038198 h 1410230"/>
                <a:gd name="connsiteX3093" fmla="*/ 699596 w 1087064"/>
                <a:gd name="connsiteY3093" fmla="*/ 1042228 h 1410230"/>
                <a:gd name="connsiteX3094" fmla="*/ 696905 w 1087064"/>
                <a:gd name="connsiteY3094" fmla="*/ 1044914 h 1410230"/>
                <a:gd name="connsiteX3095" fmla="*/ 694214 w 1087064"/>
                <a:gd name="connsiteY3095" fmla="*/ 1043571 h 1410230"/>
                <a:gd name="connsiteX3096" fmla="*/ 694214 w 1087064"/>
                <a:gd name="connsiteY3096" fmla="*/ 1040885 h 1410230"/>
                <a:gd name="connsiteX3097" fmla="*/ 692869 w 1087064"/>
                <a:gd name="connsiteY3097" fmla="*/ 1040885 h 1410230"/>
                <a:gd name="connsiteX3098" fmla="*/ 692869 w 1087064"/>
                <a:gd name="connsiteY3098" fmla="*/ 1043571 h 1410230"/>
                <a:gd name="connsiteX3099" fmla="*/ 691524 w 1087064"/>
                <a:gd name="connsiteY3099" fmla="*/ 1044914 h 1410230"/>
                <a:gd name="connsiteX3100" fmla="*/ 687488 w 1087064"/>
                <a:gd name="connsiteY3100" fmla="*/ 1044914 h 1410230"/>
                <a:gd name="connsiteX3101" fmla="*/ 684797 w 1087064"/>
                <a:gd name="connsiteY3101" fmla="*/ 1046257 h 1410230"/>
                <a:gd name="connsiteX3102" fmla="*/ 684797 w 1087064"/>
                <a:gd name="connsiteY3102" fmla="*/ 1048943 h 1410230"/>
                <a:gd name="connsiteX3103" fmla="*/ 683451 w 1087064"/>
                <a:gd name="connsiteY3103" fmla="*/ 1051629 h 1410230"/>
                <a:gd name="connsiteX3104" fmla="*/ 680761 w 1087064"/>
                <a:gd name="connsiteY3104" fmla="*/ 1051629 h 1410230"/>
                <a:gd name="connsiteX3105" fmla="*/ 679415 w 1087064"/>
                <a:gd name="connsiteY3105" fmla="*/ 1050286 h 1410230"/>
                <a:gd name="connsiteX3106" fmla="*/ 678070 w 1087064"/>
                <a:gd name="connsiteY3106" fmla="*/ 1050286 h 1410230"/>
                <a:gd name="connsiteX3107" fmla="*/ 678070 w 1087064"/>
                <a:gd name="connsiteY3107" fmla="*/ 1052972 h 1410230"/>
                <a:gd name="connsiteX3108" fmla="*/ 676724 w 1087064"/>
                <a:gd name="connsiteY3108" fmla="*/ 1052972 h 1410230"/>
                <a:gd name="connsiteX3109" fmla="*/ 675379 w 1087064"/>
                <a:gd name="connsiteY3109" fmla="*/ 1051629 h 1410230"/>
                <a:gd name="connsiteX3110" fmla="*/ 674034 w 1087064"/>
                <a:gd name="connsiteY3110" fmla="*/ 1051629 h 1410230"/>
                <a:gd name="connsiteX3111" fmla="*/ 674034 w 1087064"/>
                <a:gd name="connsiteY3111" fmla="*/ 1055659 h 1410230"/>
                <a:gd name="connsiteX3112" fmla="*/ 671343 w 1087064"/>
                <a:gd name="connsiteY3112" fmla="*/ 1057002 h 1410230"/>
                <a:gd name="connsiteX3113" fmla="*/ 669997 w 1087064"/>
                <a:gd name="connsiteY3113" fmla="*/ 1059688 h 1410230"/>
                <a:gd name="connsiteX3114" fmla="*/ 667307 w 1087064"/>
                <a:gd name="connsiteY3114" fmla="*/ 1059688 h 1410230"/>
                <a:gd name="connsiteX3115" fmla="*/ 665961 w 1087064"/>
                <a:gd name="connsiteY3115" fmla="*/ 1057002 h 1410230"/>
                <a:gd name="connsiteX3116" fmla="*/ 660580 w 1087064"/>
                <a:gd name="connsiteY3116" fmla="*/ 1051629 h 1410230"/>
                <a:gd name="connsiteX3117" fmla="*/ 659235 w 1087064"/>
                <a:gd name="connsiteY3117" fmla="*/ 1050286 h 1410230"/>
                <a:gd name="connsiteX3118" fmla="*/ 656544 w 1087064"/>
                <a:gd name="connsiteY3118" fmla="*/ 1051629 h 1410230"/>
                <a:gd name="connsiteX3119" fmla="*/ 656544 w 1087064"/>
                <a:gd name="connsiteY3119" fmla="*/ 1052972 h 1410230"/>
                <a:gd name="connsiteX3120" fmla="*/ 653853 w 1087064"/>
                <a:gd name="connsiteY3120" fmla="*/ 1052972 h 1410230"/>
                <a:gd name="connsiteX3121" fmla="*/ 652508 w 1087064"/>
                <a:gd name="connsiteY3121" fmla="*/ 1055659 h 1410230"/>
                <a:gd name="connsiteX3122" fmla="*/ 649817 w 1087064"/>
                <a:gd name="connsiteY3122" fmla="*/ 1058345 h 1410230"/>
                <a:gd name="connsiteX3123" fmla="*/ 647126 w 1087064"/>
                <a:gd name="connsiteY3123" fmla="*/ 1058345 h 1410230"/>
                <a:gd name="connsiteX3124" fmla="*/ 645781 w 1087064"/>
                <a:gd name="connsiteY3124" fmla="*/ 1057002 h 1410230"/>
                <a:gd name="connsiteX3125" fmla="*/ 644435 w 1087064"/>
                <a:gd name="connsiteY3125" fmla="*/ 1059688 h 1410230"/>
                <a:gd name="connsiteX3126" fmla="*/ 640399 w 1087064"/>
                <a:gd name="connsiteY3126" fmla="*/ 1059688 h 1410230"/>
                <a:gd name="connsiteX3127" fmla="*/ 636363 w 1087064"/>
                <a:gd name="connsiteY3127" fmla="*/ 1059688 h 1410230"/>
                <a:gd name="connsiteX3128" fmla="*/ 633672 w 1087064"/>
                <a:gd name="connsiteY3128" fmla="*/ 1057002 h 1410230"/>
                <a:gd name="connsiteX3129" fmla="*/ 630982 w 1087064"/>
                <a:gd name="connsiteY3129" fmla="*/ 1057002 h 1410230"/>
                <a:gd name="connsiteX3130" fmla="*/ 629636 w 1087064"/>
                <a:gd name="connsiteY3130" fmla="*/ 1059688 h 1410230"/>
                <a:gd name="connsiteX3131" fmla="*/ 629636 w 1087064"/>
                <a:gd name="connsiteY3131" fmla="*/ 1062374 h 1410230"/>
                <a:gd name="connsiteX3132" fmla="*/ 626946 w 1087064"/>
                <a:gd name="connsiteY3132" fmla="*/ 1062374 h 1410230"/>
                <a:gd name="connsiteX3133" fmla="*/ 622909 w 1087064"/>
                <a:gd name="connsiteY3133" fmla="*/ 1059688 h 1410230"/>
                <a:gd name="connsiteX3134" fmla="*/ 621564 w 1087064"/>
                <a:gd name="connsiteY3134" fmla="*/ 1055659 h 1410230"/>
                <a:gd name="connsiteX3135" fmla="*/ 622909 w 1087064"/>
                <a:gd name="connsiteY3135" fmla="*/ 1051629 h 1410230"/>
                <a:gd name="connsiteX3136" fmla="*/ 620219 w 1087064"/>
                <a:gd name="connsiteY3136" fmla="*/ 1050286 h 1410230"/>
                <a:gd name="connsiteX3137" fmla="*/ 617528 w 1087064"/>
                <a:gd name="connsiteY3137" fmla="*/ 1048943 h 1410230"/>
                <a:gd name="connsiteX3138" fmla="*/ 614837 w 1087064"/>
                <a:gd name="connsiteY3138" fmla="*/ 1043571 h 1410230"/>
                <a:gd name="connsiteX3139" fmla="*/ 614837 w 1087064"/>
                <a:gd name="connsiteY3139" fmla="*/ 1039542 h 1410230"/>
                <a:gd name="connsiteX3140" fmla="*/ 612146 w 1087064"/>
                <a:gd name="connsiteY3140" fmla="*/ 1036855 h 1410230"/>
                <a:gd name="connsiteX3141" fmla="*/ 610801 w 1087064"/>
                <a:gd name="connsiteY3141" fmla="*/ 1031483 h 1410230"/>
                <a:gd name="connsiteX3142" fmla="*/ 609455 w 1087064"/>
                <a:gd name="connsiteY3142" fmla="*/ 1030140 h 1410230"/>
                <a:gd name="connsiteX3143" fmla="*/ 606765 w 1087064"/>
                <a:gd name="connsiteY3143" fmla="*/ 1030140 h 1410230"/>
                <a:gd name="connsiteX3144" fmla="*/ 606765 w 1087064"/>
                <a:gd name="connsiteY3144" fmla="*/ 1034169 h 1410230"/>
                <a:gd name="connsiteX3145" fmla="*/ 608110 w 1087064"/>
                <a:gd name="connsiteY3145" fmla="*/ 1036855 h 1410230"/>
                <a:gd name="connsiteX3146" fmla="*/ 609455 w 1087064"/>
                <a:gd name="connsiteY3146" fmla="*/ 1040885 h 1410230"/>
                <a:gd name="connsiteX3147" fmla="*/ 612146 w 1087064"/>
                <a:gd name="connsiteY3147" fmla="*/ 1043571 h 1410230"/>
                <a:gd name="connsiteX3148" fmla="*/ 613492 w 1087064"/>
                <a:gd name="connsiteY3148" fmla="*/ 1046257 h 1410230"/>
                <a:gd name="connsiteX3149" fmla="*/ 613492 w 1087064"/>
                <a:gd name="connsiteY3149" fmla="*/ 1051629 h 1410230"/>
                <a:gd name="connsiteX3150" fmla="*/ 612146 w 1087064"/>
                <a:gd name="connsiteY3150" fmla="*/ 1054315 h 1410230"/>
                <a:gd name="connsiteX3151" fmla="*/ 613492 w 1087064"/>
                <a:gd name="connsiteY3151" fmla="*/ 1055659 h 1410230"/>
                <a:gd name="connsiteX3152" fmla="*/ 616182 w 1087064"/>
                <a:gd name="connsiteY3152" fmla="*/ 1055659 h 1410230"/>
                <a:gd name="connsiteX3153" fmla="*/ 617528 w 1087064"/>
                <a:gd name="connsiteY3153" fmla="*/ 1061031 h 1410230"/>
                <a:gd name="connsiteX3154" fmla="*/ 616182 w 1087064"/>
                <a:gd name="connsiteY3154" fmla="*/ 1067746 h 1410230"/>
                <a:gd name="connsiteX3155" fmla="*/ 613492 w 1087064"/>
                <a:gd name="connsiteY3155" fmla="*/ 1070432 h 1410230"/>
                <a:gd name="connsiteX3156" fmla="*/ 610801 w 1087064"/>
                <a:gd name="connsiteY3156" fmla="*/ 1071775 h 1410230"/>
                <a:gd name="connsiteX3157" fmla="*/ 609455 w 1087064"/>
                <a:gd name="connsiteY3157" fmla="*/ 1070432 h 1410230"/>
                <a:gd name="connsiteX3158" fmla="*/ 608110 w 1087064"/>
                <a:gd name="connsiteY3158" fmla="*/ 1070432 h 1410230"/>
                <a:gd name="connsiteX3159" fmla="*/ 604074 w 1087064"/>
                <a:gd name="connsiteY3159" fmla="*/ 1071775 h 1410230"/>
                <a:gd name="connsiteX3160" fmla="*/ 600038 w 1087064"/>
                <a:gd name="connsiteY3160" fmla="*/ 1077148 h 1410230"/>
                <a:gd name="connsiteX3161" fmla="*/ 598693 w 1087064"/>
                <a:gd name="connsiteY3161" fmla="*/ 1078491 h 1410230"/>
                <a:gd name="connsiteX3162" fmla="*/ 596002 w 1087064"/>
                <a:gd name="connsiteY3162" fmla="*/ 1078491 h 1410230"/>
                <a:gd name="connsiteX3163" fmla="*/ 594657 w 1087064"/>
                <a:gd name="connsiteY3163" fmla="*/ 1079834 h 1410230"/>
                <a:gd name="connsiteX3164" fmla="*/ 594657 w 1087064"/>
                <a:gd name="connsiteY3164" fmla="*/ 1081177 h 1410230"/>
                <a:gd name="connsiteX3165" fmla="*/ 594657 w 1087064"/>
                <a:gd name="connsiteY3165" fmla="*/ 1083863 h 1410230"/>
                <a:gd name="connsiteX3166" fmla="*/ 591966 w 1087064"/>
                <a:gd name="connsiteY3166" fmla="*/ 1086549 h 1410230"/>
                <a:gd name="connsiteX3167" fmla="*/ 589275 w 1087064"/>
                <a:gd name="connsiteY3167" fmla="*/ 1086549 h 1410230"/>
                <a:gd name="connsiteX3168" fmla="*/ 587930 w 1087064"/>
                <a:gd name="connsiteY3168" fmla="*/ 1089235 h 1410230"/>
                <a:gd name="connsiteX3169" fmla="*/ 587930 w 1087064"/>
                <a:gd name="connsiteY3169" fmla="*/ 1091922 h 1410230"/>
                <a:gd name="connsiteX3170" fmla="*/ 587930 w 1087064"/>
                <a:gd name="connsiteY3170" fmla="*/ 1094608 h 1410230"/>
                <a:gd name="connsiteX3171" fmla="*/ 585239 w 1087064"/>
                <a:gd name="connsiteY3171" fmla="*/ 1091922 h 1410230"/>
                <a:gd name="connsiteX3172" fmla="*/ 582548 w 1087064"/>
                <a:gd name="connsiteY3172" fmla="*/ 1090579 h 1410230"/>
                <a:gd name="connsiteX3173" fmla="*/ 583893 w 1087064"/>
                <a:gd name="connsiteY3173" fmla="*/ 1093265 h 1410230"/>
                <a:gd name="connsiteX3174" fmla="*/ 583893 w 1087064"/>
                <a:gd name="connsiteY3174" fmla="*/ 1095951 h 1410230"/>
                <a:gd name="connsiteX3175" fmla="*/ 582548 w 1087064"/>
                <a:gd name="connsiteY3175" fmla="*/ 1098637 h 1410230"/>
                <a:gd name="connsiteX3176" fmla="*/ 581203 w 1087064"/>
                <a:gd name="connsiteY3176" fmla="*/ 1098637 h 1410230"/>
                <a:gd name="connsiteX3177" fmla="*/ 579857 w 1087064"/>
                <a:gd name="connsiteY3177" fmla="*/ 1097294 h 1410230"/>
                <a:gd name="connsiteX3178" fmla="*/ 577167 w 1087064"/>
                <a:gd name="connsiteY3178" fmla="*/ 1095951 h 1410230"/>
                <a:gd name="connsiteX3179" fmla="*/ 577167 w 1087064"/>
                <a:gd name="connsiteY3179" fmla="*/ 1097294 h 1410230"/>
                <a:gd name="connsiteX3180" fmla="*/ 578512 w 1087064"/>
                <a:gd name="connsiteY3180" fmla="*/ 1099980 h 1410230"/>
                <a:gd name="connsiteX3181" fmla="*/ 579857 w 1087064"/>
                <a:gd name="connsiteY3181" fmla="*/ 1102666 h 1410230"/>
                <a:gd name="connsiteX3182" fmla="*/ 577167 w 1087064"/>
                <a:gd name="connsiteY3182" fmla="*/ 1105352 h 1410230"/>
                <a:gd name="connsiteX3183" fmla="*/ 573131 w 1087064"/>
                <a:gd name="connsiteY3183" fmla="*/ 1106695 h 1410230"/>
                <a:gd name="connsiteX3184" fmla="*/ 567749 w 1087064"/>
                <a:gd name="connsiteY3184" fmla="*/ 1113411 h 1410230"/>
                <a:gd name="connsiteX3185" fmla="*/ 567749 w 1087064"/>
                <a:gd name="connsiteY3185" fmla="*/ 1116097 h 1410230"/>
                <a:gd name="connsiteX3186" fmla="*/ 567749 w 1087064"/>
                <a:gd name="connsiteY3186" fmla="*/ 1118783 h 1410230"/>
                <a:gd name="connsiteX3187" fmla="*/ 566404 w 1087064"/>
                <a:gd name="connsiteY3187" fmla="*/ 1122812 h 1410230"/>
                <a:gd name="connsiteX3188" fmla="*/ 562367 w 1087064"/>
                <a:gd name="connsiteY3188" fmla="*/ 1126842 h 1410230"/>
                <a:gd name="connsiteX3189" fmla="*/ 559677 w 1087064"/>
                <a:gd name="connsiteY3189" fmla="*/ 1128185 h 1410230"/>
                <a:gd name="connsiteX3190" fmla="*/ 558331 w 1087064"/>
                <a:gd name="connsiteY3190" fmla="*/ 1126842 h 1410230"/>
                <a:gd name="connsiteX3191" fmla="*/ 556986 w 1087064"/>
                <a:gd name="connsiteY3191" fmla="*/ 1124155 h 1410230"/>
                <a:gd name="connsiteX3192" fmla="*/ 558331 w 1087064"/>
                <a:gd name="connsiteY3192" fmla="*/ 1121469 h 1410230"/>
                <a:gd name="connsiteX3193" fmla="*/ 555640 w 1087064"/>
                <a:gd name="connsiteY3193" fmla="*/ 1122812 h 1410230"/>
                <a:gd name="connsiteX3194" fmla="*/ 554295 w 1087064"/>
                <a:gd name="connsiteY3194" fmla="*/ 1125498 h 1410230"/>
                <a:gd name="connsiteX3195" fmla="*/ 554295 w 1087064"/>
                <a:gd name="connsiteY3195" fmla="*/ 1129528 h 1410230"/>
                <a:gd name="connsiteX3196" fmla="*/ 554295 w 1087064"/>
                <a:gd name="connsiteY3196" fmla="*/ 1130871 h 1410230"/>
                <a:gd name="connsiteX3197" fmla="*/ 552950 w 1087064"/>
                <a:gd name="connsiteY3197" fmla="*/ 1132214 h 1410230"/>
                <a:gd name="connsiteX3198" fmla="*/ 546223 w 1087064"/>
                <a:gd name="connsiteY3198" fmla="*/ 1137586 h 1410230"/>
                <a:gd name="connsiteX3199" fmla="*/ 543532 w 1087064"/>
                <a:gd name="connsiteY3199" fmla="*/ 1138929 h 1410230"/>
                <a:gd name="connsiteX3200" fmla="*/ 542187 w 1087064"/>
                <a:gd name="connsiteY3200" fmla="*/ 1137586 h 1410230"/>
                <a:gd name="connsiteX3201" fmla="*/ 542187 w 1087064"/>
                <a:gd name="connsiteY3201" fmla="*/ 1134900 h 1410230"/>
                <a:gd name="connsiteX3202" fmla="*/ 540842 w 1087064"/>
                <a:gd name="connsiteY3202" fmla="*/ 1133557 h 1410230"/>
                <a:gd name="connsiteX3203" fmla="*/ 538151 w 1087064"/>
                <a:gd name="connsiteY3203" fmla="*/ 1133557 h 1410230"/>
                <a:gd name="connsiteX3204" fmla="*/ 538151 w 1087064"/>
                <a:gd name="connsiteY3204" fmla="*/ 1136243 h 1410230"/>
                <a:gd name="connsiteX3205" fmla="*/ 531424 w 1087064"/>
                <a:gd name="connsiteY3205" fmla="*/ 1136243 h 1410230"/>
                <a:gd name="connsiteX3206" fmla="*/ 526042 w 1087064"/>
                <a:gd name="connsiteY3206" fmla="*/ 1133557 h 1410230"/>
                <a:gd name="connsiteX3207" fmla="*/ 524697 w 1087064"/>
                <a:gd name="connsiteY3207" fmla="*/ 1130871 h 1410230"/>
                <a:gd name="connsiteX3208" fmla="*/ 523351 w 1087064"/>
                <a:gd name="connsiteY3208" fmla="*/ 1130871 h 1410230"/>
                <a:gd name="connsiteX3209" fmla="*/ 522006 w 1087064"/>
                <a:gd name="connsiteY3209" fmla="*/ 1132214 h 1410230"/>
                <a:gd name="connsiteX3210" fmla="*/ 523351 w 1087064"/>
                <a:gd name="connsiteY3210" fmla="*/ 1134900 h 1410230"/>
                <a:gd name="connsiteX3211" fmla="*/ 524697 w 1087064"/>
                <a:gd name="connsiteY3211" fmla="*/ 1136243 h 1410230"/>
                <a:gd name="connsiteX3212" fmla="*/ 527388 w 1087064"/>
                <a:gd name="connsiteY3212" fmla="*/ 1140272 h 1410230"/>
                <a:gd name="connsiteX3213" fmla="*/ 527388 w 1087064"/>
                <a:gd name="connsiteY3213" fmla="*/ 1142959 h 1410230"/>
                <a:gd name="connsiteX3214" fmla="*/ 524697 w 1087064"/>
                <a:gd name="connsiteY3214" fmla="*/ 1144302 h 1410230"/>
                <a:gd name="connsiteX3215" fmla="*/ 523351 w 1087064"/>
                <a:gd name="connsiteY3215" fmla="*/ 1144302 h 1410230"/>
                <a:gd name="connsiteX3216" fmla="*/ 516625 w 1087064"/>
                <a:gd name="connsiteY3216" fmla="*/ 1148331 h 1410230"/>
                <a:gd name="connsiteX3217" fmla="*/ 512589 w 1087064"/>
                <a:gd name="connsiteY3217" fmla="*/ 1152360 h 1410230"/>
                <a:gd name="connsiteX3218" fmla="*/ 508552 w 1087064"/>
                <a:gd name="connsiteY3218" fmla="*/ 1152360 h 1410230"/>
                <a:gd name="connsiteX3219" fmla="*/ 505862 w 1087064"/>
                <a:gd name="connsiteY3219" fmla="*/ 1151017 h 1410230"/>
                <a:gd name="connsiteX3220" fmla="*/ 505862 w 1087064"/>
                <a:gd name="connsiteY3220" fmla="*/ 1148331 h 1410230"/>
                <a:gd name="connsiteX3221" fmla="*/ 507207 w 1087064"/>
                <a:gd name="connsiteY3221" fmla="*/ 1145645 h 1410230"/>
                <a:gd name="connsiteX3222" fmla="*/ 505862 w 1087064"/>
                <a:gd name="connsiteY3222" fmla="*/ 1144302 h 1410230"/>
                <a:gd name="connsiteX3223" fmla="*/ 504516 w 1087064"/>
                <a:gd name="connsiteY3223" fmla="*/ 1144302 h 1410230"/>
                <a:gd name="connsiteX3224" fmla="*/ 503171 w 1087064"/>
                <a:gd name="connsiteY3224" fmla="*/ 1146988 h 1410230"/>
                <a:gd name="connsiteX3225" fmla="*/ 503171 w 1087064"/>
                <a:gd name="connsiteY3225" fmla="*/ 1149674 h 1410230"/>
                <a:gd name="connsiteX3226" fmla="*/ 501825 w 1087064"/>
                <a:gd name="connsiteY3226" fmla="*/ 1152360 h 1410230"/>
                <a:gd name="connsiteX3227" fmla="*/ 499135 w 1087064"/>
                <a:gd name="connsiteY3227" fmla="*/ 1152360 h 1410230"/>
                <a:gd name="connsiteX3228" fmla="*/ 495098 w 1087064"/>
                <a:gd name="connsiteY3228" fmla="*/ 1153703 h 1410230"/>
                <a:gd name="connsiteX3229" fmla="*/ 491062 w 1087064"/>
                <a:gd name="connsiteY3229" fmla="*/ 1152360 h 1410230"/>
                <a:gd name="connsiteX3230" fmla="*/ 488372 w 1087064"/>
                <a:gd name="connsiteY3230" fmla="*/ 1148331 h 1410230"/>
                <a:gd name="connsiteX3231" fmla="*/ 488372 w 1087064"/>
                <a:gd name="connsiteY3231" fmla="*/ 1145645 h 1410230"/>
                <a:gd name="connsiteX3232" fmla="*/ 489717 w 1087064"/>
                <a:gd name="connsiteY3232" fmla="*/ 1142959 h 1410230"/>
                <a:gd name="connsiteX3233" fmla="*/ 488372 w 1087064"/>
                <a:gd name="connsiteY3233" fmla="*/ 1140272 h 1410230"/>
                <a:gd name="connsiteX3234" fmla="*/ 487027 w 1087064"/>
                <a:gd name="connsiteY3234" fmla="*/ 1140272 h 1410230"/>
                <a:gd name="connsiteX3235" fmla="*/ 485681 w 1087064"/>
                <a:gd name="connsiteY3235" fmla="*/ 1145645 h 1410230"/>
                <a:gd name="connsiteX3236" fmla="*/ 484336 w 1087064"/>
                <a:gd name="connsiteY3236" fmla="*/ 1149674 h 1410230"/>
                <a:gd name="connsiteX3237" fmla="*/ 484336 w 1087064"/>
                <a:gd name="connsiteY3237" fmla="*/ 1152360 h 1410230"/>
                <a:gd name="connsiteX3238" fmla="*/ 482990 w 1087064"/>
                <a:gd name="connsiteY3238" fmla="*/ 1155046 h 1410230"/>
                <a:gd name="connsiteX3239" fmla="*/ 481645 w 1087064"/>
                <a:gd name="connsiteY3239" fmla="*/ 1153703 h 1410230"/>
                <a:gd name="connsiteX3240" fmla="*/ 476263 w 1087064"/>
                <a:gd name="connsiteY3240" fmla="*/ 1146988 h 1410230"/>
                <a:gd name="connsiteX3241" fmla="*/ 476263 w 1087064"/>
                <a:gd name="connsiteY3241" fmla="*/ 1142959 h 1410230"/>
                <a:gd name="connsiteX3242" fmla="*/ 477609 w 1087064"/>
                <a:gd name="connsiteY3242" fmla="*/ 1137586 h 1410230"/>
                <a:gd name="connsiteX3243" fmla="*/ 480300 w 1087064"/>
                <a:gd name="connsiteY3243" fmla="*/ 1134900 h 1410230"/>
                <a:gd name="connsiteX3244" fmla="*/ 482990 w 1087064"/>
                <a:gd name="connsiteY3244" fmla="*/ 1132214 h 1410230"/>
                <a:gd name="connsiteX3245" fmla="*/ 481645 w 1087064"/>
                <a:gd name="connsiteY3245" fmla="*/ 1130871 h 1410230"/>
                <a:gd name="connsiteX3246" fmla="*/ 477609 w 1087064"/>
                <a:gd name="connsiteY3246" fmla="*/ 1129528 h 1410230"/>
                <a:gd name="connsiteX3247" fmla="*/ 474918 w 1087064"/>
                <a:gd name="connsiteY3247" fmla="*/ 1126842 h 1410230"/>
                <a:gd name="connsiteX3248" fmla="*/ 474918 w 1087064"/>
                <a:gd name="connsiteY3248" fmla="*/ 1125498 h 1410230"/>
                <a:gd name="connsiteX3249" fmla="*/ 473573 w 1087064"/>
                <a:gd name="connsiteY3249" fmla="*/ 1124155 h 1410230"/>
                <a:gd name="connsiteX3250" fmla="*/ 470882 w 1087064"/>
                <a:gd name="connsiteY3250" fmla="*/ 1125498 h 1410230"/>
                <a:gd name="connsiteX3251" fmla="*/ 469536 w 1087064"/>
                <a:gd name="connsiteY3251" fmla="*/ 1128185 h 1410230"/>
                <a:gd name="connsiteX3252" fmla="*/ 469536 w 1087064"/>
                <a:gd name="connsiteY3252" fmla="*/ 1130871 h 1410230"/>
                <a:gd name="connsiteX3253" fmla="*/ 472227 w 1087064"/>
                <a:gd name="connsiteY3253" fmla="*/ 1134900 h 1410230"/>
                <a:gd name="connsiteX3254" fmla="*/ 470882 w 1087064"/>
                <a:gd name="connsiteY3254" fmla="*/ 1137586 h 1410230"/>
                <a:gd name="connsiteX3255" fmla="*/ 469536 w 1087064"/>
                <a:gd name="connsiteY3255" fmla="*/ 1140272 h 1410230"/>
                <a:gd name="connsiteX3256" fmla="*/ 468191 w 1087064"/>
                <a:gd name="connsiteY3256" fmla="*/ 1144302 h 1410230"/>
                <a:gd name="connsiteX3257" fmla="*/ 464155 w 1087064"/>
                <a:gd name="connsiteY3257" fmla="*/ 1148331 h 1410230"/>
                <a:gd name="connsiteX3258" fmla="*/ 461464 w 1087064"/>
                <a:gd name="connsiteY3258" fmla="*/ 1148331 h 1410230"/>
                <a:gd name="connsiteX3259" fmla="*/ 460119 w 1087064"/>
                <a:gd name="connsiteY3259" fmla="*/ 1144302 h 1410230"/>
                <a:gd name="connsiteX3260" fmla="*/ 458774 w 1087064"/>
                <a:gd name="connsiteY3260" fmla="*/ 1142959 h 1410230"/>
                <a:gd name="connsiteX3261" fmla="*/ 456083 w 1087064"/>
                <a:gd name="connsiteY3261" fmla="*/ 1145645 h 1410230"/>
                <a:gd name="connsiteX3262" fmla="*/ 456083 w 1087064"/>
                <a:gd name="connsiteY3262" fmla="*/ 1148331 h 1410230"/>
                <a:gd name="connsiteX3263" fmla="*/ 458774 w 1087064"/>
                <a:gd name="connsiteY3263" fmla="*/ 1153703 h 1410230"/>
                <a:gd name="connsiteX3264" fmla="*/ 461464 w 1087064"/>
                <a:gd name="connsiteY3264" fmla="*/ 1156389 h 1410230"/>
                <a:gd name="connsiteX3265" fmla="*/ 461464 w 1087064"/>
                <a:gd name="connsiteY3265" fmla="*/ 1159075 h 1410230"/>
                <a:gd name="connsiteX3266" fmla="*/ 460119 w 1087064"/>
                <a:gd name="connsiteY3266" fmla="*/ 1160419 h 1410230"/>
                <a:gd name="connsiteX3267" fmla="*/ 458774 w 1087064"/>
                <a:gd name="connsiteY3267" fmla="*/ 1163105 h 1410230"/>
                <a:gd name="connsiteX3268" fmla="*/ 456083 w 1087064"/>
                <a:gd name="connsiteY3268" fmla="*/ 1165791 h 1410230"/>
                <a:gd name="connsiteX3269" fmla="*/ 452047 w 1087064"/>
                <a:gd name="connsiteY3269" fmla="*/ 1165791 h 1410230"/>
                <a:gd name="connsiteX3270" fmla="*/ 450701 w 1087064"/>
                <a:gd name="connsiteY3270" fmla="*/ 1163105 h 1410230"/>
                <a:gd name="connsiteX3271" fmla="*/ 449356 w 1087064"/>
                <a:gd name="connsiteY3271" fmla="*/ 1164448 h 1410230"/>
                <a:gd name="connsiteX3272" fmla="*/ 446665 w 1087064"/>
                <a:gd name="connsiteY3272" fmla="*/ 1167134 h 1410230"/>
                <a:gd name="connsiteX3273" fmla="*/ 442629 w 1087064"/>
                <a:gd name="connsiteY3273" fmla="*/ 1168477 h 1410230"/>
                <a:gd name="connsiteX3274" fmla="*/ 441283 w 1087064"/>
                <a:gd name="connsiteY3274" fmla="*/ 1167134 h 1410230"/>
                <a:gd name="connsiteX3275" fmla="*/ 439938 w 1087064"/>
                <a:gd name="connsiteY3275" fmla="*/ 1163105 h 1410230"/>
                <a:gd name="connsiteX3276" fmla="*/ 438593 w 1087064"/>
                <a:gd name="connsiteY3276" fmla="*/ 1160419 h 1410230"/>
                <a:gd name="connsiteX3277" fmla="*/ 437247 w 1087064"/>
                <a:gd name="connsiteY3277" fmla="*/ 1160419 h 1410230"/>
                <a:gd name="connsiteX3278" fmla="*/ 437247 w 1087064"/>
                <a:gd name="connsiteY3278" fmla="*/ 1163105 h 1410230"/>
                <a:gd name="connsiteX3279" fmla="*/ 437247 w 1087064"/>
                <a:gd name="connsiteY3279" fmla="*/ 1165791 h 1410230"/>
                <a:gd name="connsiteX3280" fmla="*/ 434556 w 1087064"/>
                <a:gd name="connsiteY3280" fmla="*/ 1168477 h 1410230"/>
                <a:gd name="connsiteX3281" fmla="*/ 431866 w 1087064"/>
                <a:gd name="connsiteY3281" fmla="*/ 1168477 h 1410230"/>
                <a:gd name="connsiteX3282" fmla="*/ 430521 w 1087064"/>
                <a:gd name="connsiteY3282" fmla="*/ 1164448 h 1410230"/>
                <a:gd name="connsiteX3283" fmla="*/ 429175 w 1087064"/>
                <a:gd name="connsiteY3283" fmla="*/ 1161762 h 1410230"/>
                <a:gd name="connsiteX3284" fmla="*/ 427830 w 1087064"/>
                <a:gd name="connsiteY3284" fmla="*/ 1163105 h 1410230"/>
                <a:gd name="connsiteX3285" fmla="*/ 426485 w 1087064"/>
                <a:gd name="connsiteY3285" fmla="*/ 1165791 h 1410230"/>
                <a:gd name="connsiteX3286" fmla="*/ 423794 w 1087064"/>
                <a:gd name="connsiteY3286" fmla="*/ 1165791 h 1410230"/>
                <a:gd name="connsiteX3287" fmla="*/ 423794 w 1087064"/>
                <a:gd name="connsiteY3287" fmla="*/ 1163105 h 1410230"/>
                <a:gd name="connsiteX3288" fmla="*/ 423794 w 1087064"/>
                <a:gd name="connsiteY3288" fmla="*/ 1164448 h 1410230"/>
                <a:gd name="connsiteX3289" fmla="*/ 425139 w 1087064"/>
                <a:gd name="connsiteY3289" fmla="*/ 1168477 h 1410230"/>
                <a:gd name="connsiteX3290" fmla="*/ 425139 w 1087064"/>
                <a:gd name="connsiteY3290" fmla="*/ 1173849 h 1410230"/>
                <a:gd name="connsiteX3291" fmla="*/ 422448 w 1087064"/>
                <a:gd name="connsiteY3291" fmla="*/ 1179222 h 1410230"/>
                <a:gd name="connsiteX3292" fmla="*/ 417067 w 1087064"/>
                <a:gd name="connsiteY3292" fmla="*/ 1184594 h 1410230"/>
                <a:gd name="connsiteX3293" fmla="*/ 414376 w 1087064"/>
                <a:gd name="connsiteY3293" fmla="*/ 1184594 h 1410230"/>
                <a:gd name="connsiteX3294" fmla="*/ 413031 w 1087064"/>
                <a:gd name="connsiteY3294" fmla="*/ 1183251 h 1410230"/>
                <a:gd name="connsiteX3295" fmla="*/ 411685 w 1087064"/>
                <a:gd name="connsiteY3295" fmla="*/ 1177879 h 1410230"/>
                <a:gd name="connsiteX3296" fmla="*/ 408994 w 1087064"/>
                <a:gd name="connsiteY3296" fmla="*/ 1176535 h 1410230"/>
                <a:gd name="connsiteX3297" fmla="*/ 406304 w 1087064"/>
                <a:gd name="connsiteY3297" fmla="*/ 1177879 h 1410230"/>
                <a:gd name="connsiteX3298" fmla="*/ 406304 w 1087064"/>
                <a:gd name="connsiteY3298" fmla="*/ 1180565 h 1410230"/>
                <a:gd name="connsiteX3299" fmla="*/ 402268 w 1087064"/>
                <a:gd name="connsiteY3299" fmla="*/ 1179222 h 1410230"/>
                <a:gd name="connsiteX3300" fmla="*/ 400922 w 1087064"/>
                <a:gd name="connsiteY3300" fmla="*/ 1176535 h 1410230"/>
                <a:gd name="connsiteX3301" fmla="*/ 399577 w 1087064"/>
                <a:gd name="connsiteY3301" fmla="*/ 1175192 h 1410230"/>
                <a:gd name="connsiteX3302" fmla="*/ 398232 w 1087064"/>
                <a:gd name="connsiteY3302" fmla="*/ 1177879 h 1410230"/>
                <a:gd name="connsiteX3303" fmla="*/ 398232 w 1087064"/>
                <a:gd name="connsiteY3303" fmla="*/ 1180565 h 1410230"/>
                <a:gd name="connsiteX3304" fmla="*/ 399577 w 1087064"/>
                <a:gd name="connsiteY3304" fmla="*/ 1184594 h 1410230"/>
                <a:gd name="connsiteX3305" fmla="*/ 398232 w 1087064"/>
                <a:gd name="connsiteY3305" fmla="*/ 1187280 h 1410230"/>
                <a:gd name="connsiteX3306" fmla="*/ 398232 w 1087064"/>
                <a:gd name="connsiteY3306" fmla="*/ 1189966 h 1410230"/>
                <a:gd name="connsiteX3307" fmla="*/ 399577 w 1087064"/>
                <a:gd name="connsiteY3307" fmla="*/ 1193995 h 1410230"/>
                <a:gd name="connsiteX3308" fmla="*/ 402268 w 1087064"/>
                <a:gd name="connsiteY3308" fmla="*/ 1196682 h 1410230"/>
                <a:gd name="connsiteX3309" fmla="*/ 403613 w 1087064"/>
                <a:gd name="connsiteY3309" fmla="*/ 1202054 h 1410230"/>
                <a:gd name="connsiteX3310" fmla="*/ 404958 w 1087064"/>
                <a:gd name="connsiteY3310" fmla="*/ 1208769 h 1410230"/>
                <a:gd name="connsiteX3311" fmla="*/ 403613 w 1087064"/>
                <a:gd name="connsiteY3311" fmla="*/ 1212798 h 1410230"/>
                <a:gd name="connsiteX3312" fmla="*/ 400922 w 1087064"/>
                <a:gd name="connsiteY3312" fmla="*/ 1210112 h 1410230"/>
                <a:gd name="connsiteX3313" fmla="*/ 399577 w 1087064"/>
                <a:gd name="connsiteY3313" fmla="*/ 1210112 h 1410230"/>
                <a:gd name="connsiteX3314" fmla="*/ 398232 w 1087064"/>
                <a:gd name="connsiteY3314" fmla="*/ 1212798 h 1410230"/>
                <a:gd name="connsiteX3315" fmla="*/ 394195 w 1087064"/>
                <a:gd name="connsiteY3315" fmla="*/ 1212798 h 1410230"/>
                <a:gd name="connsiteX3316" fmla="*/ 388814 w 1087064"/>
                <a:gd name="connsiteY3316" fmla="*/ 1211455 h 1410230"/>
                <a:gd name="connsiteX3317" fmla="*/ 384778 w 1087064"/>
                <a:gd name="connsiteY3317" fmla="*/ 1211455 h 1410230"/>
                <a:gd name="connsiteX3318" fmla="*/ 383432 w 1087064"/>
                <a:gd name="connsiteY3318" fmla="*/ 1214142 h 1410230"/>
                <a:gd name="connsiteX3319" fmla="*/ 384778 w 1087064"/>
                <a:gd name="connsiteY3319" fmla="*/ 1215485 h 1410230"/>
                <a:gd name="connsiteX3320" fmla="*/ 390159 w 1087064"/>
                <a:gd name="connsiteY3320" fmla="*/ 1218171 h 1410230"/>
                <a:gd name="connsiteX3321" fmla="*/ 394195 w 1087064"/>
                <a:gd name="connsiteY3321" fmla="*/ 1218171 h 1410230"/>
                <a:gd name="connsiteX3322" fmla="*/ 396886 w 1087064"/>
                <a:gd name="connsiteY3322" fmla="*/ 1220857 h 1410230"/>
                <a:gd name="connsiteX3323" fmla="*/ 398232 w 1087064"/>
                <a:gd name="connsiteY3323" fmla="*/ 1222200 h 1410230"/>
                <a:gd name="connsiteX3324" fmla="*/ 399577 w 1087064"/>
                <a:gd name="connsiteY3324" fmla="*/ 1220857 h 1410230"/>
                <a:gd name="connsiteX3325" fmla="*/ 402268 w 1087064"/>
                <a:gd name="connsiteY3325" fmla="*/ 1220857 h 1410230"/>
                <a:gd name="connsiteX3326" fmla="*/ 402268 w 1087064"/>
                <a:gd name="connsiteY3326" fmla="*/ 1223543 h 1410230"/>
                <a:gd name="connsiteX3327" fmla="*/ 400922 w 1087064"/>
                <a:gd name="connsiteY3327" fmla="*/ 1227572 h 1410230"/>
                <a:gd name="connsiteX3328" fmla="*/ 398232 w 1087064"/>
                <a:gd name="connsiteY3328" fmla="*/ 1227572 h 1410230"/>
                <a:gd name="connsiteX3329" fmla="*/ 395541 w 1087064"/>
                <a:gd name="connsiteY3329" fmla="*/ 1227572 h 1410230"/>
                <a:gd name="connsiteX3330" fmla="*/ 395541 w 1087064"/>
                <a:gd name="connsiteY3330" fmla="*/ 1228915 h 1410230"/>
                <a:gd name="connsiteX3331" fmla="*/ 398232 w 1087064"/>
                <a:gd name="connsiteY3331" fmla="*/ 1230259 h 1410230"/>
                <a:gd name="connsiteX3332" fmla="*/ 399577 w 1087064"/>
                <a:gd name="connsiteY3332" fmla="*/ 1232945 h 1410230"/>
                <a:gd name="connsiteX3333" fmla="*/ 399577 w 1087064"/>
                <a:gd name="connsiteY3333" fmla="*/ 1236974 h 1410230"/>
                <a:gd name="connsiteX3334" fmla="*/ 399577 w 1087064"/>
                <a:gd name="connsiteY3334" fmla="*/ 1239660 h 1410230"/>
                <a:gd name="connsiteX3335" fmla="*/ 396886 w 1087064"/>
                <a:gd name="connsiteY3335" fmla="*/ 1243689 h 1410230"/>
                <a:gd name="connsiteX3336" fmla="*/ 395541 w 1087064"/>
                <a:gd name="connsiteY3336" fmla="*/ 1245032 h 1410230"/>
                <a:gd name="connsiteX3337" fmla="*/ 392850 w 1087064"/>
                <a:gd name="connsiteY3337" fmla="*/ 1243689 h 1410230"/>
                <a:gd name="connsiteX3338" fmla="*/ 390159 w 1087064"/>
                <a:gd name="connsiteY3338" fmla="*/ 1239660 h 1410230"/>
                <a:gd name="connsiteX3339" fmla="*/ 387468 w 1087064"/>
                <a:gd name="connsiteY3339" fmla="*/ 1239660 h 1410230"/>
                <a:gd name="connsiteX3340" fmla="*/ 384778 w 1087064"/>
                <a:gd name="connsiteY3340" fmla="*/ 1238317 h 1410230"/>
                <a:gd name="connsiteX3341" fmla="*/ 382087 w 1087064"/>
                <a:gd name="connsiteY3341" fmla="*/ 1235631 h 1410230"/>
                <a:gd name="connsiteX3342" fmla="*/ 379396 w 1087064"/>
                <a:gd name="connsiteY3342" fmla="*/ 1235631 h 1410230"/>
                <a:gd name="connsiteX3343" fmla="*/ 378051 w 1087064"/>
                <a:gd name="connsiteY3343" fmla="*/ 1236974 h 1410230"/>
                <a:gd name="connsiteX3344" fmla="*/ 376705 w 1087064"/>
                <a:gd name="connsiteY3344" fmla="*/ 1239660 h 1410230"/>
                <a:gd name="connsiteX3345" fmla="*/ 380741 w 1087064"/>
                <a:gd name="connsiteY3345" fmla="*/ 1241003 h 1410230"/>
                <a:gd name="connsiteX3346" fmla="*/ 383432 w 1087064"/>
                <a:gd name="connsiteY3346" fmla="*/ 1241003 h 1410230"/>
                <a:gd name="connsiteX3347" fmla="*/ 388814 w 1087064"/>
                <a:gd name="connsiteY3347" fmla="*/ 1243689 h 1410230"/>
                <a:gd name="connsiteX3348" fmla="*/ 392850 w 1087064"/>
                <a:gd name="connsiteY3348" fmla="*/ 1246375 h 1410230"/>
                <a:gd name="connsiteX3349" fmla="*/ 395541 w 1087064"/>
                <a:gd name="connsiteY3349" fmla="*/ 1247719 h 1410230"/>
                <a:gd name="connsiteX3350" fmla="*/ 396886 w 1087064"/>
                <a:gd name="connsiteY3350" fmla="*/ 1249062 h 1410230"/>
                <a:gd name="connsiteX3351" fmla="*/ 395541 w 1087064"/>
                <a:gd name="connsiteY3351" fmla="*/ 1253091 h 1410230"/>
                <a:gd name="connsiteX3352" fmla="*/ 391505 w 1087064"/>
                <a:gd name="connsiteY3352" fmla="*/ 1254434 h 1410230"/>
                <a:gd name="connsiteX3353" fmla="*/ 388814 w 1087064"/>
                <a:gd name="connsiteY3353" fmla="*/ 1254434 h 1410230"/>
                <a:gd name="connsiteX3354" fmla="*/ 387468 w 1087064"/>
                <a:gd name="connsiteY3354" fmla="*/ 1255777 h 1410230"/>
                <a:gd name="connsiteX3355" fmla="*/ 384778 w 1087064"/>
                <a:gd name="connsiteY3355" fmla="*/ 1255777 h 1410230"/>
                <a:gd name="connsiteX3356" fmla="*/ 379396 w 1087064"/>
                <a:gd name="connsiteY3356" fmla="*/ 1251748 h 1410230"/>
                <a:gd name="connsiteX3357" fmla="*/ 378051 w 1087064"/>
                <a:gd name="connsiteY3357" fmla="*/ 1249062 h 1410230"/>
                <a:gd name="connsiteX3358" fmla="*/ 375360 w 1087064"/>
                <a:gd name="connsiteY3358" fmla="*/ 1249062 h 1410230"/>
                <a:gd name="connsiteX3359" fmla="*/ 374015 w 1087064"/>
                <a:gd name="connsiteY3359" fmla="*/ 1250405 h 1410230"/>
                <a:gd name="connsiteX3360" fmla="*/ 372670 w 1087064"/>
                <a:gd name="connsiteY3360" fmla="*/ 1253091 h 1410230"/>
                <a:gd name="connsiteX3361" fmla="*/ 372670 w 1087064"/>
                <a:gd name="connsiteY3361" fmla="*/ 1257120 h 1410230"/>
                <a:gd name="connsiteX3362" fmla="*/ 375360 w 1087064"/>
                <a:gd name="connsiteY3362" fmla="*/ 1259806 h 1410230"/>
                <a:gd name="connsiteX3363" fmla="*/ 380741 w 1087064"/>
                <a:gd name="connsiteY3363" fmla="*/ 1262492 h 1410230"/>
                <a:gd name="connsiteX3364" fmla="*/ 382087 w 1087064"/>
                <a:gd name="connsiteY3364" fmla="*/ 1265179 h 1410230"/>
                <a:gd name="connsiteX3365" fmla="*/ 382087 w 1087064"/>
                <a:gd name="connsiteY3365" fmla="*/ 1267865 h 1410230"/>
                <a:gd name="connsiteX3366" fmla="*/ 380741 w 1087064"/>
                <a:gd name="connsiteY3366" fmla="*/ 1269208 h 1410230"/>
                <a:gd name="connsiteX3367" fmla="*/ 378051 w 1087064"/>
                <a:gd name="connsiteY3367" fmla="*/ 1266522 h 1410230"/>
                <a:gd name="connsiteX3368" fmla="*/ 375360 w 1087064"/>
                <a:gd name="connsiteY3368" fmla="*/ 1265179 h 1410230"/>
                <a:gd name="connsiteX3369" fmla="*/ 371324 w 1087064"/>
                <a:gd name="connsiteY3369" fmla="*/ 1262492 h 1410230"/>
                <a:gd name="connsiteX3370" fmla="*/ 368633 w 1087064"/>
                <a:gd name="connsiteY3370" fmla="*/ 1259806 h 1410230"/>
                <a:gd name="connsiteX3371" fmla="*/ 367288 w 1087064"/>
                <a:gd name="connsiteY3371" fmla="*/ 1259806 h 1410230"/>
                <a:gd name="connsiteX3372" fmla="*/ 368633 w 1087064"/>
                <a:gd name="connsiteY3372" fmla="*/ 1263835 h 1410230"/>
                <a:gd name="connsiteX3373" fmla="*/ 371324 w 1087064"/>
                <a:gd name="connsiteY3373" fmla="*/ 1266522 h 1410230"/>
                <a:gd name="connsiteX3374" fmla="*/ 376705 w 1087064"/>
                <a:gd name="connsiteY3374" fmla="*/ 1269208 h 1410230"/>
                <a:gd name="connsiteX3375" fmla="*/ 378051 w 1087064"/>
                <a:gd name="connsiteY3375" fmla="*/ 1271894 h 1410230"/>
                <a:gd name="connsiteX3376" fmla="*/ 378051 w 1087064"/>
                <a:gd name="connsiteY3376" fmla="*/ 1274580 h 1410230"/>
                <a:gd name="connsiteX3377" fmla="*/ 376705 w 1087064"/>
                <a:gd name="connsiteY3377" fmla="*/ 1275923 h 1410230"/>
                <a:gd name="connsiteX3378" fmla="*/ 371324 w 1087064"/>
                <a:gd name="connsiteY3378" fmla="*/ 1275923 h 1410230"/>
                <a:gd name="connsiteX3379" fmla="*/ 368633 w 1087064"/>
                <a:gd name="connsiteY3379" fmla="*/ 1273237 h 1410230"/>
                <a:gd name="connsiteX3380" fmla="*/ 368633 w 1087064"/>
                <a:gd name="connsiteY3380" fmla="*/ 1270551 h 1410230"/>
                <a:gd name="connsiteX3381" fmla="*/ 365943 w 1087064"/>
                <a:gd name="connsiteY3381" fmla="*/ 1267865 h 1410230"/>
                <a:gd name="connsiteX3382" fmla="*/ 364597 w 1087064"/>
                <a:gd name="connsiteY3382" fmla="*/ 1267865 h 1410230"/>
                <a:gd name="connsiteX3383" fmla="*/ 363252 w 1087064"/>
                <a:gd name="connsiteY3383" fmla="*/ 1270551 h 1410230"/>
                <a:gd name="connsiteX3384" fmla="*/ 363252 w 1087064"/>
                <a:gd name="connsiteY3384" fmla="*/ 1273237 h 1410230"/>
                <a:gd name="connsiteX3385" fmla="*/ 365943 w 1087064"/>
                <a:gd name="connsiteY3385" fmla="*/ 1275923 h 1410230"/>
                <a:gd name="connsiteX3386" fmla="*/ 365943 w 1087064"/>
                <a:gd name="connsiteY3386" fmla="*/ 1278609 h 1410230"/>
                <a:gd name="connsiteX3387" fmla="*/ 365943 w 1087064"/>
                <a:gd name="connsiteY3387" fmla="*/ 1279952 h 1410230"/>
                <a:gd name="connsiteX3388" fmla="*/ 367288 w 1087064"/>
                <a:gd name="connsiteY3388" fmla="*/ 1281295 h 1410230"/>
                <a:gd name="connsiteX3389" fmla="*/ 374015 w 1087064"/>
                <a:gd name="connsiteY3389" fmla="*/ 1281295 h 1410230"/>
                <a:gd name="connsiteX3390" fmla="*/ 376705 w 1087064"/>
                <a:gd name="connsiteY3390" fmla="*/ 1282639 h 1410230"/>
                <a:gd name="connsiteX3391" fmla="*/ 378051 w 1087064"/>
                <a:gd name="connsiteY3391" fmla="*/ 1285325 h 1410230"/>
                <a:gd name="connsiteX3392" fmla="*/ 376705 w 1087064"/>
                <a:gd name="connsiteY3392" fmla="*/ 1286668 h 1410230"/>
                <a:gd name="connsiteX3393" fmla="*/ 374015 w 1087064"/>
                <a:gd name="connsiteY3393" fmla="*/ 1289354 h 1410230"/>
                <a:gd name="connsiteX3394" fmla="*/ 372670 w 1087064"/>
                <a:gd name="connsiteY3394" fmla="*/ 1292040 h 1410230"/>
                <a:gd name="connsiteX3395" fmla="*/ 369979 w 1087064"/>
                <a:gd name="connsiteY3395" fmla="*/ 1292040 h 1410230"/>
                <a:gd name="connsiteX3396" fmla="*/ 367288 w 1087064"/>
                <a:gd name="connsiteY3396" fmla="*/ 1290697 h 1410230"/>
                <a:gd name="connsiteX3397" fmla="*/ 364597 w 1087064"/>
                <a:gd name="connsiteY3397" fmla="*/ 1290697 h 1410230"/>
                <a:gd name="connsiteX3398" fmla="*/ 359216 w 1087064"/>
                <a:gd name="connsiteY3398" fmla="*/ 1289354 h 1410230"/>
                <a:gd name="connsiteX3399" fmla="*/ 359216 w 1087064"/>
                <a:gd name="connsiteY3399" fmla="*/ 1286668 h 1410230"/>
                <a:gd name="connsiteX3400" fmla="*/ 359216 w 1087064"/>
                <a:gd name="connsiteY3400" fmla="*/ 1285325 h 1410230"/>
                <a:gd name="connsiteX3401" fmla="*/ 356525 w 1087064"/>
                <a:gd name="connsiteY3401" fmla="*/ 1283982 h 1410230"/>
                <a:gd name="connsiteX3402" fmla="*/ 355179 w 1087064"/>
                <a:gd name="connsiteY3402" fmla="*/ 1283982 h 1410230"/>
                <a:gd name="connsiteX3403" fmla="*/ 355179 w 1087064"/>
                <a:gd name="connsiteY3403" fmla="*/ 1288011 h 1410230"/>
                <a:gd name="connsiteX3404" fmla="*/ 353834 w 1087064"/>
                <a:gd name="connsiteY3404" fmla="*/ 1290697 h 1410230"/>
                <a:gd name="connsiteX3405" fmla="*/ 351143 w 1087064"/>
                <a:gd name="connsiteY3405" fmla="*/ 1293383 h 1410230"/>
                <a:gd name="connsiteX3406" fmla="*/ 347107 w 1087064"/>
                <a:gd name="connsiteY3406" fmla="*/ 1293383 h 1410230"/>
                <a:gd name="connsiteX3407" fmla="*/ 344417 w 1087064"/>
                <a:gd name="connsiteY3407" fmla="*/ 1292040 h 1410230"/>
                <a:gd name="connsiteX3408" fmla="*/ 341726 w 1087064"/>
                <a:gd name="connsiteY3408" fmla="*/ 1290697 h 1410230"/>
                <a:gd name="connsiteX3409" fmla="*/ 339035 w 1087064"/>
                <a:gd name="connsiteY3409" fmla="*/ 1290697 h 1410230"/>
                <a:gd name="connsiteX3410" fmla="*/ 339035 w 1087064"/>
                <a:gd name="connsiteY3410" fmla="*/ 1293383 h 1410230"/>
                <a:gd name="connsiteX3411" fmla="*/ 340380 w 1087064"/>
                <a:gd name="connsiteY3411" fmla="*/ 1294726 h 1410230"/>
                <a:gd name="connsiteX3412" fmla="*/ 347107 w 1087064"/>
                <a:gd name="connsiteY3412" fmla="*/ 1297412 h 1410230"/>
                <a:gd name="connsiteX3413" fmla="*/ 352489 w 1087064"/>
                <a:gd name="connsiteY3413" fmla="*/ 1298755 h 1410230"/>
                <a:gd name="connsiteX3414" fmla="*/ 355179 w 1087064"/>
                <a:gd name="connsiteY3414" fmla="*/ 1302785 h 1410230"/>
                <a:gd name="connsiteX3415" fmla="*/ 356525 w 1087064"/>
                <a:gd name="connsiteY3415" fmla="*/ 1308157 h 1410230"/>
                <a:gd name="connsiteX3416" fmla="*/ 355179 w 1087064"/>
                <a:gd name="connsiteY3416" fmla="*/ 1309500 h 1410230"/>
                <a:gd name="connsiteX3417" fmla="*/ 352489 w 1087064"/>
                <a:gd name="connsiteY3417" fmla="*/ 1309500 h 1410230"/>
                <a:gd name="connsiteX3418" fmla="*/ 349798 w 1087064"/>
                <a:gd name="connsiteY3418" fmla="*/ 1306814 h 1410230"/>
                <a:gd name="connsiteX3419" fmla="*/ 344417 w 1087064"/>
                <a:gd name="connsiteY3419" fmla="*/ 1302785 h 1410230"/>
                <a:gd name="connsiteX3420" fmla="*/ 341726 w 1087064"/>
                <a:gd name="connsiteY3420" fmla="*/ 1301442 h 1410230"/>
                <a:gd name="connsiteX3421" fmla="*/ 339035 w 1087064"/>
                <a:gd name="connsiteY3421" fmla="*/ 1301442 h 1410230"/>
                <a:gd name="connsiteX3422" fmla="*/ 339035 w 1087064"/>
                <a:gd name="connsiteY3422" fmla="*/ 1302785 h 1410230"/>
                <a:gd name="connsiteX3423" fmla="*/ 341726 w 1087064"/>
                <a:gd name="connsiteY3423" fmla="*/ 1305471 h 1410230"/>
                <a:gd name="connsiteX3424" fmla="*/ 345762 w 1087064"/>
                <a:gd name="connsiteY3424" fmla="*/ 1306814 h 1410230"/>
                <a:gd name="connsiteX3425" fmla="*/ 351143 w 1087064"/>
                <a:gd name="connsiteY3425" fmla="*/ 1312186 h 1410230"/>
                <a:gd name="connsiteX3426" fmla="*/ 353834 w 1087064"/>
                <a:gd name="connsiteY3426" fmla="*/ 1316215 h 1410230"/>
                <a:gd name="connsiteX3427" fmla="*/ 353834 w 1087064"/>
                <a:gd name="connsiteY3427" fmla="*/ 1318902 h 1410230"/>
                <a:gd name="connsiteX3428" fmla="*/ 352489 w 1087064"/>
                <a:gd name="connsiteY3428" fmla="*/ 1322931 h 1410230"/>
                <a:gd name="connsiteX3429" fmla="*/ 353834 w 1087064"/>
                <a:gd name="connsiteY3429" fmla="*/ 1325617 h 1410230"/>
                <a:gd name="connsiteX3430" fmla="*/ 353834 w 1087064"/>
                <a:gd name="connsiteY3430" fmla="*/ 1328303 h 1410230"/>
                <a:gd name="connsiteX3431" fmla="*/ 351143 w 1087064"/>
                <a:gd name="connsiteY3431" fmla="*/ 1330989 h 1410230"/>
                <a:gd name="connsiteX3432" fmla="*/ 351143 w 1087064"/>
                <a:gd name="connsiteY3432" fmla="*/ 1333675 h 1410230"/>
                <a:gd name="connsiteX3433" fmla="*/ 349798 w 1087064"/>
                <a:gd name="connsiteY3433" fmla="*/ 1337705 h 1410230"/>
                <a:gd name="connsiteX3434" fmla="*/ 343071 w 1087064"/>
                <a:gd name="connsiteY3434" fmla="*/ 1337705 h 1410230"/>
                <a:gd name="connsiteX3435" fmla="*/ 340380 w 1087064"/>
                <a:gd name="connsiteY3435" fmla="*/ 1336362 h 1410230"/>
                <a:gd name="connsiteX3436" fmla="*/ 336344 w 1087064"/>
                <a:gd name="connsiteY3436" fmla="*/ 1336362 h 1410230"/>
                <a:gd name="connsiteX3437" fmla="*/ 333653 w 1087064"/>
                <a:gd name="connsiteY3437" fmla="*/ 1333675 h 1410230"/>
                <a:gd name="connsiteX3438" fmla="*/ 330963 w 1087064"/>
                <a:gd name="connsiteY3438" fmla="*/ 1333675 h 1410230"/>
                <a:gd name="connsiteX3439" fmla="*/ 332308 w 1087064"/>
                <a:gd name="connsiteY3439" fmla="*/ 1336362 h 1410230"/>
                <a:gd name="connsiteX3440" fmla="*/ 336344 w 1087064"/>
                <a:gd name="connsiteY3440" fmla="*/ 1339048 h 1410230"/>
                <a:gd name="connsiteX3441" fmla="*/ 341726 w 1087064"/>
                <a:gd name="connsiteY3441" fmla="*/ 1340391 h 1410230"/>
                <a:gd name="connsiteX3442" fmla="*/ 341726 w 1087064"/>
                <a:gd name="connsiteY3442" fmla="*/ 1341734 h 1410230"/>
                <a:gd name="connsiteX3443" fmla="*/ 339035 w 1087064"/>
                <a:gd name="connsiteY3443" fmla="*/ 1345763 h 1410230"/>
                <a:gd name="connsiteX3444" fmla="*/ 336344 w 1087064"/>
                <a:gd name="connsiteY3444" fmla="*/ 1344420 h 1410230"/>
                <a:gd name="connsiteX3445" fmla="*/ 334999 w 1087064"/>
                <a:gd name="connsiteY3445" fmla="*/ 1343077 h 1410230"/>
                <a:gd name="connsiteX3446" fmla="*/ 333653 w 1087064"/>
                <a:gd name="connsiteY3446" fmla="*/ 1344420 h 1410230"/>
                <a:gd name="connsiteX3447" fmla="*/ 333653 w 1087064"/>
                <a:gd name="connsiteY3447" fmla="*/ 1345763 h 1410230"/>
                <a:gd name="connsiteX3448" fmla="*/ 337690 w 1087064"/>
                <a:gd name="connsiteY3448" fmla="*/ 1347106 h 1410230"/>
                <a:gd name="connsiteX3449" fmla="*/ 339035 w 1087064"/>
                <a:gd name="connsiteY3449" fmla="*/ 1348449 h 1410230"/>
                <a:gd name="connsiteX3450" fmla="*/ 339035 w 1087064"/>
                <a:gd name="connsiteY3450" fmla="*/ 1351135 h 1410230"/>
                <a:gd name="connsiteX3451" fmla="*/ 336344 w 1087064"/>
                <a:gd name="connsiteY3451" fmla="*/ 1353822 h 1410230"/>
                <a:gd name="connsiteX3452" fmla="*/ 333653 w 1087064"/>
                <a:gd name="connsiteY3452" fmla="*/ 1355165 h 1410230"/>
                <a:gd name="connsiteX3453" fmla="*/ 332308 w 1087064"/>
                <a:gd name="connsiteY3453" fmla="*/ 1352479 h 1410230"/>
                <a:gd name="connsiteX3454" fmla="*/ 329617 w 1087064"/>
                <a:gd name="connsiteY3454" fmla="*/ 1351135 h 1410230"/>
                <a:gd name="connsiteX3455" fmla="*/ 326926 w 1087064"/>
                <a:gd name="connsiteY3455" fmla="*/ 1351135 h 1410230"/>
                <a:gd name="connsiteX3456" fmla="*/ 328272 w 1087064"/>
                <a:gd name="connsiteY3456" fmla="*/ 1353822 h 1410230"/>
                <a:gd name="connsiteX3457" fmla="*/ 330963 w 1087064"/>
                <a:gd name="connsiteY3457" fmla="*/ 1355165 h 1410230"/>
                <a:gd name="connsiteX3458" fmla="*/ 333653 w 1087064"/>
                <a:gd name="connsiteY3458" fmla="*/ 1357851 h 1410230"/>
                <a:gd name="connsiteX3459" fmla="*/ 333653 w 1087064"/>
                <a:gd name="connsiteY3459" fmla="*/ 1361880 h 1410230"/>
                <a:gd name="connsiteX3460" fmla="*/ 330963 w 1087064"/>
                <a:gd name="connsiteY3460" fmla="*/ 1364566 h 1410230"/>
                <a:gd name="connsiteX3461" fmla="*/ 324236 w 1087064"/>
                <a:gd name="connsiteY3461" fmla="*/ 1364566 h 1410230"/>
                <a:gd name="connsiteX3462" fmla="*/ 321545 w 1087064"/>
                <a:gd name="connsiteY3462" fmla="*/ 1363223 h 1410230"/>
                <a:gd name="connsiteX3463" fmla="*/ 320199 w 1087064"/>
                <a:gd name="connsiteY3463" fmla="*/ 1363223 h 1410230"/>
                <a:gd name="connsiteX3464" fmla="*/ 320199 w 1087064"/>
                <a:gd name="connsiteY3464" fmla="*/ 1364566 h 1410230"/>
                <a:gd name="connsiteX3465" fmla="*/ 324236 w 1087064"/>
                <a:gd name="connsiteY3465" fmla="*/ 1365909 h 1410230"/>
                <a:gd name="connsiteX3466" fmla="*/ 332308 w 1087064"/>
                <a:gd name="connsiteY3466" fmla="*/ 1367252 h 1410230"/>
                <a:gd name="connsiteX3467" fmla="*/ 336344 w 1087064"/>
                <a:gd name="connsiteY3467" fmla="*/ 1368595 h 1410230"/>
                <a:gd name="connsiteX3468" fmla="*/ 337690 w 1087064"/>
                <a:gd name="connsiteY3468" fmla="*/ 1371282 h 1410230"/>
                <a:gd name="connsiteX3469" fmla="*/ 337690 w 1087064"/>
                <a:gd name="connsiteY3469" fmla="*/ 1372625 h 1410230"/>
                <a:gd name="connsiteX3470" fmla="*/ 333653 w 1087064"/>
                <a:gd name="connsiteY3470" fmla="*/ 1373968 h 1410230"/>
                <a:gd name="connsiteX3471" fmla="*/ 326926 w 1087064"/>
                <a:gd name="connsiteY3471" fmla="*/ 1375311 h 1410230"/>
                <a:gd name="connsiteX3472" fmla="*/ 321545 w 1087064"/>
                <a:gd name="connsiteY3472" fmla="*/ 1373968 h 1410230"/>
                <a:gd name="connsiteX3473" fmla="*/ 317509 w 1087064"/>
                <a:gd name="connsiteY3473" fmla="*/ 1372625 h 1410230"/>
                <a:gd name="connsiteX3474" fmla="*/ 316164 w 1087064"/>
                <a:gd name="connsiteY3474" fmla="*/ 1373968 h 1410230"/>
                <a:gd name="connsiteX3475" fmla="*/ 317509 w 1087064"/>
                <a:gd name="connsiteY3475" fmla="*/ 1376654 h 1410230"/>
                <a:gd name="connsiteX3476" fmla="*/ 322890 w 1087064"/>
                <a:gd name="connsiteY3476" fmla="*/ 1377997 h 1410230"/>
                <a:gd name="connsiteX3477" fmla="*/ 324236 w 1087064"/>
                <a:gd name="connsiteY3477" fmla="*/ 1379340 h 1410230"/>
                <a:gd name="connsiteX3478" fmla="*/ 324236 w 1087064"/>
                <a:gd name="connsiteY3478" fmla="*/ 1380683 h 1410230"/>
                <a:gd name="connsiteX3479" fmla="*/ 322890 w 1087064"/>
                <a:gd name="connsiteY3479" fmla="*/ 1380683 h 1410230"/>
                <a:gd name="connsiteX3480" fmla="*/ 322890 w 1087064"/>
                <a:gd name="connsiteY3480" fmla="*/ 1382026 h 1410230"/>
                <a:gd name="connsiteX3481" fmla="*/ 326926 w 1087064"/>
                <a:gd name="connsiteY3481" fmla="*/ 1383369 h 1410230"/>
                <a:gd name="connsiteX3482" fmla="*/ 330963 w 1087064"/>
                <a:gd name="connsiteY3482" fmla="*/ 1384712 h 1410230"/>
                <a:gd name="connsiteX3483" fmla="*/ 330963 w 1087064"/>
                <a:gd name="connsiteY3483" fmla="*/ 1386055 h 1410230"/>
                <a:gd name="connsiteX3484" fmla="*/ 328272 w 1087064"/>
                <a:gd name="connsiteY3484" fmla="*/ 1387398 h 1410230"/>
                <a:gd name="connsiteX3485" fmla="*/ 324236 w 1087064"/>
                <a:gd name="connsiteY3485" fmla="*/ 1387398 h 1410230"/>
                <a:gd name="connsiteX3486" fmla="*/ 321545 w 1087064"/>
                <a:gd name="connsiteY3486" fmla="*/ 1387398 h 1410230"/>
                <a:gd name="connsiteX3487" fmla="*/ 321545 w 1087064"/>
                <a:gd name="connsiteY3487" fmla="*/ 1388742 h 1410230"/>
                <a:gd name="connsiteX3488" fmla="*/ 324236 w 1087064"/>
                <a:gd name="connsiteY3488" fmla="*/ 1390085 h 1410230"/>
                <a:gd name="connsiteX3489" fmla="*/ 328272 w 1087064"/>
                <a:gd name="connsiteY3489" fmla="*/ 1390085 h 1410230"/>
                <a:gd name="connsiteX3490" fmla="*/ 330963 w 1087064"/>
                <a:gd name="connsiteY3490" fmla="*/ 1390085 h 1410230"/>
                <a:gd name="connsiteX3491" fmla="*/ 329617 w 1087064"/>
                <a:gd name="connsiteY3491" fmla="*/ 1391428 h 1410230"/>
                <a:gd name="connsiteX3492" fmla="*/ 326926 w 1087064"/>
                <a:gd name="connsiteY3492" fmla="*/ 1394114 h 1410230"/>
                <a:gd name="connsiteX3493" fmla="*/ 322890 w 1087064"/>
                <a:gd name="connsiteY3493" fmla="*/ 1395457 h 1410230"/>
                <a:gd name="connsiteX3494" fmla="*/ 316164 w 1087064"/>
                <a:gd name="connsiteY3494" fmla="*/ 1395457 h 1410230"/>
                <a:gd name="connsiteX3495" fmla="*/ 313473 w 1087064"/>
                <a:gd name="connsiteY3495" fmla="*/ 1392771 h 1410230"/>
                <a:gd name="connsiteX3496" fmla="*/ 309437 w 1087064"/>
                <a:gd name="connsiteY3496" fmla="*/ 1388742 h 1410230"/>
                <a:gd name="connsiteX3497" fmla="*/ 308091 w 1087064"/>
                <a:gd name="connsiteY3497" fmla="*/ 1386055 h 1410230"/>
                <a:gd name="connsiteX3498" fmla="*/ 306746 w 1087064"/>
                <a:gd name="connsiteY3498" fmla="*/ 1386055 h 1410230"/>
                <a:gd name="connsiteX3499" fmla="*/ 305401 w 1087064"/>
                <a:gd name="connsiteY3499" fmla="*/ 1387398 h 1410230"/>
                <a:gd name="connsiteX3500" fmla="*/ 301364 w 1087064"/>
                <a:gd name="connsiteY3500" fmla="*/ 1386055 h 1410230"/>
                <a:gd name="connsiteX3501" fmla="*/ 300019 w 1087064"/>
                <a:gd name="connsiteY3501" fmla="*/ 1387398 h 1410230"/>
                <a:gd name="connsiteX3502" fmla="*/ 301364 w 1087064"/>
                <a:gd name="connsiteY3502" fmla="*/ 1390085 h 1410230"/>
                <a:gd name="connsiteX3503" fmla="*/ 309437 w 1087064"/>
                <a:gd name="connsiteY3503" fmla="*/ 1394114 h 1410230"/>
                <a:gd name="connsiteX3504" fmla="*/ 313473 w 1087064"/>
                <a:gd name="connsiteY3504" fmla="*/ 1396800 h 1410230"/>
                <a:gd name="connsiteX3505" fmla="*/ 313473 w 1087064"/>
                <a:gd name="connsiteY3505" fmla="*/ 1399486 h 1410230"/>
                <a:gd name="connsiteX3506" fmla="*/ 312128 w 1087064"/>
                <a:gd name="connsiteY3506" fmla="*/ 1400829 h 1410230"/>
                <a:gd name="connsiteX3507" fmla="*/ 312128 w 1087064"/>
                <a:gd name="connsiteY3507" fmla="*/ 1403515 h 1410230"/>
                <a:gd name="connsiteX3508" fmla="*/ 313473 w 1087064"/>
                <a:gd name="connsiteY3508" fmla="*/ 1402172 h 1410230"/>
                <a:gd name="connsiteX3509" fmla="*/ 317509 w 1087064"/>
                <a:gd name="connsiteY3509" fmla="*/ 1402172 h 1410230"/>
                <a:gd name="connsiteX3510" fmla="*/ 318854 w 1087064"/>
                <a:gd name="connsiteY3510" fmla="*/ 1403515 h 1410230"/>
                <a:gd name="connsiteX3511" fmla="*/ 321545 w 1087064"/>
                <a:gd name="connsiteY3511" fmla="*/ 1404859 h 1410230"/>
                <a:gd name="connsiteX3512" fmla="*/ 321545 w 1087064"/>
                <a:gd name="connsiteY3512" fmla="*/ 1406202 h 1410230"/>
                <a:gd name="connsiteX3513" fmla="*/ 318854 w 1087064"/>
                <a:gd name="connsiteY3513" fmla="*/ 1407545 h 1410230"/>
                <a:gd name="connsiteX3514" fmla="*/ 316164 w 1087064"/>
                <a:gd name="connsiteY3514" fmla="*/ 1410231 h 1410230"/>
                <a:gd name="connsiteX3515" fmla="*/ 313473 w 1087064"/>
                <a:gd name="connsiteY3515" fmla="*/ 1396800 h 1410230"/>
                <a:gd name="connsiteX3516" fmla="*/ 313473 w 1087064"/>
                <a:gd name="connsiteY3516" fmla="*/ 1396800 h 1410230"/>
                <a:gd name="connsiteX3517" fmla="*/ 313473 w 1087064"/>
                <a:gd name="connsiteY3517" fmla="*/ 1396800 h 141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</a:cxnLst>
              <a:rect l="l" t="t" r="r" b="b"/>
              <a:pathLst>
                <a:path w="1087064" h="1410230">
                  <a:moveTo>
                    <a:pt x="313473" y="1396800"/>
                  </a:moveTo>
                  <a:lnTo>
                    <a:pt x="301364" y="1391428"/>
                  </a:lnTo>
                  <a:lnTo>
                    <a:pt x="294637" y="1391428"/>
                  </a:lnTo>
                  <a:lnTo>
                    <a:pt x="294637" y="1388742"/>
                  </a:lnTo>
                  <a:lnTo>
                    <a:pt x="295983" y="1384712"/>
                  </a:lnTo>
                  <a:lnTo>
                    <a:pt x="297328" y="1384712"/>
                  </a:lnTo>
                  <a:lnTo>
                    <a:pt x="297328" y="1382026"/>
                  </a:lnTo>
                  <a:lnTo>
                    <a:pt x="294637" y="1382026"/>
                  </a:lnTo>
                  <a:lnTo>
                    <a:pt x="291947" y="1384712"/>
                  </a:lnTo>
                  <a:lnTo>
                    <a:pt x="290601" y="1384712"/>
                  </a:lnTo>
                  <a:lnTo>
                    <a:pt x="290601" y="1391428"/>
                  </a:lnTo>
                  <a:lnTo>
                    <a:pt x="286565" y="1390085"/>
                  </a:lnTo>
                  <a:lnTo>
                    <a:pt x="285220" y="1390085"/>
                  </a:lnTo>
                  <a:lnTo>
                    <a:pt x="283875" y="1392771"/>
                  </a:lnTo>
                  <a:lnTo>
                    <a:pt x="283875" y="1396800"/>
                  </a:lnTo>
                  <a:lnTo>
                    <a:pt x="282529" y="1399486"/>
                  </a:lnTo>
                  <a:lnTo>
                    <a:pt x="279838" y="1398143"/>
                  </a:lnTo>
                  <a:lnTo>
                    <a:pt x="281184" y="1394114"/>
                  </a:lnTo>
                  <a:lnTo>
                    <a:pt x="282529" y="1391428"/>
                  </a:lnTo>
                  <a:lnTo>
                    <a:pt x="282529" y="1387398"/>
                  </a:lnTo>
                  <a:lnTo>
                    <a:pt x="287911" y="1380683"/>
                  </a:lnTo>
                  <a:lnTo>
                    <a:pt x="286565" y="1379340"/>
                  </a:lnTo>
                  <a:lnTo>
                    <a:pt x="282529" y="1382026"/>
                  </a:lnTo>
                  <a:lnTo>
                    <a:pt x="278493" y="1391428"/>
                  </a:lnTo>
                  <a:lnTo>
                    <a:pt x="274457" y="1395457"/>
                  </a:lnTo>
                  <a:lnTo>
                    <a:pt x="273112" y="1394114"/>
                  </a:lnTo>
                  <a:lnTo>
                    <a:pt x="273112" y="1391428"/>
                  </a:lnTo>
                  <a:lnTo>
                    <a:pt x="278493" y="1387398"/>
                  </a:lnTo>
                  <a:lnTo>
                    <a:pt x="279838" y="1382026"/>
                  </a:lnTo>
                  <a:lnTo>
                    <a:pt x="282529" y="1376654"/>
                  </a:lnTo>
                  <a:lnTo>
                    <a:pt x="279838" y="1377997"/>
                  </a:lnTo>
                  <a:lnTo>
                    <a:pt x="278493" y="1377997"/>
                  </a:lnTo>
                  <a:lnTo>
                    <a:pt x="277148" y="1382026"/>
                  </a:lnTo>
                  <a:lnTo>
                    <a:pt x="273112" y="1383369"/>
                  </a:lnTo>
                  <a:lnTo>
                    <a:pt x="271766" y="1382026"/>
                  </a:lnTo>
                  <a:lnTo>
                    <a:pt x="273112" y="1377997"/>
                  </a:lnTo>
                  <a:lnTo>
                    <a:pt x="277148" y="1375311"/>
                  </a:lnTo>
                  <a:lnTo>
                    <a:pt x="275802" y="1373968"/>
                  </a:lnTo>
                  <a:lnTo>
                    <a:pt x="273112" y="1373968"/>
                  </a:lnTo>
                  <a:lnTo>
                    <a:pt x="271766" y="1376654"/>
                  </a:lnTo>
                  <a:lnTo>
                    <a:pt x="269075" y="1377997"/>
                  </a:lnTo>
                  <a:lnTo>
                    <a:pt x="267730" y="1380683"/>
                  </a:lnTo>
                  <a:lnTo>
                    <a:pt x="266385" y="1376654"/>
                  </a:lnTo>
                  <a:lnTo>
                    <a:pt x="266385" y="1375311"/>
                  </a:lnTo>
                  <a:lnTo>
                    <a:pt x="262348" y="1375311"/>
                  </a:lnTo>
                  <a:lnTo>
                    <a:pt x="259658" y="1377997"/>
                  </a:lnTo>
                  <a:lnTo>
                    <a:pt x="258312" y="1377997"/>
                  </a:lnTo>
                  <a:lnTo>
                    <a:pt x="259658" y="1375311"/>
                  </a:lnTo>
                  <a:lnTo>
                    <a:pt x="266385" y="1369939"/>
                  </a:lnTo>
                  <a:lnTo>
                    <a:pt x="266385" y="1365909"/>
                  </a:lnTo>
                  <a:lnTo>
                    <a:pt x="269075" y="1364566"/>
                  </a:lnTo>
                  <a:lnTo>
                    <a:pt x="274457" y="1360537"/>
                  </a:lnTo>
                  <a:lnTo>
                    <a:pt x="273112" y="1359194"/>
                  </a:lnTo>
                  <a:lnTo>
                    <a:pt x="267730" y="1363223"/>
                  </a:lnTo>
                  <a:lnTo>
                    <a:pt x="263694" y="1364566"/>
                  </a:lnTo>
                  <a:lnTo>
                    <a:pt x="262348" y="1363223"/>
                  </a:lnTo>
                  <a:lnTo>
                    <a:pt x="263694" y="1361880"/>
                  </a:lnTo>
                  <a:lnTo>
                    <a:pt x="267730" y="1360537"/>
                  </a:lnTo>
                  <a:lnTo>
                    <a:pt x="271766" y="1357851"/>
                  </a:lnTo>
                  <a:lnTo>
                    <a:pt x="275802" y="1355165"/>
                  </a:lnTo>
                  <a:lnTo>
                    <a:pt x="279838" y="1353822"/>
                  </a:lnTo>
                  <a:lnTo>
                    <a:pt x="279838" y="1349792"/>
                  </a:lnTo>
                  <a:lnTo>
                    <a:pt x="278493" y="1347106"/>
                  </a:lnTo>
                  <a:lnTo>
                    <a:pt x="275802" y="1347106"/>
                  </a:lnTo>
                  <a:lnTo>
                    <a:pt x="270421" y="1353822"/>
                  </a:lnTo>
                  <a:lnTo>
                    <a:pt x="262348" y="1359194"/>
                  </a:lnTo>
                  <a:lnTo>
                    <a:pt x="256967" y="1360537"/>
                  </a:lnTo>
                  <a:lnTo>
                    <a:pt x="255622" y="1359194"/>
                  </a:lnTo>
                  <a:lnTo>
                    <a:pt x="258312" y="1357851"/>
                  </a:lnTo>
                  <a:lnTo>
                    <a:pt x="261003" y="1356508"/>
                  </a:lnTo>
                  <a:lnTo>
                    <a:pt x="265039" y="1352479"/>
                  </a:lnTo>
                  <a:lnTo>
                    <a:pt x="265039" y="1347106"/>
                  </a:lnTo>
                  <a:lnTo>
                    <a:pt x="262348" y="1343077"/>
                  </a:lnTo>
                  <a:lnTo>
                    <a:pt x="259658" y="1341734"/>
                  </a:lnTo>
                  <a:lnTo>
                    <a:pt x="256967" y="1343077"/>
                  </a:lnTo>
                  <a:lnTo>
                    <a:pt x="256967" y="1345763"/>
                  </a:lnTo>
                  <a:lnTo>
                    <a:pt x="258312" y="1348449"/>
                  </a:lnTo>
                  <a:lnTo>
                    <a:pt x="258312" y="1351135"/>
                  </a:lnTo>
                  <a:lnTo>
                    <a:pt x="255622" y="1353822"/>
                  </a:lnTo>
                  <a:lnTo>
                    <a:pt x="252931" y="1352479"/>
                  </a:lnTo>
                  <a:lnTo>
                    <a:pt x="248895" y="1353822"/>
                  </a:lnTo>
                  <a:lnTo>
                    <a:pt x="246204" y="1353822"/>
                  </a:lnTo>
                  <a:lnTo>
                    <a:pt x="243513" y="1355165"/>
                  </a:lnTo>
                  <a:lnTo>
                    <a:pt x="242168" y="1359194"/>
                  </a:lnTo>
                  <a:lnTo>
                    <a:pt x="239477" y="1360537"/>
                  </a:lnTo>
                  <a:lnTo>
                    <a:pt x="236786" y="1359194"/>
                  </a:lnTo>
                  <a:lnTo>
                    <a:pt x="234095" y="1356508"/>
                  </a:lnTo>
                  <a:lnTo>
                    <a:pt x="230059" y="1357851"/>
                  </a:lnTo>
                  <a:lnTo>
                    <a:pt x="227369" y="1360537"/>
                  </a:lnTo>
                  <a:lnTo>
                    <a:pt x="224678" y="1359194"/>
                  </a:lnTo>
                  <a:lnTo>
                    <a:pt x="221987" y="1360537"/>
                  </a:lnTo>
                  <a:lnTo>
                    <a:pt x="221987" y="1363223"/>
                  </a:lnTo>
                  <a:lnTo>
                    <a:pt x="223333" y="1365909"/>
                  </a:lnTo>
                  <a:lnTo>
                    <a:pt x="221987" y="1367252"/>
                  </a:lnTo>
                  <a:lnTo>
                    <a:pt x="213915" y="1365909"/>
                  </a:lnTo>
                  <a:lnTo>
                    <a:pt x="212570" y="1363223"/>
                  </a:lnTo>
                  <a:lnTo>
                    <a:pt x="215260" y="1360537"/>
                  </a:lnTo>
                  <a:lnTo>
                    <a:pt x="219296" y="1360537"/>
                  </a:lnTo>
                  <a:lnTo>
                    <a:pt x="221987" y="1357851"/>
                  </a:lnTo>
                  <a:lnTo>
                    <a:pt x="221987" y="1356508"/>
                  </a:lnTo>
                  <a:lnTo>
                    <a:pt x="217951" y="1355165"/>
                  </a:lnTo>
                  <a:lnTo>
                    <a:pt x="217951" y="1349792"/>
                  </a:lnTo>
                  <a:lnTo>
                    <a:pt x="213915" y="1347106"/>
                  </a:lnTo>
                  <a:lnTo>
                    <a:pt x="212570" y="1345763"/>
                  </a:lnTo>
                  <a:lnTo>
                    <a:pt x="209879" y="1347106"/>
                  </a:lnTo>
                  <a:lnTo>
                    <a:pt x="203152" y="1351135"/>
                  </a:lnTo>
                  <a:lnTo>
                    <a:pt x="199116" y="1349792"/>
                  </a:lnTo>
                  <a:lnTo>
                    <a:pt x="197770" y="1345763"/>
                  </a:lnTo>
                  <a:lnTo>
                    <a:pt x="201806" y="1341734"/>
                  </a:lnTo>
                  <a:lnTo>
                    <a:pt x="200461" y="1339048"/>
                  </a:lnTo>
                  <a:lnTo>
                    <a:pt x="197770" y="1339048"/>
                  </a:lnTo>
                  <a:lnTo>
                    <a:pt x="197770" y="1337705"/>
                  </a:lnTo>
                  <a:lnTo>
                    <a:pt x="203152" y="1335019"/>
                  </a:lnTo>
                  <a:lnTo>
                    <a:pt x="207188" y="1335019"/>
                  </a:lnTo>
                  <a:lnTo>
                    <a:pt x="208533" y="1332332"/>
                  </a:lnTo>
                  <a:lnTo>
                    <a:pt x="207188" y="1329646"/>
                  </a:lnTo>
                  <a:lnTo>
                    <a:pt x="204497" y="1329646"/>
                  </a:lnTo>
                  <a:lnTo>
                    <a:pt x="199116" y="1330989"/>
                  </a:lnTo>
                  <a:lnTo>
                    <a:pt x="195080" y="1333675"/>
                  </a:lnTo>
                  <a:lnTo>
                    <a:pt x="189698" y="1335019"/>
                  </a:lnTo>
                  <a:lnTo>
                    <a:pt x="185662" y="1332332"/>
                  </a:lnTo>
                  <a:lnTo>
                    <a:pt x="187007" y="1329646"/>
                  </a:lnTo>
                  <a:lnTo>
                    <a:pt x="191043" y="1328303"/>
                  </a:lnTo>
                  <a:lnTo>
                    <a:pt x="193734" y="1325617"/>
                  </a:lnTo>
                  <a:lnTo>
                    <a:pt x="193734" y="1321588"/>
                  </a:lnTo>
                  <a:lnTo>
                    <a:pt x="199116" y="1318902"/>
                  </a:lnTo>
                  <a:lnTo>
                    <a:pt x="200461" y="1316215"/>
                  </a:lnTo>
                  <a:lnTo>
                    <a:pt x="199116" y="1314872"/>
                  </a:lnTo>
                  <a:lnTo>
                    <a:pt x="193734" y="1313529"/>
                  </a:lnTo>
                  <a:lnTo>
                    <a:pt x="191043" y="1316215"/>
                  </a:lnTo>
                  <a:lnTo>
                    <a:pt x="187007" y="1317559"/>
                  </a:lnTo>
                  <a:lnTo>
                    <a:pt x="184317" y="1314872"/>
                  </a:lnTo>
                  <a:lnTo>
                    <a:pt x="187007" y="1312186"/>
                  </a:lnTo>
                  <a:lnTo>
                    <a:pt x="189698" y="1310843"/>
                  </a:lnTo>
                  <a:lnTo>
                    <a:pt x="192389" y="1310843"/>
                  </a:lnTo>
                  <a:lnTo>
                    <a:pt x="193734" y="1308157"/>
                  </a:lnTo>
                  <a:lnTo>
                    <a:pt x="196425" y="1305471"/>
                  </a:lnTo>
                  <a:lnTo>
                    <a:pt x="195080" y="1302785"/>
                  </a:lnTo>
                  <a:lnTo>
                    <a:pt x="196425" y="1300098"/>
                  </a:lnTo>
                  <a:lnTo>
                    <a:pt x="195080" y="1298755"/>
                  </a:lnTo>
                  <a:lnTo>
                    <a:pt x="188353" y="1301442"/>
                  </a:lnTo>
                  <a:lnTo>
                    <a:pt x="187007" y="1304128"/>
                  </a:lnTo>
                  <a:lnTo>
                    <a:pt x="185662" y="1306814"/>
                  </a:lnTo>
                  <a:lnTo>
                    <a:pt x="181626" y="1306814"/>
                  </a:lnTo>
                  <a:lnTo>
                    <a:pt x="182971" y="1304128"/>
                  </a:lnTo>
                  <a:lnTo>
                    <a:pt x="187007" y="1301442"/>
                  </a:lnTo>
                  <a:lnTo>
                    <a:pt x="188353" y="1298755"/>
                  </a:lnTo>
                  <a:lnTo>
                    <a:pt x="187007" y="1297412"/>
                  </a:lnTo>
                  <a:lnTo>
                    <a:pt x="189698" y="1294726"/>
                  </a:lnTo>
                  <a:lnTo>
                    <a:pt x="189698" y="1292040"/>
                  </a:lnTo>
                  <a:lnTo>
                    <a:pt x="187007" y="1290697"/>
                  </a:lnTo>
                  <a:lnTo>
                    <a:pt x="182971" y="1290697"/>
                  </a:lnTo>
                  <a:lnTo>
                    <a:pt x="182971" y="1289354"/>
                  </a:lnTo>
                  <a:lnTo>
                    <a:pt x="184317" y="1286668"/>
                  </a:lnTo>
                  <a:lnTo>
                    <a:pt x="182971" y="1283982"/>
                  </a:lnTo>
                  <a:lnTo>
                    <a:pt x="180280" y="1282639"/>
                  </a:lnTo>
                  <a:lnTo>
                    <a:pt x="178935" y="1283982"/>
                  </a:lnTo>
                  <a:lnTo>
                    <a:pt x="174899" y="1283982"/>
                  </a:lnTo>
                  <a:lnTo>
                    <a:pt x="174899" y="1282639"/>
                  </a:lnTo>
                  <a:lnTo>
                    <a:pt x="177590" y="1278609"/>
                  </a:lnTo>
                  <a:lnTo>
                    <a:pt x="180280" y="1275923"/>
                  </a:lnTo>
                  <a:lnTo>
                    <a:pt x="181626" y="1275923"/>
                  </a:lnTo>
                  <a:lnTo>
                    <a:pt x="185662" y="1270551"/>
                  </a:lnTo>
                  <a:lnTo>
                    <a:pt x="182971" y="1267865"/>
                  </a:lnTo>
                  <a:lnTo>
                    <a:pt x="184317" y="1265179"/>
                  </a:lnTo>
                  <a:lnTo>
                    <a:pt x="185662" y="1262492"/>
                  </a:lnTo>
                  <a:lnTo>
                    <a:pt x="184317" y="1261149"/>
                  </a:lnTo>
                  <a:lnTo>
                    <a:pt x="182971" y="1262492"/>
                  </a:lnTo>
                  <a:lnTo>
                    <a:pt x="181626" y="1265179"/>
                  </a:lnTo>
                  <a:lnTo>
                    <a:pt x="178935" y="1261149"/>
                  </a:lnTo>
                  <a:lnTo>
                    <a:pt x="176244" y="1261149"/>
                  </a:lnTo>
                  <a:lnTo>
                    <a:pt x="174899" y="1262492"/>
                  </a:lnTo>
                  <a:lnTo>
                    <a:pt x="173554" y="1262492"/>
                  </a:lnTo>
                  <a:lnTo>
                    <a:pt x="170863" y="1257120"/>
                  </a:lnTo>
                  <a:lnTo>
                    <a:pt x="172208" y="1254434"/>
                  </a:lnTo>
                  <a:lnTo>
                    <a:pt x="178935" y="1251748"/>
                  </a:lnTo>
                  <a:lnTo>
                    <a:pt x="178935" y="1250405"/>
                  </a:lnTo>
                  <a:lnTo>
                    <a:pt x="174899" y="1247719"/>
                  </a:lnTo>
                  <a:lnTo>
                    <a:pt x="170863" y="1247719"/>
                  </a:lnTo>
                  <a:lnTo>
                    <a:pt x="166827" y="1250405"/>
                  </a:lnTo>
                  <a:lnTo>
                    <a:pt x="164136" y="1250405"/>
                  </a:lnTo>
                  <a:lnTo>
                    <a:pt x="162791" y="1247719"/>
                  </a:lnTo>
                  <a:lnTo>
                    <a:pt x="164136" y="1245032"/>
                  </a:lnTo>
                  <a:lnTo>
                    <a:pt x="168172" y="1243689"/>
                  </a:lnTo>
                  <a:lnTo>
                    <a:pt x="172208" y="1245032"/>
                  </a:lnTo>
                  <a:lnTo>
                    <a:pt x="178935" y="1243689"/>
                  </a:lnTo>
                  <a:lnTo>
                    <a:pt x="180280" y="1241003"/>
                  </a:lnTo>
                  <a:lnTo>
                    <a:pt x="177590" y="1241003"/>
                  </a:lnTo>
                  <a:lnTo>
                    <a:pt x="174899" y="1239660"/>
                  </a:lnTo>
                  <a:lnTo>
                    <a:pt x="169518" y="1239660"/>
                  </a:lnTo>
                  <a:lnTo>
                    <a:pt x="166827" y="1241003"/>
                  </a:lnTo>
                  <a:lnTo>
                    <a:pt x="164136" y="1241003"/>
                  </a:lnTo>
                  <a:lnTo>
                    <a:pt x="161445" y="1238317"/>
                  </a:lnTo>
                  <a:lnTo>
                    <a:pt x="166827" y="1235631"/>
                  </a:lnTo>
                  <a:lnTo>
                    <a:pt x="172208" y="1235631"/>
                  </a:lnTo>
                  <a:lnTo>
                    <a:pt x="174899" y="1234288"/>
                  </a:lnTo>
                  <a:lnTo>
                    <a:pt x="173554" y="1232945"/>
                  </a:lnTo>
                  <a:lnTo>
                    <a:pt x="170863" y="1232945"/>
                  </a:lnTo>
                  <a:lnTo>
                    <a:pt x="168172" y="1230259"/>
                  </a:lnTo>
                  <a:lnTo>
                    <a:pt x="169518" y="1230259"/>
                  </a:lnTo>
                  <a:lnTo>
                    <a:pt x="173554" y="1231602"/>
                  </a:lnTo>
                  <a:lnTo>
                    <a:pt x="176244" y="1232945"/>
                  </a:lnTo>
                  <a:lnTo>
                    <a:pt x="181626" y="1230259"/>
                  </a:lnTo>
                  <a:lnTo>
                    <a:pt x="184317" y="1227572"/>
                  </a:lnTo>
                  <a:lnTo>
                    <a:pt x="182971" y="1226229"/>
                  </a:lnTo>
                  <a:lnTo>
                    <a:pt x="180280" y="1227572"/>
                  </a:lnTo>
                  <a:lnTo>
                    <a:pt x="177590" y="1228915"/>
                  </a:lnTo>
                  <a:lnTo>
                    <a:pt x="174899" y="1228915"/>
                  </a:lnTo>
                  <a:lnTo>
                    <a:pt x="173554" y="1227572"/>
                  </a:lnTo>
                  <a:lnTo>
                    <a:pt x="169518" y="1227572"/>
                  </a:lnTo>
                  <a:lnTo>
                    <a:pt x="168172" y="1230259"/>
                  </a:lnTo>
                  <a:lnTo>
                    <a:pt x="165481" y="1231602"/>
                  </a:lnTo>
                  <a:lnTo>
                    <a:pt x="161445" y="1228915"/>
                  </a:lnTo>
                  <a:lnTo>
                    <a:pt x="160100" y="1226229"/>
                  </a:lnTo>
                  <a:lnTo>
                    <a:pt x="162791" y="1222200"/>
                  </a:lnTo>
                  <a:lnTo>
                    <a:pt x="168172" y="1222200"/>
                  </a:lnTo>
                  <a:lnTo>
                    <a:pt x="172208" y="1219514"/>
                  </a:lnTo>
                  <a:lnTo>
                    <a:pt x="170863" y="1218171"/>
                  </a:lnTo>
                  <a:lnTo>
                    <a:pt x="165481" y="1219514"/>
                  </a:lnTo>
                  <a:lnTo>
                    <a:pt x="161445" y="1218171"/>
                  </a:lnTo>
                  <a:lnTo>
                    <a:pt x="160100" y="1214142"/>
                  </a:lnTo>
                  <a:lnTo>
                    <a:pt x="161445" y="1210112"/>
                  </a:lnTo>
                  <a:lnTo>
                    <a:pt x="165481" y="1208769"/>
                  </a:lnTo>
                  <a:lnTo>
                    <a:pt x="174899" y="1208769"/>
                  </a:lnTo>
                  <a:lnTo>
                    <a:pt x="180280" y="1207426"/>
                  </a:lnTo>
                  <a:lnTo>
                    <a:pt x="187007" y="1207426"/>
                  </a:lnTo>
                  <a:lnTo>
                    <a:pt x="191043" y="1204740"/>
                  </a:lnTo>
                  <a:lnTo>
                    <a:pt x="192389" y="1203397"/>
                  </a:lnTo>
                  <a:lnTo>
                    <a:pt x="188353" y="1203397"/>
                  </a:lnTo>
                  <a:lnTo>
                    <a:pt x="184317" y="1202054"/>
                  </a:lnTo>
                  <a:lnTo>
                    <a:pt x="180280" y="1204740"/>
                  </a:lnTo>
                  <a:lnTo>
                    <a:pt x="173554" y="1206083"/>
                  </a:lnTo>
                  <a:lnTo>
                    <a:pt x="169518" y="1207426"/>
                  </a:lnTo>
                  <a:lnTo>
                    <a:pt x="168172" y="1207426"/>
                  </a:lnTo>
                  <a:lnTo>
                    <a:pt x="165481" y="1206083"/>
                  </a:lnTo>
                  <a:lnTo>
                    <a:pt x="166827" y="1204740"/>
                  </a:lnTo>
                  <a:lnTo>
                    <a:pt x="174899" y="1204740"/>
                  </a:lnTo>
                  <a:lnTo>
                    <a:pt x="178935" y="1202054"/>
                  </a:lnTo>
                  <a:lnTo>
                    <a:pt x="182971" y="1195339"/>
                  </a:lnTo>
                  <a:lnTo>
                    <a:pt x="187007" y="1195339"/>
                  </a:lnTo>
                  <a:lnTo>
                    <a:pt x="188353" y="1196682"/>
                  </a:lnTo>
                  <a:lnTo>
                    <a:pt x="192389" y="1199368"/>
                  </a:lnTo>
                  <a:lnTo>
                    <a:pt x="195080" y="1199368"/>
                  </a:lnTo>
                  <a:lnTo>
                    <a:pt x="196425" y="1198025"/>
                  </a:lnTo>
                  <a:lnTo>
                    <a:pt x="193734" y="1196682"/>
                  </a:lnTo>
                  <a:lnTo>
                    <a:pt x="189698" y="1192652"/>
                  </a:lnTo>
                  <a:lnTo>
                    <a:pt x="187007" y="1192652"/>
                  </a:lnTo>
                  <a:lnTo>
                    <a:pt x="185662" y="1189966"/>
                  </a:lnTo>
                  <a:lnTo>
                    <a:pt x="187007" y="1187280"/>
                  </a:lnTo>
                  <a:lnTo>
                    <a:pt x="189698" y="1187280"/>
                  </a:lnTo>
                  <a:lnTo>
                    <a:pt x="191043" y="1185937"/>
                  </a:lnTo>
                  <a:lnTo>
                    <a:pt x="192389" y="1185937"/>
                  </a:lnTo>
                  <a:lnTo>
                    <a:pt x="193734" y="1189966"/>
                  </a:lnTo>
                  <a:lnTo>
                    <a:pt x="197770" y="1195339"/>
                  </a:lnTo>
                  <a:lnTo>
                    <a:pt x="200461" y="1196682"/>
                  </a:lnTo>
                  <a:lnTo>
                    <a:pt x="201806" y="1195339"/>
                  </a:lnTo>
                  <a:lnTo>
                    <a:pt x="200461" y="1191309"/>
                  </a:lnTo>
                  <a:lnTo>
                    <a:pt x="197770" y="1189966"/>
                  </a:lnTo>
                  <a:lnTo>
                    <a:pt x="197770" y="1181908"/>
                  </a:lnTo>
                  <a:lnTo>
                    <a:pt x="200461" y="1179222"/>
                  </a:lnTo>
                  <a:lnTo>
                    <a:pt x="200461" y="1177879"/>
                  </a:lnTo>
                  <a:lnTo>
                    <a:pt x="197770" y="1177879"/>
                  </a:lnTo>
                  <a:lnTo>
                    <a:pt x="195080" y="1180565"/>
                  </a:lnTo>
                  <a:lnTo>
                    <a:pt x="192389" y="1180565"/>
                  </a:lnTo>
                  <a:lnTo>
                    <a:pt x="189698" y="1177879"/>
                  </a:lnTo>
                  <a:lnTo>
                    <a:pt x="188353" y="1180565"/>
                  </a:lnTo>
                  <a:lnTo>
                    <a:pt x="182971" y="1185937"/>
                  </a:lnTo>
                  <a:lnTo>
                    <a:pt x="178935" y="1187280"/>
                  </a:lnTo>
                  <a:lnTo>
                    <a:pt x="177590" y="1185937"/>
                  </a:lnTo>
                  <a:lnTo>
                    <a:pt x="177590" y="1183251"/>
                  </a:lnTo>
                  <a:lnTo>
                    <a:pt x="180280" y="1181908"/>
                  </a:lnTo>
                  <a:lnTo>
                    <a:pt x="180280" y="1180565"/>
                  </a:lnTo>
                  <a:lnTo>
                    <a:pt x="177590" y="1181908"/>
                  </a:lnTo>
                  <a:lnTo>
                    <a:pt x="174899" y="1184594"/>
                  </a:lnTo>
                  <a:lnTo>
                    <a:pt x="173554" y="1184594"/>
                  </a:lnTo>
                  <a:lnTo>
                    <a:pt x="168172" y="1189966"/>
                  </a:lnTo>
                  <a:lnTo>
                    <a:pt x="165481" y="1191309"/>
                  </a:lnTo>
                  <a:lnTo>
                    <a:pt x="161445" y="1198025"/>
                  </a:lnTo>
                  <a:lnTo>
                    <a:pt x="160100" y="1198025"/>
                  </a:lnTo>
                  <a:lnTo>
                    <a:pt x="158754" y="1192652"/>
                  </a:lnTo>
                  <a:lnTo>
                    <a:pt x="160100" y="1188623"/>
                  </a:lnTo>
                  <a:lnTo>
                    <a:pt x="161445" y="1185937"/>
                  </a:lnTo>
                  <a:lnTo>
                    <a:pt x="158754" y="1183251"/>
                  </a:lnTo>
                  <a:lnTo>
                    <a:pt x="160100" y="1179222"/>
                  </a:lnTo>
                  <a:lnTo>
                    <a:pt x="160100" y="1176535"/>
                  </a:lnTo>
                  <a:lnTo>
                    <a:pt x="164136" y="1175192"/>
                  </a:lnTo>
                  <a:lnTo>
                    <a:pt x="170863" y="1172506"/>
                  </a:lnTo>
                  <a:lnTo>
                    <a:pt x="174899" y="1172506"/>
                  </a:lnTo>
                  <a:lnTo>
                    <a:pt x="178935" y="1168477"/>
                  </a:lnTo>
                  <a:lnTo>
                    <a:pt x="180280" y="1167134"/>
                  </a:lnTo>
                  <a:lnTo>
                    <a:pt x="178935" y="1164448"/>
                  </a:lnTo>
                  <a:lnTo>
                    <a:pt x="176244" y="1164448"/>
                  </a:lnTo>
                  <a:lnTo>
                    <a:pt x="173554" y="1167134"/>
                  </a:lnTo>
                  <a:lnTo>
                    <a:pt x="170863" y="1165791"/>
                  </a:lnTo>
                  <a:lnTo>
                    <a:pt x="169518" y="1168477"/>
                  </a:lnTo>
                  <a:lnTo>
                    <a:pt x="166827" y="1171163"/>
                  </a:lnTo>
                  <a:lnTo>
                    <a:pt x="162791" y="1171163"/>
                  </a:lnTo>
                  <a:lnTo>
                    <a:pt x="161445" y="1168477"/>
                  </a:lnTo>
                  <a:lnTo>
                    <a:pt x="161445" y="1161762"/>
                  </a:lnTo>
                  <a:lnTo>
                    <a:pt x="164136" y="1159075"/>
                  </a:lnTo>
                  <a:lnTo>
                    <a:pt x="164136" y="1155046"/>
                  </a:lnTo>
                  <a:lnTo>
                    <a:pt x="162791" y="1151017"/>
                  </a:lnTo>
                  <a:lnTo>
                    <a:pt x="161445" y="1151017"/>
                  </a:lnTo>
                  <a:lnTo>
                    <a:pt x="158754" y="1153703"/>
                  </a:lnTo>
                  <a:lnTo>
                    <a:pt x="156064" y="1153703"/>
                  </a:lnTo>
                  <a:lnTo>
                    <a:pt x="154718" y="1151017"/>
                  </a:lnTo>
                  <a:lnTo>
                    <a:pt x="157409" y="1148331"/>
                  </a:lnTo>
                  <a:lnTo>
                    <a:pt x="162791" y="1148331"/>
                  </a:lnTo>
                  <a:lnTo>
                    <a:pt x="165481" y="1145645"/>
                  </a:lnTo>
                  <a:lnTo>
                    <a:pt x="172208" y="1144302"/>
                  </a:lnTo>
                  <a:lnTo>
                    <a:pt x="174899" y="1141615"/>
                  </a:lnTo>
                  <a:lnTo>
                    <a:pt x="177590" y="1140272"/>
                  </a:lnTo>
                  <a:lnTo>
                    <a:pt x="178935" y="1136243"/>
                  </a:lnTo>
                  <a:lnTo>
                    <a:pt x="180280" y="1134900"/>
                  </a:lnTo>
                  <a:lnTo>
                    <a:pt x="181626" y="1136243"/>
                  </a:lnTo>
                  <a:lnTo>
                    <a:pt x="182971" y="1133557"/>
                  </a:lnTo>
                  <a:lnTo>
                    <a:pt x="191043" y="1133557"/>
                  </a:lnTo>
                  <a:lnTo>
                    <a:pt x="193734" y="1134900"/>
                  </a:lnTo>
                  <a:lnTo>
                    <a:pt x="197770" y="1134900"/>
                  </a:lnTo>
                  <a:lnTo>
                    <a:pt x="196425" y="1132214"/>
                  </a:lnTo>
                  <a:lnTo>
                    <a:pt x="192389" y="1130871"/>
                  </a:lnTo>
                  <a:lnTo>
                    <a:pt x="191043" y="1128185"/>
                  </a:lnTo>
                  <a:lnTo>
                    <a:pt x="188353" y="1128185"/>
                  </a:lnTo>
                  <a:lnTo>
                    <a:pt x="178935" y="1133557"/>
                  </a:lnTo>
                  <a:lnTo>
                    <a:pt x="176244" y="1133557"/>
                  </a:lnTo>
                  <a:lnTo>
                    <a:pt x="173554" y="1134900"/>
                  </a:lnTo>
                  <a:lnTo>
                    <a:pt x="172208" y="1138929"/>
                  </a:lnTo>
                  <a:lnTo>
                    <a:pt x="169518" y="1140272"/>
                  </a:lnTo>
                  <a:lnTo>
                    <a:pt x="165481" y="1141615"/>
                  </a:lnTo>
                  <a:lnTo>
                    <a:pt x="162791" y="1145645"/>
                  </a:lnTo>
                  <a:lnTo>
                    <a:pt x="161445" y="1145645"/>
                  </a:lnTo>
                  <a:lnTo>
                    <a:pt x="160100" y="1142959"/>
                  </a:lnTo>
                  <a:lnTo>
                    <a:pt x="161445" y="1140272"/>
                  </a:lnTo>
                  <a:lnTo>
                    <a:pt x="158754" y="1138929"/>
                  </a:lnTo>
                  <a:lnTo>
                    <a:pt x="158754" y="1136243"/>
                  </a:lnTo>
                  <a:lnTo>
                    <a:pt x="161445" y="1132214"/>
                  </a:lnTo>
                  <a:lnTo>
                    <a:pt x="157409" y="1129528"/>
                  </a:lnTo>
                  <a:lnTo>
                    <a:pt x="154718" y="1129528"/>
                  </a:lnTo>
                  <a:lnTo>
                    <a:pt x="150682" y="1126842"/>
                  </a:lnTo>
                  <a:lnTo>
                    <a:pt x="152028" y="1125498"/>
                  </a:lnTo>
                  <a:lnTo>
                    <a:pt x="157409" y="1122812"/>
                  </a:lnTo>
                  <a:lnTo>
                    <a:pt x="160100" y="1120126"/>
                  </a:lnTo>
                  <a:lnTo>
                    <a:pt x="162791" y="1118783"/>
                  </a:lnTo>
                  <a:lnTo>
                    <a:pt x="164136" y="1121469"/>
                  </a:lnTo>
                  <a:lnTo>
                    <a:pt x="168172" y="1121469"/>
                  </a:lnTo>
                  <a:lnTo>
                    <a:pt x="172208" y="1120126"/>
                  </a:lnTo>
                  <a:lnTo>
                    <a:pt x="176244" y="1117440"/>
                  </a:lnTo>
                  <a:lnTo>
                    <a:pt x="178935" y="1117440"/>
                  </a:lnTo>
                  <a:lnTo>
                    <a:pt x="180280" y="1114754"/>
                  </a:lnTo>
                  <a:lnTo>
                    <a:pt x="178935" y="1113411"/>
                  </a:lnTo>
                  <a:lnTo>
                    <a:pt x="174899" y="1113411"/>
                  </a:lnTo>
                  <a:lnTo>
                    <a:pt x="169518" y="1116097"/>
                  </a:lnTo>
                  <a:lnTo>
                    <a:pt x="165481" y="1118783"/>
                  </a:lnTo>
                  <a:lnTo>
                    <a:pt x="162791" y="1118783"/>
                  </a:lnTo>
                  <a:lnTo>
                    <a:pt x="160100" y="1114754"/>
                  </a:lnTo>
                  <a:lnTo>
                    <a:pt x="158754" y="1114754"/>
                  </a:lnTo>
                  <a:lnTo>
                    <a:pt x="157409" y="1117440"/>
                  </a:lnTo>
                  <a:lnTo>
                    <a:pt x="152028" y="1120126"/>
                  </a:lnTo>
                  <a:lnTo>
                    <a:pt x="152028" y="1117440"/>
                  </a:lnTo>
                  <a:lnTo>
                    <a:pt x="149337" y="1116097"/>
                  </a:lnTo>
                  <a:lnTo>
                    <a:pt x="146646" y="1117440"/>
                  </a:lnTo>
                  <a:lnTo>
                    <a:pt x="142610" y="1117440"/>
                  </a:lnTo>
                  <a:lnTo>
                    <a:pt x="143955" y="1116097"/>
                  </a:lnTo>
                  <a:lnTo>
                    <a:pt x="146646" y="1114754"/>
                  </a:lnTo>
                  <a:lnTo>
                    <a:pt x="153373" y="1112068"/>
                  </a:lnTo>
                  <a:lnTo>
                    <a:pt x="160100" y="1108039"/>
                  </a:lnTo>
                  <a:lnTo>
                    <a:pt x="164136" y="1106695"/>
                  </a:lnTo>
                  <a:lnTo>
                    <a:pt x="172208" y="1105352"/>
                  </a:lnTo>
                  <a:lnTo>
                    <a:pt x="176244" y="1101323"/>
                  </a:lnTo>
                  <a:lnTo>
                    <a:pt x="184317" y="1091922"/>
                  </a:lnTo>
                  <a:lnTo>
                    <a:pt x="192389" y="1087892"/>
                  </a:lnTo>
                  <a:lnTo>
                    <a:pt x="199116" y="1085206"/>
                  </a:lnTo>
                  <a:lnTo>
                    <a:pt x="203152" y="1085206"/>
                  </a:lnTo>
                  <a:lnTo>
                    <a:pt x="205843" y="1083863"/>
                  </a:lnTo>
                  <a:lnTo>
                    <a:pt x="205843" y="1082520"/>
                  </a:lnTo>
                  <a:lnTo>
                    <a:pt x="201806" y="1081177"/>
                  </a:lnTo>
                  <a:lnTo>
                    <a:pt x="196425" y="1082520"/>
                  </a:lnTo>
                  <a:lnTo>
                    <a:pt x="182971" y="1089235"/>
                  </a:lnTo>
                  <a:lnTo>
                    <a:pt x="177590" y="1094608"/>
                  </a:lnTo>
                  <a:lnTo>
                    <a:pt x="173554" y="1099980"/>
                  </a:lnTo>
                  <a:lnTo>
                    <a:pt x="168172" y="1102666"/>
                  </a:lnTo>
                  <a:lnTo>
                    <a:pt x="160100" y="1105352"/>
                  </a:lnTo>
                  <a:lnTo>
                    <a:pt x="157409" y="1106695"/>
                  </a:lnTo>
                  <a:lnTo>
                    <a:pt x="146646" y="1110725"/>
                  </a:lnTo>
                  <a:lnTo>
                    <a:pt x="142610" y="1110725"/>
                  </a:lnTo>
                  <a:lnTo>
                    <a:pt x="141265" y="1108039"/>
                  </a:lnTo>
                  <a:lnTo>
                    <a:pt x="142610" y="1105352"/>
                  </a:lnTo>
                  <a:lnTo>
                    <a:pt x="142610" y="1095951"/>
                  </a:lnTo>
                  <a:lnTo>
                    <a:pt x="145301" y="1093265"/>
                  </a:lnTo>
                  <a:lnTo>
                    <a:pt x="147991" y="1093265"/>
                  </a:lnTo>
                  <a:lnTo>
                    <a:pt x="152028" y="1095951"/>
                  </a:lnTo>
                  <a:lnTo>
                    <a:pt x="154718" y="1094608"/>
                  </a:lnTo>
                  <a:lnTo>
                    <a:pt x="160100" y="1094608"/>
                  </a:lnTo>
                  <a:lnTo>
                    <a:pt x="164136" y="1094608"/>
                  </a:lnTo>
                  <a:lnTo>
                    <a:pt x="162791" y="1093265"/>
                  </a:lnTo>
                  <a:lnTo>
                    <a:pt x="160100" y="1090579"/>
                  </a:lnTo>
                  <a:lnTo>
                    <a:pt x="156064" y="1090579"/>
                  </a:lnTo>
                  <a:lnTo>
                    <a:pt x="153373" y="1091922"/>
                  </a:lnTo>
                  <a:lnTo>
                    <a:pt x="150682" y="1090579"/>
                  </a:lnTo>
                  <a:lnTo>
                    <a:pt x="149337" y="1086549"/>
                  </a:lnTo>
                  <a:lnTo>
                    <a:pt x="149337" y="1083863"/>
                  </a:lnTo>
                  <a:lnTo>
                    <a:pt x="153373" y="1082520"/>
                  </a:lnTo>
                  <a:lnTo>
                    <a:pt x="157409" y="1085206"/>
                  </a:lnTo>
                  <a:lnTo>
                    <a:pt x="161445" y="1085206"/>
                  </a:lnTo>
                  <a:lnTo>
                    <a:pt x="166827" y="1082520"/>
                  </a:lnTo>
                  <a:lnTo>
                    <a:pt x="165481" y="1081177"/>
                  </a:lnTo>
                  <a:lnTo>
                    <a:pt x="161445" y="1079834"/>
                  </a:lnTo>
                  <a:lnTo>
                    <a:pt x="160100" y="1079834"/>
                  </a:lnTo>
                  <a:lnTo>
                    <a:pt x="158754" y="1078491"/>
                  </a:lnTo>
                  <a:lnTo>
                    <a:pt x="158754" y="1075805"/>
                  </a:lnTo>
                  <a:lnTo>
                    <a:pt x="162791" y="1074462"/>
                  </a:lnTo>
                  <a:lnTo>
                    <a:pt x="164136" y="1075805"/>
                  </a:lnTo>
                  <a:lnTo>
                    <a:pt x="165481" y="1074462"/>
                  </a:lnTo>
                  <a:lnTo>
                    <a:pt x="169518" y="1075805"/>
                  </a:lnTo>
                  <a:lnTo>
                    <a:pt x="170863" y="1074462"/>
                  </a:lnTo>
                  <a:lnTo>
                    <a:pt x="169518" y="1071775"/>
                  </a:lnTo>
                  <a:lnTo>
                    <a:pt x="169518" y="1069089"/>
                  </a:lnTo>
                  <a:lnTo>
                    <a:pt x="168172" y="1067746"/>
                  </a:lnTo>
                  <a:lnTo>
                    <a:pt x="165481" y="1067746"/>
                  </a:lnTo>
                  <a:lnTo>
                    <a:pt x="164136" y="1069089"/>
                  </a:lnTo>
                  <a:lnTo>
                    <a:pt x="160100" y="1069089"/>
                  </a:lnTo>
                  <a:lnTo>
                    <a:pt x="149337" y="1065060"/>
                  </a:lnTo>
                  <a:lnTo>
                    <a:pt x="143955" y="1065060"/>
                  </a:lnTo>
                  <a:lnTo>
                    <a:pt x="141265" y="1062374"/>
                  </a:lnTo>
                  <a:lnTo>
                    <a:pt x="141265" y="1061031"/>
                  </a:lnTo>
                  <a:lnTo>
                    <a:pt x="146646" y="1061031"/>
                  </a:lnTo>
                  <a:lnTo>
                    <a:pt x="149337" y="1062374"/>
                  </a:lnTo>
                  <a:lnTo>
                    <a:pt x="150682" y="1061031"/>
                  </a:lnTo>
                  <a:lnTo>
                    <a:pt x="149337" y="1059688"/>
                  </a:lnTo>
                  <a:lnTo>
                    <a:pt x="145301" y="1059688"/>
                  </a:lnTo>
                  <a:lnTo>
                    <a:pt x="143955" y="1058345"/>
                  </a:lnTo>
                  <a:lnTo>
                    <a:pt x="143955" y="1055659"/>
                  </a:lnTo>
                  <a:lnTo>
                    <a:pt x="150682" y="1055659"/>
                  </a:lnTo>
                  <a:lnTo>
                    <a:pt x="152028" y="1054315"/>
                  </a:lnTo>
                  <a:lnTo>
                    <a:pt x="157409" y="1054315"/>
                  </a:lnTo>
                  <a:lnTo>
                    <a:pt x="173554" y="1055659"/>
                  </a:lnTo>
                  <a:lnTo>
                    <a:pt x="177590" y="1054315"/>
                  </a:lnTo>
                  <a:lnTo>
                    <a:pt x="182971" y="1055659"/>
                  </a:lnTo>
                  <a:lnTo>
                    <a:pt x="185662" y="1054315"/>
                  </a:lnTo>
                  <a:lnTo>
                    <a:pt x="185662" y="1051629"/>
                  </a:lnTo>
                  <a:lnTo>
                    <a:pt x="178935" y="1048943"/>
                  </a:lnTo>
                  <a:lnTo>
                    <a:pt x="170863" y="1048943"/>
                  </a:lnTo>
                  <a:lnTo>
                    <a:pt x="161445" y="1051629"/>
                  </a:lnTo>
                  <a:lnTo>
                    <a:pt x="156064" y="1051629"/>
                  </a:lnTo>
                  <a:lnTo>
                    <a:pt x="154718" y="1050286"/>
                  </a:lnTo>
                  <a:lnTo>
                    <a:pt x="152028" y="1048943"/>
                  </a:lnTo>
                  <a:lnTo>
                    <a:pt x="146646" y="1050286"/>
                  </a:lnTo>
                  <a:lnTo>
                    <a:pt x="142610" y="1052972"/>
                  </a:lnTo>
                  <a:lnTo>
                    <a:pt x="141265" y="1051629"/>
                  </a:lnTo>
                  <a:lnTo>
                    <a:pt x="141265" y="1047600"/>
                  </a:lnTo>
                  <a:lnTo>
                    <a:pt x="143955" y="1043571"/>
                  </a:lnTo>
                  <a:lnTo>
                    <a:pt x="147991" y="1040885"/>
                  </a:lnTo>
                  <a:lnTo>
                    <a:pt x="152028" y="1038198"/>
                  </a:lnTo>
                  <a:lnTo>
                    <a:pt x="157409" y="1035512"/>
                  </a:lnTo>
                  <a:lnTo>
                    <a:pt x="158754" y="1031483"/>
                  </a:lnTo>
                  <a:lnTo>
                    <a:pt x="162791" y="1028797"/>
                  </a:lnTo>
                  <a:lnTo>
                    <a:pt x="165481" y="1028797"/>
                  </a:lnTo>
                  <a:lnTo>
                    <a:pt x="166827" y="1030140"/>
                  </a:lnTo>
                  <a:lnTo>
                    <a:pt x="170863" y="1030140"/>
                  </a:lnTo>
                  <a:lnTo>
                    <a:pt x="173554" y="1028797"/>
                  </a:lnTo>
                  <a:lnTo>
                    <a:pt x="176244" y="1028797"/>
                  </a:lnTo>
                  <a:lnTo>
                    <a:pt x="177590" y="1030140"/>
                  </a:lnTo>
                  <a:lnTo>
                    <a:pt x="182971" y="1032826"/>
                  </a:lnTo>
                  <a:lnTo>
                    <a:pt x="188353" y="1036855"/>
                  </a:lnTo>
                  <a:lnTo>
                    <a:pt x="193734" y="1036855"/>
                  </a:lnTo>
                  <a:lnTo>
                    <a:pt x="199116" y="1039542"/>
                  </a:lnTo>
                  <a:lnTo>
                    <a:pt x="204497" y="1044914"/>
                  </a:lnTo>
                  <a:lnTo>
                    <a:pt x="209879" y="1047600"/>
                  </a:lnTo>
                  <a:lnTo>
                    <a:pt x="216606" y="1050286"/>
                  </a:lnTo>
                  <a:lnTo>
                    <a:pt x="219296" y="1048943"/>
                  </a:lnTo>
                  <a:lnTo>
                    <a:pt x="221987" y="1048943"/>
                  </a:lnTo>
                  <a:lnTo>
                    <a:pt x="223333" y="1047600"/>
                  </a:lnTo>
                  <a:lnTo>
                    <a:pt x="221987" y="1044914"/>
                  </a:lnTo>
                  <a:lnTo>
                    <a:pt x="217951" y="1046257"/>
                  </a:lnTo>
                  <a:lnTo>
                    <a:pt x="216606" y="1047600"/>
                  </a:lnTo>
                  <a:lnTo>
                    <a:pt x="212570" y="1046257"/>
                  </a:lnTo>
                  <a:lnTo>
                    <a:pt x="207188" y="1042228"/>
                  </a:lnTo>
                  <a:lnTo>
                    <a:pt x="201806" y="1035512"/>
                  </a:lnTo>
                  <a:lnTo>
                    <a:pt x="201806" y="1032826"/>
                  </a:lnTo>
                  <a:lnTo>
                    <a:pt x="204497" y="1032826"/>
                  </a:lnTo>
                  <a:lnTo>
                    <a:pt x="212570" y="1032826"/>
                  </a:lnTo>
                  <a:lnTo>
                    <a:pt x="219296" y="1030140"/>
                  </a:lnTo>
                  <a:lnTo>
                    <a:pt x="221987" y="1027454"/>
                  </a:lnTo>
                  <a:lnTo>
                    <a:pt x="220642" y="1024768"/>
                  </a:lnTo>
                  <a:lnTo>
                    <a:pt x="215260" y="1023425"/>
                  </a:lnTo>
                  <a:lnTo>
                    <a:pt x="212570" y="1024768"/>
                  </a:lnTo>
                  <a:lnTo>
                    <a:pt x="212570" y="1027454"/>
                  </a:lnTo>
                  <a:lnTo>
                    <a:pt x="213915" y="1028797"/>
                  </a:lnTo>
                  <a:lnTo>
                    <a:pt x="212570" y="1030140"/>
                  </a:lnTo>
                  <a:lnTo>
                    <a:pt x="205843" y="1030140"/>
                  </a:lnTo>
                  <a:lnTo>
                    <a:pt x="203152" y="1028797"/>
                  </a:lnTo>
                  <a:lnTo>
                    <a:pt x="201806" y="1026111"/>
                  </a:lnTo>
                  <a:lnTo>
                    <a:pt x="204497" y="1024768"/>
                  </a:lnTo>
                  <a:lnTo>
                    <a:pt x="207188" y="1024768"/>
                  </a:lnTo>
                  <a:lnTo>
                    <a:pt x="208533" y="1022082"/>
                  </a:lnTo>
                  <a:lnTo>
                    <a:pt x="207188" y="1019395"/>
                  </a:lnTo>
                  <a:lnTo>
                    <a:pt x="204497" y="1019395"/>
                  </a:lnTo>
                  <a:lnTo>
                    <a:pt x="203152" y="1020739"/>
                  </a:lnTo>
                  <a:lnTo>
                    <a:pt x="200461" y="1019395"/>
                  </a:lnTo>
                  <a:lnTo>
                    <a:pt x="197770" y="1019395"/>
                  </a:lnTo>
                  <a:lnTo>
                    <a:pt x="197770" y="1022082"/>
                  </a:lnTo>
                  <a:lnTo>
                    <a:pt x="199116" y="1024768"/>
                  </a:lnTo>
                  <a:lnTo>
                    <a:pt x="199116" y="1028797"/>
                  </a:lnTo>
                  <a:lnTo>
                    <a:pt x="196425" y="1031483"/>
                  </a:lnTo>
                  <a:lnTo>
                    <a:pt x="192389" y="1034169"/>
                  </a:lnTo>
                  <a:lnTo>
                    <a:pt x="189698" y="1032826"/>
                  </a:lnTo>
                  <a:lnTo>
                    <a:pt x="184317" y="1027454"/>
                  </a:lnTo>
                  <a:lnTo>
                    <a:pt x="180280" y="1027454"/>
                  </a:lnTo>
                  <a:lnTo>
                    <a:pt x="177590" y="1026111"/>
                  </a:lnTo>
                  <a:lnTo>
                    <a:pt x="177590" y="1023425"/>
                  </a:lnTo>
                  <a:lnTo>
                    <a:pt x="176244" y="1023425"/>
                  </a:lnTo>
                  <a:lnTo>
                    <a:pt x="174899" y="1026111"/>
                  </a:lnTo>
                  <a:lnTo>
                    <a:pt x="168172" y="1027454"/>
                  </a:lnTo>
                  <a:lnTo>
                    <a:pt x="164136" y="1027454"/>
                  </a:lnTo>
                  <a:lnTo>
                    <a:pt x="161445" y="1030140"/>
                  </a:lnTo>
                  <a:lnTo>
                    <a:pt x="156064" y="1035512"/>
                  </a:lnTo>
                  <a:lnTo>
                    <a:pt x="152028" y="1036855"/>
                  </a:lnTo>
                  <a:lnTo>
                    <a:pt x="150682" y="1035512"/>
                  </a:lnTo>
                  <a:lnTo>
                    <a:pt x="150682" y="1042228"/>
                  </a:lnTo>
                  <a:lnTo>
                    <a:pt x="156064" y="1035512"/>
                  </a:lnTo>
                  <a:lnTo>
                    <a:pt x="158754" y="1034169"/>
                  </a:lnTo>
                  <a:lnTo>
                    <a:pt x="160100" y="1031483"/>
                  </a:lnTo>
                  <a:lnTo>
                    <a:pt x="160100" y="1028797"/>
                  </a:lnTo>
                  <a:lnTo>
                    <a:pt x="161445" y="1028797"/>
                  </a:lnTo>
                  <a:lnTo>
                    <a:pt x="164136" y="1026111"/>
                  </a:lnTo>
                  <a:lnTo>
                    <a:pt x="164136" y="1023425"/>
                  </a:lnTo>
                  <a:lnTo>
                    <a:pt x="165481" y="1020739"/>
                  </a:lnTo>
                  <a:lnTo>
                    <a:pt x="166827" y="1020739"/>
                  </a:lnTo>
                  <a:lnTo>
                    <a:pt x="170863" y="1023425"/>
                  </a:lnTo>
                  <a:lnTo>
                    <a:pt x="176244" y="1026111"/>
                  </a:lnTo>
                  <a:lnTo>
                    <a:pt x="182971" y="1026111"/>
                  </a:lnTo>
                  <a:lnTo>
                    <a:pt x="181626" y="1024768"/>
                  </a:lnTo>
                  <a:lnTo>
                    <a:pt x="178935" y="1023425"/>
                  </a:lnTo>
                  <a:lnTo>
                    <a:pt x="176244" y="1023425"/>
                  </a:lnTo>
                  <a:lnTo>
                    <a:pt x="173554" y="1020739"/>
                  </a:lnTo>
                  <a:lnTo>
                    <a:pt x="166827" y="1015366"/>
                  </a:lnTo>
                  <a:lnTo>
                    <a:pt x="165481" y="1011337"/>
                  </a:lnTo>
                  <a:lnTo>
                    <a:pt x="162791" y="1009994"/>
                  </a:lnTo>
                  <a:lnTo>
                    <a:pt x="161445" y="1007308"/>
                  </a:lnTo>
                  <a:lnTo>
                    <a:pt x="164136" y="1005965"/>
                  </a:lnTo>
                  <a:lnTo>
                    <a:pt x="169518" y="1007308"/>
                  </a:lnTo>
                  <a:lnTo>
                    <a:pt x="174899" y="1014023"/>
                  </a:lnTo>
                  <a:lnTo>
                    <a:pt x="180280" y="1018052"/>
                  </a:lnTo>
                  <a:lnTo>
                    <a:pt x="181626" y="1016709"/>
                  </a:lnTo>
                  <a:lnTo>
                    <a:pt x="180280" y="1014023"/>
                  </a:lnTo>
                  <a:lnTo>
                    <a:pt x="178935" y="1009994"/>
                  </a:lnTo>
                  <a:lnTo>
                    <a:pt x="180280" y="1009994"/>
                  </a:lnTo>
                  <a:lnTo>
                    <a:pt x="182971" y="1012680"/>
                  </a:lnTo>
                  <a:lnTo>
                    <a:pt x="184317" y="1015366"/>
                  </a:lnTo>
                  <a:lnTo>
                    <a:pt x="193734" y="1020739"/>
                  </a:lnTo>
                  <a:lnTo>
                    <a:pt x="196425" y="1019395"/>
                  </a:lnTo>
                  <a:lnTo>
                    <a:pt x="197770" y="1018052"/>
                  </a:lnTo>
                  <a:lnTo>
                    <a:pt x="203152" y="1018052"/>
                  </a:lnTo>
                  <a:lnTo>
                    <a:pt x="205843" y="1020739"/>
                  </a:lnTo>
                  <a:lnTo>
                    <a:pt x="211224" y="1023425"/>
                  </a:lnTo>
                  <a:lnTo>
                    <a:pt x="215260" y="1026111"/>
                  </a:lnTo>
                  <a:lnTo>
                    <a:pt x="216606" y="1027454"/>
                  </a:lnTo>
                  <a:lnTo>
                    <a:pt x="220642" y="1027454"/>
                  </a:lnTo>
                  <a:lnTo>
                    <a:pt x="220642" y="1026111"/>
                  </a:lnTo>
                  <a:lnTo>
                    <a:pt x="216606" y="1022082"/>
                  </a:lnTo>
                  <a:lnTo>
                    <a:pt x="205843" y="1014023"/>
                  </a:lnTo>
                  <a:lnTo>
                    <a:pt x="204497" y="1011337"/>
                  </a:lnTo>
                  <a:lnTo>
                    <a:pt x="204497" y="1009994"/>
                  </a:lnTo>
                  <a:lnTo>
                    <a:pt x="209879" y="1007308"/>
                  </a:lnTo>
                  <a:lnTo>
                    <a:pt x="209879" y="1004622"/>
                  </a:lnTo>
                  <a:lnTo>
                    <a:pt x="211224" y="1001935"/>
                  </a:lnTo>
                  <a:lnTo>
                    <a:pt x="212570" y="1000592"/>
                  </a:lnTo>
                  <a:lnTo>
                    <a:pt x="212570" y="999249"/>
                  </a:lnTo>
                  <a:lnTo>
                    <a:pt x="209879" y="999249"/>
                  </a:lnTo>
                  <a:lnTo>
                    <a:pt x="207188" y="1000592"/>
                  </a:lnTo>
                  <a:lnTo>
                    <a:pt x="200461" y="1000592"/>
                  </a:lnTo>
                  <a:lnTo>
                    <a:pt x="199116" y="1003278"/>
                  </a:lnTo>
                  <a:lnTo>
                    <a:pt x="200461" y="1004622"/>
                  </a:lnTo>
                  <a:lnTo>
                    <a:pt x="204497" y="1007308"/>
                  </a:lnTo>
                  <a:lnTo>
                    <a:pt x="203152" y="1008651"/>
                  </a:lnTo>
                  <a:lnTo>
                    <a:pt x="197770" y="1008651"/>
                  </a:lnTo>
                  <a:lnTo>
                    <a:pt x="196425" y="1009994"/>
                  </a:lnTo>
                  <a:lnTo>
                    <a:pt x="192389" y="1008651"/>
                  </a:lnTo>
                  <a:lnTo>
                    <a:pt x="188353" y="1009994"/>
                  </a:lnTo>
                  <a:lnTo>
                    <a:pt x="185662" y="1007308"/>
                  </a:lnTo>
                  <a:lnTo>
                    <a:pt x="181626" y="1005965"/>
                  </a:lnTo>
                  <a:lnTo>
                    <a:pt x="180280" y="1003278"/>
                  </a:lnTo>
                  <a:lnTo>
                    <a:pt x="182971" y="1001935"/>
                  </a:lnTo>
                  <a:lnTo>
                    <a:pt x="184317" y="999249"/>
                  </a:lnTo>
                  <a:lnTo>
                    <a:pt x="181626" y="999249"/>
                  </a:lnTo>
                  <a:lnTo>
                    <a:pt x="176244" y="1000592"/>
                  </a:lnTo>
                  <a:lnTo>
                    <a:pt x="174899" y="999249"/>
                  </a:lnTo>
                  <a:lnTo>
                    <a:pt x="181626" y="997906"/>
                  </a:lnTo>
                  <a:lnTo>
                    <a:pt x="188353" y="995220"/>
                  </a:lnTo>
                  <a:lnTo>
                    <a:pt x="191043" y="993877"/>
                  </a:lnTo>
                  <a:lnTo>
                    <a:pt x="196425" y="993877"/>
                  </a:lnTo>
                  <a:lnTo>
                    <a:pt x="197770" y="995220"/>
                  </a:lnTo>
                  <a:lnTo>
                    <a:pt x="201806" y="993877"/>
                  </a:lnTo>
                  <a:lnTo>
                    <a:pt x="205843" y="993877"/>
                  </a:lnTo>
                  <a:lnTo>
                    <a:pt x="211224" y="995220"/>
                  </a:lnTo>
                  <a:lnTo>
                    <a:pt x="211224" y="992534"/>
                  </a:lnTo>
                  <a:lnTo>
                    <a:pt x="213915" y="991191"/>
                  </a:lnTo>
                  <a:lnTo>
                    <a:pt x="215260" y="988505"/>
                  </a:lnTo>
                  <a:lnTo>
                    <a:pt x="217951" y="985819"/>
                  </a:lnTo>
                  <a:lnTo>
                    <a:pt x="219296" y="983132"/>
                  </a:lnTo>
                  <a:lnTo>
                    <a:pt x="217951" y="983132"/>
                  </a:lnTo>
                  <a:lnTo>
                    <a:pt x="213915" y="985819"/>
                  </a:lnTo>
                  <a:lnTo>
                    <a:pt x="211224" y="985819"/>
                  </a:lnTo>
                  <a:lnTo>
                    <a:pt x="209879" y="983132"/>
                  </a:lnTo>
                  <a:lnTo>
                    <a:pt x="212570" y="979103"/>
                  </a:lnTo>
                  <a:lnTo>
                    <a:pt x="215260" y="969702"/>
                  </a:lnTo>
                  <a:lnTo>
                    <a:pt x="215260" y="965672"/>
                  </a:lnTo>
                  <a:lnTo>
                    <a:pt x="216606" y="964329"/>
                  </a:lnTo>
                  <a:lnTo>
                    <a:pt x="217951" y="965672"/>
                  </a:lnTo>
                  <a:lnTo>
                    <a:pt x="220642" y="969702"/>
                  </a:lnTo>
                  <a:lnTo>
                    <a:pt x="219296" y="971045"/>
                  </a:lnTo>
                  <a:lnTo>
                    <a:pt x="219296" y="973731"/>
                  </a:lnTo>
                  <a:lnTo>
                    <a:pt x="223333" y="975074"/>
                  </a:lnTo>
                  <a:lnTo>
                    <a:pt x="226023" y="975074"/>
                  </a:lnTo>
                  <a:lnTo>
                    <a:pt x="227369" y="977760"/>
                  </a:lnTo>
                  <a:lnTo>
                    <a:pt x="230059" y="977760"/>
                  </a:lnTo>
                  <a:lnTo>
                    <a:pt x="231405" y="976417"/>
                  </a:lnTo>
                  <a:lnTo>
                    <a:pt x="234095" y="977760"/>
                  </a:lnTo>
                  <a:lnTo>
                    <a:pt x="236786" y="977760"/>
                  </a:lnTo>
                  <a:lnTo>
                    <a:pt x="236786" y="975074"/>
                  </a:lnTo>
                  <a:lnTo>
                    <a:pt x="234095" y="973731"/>
                  </a:lnTo>
                  <a:lnTo>
                    <a:pt x="227369" y="973731"/>
                  </a:lnTo>
                  <a:lnTo>
                    <a:pt x="227369" y="972388"/>
                  </a:lnTo>
                  <a:lnTo>
                    <a:pt x="231405" y="971045"/>
                  </a:lnTo>
                  <a:lnTo>
                    <a:pt x="236786" y="969702"/>
                  </a:lnTo>
                  <a:lnTo>
                    <a:pt x="236786" y="967015"/>
                  </a:lnTo>
                  <a:lnTo>
                    <a:pt x="234095" y="965672"/>
                  </a:lnTo>
                  <a:lnTo>
                    <a:pt x="231405" y="965672"/>
                  </a:lnTo>
                  <a:lnTo>
                    <a:pt x="230059" y="962986"/>
                  </a:lnTo>
                  <a:lnTo>
                    <a:pt x="228714" y="961643"/>
                  </a:lnTo>
                  <a:lnTo>
                    <a:pt x="227369" y="962986"/>
                  </a:lnTo>
                  <a:lnTo>
                    <a:pt x="224678" y="962986"/>
                  </a:lnTo>
                  <a:lnTo>
                    <a:pt x="220642" y="961643"/>
                  </a:lnTo>
                  <a:lnTo>
                    <a:pt x="220642" y="958957"/>
                  </a:lnTo>
                  <a:lnTo>
                    <a:pt x="223333" y="956271"/>
                  </a:lnTo>
                  <a:lnTo>
                    <a:pt x="226023" y="956271"/>
                  </a:lnTo>
                  <a:lnTo>
                    <a:pt x="230059" y="950898"/>
                  </a:lnTo>
                  <a:lnTo>
                    <a:pt x="232750" y="948212"/>
                  </a:lnTo>
                  <a:lnTo>
                    <a:pt x="234095" y="949555"/>
                  </a:lnTo>
                  <a:lnTo>
                    <a:pt x="236786" y="948212"/>
                  </a:lnTo>
                  <a:lnTo>
                    <a:pt x="239477" y="948212"/>
                  </a:lnTo>
                  <a:lnTo>
                    <a:pt x="238132" y="945526"/>
                  </a:lnTo>
                  <a:lnTo>
                    <a:pt x="235441" y="944183"/>
                  </a:lnTo>
                  <a:lnTo>
                    <a:pt x="231405" y="944183"/>
                  </a:lnTo>
                  <a:lnTo>
                    <a:pt x="230059" y="942840"/>
                  </a:lnTo>
                  <a:lnTo>
                    <a:pt x="231405" y="941497"/>
                  </a:lnTo>
                  <a:lnTo>
                    <a:pt x="236786" y="938811"/>
                  </a:lnTo>
                  <a:lnTo>
                    <a:pt x="239477" y="936125"/>
                  </a:lnTo>
                  <a:lnTo>
                    <a:pt x="243513" y="934782"/>
                  </a:lnTo>
                  <a:lnTo>
                    <a:pt x="243513" y="933439"/>
                  </a:lnTo>
                  <a:lnTo>
                    <a:pt x="246204" y="930752"/>
                  </a:lnTo>
                  <a:lnTo>
                    <a:pt x="243513" y="928066"/>
                  </a:lnTo>
                  <a:lnTo>
                    <a:pt x="240822" y="928066"/>
                  </a:lnTo>
                  <a:lnTo>
                    <a:pt x="240822" y="925380"/>
                  </a:lnTo>
                  <a:lnTo>
                    <a:pt x="243513" y="924037"/>
                  </a:lnTo>
                  <a:lnTo>
                    <a:pt x="246204" y="924037"/>
                  </a:lnTo>
                  <a:lnTo>
                    <a:pt x="246204" y="920008"/>
                  </a:lnTo>
                  <a:lnTo>
                    <a:pt x="243513" y="918665"/>
                  </a:lnTo>
                  <a:lnTo>
                    <a:pt x="239477" y="918665"/>
                  </a:lnTo>
                  <a:lnTo>
                    <a:pt x="235441" y="921351"/>
                  </a:lnTo>
                  <a:lnTo>
                    <a:pt x="231405" y="921351"/>
                  </a:lnTo>
                  <a:lnTo>
                    <a:pt x="228714" y="918665"/>
                  </a:lnTo>
                  <a:lnTo>
                    <a:pt x="226023" y="920008"/>
                  </a:lnTo>
                  <a:lnTo>
                    <a:pt x="221987" y="920008"/>
                  </a:lnTo>
                  <a:lnTo>
                    <a:pt x="219296" y="917322"/>
                  </a:lnTo>
                  <a:lnTo>
                    <a:pt x="216606" y="918665"/>
                  </a:lnTo>
                  <a:lnTo>
                    <a:pt x="212570" y="917322"/>
                  </a:lnTo>
                  <a:lnTo>
                    <a:pt x="209879" y="913292"/>
                  </a:lnTo>
                  <a:lnTo>
                    <a:pt x="205843" y="913292"/>
                  </a:lnTo>
                  <a:lnTo>
                    <a:pt x="203152" y="911949"/>
                  </a:lnTo>
                  <a:lnTo>
                    <a:pt x="203152" y="909263"/>
                  </a:lnTo>
                  <a:lnTo>
                    <a:pt x="201806" y="903891"/>
                  </a:lnTo>
                  <a:lnTo>
                    <a:pt x="196425" y="899862"/>
                  </a:lnTo>
                  <a:lnTo>
                    <a:pt x="187007" y="895832"/>
                  </a:lnTo>
                  <a:lnTo>
                    <a:pt x="180280" y="893146"/>
                  </a:lnTo>
                  <a:lnTo>
                    <a:pt x="174899" y="887774"/>
                  </a:lnTo>
                  <a:lnTo>
                    <a:pt x="174899" y="885088"/>
                  </a:lnTo>
                  <a:lnTo>
                    <a:pt x="173554" y="879715"/>
                  </a:lnTo>
                  <a:lnTo>
                    <a:pt x="170863" y="875686"/>
                  </a:lnTo>
                  <a:lnTo>
                    <a:pt x="168172" y="873000"/>
                  </a:lnTo>
                  <a:lnTo>
                    <a:pt x="168172" y="870314"/>
                  </a:lnTo>
                  <a:lnTo>
                    <a:pt x="173554" y="866285"/>
                  </a:lnTo>
                  <a:lnTo>
                    <a:pt x="178935" y="866285"/>
                  </a:lnTo>
                  <a:lnTo>
                    <a:pt x="181626" y="864942"/>
                  </a:lnTo>
                  <a:lnTo>
                    <a:pt x="184317" y="866285"/>
                  </a:lnTo>
                  <a:lnTo>
                    <a:pt x="189698" y="866285"/>
                  </a:lnTo>
                  <a:lnTo>
                    <a:pt x="193734" y="870314"/>
                  </a:lnTo>
                  <a:lnTo>
                    <a:pt x="199116" y="871657"/>
                  </a:lnTo>
                  <a:lnTo>
                    <a:pt x="203152" y="871657"/>
                  </a:lnTo>
                  <a:lnTo>
                    <a:pt x="204497" y="873000"/>
                  </a:lnTo>
                  <a:lnTo>
                    <a:pt x="209879" y="873000"/>
                  </a:lnTo>
                  <a:lnTo>
                    <a:pt x="213915" y="874343"/>
                  </a:lnTo>
                  <a:lnTo>
                    <a:pt x="216606" y="875686"/>
                  </a:lnTo>
                  <a:lnTo>
                    <a:pt x="219296" y="877029"/>
                  </a:lnTo>
                  <a:lnTo>
                    <a:pt x="221987" y="879715"/>
                  </a:lnTo>
                  <a:lnTo>
                    <a:pt x="224678" y="889117"/>
                  </a:lnTo>
                  <a:lnTo>
                    <a:pt x="228714" y="893146"/>
                  </a:lnTo>
                  <a:lnTo>
                    <a:pt x="232750" y="895832"/>
                  </a:lnTo>
                  <a:lnTo>
                    <a:pt x="236786" y="899862"/>
                  </a:lnTo>
                  <a:lnTo>
                    <a:pt x="242168" y="901205"/>
                  </a:lnTo>
                  <a:lnTo>
                    <a:pt x="244859" y="899862"/>
                  </a:lnTo>
                  <a:lnTo>
                    <a:pt x="247549" y="895832"/>
                  </a:lnTo>
                  <a:lnTo>
                    <a:pt x="246204" y="894489"/>
                  </a:lnTo>
                  <a:lnTo>
                    <a:pt x="243513" y="895832"/>
                  </a:lnTo>
                  <a:lnTo>
                    <a:pt x="240822" y="895832"/>
                  </a:lnTo>
                  <a:lnTo>
                    <a:pt x="238132" y="893146"/>
                  </a:lnTo>
                  <a:lnTo>
                    <a:pt x="232750" y="887774"/>
                  </a:lnTo>
                  <a:lnTo>
                    <a:pt x="232750" y="885088"/>
                  </a:lnTo>
                  <a:lnTo>
                    <a:pt x="234095" y="885088"/>
                  </a:lnTo>
                  <a:lnTo>
                    <a:pt x="239477" y="889117"/>
                  </a:lnTo>
                  <a:lnTo>
                    <a:pt x="242168" y="889117"/>
                  </a:lnTo>
                  <a:lnTo>
                    <a:pt x="242168" y="886431"/>
                  </a:lnTo>
                  <a:lnTo>
                    <a:pt x="244859" y="886431"/>
                  </a:lnTo>
                  <a:lnTo>
                    <a:pt x="244859" y="883745"/>
                  </a:lnTo>
                  <a:lnTo>
                    <a:pt x="238132" y="879715"/>
                  </a:lnTo>
                  <a:lnTo>
                    <a:pt x="232750" y="874343"/>
                  </a:lnTo>
                  <a:lnTo>
                    <a:pt x="231405" y="871657"/>
                  </a:lnTo>
                  <a:lnTo>
                    <a:pt x="232750" y="870314"/>
                  </a:lnTo>
                  <a:lnTo>
                    <a:pt x="234095" y="870314"/>
                  </a:lnTo>
                  <a:lnTo>
                    <a:pt x="236786" y="874343"/>
                  </a:lnTo>
                  <a:lnTo>
                    <a:pt x="239477" y="874343"/>
                  </a:lnTo>
                  <a:lnTo>
                    <a:pt x="236786" y="870314"/>
                  </a:lnTo>
                  <a:lnTo>
                    <a:pt x="231405" y="864942"/>
                  </a:lnTo>
                  <a:lnTo>
                    <a:pt x="227369" y="862255"/>
                  </a:lnTo>
                  <a:lnTo>
                    <a:pt x="226023" y="859569"/>
                  </a:lnTo>
                  <a:lnTo>
                    <a:pt x="227369" y="858226"/>
                  </a:lnTo>
                  <a:lnTo>
                    <a:pt x="232750" y="859569"/>
                  </a:lnTo>
                  <a:lnTo>
                    <a:pt x="242168" y="862255"/>
                  </a:lnTo>
                  <a:lnTo>
                    <a:pt x="244859" y="860912"/>
                  </a:lnTo>
                  <a:lnTo>
                    <a:pt x="244859" y="858226"/>
                  </a:lnTo>
                  <a:lnTo>
                    <a:pt x="240822" y="852854"/>
                  </a:lnTo>
                  <a:lnTo>
                    <a:pt x="238132" y="852854"/>
                  </a:lnTo>
                  <a:lnTo>
                    <a:pt x="235441" y="854197"/>
                  </a:lnTo>
                  <a:lnTo>
                    <a:pt x="231405" y="854197"/>
                  </a:lnTo>
                  <a:lnTo>
                    <a:pt x="226023" y="854197"/>
                  </a:lnTo>
                  <a:lnTo>
                    <a:pt x="224678" y="851511"/>
                  </a:lnTo>
                  <a:lnTo>
                    <a:pt x="226023" y="848825"/>
                  </a:lnTo>
                  <a:lnTo>
                    <a:pt x="231405" y="846139"/>
                  </a:lnTo>
                  <a:lnTo>
                    <a:pt x="232750" y="847482"/>
                  </a:lnTo>
                  <a:lnTo>
                    <a:pt x="236786" y="850168"/>
                  </a:lnTo>
                  <a:lnTo>
                    <a:pt x="238132" y="847482"/>
                  </a:lnTo>
                  <a:lnTo>
                    <a:pt x="238132" y="844795"/>
                  </a:lnTo>
                  <a:lnTo>
                    <a:pt x="235441" y="840766"/>
                  </a:lnTo>
                  <a:lnTo>
                    <a:pt x="234095" y="840766"/>
                  </a:lnTo>
                  <a:lnTo>
                    <a:pt x="232750" y="842109"/>
                  </a:lnTo>
                  <a:lnTo>
                    <a:pt x="230059" y="842109"/>
                  </a:lnTo>
                  <a:lnTo>
                    <a:pt x="228714" y="843452"/>
                  </a:lnTo>
                  <a:lnTo>
                    <a:pt x="221987" y="848825"/>
                  </a:lnTo>
                  <a:lnTo>
                    <a:pt x="219296" y="848825"/>
                  </a:lnTo>
                  <a:lnTo>
                    <a:pt x="219296" y="846139"/>
                  </a:lnTo>
                  <a:lnTo>
                    <a:pt x="221987" y="843452"/>
                  </a:lnTo>
                  <a:lnTo>
                    <a:pt x="223333" y="839423"/>
                  </a:lnTo>
                  <a:lnTo>
                    <a:pt x="226023" y="835394"/>
                  </a:lnTo>
                  <a:lnTo>
                    <a:pt x="228714" y="835394"/>
                  </a:lnTo>
                  <a:lnTo>
                    <a:pt x="231405" y="835394"/>
                  </a:lnTo>
                  <a:lnTo>
                    <a:pt x="235441" y="832708"/>
                  </a:lnTo>
                  <a:lnTo>
                    <a:pt x="238132" y="831365"/>
                  </a:lnTo>
                  <a:lnTo>
                    <a:pt x="239477" y="830022"/>
                  </a:lnTo>
                  <a:lnTo>
                    <a:pt x="238132" y="828678"/>
                  </a:lnTo>
                  <a:lnTo>
                    <a:pt x="232750" y="828678"/>
                  </a:lnTo>
                  <a:lnTo>
                    <a:pt x="228714" y="831365"/>
                  </a:lnTo>
                  <a:lnTo>
                    <a:pt x="226023" y="832708"/>
                  </a:lnTo>
                  <a:lnTo>
                    <a:pt x="223333" y="831365"/>
                  </a:lnTo>
                  <a:lnTo>
                    <a:pt x="217951" y="832708"/>
                  </a:lnTo>
                  <a:lnTo>
                    <a:pt x="216606" y="831365"/>
                  </a:lnTo>
                  <a:lnTo>
                    <a:pt x="216606" y="828678"/>
                  </a:lnTo>
                  <a:lnTo>
                    <a:pt x="219296" y="827335"/>
                  </a:lnTo>
                  <a:lnTo>
                    <a:pt x="221987" y="824649"/>
                  </a:lnTo>
                  <a:lnTo>
                    <a:pt x="228714" y="824649"/>
                  </a:lnTo>
                  <a:lnTo>
                    <a:pt x="236786" y="821963"/>
                  </a:lnTo>
                  <a:lnTo>
                    <a:pt x="242168" y="819277"/>
                  </a:lnTo>
                  <a:lnTo>
                    <a:pt x="242168" y="816591"/>
                  </a:lnTo>
                  <a:lnTo>
                    <a:pt x="240822" y="815248"/>
                  </a:lnTo>
                  <a:lnTo>
                    <a:pt x="238132" y="815248"/>
                  </a:lnTo>
                  <a:lnTo>
                    <a:pt x="234095" y="817934"/>
                  </a:lnTo>
                  <a:lnTo>
                    <a:pt x="230059" y="819277"/>
                  </a:lnTo>
                  <a:lnTo>
                    <a:pt x="227369" y="817934"/>
                  </a:lnTo>
                  <a:lnTo>
                    <a:pt x="224678" y="815248"/>
                  </a:lnTo>
                  <a:lnTo>
                    <a:pt x="221987" y="813905"/>
                  </a:lnTo>
                  <a:lnTo>
                    <a:pt x="217951" y="813905"/>
                  </a:lnTo>
                  <a:lnTo>
                    <a:pt x="216606" y="812562"/>
                  </a:lnTo>
                  <a:lnTo>
                    <a:pt x="216606" y="811219"/>
                  </a:lnTo>
                  <a:lnTo>
                    <a:pt x="220642" y="808532"/>
                  </a:lnTo>
                  <a:lnTo>
                    <a:pt x="221987" y="803160"/>
                  </a:lnTo>
                  <a:lnTo>
                    <a:pt x="224678" y="800474"/>
                  </a:lnTo>
                  <a:lnTo>
                    <a:pt x="228714" y="797788"/>
                  </a:lnTo>
                  <a:lnTo>
                    <a:pt x="228714" y="796445"/>
                  </a:lnTo>
                  <a:lnTo>
                    <a:pt x="227369" y="796445"/>
                  </a:lnTo>
                  <a:lnTo>
                    <a:pt x="223333" y="797788"/>
                  </a:lnTo>
                  <a:lnTo>
                    <a:pt x="219296" y="804503"/>
                  </a:lnTo>
                  <a:lnTo>
                    <a:pt x="219296" y="807189"/>
                  </a:lnTo>
                  <a:lnTo>
                    <a:pt x="215260" y="809875"/>
                  </a:lnTo>
                  <a:lnTo>
                    <a:pt x="213915" y="811219"/>
                  </a:lnTo>
                  <a:lnTo>
                    <a:pt x="212570" y="811219"/>
                  </a:lnTo>
                  <a:lnTo>
                    <a:pt x="212570" y="807189"/>
                  </a:lnTo>
                  <a:lnTo>
                    <a:pt x="213915" y="801817"/>
                  </a:lnTo>
                  <a:lnTo>
                    <a:pt x="213915" y="795102"/>
                  </a:lnTo>
                  <a:lnTo>
                    <a:pt x="211224" y="789729"/>
                  </a:lnTo>
                  <a:lnTo>
                    <a:pt x="209879" y="784357"/>
                  </a:lnTo>
                  <a:lnTo>
                    <a:pt x="211224" y="780328"/>
                  </a:lnTo>
                  <a:lnTo>
                    <a:pt x="211224" y="776298"/>
                  </a:lnTo>
                  <a:lnTo>
                    <a:pt x="209879" y="776298"/>
                  </a:lnTo>
                  <a:lnTo>
                    <a:pt x="208533" y="778985"/>
                  </a:lnTo>
                  <a:lnTo>
                    <a:pt x="207188" y="788386"/>
                  </a:lnTo>
                  <a:lnTo>
                    <a:pt x="208533" y="792415"/>
                  </a:lnTo>
                  <a:lnTo>
                    <a:pt x="209879" y="796445"/>
                  </a:lnTo>
                  <a:lnTo>
                    <a:pt x="209879" y="801817"/>
                  </a:lnTo>
                  <a:lnTo>
                    <a:pt x="209879" y="808532"/>
                  </a:lnTo>
                  <a:lnTo>
                    <a:pt x="208533" y="811219"/>
                  </a:lnTo>
                  <a:lnTo>
                    <a:pt x="205843" y="811219"/>
                  </a:lnTo>
                  <a:lnTo>
                    <a:pt x="203152" y="808532"/>
                  </a:lnTo>
                  <a:lnTo>
                    <a:pt x="200461" y="805846"/>
                  </a:lnTo>
                  <a:lnTo>
                    <a:pt x="199116" y="812562"/>
                  </a:lnTo>
                  <a:lnTo>
                    <a:pt x="199116" y="813905"/>
                  </a:lnTo>
                  <a:lnTo>
                    <a:pt x="196425" y="813905"/>
                  </a:lnTo>
                  <a:lnTo>
                    <a:pt x="193734" y="813905"/>
                  </a:lnTo>
                  <a:lnTo>
                    <a:pt x="196425" y="815248"/>
                  </a:lnTo>
                  <a:lnTo>
                    <a:pt x="197770" y="817934"/>
                  </a:lnTo>
                  <a:lnTo>
                    <a:pt x="196425" y="821963"/>
                  </a:lnTo>
                  <a:lnTo>
                    <a:pt x="193734" y="824649"/>
                  </a:lnTo>
                  <a:lnTo>
                    <a:pt x="189698" y="825992"/>
                  </a:lnTo>
                  <a:lnTo>
                    <a:pt x="187007" y="825992"/>
                  </a:lnTo>
                  <a:lnTo>
                    <a:pt x="185662" y="827335"/>
                  </a:lnTo>
                  <a:lnTo>
                    <a:pt x="181626" y="830022"/>
                  </a:lnTo>
                  <a:lnTo>
                    <a:pt x="174899" y="830022"/>
                  </a:lnTo>
                  <a:lnTo>
                    <a:pt x="172208" y="827335"/>
                  </a:lnTo>
                  <a:lnTo>
                    <a:pt x="172208" y="823306"/>
                  </a:lnTo>
                  <a:lnTo>
                    <a:pt x="170863" y="820620"/>
                  </a:lnTo>
                  <a:lnTo>
                    <a:pt x="169518" y="819277"/>
                  </a:lnTo>
                  <a:lnTo>
                    <a:pt x="166827" y="819277"/>
                  </a:lnTo>
                  <a:lnTo>
                    <a:pt x="165481" y="821963"/>
                  </a:lnTo>
                  <a:lnTo>
                    <a:pt x="164136" y="821963"/>
                  </a:lnTo>
                  <a:lnTo>
                    <a:pt x="162791" y="816591"/>
                  </a:lnTo>
                  <a:lnTo>
                    <a:pt x="164136" y="812562"/>
                  </a:lnTo>
                  <a:lnTo>
                    <a:pt x="162791" y="809875"/>
                  </a:lnTo>
                  <a:lnTo>
                    <a:pt x="161445" y="808532"/>
                  </a:lnTo>
                  <a:lnTo>
                    <a:pt x="161445" y="805846"/>
                  </a:lnTo>
                  <a:lnTo>
                    <a:pt x="166827" y="803160"/>
                  </a:lnTo>
                  <a:lnTo>
                    <a:pt x="170863" y="803160"/>
                  </a:lnTo>
                  <a:lnTo>
                    <a:pt x="172208" y="804503"/>
                  </a:lnTo>
                  <a:lnTo>
                    <a:pt x="174899" y="800474"/>
                  </a:lnTo>
                  <a:lnTo>
                    <a:pt x="177590" y="799131"/>
                  </a:lnTo>
                  <a:lnTo>
                    <a:pt x="185662" y="797788"/>
                  </a:lnTo>
                  <a:lnTo>
                    <a:pt x="188353" y="799131"/>
                  </a:lnTo>
                  <a:lnTo>
                    <a:pt x="193734" y="792415"/>
                  </a:lnTo>
                  <a:lnTo>
                    <a:pt x="197770" y="785700"/>
                  </a:lnTo>
                  <a:lnTo>
                    <a:pt x="197770" y="800474"/>
                  </a:lnTo>
                  <a:lnTo>
                    <a:pt x="196425" y="800474"/>
                  </a:lnTo>
                  <a:lnTo>
                    <a:pt x="193734" y="801817"/>
                  </a:lnTo>
                  <a:lnTo>
                    <a:pt x="191043" y="805846"/>
                  </a:lnTo>
                  <a:lnTo>
                    <a:pt x="187007" y="811219"/>
                  </a:lnTo>
                  <a:lnTo>
                    <a:pt x="181626" y="812562"/>
                  </a:lnTo>
                  <a:lnTo>
                    <a:pt x="176244" y="811219"/>
                  </a:lnTo>
                  <a:lnTo>
                    <a:pt x="172208" y="808532"/>
                  </a:lnTo>
                  <a:lnTo>
                    <a:pt x="172208" y="805846"/>
                  </a:lnTo>
                  <a:lnTo>
                    <a:pt x="176244" y="803160"/>
                  </a:lnTo>
                  <a:lnTo>
                    <a:pt x="181626" y="797788"/>
                  </a:lnTo>
                  <a:lnTo>
                    <a:pt x="184317" y="797788"/>
                  </a:lnTo>
                  <a:lnTo>
                    <a:pt x="185662" y="796445"/>
                  </a:lnTo>
                  <a:lnTo>
                    <a:pt x="185662" y="793758"/>
                  </a:lnTo>
                  <a:lnTo>
                    <a:pt x="187007" y="792415"/>
                  </a:lnTo>
                  <a:lnTo>
                    <a:pt x="189698" y="792415"/>
                  </a:lnTo>
                  <a:lnTo>
                    <a:pt x="191043" y="791072"/>
                  </a:lnTo>
                  <a:lnTo>
                    <a:pt x="189698" y="789729"/>
                  </a:lnTo>
                  <a:lnTo>
                    <a:pt x="189698" y="787043"/>
                  </a:lnTo>
                  <a:lnTo>
                    <a:pt x="188353" y="785700"/>
                  </a:lnTo>
                  <a:lnTo>
                    <a:pt x="187007" y="787043"/>
                  </a:lnTo>
                  <a:lnTo>
                    <a:pt x="184317" y="789729"/>
                  </a:lnTo>
                  <a:lnTo>
                    <a:pt x="177590" y="788386"/>
                  </a:lnTo>
                  <a:lnTo>
                    <a:pt x="176244" y="788386"/>
                  </a:lnTo>
                  <a:lnTo>
                    <a:pt x="174899" y="787043"/>
                  </a:lnTo>
                  <a:lnTo>
                    <a:pt x="176244" y="784357"/>
                  </a:lnTo>
                  <a:lnTo>
                    <a:pt x="181626" y="781671"/>
                  </a:lnTo>
                  <a:lnTo>
                    <a:pt x="184317" y="781671"/>
                  </a:lnTo>
                  <a:lnTo>
                    <a:pt x="187007" y="784357"/>
                  </a:lnTo>
                  <a:lnTo>
                    <a:pt x="189698" y="784357"/>
                  </a:lnTo>
                  <a:lnTo>
                    <a:pt x="195080" y="781671"/>
                  </a:lnTo>
                  <a:lnTo>
                    <a:pt x="197770" y="774955"/>
                  </a:lnTo>
                  <a:lnTo>
                    <a:pt x="196425" y="772269"/>
                  </a:lnTo>
                  <a:lnTo>
                    <a:pt x="197770" y="768240"/>
                  </a:lnTo>
                  <a:lnTo>
                    <a:pt x="203152" y="762868"/>
                  </a:lnTo>
                  <a:lnTo>
                    <a:pt x="201806" y="757495"/>
                  </a:lnTo>
                  <a:lnTo>
                    <a:pt x="201806" y="752123"/>
                  </a:lnTo>
                  <a:lnTo>
                    <a:pt x="200461" y="749437"/>
                  </a:lnTo>
                  <a:lnTo>
                    <a:pt x="197770" y="748094"/>
                  </a:lnTo>
                  <a:lnTo>
                    <a:pt x="195080" y="748094"/>
                  </a:lnTo>
                  <a:lnTo>
                    <a:pt x="192389" y="745408"/>
                  </a:lnTo>
                  <a:lnTo>
                    <a:pt x="188353" y="745408"/>
                  </a:lnTo>
                  <a:lnTo>
                    <a:pt x="185662" y="744065"/>
                  </a:lnTo>
                  <a:lnTo>
                    <a:pt x="185662" y="741378"/>
                  </a:lnTo>
                  <a:lnTo>
                    <a:pt x="187007" y="740035"/>
                  </a:lnTo>
                  <a:lnTo>
                    <a:pt x="191043" y="741378"/>
                  </a:lnTo>
                  <a:lnTo>
                    <a:pt x="192389" y="740035"/>
                  </a:lnTo>
                  <a:lnTo>
                    <a:pt x="195080" y="736006"/>
                  </a:lnTo>
                  <a:lnTo>
                    <a:pt x="195080" y="731977"/>
                  </a:lnTo>
                  <a:lnTo>
                    <a:pt x="197770" y="729291"/>
                  </a:lnTo>
                  <a:lnTo>
                    <a:pt x="197770" y="726605"/>
                  </a:lnTo>
                  <a:lnTo>
                    <a:pt x="196425" y="723919"/>
                  </a:lnTo>
                  <a:lnTo>
                    <a:pt x="193734" y="723919"/>
                  </a:lnTo>
                  <a:lnTo>
                    <a:pt x="192389" y="721232"/>
                  </a:lnTo>
                  <a:lnTo>
                    <a:pt x="191043" y="718546"/>
                  </a:lnTo>
                  <a:lnTo>
                    <a:pt x="193734" y="715860"/>
                  </a:lnTo>
                  <a:lnTo>
                    <a:pt x="195080" y="715860"/>
                  </a:lnTo>
                  <a:lnTo>
                    <a:pt x="195080" y="713174"/>
                  </a:lnTo>
                  <a:lnTo>
                    <a:pt x="192389" y="709145"/>
                  </a:lnTo>
                  <a:lnTo>
                    <a:pt x="191043" y="703772"/>
                  </a:lnTo>
                  <a:lnTo>
                    <a:pt x="192389" y="702429"/>
                  </a:lnTo>
                  <a:lnTo>
                    <a:pt x="195080" y="705115"/>
                  </a:lnTo>
                  <a:lnTo>
                    <a:pt x="195080" y="703772"/>
                  </a:lnTo>
                  <a:lnTo>
                    <a:pt x="193734" y="701086"/>
                  </a:lnTo>
                  <a:lnTo>
                    <a:pt x="193734" y="698400"/>
                  </a:lnTo>
                  <a:lnTo>
                    <a:pt x="196425" y="694371"/>
                  </a:lnTo>
                  <a:lnTo>
                    <a:pt x="195080" y="690342"/>
                  </a:lnTo>
                  <a:lnTo>
                    <a:pt x="192389" y="686312"/>
                  </a:lnTo>
                  <a:lnTo>
                    <a:pt x="192389" y="683626"/>
                  </a:lnTo>
                  <a:lnTo>
                    <a:pt x="191043" y="680940"/>
                  </a:lnTo>
                  <a:lnTo>
                    <a:pt x="192389" y="678254"/>
                  </a:lnTo>
                  <a:lnTo>
                    <a:pt x="193734" y="672882"/>
                  </a:lnTo>
                  <a:lnTo>
                    <a:pt x="192389" y="672882"/>
                  </a:lnTo>
                  <a:lnTo>
                    <a:pt x="189698" y="672882"/>
                  </a:lnTo>
                  <a:lnTo>
                    <a:pt x="185662" y="676911"/>
                  </a:lnTo>
                  <a:lnTo>
                    <a:pt x="182971" y="676911"/>
                  </a:lnTo>
                  <a:lnTo>
                    <a:pt x="181626" y="679597"/>
                  </a:lnTo>
                  <a:lnTo>
                    <a:pt x="178935" y="680940"/>
                  </a:lnTo>
                  <a:lnTo>
                    <a:pt x="176244" y="679597"/>
                  </a:lnTo>
                  <a:lnTo>
                    <a:pt x="177590" y="676911"/>
                  </a:lnTo>
                  <a:lnTo>
                    <a:pt x="181626" y="674225"/>
                  </a:lnTo>
                  <a:lnTo>
                    <a:pt x="184317" y="674225"/>
                  </a:lnTo>
                  <a:lnTo>
                    <a:pt x="187007" y="671539"/>
                  </a:lnTo>
                  <a:lnTo>
                    <a:pt x="188353" y="667509"/>
                  </a:lnTo>
                  <a:lnTo>
                    <a:pt x="192389" y="664823"/>
                  </a:lnTo>
                  <a:lnTo>
                    <a:pt x="196425" y="663480"/>
                  </a:lnTo>
                  <a:lnTo>
                    <a:pt x="197770" y="659451"/>
                  </a:lnTo>
                  <a:lnTo>
                    <a:pt x="197770" y="655422"/>
                  </a:lnTo>
                  <a:lnTo>
                    <a:pt x="195080" y="652735"/>
                  </a:lnTo>
                  <a:lnTo>
                    <a:pt x="192389" y="648706"/>
                  </a:lnTo>
                  <a:lnTo>
                    <a:pt x="191043" y="644677"/>
                  </a:lnTo>
                  <a:lnTo>
                    <a:pt x="189698" y="643334"/>
                  </a:lnTo>
                  <a:lnTo>
                    <a:pt x="188353" y="643334"/>
                  </a:lnTo>
                  <a:lnTo>
                    <a:pt x="185662" y="639305"/>
                  </a:lnTo>
                  <a:lnTo>
                    <a:pt x="185662" y="635275"/>
                  </a:lnTo>
                  <a:lnTo>
                    <a:pt x="187007" y="633932"/>
                  </a:lnTo>
                  <a:lnTo>
                    <a:pt x="185662" y="631246"/>
                  </a:lnTo>
                  <a:lnTo>
                    <a:pt x="185662" y="627217"/>
                  </a:lnTo>
                  <a:lnTo>
                    <a:pt x="184317" y="623188"/>
                  </a:lnTo>
                  <a:lnTo>
                    <a:pt x="174899" y="616472"/>
                  </a:lnTo>
                  <a:lnTo>
                    <a:pt x="174899" y="615129"/>
                  </a:lnTo>
                  <a:lnTo>
                    <a:pt x="173554" y="612443"/>
                  </a:lnTo>
                  <a:lnTo>
                    <a:pt x="172208" y="609757"/>
                  </a:lnTo>
                  <a:lnTo>
                    <a:pt x="172208" y="607071"/>
                  </a:lnTo>
                  <a:lnTo>
                    <a:pt x="173554" y="605728"/>
                  </a:lnTo>
                  <a:lnTo>
                    <a:pt x="178935" y="601699"/>
                  </a:lnTo>
                  <a:lnTo>
                    <a:pt x="181626" y="600355"/>
                  </a:lnTo>
                  <a:lnTo>
                    <a:pt x="182971" y="597669"/>
                  </a:lnTo>
                  <a:lnTo>
                    <a:pt x="181626" y="596326"/>
                  </a:lnTo>
                  <a:lnTo>
                    <a:pt x="177590" y="596326"/>
                  </a:lnTo>
                  <a:lnTo>
                    <a:pt x="177590" y="594983"/>
                  </a:lnTo>
                  <a:lnTo>
                    <a:pt x="180280" y="592297"/>
                  </a:lnTo>
                  <a:lnTo>
                    <a:pt x="182971" y="586925"/>
                  </a:lnTo>
                  <a:lnTo>
                    <a:pt x="185662" y="584239"/>
                  </a:lnTo>
                  <a:lnTo>
                    <a:pt x="185662" y="581552"/>
                  </a:lnTo>
                  <a:lnTo>
                    <a:pt x="184317" y="580209"/>
                  </a:lnTo>
                  <a:lnTo>
                    <a:pt x="185662" y="577523"/>
                  </a:lnTo>
                  <a:lnTo>
                    <a:pt x="182971" y="574837"/>
                  </a:lnTo>
                  <a:lnTo>
                    <a:pt x="180280" y="573494"/>
                  </a:lnTo>
                  <a:lnTo>
                    <a:pt x="176244" y="568122"/>
                  </a:lnTo>
                  <a:lnTo>
                    <a:pt x="170863" y="564092"/>
                  </a:lnTo>
                  <a:lnTo>
                    <a:pt x="169518" y="560063"/>
                  </a:lnTo>
                  <a:lnTo>
                    <a:pt x="166827" y="558720"/>
                  </a:lnTo>
                  <a:lnTo>
                    <a:pt x="165481" y="558720"/>
                  </a:lnTo>
                  <a:lnTo>
                    <a:pt x="165481" y="561406"/>
                  </a:lnTo>
                  <a:lnTo>
                    <a:pt x="162791" y="561406"/>
                  </a:lnTo>
                  <a:lnTo>
                    <a:pt x="161445" y="560063"/>
                  </a:lnTo>
                  <a:lnTo>
                    <a:pt x="160100" y="556034"/>
                  </a:lnTo>
                  <a:lnTo>
                    <a:pt x="157409" y="553348"/>
                  </a:lnTo>
                  <a:lnTo>
                    <a:pt x="153373" y="550662"/>
                  </a:lnTo>
                  <a:lnTo>
                    <a:pt x="150682" y="547975"/>
                  </a:lnTo>
                  <a:lnTo>
                    <a:pt x="147991" y="546632"/>
                  </a:lnTo>
                  <a:lnTo>
                    <a:pt x="146646" y="547975"/>
                  </a:lnTo>
                  <a:lnTo>
                    <a:pt x="143955" y="547975"/>
                  </a:lnTo>
                  <a:lnTo>
                    <a:pt x="143955" y="546632"/>
                  </a:lnTo>
                  <a:lnTo>
                    <a:pt x="145301" y="542603"/>
                  </a:lnTo>
                  <a:lnTo>
                    <a:pt x="139919" y="538574"/>
                  </a:lnTo>
                  <a:lnTo>
                    <a:pt x="134538" y="533202"/>
                  </a:lnTo>
                  <a:lnTo>
                    <a:pt x="133192" y="533202"/>
                  </a:lnTo>
                  <a:lnTo>
                    <a:pt x="130501" y="535888"/>
                  </a:lnTo>
                  <a:lnTo>
                    <a:pt x="126465" y="534545"/>
                  </a:lnTo>
                  <a:lnTo>
                    <a:pt x="119738" y="527829"/>
                  </a:lnTo>
                  <a:lnTo>
                    <a:pt x="114357" y="526486"/>
                  </a:lnTo>
                  <a:lnTo>
                    <a:pt x="110321" y="522457"/>
                  </a:lnTo>
                  <a:lnTo>
                    <a:pt x="106285" y="521114"/>
                  </a:lnTo>
                  <a:lnTo>
                    <a:pt x="100903" y="522457"/>
                  </a:lnTo>
                  <a:lnTo>
                    <a:pt x="98213" y="525143"/>
                  </a:lnTo>
                  <a:lnTo>
                    <a:pt x="95522" y="530515"/>
                  </a:lnTo>
                  <a:lnTo>
                    <a:pt x="90140" y="533202"/>
                  </a:lnTo>
                  <a:lnTo>
                    <a:pt x="88795" y="535888"/>
                  </a:lnTo>
                  <a:lnTo>
                    <a:pt x="88795" y="531858"/>
                  </a:lnTo>
                  <a:lnTo>
                    <a:pt x="91486" y="527829"/>
                  </a:lnTo>
                  <a:lnTo>
                    <a:pt x="91486" y="523800"/>
                  </a:lnTo>
                  <a:lnTo>
                    <a:pt x="90140" y="522457"/>
                  </a:lnTo>
                  <a:lnTo>
                    <a:pt x="84759" y="522457"/>
                  </a:lnTo>
                  <a:lnTo>
                    <a:pt x="82068" y="525143"/>
                  </a:lnTo>
                  <a:lnTo>
                    <a:pt x="82068" y="527829"/>
                  </a:lnTo>
                  <a:lnTo>
                    <a:pt x="78032" y="530515"/>
                  </a:lnTo>
                  <a:lnTo>
                    <a:pt x="75341" y="529172"/>
                  </a:lnTo>
                  <a:lnTo>
                    <a:pt x="72650" y="522457"/>
                  </a:lnTo>
                  <a:lnTo>
                    <a:pt x="69960" y="521114"/>
                  </a:lnTo>
                  <a:lnTo>
                    <a:pt x="68614" y="523800"/>
                  </a:lnTo>
                  <a:lnTo>
                    <a:pt x="65923" y="533202"/>
                  </a:lnTo>
                  <a:lnTo>
                    <a:pt x="64578" y="534545"/>
                  </a:lnTo>
                  <a:lnTo>
                    <a:pt x="60542" y="533202"/>
                  </a:lnTo>
                  <a:lnTo>
                    <a:pt x="60542" y="527829"/>
                  </a:lnTo>
                  <a:lnTo>
                    <a:pt x="63233" y="523800"/>
                  </a:lnTo>
                  <a:lnTo>
                    <a:pt x="67269" y="521114"/>
                  </a:lnTo>
                  <a:lnTo>
                    <a:pt x="65923" y="518428"/>
                  </a:lnTo>
                  <a:lnTo>
                    <a:pt x="63233" y="518428"/>
                  </a:lnTo>
                  <a:lnTo>
                    <a:pt x="61887" y="517085"/>
                  </a:lnTo>
                  <a:lnTo>
                    <a:pt x="56506" y="519771"/>
                  </a:lnTo>
                  <a:lnTo>
                    <a:pt x="52470" y="519771"/>
                  </a:lnTo>
                  <a:lnTo>
                    <a:pt x="51124" y="522457"/>
                  </a:lnTo>
                  <a:lnTo>
                    <a:pt x="49779" y="523800"/>
                  </a:lnTo>
                  <a:lnTo>
                    <a:pt x="48434" y="521114"/>
                  </a:lnTo>
                  <a:lnTo>
                    <a:pt x="48434" y="518428"/>
                  </a:lnTo>
                  <a:lnTo>
                    <a:pt x="47088" y="513055"/>
                  </a:lnTo>
                  <a:lnTo>
                    <a:pt x="45743" y="509026"/>
                  </a:lnTo>
                  <a:lnTo>
                    <a:pt x="44397" y="509026"/>
                  </a:lnTo>
                  <a:lnTo>
                    <a:pt x="41707" y="510369"/>
                  </a:lnTo>
                  <a:lnTo>
                    <a:pt x="41707" y="513055"/>
                  </a:lnTo>
                  <a:lnTo>
                    <a:pt x="40361" y="518428"/>
                  </a:lnTo>
                  <a:lnTo>
                    <a:pt x="37671" y="521114"/>
                  </a:lnTo>
                  <a:lnTo>
                    <a:pt x="37671" y="525143"/>
                  </a:lnTo>
                  <a:lnTo>
                    <a:pt x="39016" y="531858"/>
                  </a:lnTo>
                  <a:lnTo>
                    <a:pt x="39016" y="534545"/>
                  </a:lnTo>
                  <a:lnTo>
                    <a:pt x="37671" y="535888"/>
                  </a:lnTo>
                  <a:lnTo>
                    <a:pt x="47088" y="531858"/>
                  </a:lnTo>
                  <a:lnTo>
                    <a:pt x="43052" y="527829"/>
                  </a:lnTo>
                  <a:lnTo>
                    <a:pt x="37671" y="525143"/>
                  </a:lnTo>
                  <a:lnTo>
                    <a:pt x="32289" y="521114"/>
                  </a:lnTo>
                  <a:lnTo>
                    <a:pt x="28253" y="517085"/>
                  </a:lnTo>
                  <a:lnTo>
                    <a:pt x="25562" y="515742"/>
                  </a:lnTo>
                  <a:lnTo>
                    <a:pt x="25562" y="514398"/>
                  </a:lnTo>
                  <a:lnTo>
                    <a:pt x="26908" y="513055"/>
                  </a:lnTo>
                  <a:lnTo>
                    <a:pt x="21526" y="511712"/>
                  </a:lnTo>
                  <a:lnTo>
                    <a:pt x="17490" y="503654"/>
                  </a:lnTo>
                  <a:lnTo>
                    <a:pt x="14799" y="499625"/>
                  </a:lnTo>
                  <a:lnTo>
                    <a:pt x="10763" y="495595"/>
                  </a:lnTo>
                  <a:lnTo>
                    <a:pt x="10763" y="490223"/>
                  </a:lnTo>
                  <a:lnTo>
                    <a:pt x="13454" y="487537"/>
                  </a:lnTo>
                  <a:lnTo>
                    <a:pt x="20181" y="487537"/>
                  </a:lnTo>
                  <a:lnTo>
                    <a:pt x="22871" y="484851"/>
                  </a:lnTo>
                  <a:lnTo>
                    <a:pt x="26908" y="483508"/>
                  </a:lnTo>
                  <a:lnTo>
                    <a:pt x="33634" y="483508"/>
                  </a:lnTo>
                  <a:lnTo>
                    <a:pt x="34980" y="484851"/>
                  </a:lnTo>
                  <a:lnTo>
                    <a:pt x="37671" y="482165"/>
                  </a:lnTo>
                  <a:lnTo>
                    <a:pt x="39016" y="479478"/>
                  </a:lnTo>
                  <a:lnTo>
                    <a:pt x="39016" y="476792"/>
                  </a:lnTo>
                  <a:lnTo>
                    <a:pt x="33634" y="476792"/>
                  </a:lnTo>
                  <a:lnTo>
                    <a:pt x="26908" y="472763"/>
                  </a:lnTo>
                  <a:lnTo>
                    <a:pt x="24217" y="472763"/>
                  </a:lnTo>
                  <a:lnTo>
                    <a:pt x="22871" y="475449"/>
                  </a:lnTo>
                  <a:lnTo>
                    <a:pt x="14799" y="467391"/>
                  </a:lnTo>
                  <a:lnTo>
                    <a:pt x="13454" y="460675"/>
                  </a:lnTo>
                  <a:lnTo>
                    <a:pt x="16144" y="457989"/>
                  </a:lnTo>
                  <a:lnTo>
                    <a:pt x="20181" y="455303"/>
                  </a:lnTo>
                  <a:lnTo>
                    <a:pt x="21526" y="448588"/>
                  </a:lnTo>
                  <a:lnTo>
                    <a:pt x="22871" y="445902"/>
                  </a:lnTo>
                  <a:lnTo>
                    <a:pt x="20181" y="445902"/>
                  </a:lnTo>
                  <a:lnTo>
                    <a:pt x="17490" y="447245"/>
                  </a:lnTo>
                  <a:lnTo>
                    <a:pt x="14799" y="452617"/>
                  </a:lnTo>
                  <a:lnTo>
                    <a:pt x="12108" y="452617"/>
                  </a:lnTo>
                  <a:lnTo>
                    <a:pt x="10763" y="453960"/>
                  </a:lnTo>
                  <a:lnTo>
                    <a:pt x="8072" y="457989"/>
                  </a:lnTo>
                  <a:lnTo>
                    <a:pt x="2691" y="455303"/>
                  </a:lnTo>
                  <a:lnTo>
                    <a:pt x="1345" y="451274"/>
                  </a:lnTo>
                  <a:lnTo>
                    <a:pt x="2691" y="447245"/>
                  </a:lnTo>
                  <a:lnTo>
                    <a:pt x="5381" y="444558"/>
                  </a:lnTo>
                  <a:lnTo>
                    <a:pt x="4036" y="443215"/>
                  </a:lnTo>
                  <a:lnTo>
                    <a:pt x="1345" y="443215"/>
                  </a:lnTo>
                  <a:lnTo>
                    <a:pt x="0" y="444558"/>
                  </a:lnTo>
                  <a:lnTo>
                    <a:pt x="0" y="440529"/>
                  </a:lnTo>
                  <a:lnTo>
                    <a:pt x="0" y="436500"/>
                  </a:lnTo>
                  <a:lnTo>
                    <a:pt x="1345" y="433814"/>
                  </a:lnTo>
                  <a:lnTo>
                    <a:pt x="2691" y="433814"/>
                  </a:lnTo>
                  <a:lnTo>
                    <a:pt x="4036" y="431128"/>
                  </a:lnTo>
                  <a:lnTo>
                    <a:pt x="6727" y="431128"/>
                  </a:lnTo>
                  <a:lnTo>
                    <a:pt x="9418" y="433814"/>
                  </a:lnTo>
                  <a:lnTo>
                    <a:pt x="9418" y="428442"/>
                  </a:lnTo>
                  <a:lnTo>
                    <a:pt x="17490" y="425755"/>
                  </a:lnTo>
                  <a:lnTo>
                    <a:pt x="25562" y="428442"/>
                  </a:lnTo>
                  <a:lnTo>
                    <a:pt x="30944" y="432471"/>
                  </a:lnTo>
                  <a:lnTo>
                    <a:pt x="40361" y="432471"/>
                  </a:lnTo>
                  <a:lnTo>
                    <a:pt x="49779" y="436500"/>
                  </a:lnTo>
                  <a:lnTo>
                    <a:pt x="56506" y="436500"/>
                  </a:lnTo>
                  <a:lnTo>
                    <a:pt x="60542" y="437843"/>
                  </a:lnTo>
                  <a:lnTo>
                    <a:pt x="69960" y="443215"/>
                  </a:lnTo>
                  <a:lnTo>
                    <a:pt x="73996" y="443215"/>
                  </a:lnTo>
                  <a:lnTo>
                    <a:pt x="76686" y="443215"/>
                  </a:lnTo>
                  <a:lnTo>
                    <a:pt x="82068" y="440529"/>
                  </a:lnTo>
                  <a:lnTo>
                    <a:pt x="78032" y="439186"/>
                  </a:lnTo>
                  <a:lnTo>
                    <a:pt x="73996" y="439186"/>
                  </a:lnTo>
                  <a:lnTo>
                    <a:pt x="65923" y="435157"/>
                  </a:lnTo>
                  <a:lnTo>
                    <a:pt x="59196" y="429785"/>
                  </a:lnTo>
                  <a:lnTo>
                    <a:pt x="53815" y="428442"/>
                  </a:lnTo>
                  <a:lnTo>
                    <a:pt x="47088" y="427098"/>
                  </a:lnTo>
                  <a:lnTo>
                    <a:pt x="41707" y="423069"/>
                  </a:lnTo>
                  <a:lnTo>
                    <a:pt x="41707" y="420383"/>
                  </a:lnTo>
                  <a:lnTo>
                    <a:pt x="51124" y="417697"/>
                  </a:lnTo>
                  <a:lnTo>
                    <a:pt x="57851" y="419040"/>
                  </a:lnTo>
                  <a:lnTo>
                    <a:pt x="68614" y="419040"/>
                  </a:lnTo>
                  <a:lnTo>
                    <a:pt x="76686" y="421726"/>
                  </a:lnTo>
                  <a:lnTo>
                    <a:pt x="80723" y="425755"/>
                  </a:lnTo>
                  <a:lnTo>
                    <a:pt x="83413" y="427098"/>
                  </a:lnTo>
                  <a:lnTo>
                    <a:pt x="84759" y="428442"/>
                  </a:lnTo>
                  <a:lnTo>
                    <a:pt x="88795" y="431128"/>
                  </a:lnTo>
                  <a:lnTo>
                    <a:pt x="88795" y="428442"/>
                  </a:lnTo>
                  <a:lnTo>
                    <a:pt x="87449" y="425755"/>
                  </a:lnTo>
                  <a:lnTo>
                    <a:pt x="87449" y="421726"/>
                  </a:lnTo>
                  <a:lnTo>
                    <a:pt x="92831" y="417697"/>
                  </a:lnTo>
                  <a:lnTo>
                    <a:pt x="94176" y="417697"/>
                  </a:lnTo>
                  <a:lnTo>
                    <a:pt x="92831" y="410982"/>
                  </a:lnTo>
                  <a:lnTo>
                    <a:pt x="90140" y="409639"/>
                  </a:lnTo>
                  <a:lnTo>
                    <a:pt x="87449" y="409639"/>
                  </a:lnTo>
                  <a:lnTo>
                    <a:pt x="84759" y="406952"/>
                  </a:lnTo>
                  <a:lnTo>
                    <a:pt x="84759" y="404266"/>
                  </a:lnTo>
                  <a:lnTo>
                    <a:pt x="80723" y="402923"/>
                  </a:lnTo>
                  <a:lnTo>
                    <a:pt x="78032" y="404266"/>
                  </a:lnTo>
                  <a:lnTo>
                    <a:pt x="73996" y="408295"/>
                  </a:lnTo>
                  <a:lnTo>
                    <a:pt x="68614" y="408295"/>
                  </a:lnTo>
                  <a:lnTo>
                    <a:pt x="60542" y="406952"/>
                  </a:lnTo>
                  <a:lnTo>
                    <a:pt x="56506" y="404266"/>
                  </a:lnTo>
                  <a:lnTo>
                    <a:pt x="56506" y="401580"/>
                  </a:lnTo>
                  <a:lnTo>
                    <a:pt x="55161" y="400237"/>
                  </a:lnTo>
                  <a:lnTo>
                    <a:pt x="51124" y="394865"/>
                  </a:lnTo>
                  <a:lnTo>
                    <a:pt x="48434" y="394865"/>
                  </a:lnTo>
                  <a:lnTo>
                    <a:pt x="47088" y="396208"/>
                  </a:lnTo>
                  <a:lnTo>
                    <a:pt x="48434" y="398894"/>
                  </a:lnTo>
                  <a:lnTo>
                    <a:pt x="51124" y="401580"/>
                  </a:lnTo>
                  <a:lnTo>
                    <a:pt x="49779" y="406952"/>
                  </a:lnTo>
                  <a:lnTo>
                    <a:pt x="48434" y="409639"/>
                  </a:lnTo>
                  <a:lnTo>
                    <a:pt x="41707" y="409639"/>
                  </a:lnTo>
                  <a:lnTo>
                    <a:pt x="34980" y="406952"/>
                  </a:lnTo>
                  <a:lnTo>
                    <a:pt x="26908" y="397551"/>
                  </a:lnTo>
                  <a:lnTo>
                    <a:pt x="28253" y="396208"/>
                  </a:lnTo>
                  <a:lnTo>
                    <a:pt x="33634" y="393522"/>
                  </a:lnTo>
                  <a:lnTo>
                    <a:pt x="41707" y="389492"/>
                  </a:lnTo>
                  <a:lnTo>
                    <a:pt x="41707" y="388149"/>
                  </a:lnTo>
                  <a:lnTo>
                    <a:pt x="40361" y="386806"/>
                  </a:lnTo>
                  <a:lnTo>
                    <a:pt x="34980" y="389492"/>
                  </a:lnTo>
                  <a:lnTo>
                    <a:pt x="30944" y="392178"/>
                  </a:lnTo>
                  <a:lnTo>
                    <a:pt x="26908" y="390835"/>
                  </a:lnTo>
                  <a:lnTo>
                    <a:pt x="25562" y="388149"/>
                  </a:lnTo>
                  <a:lnTo>
                    <a:pt x="26908" y="385463"/>
                  </a:lnTo>
                  <a:lnTo>
                    <a:pt x="32289" y="384120"/>
                  </a:lnTo>
                  <a:lnTo>
                    <a:pt x="36325" y="381434"/>
                  </a:lnTo>
                  <a:lnTo>
                    <a:pt x="39016" y="376062"/>
                  </a:lnTo>
                  <a:lnTo>
                    <a:pt x="37671" y="373375"/>
                  </a:lnTo>
                  <a:lnTo>
                    <a:pt x="34980" y="372032"/>
                  </a:lnTo>
                  <a:lnTo>
                    <a:pt x="33634" y="373375"/>
                  </a:lnTo>
                  <a:lnTo>
                    <a:pt x="32289" y="376062"/>
                  </a:lnTo>
                  <a:lnTo>
                    <a:pt x="26908" y="378748"/>
                  </a:lnTo>
                  <a:lnTo>
                    <a:pt x="21526" y="380091"/>
                  </a:lnTo>
                  <a:lnTo>
                    <a:pt x="17490" y="380091"/>
                  </a:lnTo>
                  <a:lnTo>
                    <a:pt x="20181" y="384120"/>
                  </a:lnTo>
                  <a:lnTo>
                    <a:pt x="21526" y="381434"/>
                  </a:lnTo>
                  <a:lnTo>
                    <a:pt x="24217" y="378748"/>
                  </a:lnTo>
                  <a:lnTo>
                    <a:pt x="26908" y="376062"/>
                  </a:lnTo>
                  <a:lnTo>
                    <a:pt x="25562" y="373375"/>
                  </a:lnTo>
                  <a:lnTo>
                    <a:pt x="24217" y="372032"/>
                  </a:lnTo>
                  <a:lnTo>
                    <a:pt x="20181" y="372032"/>
                  </a:lnTo>
                  <a:lnTo>
                    <a:pt x="17490" y="369346"/>
                  </a:lnTo>
                  <a:lnTo>
                    <a:pt x="12108" y="358602"/>
                  </a:lnTo>
                  <a:lnTo>
                    <a:pt x="9418" y="355915"/>
                  </a:lnTo>
                  <a:lnTo>
                    <a:pt x="5381" y="353229"/>
                  </a:lnTo>
                  <a:lnTo>
                    <a:pt x="4036" y="350543"/>
                  </a:lnTo>
                  <a:lnTo>
                    <a:pt x="6727" y="349200"/>
                  </a:lnTo>
                  <a:lnTo>
                    <a:pt x="10763" y="346514"/>
                  </a:lnTo>
                  <a:lnTo>
                    <a:pt x="13454" y="342485"/>
                  </a:lnTo>
                  <a:lnTo>
                    <a:pt x="14799" y="341142"/>
                  </a:lnTo>
                  <a:lnTo>
                    <a:pt x="16144" y="342485"/>
                  </a:lnTo>
                  <a:lnTo>
                    <a:pt x="18835" y="342485"/>
                  </a:lnTo>
                  <a:lnTo>
                    <a:pt x="18835" y="339798"/>
                  </a:lnTo>
                  <a:lnTo>
                    <a:pt x="16144" y="338455"/>
                  </a:lnTo>
                  <a:lnTo>
                    <a:pt x="12108" y="338455"/>
                  </a:lnTo>
                  <a:lnTo>
                    <a:pt x="10763" y="335769"/>
                  </a:lnTo>
                  <a:lnTo>
                    <a:pt x="12108" y="333083"/>
                  </a:lnTo>
                  <a:lnTo>
                    <a:pt x="16144" y="333083"/>
                  </a:lnTo>
                  <a:lnTo>
                    <a:pt x="24217" y="330397"/>
                  </a:lnTo>
                  <a:lnTo>
                    <a:pt x="24217" y="327711"/>
                  </a:lnTo>
                  <a:lnTo>
                    <a:pt x="24217" y="325025"/>
                  </a:lnTo>
                  <a:lnTo>
                    <a:pt x="28253" y="323682"/>
                  </a:lnTo>
                  <a:lnTo>
                    <a:pt x="30944" y="320995"/>
                  </a:lnTo>
                  <a:lnTo>
                    <a:pt x="34980" y="320995"/>
                  </a:lnTo>
                  <a:lnTo>
                    <a:pt x="37671" y="322339"/>
                  </a:lnTo>
                  <a:lnTo>
                    <a:pt x="41707" y="322339"/>
                  </a:lnTo>
                  <a:lnTo>
                    <a:pt x="44397" y="319652"/>
                  </a:lnTo>
                  <a:lnTo>
                    <a:pt x="47088" y="319652"/>
                  </a:lnTo>
                  <a:lnTo>
                    <a:pt x="51124" y="320995"/>
                  </a:lnTo>
                  <a:lnTo>
                    <a:pt x="51124" y="322339"/>
                  </a:lnTo>
                  <a:lnTo>
                    <a:pt x="52470" y="322339"/>
                  </a:lnTo>
                  <a:lnTo>
                    <a:pt x="55161" y="320995"/>
                  </a:lnTo>
                  <a:lnTo>
                    <a:pt x="56506" y="318309"/>
                  </a:lnTo>
                  <a:lnTo>
                    <a:pt x="59196" y="315623"/>
                  </a:lnTo>
                  <a:lnTo>
                    <a:pt x="63233" y="316966"/>
                  </a:lnTo>
                  <a:lnTo>
                    <a:pt x="64578" y="316966"/>
                  </a:lnTo>
                  <a:lnTo>
                    <a:pt x="67269" y="315623"/>
                  </a:lnTo>
                  <a:lnTo>
                    <a:pt x="68614" y="315623"/>
                  </a:lnTo>
                  <a:lnTo>
                    <a:pt x="72650" y="315623"/>
                  </a:lnTo>
                  <a:lnTo>
                    <a:pt x="91486" y="310251"/>
                  </a:lnTo>
                  <a:lnTo>
                    <a:pt x="95522" y="310251"/>
                  </a:lnTo>
                  <a:lnTo>
                    <a:pt x="96867" y="312937"/>
                  </a:lnTo>
                  <a:lnTo>
                    <a:pt x="98213" y="310251"/>
                  </a:lnTo>
                  <a:lnTo>
                    <a:pt x="95522" y="307565"/>
                  </a:lnTo>
                  <a:lnTo>
                    <a:pt x="96867" y="304878"/>
                  </a:lnTo>
                  <a:lnTo>
                    <a:pt x="103594" y="302192"/>
                  </a:lnTo>
                  <a:lnTo>
                    <a:pt x="111666" y="302192"/>
                  </a:lnTo>
                  <a:lnTo>
                    <a:pt x="117048" y="300849"/>
                  </a:lnTo>
                  <a:lnTo>
                    <a:pt x="119738" y="302192"/>
                  </a:lnTo>
                  <a:lnTo>
                    <a:pt x="125120" y="303535"/>
                  </a:lnTo>
                  <a:lnTo>
                    <a:pt x="129156" y="300849"/>
                  </a:lnTo>
                  <a:lnTo>
                    <a:pt x="134538" y="299506"/>
                  </a:lnTo>
                  <a:lnTo>
                    <a:pt x="141265" y="300849"/>
                  </a:lnTo>
                  <a:lnTo>
                    <a:pt x="142610" y="303535"/>
                  </a:lnTo>
                  <a:lnTo>
                    <a:pt x="146646" y="303535"/>
                  </a:lnTo>
                  <a:lnTo>
                    <a:pt x="149337" y="306222"/>
                  </a:lnTo>
                  <a:lnTo>
                    <a:pt x="154718" y="310251"/>
                  </a:lnTo>
                  <a:lnTo>
                    <a:pt x="158754" y="310251"/>
                  </a:lnTo>
                  <a:lnTo>
                    <a:pt x="161445" y="308908"/>
                  </a:lnTo>
                  <a:lnTo>
                    <a:pt x="161445" y="307565"/>
                  </a:lnTo>
                  <a:lnTo>
                    <a:pt x="165481" y="303535"/>
                  </a:lnTo>
                  <a:lnTo>
                    <a:pt x="168172" y="298163"/>
                  </a:lnTo>
                  <a:lnTo>
                    <a:pt x="172208" y="291448"/>
                  </a:lnTo>
                  <a:lnTo>
                    <a:pt x="177590" y="288762"/>
                  </a:lnTo>
                  <a:lnTo>
                    <a:pt x="178935" y="286075"/>
                  </a:lnTo>
                  <a:lnTo>
                    <a:pt x="182971" y="279360"/>
                  </a:lnTo>
                  <a:lnTo>
                    <a:pt x="187007" y="278017"/>
                  </a:lnTo>
                  <a:lnTo>
                    <a:pt x="188353" y="272645"/>
                  </a:lnTo>
                  <a:lnTo>
                    <a:pt x="184317" y="271302"/>
                  </a:lnTo>
                  <a:lnTo>
                    <a:pt x="184317" y="267272"/>
                  </a:lnTo>
                  <a:lnTo>
                    <a:pt x="188353" y="261900"/>
                  </a:lnTo>
                  <a:lnTo>
                    <a:pt x="193734" y="261900"/>
                  </a:lnTo>
                  <a:lnTo>
                    <a:pt x="200461" y="261900"/>
                  </a:lnTo>
                  <a:lnTo>
                    <a:pt x="205843" y="257871"/>
                  </a:lnTo>
                  <a:lnTo>
                    <a:pt x="207188" y="253842"/>
                  </a:lnTo>
                  <a:lnTo>
                    <a:pt x="205843" y="252498"/>
                  </a:lnTo>
                  <a:lnTo>
                    <a:pt x="200461" y="252498"/>
                  </a:lnTo>
                  <a:lnTo>
                    <a:pt x="196425" y="249812"/>
                  </a:lnTo>
                  <a:lnTo>
                    <a:pt x="196425" y="247126"/>
                  </a:lnTo>
                  <a:lnTo>
                    <a:pt x="197770" y="244440"/>
                  </a:lnTo>
                  <a:lnTo>
                    <a:pt x="201806" y="243097"/>
                  </a:lnTo>
                  <a:lnTo>
                    <a:pt x="208533" y="244440"/>
                  </a:lnTo>
                  <a:lnTo>
                    <a:pt x="213915" y="241754"/>
                  </a:lnTo>
                  <a:lnTo>
                    <a:pt x="220642" y="239068"/>
                  </a:lnTo>
                  <a:lnTo>
                    <a:pt x="221987" y="236382"/>
                  </a:lnTo>
                  <a:lnTo>
                    <a:pt x="220642" y="235038"/>
                  </a:lnTo>
                  <a:lnTo>
                    <a:pt x="220642" y="231009"/>
                  </a:lnTo>
                  <a:lnTo>
                    <a:pt x="219296" y="231009"/>
                  </a:lnTo>
                  <a:lnTo>
                    <a:pt x="216606" y="233695"/>
                  </a:lnTo>
                  <a:lnTo>
                    <a:pt x="216606" y="237725"/>
                  </a:lnTo>
                  <a:lnTo>
                    <a:pt x="213915" y="239068"/>
                  </a:lnTo>
                  <a:lnTo>
                    <a:pt x="205843" y="239068"/>
                  </a:lnTo>
                  <a:lnTo>
                    <a:pt x="201806" y="237725"/>
                  </a:lnTo>
                  <a:lnTo>
                    <a:pt x="199116" y="237725"/>
                  </a:lnTo>
                  <a:lnTo>
                    <a:pt x="193734" y="241754"/>
                  </a:lnTo>
                  <a:lnTo>
                    <a:pt x="189698" y="241754"/>
                  </a:lnTo>
                  <a:lnTo>
                    <a:pt x="188353" y="239068"/>
                  </a:lnTo>
                  <a:lnTo>
                    <a:pt x="182971" y="235038"/>
                  </a:lnTo>
                  <a:lnTo>
                    <a:pt x="180280" y="235038"/>
                  </a:lnTo>
                  <a:lnTo>
                    <a:pt x="177590" y="237725"/>
                  </a:lnTo>
                  <a:lnTo>
                    <a:pt x="174899" y="237725"/>
                  </a:lnTo>
                  <a:lnTo>
                    <a:pt x="172208" y="235038"/>
                  </a:lnTo>
                  <a:lnTo>
                    <a:pt x="169518" y="235038"/>
                  </a:lnTo>
                  <a:lnTo>
                    <a:pt x="166827" y="233695"/>
                  </a:lnTo>
                  <a:lnTo>
                    <a:pt x="166827" y="236382"/>
                  </a:lnTo>
                  <a:lnTo>
                    <a:pt x="166827" y="233695"/>
                  </a:lnTo>
                  <a:lnTo>
                    <a:pt x="165481" y="232352"/>
                  </a:lnTo>
                  <a:lnTo>
                    <a:pt x="165481" y="229666"/>
                  </a:lnTo>
                  <a:lnTo>
                    <a:pt x="166827" y="226980"/>
                  </a:lnTo>
                  <a:lnTo>
                    <a:pt x="170863" y="225637"/>
                  </a:lnTo>
                  <a:lnTo>
                    <a:pt x="173554" y="221608"/>
                  </a:lnTo>
                  <a:lnTo>
                    <a:pt x="174899" y="218922"/>
                  </a:lnTo>
                  <a:lnTo>
                    <a:pt x="177590" y="217578"/>
                  </a:lnTo>
                  <a:lnTo>
                    <a:pt x="178935" y="214892"/>
                  </a:lnTo>
                  <a:lnTo>
                    <a:pt x="177590" y="213549"/>
                  </a:lnTo>
                  <a:lnTo>
                    <a:pt x="177590" y="210863"/>
                  </a:lnTo>
                  <a:lnTo>
                    <a:pt x="178935" y="208177"/>
                  </a:lnTo>
                  <a:lnTo>
                    <a:pt x="182971" y="208177"/>
                  </a:lnTo>
                  <a:lnTo>
                    <a:pt x="188353" y="205491"/>
                  </a:lnTo>
                  <a:lnTo>
                    <a:pt x="191043" y="202805"/>
                  </a:lnTo>
                  <a:lnTo>
                    <a:pt x="191043" y="200118"/>
                  </a:lnTo>
                  <a:lnTo>
                    <a:pt x="199116" y="197432"/>
                  </a:lnTo>
                  <a:lnTo>
                    <a:pt x="201806" y="193403"/>
                  </a:lnTo>
                  <a:lnTo>
                    <a:pt x="205843" y="192060"/>
                  </a:lnTo>
                  <a:lnTo>
                    <a:pt x="213915" y="192060"/>
                  </a:lnTo>
                  <a:lnTo>
                    <a:pt x="216606" y="190717"/>
                  </a:lnTo>
                  <a:lnTo>
                    <a:pt x="215260" y="189374"/>
                  </a:lnTo>
                  <a:lnTo>
                    <a:pt x="212570" y="188031"/>
                  </a:lnTo>
                  <a:lnTo>
                    <a:pt x="212570" y="185345"/>
                  </a:lnTo>
                  <a:lnTo>
                    <a:pt x="215260" y="184002"/>
                  </a:lnTo>
                  <a:lnTo>
                    <a:pt x="220642" y="184002"/>
                  </a:lnTo>
                  <a:lnTo>
                    <a:pt x="221987" y="185345"/>
                  </a:lnTo>
                  <a:lnTo>
                    <a:pt x="224678" y="184002"/>
                  </a:lnTo>
                  <a:lnTo>
                    <a:pt x="230059" y="177286"/>
                  </a:lnTo>
                  <a:lnTo>
                    <a:pt x="230059" y="174600"/>
                  </a:lnTo>
                  <a:lnTo>
                    <a:pt x="231405" y="170571"/>
                  </a:lnTo>
                  <a:lnTo>
                    <a:pt x="235441" y="169228"/>
                  </a:lnTo>
                  <a:lnTo>
                    <a:pt x="239477" y="167885"/>
                  </a:lnTo>
                  <a:lnTo>
                    <a:pt x="243513" y="163855"/>
                  </a:lnTo>
                  <a:lnTo>
                    <a:pt x="247549" y="163855"/>
                  </a:lnTo>
                  <a:lnTo>
                    <a:pt x="250240" y="162512"/>
                  </a:lnTo>
                  <a:lnTo>
                    <a:pt x="251585" y="163855"/>
                  </a:lnTo>
                  <a:lnTo>
                    <a:pt x="252931" y="169228"/>
                  </a:lnTo>
                  <a:lnTo>
                    <a:pt x="252931" y="178629"/>
                  </a:lnTo>
                  <a:lnTo>
                    <a:pt x="254276" y="182658"/>
                  </a:lnTo>
                  <a:lnTo>
                    <a:pt x="254276" y="189374"/>
                  </a:lnTo>
                  <a:lnTo>
                    <a:pt x="252931" y="198775"/>
                  </a:lnTo>
                  <a:lnTo>
                    <a:pt x="254276" y="198775"/>
                  </a:lnTo>
                  <a:lnTo>
                    <a:pt x="255622" y="196089"/>
                  </a:lnTo>
                  <a:lnTo>
                    <a:pt x="256967" y="188031"/>
                  </a:lnTo>
                  <a:lnTo>
                    <a:pt x="255622" y="181315"/>
                  </a:lnTo>
                  <a:lnTo>
                    <a:pt x="255622" y="175943"/>
                  </a:lnTo>
                  <a:lnTo>
                    <a:pt x="256967" y="171914"/>
                  </a:lnTo>
                  <a:lnTo>
                    <a:pt x="256967" y="165198"/>
                  </a:lnTo>
                  <a:lnTo>
                    <a:pt x="259658" y="163855"/>
                  </a:lnTo>
                  <a:lnTo>
                    <a:pt x="262348" y="163855"/>
                  </a:lnTo>
                  <a:lnTo>
                    <a:pt x="263694" y="161169"/>
                  </a:lnTo>
                  <a:lnTo>
                    <a:pt x="266385" y="159826"/>
                  </a:lnTo>
                  <a:lnTo>
                    <a:pt x="267730" y="159826"/>
                  </a:lnTo>
                  <a:lnTo>
                    <a:pt x="269075" y="162512"/>
                  </a:lnTo>
                  <a:lnTo>
                    <a:pt x="270421" y="165198"/>
                  </a:lnTo>
                  <a:lnTo>
                    <a:pt x="273112" y="165198"/>
                  </a:lnTo>
                  <a:lnTo>
                    <a:pt x="274457" y="166542"/>
                  </a:lnTo>
                  <a:lnTo>
                    <a:pt x="274457" y="170571"/>
                  </a:lnTo>
                  <a:lnTo>
                    <a:pt x="275802" y="173257"/>
                  </a:lnTo>
                  <a:lnTo>
                    <a:pt x="279838" y="175943"/>
                  </a:lnTo>
                  <a:lnTo>
                    <a:pt x="287911" y="174600"/>
                  </a:lnTo>
                  <a:lnTo>
                    <a:pt x="289256" y="173257"/>
                  </a:lnTo>
                  <a:lnTo>
                    <a:pt x="293292" y="173257"/>
                  </a:lnTo>
                  <a:lnTo>
                    <a:pt x="294637" y="170571"/>
                  </a:lnTo>
                  <a:lnTo>
                    <a:pt x="293292" y="167885"/>
                  </a:lnTo>
                  <a:lnTo>
                    <a:pt x="294637" y="165198"/>
                  </a:lnTo>
                  <a:lnTo>
                    <a:pt x="297328" y="163855"/>
                  </a:lnTo>
                  <a:lnTo>
                    <a:pt x="298674" y="158483"/>
                  </a:lnTo>
                  <a:lnTo>
                    <a:pt x="300019" y="157140"/>
                  </a:lnTo>
                  <a:lnTo>
                    <a:pt x="305401" y="157140"/>
                  </a:lnTo>
                  <a:lnTo>
                    <a:pt x="312128" y="153111"/>
                  </a:lnTo>
                  <a:lnTo>
                    <a:pt x="314818" y="149082"/>
                  </a:lnTo>
                  <a:lnTo>
                    <a:pt x="314818" y="142366"/>
                  </a:lnTo>
                  <a:lnTo>
                    <a:pt x="312128" y="141023"/>
                  </a:lnTo>
                  <a:lnTo>
                    <a:pt x="310782" y="141023"/>
                  </a:lnTo>
                  <a:lnTo>
                    <a:pt x="310782" y="139680"/>
                  </a:lnTo>
                  <a:lnTo>
                    <a:pt x="312128" y="136994"/>
                  </a:lnTo>
                  <a:lnTo>
                    <a:pt x="316164" y="132965"/>
                  </a:lnTo>
                  <a:lnTo>
                    <a:pt x="317509" y="127592"/>
                  </a:lnTo>
                  <a:lnTo>
                    <a:pt x="316164" y="123563"/>
                  </a:lnTo>
                  <a:lnTo>
                    <a:pt x="317509" y="116848"/>
                  </a:lnTo>
                  <a:lnTo>
                    <a:pt x="320199" y="114162"/>
                  </a:lnTo>
                  <a:lnTo>
                    <a:pt x="326926" y="112818"/>
                  </a:lnTo>
                  <a:lnTo>
                    <a:pt x="333653" y="110132"/>
                  </a:lnTo>
                  <a:lnTo>
                    <a:pt x="340380" y="107446"/>
                  </a:lnTo>
                  <a:lnTo>
                    <a:pt x="341726" y="108789"/>
                  </a:lnTo>
                  <a:lnTo>
                    <a:pt x="343071" y="111475"/>
                  </a:lnTo>
                  <a:lnTo>
                    <a:pt x="343071" y="115505"/>
                  </a:lnTo>
                  <a:lnTo>
                    <a:pt x="348452" y="122220"/>
                  </a:lnTo>
                  <a:lnTo>
                    <a:pt x="348452" y="126249"/>
                  </a:lnTo>
                  <a:lnTo>
                    <a:pt x="347107" y="135651"/>
                  </a:lnTo>
                  <a:lnTo>
                    <a:pt x="347107" y="145052"/>
                  </a:lnTo>
                  <a:lnTo>
                    <a:pt x="349798" y="146395"/>
                  </a:lnTo>
                  <a:lnTo>
                    <a:pt x="356525" y="153111"/>
                  </a:lnTo>
                  <a:lnTo>
                    <a:pt x="359216" y="157140"/>
                  </a:lnTo>
                  <a:lnTo>
                    <a:pt x="361906" y="158483"/>
                  </a:lnTo>
                  <a:lnTo>
                    <a:pt x="363252" y="157140"/>
                  </a:lnTo>
                  <a:lnTo>
                    <a:pt x="361906" y="147738"/>
                  </a:lnTo>
                  <a:lnTo>
                    <a:pt x="361906" y="142366"/>
                  </a:lnTo>
                  <a:lnTo>
                    <a:pt x="356525" y="134308"/>
                  </a:lnTo>
                  <a:lnTo>
                    <a:pt x="355179" y="127592"/>
                  </a:lnTo>
                  <a:lnTo>
                    <a:pt x="357870" y="120877"/>
                  </a:lnTo>
                  <a:lnTo>
                    <a:pt x="359216" y="116848"/>
                  </a:lnTo>
                  <a:lnTo>
                    <a:pt x="357870" y="114162"/>
                  </a:lnTo>
                  <a:lnTo>
                    <a:pt x="355179" y="110132"/>
                  </a:lnTo>
                  <a:lnTo>
                    <a:pt x="355179" y="106103"/>
                  </a:lnTo>
                  <a:lnTo>
                    <a:pt x="352489" y="102074"/>
                  </a:lnTo>
                  <a:lnTo>
                    <a:pt x="353834" y="99388"/>
                  </a:lnTo>
                  <a:lnTo>
                    <a:pt x="359216" y="95358"/>
                  </a:lnTo>
                  <a:lnTo>
                    <a:pt x="364597" y="95358"/>
                  </a:lnTo>
                  <a:lnTo>
                    <a:pt x="367288" y="96702"/>
                  </a:lnTo>
                  <a:lnTo>
                    <a:pt x="371324" y="95358"/>
                  </a:lnTo>
                  <a:lnTo>
                    <a:pt x="375360" y="95358"/>
                  </a:lnTo>
                  <a:lnTo>
                    <a:pt x="382087" y="98045"/>
                  </a:lnTo>
                  <a:lnTo>
                    <a:pt x="392850" y="98045"/>
                  </a:lnTo>
                  <a:lnTo>
                    <a:pt x="402268" y="94015"/>
                  </a:lnTo>
                  <a:lnTo>
                    <a:pt x="411685" y="94015"/>
                  </a:lnTo>
                  <a:lnTo>
                    <a:pt x="414376" y="96702"/>
                  </a:lnTo>
                  <a:lnTo>
                    <a:pt x="415721" y="102074"/>
                  </a:lnTo>
                  <a:lnTo>
                    <a:pt x="415721" y="106103"/>
                  </a:lnTo>
                  <a:lnTo>
                    <a:pt x="415721" y="107446"/>
                  </a:lnTo>
                  <a:lnTo>
                    <a:pt x="419758" y="107446"/>
                  </a:lnTo>
                  <a:lnTo>
                    <a:pt x="422448" y="103417"/>
                  </a:lnTo>
                  <a:lnTo>
                    <a:pt x="419758" y="100731"/>
                  </a:lnTo>
                  <a:lnTo>
                    <a:pt x="419758" y="96702"/>
                  </a:lnTo>
                  <a:lnTo>
                    <a:pt x="426485" y="91329"/>
                  </a:lnTo>
                  <a:lnTo>
                    <a:pt x="430521" y="92672"/>
                  </a:lnTo>
                  <a:lnTo>
                    <a:pt x="433211" y="95358"/>
                  </a:lnTo>
                  <a:lnTo>
                    <a:pt x="434556" y="102074"/>
                  </a:lnTo>
                  <a:lnTo>
                    <a:pt x="437247" y="104760"/>
                  </a:lnTo>
                  <a:lnTo>
                    <a:pt x="438593" y="100731"/>
                  </a:lnTo>
                  <a:lnTo>
                    <a:pt x="438593" y="94015"/>
                  </a:lnTo>
                  <a:lnTo>
                    <a:pt x="434556" y="91329"/>
                  </a:lnTo>
                  <a:lnTo>
                    <a:pt x="433211" y="88643"/>
                  </a:lnTo>
                  <a:lnTo>
                    <a:pt x="434556" y="87300"/>
                  </a:lnTo>
                  <a:lnTo>
                    <a:pt x="438593" y="88643"/>
                  </a:lnTo>
                  <a:lnTo>
                    <a:pt x="442629" y="89986"/>
                  </a:lnTo>
                  <a:lnTo>
                    <a:pt x="446665" y="87300"/>
                  </a:lnTo>
                  <a:lnTo>
                    <a:pt x="452047" y="85957"/>
                  </a:lnTo>
                  <a:lnTo>
                    <a:pt x="460119" y="87300"/>
                  </a:lnTo>
                  <a:lnTo>
                    <a:pt x="461464" y="89986"/>
                  </a:lnTo>
                  <a:lnTo>
                    <a:pt x="460119" y="102074"/>
                  </a:lnTo>
                  <a:lnTo>
                    <a:pt x="457428" y="108789"/>
                  </a:lnTo>
                  <a:lnTo>
                    <a:pt x="457428" y="114162"/>
                  </a:lnTo>
                  <a:lnTo>
                    <a:pt x="453392" y="122220"/>
                  </a:lnTo>
                  <a:lnTo>
                    <a:pt x="450701" y="127592"/>
                  </a:lnTo>
                  <a:lnTo>
                    <a:pt x="450701" y="131622"/>
                  </a:lnTo>
                  <a:lnTo>
                    <a:pt x="449356" y="134308"/>
                  </a:lnTo>
                  <a:lnTo>
                    <a:pt x="446665" y="135651"/>
                  </a:lnTo>
                  <a:lnTo>
                    <a:pt x="445320" y="138337"/>
                  </a:lnTo>
                  <a:lnTo>
                    <a:pt x="448010" y="141023"/>
                  </a:lnTo>
                  <a:lnTo>
                    <a:pt x="448010" y="143709"/>
                  </a:lnTo>
                  <a:lnTo>
                    <a:pt x="446665" y="147738"/>
                  </a:lnTo>
                  <a:lnTo>
                    <a:pt x="442629" y="151768"/>
                  </a:lnTo>
                  <a:lnTo>
                    <a:pt x="439938" y="158483"/>
                  </a:lnTo>
                  <a:lnTo>
                    <a:pt x="434556" y="161169"/>
                  </a:lnTo>
                  <a:lnTo>
                    <a:pt x="433211" y="163855"/>
                  </a:lnTo>
                  <a:lnTo>
                    <a:pt x="431866" y="169228"/>
                  </a:lnTo>
                  <a:lnTo>
                    <a:pt x="429175" y="174600"/>
                  </a:lnTo>
                  <a:lnTo>
                    <a:pt x="427830" y="179972"/>
                  </a:lnTo>
                  <a:lnTo>
                    <a:pt x="429175" y="181315"/>
                  </a:lnTo>
                  <a:lnTo>
                    <a:pt x="431866" y="181315"/>
                  </a:lnTo>
                  <a:lnTo>
                    <a:pt x="435902" y="175943"/>
                  </a:lnTo>
                  <a:lnTo>
                    <a:pt x="438593" y="173257"/>
                  </a:lnTo>
                  <a:lnTo>
                    <a:pt x="438593" y="170571"/>
                  </a:lnTo>
                  <a:lnTo>
                    <a:pt x="442629" y="166542"/>
                  </a:lnTo>
                  <a:lnTo>
                    <a:pt x="448010" y="159826"/>
                  </a:lnTo>
                  <a:lnTo>
                    <a:pt x="450701" y="155797"/>
                  </a:lnTo>
                  <a:lnTo>
                    <a:pt x="453392" y="154454"/>
                  </a:lnTo>
                  <a:lnTo>
                    <a:pt x="456083" y="153111"/>
                  </a:lnTo>
                  <a:lnTo>
                    <a:pt x="457428" y="149082"/>
                  </a:lnTo>
                  <a:lnTo>
                    <a:pt x="457428" y="145052"/>
                  </a:lnTo>
                  <a:lnTo>
                    <a:pt x="460119" y="142366"/>
                  </a:lnTo>
                  <a:lnTo>
                    <a:pt x="461464" y="138337"/>
                  </a:lnTo>
                  <a:lnTo>
                    <a:pt x="464155" y="135651"/>
                  </a:lnTo>
                  <a:lnTo>
                    <a:pt x="465500" y="139680"/>
                  </a:lnTo>
                  <a:lnTo>
                    <a:pt x="465500" y="143709"/>
                  </a:lnTo>
                  <a:lnTo>
                    <a:pt x="468191" y="146395"/>
                  </a:lnTo>
                  <a:lnTo>
                    <a:pt x="469536" y="150425"/>
                  </a:lnTo>
                  <a:lnTo>
                    <a:pt x="470882" y="157140"/>
                  </a:lnTo>
                  <a:lnTo>
                    <a:pt x="474918" y="162512"/>
                  </a:lnTo>
                  <a:lnTo>
                    <a:pt x="474918" y="169228"/>
                  </a:lnTo>
                  <a:lnTo>
                    <a:pt x="477609" y="170571"/>
                  </a:lnTo>
                  <a:lnTo>
                    <a:pt x="481645" y="170571"/>
                  </a:lnTo>
                  <a:lnTo>
                    <a:pt x="482990" y="171914"/>
                  </a:lnTo>
                  <a:lnTo>
                    <a:pt x="485681" y="171914"/>
                  </a:lnTo>
                  <a:lnTo>
                    <a:pt x="487027" y="170571"/>
                  </a:lnTo>
                  <a:lnTo>
                    <a:pt x="488372" y="167885"/>
                  </a:lnTo>
                  <a:lnTo>
                    <a:pt x="488372" y="165198"/>
                  </a:lnTo>
                  <a:lnTo>
                    <a:pt x="485681" y="162512"/>
                  </a:lnTo>
                  <a:lnTo>
                    <a:pt x="484336" y="159826"/>
                  </a:lnTo>
                  <a:lnTo>
                    <a:pt x="485681" y="158483"/>
                  </a:lnTo>
                  <a:lnTo>
                    <a:pt x="488372" y="158483"/>
                  </a:lnTo>
                  <a:lnTo>
                    <a:pt x="492408" y="161169"/>
                  </a:lnTo>
                  <a:lnTo>
                    <a:pt x="497789" y="162512"/>
                  </a:lnTo>
                  <a:lnTo>
                    <a:pt x="500480" y="163855"/>
                  </a:lnTo>
                  <a:lnTo>
                    <a:pt x="501825" y="165198"/>
                  </a:lnTo>
                  <a:lnTo>
                    <a:pt x="505862" y="166542"/>
                  </a:lnTo>
                  <a:lnTo>
                    <a:pt x="507207" y="165198"/>
                  </a:lnTo>
                  <a:lnTo>
                    <a:pt x="508552" y="165198"/>
                  </a:lnTo>
                  <a:lnTo>
                    <a:pt x="509898" y="166542"/>
                  </a:lnTo>
                  <a:lnTo>
                    <a:pt x="512589" y="165198"/>
                  </a:lnTo>
                  <a:lnTo>
                    <a:pt x="512589" y="155797"/>
                  </a:lnTo>
                  <a:lnTo>
                    <a:pt x="511243" y="151768"/>
                  </a:lnTo>
                  <a:lnTo>
                    <a:pt x="512589" y="145052"/>
                  </a:lnTo>
                  <a:lnTo>
                    <a:pt x="513934" y="138337"/>
                  </a:lnTo>
                  <a:lnTo>
                    <a:pt x="511243" y="135651"/>
                  </a:lnTo>
                  <a:lnTo>
                    <a:pt x="509898" y="128935"/>
                  </a:lnTo>
                  <a:lnTo>
                    <a:pt x="509898" y="123563"/>
                  </a:lnTo>
                  <a:lnTo>
                    <a:pt x="513934" y="114162"/>
                  </a:lnTo>
                  <a:lnTo>
                    <a:pt x="513934" y="111475"/>
                  </a:lnTo>
                  <a:lnTo>
                    <a:pt x="512589" y="108789"/>
                  </a:lnTo>
                  <a:lnTo>
                    <a:pt x="513934" y="106103"/>
                  </a:lnTo>
                  <a:lnTo>
                    <a:pt x="513934" y="99388"/>
                  </a:lnTo>
                  <a:lnTo>
                    <a:pt x="516625" y="96702"/>
                  </a:lnTo>
                  <a:lnTo>
                    <a:pt x="520661" y="95358"/>
                  </a:lnTo>
                  <a:lnTo>
                    <a:pt x="523351" y="98045"/>
                  </a:lnTo>
                  <a:lnTo>
                    <a:pt x="527388" y="99388"/>
                  </a:lnTo>
                  <a:lnTo>
                    <a:pt x="530078" y="100731"/>
                  </a:lnTo>
                  <a:lnTo>
                    <a:pt x="531424" y="103417"/>
                  </a:lnTo>
                  <a:lnTo>
                    <a:pt x="535460" y="106103"/>
                  </a:lnTo>
                  <a:lnTo>
                    <a:pt x="538151" y="110132"/>
                  </a:lnTo>
                  <a:lnTo>
                    <a:pt x="542187" y="120877"/>
                  </a:lnTo>
                  <a:lnTo>
                    <a:pt x="542187" y="126249"/>
                  </a:lnTo>
                  <a:lnTo>
                    <a:pt x="547568" y="134308"/>
                  </a:lnTo>
                  <a:lnTo>
                    <a:pt x="550259" y="139680"/>
                  </a:lnTo>
                  <a:lnTo>
                    <a:pt x="551604" y="151768"/>
                  </a:lnTo>
                  <a:lnTo>
                    <a:pt x="551604" y="154454"/>
                  </a:lnTo>
                  <a:lnTo>
                    <a:pt x="548914" y="157140"/>
                  </a:lnTo>
                  <a:lnTo>
                    <a:pt x="548914" y="161169"/>
                  </a:lnTo>
                  <a:lnTo>
                    <a:pt x="550259" y="166542"/>
                  </a:lnTo>
                  <a:lnTo>
                    <a:pt x="544878" y="155797"/>
                  </a:lnTo>
                  <a:lnTo>
                    <a:pt x="547568" y="163855"/>
                  </a:lnTo>
                  <a:lnTo>
                    <a:pt x="546223" y="169228"/>
                  </a:lnTo>
                  <a:lnTo>
                    <a:pt x="546223" y="173257"/>
                  </a:lnTo>
                  <a:lnTo>
                    <a:pt x="548914" y="177286"/>
                  </a:lnTo>
                  <a:lnTo>
                    <a:pt x="552950" y="177286"/>
                  </a:lnTo>
                  <a:lnTo>
                    <a:pt x="558331" y="181315"/>
                  </a:lnTo>
                  <a:lnTo>
                    <a:pt x="562367" y="181315"/>
                  </a:lnTo>
                  <a:lnTo>
                    <a:pt x="567749" y="178629"/>
                  </a:lnTo>
                  <a:lnTo>
                    <a:pt x="571785" y="171914"/>
                  </a:lnTo>
                  <a:lnTo>
                    <a:pt x="574476" y="169228"/>
                  </a:lnTo>
                  <a:lnTo>
                    <a:pt x="575821" y="170571"/>
                  </a:lnTo>
                  <a:lnTo>
                    <a:pt x="575821" y="174600"/>
                  </a:lnTo>
                  <a:lnTo>
                    <a:pt x="577167" y="177286"/>
                  </a:lnTo>
                  <a:lnTo>
                    <a:pt x="579857" y="177286"/>
                  </a:lnTo>
                  <a:lnTo>
                    <a:pt x="582548" y="175943"/>
                  </a:lnTo>
                  <a:lnTo>
                    <a:pt x="585239" y="177286"/>
                  </a:lnTo>
                  <a:lnTo>
                    <a:pt x="586584" y="179972"/>
                  </a:lnTo>
                  <a:lnTo>
                    <a:pt x="586584" y="182658"/>
                  </a:lnTo>
                  <a:lnTo>
                    <a:pt x="587930" y="185345"/>
                  </a:lnTo>
                  <a:lnTo>
                    <a:pt x="591966" y="185345"/>
                  </a:lnTo>
                  <a:lnTo>
                    <a:pt x="594657" y="186688"/>
                  </a:lnTo>
                  <a:lnTo>
                    <a:pt x="600038" y="186688"/>
                  </a:lnTo>
                  <a:lnTo>
                    <a:pt x="601384" y="185345"/>
                  </a:lnTo>
                  <a:lnTo>
                    <a:pt x="600038" y="184002"/>
                  </a:lnTo>
                  <a:lnTo>
                    <a:pt x="594657" y="181315"/>
                  </a:lnTo>
                  <a:lnTo>
                    <a:pt x="593311" y="178629"/>
                  </a:lnTo>
                  <a:lnTo>
                    <a:pt x="593311" y="175943"/>
                  </a:lnTo>
                  <a:lnTo>
                    <a:pt x="589275" y="175943"/>
                  </a:lnTo>
                  <a:lnTo>
                    <a:pt x="587930" y="173257"/>
                  </a:lnTo>
                  <a:lnTo>
                    <a:pt x="587930" y="167885"/>
                  </a:lnTo>
                  <a:lnTo>
                    <a:pt x="585239" y="163855"/>
                  </a:lnTo>
                  <a:lnTo>
                    <a:pt x="579857" y="159826"/>
                  </a:lnTo>
                  <a:lnTo>
                    <a:pt x="579857" y="157140"/>
                  </a:lnTo>
                  <a:lnTo>
                    <a:pt x="578512" y="150425"/>
                  </a:lnTo>
                  <a:lnTo>
                    <a:pt x="575821" y="146395"/>
                  </a:lnTo>
                  <a:lnTo>
                    <a:pt x="575821" y="143709"/>
                  </a:lnTo>
                  <a:lnTo>
                    <a:pt x="577167" y="136994"/>
                  </a:lnTo>
                  <a:lnTo>
                    <a:pt x="575821" y="132965"/>
                  </a:lnTo>
                  <a:lnTo>
                    <a:pt x="571785" y="126249"/>
                  </a:lnTo>
                  <a:lnTo>
                    <a:pt x="571785" y="122220"/>
                  </a:lnTo>
                  <a:lnTo>
                    <a:pt x="573131" y="119534"/>
                  </a:lnTo>
                  <a:lnTo>
                    <a:pt x="571785" y="112818"/>
                  </a:lnTo>
                  <a:lnTo>
                    <a:pt x="570440" y="110132"/>
                  </a:lnTo>
                  <a:lnTo>
                    <a:pt x="571785" y="104760"/>
                  </a:lnTo>
                  <a:lnTo>
                    <a:pt x="569094" y="98045"/>
                  </a:lnTo>
                  <a:lnTo>
                    <a:pt x="566404" y="92672"/>
                  </a:lnTo>
                  <a:lnTo>
                    <a:pt x="567749" y="88643"/>
                  </a:lnTo>
                  <a:lnTo>
                    <a:pt x="565058" y="83271"/>
                  </a:lnTo>
                  <a:lnTo>
                    <a:pt x="565058" y="77898"/>
                  </a:lnTo>
                  <a:lnTo>
                    <a:pt x="566404" y="75212"/>
                  </a:lnTo>
                  <a:lnTo>
                    <a:pt x="574476" y="76555"/>
                  </a:lnTo>
                  <a:lnTo>
                    <a:pt x="575821" y="79242"/>
                  </a:lnTo>
                  <a:lnTo>
                    <a:pt x="578512" y="79242"/>
                  </a:lnTo>
                  <a:lnTo>
                    <a:pt x="579857" y="76555"/>
                  </a:lnTo>
                  <a:lnTo>
                    <a:pt x="582548" y="76555"/>
                  </a:lnTo>
                  <a:lnTo>
                    <a:pt x="590620" y="85957"/>
                  </a:lnTo>
                  <a:lnTo>
                    <a:pt x="597347" y="89986"/>
                  </a:lnTo>
                  <a:lnTo>
                    <a:pt x="600038" y="88643"/>
                  </a:lnTo>
                  <a:lnTo>
                    <a:pt x="600038" y="83271"/>
                  </a:lnTo>
                  <a:lnTo>
                    <a:pt x="597347" y="80585"/>
                  </a:lnTo>
                  <a:lnTo>
                    <a:pt x="600038" y="72526"/>
                  </a:lnTo>
                  <a:lnTo>
                    <a:pt x="602729" y="72526"/>
                  </a:lnTo>
                  <a:lnTo>
                    <a:pt x="606765" y="73869"/>
                  </a:lnTo>
                  <a:lnTo>
                    <a:pt x="612146" y="72526"/>
                  </a:lnTo>
                  <a:lnTo>
                    <a:pt x="616182" y="69840"/>
                  </a:lnTo>
                  <a:lnTo>
                    <a:pt x="621564" y="71183"/>
                  </a:lnTo>
                  <a:lnTo>
                    <a:pt x="625600" y="73869"/>
                  </a:lnTo>
                  <a:lnTo>
                    <a:pt x="629636" y="75212"/>
                  </a:lnTo>
                  <a:lnTo>
                    <a:pt x="632327" y="77898"/>
                  </a:lnTo>
                  <a:lnTo>
                    <a:pt x="635018" y="85957"/>
                  </a:lnTo>
                  <a:lnTo>
                    <a:pt x="635018" y="88643"/>
                  </a:lnTo>
                  <a:lnTo>
                    <a:pt x="640399" y="94015"/>
                  </a:lnTo>
                  <a:lnTo>
                    <a:pt x="640399" y="99388"/>
                  </a:lnTo>
                  <a:lnTo>
                    <a:pt x="639054" y="103417"/>
                  </a:lnTo>
                  <a:lnTo>
                    <a:pt x="641745" y="112818"/>
                  </a:lnTo>
                  <a:lnTo>
                    <a:pt x="641745" y="118191"/>
                  </a:lnTo>
                  <a:lnTo>
                    <a:pt x="643090" y="120877"/>
                  </a:lnTo>
                  <a:lnTo>
                    <a:pt x="647126" y="123563"/>
                  </a:lnTo>
                  <a:lnTo>
                    <a:pt x="653853" y="123563"/>
                  </a:lnTo>
                  <a:lnTo>
                    <a:pt x="660580" y="127592"/>
                  </a:lnTo>
                  <a:lnTo>
                    <a:pt x="667307" y="131622"/>
                  </a:lnTo>
                  <a:lnTo>
                    <a:pt x="665961" y="127592"/>
                  </a:lnTo>
                  <a:lnTo>
                    <a:pt x="665961" y="128935"/>
                  </a:lnTo>
                  <a:lnTo>
                    <a:pt x="660580" y="126249"/>
                  </a:lnTo>
                  <a:lnTo>
                    <a:pt x="657889" y="122220"/>
                  </a:lnTo>
                  <a:lnTo>
                    <a:pt x="653853" y="122220"/>
                  </a:lnTo>
                  <a:lnTo>
                    <a:pt x="648472" y="119534"/>
                  </a:lnTo>
                  <a:lnTo>
                    <a:pt x="647126" y="116848"/>
                  </a:lnTo>
                  <a:lnTo>
                    <a:pt x="647126" y="111475"/>
                  </a:lnTo>
                  <a:lnTo>
                    <a:pt x="644435" y="106103"/>
                  </a:lnTo>
                  <a:lnTo>
                    <a:pt x="644435" y="103417"/>
                  </a:lnTo>
                  <a:lnTo>
                    <a:pt x="647126" y="96702"/>
                  </a:lnTo>
                  <a:lnTo>
                    <a:pt x="645781" y="91329"/>
                  </a:lnTo>
                  <a:lnTo>
                    <a:pt x="645781" y="87300"/>
                  </a:lnTo>
                  <a:lnTo>
                    <a:pt x="647126" y="84614"/>
                  </a:lnTo>
                  <a:lnTo>
                    <a:pt x="644435" y="80585"/>
                  </a:lnTo>
                  <a:lnTo>
                    <a:pt x="640399" y="79242"/>
                  </a:lnTo>
                  <a:lnTo>
                    <a:pt x="635018" y="71183"/>
                  </a:lnTo>
                  <a:lnTo>
                    <a:pt x="632327" y="71183"/>
                  </a:lnTo>
                  <a:lnTo>
                    <a:pt x="626946" y="71183"/>
                  </a:lnTo>
                  <a:lnTo>
                    <a:pt x="622909" y="72526"/>
                  </a:lnTo>
                  <a:lnTo>
                    <a:pt x="620219" y="73869"/>
                  </a:lnTo>
                  <a:lnTo>
                    <a:pt x="614837" y="69840"/>
                  </a:lnTo>
                  <a:lnTo>
                    <a:pt x="614837" y="63125"/>
                  </a:lnTo>
                  <a:lnTo>
                    <a:pt x="617528" y="57752"/>
                  </a:lnTo>
                  <a:lnTo>
                    <a:pt x="621564" y="57752"/>
                  </a:lnTo>
                  <a:lnTo>
                    <a:pt x="621564" y="55066"/>
                  </a:lnTo>
                  <a:lnTo>
                    <a:pt x="614837" y="49694"/>
                  </a:lnTo>
                  <a:lnTo>
                    <a:pt x="613492" y="44322"/>
                  </a:lnTo>
                  <a:lnTo>
                    <a:pt x="614837" y="40292"/>
                  </a:lnTo>
                  <a:lnTo>
                    <a:pt x="616182" y="36263"/>
                  </a:lnTo>
                  <a:lnTo>
                    <a:pt x="618873" y="36263"/>
                  </a:lnTo>
                  <a:lnTo>
                    <a:pt x="622909" y="40292"/>
                  </a:lnTo>
                  <a:lnTo>
                    <a:pt x="625600" y="45665"/>
                  </a:lnTo>
                  <a:lnTo>
                    <a:pt x="626946" y="45665"/>
                  </a:lnTo>
                  <a:lnTo>
                    <a:pt x="632327" y="37606"/>
                  </a:lnTo>
                  <a:lnTo>
                    <a:pt x="636363" y="36263"/>
                  </a:lnTo>
                  <a:lnTo>
                    <a:pt x="641745" y="33577"/>
                  </a:lnTo>
                  <a:lnTo>
                    <a:pt x="643090" y="30891"/>
                  </a:lnTo>
                  <a:lnTo>
                    <a:pt x="647126" y="25518"/>
                  </a:lnTo>
                  <a:lnTo>
                    <a:pt x="652508" y="24175"/>
                  </a:lnTo>
                  <a:lnTo>
                    <a:pt x="648472" y="26862"/>
                  </a:lnTo>
                  <a:lnTo>
                    <a:pt x="647126" y="30891"/>
                  </a:lnTo>
                  <a:lnTo>
                    <a:pt x="648472" y="32234"/>
                  </a:lnTo>
                  <a:lnTo>
                    <a:pt x="652508" y="30891"/>
                  </a:lnTo>
                  <a:lnTo>
                    <a:pt x="657889" y="30891"/>
                  </a:lnTo>
                  <a:lnTo>
                    <a:pt x="659235" y="32234"/>
                  </a:lnTo>
                  <a:lnTo>
                    <a:pt x="660580" y="36263"/>
                  </a:lnTo>
                  <a:lnTo>
                    <a:pt x="663271" y="38949"/>
                  </a:lnTo>
                  <a:lnTo>
                    <a:pt x="663271" y="41635"/>
                  </a:lnTo>
                  <a:lnTo>
                    <a:pt x="660580" y="45665"/>
                  </a:lnTo>
                  <a:lnTo>
                    <a:pt x="661925" y="48351"/>
                  </a:lnTo>
                  <a:lnTo>
                    <a:pt x="663271" y="45665"/>
                  </a:lnTo>
                  <a:lnTo>
                    <a:pt x="667307" y="40292"/>
                  </a:lnTo>
                  <a:lnTo>
                    <a:pt x="672688" y="42978"/>
                  </a:lnTo>
                  <a:lnTo>
                    <a:pt x="676724" y="47008"/>
                  </a:lnTo>
                  <a:lnTo>
                    <a:pt x="676724" y="48351"/>
                  </a:lnTo>
                  <a:lnTo>
                    <a:pt x="679415" y="55066"/>
                  </a:lnTo>
                  <a:lnTo>
                    <a:pt x="680761" y="61782"/>
                  </a:lnTo>
                  <a:lnTo>
                    <a:pt x="680761" y="68497"/>
                  </a:lnTo>
                  <a:lnTo>
                    <a:pt x="683451" y="64468"/>
                  </a:lnTo>
                  <a:lnTo>
                    <a:pt x="683451" y="57752"/>
                  </a:lnTo>
                  <a:lnTo>
                    <a:pt x="682106" y="53723"/>
                  </a:lnTo>
                  <a:lnTo>
                    <a:pt x="680761" y="51037"/>
                  </a:lnTo>
                  <a:lnTo>
                    <a:pt x="680761" y="45665"/>
                  </a:lnTo>
                  <a:lnTo>
                    <a:pt x="679415" y="42978"/>
                  </a:lnTo>
                  <a:lnTo>
                    <a:pt x="680761" y="41635"/>
                  </a:lnTo>
                  <a:lnTo>
                    <a:pt x="683451" y="44322"/>
                  </a:lnTo>
                  <a:lnTo>
                    <a:pt x="691524" y="51037"/>
                  </a:lnTo>
                  <a:lnTo>
                    <a:pt x="696905" y="59095"/>
                  </a:lnTo>
                  <a:lnTo>
                    <a:pt x="703632" y="61782"/>
                  </a:lnTo>
                  <a:lnTo>
                    <a:pt x="709014" y="63125"/>
                  </a:lnTo>
                  <a:lnTo>
                    <a:pt x="709014" y="61782"/>
                  </a:lnTo>
                  <a:lnTo>
                    <a:pt x="706323" y="59095"/>
                  </a:lnTo>
                  <a:lnTo>
                    <a:pt x="700941" y="56409"/>
                  </a:lnTo>
                  <a:lnTo>
                    <a:pt x="696905" y="49694"/>
                  </a:lnTo>
                  <a:lnTo>
                    <a:pt x="695560" y="42978"/>
                  </a:lnTo>
                  <a:lnTo>
                    <a:pt x="696905" y="36263"/>
                  </a:lnTo>
                  <a:lnTo>
                    <a:pt x="702287" y="36263"/>
                  </a:lnTo>
                  <a:lnTo>
                    <a:pt x="707668" y="36263"/>
                  </a:lnTo>
                  <a:lnTo>
                    <a:pt x="714395" y="40292"/>
                  </a:lnTo>
                  <a:lnTo>
                    <a:pt x="719777" y="40292"/>
                  </a:lnTo>
                  <a:lnTo>
                    <a:pt x="721122" y="37606"/>
                  </a:lnTo>
                  <a:lnTo>
                    <a:pt x="719777" y="34920"/>
                  </a:lnTo>
                  <a:lnTo>
                    <a:pt x="715741" y="33577"/>
                  </a:lnTo>
                  <a:lnTo>
                    <a:pt x="715741" y="30891"/>
                  </a:lnTo>
                  <a:lnTo>
                    <a:pt x="719777" y="25518"/>
                  </a:lnTo>
                  <a:lnTo>
                    <a:pt x="723812" y="22832"/>
                  </a:lnTo>
                  <a:lnTo>
                    <a:pt x="722467" y="20146"/>
                  </a:lnTo>
                  <a:lnTo>
                    <a:pt x="721122" y="17460"/>
                  </a:lnTo>
                  <a:lnTo>
                    <a:pt x="722467" y="12088"/>
                  </a:lnTo>
                  <a:lnTo>
                    <a:pt x="725158" y="10745"/>
                  </a:lnTo>
                  <a:lnTo>
                    <a:pt x="727849" y="12088"/>
                  </a:lnTo>
                  <a:lnTo>
                    <a:pt x="730539" y="9402"/>
                  </a:lnTo>
                  <a:lnTo>
                    <a:pt x="731885" y="4029"/>
                  </a:lnTo>
                  <a:lnTo>
                    <a:pt x="733230" y="2686"/>
                  </a:lnTo>
                  <a:lnTo>
                    <a:pt x="735921" y="4029"/>
                  </a:lnTo>
                  <a:lnTo>
                    <a:pt x="738612" y="5372"/>
                  </a:lnTo>
                  <a:lnTo>
                    <a:pt x="739957" y="5372"/>
                  </a:lnTo>
                  <a:lnTo>
                    <a:pt x="742648" y="9402"/>
                  </a:lnTo>
                  <a:lnTo>
                    <a:pt x="743993" y="14774"/>
                  </a:lnTo>
                  <a:lnTo>
                    <a:pt x="746684" y="16117"/>
                  </a:lnTo>
                  <a:lnTo>
                    <a:pt x="749375" y="14774"/>
                  </a:lnTo>
                  <a:lnTo>
                    <a:pt x="749375" y="12088"/>
                  </a:lnTo>
                  <a:lnTo>
                    <a:pt x="748030" y="8058"/>
                  </a:lnTo>
                  <a:lnTo>
                    <a:pt x="748030" y="4029"/>
                  </a:lnTo>
                  <a:lnTo>
                    <a:pt x="749375" y="1343"/>
                  </a:lnTo>
                  <a:lnTo>
                    <a:pt x="752065" y="0"/>
                  </a:lnTo>
                  <a:lnTo>
                    <a:pt x="757447" y="1343"/>
                  </a:lnTo>
                  <a:lnTo>
                    <a:pt x="765519" y="0"/>
                  </a:lnTo>
                  <a:lnTo>
                    <a:pt x="769556" y="1343"/>
                  </a:lnTo>
                  <a:lnTo>
                    <a:pt x="770901" y="2686"/>
                  </a:lnTo>
                  <a:lnTo>
                    <a:pt x="772246" y="2686"/>
                  </a:lnTo>
                  <a:lnTo>
                    <a:pt x="774937" y="0"/>
                  </a:lnTo>
                  <a:lnTo>
                    <a:pt x="780318" y="1343"/>
                  </a:lnTo>
                  <a:lnTo>
                    <a:pt x="789736" y="1343"/>
                  </a:lnTo>
                  <a:lnTo>
                    <a:pt x="792427" y="4029"/>
                  </a:lnTo>
                  <a:lnTo>
                    <a:pt x="795118" y="4029"/>
                  </a:lnTo>
                  <a:lnTo>
                    <a:pt x="797808" y="2686"/>
                  </a:lnTo>
                  <a:lnTo>
                    <a:pt x="800499" y="8058"/>
                  </a:lnTo>
                  <a:lnTo>
                    <a:pt x="801845" y="10745"/>
                  </a:lnTo>
                  <a:lnTo>
                    <a:pt x="808571" y="16117"/>
                  </a:lnTo>
                  <a:lnTo>
                    <a:pt x="811262" y="14774"/>
                  </a:lnTo>
                  <a:lnTo>
                    <a:pt x="811262" y="13431"/>
                  </a:lnTo>
                  <a:lnTo>
                    <a:pt x="813953" y="13431"/>
                  </a:lnTo>
                  <a:lnTo>
                    <a:pt x="822025" y="18803"/>
                  </a:lnTo>
                  <a:lnTo>
                    <a:pt x="824716" y="18803"/>
                  </a:lnTo>
                  <a:lnTo>
                    <a:pt x="830098" y="24175"/>
                  </a:lnTo>
                  <a:lnTo>
                    <a:pt x="840860" y="24175"/>
                  </a:lnTo>
                  <a:lnTo>
                    <a:pt x="843551" y="25518"/>
                  </a:lnTo>
                  <a:lnTo>
                    <a:pt x="848933" y="24175"/>
                  </a:lnTo>
                  <a:lnTo>
                    <a:pt x="850278" y="25518"/>
                  </a:lnTo>
                  <a:lnTo>
                    <a:pt x="851623" y="28205"/>
                  </a:lnTo>
                  <a:lnTo>
                    <a:pt x="857005" y="26862"/>
                  </a:lnTo>
                  <a:lnTo>
                    <a:pt x="861041" y="28205"/>
                  </a:lnTo>
                  <a:lnTo>
                    <a:pt x="865077" y="32234"/>
                  </a:lnTo>
                  <a:lnTo>
                    <a:pt x="873149" y="34920"/>
                  </a:lnTo>
                  <a:lnTo>
                    <a:pt x="878531" y="38949"/>
                  </a:lnTo>
                  <a:lnTo>
                    <a:pt x="881222" y="44322"/>
                  </a:lnTo>
                  <a:lnTo>
                    <a:pt x="885258" y="47008"/>
                  </a:lnTo>
                  <a:lnTo>
                    <a:pt x="891985" y="51037"/>
                  </a:lnTo>
                  <a:lnTo>
                    <a:pt x="891985" y="53723"/>
                  </a:lnTo>
                  <a:lnTo>
                    <a:pt x="889294" y="57752"/>
                  </a:lnTo>
                  <a:lnTo>
                    <a:pt x="885258" y="57752"/>
                  </a:lnTo>
                  <a:lnTo>
                    <a:pt x="881222" y="56409"/>
                  </a:lnTo>
                  <a:lnTo>
                    <a:pt x="877186" y="59095"/>
                  </a:lnTo>
                  <a:lnTo>
                    <a:pt x="874495" y="61782"/>
                  </a:lnTo>
                  <a:lnTo>
                    <a:pt x="870459" y="61782"/>
                  </a:lnTo>
                  <a:lnTo>
                    <a:pt x="869113" y="61782"/>
                  </a:lnTo>
                  <a:lnTo>
                    <a:pt x="863732" y="63125"/>
                  </a:lnTo>
                  <a:lnTo>
                    <a:pt x="858350" y="63125"/>
                  </a:lnTo>
                  <a:lnTo>
                    <a:pt x="848933" y="57752"/>
                  </a:lnTo>
                  <a:lnTo>
                    <a:pt x="843551" y="56409"/>
                  </a:lnTo>
                  <a:lnTo>
                    <a:pt x="840860" y="56409"/>
                  </a:lnTo>
                  <a:lnTo>
                    <a:pt x="836824" y="55066"/>
                  </a:lnTo>
                  <a:lnTo>
                    <a:pt x="831443" y="55066"/>
                  </a:lnTo>
                  <a:lnTo>
                    <a:pt x="828752" y="57752"/>
                  </a:lnTo>
                  <a:lnTo>
                    <a:pt x="826061" y="57752"/>
                  </a:lnTo>
                  <a:lnTo>
                    <a:pt x="824716" y="56409"/>
                  </a:lnTo>
                  <a:lnTo>
                    <a:pt x="819334" y="56409"/>
                  </a:lnTo>
                  <a:lnTo>
                    <a:pt x="811262" y="60438"/>
                  </a:lnTo>
                  <a:lnTo>
                    <a:pt x="807226" y="61782"/>
                  </a:lnTo>
                  <a:lnTo>
                    <a:pt x="803190" y="60438"/>
                  </a:lnTo>
                  <a:lnTo>
                    <a:pt x="799154" y="60438"/>
                  </a:lnTo>
                  <a:lnTo>
                    <a:pt x="792427" y="63125"/>
                  </a:lnTo>
                  <a:lnTo>
                    <a:pt x="785700" y="63125"/>
                  </a:lnTo>
                  <a:lnTo>
                    <a:pt x="783009" y="59095"/>
                  </a:lnTo>
                  <a:lnTo>
                    <a:pt x="783009" y="53723"/>
                  </a:lnTo>
                  <a:lnTo>
                    <a:pt x="785700" y="52380"/>
                  </a:lnTo>
                  <a:lnTo>
                    <a:pt x="788391" y="52380"/>
                  </a:lnTo>
                  <a:lnTo>
                    <a:pt x="789736" y="49694"/>
                  </a:lnTo>
                  <a:lnTo>
                    <a:pt x="788391" y="48351"/>
                  </a:lnTo>
                  <a:lnTo>
                    <a:pt x="784354" y="48351"/>
                  </a:lnTo>
                  <a:lnTo>
                    <a:pt x="780318" y="49694"/>
                  </a:lnTo>
                  <a:lnTo>
                    <a:pt x="776282" y="53723"/>
                  </a:lnTo>
                  <a:lnTo>
                    <a:pt x="776282" y="57752"/>
                  </a:lnTo>
                  <a:lnTo>
                    <a:pt x="778973" y="61782"/>
                  </a:lnTo>
                  <a:lnTo>
                    <a:pt x="781664" y="61782"/>
                  </a:lnTo>
                  <a:lnTo>
                    <a:pt x="780318" y="64468"/>
                  </a:lnTo>
                  <a:lnTo>
                    <a:pt x="776282" y="67154"/>
                  </a:lnTo>
                  <a:lnTo>
                    <a:pt x="773592" y="67154"/>
                  </a:lnTo>
                  <a:lnTo>
                    <a:pt x="769556" y="67154"/>
                  </a:lnTo>
                  <a:lnTo>
                    <a:pt x="764174" y="67154"/>
                  </a:lnTo>
                  <a:lnTo>
                    <a:pt x="762829" y="68497"/>
                  </a:lnTo>
                  <a:lnTo>
                    <a:pt x="757447" y="68497"/>
                  </a:lnTo>
                  <a:lnTo>
                    <a:pt x="752065" y="67154"/>
                  </a:lnTo>
                  <a:lnTo>
                    <a:pt x="745339" y="67154"/>
                  </a:lnTo>
                  <a:lnTo>
                    <a:pt x="738612" y="69840"/>
                  </a:lnTo>
                  <a:lnTo>
                    <a:pt x="729194" y="76555"/>
                  </a:lnTo>
                  <a:lnTo>
                    <a:pt x="727849" y="80585"/>
                  </a:lnTo>
                  <a:lnTo>
                    <a:pt x="727849" y="87300"/>
                  </a:lnTo>
                  <a:lnTo>
                    <a:pt x="725158" y="91329"/>
                  </a:lnTo>
                  <a:lnTo>
                    <a:pt x="725158" y="94015"/>
                  </a:lnTo>
                  <a:lnTo>
                    <a:pt x="726503" y="95358"/>
                  </a:lnTo>
                  <a:lnTo>
                    <a:pt x="730539" y="94015"/>
                  </a:lnTo>
                  <a:lnTo>
                    <a:pt x="730539" y="88643"/>
                  </a:lnTo>
                  <a:lnTo>
                    <a:pt x="731885" y="85957"/>
                  </a:lnTo>
                  <a:lnTo>
                    <a:pt x="731885" y="84614"/>
                  </a:lnTo>
                  <a:lnTo>
                    <a:pt x="734576" y="81928"/>
                  </a:lnTo>
                  <a:lnTo>
                    <a:pt x="739957" y="81928"/>
                  </a:lnTo>
                  <a:lnTo>
                    <a:pt x="742648" y="81928"/>
                  </a:lnTo>
                  <a:lnTo>
                    <a:pt x="743993" y="83271"/>
                  </a:lnTo>
                  <a:lnTo>
                    <a:pt x="742648" y="85957"/>
                  </a:lnTo>
                  <a:lnTo>
                    <a:pt x="741303" y="89986"/>
                  </a:lnTo>
                  <a:lnTo>
                    <a:pt x="741303" y="91329"/>
                  </a:lnTo>
                  <a:lnTo>
                    <a:pt x="742648" y="91329"/>
                  </a:lnTo>
                  <a:lnTo>
                    <a:pt x="745339" y="88643"/>
                  </a:lnTo>
                  <a:lnTo>
                    <a:pt x="746684" y="81928"/>
                  </a:lnTo>
                  <a:cubicBezTo>
                    <a:pt x="746684" y="81928"/>
                    <a:pt x="749375" y="77898"/>
                    <a:pt x="750720" y="76555"/>
                  </a:cubicBezTo>
                  <a:lnTo>
                    <a:pt x="756102" y="73869"/>
                  </a:lnTo>
                  <a:lnTo>
                    <a:pt x="758792" y="73869"/>
                  </a:lnTo>
                  <a:lnTo>
                    <a:pt x="765519" y="73869"/>
                  </a:lnTo>
                  <a:lnTo>
                    <a:pt x="769556" y="73869"/>
                  </a:lnTo>
                  <a:lnTo>
                    <a:pt x="773592" y="72526"/>
                  </a:lnTo>
                  <a:lnTo>
                    <a:pt x="774937" y="73869"/>
                  </a:lnTo>
                  <a:lnTo>
                    <a:pt x="776282" y="76555"/>
                  </a:lnTo>
                  <a:lnTo>
                    <a:pt x="778973" y="83271"/>
                  </a:lnTo>
                  <a:lnTo>
                    <a:pt x="781664" y="84614"/>
                  </a:lnTo>
                  <a:lnTo>
                    <a:pt x="783009" y="84614"/>
                  </a:lnTo>
                  <a:lnTo>
                    <a:pt x="783009" y="81928"/>
                  </a:lnTo>
                  <a:lnTo>
                    <a:pt x="781664" y="75212"/>
                  </a:lnTo>
                  <a:lnTo>
                    <a:pt x="783009" y="73869"/>
                  </a:lnTo>
                  <a:lnTo>
                    <a:pt x="788391" y="72526"/>
                  </a:lnTo>
                  <a:lnTo>
                    <a:pt x="792427" y="73869"/>
                  </a:lnTo>
                  <a:lnTo>
                    <a:pt x="799154" y="72526"/>
                  </a:lnTo>
                  <a:lnTo>
                    <a:pt x="805881" y="72526"/>
                  </a:lnTo>
                  <a:lnTo>
                    <a:pt x="812607" y="69840"/>
                  </a:lnTo>
                  <a:lnTo>
                    <a:pt x="817989" y="68497"/>
                  </a:lnTo>
                  <a:lnTo>
                    <a:pt x="827407" y="67154"/>
                  </a:lnTo>
                  <a:lnTo>
                    <a:pt x="834134" y="68497"/>
                  </a:lnTo>
                  <a:lnTo>
                    <a:pt x="839515" y="71183"/>
                  </a:lnTo>
                  <a:lnTo>
                    <a:pt x="843551" y="72526"/>
                  </a:lnTo>
                  <a:lnTo>
                    <a:pt x="847587" y="73869"/>
                  </a:lnTo>
                  <a:lnTo>
                    <a:pt x="852969" y="75212"/>
                  </a:lnTo>
                  <a:lnTo>
                    <a:pt x="857005" y="77898"/>
                  </a:lnTo>
                  <a:lnTo>
                    <a:pt x="859696" y="79242"/>
                  </a:lnTo>
                  <a:lnTo>
                    <a:pt x="862387" y="77898"/>
                  </a:lnTo>
                  <a:lnTo>
                    <a:pt x="866422" y="76555"/>
                  </a:lnTo>
                  <a:lnTo>
                    <a:pt x="869113" y="77898"/>
                  </a:lnTo>
                  <a:lnTo>
                    <a:pt x="870459" y="80585"/>
                  </a:lnTo>
                  <a:lnTo>
                    <a:pt x="873149" y="80585"/>
                  </a:lnTo>
                  <a:lnTo>
                    <a:pt x="877186" y="76555"/>
                  </a:lnTo>
                  <a:lnTo>
                    <a:pt x="879876" y="76555"/>
                  </a:lnTo>
                  <a:lnTo>
                    <a:pt x="883913" y="76555"/>
                  </a:lnTo>
                  <a:lnTo>
                    <a:pt x="890640" y="72526"/>
                  </a:lnTo>
                  <a:lnTo>
                    <a:pt x="894675" y="68497"/>
                  </a:lnTo>
                  <a:lnTo>
                    <a:pt x="897366" y="68497"/>
                  </a:lnTo>
                  <a:lnTo>
                    <a:pt x="900057" y="69840"/>
                  </a:lnTo>
                  <a:lnTo>
                    <a:pt x="904093" y="73869"/>
                  </a:lnTo>
                  <a:lnTo>
                    <a:pt x="908129" y="76555"/>
                  </a:lnTo>
                  <a:lnTo>
                    <a:pt x="908129" y="77898"/>
                  </a:lnTo>
                  <a:lnTo>
                    <a:pt x="905438" y="80585"/>
                  </a:lnTo>
                  <a:lnTo>
                    <a:pt x="905438" y="83271"/>
                  </a:lnTo>
                  <a:lnTo>
                    <a:pt x="908129" y="84614"/>
                  </a:lnTo>
                  <a:lnTo>
                    <a:pt x="909475" y="85957"/>
                  </a:lnTo>
                  <a:lnTo>
                    <a:pt x="909475" y="88643"/>
                  </a:lnTo>
                  <a:lnTo>
                    <a:pt x="902748" y="95358"/>
                  </a:lnTo>
                  <a:lnTo>
                    <a:pt x="894675" y="98045"/>
                  </a:lnTo>
                  <a:lnTo>
                    <a:pt x="890640" y="96702"/>
                  </a:lnTo>
                  <a:lnTo>
                    <a:pt x="886603" y="94015"/>
                  </a:lnTo>
                  <a:lnTo>
                    <a:pt x="883913" y="91329"/>
                  </a:lnTo>
                  <a:lnTo>
                    <a:pt x="882567" y="92672"/>
                  </a:lnTo>
                  <a:lnTo>
                    <a:pt x="882567" y="95358"/>
                  </a:lnTo>
                  <a:lnTo>
                    <a:pt x="886603" y="99388"/>
                  </a:lnTo>
                  <a:lnTo>
                    <a:pt x="886603" y="100731"/>
                  </a:lnTo>
                  <a:lnTo>
                    <a:pt x="885258" y="102074"/>
                  </a:lnTo>
                  <a:lnTo>
                    <a:pt x="879876" y="100731"/>
                  </a:lnTo>
                  <a:lnTo>
                    <a:pt x="877186" y="98045"/>
                  </a:lnTo>
                  <a:lnTo>
                    <a:pt x="874495" y="98045"/>
                  </a:lnTo>
                  <a:lnTo>
                    <a:pt x="874495" y="100731"/>
                  </a:lnTo>
                  <a:lnTo>
                    <a:pt x="875840" y="103417"/>
                  </a:lnTo>
                  <a:lnTo>
                    <a:pt x="879876" y="104760"/>
                  </a:lnTo>
                  <a:lnTo>
                    <a:pt x="885258" y="104760"/>
                  </a:lnTo>
                  <a:lnTo>
                    <a:pt x="890640" y="107446"/>
                  </a:lnTo>
                  <a:lnTo>
                    <a:pt x="894675" y="107446"/>
                  </a:lnTo>
                  <a:lnTo>
                    <a:pt x="902748" y="103417"/>
                  </a:lnTo>
                  <a:lnTo>
                    <a:pt x="905438" y="103417"/>
                  </a:lnTo>
                  <a:lnTo>
                    <a:pt x="906784" y="104760"/>
                  </a:lnTo>
                  <a:lnTo>
                    <a:pt x="906784" y="103417"/>
                  </a:lnTo>
                  <a:lnTo>
                    <a:pt x="906784" y="100731"/>
                  </a:lnTo>
                  <a:lnTo>
                    <a:pt x="910820" y="99388"/>
                  </a:lnTo>
                  <a:lnTo>
                    <a:pt x="921583" y="99388"/>
                  </a:lnTo>
                  <a:lnTo>
                    <a:pt x="924274" y="100731"/>
                  </a:lnTo>
                  <a:lnTo>
                    <a:pt x="925619" y="103417"/>
                  </a:lnTo>
                  <a:lnTo>
                    <a:pt x="928310" y="104760"/>
                  </a:lnTo>
                  <a:lnTo>
                    <a:pt x="935037" y="102074"/>
                  </a:lnTo>
                  <a:lnTo>
                    <a:pt x="936382" y="100731"/>
                  </a:lnTo>
                  <a:lnTo>
                    <a:pt x="939073" y="102074"/>
                  </a:lnTo>
                  <a:lnTo>
                    <a:pt x="940418" y="106103"/>
                  </a:lnTo>
                  <a:lnTo>
                    <a:pt x="943109" y="108789"/>
                  </a:lnTo>
                  <a:lnTo>
                    <a:pt x="949836" y="110132"/>
                  </a:lnTo>
                  <a:lnTo>
                    <a:pt x="952527" y="112818"/>
                  </a:lnTo>
                  <a:lnTo>
                    <a:pt x="952527" y="115505"/>
                  </a:lnTo>
                  <a:lnTo>
                    <a:pt x="957908" y="119534"/>
                  </a:lnTo>
                  <a:lnTo>
                    <a:pt x="964635" y="122220"/>
                  </a:lnTo>
                  <a:lnTo>
                    <a:pt x="970017" y="126249"/>
                  </a:lnTo>
                  <a:lnTo>
                    <a:pt x="970017" y="128935"/>
                  </a:lnTo>
                  <a:lnTo>
                    <a:pt x="970017" y="134308"/>
                  </a:lnTo>
                  <a:lnTo>
                    <a:pt x="968671" y="135651"/>
                  </a:lnTo>
                  <a:lnTo>
                    <a:pt x="968671" y="138337"/>
                  </a:lnTo>
                  <a:lnTo>
                    <a:pt x="968671" y="142366"/>
                  </a:lnTo>
                  <a:lnTo>
                    <a:pt x="965980" y="143709"/>
                  </a:lnTo>
                  <a:lnTo>
                    <a:pt x="960599" y="147738"/>
                  </a:lnTo>
                  <a:lnTo>
                    <a:pt x="956563" y="149082"/>
                  </a:lnTo>
                  <a:lnTo>
                    <a:pt x="953872" y="147738"/>
                  </a:lnTo>
                  <a:lnTo>
                    <a:pt x="952527" y="149082"/>
                  </a:lnTo>
                  <a:lnTo>
                    <a:pt x="952527" y="151768"/>
                  </a:lnTo>
                  <a:lnTo>
                    <a:pt x="951181" y="153111"/>
                  </a:lnTo>
                  <a:lnTo>
                    <a:pt x="947145" y="155797"/>
                  </a:lnTo>
                  <a:lnTo>
                    <a:pt x="937728" y="159826"/>
                  </a:lnTo>
                  <a:lnTo>
                    <a:pt x="931001" y="159826"/>
                  </a:lnTo>
                  <a:lnTo>
                    <a:pt x="929655" y="161169"/>
                  </a:lnTo>
                  <a:lnTo>
                    <a:pt x="925619" y="161169"/>
                  </a:lnTo>
                  <a:lnTo>
                    <a:pt x="921583" y="155797"/>
                  </a:lnTo>
                  <a:lnTo>
                    <a:pt x="920238" y="154454"/>
                  </a:lnTo>
                  <a:lnTo>
                    <a:pt x="918892" y="154454"/>
                  </a:lnTo>
                  <a:lnTo>
                    <a:pt x="918892" y="157140"/>
                  </a:lnTo>
                  <a:lnTo>
                    <a:pt x="921583" y="158483"/>
                  </a:lnTo>
                  <a:lnTo>
                    <a:pt x="921583" y="159826"/>
                  </a:lnTo>
                  <a:lnTo>
                    <a:pt x="916202" y="159826"/>
                  </a:lnTo>
                  <a:lnTo>
                    <a:pt x="912165" y="158483"/>
                  </a:lnTo>
                  <a:lnTo>
                    <a:pt x="908129" y="161169"/>
                  </a:lnTo>
                  <a:lnTo>
                    <a:pt x="906784" y="161169"/>
                  </a:lnTo>
                  <a:lnTo>
                    <a:pt x="904093" y="158483"/>
                  </a:lnTo>
                  <a:lnTo>
                    <a:pt x="898711" y="158483"/>
                  </a:lnTo>
                  <a:lnTo>
                    <a:pt x="896021" y="161169"/>
                  </a:lnTo>
                  <a:lnTo>
                    <a:pt x="889294" y="163855"/>
                  </a:lnTo>
                  <a:lnTo>
                    <a:pt x="885258" y="163855"/>
                  </a:lnTo>
                  <a:lnTo>
                    <a:pt x="882567" y="162512"/>
                  </a:lnTo>
                  <a:lnTo>
                    <a:pt x="878531" y="162512"/>
                  </a:lnTo>
                  <a:lnTo>
                    <a:pt x="874495" y="161169"/>
                  </a:lnTo>
                  <a:lnTo>
                    <a:pt x="870459" y="161169"/>
                  </a:lnTo>
                  <a:lnTo>
                    <a:pt x="869113" y="162512"/>
                  </a:lnTo>
                  <a:lnTo>
                    <a:pt x="863732" y="163855"/>
                  </a:lnTo>
                  <a:lnTo>
                    <a:pt x="859696" y="162512"/>
                  </a:lnTo>
                  <a:lnTo>
                    <a:pt x="852969" y="158483"/>
                  </a:lnTo>
                  <a:lnTo>
                    <a:pt x="850278" y="158483"/>
                  </a:lnTo>
                  <a:lnTo>
                    <a:pt x="848933" y="157140"/>
                  </a:lnTo>
                  <a:lnTo>
                    <a:pt x="842206" y="157140"/>
                  </a:lnTo>
                  <a:lnTo>
                    <a:pt x="838169" y="155797"/>
                  </a:lnTo>
                  <a:lnTo>
                    <a:pt x="835479" y="154454"/>
                  </a:lnTo>
                  <a:lnTo>
                    <a:pt x="830098" y="155797"/>
                  </a:lnTo>
                  <a:lnTo>
                    <a:pt x="826061" y="155797"/>
                  </a:lnTo>
                  <a:lnTo>
                    <a:pt x="822025" y="154454"/>
                  </a:lnTo>
                  <a:lnTo>
                    <a:pt x="819334" y="155797"/>
                  </a:lnTo>
                  <a:lnTo>
                    <a:pt x="816644" y="158483"/>
                  </a:lnTo>
                  <a:lnTo>
                    <a:pt x="812607" y="159826"/>
                  </a:lnTo>
                  <a:lnTo>
                    <a:pt x="807226" y="159826"/>
                  </a:lnTo>
                  <a:lnTo>
                    <a:pt x="803190" y="162512"/>
                  </a:lnTo>
                  <a:lnTo>
                    <a:pt x="801845" y="163855"/>
                  </a:lnTo>
                  <a:lnTo>
                    <a:pt x="800499" y="163855"/>
                  </a:lnTo>
                  <a:lnTo>
                    <a:pt x="799154" y="159826"/>
                  </a:lnTo>
                  <a:lnTo>
                    <a:pt x="796463" y="158483"/>
                  </a:lnTo>
                  <a:lnTo>
                    <a:pt x="792427" y="158483"/>
                  </a:lnTo>
                  <a:lnTo>
                    <a:pt x="791081" y="157140"/>
                  </a:lnTo>
                  <a:lnTo>
                    <a:pt x="787045" y="157140"/>
                  </a:lnTo>
                  <a:lnTo>
                    <a:pt x="787045" y="158483"/>
                  </a:lnTo>
                  <a:lnTo>
                    <a:pt x="788391" y="158483"/>
                  </a:lnTo>
                  <a:lnTo>
                    <a:pt x="793772" y="158483"/>
                  </a:lnTo>
                  <a:lnTo>
                    <a:pt x="796463" y="159826"/>
                  </a:lnTo>
                  <a:lnTo>
                    <a:pt x="797808" y="162512"/>
                  </a:lnTo>
                  <a:lnTo>
                    <a:pt x="796463" y="165198"/>
                  </a:lnTo>
                  <a:lnTo>
                    <a:pt x="793772" y="166542"/>
                  </a:lnTo>
                  <a:lnTo>
                    <a:pt x="791081" y="166542"/>
                  </a:lnTo>
                  <a:lnTo>
                    <a:pt x="787045" y="166542"/>
                  </a:lnTo>
                  <a:lnTo>
                    <a:pt x="783009" y="169228"/>
                  </a:lnTo>
                  <a:lnTo>
                    <a:pt x="777628" y="171914"/>
                  </a:lnTo>
                  <a:lnTo>
                    <a:pt x="770901" y="171914"/>
                  </a:lnTo>
                  <a:lnTo>
                    <a:pt x="766865" y="173257"/>
                  </a:lnTo>
                  <a:lnTo>
                    <a:pt x="765519" y="175943"/>
                  </a:lnTo>
                  <a:lnTo>
                    <a:pt x="761483" y="177286"/>
                  </a:lnTo>
                  <a:lnTo>
                    <a:pt x="756102" y="177286"/>
                  </a:lnTo>
                  <a:lnTo>
                    <a:pt x="750720" y="179972"/>
                  </a:lnTo>
                  <a:lnTo>
                    <a:pt x="746684" y="179972"/>
                  </a:lnTo>
                  <a:lnTo>
                    <a:pt x="743993" y="182658"/>
                  </a:lnTo>
                  <a:lnTo>
                    <a:pt x="743993" y="186688"/>
                  </a:lnTo>
                  <a:lnTo>
                    <a:pt x="746684" y="189374"/>
                  </a:lnTo>
                  <a:lnTo>
                    <a:pt x="748030" y="192060"/>
                  </a:lnTo>
                  <a:lnTo>
                    <a:pt x="748030" y="196089"/>
                  </a:lnTo>
                  <a:lnTo>
                    <a:pt x="749375" y="198775"/>
                  </a:lnTo>
                  <a:lnTo>
                    <a:pt x="752065" y="198775"/>
                  </a:lnTo>
                  <a:lnTo>
                    <a:pt x="753411" y="196089"/>
                  </a:lnTo>
                  <a:lnTo>
                    <a:pt x="753411" y="192060"/>
                  </a:lnTo>
                  <a:lnTo>
                    <a:pt x="756102" y="189374"/>
                  </a:lnTo>
                  <a:lnTo>
                    <a:pt x="760138" y="188031"/>
                  </a:lnTo>
                  <a:lnTo>
                    <a:pt x="764174" y="186688"/>
                  </a:lnTo>
                  <a:lnTo>
                    <a:pt x="768210" y="186688"/>
                  </a:lnTo>
                  <a:lnTo>
                    <a:pt x="772246" y="186688"/>
                  </a:lnTo>
                  <a:lnTo>
                    <a:pt x="773592" y="184002"/>
                  </a:lnTo>
                  <a:lnTo>
                    <a:pt x="776282" y="181315"/>
                  </a:lnTo>
                  <a:lnTo>
                    <a:pt x="783009" y="179972"/>
                  </a:lnTo>
                  <a:lnTo>
                    <a:pt x="793772" y="175943"/>
                  </a:lnTo>
                  <a:lnTo>
                    <a:pt x="797808" y="175943"/>
                  </a:lnTo>
                  <a:lnTo>
                    <a:pt x="797808" y="177286"/>
                  </a:lnTo>
                  <a:lnTo>
                    <a:pt x="797808" y="181315"/>
                  </a:lnTo>
                  <a:lnTo>
                    <a:pt x="799154" y="181315"/>
                  </a:lnTo>
                  <a:lnTo>
                    <a:pt x="803190" y="178629"/>
                  </a:lnTo>
                  <a:lnTo>
                    <a:pt x="803190" y="174600"/>
                  </a:lnTo>
                  <a:lnTo>
                    <a:pt x="805881" y="169228"/>
                  </a:lnTo>
                  <a:lnTo>
                    <a:pt x="808571" y="169228"/>
                  </a:lnTo>
                  <a:lnTo>
                    <a:pt x="813953" y="170571"/>
                  </a:lnTo>
                  <a:lnTo>
                    <a:pt x="816644" y="171914"/>
                  </a:lnTo>
                  <a:lnTo>
                    <a:pt x="822025" y="170571"/>
                  </a:lnTo>
                  <a:lnTo>
                    <a:pt x="828752" y="170571"/>
                  </a:lnTo>
                  <a:lnTo>
                    <a:pt x="832788" y="173257"/>
                  </a:lnTo>
                  <a:lnTo>
                    <a:pt x="838169" y="174600"/>
                  </a:lnTo>
                  <a:lnTo>
                    <a:pt x="850278" y="173257"/>
                  </a:lnTo>
                  <a:lnTo>
                    <a:pt x="854314" y="174600"/>
                  </a:lnTo>
                  <a:lnTo>
                    <a:pt x="859696" y="177286"/>
                  </a:lnTo>
                  <a:lnTo>
                    <a:pt x="867768" y="178629"/>
                  </a:lnTo>
                  <a:lnTo>
                    <a:pt x="877186" y="178629"/>
                  </a:lnTo>
                  <a:lnTo>
                    <a:pt x="881222" y="178629"/>
                  </a:lnTo>
                  <a:lnTo>
                    <a:pt x="881222" y="181315"/>
                  </a:lnTo>
                  <a:lnTo>
                    <a:pt x="882567" y="182658"/>
                  </a:lnTo>
                  <a:lnTo>
                    <a:pt x="882567" y="185345"/>
                  </a:lnTo>
                  <a:lnTo>
                    <a:pt x="879876" y="188031"/>
                  </a:lnTo>
                  <a:lnTo>
                    <a:pt x="879876" y="192060"/>
                  </a:lnTo>
                  <a:lnTo>
                    <a:pt x="877186" y="197432"/>
                  </a:lnTo>
                  <a:lnTo>
                    <a:pt x="874495" y="198775"/>
                  </a:lnTo>
                  <a:lnTo>
                    <a:pt x="862387" y="200118"/>
                  </a:lnTo>
                  <a:lnTo>
                    <a:pt x="857005" y="202805"/>
                  </a:lnTo>
                  <a:lnTo>
                    <a:pt x="854314" y="202805"/>
                  </a:lnTo>
                  <a:lnTo>
                    <a:pt x="852969" y="201462"/>
                  </a:lnTo>
                  <a:lnTo>
                    <a:pt x="851623" y="201462"/>
                  </a:lnTo>
                  <a:lnTo>
                    <a:pt x="850278" y="205491"/>
                  </a:lnTo>
                  <a:lnTo>
                    <a:pt x="850278" y="208177"/>
                  </a:lnTo>
                  <a:lnTo>
                    <a:pt x="848933" y="212206"/>
                  </a:lnTo>
                  <a:lnTo>
                    <a:pt x="848933" y="214892"/>
                  </a:lnTo>
                  <a:lnTo>
                    <a:pt x="850278" y="216235"/>
                  </a:lnTo>
                  <a:lnTo>
                    <a:pt x="855660" y="213549"/>
                  </a:lnTo>
                  <a:lnTo>
                    <a:pt x="862387" y="212206"/>
                  </a:lnTo>
                  <a:lnTo>
                    <a:pt x="867768" y="209520"/>
                  </a:lnTo>
                  <a:cubicBezTo>
                    <a:pt x="867768" y="209520"/>
                    <a:pt x="875840" y="209520"/>
                    <a:pt x="877186" y="209520"/>
                  </a:cubicBezTo>
                  <a:lnTo>
                    <a:pt x="885258" y="212206"/>
                  </a:lnTo>
                  <a:lnTo>
                    <a:pt x="887949" y="212206"/>
                  </a:lnTo>
                  <a:lnTo>
                    <a:pt x="891985" y="214892"/>
                  </a:lnTo>
                  <a:lnTo>
                    <a:pt x="893330" y="213549"/>
                  </a:lnTo>
                  <a:lnTo>
                    <a:pt x="894675" y="210863"/>
                  </a:lnTo>
                  <a:lnTo>
                    <a:pt x="896021" y="210863"/>
                  </a:lnTo>
                  <a:lnTo>
                    <a:pt x="898711" y="212206"/>
                  </a:lnTo>
                  <a:lnTo>
                    <a:pt x="901402" y="214892"/>
                  </a:lnTo>
                  <a:lnTo>
                    <a:pt x="905438" y="209520"/>
                  </a:lnTo>
                  <a:lnTo>
                    <a:pt x="906784" y="202805"/>
                  </a:lnTo>
                  <a:lnTo>
                    <a:pt x="906784" y="196089"/>
                  </a:lnTo>
                  <a:lnTo>
                    <a:pt x="908129" y="193403"/>
                  </a:lnTo>
                  <a:lnTo>
                    <a:pt x="906784" y="190717"/>
                  </a:lnTo>
                  <a:lnTo>
                    <a:pt x="906784" y="186688"/>
                  </a:lnTo>
                  <a:lnTo>
                    <a:pt x="910820" y="184002"/>
                  </a:lnTo>
                  <a:lnTo>
                    <a:pt x="916202" y="184002"/>
                  </a:lnTo>
                  <a:lnTo>
                    <a:pt x="921583" y="185345"/>
                  </a:lnTo>
                  <a:lnTo>
                    <a:pt x="928310" y="185345"/>
                  </a:lnTo>
                  <a:lnTo>
                    <a:pt x="933691" y="184002"/>
                  </a:lnTo>
                  <a:lnTo>
                    <a:pt x="937728" y="185345"/>
                  </a:lnTo>
                  <a:lnTo>
                    <a:pt x="939073" y="190717"/>
                  </a:lnTo>
                  <a:lnTo>
                    <a:pt x="939073" y="198775"/>
                  </a:lnTo>
                  <a:lnTo>
                    <a:pt x="939073" y="205491"/>
                  </a:lnTo>
                  <a:lnTo>
                    <a:pt x="935037" y="210863"/>
                  </a:lnTo>
                  <a:lnTo>
                    <a:pt x="931001" y="218922"/>
                  </a:lnTo>
                  <a:lnTo>
                    <a:pt x="929655" y="225637"/>
                  </a:lnTo>
                  <a:lnTo>
                    <a:pt x="926964" y="229666"/>
                  </a:lnTo>
                  <a:lnTo>
                    <a:pt x="912165" y="243097"/>
                  </a:lnTo>
                  <a:lnTo>
                    <a:pt x="909475" y="243097"/>
                  </a:lnTo>
                  <a:lnTo>
                    <a:pt x="908129" y="241754"/>
                  </a:lnTo>
                  <a:lnTo>
                    <a:pt x="904093" y="243097"/>
                  </a:lnTo>
                  <a:lnTo>
                    <a:pt x="901402" y="247126"/>
                  </a:lnTo>
                  <a:lnTo>
                    <a:pt x="898711" y="245783"/>
                  </a:lnTo>
                  <a:lnTo>
                    <a:pt x="897366" y="245783"/>
                  </a:lnTo>
                  <a:lnTo>
                    <a:pt x="893330" y="251155"/>
                  </a:lnTo>
                  <a:lnTo>
                    <a:pt x="893330" y="255185"/>
                  </a:lnTo>
                  <a:lnTo>
                    <a:pt x="889294" y="257871"/>
                  </a:lnTo>
                  <a:lnTo>
                    <a:pt x="886603" y="261900"/>
                  </a:lnTo>
                  <a:lnTo>
                    <a:pt x="883913" y="260557"/>
                  </a:lnTo>
                  <a:lnTo>
                    <a:pt x="882567" y="259214"/>
                  </a:lnTo>
                  <a:lnTo>
                    <a:pt x="881222" y="261900"/>
                  </a:lnTo>
                  <a:lnTo>
                    <a:pt x="881222" y="264586"/>
                  </a:lnTo>
                  <a:lnTo>
                    <a:pt x="879876" y="268615"/>
                  </a:lnTo>
                  <a:lnTo>
                    <a:pt x="875840" y="275331"/>
                  </a:lnTo>
                  <a:lnTo>
                    <a:pt x="871804" y="278017"/>
                  </a:lnTo>
                  <a:lnTo>
                    <a:pt x="870459" y="280703"/>
                  </a:lnTo>
                  <a:lnTo>
                    <a:pt x="863732" y="287418"/>
                  </a:lnTo>
                  <a:lnTo>
                    <a:pt x="858350" y="291448"/>
                  </a:lnTo>
                  <a:lnTo>
                    <a:pt x="854314" y="292791"/>
                  </a:lnTo>
                  <a:lnTo>
                    <a:pt x="847587" y="298163"/>
                  </a:lnTo>
                  <a:lnTo>
                    <a:pt x="846242" y="300849"/>
                  </a:lnTo>
                  <a:lnTo>
                    <a:pt x="842206" y="300849"/>
                  </a:lnTo>
                  <a:lnTo>
                    <a:pt x="842206" y="304878"/>
                  </a:lnTo>
                  <a:lnTo>
                    <a:pt x="842206" y="308908"/>
                  </a:lnTo>
                  <a:lnTo>
                    <a:pt x="839515" y="314280"/>
                  </a:lnTo>
                  <a:lnTo>
                    <a:pt x="840860" y="316966"/>
                  </a:lnTo>
                  <a:lnTo>
                    <a:pt x="842206" y="314280"/>
                  </a:lnTo>
                  <a:lnTo>
                    <a:pt x="843551" y="310251"/>
                  </a:lnTo>
                  <a:lnTo>
                    <a:pt x="848933" y="304878"/>
                  </a:lnTo>
                  <a:lnTo>
                    <a:pt x="852969" y="299506"/>
                  </a:lnTo>
                  <a:lnTo>
                    <a:pt x="858350" y="296820"/>
                  </a:lnTo>
                  <a:lnTo>
                    <a:pt x="859696" y="296820"/>
                  </a:lnTo>
                  <a:lnTo>
                    <a:pt x="861041" y="299506"/>
                  </a:lnTo>
                  <a:lnTo>
                    <a:pt x="865077" y="294134"/>
                  </a:lnTo>
                  <a:lnTo>
                    <a:pt x="874495" y="287418"/>
                  </a:lnTo>
                  <a:lnTo>
                    <a:pt x="877186" y="286075"/>
                  </a:lnTo>
                  <a:lnTo>
                    <a:pt x="878531" y="282046"/>
                  </a:lnTo>
                  <a:lnTo>
                    <a:pt x="886603" y="275331"/>
                  </a:lnTo>
                  <a:lnTo>
                    <a:pt x="891985" y="268615"/>
                  </a:lnTo>
                  <a:lnTo>
                    <a:pt x="896021" y="267272"/>
                  </a:lnTo>
                  <a:lnTo>
                    <a:pt x="898711" y="267272"/>
                  </a:lnTo>
                  <a:lnTo>
                    <a:pt x="904093" y="267272"/>
                  </a:lnTo>
                  <a:lnTo>
                    <a:pt x="906784" y="264586"/>
                  </a:lnTo>
                  <a:lnTo>
                    <a:pt x="906784" y="261900"/>
                  </a:lnTo>
                  <a:lnTo>
                    <a:pt x="912165" y="261900"/>
                  </a:lnTo>
                  <a:lnTo>
                    <a:pt x="918892" y="261900"/>
                  </a:lnTo>
                  <a:lnTo>
                    <a:pt x="925619" y="257871"/>
                  </a:lnTo>
                  <a:lnTo>
                    <a:pt x="929655" y="253842"/>
                  </a:lnTo>
                  <a:lnTo>
                    <a:pt x="933691" y="253842"/>
                  </a:lnTo>
                  <a:lnTo>
                    <a:pt x="937728" y="251155"/>
                  </a:lnTo>
                  <a:lnTo>
                    <a:pt x="940418" y="248469"/>
                  </a:lnTo>
                  <a:lnTo>
                    <a:pt x="944455" y="248469"/>
                  </a:lnTo>
                  <a:lnTo>
                    <a:pt x="948491" y="244440"/>
                  </a:lnTo>
                  <a:lnTo>
                    <a:pt x="955217" y="237725"/>
                  </a:lnTo>
                  <a:lnTo>
                    <a:pt x="956563" y="232352"/>
                  </a:lnTo>
                  <a:lnTo>
                    <a:pt x="956563" y="229666"/>
                  </a:lnTo>
                  <a:lnTo>
                    <a:pt x="959253" y="226980"/>
                  </a:lnTo>
                  <a:lnTo>
                    <a:pt x="960599" y="224294"/>
                  </a:lnTo>
                  <a:lnTo>
                    <a:pt x="963290" y="222951"/>
                  </a:lnTo>
                  <a:lnTo>
                    <a:pt x="964635" y="228323"/>
                  </a:lnTo>
                  <a:lnTo>
                    <a:pt x="965980" y="232352"/>
                  </a:lnTo>
                  <a:lnTo>
                    <a:pt x="965980" y="236382"/>
                  </a:lnTo>
                  <a:lnTo>
                    <a:pt x="964635" y="240411"/>
                  </a:lnTo>
                  <a:lnTo>
                    <a:pt x="965980" y="243097"/>
                  </a:lnTo>
                  <a:lnTo>
                    <a:pt x="967326" y="248469"/>
                  </a:lnTo>
                  <a:lnTo>
                    <a:pt x="965980" y="251155"/>
                  </a:lnTo>
                  <a:lnTo>
                    <a:pt x="965980" y="253842"/>
                  </a:lnTo>
                  <a:lnTo>
                    <a:pt x="967326" y="251155"/>
                  </a:lnTo>
                  <a:lnTo>
                    <a:pt x="968671" y="247126"/>
                  </a:lnTo>
                  <a:lnTo>
                    <a:pt x="970017" y="243097"/>
                  </a:lnTo>
                  <a:lnTo>
                    <a:pt x="968671" y="241754"/>
                  </a:lnTo>
                  <a:lnTo>
                    <a:pt x="968671" y="237725"/>
                  </a:lnTo>
                  <a:lnTo>
                    <a:pt x="970017" y="235038"/>
                  </a:lnTo>
                  <a:lnTo>
                    <a:pt x="971362" y="236382"/>
                  </a:lnTo>
                  <a:lnTo>
                    <a:pt x="971362" y="240411"/>
                  </a:lnTo>
                  <a:lnTo>
                    <a:pt x="974053" y="243097"/>
                  </a:lnTo>
                  <a:lnTo>
                    <a:pt x="978089" y="243097"/>
                  </a:lnTo>
                  <a:lnTo>
                    <a:pt x="983470" y="240411"/>
                  </a:lnTo>
                  <a:lnTo>
                    <a:pt x="984816" y="237725"/>
                  </a:lnTo>
                  <a:lnTo>
                    <a:pt x="983470" y="235038"/>
                  </a:lnTo>
                  <a:lnTo>
                    <a:pt x="983470" y="232352"/>
                  </a:lnTo>
                  <a:lnTo>
                    <a:pt x="986161" y="232352"/>
                  </a:lnTo>
                  <a:lnTo>
                    <a:pt x="987506" y="229666"/>
                  </a:lnTo>
                  <a:lnTo>
                    <a:pt x="987506" y="224294"/>
                  </a:lnTo>
                  <a:lnTo>
                    <a:pt x="986161" y="220265"/>
                  </a:lnTo>
                  <a:lnTo>
                    <a:pt x="987506" y="217578"/>
                  </a:lnTo>
                  <a:lnTo>
                    <a:pt x="990197" y="216235"/>
                  </a:lnTo>
                  <a:lnTo>
                    <a:pt x="991543" y="218922"/>
                  </a:lnTo>
                  <a:lnTo>
                    <a:pt x="996924" y="221608"/>
                  </a:lnTo>
                  <a:lnTo>
                    <a:pt x="1002306" y="218922"/>
                  </a:lnTo>
                  <a:lnTo>
                    <a:pt x="1004997" y="216235"/>
                  </a:lnTo>
                  <a:lnTo>
                    <a:pt x="1011723" y="213549"/>
                  </a:lnTo>
                  <a:lnTo>
                    <a:pt x="1018450" y="213549"/>
                  </a:lnTo>
                  <a:lnTo>
                    <a:pt x="1021141" y="212206"/>
                  </a:lnTo>
                  <a:lnTo>
                    <a:pt x="1027868" y="213549"/>
                  </a:lnTo>
                  <a:lnTo>
                    <a:pt x="1034595" y="216235"/>
                  </a:lnTo>
                  <a:lnTo>
                    <a:pt x="1041321" y="218922"/>
                  </a:lnTo>
                  <a:lnTo>
                    <a:pt x="1046703" y="218922"/>
                  </a:lnTo>
                  <a:lnTo>
                    <a:pt x="1050739" y="221608"/>
                  </a:lnTo>
                  <a:lnTo>
                    <a:pt x="1053430" y="224294"/>
                  </a:lnTo>
                  <a:lnTo>
                    <a:pt x="1056121" y="224294"/>
                  </a:lnTo>
                  <a:lnTo>
                    <a:pt x="1069574" y="222951"/>
                  </a:lnTo>
                  <a:lnTo>
                    <a:pt x="1070920" y="226980"/>
                  </a:lnTo>
                  <a:lnTo>
                    <a:pt x="1070920" y="229666"/>
                  </a:lnTo>
                  <a:lnTo>
                    <a:pt x="1078992" y="236382"/>
                  </a:lnTo>
                  <a:lnTo>
                    <a:pt x="1080337" y="239068"/>
                  </a:lnTo>
                  <a:lnTo>
                    <a:pt x="1084374" y="243097"/>
                  </a:lnTo>
                  <a:lnTo>
                    <a:pt x="1087064" y="249812"/>
                  </a:lnTo>
                  <a:lnTo>
                    <a:pt x="1087064" y="255185"/>
                  </a:lnTo>
                  <a:lnTo>
                    <a:pt x="1085719" y="257871"/>
                  </a:lnTo>
                  <a:lnTo>
                    <a:pt x="1080337" y="259214"/>
                  </a:lnTo>
                  <a:lnTo>
                    <a:pt x="1076301" y="261900"/>
                  </a:lnTo>
                  <a:lnTo>
                    <a:pt x="1074956" y="264586"/>
                  </a:lnTo>
                  <a:lnTo>
                    <a:pt x="1072265" y="265929"/>
                  </a:lnTo>
                  <a:lnTo>
                    <a:pt x="1068229" y="268615"/>
                  </a:lnTo>
                  <a:lnTo>
                    <a:pt x="1062848" y="275331"/>
                  </a:lnTo>
                  <a:lnTo>
                    <a:pt x="1060157" y="279360"/>
                  </a:lnTo>
                  <a:lnTo>
                    <a:pt x="1058812" y="280703"/>
                  </a:lnTo>
                  <a:lnTo>
                    <a:pt x="1054775" y="279360"/>
                  </a:lnTo>
                  <a:lnTo>
                    <a:pt x="1048048" y="275331"/>
                  </a:lnTo>
                  <a:lnTo>
                    <a:pt x="1042667" y="275331"/>
                  </a:lnTo>
                  <a:lnTo>
                    <a:pt x="1038631" y="278017"/>
                  </a:lnTo>
                  <a:lnTo>
                    <a:pt x="1035940" y="282046"/>
                  </a:lnTo>
                  <a:lnTo>
                    <a:pt x="1035940" y="284732"/>
                  </a:lnTo>
                  <a:lnTo>
                    <a:pt x="1037285" y="286075"/>
                  </a:lnTo>
                  <a:lnTo>
                    <a:pt x="1037285" y="288762"/>
                  </a:lnTo>
                  <a:lnTo>
                    <a:pt x="1039976" y="292791"/>
                  </a:lnTo>
                  <a:lnTo>
                    <a:pt x="1041321" y="294134"/>
                  </a:lnTo>
                  <a:lnTo>
                    <a:pt x="1041321" y="296820"/>
                  </a:lnTo>
                  <a:lnTo>
                    <a:pt x="1039976" y="299506"/>
                  </a:lnTo>
                  <a:lnTo>
                    <a:pt x="1035940" y="299506"/>
                  </a:lnTo>
                  <a:lnTo>
                    <a:pt x="1033249" y="299506"/>
                  </a:lnTo>
                  <a:lnTo>
                    <a:pt x="1025177" y="303535"/>
                  </a:lnTo>
                  <a:lnTo>
                    <a:pt x="1019795" y="307565"/>
                  </a:lnTo>
                  <a:lnTo>
                    <a:pt x="1015759" y="307565"/>
                  </a:lnTo>
                  <a:lnTo>
                    <a:pt x="1011723" y="307565"/>
                  </a:lnTo>
                  <a:lnTo>
                    <a:pt x="1009032" y="304878"/>
                  </a:lnTo>
                  <a:lnTo>
                    <a:pt x="1004997" y="303535"/>
                  </a:lnTo>
                  <a:lnTo>
                    <a:pt x="1000960" y="303535"/>
                  </a:lnTo>
                  <a:lnTo>
                    <a:pt x="999615" y="302192"/>
                  </a:lnTo>
                  <a:lnTo>
                    <a:pt x="996924" y="302192"/>
                  </a:lnTo>
                  <a:lnTo>
                    <a:pt x="996924" y="300849"/>
                  </a:lnTo>
                  <a:lnTo>
                    <a:pt x="994233" y="300849"/>
                  </a:lnTo>
                  <a:lnTo>
                    <a:pt x="992888" y="302192"/>
                  </a:lnTo>
                  <a:lnTo>
                    <a:pt x="991543" y="304878"/>
                  </a:lnTo>
                  <a:lnTo>
                    <a:pt x="990197" y="304878"/>
                  </a:lnTo>
                  <a:lnTo>
                    <a:pt x="987506" y="304878"/>
                  </a:lnTo>
                  <a:lnTo>
                    <a:pt x="986161" y="306222"/>
                  </a:lnTo>
                  <a:lnTo>
                    <a:pt x="983470" y="308908"/>
                  </a:lnTo>
                  <a:lnTo>
                    <a:pt x="980779" y="308908"/>
                  </a:lnTo>
                  <a:lnTo>
                    <a:pt x="978089" y="308908"/>
                  </a:lnTo>
                  <a:lnTo>
                    <a:pt x="975398" y="311594"/>
                  </a:lnTo>
                  <a:lnTo>
                    <a:pt x="972707" y="312937"/>
                  </a:lnTo>
                  <a:lnTo>
                    <a:pt x="968671" y="311594"/>
                  </a:lnTo>
                  <a:lnTo>
                    <a:pt x="964635" y="310251"/>
                  </a:lnTo>
                  <a:lnTo>
                    <a:pt x="959253" y="311594"/>
                  </a:lnTo>
                  <a:lnTo>
                    <a:pt x="955217" y="314280"/>
                  </a:lnTo>
                  <a:lnTo>
                    <a:pt x="951181" y="312937"/>
                  </a:lnTo>
                  <a:lnTo>
                    <a:pt x="947145" y="312937"/>
                  </a:lnTo>
                  <a:lnTo>
                    <a:pt x="951181" y="314280"/>
                  </a:lnTo>
                  <a:lnTo>
                    <a:pt x="955217" y="314280"/>
                  </a:lnTo>
                  <a:lnTo>
                    <a:pt x="965980" y="314280"/>
                  </a:lnTo>
                  <a:lnTo>
                    <a:pt x="968671" y="312937"/>
                  </a:lnTo>
                  <a:lnTo>
                    <a:pt x="972707" y="312937"/>
                  </a:lnTo>
                  <a:lnTo>
                    <a:pt x="976744" y="315623"/>
                  </a:lnTo>
                  <a:lnTo>
                    <a:pt x="982125" y="316966"/>
                  </a:lnTo>
                  <a:lnTo>
                    <a:pt x="992888" y="316966"/>
                  </a:lnTo>
                  <a:lnTo>
                    <a:pt x="996924" y="319652"/>
                  </a:lnTo>
                  <a:lnTo>
                    <a:pt x="998270" y="319652"/>
                  </a:lnTo>
                  <a:lnTo>
                    <a:pt x="1000960" y="316966"/>
                  </a:lnTo>
                  <a:lnTo>
                    <a:pt x="1004997" y="316966"/>
                  </a:lnTo>
                  <a:lnTo>
                    <a:pt x="1007687" y="318309"/>
                  </a:lnTo>
                  <a:lnTo>
                    <a:pt x="1009032" y="320995"/>
                  </a:lnTo>
                  <a:lnTo>
                    <a:pt x="1014414" y="322339"/>
                  </a:lnTo>
                  <a:lnTo>
                    <a:pt x="1017105" y="325025"/>
                  </a:lnTo>
                  <a:lnTo>
                    <a:pt x="1017105" y="329054"/>
                  </a:lnTo>
                  <a:lnTo>
                    <a:pt x="1013068" y="333083"/>
                  </a:lnTo>
                  <a:lnTo>
                    <a:pt x="1009032" y="333083"/>
                  </a:lnTo>
                  <a:lnTo>
                    <a:pt x="1007687" y="333083"/>
                  </a:lnTo>
                  <a:lnTo>
                    <a:pt x="1009032" y="335769"/>
                  </a:lnTo>
                  <a:lnTo>
                    <a:pt x="1009032" y="339798"/>
                  </a:lnTo>
                  <a:lnTo>
                    <a:pt x="1004997" y="342485"/>
                  </a:lnTo>
                  <a:lnTo>
                    <a:pt x="995579" y="345171"/>
                  </a:lnTo>
                  <a:lnTo>
                    <a:pt x="991543" y="343828"/>
                  </a:lnTo>
                  <a:lnTo>
                    <a:pt x="986161" y="345171"/>
                  </a:lnTo>
                  <a:lnTo>
                    <a:pt x="976744" y="345171"/>
                  </a:lnTo>
                  <a:lnTo>
                    <a:pt x="974053" y="342485"/>
                  </a:lnTo>
                  <a:lnTo>
                    <a:pt x="963290" y="334426"/>
                  </a:lnTo>
                  <a:lnTo>
                    <a:pt x="956563" y="333083"/>
                  </a:lnTo>
                  <a:lnTo>
                    <a:pt x="952527" y="333083"/>
                  </a:lnTo>
                  <a:lnTo>
                    <a:pt x="948491" y="337112"/>
                  </a:lnTo>
                  <a:lnTo>
                    <a:pt x="945800" y="343828"/>
                  </a:lnTo>
                  <a:lnTo>
                    <a:pt x="940418" y="346514"/>
                  </a:lnTo>
                  <a:lnTo>
                    <a:pt x="937728" y="349200"/>
                  </a:lnTo>
                  <a:lnTo>
                    <a:pt x="933691" y="349200"/>
                  </a:lnTo>
                  <a:lnTo>
                    <a:pt x="936382" y="350543"/>
                  </a:lnTo>
                  <a:lnTo>
                    <a:pt x="940418" y="350543"/>
                  </a:lnTo>
                  <a:lnTo>
                    <a:pt x="941764" y="353229"/>
                  </a:lnTo>
                  <a:lnTo>
                    <a:pt x="941764" y="357258"/>
                  </a:lnTo>
                  <a:lnTo>
                    <a:pt x="940418" y="358602"/>
                  </a:lnTo>
                  <a:lnTo>
                    <a:pt x="937728" y="358602"/>
                  </a:lnTo>
                  <a:lnTo>
                    <a:pt x="937728" y="361288"/>
                  </a:lnTo>
                  <a:lnTo>
                    <a:pt x="939073" y="363974"/>
                  </a:lnTo>
                  <a:lnTo>
                    <a:pt x="943109" y="365317"/>
                  </a:lnTo>
                  <a:lnTo>
                    <a:pt x="945800" y="363974"/>
                  </a:lnTo>
                  <a:lnTo>
                    <a:pt x="947145" y="361288"/>
                  </a:lnTo>
                  <a:lnTo>
                    <a:pt x="952527" y="358602"/>
                  </a:lnTo>
                  <a:lnTo>
                    <a:pt x="956563" y="354572"/>
                  </a:lnTo>
                  <a:lnTo>
                    <a:pt x="961944" y="351886"/>
                  </a:lnTo>
                  <a:lnTo>
                    <a:pt x="968671" y="349200"/>
                  </a:lnTo>
                  <a:lnTo>
                    <a:pt x="975398" y="346514"/>
                  </a:lnTo>
                  <a:lnTo>
                    <a:pt x="979434" y="346514"/>
                  </a:lnTo>
                  <a:lnTo>
                    <a:pt x="982125" y="347857"/>
                  </a:lnTo>
                  <a:lnTo>
                    <a:pt x="984816" y="349200"/>
                  </a:lnTo>
                  <a:lnTo>
                    <a:pt x="990197" y="350543"/>
                  </a:lnTo>
                  <a:lnTo>
                    <a:pt x="992888" y="353229"/>
                  </a:lnTo>
                  <a:lnTo>
                    <a:pt x="992888" y="355915"/>
                  </a:lnTo>
                  <a:lnTo>
                    <a:pt x="991543" y="357258"/>
                  </a:lnTo>
                  <a:lnTo>
                    <a:pt x="986161" y="362631"/>
                  </a:lnTo>
                  <a:lnTo>
                    <a:pt x="983470" y="369346"/>
                  </a:lnTo>
                  <a:lnTo>
                    <a:pt x="979434" y="373375"/>
                  </a:lnTo>
                  <a:lnTo>
                    <a:pt x="978089" y="377405"/>
                  </a:lnTo>
                  <a:lnTo>
                    <a:pt x="971362" y="382777"/>
                  </a:lnTo>
                  <a:lnTo>
                    <a:pt x="967326" y="389492"/>
                  </a:lnTo>
                  <a:lnTo>
                    <a:pt x="959253" y="401580"/>
                  </a:lnTo>
                  <a:lnTo>
                    <a:pt x="956563" y="406952"/>
                  </a:lnTo>
                  <a:lnTo>
                    <a:pt x="952527" y="409639"/>
                  </a:lnTo>
                  <a:lnTo>
                    <a:pt x="952527" y="416354"/>
                  </a:lnTo>
                  <a:lnTo>
                    <a:pt x="951181" y="421726"/>
                  </a:lnTo>
                  <a:lnTo>
                    <a:pt x="951181" y="424412"/>
                  </a:lnTo>
                  <a:lnTo>
                    <a:pt x="948491" y="428442"/>
                  </a:lnTo>
                  <a:lnTo>
                    <a:pt x="948491" y="435157"/>
                  </a:lnTo>
                  <a:lnTo>
                    <a:pt x="945800" y="441872"/>
                  </a:lnTo>
                  <a:lnTo>
                    <a:pt x="943109" y="451274"/>
                  </a:lnTo>
                  <a:lnTo>
                    <a:pt x="945800" y="453960"/>
                  </a:lnTo>
                  <a:lnTo>
                    <a:pt x="947145" y="459332"/>
                  </a:lnTo>
                  <a:lnTo>
                    <a:pt x="945800" y="466048"/>
                  </a:lnTo>
                  <a:lnTo>
                    <a:pt x="941764" y="468734"/>
                  </a:lnTo>
                  <a:lnTo>
                    <a:pt x="939073" y="471420"/>
                  </a:lnTo>
                  <a:lnTo>
                    <a:pt x="940418" y="476792"/>
                  </a:lnTo>
                  <a:lnTo>
                    <a:pt x="939073" y="479478"/>
                  </a:lnTo>
                  <a:lnTo>
                    <a:pt x="936382" y="483508"/>
                  </a:lnTo>
                  <a:lnTo>
                    <a:pt x="935037" y="490223"/>
                  </a:lnTo>
                  <a:lnTo>
                    <a:pt x="933691" y="495595"/>
                  </a:lnTo>
                  <a:lnTo>
                    <a:pt x="929655" y="499625"/>
                  </a:lnTo>
                  <a:lnTo>
                    <a:pt x="925619" y="498282"/>
                  </a:lnTo>
                  <a:lnTo>
                    <a:pt x="924274" y="495595"/>
                  </a:lnTo>
                  <a:lnTo>
                    <a:pt x="924274" y="492909"/>
                  </a:lnTo>
                  <a:lnTo>
                    <a:pt x="921583" y="490223"/>
                  </a:lnTo>
                  <a:lnTo>
                    <a:pt x="920238" y="490223"/>
                  </a:lnTo>
                  <a:lnTo>
                    <a:pt x="924274" y="487537"/>
                  </a:lnTo>
                  <a:lnTo>
                    <a:pt x="922928" y="484851"/>
                  </a:lnTo>
                  <a:lnTo>
                    <a:pt x="920238" y="483508"/>
                  </a:lnTo>
                  <a:lnTo>
                    <a:pt x="917547" y="484851"/>
                  </a:lnTo>
                  <a:lnTo>
                    <a:pt x="914856" y="484851"/>
                  </a:lnTo>
                  <a:lnTo>
                    <a:pt x="913511" y="487537"/>
                  </a:lnTo>
                  <a:lnTo>
                    <a:pt x="913511" y="490223"/>
                  </a:lnTo>
                  <a:lnTo>
                    <a:pt x="914856" y="491566"/>
                  </a:lnTo>
                  <a:lnTo>
                    <a:pt x="914856" y="494252"/>
                  </a:lnTo>
                  <a:lnTo>
                    <a:pt x="912165" y="495595"/>
                  </a:lnTo>
                  <a:lnTo>
                    <a:pt x="912165" y="498282"/>
                  </a:lnTo>
                  <a:lnTo>
                    <a:pt x="914856" y="500968"/>
                  </a:lnTo>
                  <a:lnTo>
                    <a:pt x="917547" y="502311"/>
                  </a:lnTo>
                  <a:lnTo>
                    <a:pt x="920238" y="506340"/>
                  </a:lnTo>
                  <a:lnTo>
                    <a:pt x="922928" y="509026"/>
                  </a:lnTo>
                  <a:lnTo>
                    <a:pt x="924274" y="514398"/>
                  </a:lnTo>
                  <a:lnTo>
                    <a:pt x="929655" y="515742"/>
                  </a:lnTo>
                  <a:lnTo>
                    <a:pt x="933691" y="518428"/>
                  </a:lnTo>
                  <a:lnTo>
                    <a:pt x="939073" y="523800"/>
                  </a:lnTo>
                  <a:lnTo>
                    <a:pt x="941764" y="530515"/>
                  </a:lnTo>
                  <a:lnTo>
                    <a:pt x="940418" y="533202"/>
                  </a:lnTo>
                  <a:lnTo>
                    <a:pt x="937728" y="534545"/>
                  </a:lnTo>
                  <a:lnTo>
                    <a:pt x="933691" y="531858"/>
                  </a:lnTo>
                  <a:lnTo>
                    <a:pt x="928310" y="526486"/>
                  </a:lnTo>
                  <a:lnTo>
                    <a:pt x="928310" y="523800"/>
                  </a:lnTo>
                  <a:lnTo>
                    <a:pt x="925619" y="522457"/>
                  </a:lnTo>
                  <a:lnTo>
                    <a:pt x="924274" y="521114"/>
                  </a:lnTo>
                  <a:lnTo>
                    <a:pt x="922928" y="522457"/>
                  </a:lnTo>
                  <a:lnTo>
                    <a:pt x="921583" y="525143"/>
                  </a:lnTo>
                  <a:lnTo>
                    <a:pt x="922928" y="527829"/>
                  </a:lnTo>
                  <a:lnTo>
                    <a:pt x="925619" y="530515"/>
                  </a:lnTo>
                  <a:lnTo>
                    <a:pt x="925619" y="533202"/>
                  </a:lnTo>
                  <a:lnTo>
                    <a:pt x="921583" y="531858"/>
                  </a:lnTo>
                  <a:lnTo>
                    <a:pt x="920238" y="530515"/>
                  </a:lnTo>
                  <a:lnTo>
                    <a:pt x="918892" y="531858"/>
                  </a:lnTo>
                  <a:lnTo>
                    <a:pt x="920238" y="534545"/>
                  </a:lnTo>
                  <a:lnTo>
                    <a:pt x="922928" y="537231"/>
                  </a:lnTo>
                  <a:lnTo>
                    <a:pt x="922928" y="538574"/>
                  </a:lnTo>
                  <a:lnTo>
                    <a:pt x="921583" y="539917"/>
                  </a:lnTo>
                  <a:lnTo>
                    <a:pt x="922928" y="541260"/>
                  </a:lnTo>
                  <a:lnTo>
                    <a:pt x="925619" y="541260"/>
                  </a:lnTo>
                  <a:lnTo>
                    <a:pt x="931001" y="542603"/>
                  </a:lnTo>
                  <a:lnTo>
                    <a:pt x="932346" y="545289"/>
                  </a:lnTo>
                  <a:lnTo>
                    <a:pt x="932346" y="549318"/>
                  </a:lnTo>
                  <a:lnTo>
                    <a:pt x="932346" y="550662"/>
                  </a:lnTo>
                  <a:lnTo>
                    <a:pt x="933691" y="552005"/>
                  </a:lnTo>
                  <a:lnTo>
                    <a:pt x="936382" y="550662"/>
                  </a:lnTo>
                  <a:lnTo>
                    <a:pt x="940418" y="545289"/>
                  </a:lnTo>
                  <a:lnTo>
                    <a:pt x="941764" y="542603"/>
                  </a:lnTo>
                  <a:lnTo>
                    <a:pt x="943109" y="541260"/>
                  </a:lnTo>
                  <a:lnTo>
                    <a:pt x="943109" y="543946"/>
                  </a:lnTo>
                  <a:lnTo>
                    <a:pt x="944455" y="546632"/>
                  </a:lnTo>
                  <a:lnTo>
                    <a:pt x="945800" y="546632"/>
                  </a:lnTo>
                  <a:lnTo>
                    <a:pt x="948491" y="549318"/>
                  </a:lnTo>
                  <a:lnTo>
                    <a:pt x="952527" y="550662"/>
                  </a:lnTo>
                  <a:lnTo>
                    <a:pt x="953872" y="554691"/>
                  </a:lnTo>
                  <a:lnTo>
                    <a:pt x="953872" y="558720"/>
                  </a:lnTo>
                  <a:lnTo>
                    <a:pt x="952527" y="561406"/>
                  </a:lnTo>
                  <a:lnTo>
                    <a:pt x="952527" y="568122"/>
                  </a:lnTo>
                  <a:lnTo>
                    <a:pt x="951181" y="574837"/>
                  </a:lnTo>
                  <a:lnTo>
                    <a:pt x="951181" y="577523"/>
                  </a:lnTo>
                  <a:lnTo>
                    <a:pt x="949836" y="584239"/>
                  </a:lnTo>
                  <a:lnTo>
                    <a:pt x="947145" y="586925"/>
                  </a:lnTo>
                  <a:lnTo>
                    <a:pt x="947145" y="590954"/>
                  </a:lnTo>
                  <a:lnTo>
                    <a:pt x="945800" y="593640"/>
                  </a:lnTo>
                  <a:lnTo>
                    <a:pt x="944455" y="592297"/>
                  </a:lnTo>
                  <a:lnTo>
                    <a:pt x="941764" y="588268"/>
                  </a:lnTo>
                  <a:lnTo>
                    <a:pt x="936382" y="586925"/>
                  </a:lnTo>
                  <a:lnTo>
                    <a:pt x="933691" y="584239"/>
                  </a:lnTo>
                  <a:lnTo>
                    <a:pt x="931001" y="582895"/>
                  </a:lnTo>
                  <a:lnTo>
                    <a:pt x="929655" y="584239"/>
                  </a:lnTo>
                  <a:lnTo>
                    <a:pt x="925619" y="582895"/>
                  </a:lnTo>
                  <a:lnTo>
                    <a:pt x="924274" y="580209"/>
                  </a:lnTo>
                  <a:lnTo>
                    <a:pt x="925619" y="577523"/>
                  </a:lnTo>
                  <a:lnTo>
                    <a:pt x="922928" y="574837"/>
                  </a:lnTo>
                  <a:lnTo>
                    <a:pt x="920238" y="574837"/>
                  </a:lnTo>
                  <a:lnTo>
                    <a:pt x="918892" y="576180"/>
                  </a:lnTo>
                  <a:lnTo>
                    <a:pt x="916202" y="574837"/>
                  </a:lnTo>
                  <a:lnTo>
                    <a:pt x="913511" y="570808"/>
                  </a:lnTo>
                  <a:lnTo>
                    <a:pt x="908129" y="570808"/>
                  </a:lnTo>
                  <a:lnTo>
                    <a:pt x="904093" y="572151"/>
                  </a:lnTo>
                  <a:lnTo>
                    <a:pt x="905438" y="573494"/>
                  </a:lnTo>
                  <a:lnTo>
                    <a:pt x="905438" y="576180"/>
                  </a:lnTo>
                  <a:lnTo>
                    <a:pt x="902748" y="576180"/>
                  </a:lnTo>
                  <a:lnTo>
                    <a:pt x="901402" y="574837"/>
                  </a:lnTo>
                  <a:lnTo>
                    <a:pt x="896021" y="574837"/>
                  </a:lnTo>
                  <a:lnTo>
                    <a:pt x="893330" y="576180"/>
                  </a:lnTo>
                  <a:lnTo>
                    <a:pt x="894675" y="577523"/>
                  </a:lnTo>
                  <a:lnTo>
                    <a:pt x="897366" y="577523"/>
                  </a:lnTo>
                  <a:lnTo>
                    <a:pt x="901402" y="578866"/>
                  </a:lnTo>
                  <a:lnTo>
                    <a:pt x="902748" y="580209"/>
                  </a:lnTo>
                  <a:lnTo>
                    <a:pt x="902748" y="581552"/>
                  </a:lnTo>
                  <a:lnTo>
                    <a:pt x="898711" y="582895"/>
                  </a:lnTo>
                  <a:lnTo>
                    <a:pt x="891985" y="588268"/>
                  </a:lnTo>
                  <a:lnTo>
                    <a:pt x="887949" y="590954"/>
                  </a:lnTo>
                  <a:lnTo>
                    <a:pt x="885258" y="590954"/>
                  </a:lnTo>
                  <a:lnTo>
                    <a:pt x="883913" y="588268"/>
                  </a:lnTo>
                  <a:lnTo>
                    <a:pt x="883913" y="585582"/>
                  </a:lnTo>
                  <a:lnTo>
                    <a:pt x="882567" y="584239"/>
                  </a:lnTo>
                  <a:lnTo>
                    <a:pt x="879876" y="585582"/>
                  </a:lnTo>
                  <a:lnTo>
                    <a:pt x="879876" y="589611"/>
                  </a:lnTo>
                  <a:lnTo>
                    <a:pt x="881222" y="592297"/>
                  </a:lnTo>
                  <a:lnTo>
                    <a:pt x="879876" y="594983"/>
                  </a:lnTo>
                  <a:lnTo>
                    <a:pt x="881222" y="597669"/>
                  </a:lnTo>
                  <a:lnTo>
                    <a:pt x="881222" y="600355"/>
                  </a:lnTo>
                  <a:lnTo>
                    <a:pt x="879876" y="603042"/>
                  </a:lnTo>
                  <a:lnTo>
                    <a:pt x="881222" y="604385"/>
                  </a:lnTo>
                  <a:lnTo>
                    <a:pt x="881222" y="607071"/>
                  </a:lnTo>
                  <a:lnTo>
                    <a:pt x="879876" y="608414"/>
                  </a:lnTo>
                  <a:lnTo>
                    <a:pt x="874495" y="607071"/>
                  </a:lnTo>
                  <a:lnTo>
                    <a:pt x="871804" y="607071"/>
                  </a:lnTo>
                  <a:lnTo>
                    <a:pt x="870459" y="609757"/>
                  </a:lnTo>
                  <a:lnTo>
                    <a:pt x="873149" y="612443"/>
                  </a:lnTo>
                  <a:lnTo>
                    <a:pt x="875840" y="612443"/>
                  </a:lnTo>
                  <a:lnTo>
                    <a:pt x="882567" y="612443"/>
                  </a:lnTo>
                  <a:lnTo>
                    <a:pt x="883913" y="613786"/>
                  </a:lnTo>
                  <a:lnTo>
                    <a:pt x="883913" y="616472"/>
                  </a:lnTo>
                  <a:lnTo>
                    <a:pt x="883913" y="620502"/>
                  </a:lnTo>
                  <a:lnTo>
                    <a:pt x="885258" y="620502"/>
                  </a:lnTo>
                  <a:lnTo>
                    <a:pt x="886603" y="617815"/>
                  </a:lnTo>
                  <a:lnTo>
                    <a:pt x="891985" y="616472"/>
                  </a:lnTo>
                  <a:lnTo>
                    <a:pt x="896021" y="617815"/>
                  </a:lnTo>
                  <a:lnTo>
                    <a:pt x="898711" y="620502"/>
                  </a:lnTo>
                  <a:lnTo>
                    <a:pt x="904093" y="620502"/>
                  </a:lnTo>
                  <a:lnTo>
                    <a:pt x="908129" y="621845"/>
                  </a:lnTo>
                  <a:lnTo>
                    <a:pt x="910820" y="620502"/>
                  </a:lnTo>
                  <a:lnTo>
                    <a:pt x="913511" y="619158"/>
                  </a:lnTo>
                  <a:lnTo>
                    <a:pt x="914856" y="620502"/>
                  </a:lnTo>
                  <a:lnTo>
                    <a:pt x="914856" y="623188"/>
                  </a:lnTo>
                  <a:lnTo>
                    <a:pt x="914856" y="628560"/>
                  </a:lnTo>
                  <a:lnTo>
                    <a:pt x="914856" y="631246"/>
                  </a:lnTo>
                  <a:lnTo>
                    <a:pt x="913511" y="632589"/>
                  </a:lnTo>
                  <a:lnTo>
                    <a:pt x="910820" y="633932"/>
                  </a:lnTo>
                  <a:lnTo>
                    <a:pt x="908129" y="632589"/>
                  </a:lnTo>
                  <a:lnTo>
                    <a:pt x="905438" y="631246"/>
                  </a:lnTo>
                  <a:lnTo>
                    <a:pt x="902748" y="632589"/>
                  </a:lnTo>
                  <a:lnTo>
                    <a:pt x="900057" y="633932"/>
                  </a:lnTo>
                  <a:lnTo>
                    <a:pt x="897366" y="631246"/>
                  </a:lnTo>
                  <a:lnTo>
                    <a:pt x="890640" y="632589"/>
                  </a:lnTo>
                  <a:lnTo>
                    <a:pt x="885258" y="633932"/>
                  </a:lnTo>
                  <a:lnTo>
                    <a:pt x="882567" y="632589"/>
                  </a:lnTo>
                  <a:lnTo>
                    <a:pt x="881222" y="631246"/>
                  </a:lnTo>
                  <a:lnTo>
                    <a:pt x="879876" y="633932"/>
                  </a:lnTo>
                  <a:lnTo>
                    <a:pt x="881222" y="635275"/>
                  </a:lnTo>
                  <a:lnTo>
                    <a:pt x="882567" y="637962"/>
                  </a:lnTo>
                  <a:lnTo>
                    <a:pt x="885258" y="637962"/>
                  </a:lnTo>
                  <a:lnTo>
                    <a:pt x="889294" y="636618"/>
                  </a:lnTo>
                  <a:lnTo>
                    <a:pt x="897366" y="636618"/>
                  </a:lnTo>
                  <a:lnTo>
                    <a:pt x="901402" y="639305"/>
                  </a:lnTo>
                  <a:lnTo>
                    <a:pt x="904093" y="641991"/>
                  </a:lnTo>
                  <a:lnTo>
                    <a:pt x="906784" y="641991"/>
                  </a:lnTo>
                  <a:lnTo>
                    <a:pt x="908129" y="639305"/>
                  </a:lnTo>
                  <a:lnTo>
                    <a:pt x="910820" y="641991"/>
                  </a:lnTo>
                  <a:lnTo>
                    <a:pt x="913511" y="646020"/>
                  </a:lnTo>
                  <a:lnTo>
                    <a:pt x="917547" y="650049"/>
                  </a:lnTo>
                  <a:lnTo>
                    <a:pt x="918892" y="652735"/>
                  </a:lnTo>
                  <a:lnTo>
                    <a:pt x="917547" y="652735"/>
                  </a:lnTo>
                  <a:lnTo>
                    <a:pt x="913511" y="652735"/>
                  </a:lnTo>
                  <a:lnTo>
                    <a:pt x="912165" y="651392"/>
                  </a:lnTo>
                  <a:lnTo>
                    <a:pt x="912165" y="652735"/>
                  </a:lnTo>
                  <a:lnTo>
                    <a:pt x="912165" y="655422"/>
                  </a:lnTo>
                  <a:lnTo>
                    <a:pt x="913511" y="659451"/>
                  </a:lnTo>
                  <a:lnTo>
                    <a:pt x="913511" y="664823"/>
                  </a:lnTo>
                  <a:lnTo>
                    <a:pt x="913511" y="667509"/>
                  </a:lnTo>
                  <a:lnTo>
                    <a:pt x="914856" y="671539"/>
                  </a:lnTo>
                  <a:lnTo>
                    <a:pt x="913511" y="674225"/>
                  </a:lnTo>
                  <a:lnTo>
                    <a:pt x="912165" y="676911"/>
                  </a:lnTo>
                  <a:lnTo>
                    <a:pt x="909475" y="684969"/>
                  </a:lnTo>
                  <a:lnTo>
                    <a:pt x="906784" y="687655"/>
                  </a:lnTo>
                  <a:lnTo>
                    <a:pt x="904093" y="687655"/>
                  </a:lnTo>
                  <a:lnTo>
                    <a:pt x="901402" y="684969"/>
                  </a:lnTo>
                  <a:lnTo>
                    <a:pt x="900057" y="680940"/>
                  </a:lnTo>
                  <a:lnTo>
                    <a:pt x="902748" y="678254"/>
                  </a:lnTo>
                  <a:lnTo>
                    <a:pt x="901402" y="675568"/>
                  </a:lnTo>
                  <a:lnTo>
                    <a:pt x="898711" y="674225"/>
                  </a:lnTo>
                  <a:lnTo>
                    <a:pt x="897366" y="675568"/>
                  </a:lnTo>
                  <a:lnTo>
                    <a:pt x="894675" y="674225"/>
                  </a:lnTo>
                  <a:lnTo>
                    <a:pt x="889294" y="667509"/>
                  </a:lnTo>
                  <a:lnTo>
                    <a:pt x="883913" y="663480"/>
                  </a:lnTo>
                  <a:lnTo>
                    <a:pt x="879876" y="659451"/>
                  </a:lnTo>
                  <a:lnTo>
                    <a:pt x="879876" y="656765"/>
                  </a:lnTo>
                  <a:lnTo>
                    <a:pt x="878531" y="652735"/>
                  </a:lnTo>
                  <a:lnTo>
                    <a:pt x="873149" y="646020"/>
                  </a:lnTo>
                  <a:lnTo>
                    <a:pt x="870459" y="644677"/>
                  </a:lnTo>
                  <a:lnTo>
                    <a:pt x="869113" y="644677"/>
                  </a:lnTo>
                  <a:lnTo>
                    <a:pt x="869113" y="646020"/>
                  </a:lnTo>
                  <a:lnTo>
                    <a:pt x="867768" y="652735"/>
                  </a:lnTo>
                  <a:lnTo>
                    <a:pt x="871804" y="658108"/>
                  </a:lnTo>
                  <a:lnTo>
                    <a:pt x="871804" y="660794"/>
                  </a:lnTo>
                  <a:lnTo>
                    <a:pt x="870459" y="663480"/>
                  </a:lnTo>
                  <a:lnTo>
                    <a:pt x="863732" y="663480"/>
                  </a:lnTo>
                  <a:lnTo>
                    <a:pt x="861041" y="660794"/>
                  </a:lnTo>
                  <a:lnTo>
                    <a:pt x="858350" y="656765"/>
                  </a:lnTo>
                  <a:lnTo>
                    <a:pt x="857005" y="654078"/>
                  </a:lnTo>
                  <a:lnTo>
                    <a:pt x="857005" y="656765"/>
                  </a:lnTo>
                  <a:lnTo>
                    <a:pt x="857005" y="659451"/>
                  </a:lnTo>
                  <a:lnTo>
                    <a:pt x="861041" y="664823"/>
                  </a:lnTo>
                  <a:lnTo>
                    <a:pt x="869113" y="667509"/>
                  </a:lnTo>
                  <a:lnTo>
                    <a:pt x="875840" y="667509"/>
                  </a:lnTo>
                  <a:lnTo>
                    <a:pt x="882567" y="672882"/>
                  </a:lnTo>
                  <a:lnTo>
                    <a:pt x="891985" y="682283"/>
                  </a:lnTo>
                  <a:lnTo>
                    <a:pt x="893330" y="684969"/>
                  </a:lnTo>
                  <a:lnTo>
                    <a:pt x="891985" y="687655"/>
                  </a:lnTo>
                  <a:lnTo>
                    <a:pt x="889294" y="687655"/>
                  </a:lnTo>
                  <a:lnTo>
                    <a:pt x="886603" y="684969"/>
                  </a:lnTo>
                  <a:lnTo>
                    <a:pt x="882567" y="684969"/>
                  </a:lnTo>
                  <a:lnTo>
                    <a:pt x="879876" y="686312"/>
                  </a:lnTo>
                  <a:lnTo>
                    <a:pt x="875840" y="690342"/>
                  </a:lnTo>
                  <a:lnTo>
                    <a:pt x="873149" y="690342"/>
                  </a:lnTo>
                  <a:lnTo>
                    <a:pt x="869113" y="688998"/>
                  </a:lnTo>
                  <a:lnTo>
                    <a:pt x="867768" y="686312"/>
                  </a:lnTo>
                  <a:lnTo>
                    <a:pt x="869113" y="684969"/>
                  </a:lnTo>
                  <a:lnTo>
                    <a:pt x="867768" y="683626"/>
                  </a:lnTo>
                  <a:lnTo>
                    <a:pt x="865077" y="680940"/>
                  </a:lnTo>
                  <a:lnTo>
                    <a:pt x="865077" y="683626"/>
                  </a:lnTo>
                  <a:lnTo>
                    <a:pt x="866422" y="686312"/>
                  </a:lnTo>
                  <a:lnTo>
                    <a:pt x="867768" y="691685"/>
                  </a:lnTo>
                  <a:lnTo>
                    <a:pt x="869113" y="694371"/>
                  </a:lnTo>
                  <a:lnTo>
                    <a:pt x="873149" y="695714"/>
                  </a:lnTo>
                  <a:lnTo>
                    <a:pt x="878531" y="694371"/>
                  </a:lnTo>
                  <a:lnTo>
                    <a:pt x="882567" y="688998"/>
                  </a:lnTo>
                  <a:lnTo>
                    <a:pt x="885258" y="688998"/>
                  </a:lnTo>
                  <a:lnTo>
                    <a:pt x="891985" y="691685"/>
                  </a:lnTo>
                  <a:lnTo>
                    <a:pt x="891985" y="694371"/>
                  </a:lnTo>
                  <a:lnTo>
                    <a:pt x="890640" y="695714"/>
                  </a:lnTo>
                  <a:lnTo>
                    <a:pt x="889294" y="703772"/>
                  </a:lnTo>
                  <a:lnTo>
                    <a:pt x="887949" y="706458"/>
                  </a:lnTo>
                  <a:lnTo>
                    <a:pt x="885258" y="706458"/>
                  </a:lnTo>
                  <a:lnTo>
                    <a:pt x="885258" y="709145"/>
                  </a:lnTo>
                  <a:lnTo>
                    <a:pt x="887949" y="711831"/>
                  </a:lnTo>
                  <a:lnTo>
                    <a:pt x="890640" y="710488"/>
                  </a:lnTo>
                  <a:lnTo>
                    <a:pt x="896021" y="711831"/>
                  </a:lnTo>
                  <a:lnTo>
                    <a:pt x="900057" y="715860"/>
                  </a:lnTo>
                  <a:lnTo>
                    <a:pt x="905438" y="718546"/>
                  </a:lnTo>
                  <a:lnTo>
                    <a:pt x="906784" y="717203"/>
                  </a:lnTo>
                  <a:lnTo>
                    <a:pt x="910820" y="714517"/>
                  </a:lnTo>
                  <a:lnTo>
                    <a:pt x="916202" y="715860"/>
                  </a:lnTo>
                  <a:lnTo>
                    <a:pt x="916202" y="718546"/>
                  </a:lnTo>
                  <a:lnTo>
                    <a:pt x="913511" y="721232"/>
                  </a:lnTo>
                  <a:lnTo>
                    <a:pt x="913511" y="725262"/>
                  </a:lnTo>
                  <a:lnTo>
                    <a:pt x="916202" y="727948"/>
                  </a:lnTo>
                  <a:lnTo>
                    <a:pt x="914856" y="731977"/>
                  </a:lnTo>
                  <a:lnTo>
                    <a:pt x="910820" y="738692"/>
                  </a:lnTo>
                  <a:lnTo>
                    <a:pt x="905438" y="741378"/>
                  </a:lnTo>
                  <a:lnTo>
                    <a:pt x="902748" y="740035"/>
                  </a:lnTo>
                  <a:lnTo>
                    <a:pt x="901402" y="737349"/>
                  </a:lnTo>
                  <a:lnTo>
                    <a:pt x="898711" y="736006"/>
                  </a:lnTo>
                  <a:lnTo>
                    <a:pt x="897366" y="731977"/>
                  </a:lnTo>
                  <a:lnTo>
                    <a:pt x="897366" y="727948"/>
                  </a:lnTo>
                  <a:lnTo>
                    <a:pt x="891985" y="723919"/>
                  </a:lnTo>
                  <a:lnTo>
                    <a:pt x="887949" y="722575"/>
                  </a:lnTo>
                  <a:lnTo>
                    <a:pt x="883913" y="719889"/>
                  </a:lnTo>
                  <a:lnTo>
                    <a:pt x="879876" y="718546"/>
                  </a:lnTo>
                  <a:lnTo>
                    <a:pt x="877186" y="721232"/>
                  </a:lnTo>
                  <a:lnTo>
                    <a:pt x="873149" y="721232"/>
                  </a:lnTo>
                  <a:lnTo>
                    <a:pt x="871804" y="719889"/>
                  </a:lnTo>
                  <a:lnTo>
                    <a:pt x="870459" y="715860"/>
                  </a:lnTo>
                  <a:lnTo>
                    <a:pt x="867768" y="713174"/>
                  </a:lnTo>
                  <a:lnTo>
                    <a:pt x="866422" y="713174"/>
                  </a:lnTo>
                  <a:lnTo>
                    <a:pt x="866422" y="715860"/>
                  </a:lnTo>
                  <a:lnTo>
                    <a:pt x="867768" y="718546"/>
                  </a:lnTo>
                  <a:lnTo>
                    <a:pt x="867768" y="723919"/>
                  </a:lnTo>
                  <a:lnTo>
                    <a:pt x="866422" y="727948"/>
                  </a:lnTo>
                  <a:lnTo>
                    <a:pt x="863732" y="729291"/>
                  </a:lnTo>
                  <a:lnTo>
                    <a:pt x="859696" y="729291"/>
                  </a:lnTo>
                  <a:lnTo>
                    <a:pt x="857005" y="730634"/>
                  </a:lnTo>
                  <a:lnTo>
                    <a:pt x="859696" y="731977"/>
                  </a:lnTo>
                  <a:lnTo>
                    <a:pt x="861041" y="734663"/>
                  </a:lnTo>
                  <a:lnTo>
                    <a:pt x="861041" y="737349"/>
                  </a:lnTo>
                  <a:lnTo>
                    <a:pt x="857005" y="742722"/>
                  </a:lnTo>
                  <a:lnTo>
                    <a:pt x="854314" y="744065"/>
                  </a:lnTo>
                  <a:lnTo>
                    <a:pt x="854314" y="745408"/>
                  </a:lnTo>
                  <a:lnTo>
                    <a:pt x="855660" y="748094"/>
                  </a:lnTo>
                  <a:lnTo>
                    <a:pt x="858350" y="749437"/>
                  </a:lnTo>
                  <a:lnTo>
                    <a:pt x="859696" y="754809"/>
                  </a:lnTo>
                  <a:lnTo>
                    <a:pt x="862387" y="756152"/>
                  </a:lnTo>
                  <a:lnTo>
                    <a:pt x="863732" y="761525"/>
                  </a:lnTo>
                  <a:lnTo>
                    <a:pt x="862387" y="766897"/>
                  </a:lnTo>
                  <a:lnTo>
                    <a:pt x="863732" y="768240"/>
                  </a:lnTo>
                  <a:lnTo>
                    <a:pt x="865077" y="764211"/>
                  </a:lnTo>
                  <a:lnTo>
                    <a:pt x="866422" y="761525"/>
                  </a:lnTo>
                  <a:lnTo>
                    <a:pt x="866422" y="757495"/>
                  </a:lnTo>
                  <a:lnTo>
                    <a:pt x="865077" y="756152"/>
                  </a:lnTo>
                  <a:lnTo>
                    <a:pt x="865077" y="752123"/>
                  </a:lnTo>
                  <a:lnTo>
                    <a:pt x="866422" y="748094"/>
                  </a:lnTo>
                  <a:lnTo>
                    <a:pt x="867768" y="748094"/>
                  </a:lnTo>
                  <a:lnTo>
                    <a:pt x="869113" y="750780"/>
                  </a:lnTo>
                  <a:lnTo>
                    <a:pt x="871804" y="753466"/>
                  </a:lnTo>
                  <a:lnTo>
                    <a:pt x="873149" y="757495"/>
                  </a:lnTo>
                  <a:lnTo>
                    <a:pt x="875840" y="760182"/>
                  </a:lnTo>
                  <a:lnTo>
                    <a:pt x="877186" y="758839"/>
                  </a:lnTo>
                  <a:lnTo>
                    <a:pt x="879876" y="758839"/>
                  </a:lnTo>
                  <a:lnTo>
                    <a:pt x="881222" y="760182"/>
                  </a:lnTo>
                  <a:lnTo>
                    <a:pt x="882567" y="758839"/>
                  </a:lnTo>
                  <a:lnTo>
                    <a:pt x="886603" y="757495"/>
                  </a:lnTo>
                  <a:lnTo>
                    <a:pt x="890640" y="758839"/>
                  </a:lnTo>
                  <a:lnTo>
                    <a:pt x="891985" y="761525"/>
                  </a:lnTo>
                  <a:lnTo>
                    <a:pt x="891985" y="765554"/>
                  </a:lnTo>
                  <a:lnTo>
                    <a:pt x="887949" y="770926"/>
                  </a:lnTo>
                  <a:lnTo>
                    <a:pt x="886603" y="774955"/>
                  </a:lnTo>
                  <a:lnTo>
                    <a:pt x="886603" y="778985"/>
                  </a:lnTo>
                  <a:lnTo>
                    <a:pt x="886603" y="784357"/>
                  </a:lnTo>
                  <a:lnTo>
                    <a:pt x="885258" y="785700"/>
                  </a:lnTo>
                  <a:lnTo>
                    <a:pt x="881222" y="785700"/>
                  </a:lnTo>
                  <a:lnTo>
                    <a:pt x="875840" y="787043"/>
                  </a:lnTo>
                  <a:lnTo>
                    <a:pt x="871804" y="785700"/>
                  </a:lnTo>
                  <a:lnTo>
                    <a:pt x="869113" y="784357"/>
                  </a:lnTo>
                  <a:lnTo>
                    <a:pt x="866422" y="784357"/>
                  </a:lnTo>
                  <a:lnTo>
                    <a:pt x="863732" y="787043"/>
                  </a:lnTo>
                  <a:lnTo>
                    <a:pt x="863732" y="789729"/>
                  </a:lnTo>
                  <a:lnTo>
                    <a:pt x="861041" y="792415"/>
                  </a:lnTo>
                  <a:lnTo>
                    <a:pt x="858350" y="792415"/>
                  </a:lnTo>
                  <a:lnTo>
                    <a:pt x="857005" y="792415"/>
                  </a:lnTo>
                  <a:lnTo>
                    <a:pt x="855660" y="795102"/>
                  </a:lnTo>
                  <a:lnTo>
                    <a:pt x="855660" y="797788"/>
                  </a:lnTo>
                  <a:lnTo>
                    <a:pt x="852969" y="799131"/>
                  </a:lnTo>
                  <a:lnTo>
                    <a:pt x="850278" y="797788"/>
                  </a:lnTo>
                  <a:lnTo>
                    <a:pt x="846242" y="795102"/>
                  </a:lnTo>
                  <a:lnTo>
                    <a:pt x="839515" y="791072"/>
                  </a:lnTo>
                  <a:lnTo>
                    <a:pt x="835479" y="787043"/>
                  </a:lnTo>
                  <a:lnTo>
                    <a:pt x="824716" y="777642"/>
                  </a:lnTo>
                  <a:lnTo>
                    <a:pt x="823371" y="773612"/>
                  </a:lnTo>
                  <a:lnTo>
                    <a:pt x="823371" y="770926"/>
                  </a:lnTo>
                  <a:lnTo>
                    <a:pt x="824716" y="769583"/>
                  </a:lnTo>
                  <a:lnTo>
                    <a:pt x="827407" y="769583"/>
                  </a:lnTo>
                  <a:lnTo>
                    <a:pt x="828752" y="770926"/>
                  </a:lnTo>
                  <a:lnTo>
                    <a:pt x="831443" y="772269"/>
                  </a:lnTo>
                  <a:lnTo>
                    <a:pt x="840860" y="776298"/>
                  </a:lnTo>
                  <a:lnTo>
                    <a:pt x="846242" y="780328"/>
                  </a:lnTo>
                  <a:lnTo>
                    <a:pt x="847587" y="778985"/>
                  </a:lnTo>
                  <a:lnTo>
                    <a:pt x="854314" y="777642"/>
                  </a:lnTo>
                  <a:lnTo>
                    <a:pt x="854314" y="774955"/>
                  </a:lnTo>
                  <a:lnTo>
                    <a:pt x="852969" y="773612"/>
                  </a:lnTo>
                  <a:lnTo>
                    <a:pt x="851623" y="773612"/>
                  </a:lnTo>
                  <a:lnTo>
                    <a:pt x="848933" y="774955"/>
                  </a:lnTo>
                  <a:lnTo>
                    <a:pt x="844896" y="773612"/>
                  </a:lnTo>
                  <a:lnTo>
                    <a:pt x="836824" y="768240"/>
                  </a:lnTo>
                  <a:lnTo>
                    <a:pt x="828752" y="764211"/>
                  </a:lnTo>
                  <a:lnTo>
                    <a:pt x="826061" y="764211"/>
                  </a:lnTo>
                  <a:lnTo>
                    <a:pt x="813953" y="760182"/>
                  </a:lnTo>
                  <a:lnTo>
                    <a:pt x="813953" y="757495"/>
                  </a:lnTo>
                  <a:lnTo>
                    <a:pt x="811262" y="756152"/>
                  </a:lnTo>
                  <a:lnTo>
                    <a:pt x="808571" y="756152"/>
                  </a:lnTo>
                  <a:lnTo>
                    <a:pt x="807226" y="758839"/>
                  </a:lnTo>
                  <a:lnTo>
                    <a:pt x="807226" y="762868"/>
                  </a:lnTo>
                  <a:lnTo>
                    <a:pt x="805881" y="770926"/>
                  </a:lnTo>
                  <a:lnTo>
                    <a:pt x="805881" y="773612"/>
                  </a:lnTo>
                  <a:lnTo>
                    <a:pt x="804535" y="776298"/>
                  </a:lnTo>
                  <a:lnTo>
                    <a:pt x="803190" y="774955"/>
                  </a:lnTo>
                  <a:lnTo>
                    <a:pt x="795118" y="765554"/>
                  </a:lnTo>
                  <a:lnTo>
                    <a:pt x="789736" y="756152"/>
                  </a:lnTo>
                  <a:lnTo>
                    <a:pt x="788391" y="753466"/>
                  </a:lnTo>
                  <a:lnTo>
                    <a:pt x="788391" y="750780"/>
                  </a:lnTo>
                  <a:lnTo>
                    <a:pt x="787045" y="748094"/>
                  </a:lnTo>
                  <a:lnTo>
                    <a:pt x="785700" y="748094"/>
                  </a:lnTo>
                  <a:lnTo>
                    <a:pt x="785700" y="749437"/>
                  </a:lnTo>
                  <a:lnTo>
                    <a:pt x="785700" y="752123"/>
                  </a:lnTo>
                  <a:lnTo>
                    <a:pt x="789736" y="754809"/>
                  </a:lnTo>
                  <a:lnTo>
                    <a:pt x="795118" y="764211"/>
                  </a:lnTo>
                  <a:lnTo>
                    <a:pt x="795118" y="766897"/>
                  </a:lnTo>
                  <a:lnTo>
                    <a:pt x="797808" y="769583"/>
                  </a:lnTo>
                  <a:lnTo>
                    <a:pt x="799154" y="772269"/>
                  </a:lnTo>
                  <a:lnTo>
                    <a:pt x="799154" y="774955"/>
                  </a:lnTo>
                  <a:lnTo>
                    <a:pt x="796463" y="774955"/>
                  </a:lnTo>
                  <a:lnTo>
                    <a:pt x="792427" y="776298"/>
                  </a:lnTo>
                  <a:lnTo>
                    <a:pt x="789736" y="778985"/>
                  </a:lnTo>
                  <a:lnTo>
                    <a:pt x="788391" y="781671"/>
                  </a:lnTo>
                  <a:lnTo>
                    <a:pt x="784354" y="783014"/>
                  </a:lnTo>
                  <a:lnTo>
                    <a:pt x="781664" y="785700"/>
                  </a:lnTo>
                  <a:lnTo>
                    <a:pt x="777628" y="787043"/>
                  </a:lnTo>
                  <a:lnTo>
                    <a:pt x="773592" y="787043"/>
                  </a:lnTo>
                  <a:lnTo>
                    <a:pt x="770901" y="784357"/>
                  </a:lnTo>
                  <a:lnTo>
                    <a:pt x="768210" y="784357"/>
                  </a:lnTo>
                  <a:lnTo>
                    <a:pt x="765519" y="783014"/>
                  </a:lnTo>
                  <a:lnTo>
                    <a:pt x="764174" y="780328"/>
                  </a:lnTo>
                  <a:lnTo>
                    <a:pt x="758792" y="776298"/>
                  </a:lnTo>
                  <a:lnTo>
                    <a:pt x="756102" y="774955"/>
                  </a:lnTo>
                  <a:lnTo>
                    <a:pt x="756102" y="772269"/>
                  </a:lnTo>
                  <a:lnTo>
                    <a:pt x="754756" y="769583"/>
                  </a:lnTo>
                  <a:lnTo>
                    <a:pt x="753411" y="768240"/>
                  </a:lnTo>
                  <a:lnTo>
                    <a:pt x="752065" y="769583"/>
                  </a:lnTo>
                  <a:lnTo>
                    <a:pt x="752065" y="773612"/>
                  </a:lnTo>
                  <a:lnTo>
                    <a:pt x="753411" y="776298"/>
                  </a:lnTo>
                  <a:lnTo>
                    <a:pt x="757447" y="778985"/>
                  </a:lnTo>
                  <a:lnTo>
                    <a:pt x="761483" y="783014"/>
                  </a:lnTo>
                  <a:lnTo>
                    <a:pt x="764174" y="787043"/>
                  </a:lnTo>
                  <a:lnTo>
                    <a:pt x="764174" y="789729"/>
                  </a:lnTo>
                  <a:lnTo>
                    <a:pt x="761483" y="791072"/>
                  </a:lnTo>
                  <a:lnTo>
                    <a:pt x="753411" y="791072"/>
                  </a:lnTo>
                  <a:lnTo>
                    <a:pt x="748030" y="789729"/>
                  </a:lnTo>
                  <a:lnTo>
                    <a:pt x="743993" y="791072"/>
                  </a:lnTo>
                  <a:lnTo>
                    <a:pt x="741303" y="793758"/>
                  </a:lnTo>
                  <a:lnTo>
                    <a:pt x="742648" y="795102"/>
                  </a:lnTo>
                  <a:lnTo>
                    <a:pt x="743993" y="795102"/>
                  </a:lnTo>
                  <a:lnTo>
                    <a:pt x="745339" y="797788"/>
                  </a:lnTo>
                  <a:lnTo>
                    <a:pt x="746684" y="800474"/>
                  </a:lnTo>
                  <a:lnTo>
                    <a:pt x="748030" y="797788"/>
                  </a:lnTo>
                  <a:lnTo>
                    <a:pt x="749375" y="795102"/>
                  </a:lnTo>
                  <a:lnTo>
                    <a:pt x="753411" y="795102"/>
                  </a:lnTo>
                  <a:lnTo>
                    <a:pt x="757447" y="796445"/>
                  </a:lnTo>
                  <a:lnTo>
                    <a:pt x="761483" y="797788"/>
                  </a:lnTo>
                  <a:lnTo>
                    <a:pt x="764174" y="796445"/>
                  </a:lnTo>
                  <a:lnTo>
                    <a:pt x="764174" y="793758"/>
                  </a:lnTo>
                  <a:lnTo>
                    <a:pt x="766865" y="792415"/>
                  </a:lnTo>
                  <a:lnTo>
                    <a:pt x="772246" y="792415"/>
                  </a:lnTo>
                  <a:lnTo>
                    <a:pt x="776282" y="792415"/>
                  </a:lnTo>
                  <a:lnTo>
                    <a:pt x="777628" y="793758"/>
                  </a:lnTo>
                  <a:lnTo>
                    <a:pt x="780318" y="796445"/>
                  </a:lnTo>
                  <a:lnTo>
                    <a:pt x="785700" y="797788"/>
                  </a:lnTo>
                  <a:lnTo>
                    <a:pt x="788391" y="800474"/>
                  </a:lnTo>
                  <a:lnTo>
                    <a:pt x="789736" y="803160"/>
                  </a:lnTo>
                  <a:lnTo>
                    <a:pt x="788391" y="805846"/>
                  </a:lnTo>
                  <a:lnTo>
                    <a:pt x="785700" y="807189"/>
                  </a:lnTo>
                  <a:lnTo>
                    <a:pt x="783009" y="809875"/>
                  </a:lnTo>
                  <a:lnTo>
                    <a:pt x="778973" y="809875"/>
                  </a:lnTo>
                  <a:lnTo>
                    <a:pt x="774937" y="809875"/>
                  </a:lnTo>
                  <a:lnTo>
                    <a:pt x="770901" y="813905"/>
                  </a:lnTo>
                  <a:lnTo>
                    <a:pt x="766865" y="815248"/>
                  </a:lnTo>
                  <a:lnTo>
                    <a:pt x="762829" y="813905"/>
                  </a:lnTo>
                  <a:lnTo>
                    <a:pt x="758792" y="808532"/>
                  </a:lnTo>
                  <a:lnTo>
                    <a:pt x="756102" y="807189"/>
                  </a:lnTo>
                  <a:lnTo>
                    <a:pt x="753411" y="807189"/>
                  </a:lnTo>
                  <a:lnTo>
                    <a:pt x="752065" y="809875"/>
                  </a:lnTo>
                  <a:lnTo>
                    <a:pt x="749375" y="809875"/>
                  </a:lnTo>
                  <a:lnTo>
                    <a:pt x="748030" y="808532"/>
                  </a:lnTo>
                  <a:lnTo>
                    <a:pt x="745339" y="808532"/>
                  </a:lnTo>
                  <a:lnTo>
                    <a:pt x="745339" y="809875"/>
                  </a:lnTo>
                  <a:lnTo>
                    <a:pt x="748030" y="809875"/>
                  </a:lnTo>
                  <a:lnTo>
                    <a:pt x="753411" y="809875"/>
                  </a:lnTo>
                  <a:lnTo>
                    <a:pt x="756102" y="808532"/>
                  </a:lnTo>
                  <a:lnTo>
                    <a:pt x="758792" y="809875"/>
                  </a:lnTo>
                  <a:lnTo>
                    <a:pt x="760138" y="812562"/>
                  </a:lnTo>
                  <a:lnTo>
                    <a:pt x="758792" y="815248"/>
                  </a:lnTo>
                  <a:lnTo>
                    <a:pt x="754756" y="816591"/>
                  </a:lnTo>
                  <a:lnTo>
                    <a:pt x="750720" y="819277"/>
                  </a:lnTo>
                  <a:lnTo>
                    <a:pt x="749375" y="820620"/>
                  </a:lnTo>
                  <a:lnTo>
                    <a:pt x="752065" y="820620"/>
                  </a:lnTo>
                  <a:lnTo>
                    <a:pt x="754756" y="819277"/>
                  </a:lnTo>
                  <a:lnTo>
                    <a:pt x="760138" y="817934"/>
                  </a:lnTo>
                  <a:lnTo>
                    <a:pt x="761483" y="817934"/>
                  </a:lnTo>
                  <a:lnTo>
                    <a:pt x="762829" y="820620"/>
                  </a:lnTo>
                  <a:lnTo>
                    <a:pt x="762829" y="823306"/>
                  </a:lnTo>
                  <a:lnTo>
                    <a:pt x="764174" y="823306"/>
                  </a:lnTo>
                  <a:lnTo>
                    <a:pt x="766865" y="819277"/>
                  </a:lnTo>
                  <a:lnTo>
                    <a:pt x="769556" y="817934"/>
                  </a:lnTo>
                  <a:lnTo>
                    <a:pt x="772246" y="817934"/>
                  </a:lnTo>
                  <a:lnTo>
                    <a:pt x="776282" y="813905"/>
                  </a:lnTo>
                  <a:lnTo>
                    <a:pt x="777628" y="813905"/>
                  </a:lnTo>
                  <a:lnTo>
                    <a:pt x="780318" y="815248"/>
                  </a:lnTo>
                  <a:lnTo>
                    <a:pt x="787045" y="819277"/>
                  </a:lnTo>
                  <a:lnTo>
                    <a:pt x="789736" y="819277"/>
                  </a:lnTo>
                  <a:lnTo>
                    <a:pt x="791081" y="820620"/>
                  </a:lnTo>
                  <a:lnTo>
                    <a:pt x="791081" y="823306"/>
                  </a:lnTo>
                  <a:lnTo>
                    <a:pt x="789736" y="831365"/>
                  </a:lnTo>
                  <a:lnTo>
                    <a:pt x="787045" y="834051"/>
                  </a:lnTo>
                  <a:lnTo>
                    <a:pt x="781664" y="835394"/>
                  </a:lnTo>
                  <a:lnTo>
                    <a:pt x="777628" y="835394"/>
                  </a:lnTo>
                  <a:lnTo>
                    <a:pt x="773592" y="834051"/>
                  </a:lnTo>
                  <a:lnTo>
                    <a:pt x="765519" y="834051"/>
                  </a:lnTo>
                  <a:lnTo>
                    <a:pt x="764174" y="832708"/>
                  </a:lnTo>
                  <a:lnTo>
                    <a:pt x="760138" y="835394"/>
                  </a:lnTo>
                  <a:lnTo>
                    <a:pt x="761483" y="836737"/>
                  </a:lnTo>
                  <a:lnTo>
                    <a:pt x="766865" y="835394"/>
                  </a:lnTo>
                  <a:lnTo>
                    <a:pt x="772246" y="835394"/>
                  </a:lnTo>
                  <a:lnTo>
                    <a:pt x="778973" y="838080"/>
                  </a:lnTo>
                  <a:lnTo>
                    <a:pt x="780318" y="840766"/>
                  </a:lnTo>
                  <a:lnTo>
                    <a:pt x="780318" y="843452"/>
                  </a:lnTo>
                  <a:lnTo>
                    <a:pt x="784354" y="839423"/>
                  </a:lnTo>
                  <a:lnTo>
                    <a:pt x="788391" y="838080"/>
                  </a:lnTo>
                  <a:lnTo>
                    <a:pt x="793772" y="838080"/>
                  </a:lnTo>
                  <a:lnTo>
                    <a:pt x="797808" y="840766"/>
                  </a:lnTo>
                  <a:lnTo>
                    <a:pt x="799154" y="843452"/>
                  </a:lnTo>
                  <a:lnTo>
                    <a:pt x="807226" y="848825"/>
                  </a:lnTo>
                  <a:lnTo>
                    <a:pt x="808571" y="850168"/>
                  </a:lnTo>
                  <a:lnTo>
                    <a:pt x="808571" y="852854"/>
                  </a:lnTo>
                  <a:lnTo>
                    <a:pt x="811262" y="852854"/>
                  </a:lnTo>
                  <a:lnTo>
                    <a:pt x="812607" y="854197"/>
                  </a:lnTo>
                  <a:lnTo>
                    <a:pt x="813953" y="854197"/>
                  </a:lnTo>
                  <a:lnTo>
                    <a:pt x="817989" y="858226"/>
                  </a:lnTo>
                  <a:lnTo>
                    <a:pt x="820680" y="859569"/>
                  </a:lnTo>
                  <a:lnTo>
                    <a:pt x="822025" y="862255"/>
                  </a:lnTo>
                  <a:lnTo>
                    <a:pt x="823371" y="864942"/>
                  </a:lnTo>
                  <a:lnTo>
                    <a:pt x="824716" y="864942"/>
                  </a:lnTo>
                  <a:lnTo>
                    <a:pt x="826061" y="867628"/>
                  </a:lnTo>
                  <a:lnTo>
                    <a:pt x="827407" y="868971"/>
                  </a:lnTo>
                  <a:lnTo>
                    <a:pt x="827407" y="870314"/>
                  </a:lnTo>
                  <a:lnTo>
                    <a:pt x="824716" y="875686"/>
                  </a:lnTo>
                  <a:lnTo>
                    <a:pt x="822025" y="877029"/>
                  </a:lnTo>
                  <a:lnTo>
                    <a:pt x="820680" y="879715"/>
                  </a:lnTo>
                  <a:lnTo>
                    <a:pt x="819334" y="883745"/>
                  </a:lnTo>
                  <a:lnTo>
                    <a:pt x="819334" y="885088"/>
                  </a:lnTo>
                  <a:lnTo>
                    <a:pt x="822025" y="881058"/>
                  </a:lnTo>
                  <a:lnTo>
                    <a:pt x="826061" y="877029"/>
                  </a:lnTo>
                  <a:lnTo>
                    <a:pt x="828752" y="875686"/>
                  </a:lnTo>
                  <a:lnTo>
                    <a:pt x="830098" y="877029"/>
                  </a:lnTo>
                  <a:lnTo>
                    <a:pt x="828752" y="879715"/>
                  </a:lnTo>
                  <a:lnTo>
                    <a:pt x="827407" y="883745"/>
                  </a:lnTo>
                  <a:lnTo>
                    <a:pt x="828752" y="882402"/>
                  </a:lnTo>
                  <a:lnTo>
                    <a:pt x="830098" y="879715"/>
                  </a:lnTo>
                  <a:lnTo>
                    <a:pt x="831443" y="877029"/>
                  </a:lnTo>
                  <a:lnTo>
                    <a:pt x="834134" y="877029"/>
                  </a:lnTo>
                  <a:lnTo>
                    <a:pt x="836824" y="879715"/>
                  </a:lnTo>
                  <a:lnTo>
                    <a:pt x="835479" y="882402"/>
                  </a:lnTo>
                  <a:lnTo>
                    <a:pt x="831443" y="885088"/>
                  </a:lnTo>
                  <a:lnTo>
                    <a:pt x="827407" y="887774"/>
                  </a:lnTo>
                  <a:lnTo>
                    <a:pt x="826061" y="890460"/>
                  </a:lnTo>
                  <a:lnTo>
                    <a:pt x="826061" y="893146"/>
                  </a:lnTo>
                  <a:lnTo>
                    <a:pt x="827407" y="894489"/>
                  </a:lnTo>
                  <a:lnTo>
                    <a:pt x="827407" y="897175"/>
                  </a:lnTo>
                  <a:lnTo>
                    <a:pt x="826061" y="902548"/>
                  </a:lnTo>
                  <a:lnTo>
                    <a:pt x="826061" y="903891"/>
                  </a:lnTo>
                  <a:lnTo>
                    <a:pt x="828752" y="902548"/>
                  </a:lnTo>
                  <a:lnTo>
                    <a:pt x="830098" y="895832"/>
                  </a:lnTo>
                  <a:lnTo>
                    <a:pt x="832788" y="890460"/>
                  </a:lnTo>
                  <a:lnTo>
                    <a:pt x="836824" y="887774"/>
                  </a:lnTo>
                  <a:lnTo>
                    <a:pt x="838169" y="887774"/>
                  </a:lnTo>
                  <a:lnTo>
                    <a:pt x="838169" y="890460"/>
                  </a:lnTo>
                  <a:lnTo>
                    <a:pt x="835479" y="894489"/>
                  </a:lnTo>
                  <a:lnTo>
                    <a:pt x="834134" y="898519"/>
                  </a:lnTo>
                  <a:lnTo>
                    <a:pt x="834134" y="901205"/>
                  </a:lnTo>
                  <a:lnTo>
                    <a:pt x="836824" y="899862"/>
                  </a:lnTo>
                  <a:lnTo>
                    <a:pt x="838169" y="901205"/>
                  </a:lnTo>
                  <a:lnTo>
                    <a:pt x="838169" y="905234"/>
                  </a:lnTo>
                  <a:lnTo>
                    <a:pt x="835479" y="907920"/>
                  </a:lnTo>
                  <a:lnTo>
                    <a:pt x="831443" y="909263"/>
                  </a:lnTo>
                  <a:lnTo>
                    <a:pt x="830098" y="911949"/>
                  </a:lnTo>
                  <a:lnTo>
                    <a:pt x="830098" y="914635"/>
                  </a:lnTo>
                  <a:lnTo>
                    <a:pt x="835479" y="913292"/>
                  </a:lnTo>
                  <a:lnTo>
                    <a:pt x="836824" y="914635"/>
                  </a:lnTo>
                  <a:lnTo>
                    <a:pt x="836824" y="917322"/>
                  </a:lnTo>
                  <a:lnTo>
                    <a:pt x="835479" y="920008"/>
                  </a:lnTo>
                  <a:lnTo>
                    <a:pt x="838169" y="920008"/>
                  </a:lnTo>
                  <a:lnTo>
                    <a:pt x="839515" y="922694"/>
                  </a:lnTo>
                  <a:lnTo>
                    <a:pt x="838169" y="924037"/>
                  </a:lnTo>
                  <a:lnTo>
                    <a:pt x="838169" y="929409"/>
                  </a:lnTo>
                  <a:lnTo>
                    <a:pt x="836824" y="932095"/>
                  </a:lnTo>
                  <a:lnTo>
                    <a:pt x="836824" y="940154"/>
                  </a:lnTo>
                  <a:lnTo>
                    <a:pt x="836824" y="942840"/>
                  </a:lnTo>
                  <a:lnTo>
                    <a:pt x="836824" y="946869"/>
                  </a:lnTo>
                  <a:lnTo>
                    <a:pt x="834134" y="948212"/>
                  </a:lnTo>
                  <a:lnTo>
                    <a:pt x="831443" y="948212"/>
                  </a:lnTo>
                  <a:lnTo>
                    <a:pt x="830098" y="948212"/>
                  </a:lnTo>
                  <a:lnTo>
                    <a:pt x="828752" y="946869"/>
                  </a:lnTo>
                  <a:lnTo>
                    <a:pt x="830098" y="944183"/>
                  </a:lnTo>
                  <a:lnTo>
                    <a:pt x="828752" y="941497"/>
                  </a:lnTo>
                  <a:lnTo>
                    <a:pt x="826061" y="940154"/>
                  </a:lnTo>
                  <a:lnTo>
                    <a:pt x="823371" y="941497"/>
                  </a:lnTo>
                  <a:lnTo>
                    <a:pt x="822025" y="942840"/>
                  </a:lnTo>
                  <a:lnTo>
                    <a:pt x="819334" y="941497"/>
                  </a:lnTo>
                  <a:lnTo>
                    <a:pt x="819334" y="938811"/>
                  </a:lnTo>
                  <a:lnTo>
                    <a:pt x="822025" y="934782"/>
                  </a:lnTo>
                  <a:lnTo>
                    <a:pt x="820680" y="930752"/>
                  </a:lnTo>
                  <a:lnTo>
                    <a:pt x="820680" y="926723"/>
                  </a:lnTo>
                  <a:lnTo>
                    <a:pt x="822025" y="922694"/>
                  </a:lnTo>
                  <a:lnTo>
                    <a:pt x="820680" y="920008"/>
                  </a:lnTo>
                  <a:lnTo>
                    <a:pt x="819334" y="920008"/>
                  </a:lnTo>
                  <a:lnTo>
                    <a:pt x="817989" y="922694"/>
                  </a:lnTo>
                  <a:lnTo>
                    <a:pt x="816644" y="928066"/>
                  </a:lnTo>
                  <a:lnTo>
                    <a:pt x="816644" y="934782"/>
                  </a:lnTo>
                  <a:lnTo>
                    <a:pt x="816644" y="940154"/>
                  </a:lnTo>
                  <a:lnTo>
                    <a:pt x="816644" y="942840"/>
                  </a:lnTo>
                  <a:lnTo>
                    <a:pt x="815298" y="944183"/>
                  </a:lnTo>
                  <a:lnTo>
                    <a:pt x="812607" y="944183"/>
                  </a:lnTo>
                  <a:lnTo>
                    <a:pt x="809917" y="945526"/>
                  </a:lnTo>
                  <a:lnTo>
                    <a:pt x="807226" y="946869"/>
                  </a:lnTo>
                  <a:lnTo>
                    <a:pt x="804535" y="944183"/>
                  </a:lnTo>
                  <a:lnTo>
                    <a:pt x="797808" y="938811"/>
                  </a:lnTo>
                  <a:lnTo>
                    <a:pt x="793772" y="930752"/>
                  </a:lnTo>
                  <a:lnTo>
                    <a:pt x="789736" y="926723"/>
                  </a:lnTo>
                  <a:lnTo>
                    <a:pt x="787045" y="924037"/>
                  </a:lnTo>
                  <a:lnTo>
                    <a:pt x="785700" y="915978"/>
                  </a:lnTo>
                  <a:lnTo>
                    <a:pt x="783009" y="911949"/>
                  </a:lnTo>
                  <a:lnTo>
                    <a:pt x="780318" y="909263"/>
                  </a:lnTo>
                  <a:lnTo>
                    <a:pt x="778973" y="903891"/>
                  </a:lnTo>
                  <a:lnTo>
                    <a:pt x="780318" y="898519"/>
                  </a:lnTo>
                  <a:lnTo>
                    <a:pt x="781664" y="895832"/>
                  </a:lnTo>
                  <a:lnTo>
                    <a:pt x="780318" y="893146"/>
                  </a:lnTo>
                  <a:lnTo>
                    <a:pt x="778973" y="893146"/>
                  </a:lnTo>
                  <a:lnTo>
                    <a:pt x="773592" y="894489"/>
                  </a:lnTo>
                  <a:lnTo>
                    <a:pt x="772246" y="897175"/>
                  </a:lnTo>
                  <a:lnTo>
                    <a:pt x="769556" y="894489"/>
                  </a:lnTo>
                  <a:lnTo>
                    <a:pt x="761483" y="883745"/>
                  </a:lnTo>
                  <a:lnTo>
                    <a:pt x="761483" y="879715"/>
                  </a:lnTo>
                  <a:lnTo>
                    <a:pt x="760138" y="877029"/>
                  </a:lnTo>
                  <a:lnTo>
                    <a:pt x="757447" y="878372"/>
                  </a:lnTo>
                  <a:lnTo>
                    <a:pt x="752065" y="879715"/>
                  </a:lnTo>
                  <a:lnTo>
                    <a:pt x="748030" y="878372"/>
                  </a:lnTo>
                  <a:lnTo>
                    <a:pt x="746684" y="879715"/>
                  </a:lnTo>
                  <a:lnTo>
                    <a:pt x="743993" y="881058"/>
                  </a:lnTo>
                  <a:lnTo>
                    <a:pt x="741303" y="879715"/>
                  </a:lnTo>
                  <a:lnTo>
                    <a:pt x="738612" y="875686"/>
                  </a:lnTo>
                  <a:lnTo>
                    <a:pt x="738612" y="873000"/>
                  </a:lnTo>
                  <a:lnTo>
                    <a:pt x="731885" y="867628"/>
                  </a:lnTo>
                  <a:lnTo>
                    <a:pt x="731885" y="864942"/>
                  </a:lnTo>
                  <a:lnTo>
                    <a:pt x="729194" y="862255"/>
                  </a:lnTo>
                  <a:lnTo>
                    <a:pt x="727849" y="856883"/>
                  </a:lnTo>
                  <a:lnTo>
                    <a:pt x="725158" y="854197"/>
                  </a:lnTo>
                  <a:lnTo>
                    <a:pt x="723812" y="856883"/>
                  </a:lnTo>
                  <a:lnTo>
                    <a:pt x="723812" y="860912"/>
                  </a:lnTo>
                  <a:lnTo>
                    <a:pt x="723812" y="863598"/>
                  </a:lnTo>
                  <a:lnTo>
                    <a:pt x="718431" y="866285"/>
                  </a:lnTo>
                  <a:lnTo>
                    <a:pt x="717086" y="867628"/>
                  </a:lnTo>
                  <a:lnTo>
                    <a:pt x="721122" y="867628"/>
                  </a:lnTo>
                  <a:lnTo>
                    <a:pt x="723812" y="868971"/>
                  </a:lnTo>
                  <a:lnTo>
                    <a:pt x="726503" y="873000"/>
                  </a:lnTo>
                  <a:lnTo>
                    <a:pt x="729194" y="877029"/>
                  </a:lnTo>
                  <a:lnTo>
                    <a:pt x="727849" y="879715"/>
                  </a:lnTo>
                  <a:lnTo>
                    <a:pt x="722467" y="879715"/>
                  </a:lnTo>
                  <a:lnTo>
                    <a:pt x="719777" y="882402"/>
                  </a:lnTo>
                  <a:lnTo>
                    <a:pt x="715741" y="885088"/>
                  </a:lnTo>
                  <a:lnTo>
                    <a:pt x="713050" y="882402"/>
                  </a:lnTo>
                  <a:lnTo>
                    <a:pt x="713050" y="885088"/>
                  </a:lnTo>
                  <a:lnTo>
                    <a:pt x="715741" y="887774"/>
                  </a:lnTo>
                  <a:lnTo>
                    <a:pt x="718431" y="887774"/>
                  </a:lnTo>
                  <a:lnTo>
                    <a:pt x="723812" y="883745"/>
                  </a:lnTo>
                  <a:lnTo>
                    <a:pt x="726503" y="883745"/>
                  </a:lnTo>
                  <a:lnTo>
                    <a:pt x="731885" y="881058"/>
                  </a:lnTo>
                  <a:lnTo>
                    <a:pt x="733230" y="882402"/>
                  </a:lnTo>
                  <a:lnTo>
                    <a:pt x="733230" y="885088"/>
                  </a:lnTo>
                  <a:lnTo>
                    <a:pt x="734576" y="887774"/>
                  </a:lnTo>
                  <a:lnTo>
                    <a:pt x="739957" y="885088"/>
                  </a:lnTo>
                  <a:lnTo>
                    <a:pt x="741303" y="885088"/>
                  </a:lnTo>
                  <a:lnTo>
                    <a:pt x="753411" y="889117"/>
                  </a:lnTo>
                  <a:lnTo>
                    <a:pt x="757447" y="891803"/>
                  </a:lnTo>
                  <a:lnTo>
                    <a:pt x="760138" y="891803"/>
                  </a:lnTo>
                  <a:lnTo>
                    <a:pt x="761483" y="895832"/>
                  </a:lnTo>
                  <a:lnTo>
                    <a:pt x="764174" y="901205"/>
                  </a:lnTo>
                  <a:lnTo>
                    <a:pt x="762829" y="905234"/>
                  </a:lnTo>
                  <a:lnTo>
                    <a:pt x="760138" y="906577"/>
                  </a:lnTo>
                  <a:lnTo>
                    <a:pt x="757447" y="909263"/>
                  </a:lnTo>
                  <a:lnTo>
                    <a:pt x="754756" y="910606"/>
                  </a:lnTo>
                  <a:lnTo>
                    <a:pt x="750720" y="910606"/>
                  </a:lnTo>
                  <a:lnTo>
                    <a:pt x="738612" y="917322"/>
                  </a:lnTo>
                  <a:lnTo>
                    <a:pt x="731885" y="917322"/>
                  </a:lnTo>
                  <a:lnTo>
                    <a:pt x="727849" y="918665"/>
                  </a:lnTo>
                  <a:lnTo>
                    <a:pt x="725158" y="915978"/>
                  </a:lnTo>
                  <a:lnTo>
                    <a:pt x="722467" y="911949"/>
                  </a:lnTo>
                  <a:lnTo>
                    <a:pt x="722467" y="909263"/>
                  </a:lnTo>
                  <a:lnTo>
                    <a:pt x="721122" y="906577"/>
                  </a:lnTo>
                  <a:lnTo>
                    <a:pt x="718431" y="905234"/>
                  </a:lnTo>
                  <a:lnTo>
                    <a:pt x="718431" y="910606"/>
                  </a:lnTo>
                  <a:lnTo>
                    <a:pt x="719777" y="911949"/>
                  </a:lnTo>
                  <a:lnTo>
                    <a:pt x="721122" y="914635"/>
                  </a:lnTo>
                  <a:lnTo>
                    <a:pt x="719777" y="915978"/>
                  </a:lnTo>
                  <a:lnTo>
                    <a:pt x="715741" y="914635"/>
                  </a:lnTo>
                  <a:lnTo>
                    <a:pt x="715741" y="913292"/>
                  </a:lnTo>
                  <a:lnTo>
                    <a:pt x="714395" y="913292"/>
                  </a:lnTo>
                  <a:lnTo>
                    <a:pt x="710359" y="915978"/>
                  </a:lnTo>
                  <a:lnTo>
                    <a:pt x="711704" y="917322"/>
                  </a:lnTo>
                  <a:lnTo>
                    <a:pt x="715741" y="918665"/>
                  </a:lnTo>
                  <a:lnTo>
                    <a:pt x="718431" y="921351"/>
                  </a:lnTo>
                  <a:lnTo>
                    <a:pt x="718431" y="924037"/>
                  </a:lnTo>
                  <a:lnTo>
                    <a:pt x="715741" y="926723"/>
                  </a:lnTo>
                  <a:lnTo>
                    <a:pt x="714395" y="928066"/>
                  </a:lnTo>
                  <a:lnTo>
                    <a:pt x="711704" y="928066"/>
                  </a:lnTo>
                  <a:lnTo>
                    <a:pt x="710359" y="930752"/>
                  </a:lnTo>
                  <a:lnTo>
                    <a:pt x="710359" y="934782"/>
                  </a:lnTo>
                  <a:lnTo>
                    <a:pt x="707668" y="937468"/>
                  </a:lnTo>
                  <a:lnTo>
                    <a:pt x="698250" y="941497"/>
                  </a:lnTo>
                  <a:lnTo>
                    <a:pt x="694214" y="941497"/>
                  </a:lnTo>
                  <a:lnTo>
                    <a:pt x="691524" y="941497"/>
                  </a:lnTo>
                  <a:lnTo>
                    <a:pt x="687488" y="945526"/>
                  </a:lnTo>
                  <a:lnTo>
                    <a:pt x="686142" y="948212"/>
                  </a:lnTo>
                  <a:lnTo>
                    <a:pt x="687488" y="949555"/>
                  </a:lnTo>
                  <a:lnTo>
                    <a:pt x="695560" y="945526"/>
                  </a:lnTo>
                  <a:lnTo>
                    <a:pt x="700941" y="945526"/>
                  </a:lnTo>
                  <a:lnTo>
                    <a:pt x="704977" y="944183"/>
                  </a:lnTo>
                  <a:lnTo>
                    <a:pt x="707668" y="945526"/>
                  </a:lnTo>
                  <a:lnTo>
                    <a:pt x="709014" y="948212"/>
                  </a:lnTo>
                  <a:lnTo>
                    <a:pt x="714395" y="949555"/>
                  </a:lnTo>
                  <a:lnTo>
                    <a:pt x="718431" y="949555"/>
                  </a:lnTo>
                  <a:lnTo>
                    <a:pt x="723812" y="948212"/>
                  </a:lnTo>
                  <a:lnTo>
                    <a:pt x="731885" y="948212"/>
                  </a:lnTo>
                  <a:lnTo>
                    <a:pt x="735921" y="949555"/>
                  </a:lnTo>
                  <a:lnTo>
                    <a:pt x="739957" y="948212"/>
                  </a:lnTo>
                  <a:lnTo>
                    <a:pt x="742648" y="948212"/>
                  </a:lnTo>
                  <a:lnTo>
                    <a:pt x="743993" y="949555"/>
                  </a:lnTo>
                  <a:lnTo>
                    <a:pt x="746684" y="949555"/>
                  </a:lnTo>
                  <a:lnTo>
                    <a:pt x="748030" y="952242"/>
                  </a:lnTo>
                  <a:lnTo>
                    <a:pt x="746684" y="954928"/>
                  </a:lnTo>
                  <a:lnTo>
                    <a:pt x="742648" y="956271"/>
                  </a:lnTo>
                  <a:lnTo>
                    <a:pt x="737266" y="954928"/>
                  </a:lnTo>
                  <a:lnTo>
                    <a:pt x="733230" y="954928"/>
                  </a:lnTo>
                  <a:lnTo>
                    <a:pt x="729194" y="958957"/>
                  </a:lnTo>
                  <a:lnTo>
                    <a:pt x="722467" y="960300"/>
                  </a:lnTo>
                  <a:lnTo>
                    <a:pt x="718431" y="962986"/>
                  </a:lnTo>
                  <a:lnTo>
                    <a:pt x="715741" y="961643"/>
                  </a:lnTo>
                  <a:lnTo>
                    <a:pt x="713050" y="958957"/>
                  </a:lnTo>
                  <a:lnTo>
                    <a:pt x="707668" y="958957"/>
                  </a:lnTo>
                  <a:lnTo>
                    <a:pt x="704977" y="961643"/>
                  </a:lnTo>
                  <a:lnTo>
                    <a:pt x="706323" y="964329"/>
                  </a:lnTo>
                  <a:lnTo>
                    <a:pt x="709014" y="962986"/>
                  </a:lnTo>
                  <a:lnTo>
                    <a:pt x="711704" y="964329"/>
                  </a:lnTo>
                  <a:lnTo>
                    <a:pt x="719777" y="964329"/>
                  </a:lnTo>
                  <a:lnTo>
                    <a:pt x="722467" y="965672"/>
                  </a:lnTo>
                  <a:lnTo>
                    <a:pt x="725158" y="968358"/>
                  </a:lnTo>
                  <a:lnTo>
                    <a:pt x="726503" y="965672"/>
                  </a:lnTo>
                  <a:lnTo>
                    <a:pt x="733230" y="960300"/>
                  </a:lnTo>
                  <a:cubicBezTo>
                    <a:pt x="733230" y="960300"/>
                    <a:pt x="735921" y="960300"/>
                    <a:pt x="737266" y="960300"/>
                  </a:cubicBezTo>
                  <a:cubicBezTo>
                    <a:pt x="738612" y="960300"/>
                    <a:pt x="739957" y="958957"/>
                    <a:pt x="739957" y="958957"/>
                  </a:cubicBezTo>
                  <a:lnTo>
                    <a:pt x="742648" y="960300"/>
                  </a:lnTo>
                  <a:lnTo>
                    <a:pt x="743993" y="961643"/>
                  </a:lnTo>
                  <a:lnTo>
                    <a:pt x="746684" y="960300"/>
                  </a:lnTo>
                  <a:lnTo>
                    <a:pt x="753411" y="960300"/>
                  </a:lnTo>
                  <a:lnTo>
                    <a:pt x="757447" y="958957"/>
                  </a:lnTo>
                  <a:lnTo>
                    <a:pt x="764174" y="953585"/>
                  </a:lnTo>
                  <a:lnTo>
                    <a:pt x="766865" y="950898"/>
                  </a:lnTo>
                  <a:lnTo>
                    <a:pt x="766865" y="952242"/>
                  </a:lnTo>
                  <a:lnTo>
                    <a:pt x="765519" y="954928"/>
                  </a:lnTo>
                  <a:lnTo>
                    <a:pt x="766865" y="956271"/>
                  </a:lnTo>
                  <a:lnTo>
                    <a:pt x="769556" y="953585"/>
                  </a:lnTo>
                  <a:lnTo>
                    <a:pt x="770901" y="953585"/>
                  </a:lnTo>
                  <a:lnTo>
                    <a:pt x="772246" y="956271"/>
                  </a:lnTo>
                  <a:lnTo>
                    <a:pt x="778973" y="961643"/>
                  </a:lnTo>
                  <a:lnTo>
                    <a:pt x="785700" y="962986"/>
                  </a:lnTo>
                  <a:lnTo>
                    <a:pt x="791081" y="965672"/>
                  </a:lnTo>
                  <a:lnTo>
                    <a:pt x="797808" y="967015"/>
                  </a:lnTo>
                  <a:lnTo>
                    <a:pt x="801845" y="967015"/>
                  </a:lnTo>
                  <a:lnTo>
                    <a:pt x="808571" y="967015"/>
                  </a:lnTo>
                  <a:lnTo>
                    <a:pt x="809917" y="968358"/>
                  </a:lnTo>
                  <a:lnTo>
                    <a:pt x="816644" y="968358"/>
                  </a:lnTo>
                  <a:lnTo>
                    <a:pt x="823371" y="965672"/>
                  </a:lnTo>
                  <a:lnTo>
                    <a:pt x="823371" y="967015"/>
                  </a:lnTo>
                  <a:lnTo>
                    <a:pt x="820680" y="971045"/>
                  </a:lnTo>
                  <a:lnTo>
                    <a:pt x="815298" y="973731"/>
                  </a:lnTo>
                  <a:lnTo>
                    <a:pt x="809917" y="975074"/>
                  </a:lnTo>
                  <a:lnTo>
                    <a:pt x="807226" y="973731"/>
                  </a:lnTo>
                  <a:lnTo>
                    <a:pt x="803190" y="976417"/>
                  </a:lnTo>
                  <a:lnTo>
                    <a:pt x="803190" y="979103"/>
                  </a:lnTo>
                  <a:lnTo>
                    <a:pt x="805881" y="980446"/>
                  </a:lnTo>
                  <a:lnTo>
                    <a:pt x="805881" y="983132"/>
                  </a:lnTo>
                  <a:lnTo>
                    <a:pt x="804535" y="984475"/>
                  </a:lnTo>
                  <a:lnTo>
                    <a:pt x="801845" y="983132"/>
                  </a:lnTo>
                  <a:lnTo>
                    <a:pt x="800499" y="980446"/>
                  </a:lnTo>
                  <a:lnTo>
                    <a:pt x="797808" y="979103"/>
                  </a:lnTo>
                  <a:lnTo>
                    <a:pt x="796463" y="981789"/>
                  </a:lnTo>
                  <a:lnTo>
                    <a:pt x="795118" y="984475"/>
                  </a:lnTo>
                  <a:lnTo>
                    <a:pt x="792427" y="983132"/>
                  </a:lnTo>
                  <a:lnTo>
                    <a:pt x="787045" y="983132"/>
                  </a:lnTo>
                  <a:lnTo>
                    <a:pt x="785700" y="984475"/>
                  </a:lnTo>
                  <a:lnTo>
                    <a:pt x="785700" y="987162"/>
                  </a:lnTo>
                  <a:lnTo>
                    <a:pt x="787045" y="988505"/>
                  </a:lnTo>
                  <a:lnTo>
                    <a:pt x="787045" y="991191"/>
                  </a:lnTo>
                  <a:lnTo>
                    <a:pt x="784354" y="993877"/>
                  </a:lnTo>
                  <a:lnTo>
                    <a:pt x="781664" y="995220"/>
                  </a:lnTo>
                  <a:lnTo>
                    <a:pt x="780318" y="993877"/>
                  </a:lnTo>
                  <a:lnTo>
                    <a:pt x="778973" y="992534"/>
                  </a:lnTo>
                  <a:lnTo>
                    <a:pt x="777628" y="993877"/>
                  </a:lnTo>
                  <a:lnTo>
                    <a:pt x="777628" y="996563"/>
                  </a:lnTo>
                  <a:lnTo>
                    <a:pt x="777628" y="1000592"/>
                  </a:lnTo>
                  <a:lnTo>
                    <a:pt x="774937" y="1000592"/>
                  </a:lnTo>
                  <a:lnTo>
                    <a:pt x="772246" y="1001935"/>
                  </a:lnTo>
                  <a:lnTo>
                    <a:pt x="769556" y="1004622"/>
                  </a:lnTo>
                  <a:lnTo>
                    <a:pt x="765519" y="1003278"/>
                  </a:lnTo>
                  <a:lnTo>
                    <a:pt x="765519" y="1000592"/>
                  </a:lnTo>
                  <a:lnTo>
                    <a:pt x="764174" y="1000592"/>
                  </a:lnTo>
                  <a:lnTo>
                    <a:pt x="764174" y="1004622"/>
                  </a:lnTo>
                  <a:lnTo>
                    <a:pt x="765519" y="1008651"/>
                  </a:lnTo>
                  <a:lnTo>
                    <a:pt x="762829" y="1012680"/>
                  </a:lnTo>
                  <a:lnTo>
                    <a:pt x="760138" y="1011337"/>
                  </a:lnTo>
                  <a:lnTo>
                    <a:pt x="758792" y="1008651"/>
                  </a:lnTo>
                  <a:lnTo>
                    <a:pt x="756102" y="1009994"/>
                  </a:lnTo>
                  <a:lnTo>
                    <a:pt x="756102" y="1012680"/>
                  </a:lnTo>
                  <a:lnTo>
                    <a:pt x="757447" y="1014023"/>
                  </a:lnTo>
                  <a:lnTo>
                    <a:pt x="757447" y="1016709"/>
                  </a:lnTo>
                  <a:lnTo>
                    <a:pt x="752065" y="1019395"/>
                  </a:lnTo>
                  <a:lnTo>
                    <a:pt x="750720" y="1018052"/>
                  </a:lnTo>
                  <a:lnTo>
                    <a:pt x="749375" y="1015366"/>
                  </a:lnTo>
                  <a:lnTo>
                    <a:pt x="746684" y="1014023"/>
                  </a:lnTo>
                  <a:lnTo>
                    <a:pt x="745339" y="1014023"/>
                  </a:lnTo>
                  <a:lnTo>
                    <a:pt x="745339" y="1016709"/>
                  </a:lnTo>
                  <a:lnTo>
                    <a:pt x="746684" y="1020739"/>
                  </a:lnTo>
                  <a:lnTo>
                    <a:pt x="746684" y="1023425"/>
                  </a:lnTo>
                  <a:lnTo>
                    <a:pt x="743993" y="1024768"/>
                  </a:lnTo>
                  <a:lnTo>
                    <a:pt x="739957" y="1026111"/>
                  </a:lnTo>
                  <a:lnTo>
                    <a:pt x="738612" y="1028797"/>
                  </a:lnTo>
                  <a:lnTo>
                    <a:pt x="733230" y="1028797"/>
                  </a:lnTo>
                  <a:lnTo>
                    <a:pt x="730539" y="1031483"/>
                  </a:lnTo>
                  <a:lnTo>
                    <a:pt x="729194" y="1034169"/>
                  </a:lnTo>
                  <a:lnTo>
                    <a:pt x="727849" y="1034169"/>
                  </a:lnTo>
                  <a:lnTo>
                    <a:pt x="726503" y="1031483"/>
                  </a:lnTo>
                  <a:lnTo>
                    <a:pt x="723812" y="1031483"/>
                  </a:lnTo>
                  <a:lnTo>
                    <a:pt x="719777" y="1034169"/>
                  </a:lnTo>
                  <a:lnTo>
                    <a:pt x="715741" y="1034169"/>
                  </a:lnTo>
                  <a:lnTo>
                    <a:pt x="714395" y="1035512"/>
                  </a:lnTo>
                  <a:lnTo>
                    <a:pt x="713050" y="1038198"/>
                  </a:lnTo>
                  <a:lnTo>
                    <a:pt x="710359" y="1038198"/>
                  </a:lnTo>
                  <a:lnTo>
                    <a:pt x="707668" y="1036855"/>
                  </a:lnTo>
                  <a:lnTo>
                    <a:pt x="706323" y="1035512"/>
                  </a:lnTo>
                  <a:lnTo>
                    <a:pt x="704977" y="1035512"/>
                  </a:lnTo>
                  <a:lnTo>
                    <a:pt x="706323" y="1042228"/>
                  </a:lnTo>
                  <a:lnTo>
                    <a:pt x="704977" y="1040885"/>
                  </a:lnTo>
                  <a:lnTo>
                    <a:pt x="702287" y="1038198"/>
                  </a:lnTo>
                  <a:lnTo>
                    <a:pt x="700941" y="1038198"/>
                  </a:lnTo>
                  <a:lnTo>
                    <a:pt x="699596" y="1042228"/>
                  </a:lnTo>
                  <a:lnTo>
                    <a:pt x="696905" y="1044914"/>
                  </a:lnTo>
                  <a:lnTo>
                    <a:pt x="694214" y="1043571"/>
                  </a:lnTo>
                  <a:lnTo>
                    <a:pt x="694214" y="1040885"/>
                  </a:lnTo>
                  <a:lnTo>
                    <a:pt x="692869" y="1040885"/>
                  </a:lnTo>
                  <a:lnTo>
                    <a:pt x="692869" y="1043571"/>
                  </a:lnTo>
                  <a:lnTo>
                    <a:pt x="691524" y="1044914"/>
                  </a:lnTo>
                  <a:lnTo>
                    <a:pt x="687488" y="1044914"/>
                  </a:lnTo>
                  <a:lnTo>
                    <a:pt x="684797" y="1046257"/>
                  </a:lnTo>
                  <a:lnTo>
                    <a:pt x="684797" y="1048943"/>
                  </a:lnTo>
                  <a:lnTo>
                    <a:pt x="683451" y="1051629"/>
                  </a:lnTo>
                  <a:lnTo>
                    <a:pt x="680761" y="1051629"/>
                  </a:lnTo>
                  <a:lnTo>
                    <a:pt x="679415" y="1050286"/>
                  </a:lnTo>
                  <a:lnTo>
                    <a:pt x="678070" y="1050286"/>
                  </a:lnTo>
                  <a:lnTo>
                    <a:pt x="678070" y="1052972"/>
                  </a:lnTo>
                  <a:lnTo>
                    <a:pt x="676724" y="1052972"/>
                  </a:lnTo>
                  <a:lnTo>
                    <a:pt x="675379" y="1051629"/>
                  </a:lnTo>
                  <a:lnTo>
                    <a:pt x="674034" y="1051629"/>
                  </a:lnTo>
                  <a:lnTo>
                    <a:pt x="674034" y="1055659"/>
                  </a:lnTo>
                  <a:lnTo>
                    <a:pt x="671343" y="1057002"/>
                  </a:lnTo>
                  <a:lnTo>
                    <a:pt x="669997" y="1059688"/>
                  </a:lnTo>
                  <a:lnTo>
                    <a:pt x="667307" y="1059688"/>
                  </a:lnTo>
                  <a:lnTo>
                    <a:pt x="665961" y="1057002"/>
                  </a:lnTo>
                  <a:lnTo>
                    <a:pt x="660580" y="1051629"/>
                  </a:lnTo>
                  <a:lnTo>
                    <a:pt x="659235" y="1050286"/>
                  </a:lnTo>
                  <a:lnTo>
                    <a:pt x="656544" y="1051629"/>
                  </a:lnTo>
                  <a:lnTo>
                    <a:pt x="656544" y="1052972"/>
                  </a:lnTo>
                  <a:lnTo>
                    <a:pt x="653853" y="1052972"/>
                  </a:lnTo>
                  <a:lnTo>
                    <a:pt x="652508" y="1055659"/>
                  </a:lnTo>
                  <a:lnTo>
                    <a:pt x="649817" y="1058345"/>
                  </a:lnTo>
                  <a:lnTo>
                    <a:pt x="647126" y="1058345"/>
                  </a:lnTo>
                  <a:lnTo>
                    <a:pt x="645781" y="1057002"/>
                  </a:lnTo>
                  <a:lnTo>
                    <a:pt x="644435" y="1059688"/>
                  </a:lnTo>
                  <a:lnTo>
                    <a:pt x="640399" y="1059688"/>
                  </a:lnTo>
                  <a:lnTo>
                    <a:pt x="636363" y="1059688"/>
                  </a:lnTo>
                  <a:lnTo>
                    <a:pt x="633672" y="1057002"/>
                  </a:lnTo>
                  <a:lnTo>
                    <a:pt x="630982" y="1057002"/>
                  </a:lnTo>
                  <a:lnTo>
                    <a:pt x="629636" y="1059688"/>
                  </a:lnTo>
                  <a:lnTo>
                    <a:pt x="629636" y="1062374"/>
                  </a:lnTo>
                  <a:lnTo>
                    <a:pt x="626946" y="1062374"/>
                  </a:lnTo>
                  <a:lnTo>
                    <a:pt x="622909" y="1059688"/>
                  </a:lnTo>
                  <a:lnTo>
                    <a:pt x="621564" y="1055659"/>
                  </a:lnTo>
                  <a:lnTo>
                    <a:pt x="622909" y="1051629"/>
                  </a:lnTo>
                  <a:lnTo>
                    <a:pt x="620219" y="1050286"/>
                  </a:lnTo>
                  <a:lnTo>
                    <a:pt x="617528" y="1048943"/>
                  </a:lnTo>
                  <a:lnTo>
                    <a:pt x="614837" y="1043571"/>
                  </a:lnTo>
                  <a:lnTo>
                    <a:pt x="614837" y="1039542"/>
                  </a:lnTo>
                  <a:lnTo>
                    <a:pt x="612146" y="1036855"/>
                  </a:lnTo>
                  <a:lnTo>
                    <a:pt x="610801" y="1031483"/>
                  </a:lnTo>
                  <a:lnTo>
                    <a:pt x="609455" y="1030140"/>
                  </a:lnTo>
                  <a:lnTo>
                    <a:pt x="606765" y="1030140"/>
                  </a:lnTo>
                  <a:lnTo>
                    <a:pt x="606765" y="1034169"/>
                  </a:lnTo>
                  <a:lnTo>
                    <a:pt x="608110" y="1036855"/>
                  </a:lnTo>
                  <a:lnTo>
                    <a:pt x="609455" y="1040885"/>
                  </a:lnTo>
                  <a:lnTo>
                    <a:pt x="612146" y="1043571"/>
                  </a:lnTo>
                  <a:lnTo>
                    <a:pt x="613492" y="1046257"/>
                  </a:lnTo>
                  <a:lnTo>
                    <a:pt x="613492" y="1051629"/>
                  </a:lnTo>
                  <a:lnTo>
                    <a:pt x="612146" y="1054315"/>
                  </a:lnTo>
                  <a:lnTo>
                    <a:pt x="613492" y="1055659"/>
                  </a:lnTo>
                  <a:lnTo>
                    <a:pt x="616182" y="1055659"/>
                  </a:lnTo>
                  <a:lnTo>
                    <a:pt x="617528" y="1061031"/>
                  </a:lnTo>
                  <a:lnTo>
                    <a:pt x="616182" y="1067746"/>
                  </a:lnTo>
                  <a:lnTo>
                    <a:pt x="613492" y="1070432"/>
                  </a:lnTo>
                  <a:lnTo>
                    <a:pt x="610801" y="1071775"/>
                  </a:lnTo>
                  <a:lnTo>
                    <a:pt x="609455" y="1070432"/>
                  </a:lnTo>
                  <a:lnTo>
                    <a:pt x="608110" y="1070432"/>
                  </a:lnTo>
                  <a:lnTo>
                    <a:pt x="604074" y="1071775"/>
                  </a:lnTo>
                  <a:lnTo>
                    <a:pt x="600038" y="1077148"/>
                  </a:lnTo>
                  <a:lnTo>
                    <a:pt x="598693" y="1078491"/>
                  </a:lnTo>
                  <a:lnTo>
                    <a:pt x="596002" y="1078491"/>
                  </a:lnTo>
                  <a:lnTo>
                    <a:pt x="594657" y="1079834"/>
                  </a:lnTo>
                  <a:lnTo>
                    <a:pt x="594657" y="1081177"/>
                  </a:lnTo>
                  <a:lnTo>
                    <a:pt x="594657" y="1083863"/>
                  </a:lnTo>
                  <a:lnTo>
                    <a:pt x="591966" y="1086549"/>
                  </a:lnTo>
                  <a:lnTo>
                    <a:pt x="589275" y="1086549"/>
                  </a:lnTo>
                  <a:lnTo>
                    <a:pt x="587930" y="1089235"/>
                  </a:lnTo>
                  <a:lnTo>
                    <a:pt x="587930" y="1091922"/>
                  </a:lnTo>
                  <a:lnTo>
                    <a:pt x="587930" y="1094608"/>
                  </a:lnTo>
                  <a:lnTo>
                    <a:pt x="585239" y="1091922"/>
                  </a:lnTo>
                  <a:lnTo>
                    <a:pt x="582548" y="1090579"/>
                  </a:lnTo>
                  <a:lnTo>
                    <a:pt x="583893" y="1093265"/>
                  </a:lnTo>
                  <a:lnTo>
                    <a:pt x="583893" y="1095951"/>
                  </a:lnTo>
                  <a:lnTo>
                    <a:pt x="582548" y="1098637"/>
                  </a:lnTo>
                  <a:lnTo>
                    <a:pt x="581203" y="1098637"/>
                  </a:lnTo>
                  <a:lnTo>
                    <a:pt x="579857" y="1097294"/>
                  </a:lnTo>
                  <a:lnTo>
                    <a:pt x="577167" y="1095951"/>
                  </a:lnTo>
                  <a:lnTo>
                    <a:pt x="577167" y="1097294"/>
                  </a:lnTo>
                  <a:lnTo>
                    <a:pt x="578512" y="1099980"/>
                  </a:lnTo>
                  <a:lnTo>
                    <a:pt x="579857" y="1102666"/>
                  </a:lnTo>
                  <a:lnTo>
                    <a:pt x="577167" y="1105352"/>
                  </a:lnTo>
                  <a:lnTo>
                    <a:pt x="573131" y="1106695"/>
                  </a:lnTo>
                  <a:lnTo>
                    <a:pt x="567749" y="1113411"/>
                  </a:lnTo>
                  <a:lnTo>
                    <a:pt x="567749" y="1116097"/>
                  </a:lnTo>
                  <a:lnTo>
                    <a:pt x="567749" y="1118783"/>
                  </a:lnTo>
                  <a:lnTo>
                    <a:pt x="566404" y="1122812"/>
                  </a:lnTo>
                  <a:lnTo>
                    <a:pt x="562367" y="1126842"/>
                  </a:lnTo>
                  <a:lnTo>
                    <a:pt x="559677" y="1128185"/>
                  </a:lnTo>
                  <a:lnTo>
                    <a:pt x="558331" y="1126842"/>
                  </a:lnTo>
                  <a:lnTo>
                    <a:pt x="556986" y="1124155"/>
                  </a:lnTo>
                  <a:lnTo>
                    <a:pt x="558331" y="1121469"/>
                  </a:lnTo>
                  <a:lnTo>
                    <a:pt x="555640" y="1122812"/>
                  </a:lnTo>
                  <a:lnTo>
                    <a:pt x="554295" y="1125498"/>
                  </a:lnTo>
                  <a:lnTo>
                    <a:pt x="554295" y="1129528"/>
                  </a:lnTo>
                  <a:lnTo>
                    <a:pt x="554295" y="1130871"/>
                  </a:lnTo>
                  <a:lnTo>
                    <a:pt x="552950" y="1132214"/>
                  </a:lnTo>
                  <a:lnTo>
                    <a:pt x="546223" y="1137586"/>
                  </a:lnTo>
                  <a:lnTo>
                    <a:pt x="543532" y="1138929"/>
                  </a:lnTo>
                  <a:lnTo>
                    <a:pt x="542187" y="1137586"/>
                  </a:lnTo>
                  <a:lnTo>
                    <a:pt x="542187" y="1134900"/>
                  </a:lnTo>
                  <a:lnTo>
                    <a:pt x="540842" y="1133557"/>
                  </a:lnTo>
                  <a:lnTo>
                    <a:pt x="538151" y="1133557"/>
                  </a:lnTo>
                  <a:lnTo>
                    <a:pt x="538151" y="1136243"/>
                  </a:lnTo>
                  <a:lnTo>
                    <a:pt x="531424" y="1136243"/>
                  </a:lnTo>
                  <a:lnTo>
                    <a:pt x="526042" y="1133557"/>
                  </a:lnTo>
                  <a:lnTo>
                    <a:pt x="524697" y="1130871"/>
                  </a:lnTo>
                  <a:lnTo>
                    <a:pt x="523351" y="1130871"/>
                  </a:lnTo>
                  <a:lnTo>
                    <a:pt x="522006" y="1132214"/>
                  </a:lnTo>
                  <a:lnTo>
                    <a:pt x="523351" y="1134900"/>
                  </a:lnTo>
                  <a:lnTo>
                    <a:pt x="524697" y="1136243"/>
                  </a:lnTo>
                  <a:lnTo>
                    <a:pt x="527388" y="1140272"/>
                  </a:lnTo>
                  <a:lnTo>
                    <a:pt x="527388" y="1142959"/>
                  </a:lnTo>
                  <a:lnTo>
                    <a:pt x="524697" y="1144302"/>
                  </a:lnTo>
                  <a:lnTo>
                    <a:pt x="523351" y="1144302"/>
                  </a:lnTo>
                  <a:lnTo>
                    <a:pt x="516625" y="1148331"/>
                  </a:lnTo>
                  <a:lnTo>
                    <a:pt x="512589" y="1152360"/>
                  </a:lnTo>
                  <a:lnTo>
                    <a:pt x="508552" y="1152360"/>
                  </a:lnTo>
                  <a:lnTo>
                    <a:pt x="505862" y="1151017"/>
                  </a:lnTo>
                  <a:lnTo>
                    <a:pt x="505862" y="1148331"/>
                  </a:lnTo>
                  <a:lnTo>
                    <a:pt x="507207" y="1145645"/>
                  </a:lnTo>
                  <a:lnTo>
                    <a:pt x="505862" y="1144302"/>
                  </a:lnTo>
                  <a:lnTo>
                    <a:pt x="504516" y="1144302"/>
                  </a:lnTo>
                  <a:lnTo>
                    <a:pt x="503171" y="1146988"/>
                  </a:lnTo>
                  <a:lnTo>
                    <a:pt x="503171" y="1149674"/>
                  </a:lnTo>
                  <a:lnTo>
                    <a:pt x="501825" y="1152360"/>
                  </a:lnTo>
                  <a:lnTo>
                    <a:pt x="499135" y="1152360"/>
                  </a:lnTo>
                  <a:lnTo>
                    <a:pt x="495098" y="1153703"/>
                  </a:lnTo>
                  <a:lnTo>
                    <a:pt x="491062" y="1152360"/>
                  </a:lnTo>
                  <a:lnTo>
                    <a:pt x="488372" y="1148331"/>
                  </a:lnTo>
                  <a:lnTo>
                    <a:pt x="488372" y="1145645"/>
                  </a:lnTo>
                  <a:lnTo>
                    <a:pt x="489717" y="1142959"/>
                  </a:lnTo>
                  <a:lnTo>
                    <a:pt x="488372" y="1140272"/>
                  </a:lnTo>
                  <a:lnTo>
                    <a:pt x="487027" y="1140272"/>
                  </a:lnTo>
                  <a:lnTo>
                    <a:pt x="485681" y="1145645"/>
                  </a:lnTo>
                  <a:lnTo>
                    <a:pt x="484336" y="1149674"/>
                  </a:lnTo>
                  <a:lnTo>
                    <a:pt x="484336" y="1152360"/>
                  </a:lnTo>
                  <a:lnTo>
                    <a:pt x="482990" y="1155046"/>
                  </a:lnTo>
                  <a:lnTo>
                    <a:pt x="481645" y="1153703"/>
                  </a:lnTo>
                  <a:lnTo>
                    <a:pt x="476263" y="1146988"/>
                  </a:lnTo>
                  <a:lnTo>
                    <a:pt x="476263" y="1142959"/>
                  </a:lnTo>
                  <a:lnTo>
                    <a:pt x="477609" y="1137586"/>
                  </a:lnTo>
                  <a:lnTo>
                    <a:pt x="480300" y="1134900"/>
                  </a:lnTo>
                  <a:lnTo>
                    <a:pt x="482990" y="1132214"/>
                  </a:lnTo>
                  <a:lnTo>
                    <a:pt x="481645" y="1130871"/>
                  </a:lnTo>
                  <a:lnTo>
                    <a:pt x="477609" y="1129528"/>
                  </a:lnTo>
                  <a:lnTo>
                    <a:pt x="474918" y="1126842"/>
                  </a:lnTo>
                  <a:lnTo>
                    <a:pt x="474918" y="1125498"/>
                  </a:lnTo>
                  <a:lnTo>
                    <a:pt x="473573" y="1124155"/>
                  </a:lnTo>
                  <a:lnTo>
                    <a:pt x="470882" y="1125498"/>
                  </a:lnTo>
                  <a:lnTo>
                    <a:pt x="469536" y="1128185"/>
                  </a:lnTo>
                  <a:lnTo>
                    <a:pt x="469536" y="1130871"/>
                  </a:lnTo>
                  <a:lnTo>
                    <a:pt x="472227" y="1134900"/>
                  </a:lnTo>
                  <a:lnTo>
                    <a:pt x="470882" y="1137586"/>
                  </a:lnTo>
                  <a:lnTo>
                    <a:pt x="469536" y="1140272"/>
                  </a:lnTo>
                  <a:lnTo>
                    <a:pt x="468191" y="1144302"/>
                  </a:lnTo>
                  <a:lnTo>
                    <a:pt x="464155" y="1148331"/>
                  </a:lnTo>
                  <a:lnTo>
                    <a:pt x="461464" y="1148331"/>
                  </a:lnTo>
                  <a:lnTo>
                    <a:pt x="460119" y="1144302"/>
                  </a:lnTo>
                  <a:lnTo>
                    <a:pt x="458774" y="1142959"/>
                  </a:lnTo>
                  <a:lnTo>
                    <a:pt x="456083" y="1145645"/>
                  </a:lnTo>
                  <a:lnTo>
                    <a:pt x="456083" y="1148331"/>
                  </a:lnTo>
                  <a:lnTo>
                    <a:pt x="458774" y="1153703"/>
                  </a:lnTo>
                  <a:lnTo>
                    <a:pt x="461464" y="1156389"/>
                  </a:lnTo>
                  <a:lnTo>
                    <a:pt x="461464" y="1159075"/>
                  </a:lnTo>
                  <a:lnTo>
                    <a:pt x="460119" y="1160419"/>
                  </a:lnTo>
                  <a:lnTo>
                    <a:pt x="458774" y="1163105"/>
                  </a:lnTo>
                  <a:lnTo>
                    <a:pt x="456083" y="1165791"/>
                  </a:lnTo>
                  <a:lnTo>
                    <a:pt x="452047" y="1165791"/>
                  </a:lnTo>
                  <a:lnTo>
                    <a:pt x="450701" y="1163105"/>
                  </a:lnTo>
                  <a:lnTo>
                    <a:pt x="449356" y="1164448"/>
                  </a:lnTo>
                  <a:lnTo>
                    <a:pt x="446665" y="1167134"/>
                  </a:lnTo>
                  <a:lnTo>
                    <a:pt x="442629" y="1168477"/>
                  </a:lnTo>
                  <a:lnTo>
                    <a:pt x="441283" y="1167134"/>
                  </a:lnTo>
                  <a:lnTo>
                    <a:pt x="439938" y="1163105"/>
                  </a:lnTo>
                  <a:lnTo>
                    <a:pt x="438593" y="1160419"/>
                  </a:lnTo>
                  <a:lnTo>
                    <a:pt x="437247" y="1160419"/>
                  </a:lnTo>
                  <a:lnTo>
                    <a:pt x="437247" y="1163105"/>
                  </a:lnTo>
                  <a:lnTo>
                    <a:pt x="437247" y="1165791"/>
                  </a:lnTo>
                  <a:lnTo>
                    <a:pt x="434556" y="1168477"/>
                  </a:lnTo>
                  <a:lnTo>
                    <a:pt x="431866" y="1168477"/>
                  </a:lnTo>
                  <a:lnTo>
                    <a:pt x="430521" y="1164448"/>
                  </a:lnTo>
                  <a:lnTo>
                    <a:pt x="429175" y="1161762"/>
                  </a:lnTo>
                  <a:lnTo>
                    <a:pt x="427830" y="1163105"/>
                  </a:lnTo>
                  <a:lnTo>
                    <a:pt x="426485" y="1165791"/>
                  </a:lnTo>
                  <a:lnTo>
                    <a:pt x="423794" y="1165791"/>
                  </a:lnTo>
                  <a:lnTo>
                    <a:pt x="423794" y="1163105"/>
                  </a:lnTo>
                  <a:lnTo>
                    <a:pt x="423794" y="1164448"/>
                  </a:lnTo>
                  <a:lnTo>
                    <a:pt x="425139" y="1168477"/>
                  </a:lnTo>
                  <a:lnTo>
                    <a:pt x="425139" y="1173849"/>
                  </a:lnTo>
                  <a:lnTo>
                    <a:pt x="422448" y="1179222"/>
                  </a:lnTo>
                  <a:lnTo>
                    <a:pt x="417067" y="1184594"/>
                  </a:lnTo>
                  <a:lnTo>
                    <a:pt x="414376" y="1184594"/>
                  </a:lnTo>
                  <a:lnTo>
                    <a:pt x="413031" y="1183251"/>
                  </a:lnTo>
                  <a:lnTo>
                    <a:pt x="411685" y="1177879"/>
                  </a:lnTo>
                  <a:lnTo>
                    <a:pt x="408994" y="1176535"/>
                  </a:lnTo>
                  <a:lnTo>
                    <a:pt x="406304" y="1177879"/>
                  </a:lnTo>
                  <a:lnTo>
                    <a:pt x="406304" y="1180565"/>
                  </a:lnTo>
                  <a:lnTo>
                    <a:pt x="402268" y="1179222"/>
                  </a:lnTo>
                  <a:lnTo>
                    <a:pt x="400922" y="1176535"/>
                  </a:lnTo>
                  <a:lnTo>
                    <a:pt x="399577" y="1175192"/>
                  </a:lnTo>
                  <a:lnTo>
                    <a:pt x="398232" y="1177879"/>
                  </a:lnTo>
                  <a:lnTo>
                    <a:pt x="398232" y="1180565"/>
                  </a:lnTo>
                  <a:lnTo>
                    <a:pt x="399577" y="1184594"/>
                  </a:lnTo>
                  <a:lnTo>
                    <a:pt x="398232" y="1187280"/>
                  </a:lnTo>
                  <a:lnTo>
                    <a:pt x="398232" y="1189966"/>
                  </a:lnTo>
                  <a:lnTo>
                    <a:pt x="399577" y="1193995"/>
                  </a:lnTo>
                  <a:lnTo>
                    <a:pt x="402268" y="1196682"/>
                  </a:lnTo>
                  <a:lnTo>
                    <a:pt x="403613" y="1202054"/>
                  </a:lnTo>
                  <a:lnTo>
                    <a:pt x="404958" y="1208769"/>
                  </a:lnTo>
                  <a:lnTo>
                    <a:pt x="403613" y="1212798"/>
                  </a:lnTo>
                  <a:lnTo>
                    <a:pt x="400922" y="1210112"/>
                  </a:lnTo>
                  <a:lnTo>
                    <a:pt x="399577" y="1210112"/>
                  </a:lnTo>
                  <a:lnTo>
                    <a:pt x="398232" y="1212798"/>
                  </a:lnTo>
                  <a:lnTo>
                    <a:pt x="394195" y="1212798"/>
                  </a:lnTo>
                  <a:lnTo>
                    <a:pt x="388814" y="1211455"/>
                  </a:lnTo>
                  <a:lnTo>
                    <a:pt x="384778" y="1211455"/>
                  </a:lnTo>
                  <a:lnTo>
                    <a:pt x="383432" y="1214142"/>
                  </a:lnTo>
                  <a:lnTo>
                    <a:pt x="384778" y="1215485"/>
                  </a:lnTo>
                  <a:lnTo>
                    <a:pt x="390159" y="1218171"/>
                  </a:lnTo>
                  <a:lnTo>
                    <a:pt x="394195" y="1218171"/>
                  </a:lnTo>
                  <a:lnTo>
                    <a:pt x="396886" y="1220857"/>
                  </a:lnTo>
                  <a:lnTo>
                    <a:pt x="398232" y="1222200"/>
                  </a:lnTo>
                  <a:lnTo>
                    <a:pt x="399577" y="1220857"/>
                  </a:lnTo>
                  <a:lnTo>
                    <a:pt x="402268" y="1220857"/>
                  </a:lnTo>
                  <a:lnTo>
                    <a:pt x="402268" y="1223543"/>
                  </a:lnTo>
                  <a:lnTo>
                    <a:pt x="400922" y="1227572"/>
                  </a:lnTo>
                  <a:lnTo>
                    <a:pt x="398232" y="1227572"/>
                  </a:lnTo>
                  <a:lnTo>
                    <a:pt x="395541" y="1227572"/>
                  </a:lnTo>
                  <a:lnTo>
                    <a:pt x="395541" y="1228915"/>
                  </a:lnTo>
                  <a:lnTo>
                    <a:pt x="398232" y="1230259"/>
                  </a:lnTo>
                  <a:lnTo>
                    <a:pt x="399577" y="1232945"/>
                  </a:lnTo>
                  <a:lnTo>
                    <a:pt x="399577" y="1236974"/>
                  </a:lnTo>
                  <a:lnTo>
                    <a:pt x="399577" y="1239660"/>
                  </a:lnTo>
                  <a:lnTo>
                    <a:pt x="396886" y="1243689"/>
                  </a:lnTo>
                  <a:lnTo>
                    <a:pt x="395541" y="1245032"/>
                  </a:lnTo>
                  <a:lnTo>
                    <a:pt x="392850" y="1243689"/>
                  </a:lnTo>
                  <a:lnTo>
                    <a:pt x="390159" y="1239660"/>
                  </a:lnTo>
                  <a:lnTo>
                    <a:pt x="387468" y="1239660"/>
                  </a:lnTo>
                  <a:lnTo>
                    <a:pt x="384778" y="1238317"/>
                  </a:lnTo>
                  <a:lnTo>
                    <a:pt x="382087" y="1235631"/>
                  </a:lnTo>
                  <a:lnTo>
                    <a:pt x="379396" y="1235631"/>
                  </a:lnTo>
                  <a:lnTo>
                    <a:pt x="378051" y="1236974"/>
                  </a:lnTo>
                  <a:lnTo>
                    <a:pt x="376705" y="1239660"/>
                  </a:lnTo>
                  <a:lnTo>
                    <a:pt x="380741" y="1241003"/>
                  </a:lnTo>
                  <a:lnTo>
                    <a:pt x="383432" y="1241003"/>
                  </a:lnTo>
                  <a:lnTo>
                    <a:pt x="388814" y="1243689"/>
                  </a:lnTo>
                  <a:lnTo>
                    <a:pt x="392850" y="1246375"/>
                  </a:lnTo>
                  <a:lnTo>
                    <a:pt x="395541" y="1247719"/>
                  </a:lnTo>
                  <a:lnTo>
                    <a:pt x="396886" y="1249062"/>
                  </a:lnTo>
                  <a:lnTo>
                    <a:pt x="395541" y="1253091"/>
                  </a:lnTo>
                  <a:lnTo>
                    <a:pt x="391505" y="1254434"/>
                  </a:lnTo>
                  <a:lnTo>
                    <a:pt x="388814" y="1254434"/>
                  </a:lnTo>
                  <a:lnTo>
                    <a:pt x="387468" y="1255777"/>
                  </a:lnTo>
                  <a:lnTo>
                    <a:pt x="384778" y="1255777"/>
                  </a:lnTo>
                  <a:lnTo>
                    <a:pt x="379396" y="1251748"/>
                  </a:lnTo>
                  <a:lnTo>
                    <a:pt x="378051" y="1249062"/>
                  </a:lnTo>
                  <a:lnTo>
                    <a:pt x="375360" y="1249062"/>
                  </a:lnTo>
                  <a:lnTo>
                    <a:pt x="374015" y="1250405"/>
                  </a:lnTo>
                  <a:lnTo>
                    <a:pt x="372670" y="1253091"/>
                  </a:lnTo>
                  <a:lnTo>
                    <a:pt x="372670" y="1257120"/>
                  </a:lnTo>
                  <a:lnTo>
                    <a:pt x="375360" y="1259806"/>
                  </a:lnTo>
                  <a:lnTo>
                    <a:pt x="380741" y="1262492"/>
                  </a:lnTo>
                  <a:lnTo>
                    <a:pt x="382087" y="1265179"/>
                  </a:lnTo>
                  <a:lnTo>
                    <a:pt x="382087" y="1267865"/>
                  </a:lnTo>
                  <a:lnTo>
                    <a:pt x="380741" y="1269208"/>
                  </a:lnTo>
                  <a:lnTo>
                    <a:pt x="378051" y="1266522"/>
                  </a:lnTo>
                  <a:lnTo>
                    <a:pt x="375360" y="1265179"/>
                  </a:lnTo>
                  <a:lnTo>
                    <a:pt x="371324" y="1262492"/>
                  </a:lnTo>
                  <a:lnTo>
                    <a:pt x="368633" y="1259806"/>
                  </a:lnTo>
                  <a:lnTo>
                    <a:pt x="367288" y="1259806"/>
                  </a:lnTo>
                  <a:lnTo>
                    <a:pt x="368633" y="1263835"/>
                  </a:lnTo>
                  <a:lnTo>
                    <a:pt x="371324" y="1266522"/>
                  </a:lnTo>
                  <a:lnTo>
                    <a:pt x="376705" y="1269208"/>
                  </a:lnTo>
                  <a:lnTo>
                    <a:pt x="378051" y="1271894"/>
                  </a:lnTo>
                  <a:lnTo>
                    <a:pt x="378051" y="1274580"/>
                  </a:lnTo>
                  <a:lnTo>
                    <a:pt x="376705" y="1275923"/>
                  </a:lnTo>
                  <a:lnTo>
                    <a:pt x="371324" y="1275923"/>
                  </a:lnTo>
                  <a:lnTo>
                    <a:pt x="368633" y="1273237"/>
                  </a:lnTo>
                  <a:lnTo>
                    <a:pt x="368633" y="1270551"/>
                  </a:lnTo>
                  <a:lnTo>
                    <a:pt x="365943" y="1267865"/>
                  </a:lnTo>
                  <a:lnTo>
                    <a:pt x="364597" y="1267865"/>
                  </a:lnTo>
                  <a:lnTo>
                    <a:pt x="363252" y="1270551"/>
                  </a:lnTo>
                  <a:lnTo>
                    <a:pt x="363252" y="1273237"/>
                  </a:lnTo>
                  <a:lnTo>
                    <a:pt x="365943" y="1275923"/>
                  </a:lnTo>
                  <a:lnTo>
                    <a:pt x="365943" y="1278609"/>
                  </a:lnTo>
                  <a:lnTo>
                    <a:pt x="365943" y="1279952"/>
                  </a:lnTo>
                  <a:lnTo>
                    <a:pt x="367288" y="1281295"/>
                  </a:lnTo>
                  <a:lnTo>
                    <a:pt x="374015" y="1281295"/>
                  </a:lnTo>
                  <a:lnTo>
                    <a:pt x="376705" y="1282639"/>
                  </a:lnTo>
                  <a:lnTo>
                    <a:pt x="378051" y="1285325"/>
                  </a:lnTo>
                  <a:lnTo>
                    <a:pt x="376705" y="1286668"/>
                  </a:lnTo>
                  <a:lnTo>
                    <a:pt x="374015" y="1289354"/>
                  </a:lnTo>
                  <a:lnTo>
                    <a:pt x="372670" y="1292040"/>
                  </a:lnTo>
                  <a:lnTo>
                    <a:pt x="369979" y="1292040"/>
                  </a:lnTo>
                  <a:lnTo>
                    <a:pt x="367288" y="1290697"/>
                  </a:lnTo>
                  <a:lnTo>
                    <a:pt x="364597" y="1290697"/>
                  </a:lnTo>
                  <a:lnTo>
                    <a:pt x="359216" y="1289354"/>
                  </a:lnTo>
                  <a:lnTo>
                    <a:pt x="359216" y="1286668"/>
                  </a:lnTo>
                  <a:lnTo>
                    <a:pt x="359216" y="1285325"/>
                  </a:lnTo>
                  <a:lnTo>
                    <a:pt x="356525" y="1283982"/>
                  </a:lnTo>
                  <a:lnTo>
                    <a:pt x="355179" y="1283982"/>
                  </a:lnTo>
                  <a:lnTo>
                    <a:pt x="355179" y="1288011"/>
                  </a:lnTo>
                  <a:lnTo>
                    <a:pt x="353834" y="1290697"/>
                  </a:lnTo>
                  <a:lnTo>
                    <a:pt x="351143" y="1293383"/>
                  </a:lnTo>
                  <a:lnTo>
                    <a:pt x="347107" y="1293383"/>
                  </a:lnTo>
                  <a:lnTo>
                    <a:pt x="344417" y="1292040"/>
                  </a:lnTo>
                  <a:lnTo>
                    <a:pt x="341726" y="1290697"/>
                  </a:lnTo>
                  <a:lnTo>
                    <a:pt x="339035" y="1290697"/>
                  </a:lnTo>
                  <a:lnTo>
                    <a:pt x="339035" y="1293383"/>
                  </a:lnTo>
                  <a:lnTo>
                    <a:pt x="340380" y="1294726"/>
                  </a:lnTo>
                  <a:lnTo>
                    <a:pt x="347107" y="1297412"/>
                  </a:lnTo>
                  <a:lnTo>
                    <a:pt x="352489" y="1298755"/>
                  </a:lnTo>
                  <a:lnTo>
                    <a:pt x="355179" y="1302785"/>
                  </a:lnTo>
                  <a:lnTo>
                    <a:pt x="356525" y="1308157"/>
                  </a:lnTo>
                  <a:lnTo>
                    <a:pt x="355179" y="1309500"/>
                  </a:lnTo>
                  <a:lnTo>
                    <a:pt x="352489" y="1309500"/>
                  </a:lnTo>
                  <a:lnTo>
                    <a:pt x="349798" y="1306814"/>
                  </a:lnTo>
                  <a:lnTo>
                    <a:pt x="344417" y="1302785"/>
                  </a:lnTo>
                  <a:lnTo>
                    <a:pt x="341726" y="1301442"/>
                  </a:lnTo>
                  <a:lnTo>
                    <a:pt x="339035" y="1301442"/>
                  </a:lnTo>
                  <a:lnTo>
                    <a:pt x="339035" y="1302785"/>
                  </a:lnTo>
                  <a:lnTo>
                    <a:pt x="341726" y="1305471"/>
                  </a:lnTo>
                  <a:lnTo>
                    <a:pt x="345762" y="1306814"/>
                  </a:lnTo>
                  <a:lnTo>
                    <a:pt x="351143" y="1312186"/>
                  </a:lnTo>
                  <a:lnTo>
                    <a:pt x="353834" y="1316215"/>
                  </a:lnTo>
                  <a:lnTo>
                    <a:pt x="353834" y="1318902"/>
                  </a:lnTo>
                  <a:lnTo>
                    <a:pt x="352489" y="1322931"/>
                  </a:lnTo>
                  <a:lnTo>
                    <a:pt x="353834" y="1325617"/>
                  </a:lnTo>
                  <a:lnTo>
                    <a:pt x="353834" y="1328303"/>
                  </a:lnTo>
                  <a:lnTo>
                    <a:pt x="351143" y="1330989"/>
                  </a:lnTo>
                  <a:lnTo>
                    <a:pt x="351143" y="1333675"/>
                  </a:lnTo>
                  <a:lnTo>
                    <a:pt x="349798" y="1337705"/>
                  </a:lnTo>
                  <a:lnTo>
                    <a:pt x="343071" y="1337705"/>
                  </a:lnTo>
                  <a:lnTo>
                    <a:pt x="340380" y="1336362"/>
                  </a:lnTo>
                  <a:lnTo>
                    <a:pt x="336344" y="1336362"/>
                  </a:lnTo>
                  <a:lnTo>
                    <a:pt x="333653" y="1333675"/>
                  </a:lnTo>
                  <a:lnTo>
                    <a:pt x="330963" y="1333675"/>
                  </a:lnTo>
                  <a:lnTo>
                    <a:pt x="332308" y="1336362"/>
                  </a:lnTo>
                  <a:lnTo>
                    <a:pt x="336344" y="1339048"/>
                  </a:lnTo>
                  <a:lnTo>
                    <a:pt x="341726" y="1340391"/>
                  </a:lnTo>
                  <a:lnTo>
                    <a:pt x="341726" y="1341734"/>
                  </a:lnTo>
                  <a:lnTo>
                    <a:pt x="339035" y="1345763"/>
                  </a:lnTo>
                  <a:lnTo>
                    <a:pt x="336344" y="1344420"/>
                  </a:lnTo>
                  <a:lnTo>
                    <a:pt x="334999" y="1343077"/>
                  </a:lnTo>
                  <a:lnTo>
                    <a:pt x="333653" y="1344420"/>
                  </a:lnTo>
                  <a:lnTo>
                    <a:pt x="333653" y="1345763"/>
                  </a:lnTo>
                  <a:lnTo>
                    <a:pt x="337690" y="1347106"/>
                  </a:lnTo>
                  <a:lnTo>
                    <a:pt x="339035" y="1348449"/>
                  </a:lnTo>
                  <a:lnTo>
                    <a:pt x="339035" y="1351135"/>
                  </a:lnTo>
                  <a:lnTo>
                    <a:pt x="336344" y="1353822"/>
                  </a:lnTo>
                  <a:lnTo>
                    <a:pt x="333653" y="1355165"/>
                  </a:lnTo>
                  <a:lnTo>
                    <a:pt x="332308" y="1352479"/>
                  </a:lnTo>
                  <a:lnTo>
                    <a:pt x="329617" y="1351135"/>
                  </a:lnTo>
                  <a:lnTo>
                    <a:pt x="326926" y="1351135"/>
                  </a:lnTo>
                  <a:lnTo>
                    <a:pt x="328272" y="1353822"/>
                  </a:lnTo>
                  <a:lnTo>
                    <a:pt x="330963" y="1355165"/>
                  </a:lnTo>
                  <a:lnTo>
                    <a:pt x="333653" y="1357851"/>
                  </a:lnTo>
                  <a:lnTo>
                    <a:pt x="333653" y="1361880"/>
                  </a:lnTo>
                  <a:lnTo>
                    <a:pt x="330963" y="1364566"/>
                  </a:lnTo>
                  <a:lnTo>
                    <a:pt x="324236" y="1364566"/>
                  </a:lnTo>
                  <a:lnTo>
                    <a:pt x="321545" y="1363223"/>
                  </a:lnTo>
                  <a:lnTo>
                    <a:pt x="320199" y="1363223"/>
                  </a:lnTo>
                  <a:lnTo>
                    <a:pt x="320199" y="1364566"/>
                  </a:lnTo>
                  <a:lnTo>
                    <a:pt x="324236" y="1365909"/>
                  </a:lnTo>
                  <a:lnTo>
                    <a:pt x="332308" y="1367252"/>
                  </a:lnTo>
                  <a:lnTo>
                    <a:pt x="336344" y="1368595"/>
                  </a:lnTo>
                  <a:lnTo>
                    <a:pt x="337690" y="1371282"/>
                  </a:lnTo>
                  <a:lnTo>
                    <a:pt x="337690" y="1372625"/>
                  </a:lnTo>
                  <a:lnTo>
                    <a:pt x="333653" y="1373968"/>
                  </a:lnTo>
                  <a:lnTo>
                    <a:pt x="326926" y="1375311"/>
                  </a:lnTo>
                  <a:lnTo>
                    <a:pt x="321545" y="1373968"/>
                  </a:lnTo>
                  <a:lnTo>
                    <a:pt x="317509" y="1372625"/>
                  </a:lnTo>
                  <a:lnTo>
                    <a:pt x="316164" y="1373968"/>
                  </a:lnTo>
                  <a:lnTo>
                    <a:pt x="317509" y="1376654"/>
                  </a:lnTo>
                  <a:lnTo>
                    <a:pt x="322890" y="1377997"/>
                  </a:lnTo>
                  <a:lnTo>
                    <a:pt x="324236" y="1379340"/>
                  </a:lnTo>
                  <a:lnTo>
                    <a:pt x="324236" y="1380683"/>
                  </a:lnTo>
                  <a:lnTo>
                    <a:pt x="322890" y="1380683"/>
                  </a:lnTo>
                  <a:lnTo>
                    <a:pt x="322890" y="1382026"/>
                  </a:lnTo>
                  <a:lnTo>
                    <a:pt x="326926" y="1383369"/>
                  </a:lnTo>
                  <a:lnTo>
                    <a:pt x="330963" y="1384712"/>
                  </a:lnTo>
                  <a:lnTo>
                    <a:pt x="330963" y="1386055"/>
                  </a:lnTo>
                  <a:lnTo>
                    <a:pt x="328272" y="1387398"/>
                  </a:lnTo>
                  <a:lnTo>
                    <a:pt x="324236" y="1387398"/>
                  </a:lnTo>
                  <a:lnTo>
                    <a:pt x="321545" y="1387398"/>
                  </a:lnTo>
                  <a:lnTo>
                    <a:pt x="321545" y="1388742"/>
                  </a:lnTo>
                  <a:lnTo>
                    <a:pt x="324236" y="1390085"/>
                  </a:lnTo>
                  <a:lnTo>
                    <a:pt x="328272" y="1390085"/>
                  </a:lnTo>
                  <a:lnTo>
                    <a:pt x="330963" y="1390085"/>
                  </a:lnTo>
                  <a:lnTo>
                    <a:pt x="329617" y="1391428"/>
                  </a:lnTo>
                  <a:lnTo>
                    <a:pt x="326926" y="1394114"/>
                  </a:lnTo>
                  <a:lnTo>
                    <a:pt x="322890" y="1395457"/>
                  </a:lnTo>
                  <a:lnTo>
                    <a:pt x="316164" y="1395457"/>
                  </a:lnTo>
                  <a:lnTo>
                    <a:pt x="313473" y="1392771"/>
                  </a:lnTo>
                  <a:lnTo>
                    <a:pt x="309437" y="1388742"/>
                  </a:lnTo>
                  <a:lnTo>
                    <a:pt x="308091" y="1386055"/>
                  </a:lnTo>
                  <a:lnTo>
                    <a:pt x="306746" y="1386055"/>
                  </a:lnTo>
                  <a:lnTo>
                    <a:pt x="305401" y="1387398"/>
                  </a:lnTo>
                  <a:lnTo>
                    <a:pt x="301364" y="1386055"/>
                  </a:lnTo>
                  <a:lnTo>
                    <a:pt x="300019" y="1387398"/>
                  </a:lnTo>
                  <a:lnTo>
                    <a:pt x="301364" y="1390085"/>
                  </a:lnTo>
                  <a:lnTo>
                    <a:pt x="309437" y="1394114"/>
                  </a:lnTo>
                  <a:lnTo>
                    <a:pt x="313473" y="1396800"/>
                  </a:lnTo>
                  <a:lnTo>
                    <a:pt x="313473" y="1399486"/>
                  </a:lnTo>
                  <a:lnTo>
                    <a:pt x="312128" y="1400829"/>
                  </a:lnTo>
                  <a:lnTo>
                    <a:pt x="312128" y="1403515"/>
                  </a:lnTo>
                  <a:lnTo>
                    <a:pt x="313473" y="1402172"/>
                  </a:lnTo>
                  <a:lnTo>
                    <a:pt x="317509" y="1402172"/>
                  </a:lnTo>
                  <a:lnTo>
                    <a:pt x="318854" y="1403515"/>
                  </a:lnTo>
                  <a:lnTo>
                    <a:pt x="321545" y="1404859"/>
                  </a:lnTo>
                  <a:lnTo>
                    <a:pt x="321545" y="1406202"/>
                  </a:lnTo>
                  <a:lnTo>
                    <a:pt x="318854" y="1407545"/>
                  </a:lnTo>
                  <a:lnTo>
                    <a:pt x="316164" y="1410231"/>
                  </a:lnTo>
                  <a:lnTo>
                    <a:pt x="313473" y="1396800"/>
                  </a:lnTo>
                  <a:lnTo>
                    <a:pt x="313473" y="1396800"/>
                  </a:lnTo>
                  <a:lnTo>
                    <a:pt x="313473" y="139680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66" name="Freeform 865">
              <a:extLst>
                <a:ext uri="{FF2B5EF4-FFF2-40B4-BE49-F238E27FC236}">
                  <a16:creationId xmlns:a16="http://schemas.microsoft.com/office/drawing/2014/main" id="{8EA23445-C4E4-7949-B66F-3E020024DA82}"/>
                </a:ext>
              </a:extLst>
            </p:cNvPr>
            <p:cNvSpPr/>
            <p:nvPr/>
          </p:nvSpPr>
          <p:spPr>
            <a:xfrm>
              <a:off x="6363634" y="2805148"/>
              <a:ext cx="12108" cy="8058"/>
            </a:xfrm>
            <a:custGeom>
              <a:avLst/>
              <a:gdLst>
                <a:gd name="connsiteX0" fmla="*/ 12108 w 12108"/>
                <a:gd name="connsiteY0" fmla="*/ 5372 h 8058"/>
                <a:gd name="connsiteX1" fmla="*/ 4036 w 12108"/>
                <a:gd name="connsiteY1" fmla="*/ 1343 h 8058"/>
                <a:gd name="connsiteX2" fmla="*/ 0 w 12108"/>
                <a:gd name="connsiteY2" fmla="*/ 0 h 8058"/>
                <a:gd name="connsiteX3" fmla="*/ 0 w 12108"/>
                <a:gd name="connsiteY3" fmla="*/ 2686 h 8058"/>
                <a:gd name="connsiteX4" fmla="*/ 5381 w 12108"/>
                <a:gd name="connsiteY4" fmla="*/ 8058 h 8058"/>
                <a:gd name="connsiteX5" fmla="*/ 8072 w 12108"/>
                <a:gd name="connsiteY5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8" h="8058">
                  <a:moveTo>
                    <a:pt x="12108" y="5372"/>
                  </a:moveTo>
                  <a:lnTo>
                    <a:pt x="4036" y="1343"/>
                  </a:lnTo>
                  <a:lnTo>
                    <a:pt x="0" y="0"/>
                  </a:lnTo>
                  <a:lnTo>
                    <a:pt x="0" y="2686"/>
                  </a:lnTo>
                  <a:lnTo>
                    <a:pt x="5381" y="8058"/>
                  </a:lnTo>
                  <a:lnTo>
                    <a:pt x="8072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67" name="Freeform 866">
              <a:extLst>
                <a:ext uri="{FF2B5EF4-FFF2-40B4-BE49-F238E27FC236}">
                  <a16:creationId xmlns:a16="http://schemas.microsoft.com/office/drawing/2014/main" id="{77A7094F-AFF1-CF13-1F71-D1F9E8F2133C}"/>
                </a:ext>
              </a:extLst>
            </p:cNvPr>
            <p:cNvSpPr/>
            <p:nvPr/>
          </p:nvSpPr>
          <p:spPr>
            <a:xfrm>
              <a:off x="6782046" y="2328356"/>
              <a:ext cx="59196" cy="30890"/>
            </a:xfrm>
            <a:custGeom>
              <a:avLst/>
              <a:gdLst>
                <a:gd name="connsiteX0" fmla="*/ 0 w 59196"/>
                <a:gd name="connsiteY0" fmla="*/ 28205 h 30890"/>
                <a:gd name="connsiteX1" fmla="*/ 0 w 59196"/>
                <a:gd name="connsiteY1" fmla="*/ 30891 h 30890"/>
                <a:gd name="connsiteX2" fmla="*/ 6727 w 59196"/>
                <a:gd name="connsiteY2" fmla="*/ 29548 h 30890"/>
                <a:gd name="connsiteX3" fmla="*/ 18835 w 59196"/>
                <a:gd name="connsiteY3" fmla="*/ 28205 h 30890"/>
                <a:gd name="connsiteX4" fmla="*/ 29598 w 59196"/>
                <a:gd name="connsiteY4" fmla="*/ 29548 h 30890"/>
                <a:gd name="connsiteX5" fmla="*/ 32289 w 59196"/>
                <a:gd name="connsiteY5" fmla="*/ 26862 h 30890"/>
                <a:gd name="connsiteX6" fmla="*/ 37670 w 59196"/>
                <a:gd name="connsiteY6" fmla="*/ 25518 h 30890"/>
                <a:gd name="connsiteX7" fmla="*/ 43052 w 59196"/>
                <a:gd name="connsiteY7" fmla="*/ 29548 h 30890"/>
                <a:gd name="connsiteX8" fmla="*/ 49779 w 59196"/>
                <a:gd name="connsiteY8" fmla="*/ 26862 h 30890"/>
                <a:gd name="connsiteX9" fmla="*/ 52470 w 59196"/>
                <a:gd name="connsiteY9" fmla="*/ 26862 h 30890"/>
                <a:gd name="connsiteX10" fmla="*/ 57851 w 59196"/>
                <a:gd name="connsiteY10" fmla="*/ 22832 h 30890"/>
                <a:gd name="connsiteX11" fmla="*/ 59196 w 59196"/>
                <a:gd name="connsiteY11" fmla="*/ 8058 h 30890"/>
                <a:gd name="connsiteX12" fmla="*/ 55161 w 59196"/>
                <a:gd name="connsiteY12" fmla="*/ 5372 h 30890"/>
                <a:gd name="connsiteX13" fmla="*/ 52470 w 59196"/>
                <a:gd name="connsiteY13" fmla="*/ 0 h 30890"/>
                <a:gd name="connsiteX14" fmla="*/ 48434 w 59196"/>
                <a:gd name="connsiteY14" fmla="*/ 0 h 30890"/>
                <a:gd name="connsiteX15" fmla="*/ 33634 w 59196"/>
                <a:gd name="connsiteY15" fmla="*/ 6715 h 30890"/>
                <a:gd name="connsiteX16" fmla="*/ 20181 w 59196"/>
                <a:gd name="connsiteY16" fmla="*/ 9402 h 30890"/>
                <a:gd name="connsiteX17" fmla="*/ 16144 w 59196"/>
                <a:gd name="connsiteY17" fmla="*/ 13431 h 30890"/>
                <a:gd name="connsiteX18" fmla="*/ 10763 w 59196"/>
                <a:gd name="connsiteY18" fmla="*/ 16117 h 30890"/>
                <a:gd name="connsiteX19" fmla="*/ 8072 w 59196"/>
                <a:gd name="connsiteY19" fmla="*/ 21489 h 30890"/>
                <a:gd name="connsiteX20" fmla="*/ 2691 w 59196"/>
                <a:gd name="connsiteY20" fmla="*/ 21489 h 30890"/>
                <a:gd name="connsiteX21" fmla="*/ 1345 w 59196"/>
                <a:gd name="connsiteY21" fmla="*/ 25518 h 3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9196" h="30890">
                  <a:moveTo>
                    <a:pt x="0" y="28205"/>
                  </a:moveTo>
                  <a:lnTo>
                    <a:pt x="0" y="30891"/>
                  </a:lnTo>
                  <a:lnTo>
                    <a:pt x="6727" y="29548"/>
                  </a:lnTo>
                  <a:lnTo>
                    <a:pt x="18835" y="28205"/>
                  </a:lnTo>
                  <a:lnTo>
                    <a:pt x="29598" y="29548"/>
                  </a:lnTo>
                  <a:lnTo>
                    <a:pt x="32289" y="26862"/>
                  </a:lnTo>
                  <a:lnTo>
                    <a:pt x="37670" y="25518"/>
                  </a:lnTo>
                  <a:lnTo>
                    <a:pt x="43052" y="29548"/>
                  </a:lnTo>
                  <a:lnTo>
                    <a:pt x="49779" y="26862"/>
                  </a:lnTo>
                  <a:lnTo>
                    <a:pt x="52470" y="26862"/>
                  </a:lnTo>
                  <a:lnTo>
                    <a:pt x="57851" y="22832"/>
                  </a:lnTo>
                  <a:lnTo>
                    <a:pt x="59196" y="8058"/>
                  </a:lnTo>
                  <a:lnTo>
                    <a:pt x="55161" y="5372"/>
                  </a:lnTo>
                  <a:lnTo>
                    <a:pt x="52470" y="0"/>
                  </a:lnTo>
                  <a:lnTo>
                    <a:pt x="48434" y="0"/>
                  </a:lnTo>
                  <a:lnTo>
                    <a:pt x="33634" y="6715"/>
                  </a:lnTo>
                  <a:lnTo>
                    <a:pt x="20181" y="9402"/>
                  </a:lnTo>
                  <a:lnTo>
                    <a:pt x="16144" y="13431"/>
                  </a:lnTo>
                  <a:lnTo>
                    <a:pt x="10763" y="16117"/>
                  </a:lnTo>
                  <a:lnTo>
                    <a:pt x="8072" y="21489"/>
                  </a:lnTo>
                  <a:lnTo>
                    <a:pt x="2691" y="21489"/>
                  </a:lnTo>
                  <a:lnTo>
                    <a:pt x="1345" y="2551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68" name="Freeform 867">
              <a:extLst>
                <a:ext uri="{FF2B5EF4-FFF2-40B4-BE49-F238E27FC236}">
                  <a16:creationId xmlns:a16="http://schemas.microsoft.com/office/drawing/2014/main" id="{5B131C42-44CC-A924-370E-6E2B0EAD3641}"/>
                </a:ext>
              </a:extLst>
            </p:cNvPr>
            <p:cNvSpPr/>
            <p:nvPr/>
          </p:nvSpPr>
          <p:spPr>
            <a:xfrm>
              <a:off x="6393232" y="2775600"/>
              <a:ext cx="5381" cy="4029"/>
            </a:xfrm>
            <a:custGeom>
              <a:avLst/>
              <a:gdLst>
                <a:gd name="connsiteX0" fmla="*/ 0 w 5381"/>
                <a:gd name="connsiteY0" fmla="*/ 1343 h 4029"/>
                <a:gd name="connsiteX1" fmla="*/ 4036 w 5381"/>
                <a:gd name="connsiteY1" fmla="*/ 4029 h 4029"/>
                <a:gd name="connsiteX2" fmla="*/ 5381 w 5381"/>
                <a:gd name="connsiteY2" fmla="*/ 2686 h 4029"/>
                <a:gd name="connsiteX3" fmla="*/ 5381 w 5381"/>
                <a:gd name="connsiteY3" fmla="*/ 0 h 4029"/>
                <a:gd name="connsiteX4" fmla="*/ 2691 w 5381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4029">
                  <a:moveTo>
                    <a:pt x="0" y="1343"/>
                  </a:moveTo>
                  <a:lnTo>
                    <a:pt x="4036" y="4029"/>
                  </a:lnTo>
                  <a:lnTo>
                    <a:pt x="5381" y="2686"/>
                  </a:lnTo>
                  <a:lnTo>
                    <a:pt x="5381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69" name="Freeform 868">
              <a:extLst>
                <a:ext uri="{FF2B5EF4-FFF2-40B4-BE49-F238E27FC236}">
                  <a16:creationId xmlns:a16="http://schemas.microsoft.com/office/drawing/2014/main" id="{B621FB45-56B6-ADB5-8B4A-A05B3B2DB4C9}"/>
                </a:ext>
              </a:extLst>
            </p:cNvPr>
            <p:cNvSpPr/>
            <p:nvPr/>
          </p:nvSpPr>
          <p:spPr>
            <a:xfrm>
              <a:off x="6420139" y="2724563"/>
              <a:ext cx="1345" cy="1343"/>
            </a:xfrm>
            <a:custGeom>
              <a:avLst/>
              <a:gdLst>
                <a:gd name="connsiteX0" fmla="*/ 0 w 1345"/>
                <a:gd name="connsiteY0" fmla="*/ 0 h 1343"/>
                <a:gd name="connsiteX1" fmla="*/ 0 w 1345"/>
                <a:gd name="connsiteY1" fmla="*/ 1343 h 1343"/>
                <a:gd name="connsiteX2" fmla="*/ 1345 w 1345"/>
                <a:gd name="connsiteY2" fmla="*/ 0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" h="1343">
                  <a:moveTo>
                    <a:pt x="0" y="0"/>
                  </a:moveTo>
                  <a:lnTo>
                    <a:pt x="0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0" name="Freeform 869">
              <a:extLst>
                <a:ext uri="{FF2B5EF4-FFF2-40B4-BE49-F238E27FC236}">
                  <a16:creationId xmlns:a16="http://schemas.microsoft.com/office/drawing/2014/main" id="{7B217759-AC8F-1E4A-BF24-1BC641FFD374}"/>
                </a:ext>
              </a:extLst>
            </p:cNvPr>
            <p:cNvSpPr/>
            <p:nvPr/>
          </p:nvSpPr>
          <p:spPr>
            <a:xfrm>
              <a:off x="6421485" y="2717848"/>
              <a:ext cx="2690" cy="2686"/>
            </a:xfrm>
            <a:custGeom>
              <a:avLst/>
              <a:gdLst>
                <a:gd name="connsiteX0" fmla="*/ 1345 w 2690"/>
                <a:gd name="connsiteY0" fmla="*/ 0 h 2686"/>
                <a:gd name="connsiteX1" fmla="*/ 0 w 2690"/>
                <a:gd name="connsiteY1" fmla="*/ 2686 h 2686"/>
                <a:gd name="connsiteX2" fmla="*/ 2691 w 2690"/>
                <a:gd name="connsiteY2" fmla="*/ 2686 h 2686"/>
                <a:gd name="connsiteX3" fmla="*/ 2691 w 2690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1345" y="0"/>
                  </a:moveTo>
                  <a:lnTo>
                    <a:pt x="0" y="2686"/>
                  </a:lnTo>
                  <a:lnTo>
                    <a:pt x="2691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1" name="Freeform 870">
              <a:extLst>
                <a:ext uri="{FF2B5EF4-FFF2-40B4-BE49-F238E27FC236}">
                  <a16:creationId xmlns:a16="http://schemas.microsoft.com/office/drawing/2014/main" id="{C0E0BDBE-888A-4BBD-9519-A5992F1E9D60}"/>
                </a:ext>
              </a:extLst>
            </p:cNvPr>
            <p:cNvSpPr/>
            <p:nvPr/>
          </p:nvSpPr>
          <p:spPr>
            <a:xfrm>
              <a:off x="6424175" y="2708447"/>
              <a:ext cx="2690" cy="2686"/>
            </a:xfrm>
            <a:custGeom>
              <a:avLst/>
              <a:gdLst>
                <a:gd name="connsiteX0" fmla="*/ 0 w 2690"/>
                <a:gd name="connsiteY0" fmla="*/ 1343 h 2686"/>
                <a:gd name="connsiteX1" fmla="*/ 1345 w 2690"/>
                <a:gd name="connsiteY1" fmla="*/ 2686 h 2686"/>
                <a:gd name="connsiteX2" fmla="*/ 1345 w 2690"/>
                <a:gd name="connsiteY2" fmla="*/ 2686 h 2686"/>
                <a:gd name="connsiteX3" fmla="*/ 2691 w 2690"/>
                <a:gd name="connsiteY3" fmla="*/ 0 h 2686"/>
                <a:gd name="connsiteX4" fmla="*/ 1345 w 2690"/>
                <a:gd name="connsiteY4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2686">
                  <a:moveTo>
                    <a:pt x="0" y="1343"/>
                  </a:moveTo>
                  <a:lnTo>
                    <a:pt x="1345" y="2686"/>
                  </a:lnTo>
                  <a:lnTo>
                    <a:pt x="1345" y="2686"/>
                  </a:lnTo>
                  <a:lnTo>
                    <a:pt x="2691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2" name="Freeform 871">
              <a:extLst>
                <a:ext uri="{FF2B5EF4-FFF2-40B4-BE49-F238E27FC236}">
                  <a16:creationId xmlns:a16="http://schemas.microsoft.com/office/drawing/2014/main" id="{C3ED4D18-D356-D69E-B157-3C5C5B0A2AAF}"/>
                </a:ext>
              </a:extLst>
            </p:cNvPr>
            <p:cNvSpPr/>
            <p:nvPr/>
          </p:nvSpPr>
          <p:spPr>
            <a:xfrm>
              <a:off x="6420139" y="2697702"/>
              <a:ext cx="12108" cy="5372"/>
            </a:xfrm>
            <a:custGeom>
              <a:avLst/>
              <a:gdLst>
                <a:gd name="connsiteX0" fmla="*/ 0 w 12108"/>
                <a:gd name="connsiteY0" fmla="*/ 0 h 5372"/>
                <a:gd name="connsiteX1" fmla="*/ 1345 w 12108"/>
                <a:gd name="connsiteY1" fmla="*/ 4029 h 5372"/>
                <a:gd name="connsiteX2" fmla="*/ 4036 w 12108"/>
                <a:gd name="connsiteY2" fmla="*/ 4029 h 5372"/>
                <a:gd name="connsiteX3" fmla="*/ 5381 w 12108"/>
                <a:gd name="connsiteY3" fmla="*/ 5372 h 5372"/>
                <a:gd name="connsiteX4" fmla="*/ 10763 w 12108"/>
                <a:gd name="connsiteY4" fmla="*/ 5372 h 5372"/>
                <a:gd name="connsiteX5" fmla="*/ 12108 w 12108"/>
                <a:gd name="connsiteY5" fmla="*/ 4029 h 5372"/>
                <a:gd name="connsiteX6" fmla="*/ 9417 w 12108"/>
                <a:gd name="connsiteY6" fmla="*/ 1343 h 5372"/>
                <a:gd name="connsiteX7" fmla="*/ 4036 w 12108"/>
                <a:gd name="connsiteY7" fmla="*/ 1343 h 5372"/>
                <a:gd name="connsiteX8" fmla="*/ 2691 w 12108"/>
                <a:gd name="connsiteY8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08" h="5372">
                  <a:moveTo>
                    <a:pt x="0" y="0"/>
                  </a:moveTo>
                  <a:lnTo>
                    <a:pt x="1345" y="4029"/>
                  </a:lnTo>
                  <a:lnTo>
                    <a:pt x="4036" y="4029"/>
                  </a:lnTo>
                  <a:lnTo>
                    <a:pt x="5381" y="5372"/>
                  </a:lnTo>
                  <a:lnTo>
                    <a:pt x="10763" y="5372"/>
                  </a:lnTo>
                  <a:lnTo>
                    <a:pt x="12108" y="4029"/>
                  </a:lnTo>
                  <a:lnTo>
                    <a:pt x="9417" y="1343"/>
                  </a:lnTo>
                  <a:lnTo>
                    <a:pt x="4036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3" name="Freeform 872">
              <a:extLst>
                <a:ext uri="{FF2B5EF4-FFF2-40B4-BE49-F238E27FC236}">
                  <a16:creationId xmlns:a16="http://schemas.microsoft.com/office/drawing/2014/main" id="{3B1CCC7A-CF17-5A26-0CC2-242B5AE6F205}"/>
                </a:ext>
              </a:extLst>
            </p:cNvPr>
            <p:cNvSpPr/>
            <p:nvPr/>
          </p:nvSpPr>
          <p:spPr>
            <a:xfrm>
              <a:off x="6441665" y="2689644"/>
              <a:ext cx="2690" cy="5372"/>
            </a:xfrm>
            <a:custGeom>
              <a:avLst/>
              <a:gdLst>
                <a:gd name="connsiteX0" fmla="*/ 0 w 2690"/>
                <a:gd name="connsiteY0" fmla="*/ 5372 h 5372"/>
                <a:gd name="connsiteX1" fmla="*/ 2691 w 2690"/>
                <a:gd name="connsiteY1" fmla="*/ 4029 h 5372"/>
                <a:gd name="connsiteX2" fmla="*/ 2691 w 2690"/>
                <a:gd name="connsiteY2" fmla="*/ 0 h 5372"/>
                <a:gd name="connsiteX3" fmla="*/ 0 w 2690"/>
                <a:gd name="connsiteY3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5372">
                  <a:moveTo>
                    <a:pt x="0" y="5372"/>
                  </a:moveTo>
                  <a:lnTo>
                    <a:pt x="2691" y="4029"/>
                  </a:lnTo>
                  <a:lnTo>
                    <a:pt x="2691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4" name="Freeform 873">
              <a:extLst>
                <a:ext uri="{FF2B5EF4-FFF2-40B4-BE49-F238E27FC236}">
                  <a16:creationId xmlns:a16="http://schemas.microsoft.com/office/drawing/2014/main" id="{698BD904-1E13-B060-960D-4D62AF3F5D9D}"/>
                </a:ext>
              </a:extLst>
            </p:cNvPr>
            <p:cNvSpPr/>
            <p:nvPr/>
          </p:nvSpPr>
          <p:spPr>
            <a:xfrm>
              <a:off x="6440320" y="2662782"/>
              <a:ext cx="10762" cy="10744"/>
            </a:xfrm>
            <a:custGeom>
              <a:avLst/>
              <a:gdLst>
                <a:gd name="connsiteX0" fmla="*/ 0 w 10762"/>
                <a:gd name="connsiteY0" fmla="*/ 0 h 10744"/>
                <a:gd name="connsiteX1" fmla="*/ 0 w 10762"/>
                <a:gd name="connsiteY1" fmla="*/ 2686 h 10744"/>
                <a:gd name="connsiteX2" fmla="*/ 4036 w 10762"/>
                <a:gd name="connsiteY2" fmla="*/ 6715 h 10744"/>
                <a:gd name="connsiteX3" fmla="*/ 8072 w 10762"/>
                <a:gd name="connsiteY3" fmla="*/ 9401 h 10744"/>
                <a:gd name="connsiteX4" fmla="*/ 9417 w 10762"/>
                <a:gd name="connsiteY4" fmla="*/ 10745 h 10744"/>
                <a:gd name="connsiteX5" fmla="*/ 10763 w 10762"/>
                <a:gd name="connsiteY5" fmla="*/ 9401 h 10744"/>
                <a:gd name="connsiteX6" fmla="*/ 9417 w 10762"/>
                <a:gd name="connsiteY6" fmla="*/ 5372 h 10744"/>
                <a:gd name="connsiteX7" fmla="*/ 4036 w 10762"/>
                <a:gd name="connsiteY7" fmla="*/ 4029 h 10744"/>
                <a:gd name="connsiteX8" fmla="*/ 1345 w 10762"/>
                <a:gd name="connsiteY8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2" h="10744">
                  <a:moveTo>
                    <a:pt x="0" y="0"/>
                  </a:moveTo>
                  <a:lnTo>
                    <a:pt x="0" y="2686"/>
                  </a:lnTo>
                  <a:lnTo>
                    <a:pt x="4036" y="6715"/>
                  </a:lnTo>
                  <a:lnTo>
                    <a:pt x="8072" y="9401"/>
                  </a:lnTo>
                  <a:lnTo>
                    <a:pt x="9417" y="10745"/>
                  </a:lnTo>
                  <a:lnTo>
                    <a:pt x="10763" y="9401"/>
                  </a:lnTo>
                  <a:lnTo>
                    <a:pt x="9417" y="5372"/>
                  </a:lnTo>
                  <a:lnTo>
                    <a:pt x="4036" y="4029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5" name="Freeform 874">
              <a:extLst>
                <a:ext uri="{FF2B5EF4-FFF2-40B4-BE49-F238E27FC236}">
                  <a16:creationId xmlns:a16="http://schemas.microsoft.com/office/drawing/2014/main" id="{C48D68E0-AC95-D4A8-B33F-546A35309DB6}"/>
                </a:ext>
              </a:extLst>
            </p:cNvPr>
            <p:cNvSpPr/>
            <p:nvPr/>
          </p:nvSpPr>
          <p:spPr>
            <a:xfrm>
              <a:off x="6472609" y="2602344"/>
              <a:ext cx="6726" cy="20146"/>
            </a:xfrm>
            <a:custGeom>
              <a:avLst/>
              <a:gdLst>
                <a:gd name="connsiteX0" fmla="*/ 0 w 6726"/>
                <a:gd name="connsiteY0" fmla="*/ 1343 h 20146"/>
                <a:gd name="connsiteX1" fmla="*/ 1345 w 6726"/>
                <a:gd name="connsiteY1" fmla="*/ 5372 h 20146"/>
                <a:gd name="connsiteX2" fmla="*/ 2691 w 6726"/>
                <a:gd name="connsiteY2" fmla="*/ 9401 h 20146"/>
                <a:gd name="connsiteX3" fmla="*/ 2691 w 6726"/>
                <a:gd name="connsiteY3" fmla="*/ 14774 h 20146"/>
                <a:gd name="connsiteX4" fmla="*/ 4036 w 6726"/>
                <a:gd name="connsiteY4" fmla="*/ 18803 h 20146"/>
                <a:gd name="connsiteX5" fmla="*/ 6727 w 6726"/>
                <a:gd name="connsiteY5" fmla="*/ 20146 h 20146"/>
                <a:gd name="connsiteX6" fmla="*/ 6727 w 6726"/>
                <a:gd name="connsiteY6" fmla="*/ 14774 h 20146"/>
                <a:gd name="connsiteX7" fmla="*/ 6727 w 6726"/>
                <a:gd name="connsiteY7" fmla="*/ 9401 h 20146"/>
                <a:gd name="connsiteX8" fmla="*/ 5381 w 6726"/>
                <a:gd name="connsiteY8" fmla="*/ 6715 h 20146"/>
                <a:gd name="connsiteX9" fmla="*/ 2691 w 6726"/>
                <a:gd name="connsiteY9" fmla="*/ 1343 h 20146"/>
                <a:gd name="connsiteX10" fmla="*/ 1345 w 6726"/>
                <a:gd name="connsiteY10" fmla="*/ 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26" h="20146">
                  <a:moveTo>
                    <a:pt x="0" y="1343"/>
                  </a:moveTo>
                  <a:lnTo>
                    <a:pt x="1345" y="5372"/>
                  </a:lnTo>
                  <a:lnTo>
                    <a:pt x="2691" y="9401"/>
                  </a:lnTo>
                  <a:lnTo>
                    <a:pt x="2691" y="14774"/>
                  </a:lnTo>
                  <a:lnTo>
                    <a:pt x="4036" y="18803"/>
                  </a:lnTo>
                  <a:lnTo>
                    <a:pt x="6727" y="20146"/>
                  </a:lnTo>
                  <a:lnTo>
                    <a:pt x="6727" y="14774"/>
                  </a:lnTo>
                  <a:lnTo>
                    <a:pt x="6727" y="9401"/>
                  </a:lnTo>
                  <a:lnTo>
                    <a:pt x="5381" y="6715"/>
                  </a:lnTo>
                  <a:lnTo>
                    <a:pt x="2691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6" name="Freeform 875">
              <a:extLst>
                <a:ext uri="{FF2B5EF4-FFF2-40B4-BE49-F238E27FC236}">
                  <a16:creationId xmlns:a16="http://schemas.microsoft.com/office/drawing/2014/main" id="{812E69AA-5DEF-A4C5-AA03-44D76792F7C2}"/>
                </a:ext>
              </a:extLst>
            </p:cNvPr>
            <p:cNvSpPr/>
            <p:nvPr/>
          </p:nvSpPr>
          <p:spPr>
            <a:xfrm>
              <a:off x="6496826" y="2587570"/>
              <a:ext cx="4036" cy="4029"/>
            </a:xfrm>
            <a:custGeom>
              <a:avLst/>
              <a:gdLst>
                <a:gd name="connsiteX0" fmla="*/ 0 w 4036"/>
                <a:gd name="connsiteY0" fmla="*/ 1343 h 4029"/>
                <a:gd name="connsiteX1" fmla="*/ 1345 w 4036"/>
                <a:gd name="connsiteY1" fmla="*/ 2686 h 4029"/>
                <a:gd name="connsiteX2" fmla="*/ 4036 w 4036"/>
                <a:gd name="connsiteY2" fmla="*/ 4029 h 4029"/>
                <a:gd name="connsiteX3" fmla="*/ 4036 w 4036"/>
                <a:gd name="connsiteY3" fmla="*/ 2686 h 4029"/>
                <a:gd name="connsiteX4" fmla="*/ 2691 w 4036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4029">
                  <a:moveTo>
                    <a:pt x="0" y="1343"/>
                  </a:moveTo>
                  <a:lnTo>
                    <a:pt x="1345" y="2686"/>
                  </a:lnTo>
                  <a:lnTo>
                    <a:pt x="4036" y="4029"/>
                  </a:lnTo>
                  <a:lnTo>
                    <a:pt x="4036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7" name="Freeform 876">
              <a:extLst>
                <a:ext uri="{FF2B5EF4-FFF2-40B4-BE49-F238E27FC236}">
                  <a16:creationId xmlns:a16="http://schemas.microsoft.com/office/drawing/2014/main" id="{E3E4E169-BE74-954A-F8EA-675858848C95}"/>
                </a:ext>
              </a:extLst>
            </p:cNvPr>
            <p:cNvSpPr/>
            <p:nvPr/>
          </p:nvSpPr>
          <p:spPr>
            <a:xfrm>
              <a:off x="6504898" y="2580854"/>
              <a:ext cx="1345" cy="4029"/>
            </a:xfrm>
            <a:custGeom>
              <a:avLst/>
              <a:gdLst>
                <a:gd name="connsiteX0" fmla="*/ 0 w 1345"/>
                <a:gd name="connsiteY0" fmla="*/ 1343 h 4029"/>
                <a:gd name="connsiteX1" fmla="*/ 1345 w 1345"/>
                <a:gd name="connsiteY1" fmla="*/ 4029 h 4029"/>
                <a:gd name="connsiteX2" fmla="*/ 1345 w 1345"/>
                <a:gd name="connsiteY2" fmla="*/ 1343 h 4029"/>
                <a:gd name="connsiteX3" fmla="*/ 0 w 1345"/>
                <a:gd name="connsiteY3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" h="4029">
                  <a:moveTo>
                    <a:pt x="0" y="1343"/>
                  </a:moveTo>
                  <a:lnTo>
                    <a:pt x="1345" y="4029"/>
                  </a:lnTo>
                  <a:lnTo>
                    <a:pt x="1345" y="1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8" name="Freeform 877">
              <a:extLst>
                <a:ext uri="{FF2B5EF4-FFF2-40B4-BE49-F238E27FC236}">
                  <a16:creationId xmlns:a16="http://schemas.microsoft.com/office/drawing/2014/main" id="{6A1A1C0C-C779-DBB5-58E7-0131DACF12A5}"/>
                </a:ext>
              </a:extLst>
            </p:cNvPr>
            <p:cNvSpPr/>
            <p:nvPr/>
          </p:nvSpPr>
          <p:spPr>
            <a:xfrm>
              <a:off x="6539878" y="2563394"/>
              <a:ext cx="13453" cy="14773"/>
            </a:xfrm>
            <a:custGeom>
              <a:avLst/>
              <a:gdLst>
                <a:gd name="connsiteX0" fmla="*/ 5381 w 13453"/>
                <a:gd name="connsiteY0" fmla="*/ 14774 h 14773"/>
                <a:gd name="connsiteX1" fmla="*/ 9417 w 13453"/>
                <a:gd name="connsiteY1" fmla="*/ 12088 h 14773"/>
                <a:gd name="connsiteX2" fmla="*/ 12108 w 13453"/>
                <a:gd name="connsiteY2" fmla="*/ 13431 h 14773"/>
                <a:gd name="connsiteX3" fmla="*/ 13454 w 13453"/>
                <a:gd name="connsiteY3" fmla="*/ 10745 h 14773"/>
                <a:gd name="connsiteX4" fmla="*/ 10763 w 13453"/>
                <a:gd name="connsiteY4" fmla="*/ 4029 h 14773"/>
                <a:gd name="connsiteX5" fmla="*/ 8072 w 13453"/>
                <a:gd name="connsiteY5" fmla="*/ 4029 h 14773"/>
                <a:gd name="connsiteX6" fmla="*/ 6727 w 13453"/>
                <a:gd name="connsiteY6" fmla="*/ 0 h 14773"/>
                <a:gd name="connsiteX7" fmla="*/ 4036 w 13453"/>
                <a:gd name="connsiteY7" fmla="*/ 1343 h 14773"/>
                <a:gd name="connsiteX8" fmla="*/ 1345 w 13453"/>
                <a:gd name="connsiteY8" fmla="*/ 4029 h 14773"/>
                <a:gd name="connsiteX9" fmla="*/ 0 w 13453"/>
                <a:gd name="connsiteY9" fmla="*/ 6715 h 14773"/>
                <a:gd name="connsiteX10" fmla="*/ 0 w 13453"/>
                <a:gd name="connsiteY10" fmla="*/ 9402 h 14773"/>
                <a:gd name="connsiteX11" fmla="*/ 2691 w 13453"/>
                <a:gd name="connsiteY11" fmla="*/ 12088 h 14773"/>
                <a:gd name="connsiteX12" fmla="*/ 4036 w 13453"/>
                <a:gd name="connsiteY12" fmla="*/ 14774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53" h="14773">
                  <a:moveTo>
                    <a:pt x="5381" y="14774"/>
                  </a:moveTo>
                  <a:lnTo>
                    <a:pt x="9417" y="12088"/>
                  </a:lnTo>
                  <a:lnTo>
                    <a:pt x="12108" y="13431"/>
                  </a:lnTo>
                  <a:lnTo>
                    <a:pt x="13454" y="10745"/>
                  </a:lnTo>
                  <a:lnTo>
                    <a:pt x="10763" y="4029"/>
                  </a:lnTo>
                  <a:lnTo>
                    <a:pt x="8072" y="4029"/>
                  </a:lnTo>
                  <a:lnTo>
                    <a:pt x="6727" y="0"/>
                  </a:lnTo>
                  <a:lnTo>
                    <a:pt x="4036" y="1343"/>
                  </a:lnTo>
                  <a:lnTo>
                    <a:pt x="1345" y="4029"/>
                  </a:lnTo>
                  <a:lnTo>
                    <a:pt x="0" y="6715"/>
                  </a:lnTo>
                  <a:lnTo>
                    <a:pt x="0" y="9402"/>
                  </a:lnTo>
                  <a:lnTo>
                    <a:pt x="2691" y="12088"/>
                  </a:lnTo>
                  <a:lnTo>
                    <a:pt x="4036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9" name="Freeform 878">
              <a:extLst>
                <a:ext uri="{FF2B5EF4-FFF2-40B4-BE49-F238E27FC236}">
                  <a16:creationId xmlns:a16="http://schemas.microsoft.com/office/drawing/2014/main" id="{F47A0068-6693-0B99-8A35-160BB932BC84}"/>
                </a:ext>
              </a:extLst>
            </p:cNvPr>
            <p:cNvSpPr/>
            <p:nvPr/>
          </p:nvSpPr>
          <p:spPr>
            <a:xfrm>
              <a:off x="6558713" y="2570110"/>
              <a:ext cx="4035" cy="6715"/>
            </a:xfrm>
            <a:custGeom>
              <a:avLst/>
              <a:gdLst>
                <a:gd name="connsiteX0" fmla="*/ 4036 w 4035"/>
                <a:gd name="connsiteY0" fmla="*/ 6715 h 6715"/>
                <a:gd name="connsiteX1" fmla="*/ 1345 w 4035"/>
                <a:gd name="connsiteY1" fmla="*/ 2686 h 6715"/>
                <a:gd name="connsiteX2" fmla="*/ 2691 w 4035"/>
                <a:gd name="connsiteY2" fmla="*/ 0 h 6715"/>
                <a:gd name="connsiteX3" fmla="*/ 0 w 4035"/>
                <a:gd name="connsiteY3" fmla="*/ 2686 h 6715"/>
                <a:gd name="connsiteX4" fmla="*/ 0 w 4035"/>
                <a:gd name="connsiteY4" fmla="*/ 5372 h 6715"/>
                <a:gd name="connsiteX5" fmla="*/ 2691 w 4035"/>
                <a:gd name="connsiteY5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6715">
                  <a:moveTo>
                    <a:pt x="4036" y="6715"/>
                  </a:moveTo>
                  <a:lnTo>
                    <a:pt x="1345" y="2686"/>
                  </a:lnTo>
                  <a:lnTo>
                    <a:pt x="2691" y="0"/>
                  </a:lnTo>
                  <a:lnTo>
                    <a:pt x="0" y="2686"/>
                  </a:lnTo>
                  <a:lnTo>
                    <a:pt x="0" y="5372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0" name="Freeform 879">
              <a:extLst>
                <a:ext uri="{FF2B5EF4-FFF2-40B4-BE49-F238E27FC236}">
                  <a16:creationId xmlns:a16="http://schemas.microsoft.com/office/drawing/2014/main" id="{AA063784-41FC-02F6-C9A2-28F6735AE411}"/>
                </a:ext>
              </a:extLst>
            </p:cNvPr>
            <p:cNvSpPr/>
            <p:nvPr/>
          </p:nvSpPr>
          <p:spPr>
            <a:xfrm>
              <a:off x="6869495" y="2400882"/>
              <a:ext cx="4035" cy="4029"/>
            </a:xfrm>
            <a:custGeom>
              <a:avLst/>
              <a:gdLst>
                <a:gd name="connsiteX0" fmla="*/ 0 w 4035"/>
                <a:gd name="connsiteY0" fmla="*/ 4029 h 4029"/>
                <a:gd name="connsiteX1" fmla="*/ 1345 w 4035"/>
                <a:gd name="connsiteY1" fmla="*/ 4029 h 4029"/>
                <a:gd name="connsiteX2" fmla="*/ 4036 w 4035"/>
                <a:gd name="connsiteY2" fmla="*/ 2686 h 4029"/>
                <a:gd name="connsiteX3" fmla="*/ 4036 w 4035"/>
                <a:gd name="connsiteY3" fmla="*/ 0 h 4029"/>
                <a:gd name="connsiteX4" fmla="*/ 0 w 4035"/>
                <a:gd name="connsiteY4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4029">
                  <a:moveTo>
                    <a:pt x="0" y="4029"/>
                  </a:moveTo>
                  <a:lnTo>
                    <a:pt x="1345" y="4029"/>
                  </a:lnTo>
                  <a:lnTo>
                    <a:pt x="4036" y="2686"/>
                  </a:lnTo>
                  <a:lnTo>
                    <a:pt x="4036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1" name="Freeform 880">
              <a:extLst>
                <a:ext uri="{FF2B5EF4-FFF2-40B4-BE49-F238E27FC236}">
                  <a16:creationId xmlns:a16="http://schemas.microsoft.com/office/drawing/2014/main" id="{9E0D49C3-99E3-C000-D7E6-540D9211CD77}"/>
                </a:ext>
              </a:extLst>
            </p:cNvPr>
            <p:cNvSpPr/>
            <p:nvPr/>
          </p:nvSpPr>
          <p:spPr>
            <a:xfrm>
              <a:off x="6814335" y="2356560"/>
              <a:ext cx="6726" cy="5372"/>
            </a:xfrm>
            <a:custGeom>
              <a:avLst/>
              <a:gdLst>
                <a:gd name="connsiteX0" fmla="*/ 0 w 6726"/>
                <a:gd name="connsiteY0" fmla="*/ 4029 h 5372"/>
                <a:gd name="connsiteX1" fmla="*/ 2691 w 6726"/>
                <a:gd name="connsiteY1" fmla="*/ 5372 h 5372"/>
                <a:gd name="connsiteX2" fmla="*/ 6727 w 6726"/>
                <a:gd name="connsiteY2" fmla="*/ 4029 h 5372"/>
                <a:gd name="connsiteX3" fmla="*/ 6727 w 6726"/>
                <a:gd name="connsiteY3" fmla="*/ 1343 h 5372"/>
                <a:gd name="connsiteX4" fmla="*/ 2691 w 6726"/>
                <a:gd name="connsiteY4" fmla="*/ 0 h 5372"/>
                <a:gd name="connsiteX5" fmla="*/ 0 w 6726"/>
                <a:gd name="connsiteY5" fmla="*/ 4029 h 5372"/>
                <a:gd name="connsiteX6" fmla="*/ 0 w 6726"/>
                <a:gd name="connsiteY6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5372">
                  <a:moveTo>
                    <a:pt x="0" y="4029"/>
                  </a:moveTo>
                  <a:lnTo>
                    <a:pt x="2691" y="5372"/>
                  </a:lnTo>
                  <a:lnTo>
                    <a:pt x="6727" y="4029"/>
                  </a:lnTo>
                  <a:lnTo>
                    <a:pt x="6727" y="1343"/>
                  </a:lnTo>
                  <a:lnTo>
                    <a:pt x="2691" y="0"/>
                  </a:lnTo>
                  <a:cubicBezTo>
                    <a:pt x="2691" y="1343"/>
                    <a:pt x="0" y="4029"/>
                    <a:pt x="0" y="4029"/>
                  </a:cubicBez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2" name="Freeform 881">
              <a:extLst>
                <a:ext uri="{FF2B5EF4-FFF2-40B4-BE49-F238E27FC236}">
                  <a16:creationId xmlns:a16="http://schemas.microsoft.com/office/drawing/2014/main" id="{CA070005-8F0E-7C7A-4B4F-023FB73F1C5E}"/>
                </a:ext>
              </a:extLst>
            </p:cNvPr>
            <p:cNvSpPr/>
            <p:nvPr/>
          </p:nvSpPr>
          <p:spPr>
            <a:xfrm>
              <a:off x="6791463" y="2336414"/>
              <a:ext cx="6726" cy="4029"/>
            </a:xfrm>
            <a:custGeom>
              <a:avLst/>
              <a:gdLst>
                <a:gd name="connsiteX0" fmla="*/ 0 w 6726"/>
                <a:gd name="connsiteY0" fmla="*/ 2686 h 4029"/>
                <a:gd name="connsiteX1" fmla="*/ 2691 w 6726"/>
                <a:gd name="connsiteY1" fmla="*/ 4029 h 4029"/>
                <a:gd name="connsiteX2" fmla="*/ 5382 w 6726"/>
                <a:gd name="connsiteY2" fmla="*/ 2686 h 4029"/>
                <a:gd name="connsiteX3" fmla="*/ 6727 w 6726"/>
                <a:gd name="connsiteY3" fmla="*/ 0 h 4029"/>
                <a:gd name="connsiteX4" fmla="*/ 2691 w 6726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4029">
                  <a:moveTo>
                    <a:pt x="0" y="2686"/>
                  </a:moveTo>
                  <a:lnTo>
                    <a:pt x="2691" y="4029"/>
                  </a:lnTo>
                  <a:lnTo>
                    <a:pt x="5382" y="2686"/>
                  </a:lnTo>
                  <a:lnTo>
                    <a:pt x="6727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3" name="Freeform 882">
              <a:extLst>
                <a:ext uri="{FF2B5EF4-FFF2-40B4-BE49-F238E27FC236}">
                  <a16:creationId xmlns:a16="http://schemas.microsoft.com/office/drawing/2014/main" id="{3C769959-3E5D-7333-010D-900717723283}"/>
                </a:ext>
              </a:extLst>
            </p:cNvPr>
            <p:cNvSpPr/>
            <p:nvPr/>
          </p:nvSpPr>
          <p:spPr>
            <a:xfrm>
              <a:off x="6838551" y="2324327"/>
              <a:ext cx="4036" cy="6715"/>
            </a:xfrm>
            <a:custGeom>
              <a:avLst/>
              <a:gdLst>
                <a:gd name="connsiteX0" fmla="*/ 0 w 4036"/>
                <a:gd name="connsiteY0" fmla="*/ 1343 h 6715"/>
                <a:gd name="connsiteX1" fmla="*/ 0 w 4036"/>
                <a:gd name="connsiteY1" fmla="*/ 5372 h 6715"/>
                <a:gd name="connsiteX2" fmla="*/ 2691 w 4036"/>
                <a:gd name="connsiteY2" fmla="*/ 6715 h 6715"/>
                <a:gd name="connsiteX3" fmla="*/ 4036 w 4036"/>
                <a:gd name="connsiteY3" fmla="*/ 5372 h 6715"/>
                <a:gd name="connsiteX4" fmla="*/ 2691 w 4036"/>
                <a:gd name="connsiteY4" fmla="*/ 1343 h 6715"/>
                <a:gd name="connsiteX5" fmla="*/ 1345 w 4036"/>
                <a:gd name="connsiteY5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6" h="6715">
                  <a:moveTo>
                    <a:pt x="0" y="1343"/>
                  </a:moveTo>
                  <a:lnTo>
                    <a:pt x="0" y="5372"/>
                  </a:lnTo>
                  <a:lnTo>
                    <a:pt x="2691" y="6715"/>
                  </a:lnTo>
                  <a:lnTo>
                    <a:pt x="4036" y="5372"/>
                  </a:lnTo>
                  <a:lnTo>
                    <a:pt x="2691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4" name="Freeform 883">
              <a:extLst>
                <a:ext uri="{FF2B5EF4-FFF2-40B4-BE49-F238E27FC236}">
                  <a16:creationId xmlns:a16="http://schemas.microsoft.com/office/drawing/2014/main" id="{EA03F748-6D9B-CA76-84F3-506D21909602}"/>
                </a:ext>
              </a:extLst>
            </p:cNvPr>
            <p:cNvSpPr/>
            <p:nvPr/>
          </p:nvSpPr>
          <p:spPr>
            <a:xfrm>
              <a:off x="6869495" y="2226282"/>
              <a:ext cx="47088" cy="41635"/>
            </a:xfrm>
            <a:custGeom>
              <a:avLst/>
              <a:gdLst>
                <a:gd name="connsiteX0" fmla="*/ 0 w 47088"/>
                <a:gd name="connsiteY0" fmla="*/ 1343 h 41635"/>
                <a:gd name="connsiteX1" fmla="*/ 0 w 47088"/>
                <a:gd name="connsiteY1" fmla="*/ 5372 h 41635"/>
                <a:gd name="connsiteX2" fmla="*/ 1345 w 47088"/>
                <a:gd name="connsiteY2" fmla="*/ 6715 h 41635"/>
                <a:gd name="connsiteX3" fmla="*/ 1345 w 47088"/>
                <a:gd name="connsiteY3" fmla="*/ 10745 h 41635"/>
                <a:gd name="connsiteX4" fmla="*/ 5381 w 47088"/>
                <a:gd name="connsiteY4" fmla="*/ 17460 h 41635"/>
                <a:gd name="connsiteX5" fmla="*/ 6727 w 47088"/>
                <a:gd name="connsiteY5" fmla="*/ 22832 h 41635"/>
                <a:gd name="connsiteX6" fmla="*/ 13454 w 47088"/>
                <a:gd name="connsiteY6" fmla="*/ 24175 h 41635"/>
                <a:gd name="connsiteX7" fmla="*/ 20181 w 47088"/>
                <a:gd name="connsiteY7" fmla="*/ 29548 h 41635"/>
                <a:gd name="connsiteX8" fmla="*/ 24217 w 47088"/>
                <a:gd name="connsiteY8" fmla="*/ 34920 h 41635"/>
                <a:gd name="connsiteX9" fmla="*/ 28253 w 47088"/>
                <a:gd name="connsiteY9" fmla="*/ 37606 h 41635"/>
                <a:gd name="connsiteX10" fmla="*/ 30943 w 47088"/>
                <a:gd name="connsiteY10" fmla="*/ 37606 h 41635"/>
                <a:gd name="connsiteX11" fmla="*/ 32289 w 47088"/>
                <a:gd name="connsiteY11" fmla="*/ 40292 h 41635"/>
                <a:gd name="connsiteX12" fmla="*/ 37670 w 47088"/>
                <a:gd name="connsiteY12" fmla="*/ 41635 h 41635"/>
                <a:gd name="connsiteX13" fmla="*/ 39016 w 47088"/>
                <a:gd name="connsiteY13" fmla="*/ 40292 h 41635"/>
                <a:gd name="connsiteX14" fmla="*/ 39016 w 47088"/>
                <a:gd name="connsiteY14" fmla="*/ 37606 h 41635"/>
                <a:gd name="connsiteX15" fmla="*/ 41707 w 47088"/>
                <a:gd name="connsiteY15" fmla="*/ 34920 h 41635"/>
                <a:gd name="connsiteX16" fmla="*/ 37670 w 47088"/>
                <a:gd name="connsiteY16" fmla="*/ 29548 h 41635"/>
                <a:gd name="connsiteX17" fmla="*/ 32289 w 47088"/>
                <a:gd name="connsiteY17" fmla="*/ 28205 h 41635"/>
                <a:gd name="connsiteX18" fmla="*/ 30943 w 47088"/>
                <a:gd name="connsiteY18" fmla="*/ 28205 h 41635"/>
                <a:gd name="connsiteX19" fmla="*/ 28253 w 47088"/>
                <a:gd name="connsiteY19" fmla="*/ 24175 h 41635"/>
                <a:gd name="connsiteX20" fmla="*/ 29598 w 47088"/>
                <a:gd name="connsiteY20" fmla="*/ 22832 h 41635"/>
                <a:gd name="connsiteX21" fmla="*/ 30943 w 47088"/>
                <a:gd name="connsiteY21" fmla="*/ 20146 h 41635"/>
                <a:gd name="connsiteX22" fmla="*/ 33634 w 47088"/>
                <a:gd name="connsiteY22" fmla="*/ 21489 h 41635"/>
                <a:gd name="connsiteX23" fmla="*/ 37670 w 47088"/>
                <a:gd name="connsiteY23" fmla="*/ 24175 h 41635"/>
                <a:gd name="connsiteX24" fmla="*/ 43052 w 47088"/>
                <a:gd name="connsiteY24" fmla="*/ 25518 h 41635"/>
                <a:gd name="connsiteX25" fmla="*/ 45743 w 47088"/>
                <a:gd name="connsiteY25" fmla="*/ 26862 h 41635"/>
                <a:gd name="connsiteX26" fmla="*/ 47088 w 47088"/>
                <a:gd name="connsiteY26" fmla="*/ 25518 h 41635"/>
                <a:gd name="connsiteX27" fmla="*/ 44397 w 47088"/>
                <a:gd name="connsiteY27" fmla="*/ 20146 h 41635"/>
                <a:gd name="connsiteX28" fmla="*/ 32289 w 47088"/>
                <a:gd name="connsiteY28" fmla="*/ 14774 h 41635"/>
                <a:gd name="connsiteX29" fmla="*/ 28253 w 47088"/>
                <a:gd name="connsiteY29" fmla="*/ 6715 h 41635"/>
                <a:gd name="connsiteX30" fmla="*/ 25562 w 47088"/>
                <a:gd name="connsiteY30" fmla="*/ 5372 h 41635"/>
                <a:gd name="connsiteX31" fmla="*/ 20181 w 47088"/>
                <a:gd name="connsiteY31" fmla="*/ 5372 h 41635"/>
                <a:gd name="connsiteX32" fmla="*/ 14799 w 47088"/>
                <a:gd name="connsiteY32" fmla="*/ 1343 h 41635"/>
                <a:gd name="connsiteX33" fmla="*/ 10763 w 47088"/>
                <a:gd name="connsiteY33" fmla="*/ 1343 h 41635"/>
                <a:gd name="connsiteX34" fmla="*/ 8072 w 47088"/>
                <a:gd name="connsiteY34" fmla="*/ 0 h 41635"/>
                <a:gd name="connsiteX35" fmla="*/ 2691 w 47088"/>
                <a:gd name="connsiteY35" fmla="*/ 0 h 4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7088" h="41635">
                  <a:moveTo>
                    <a:pt x="0" y="1343"/>
                  </a:moveTo>
                  <a:lnTo>
                    <a:pt x="0" y="5372"/>
                  </a:lnTo>
                  <a:lnTo>
                    <a:pt x="1345" y="6715"/>
                  </a:lnTo>
                  <a:lnTo>
                    <a:pt x="1345" y="10745"/>
                  </a:lnTo>
                  <a:lnTo>
                    <a:pt x="5381" y="17460"/>
                  </a:lnTo>
                  <a:lnTo>
                    <a:pt x="6727" y="22832"/>
                  </a:lnTo>
                  <a:lnTo>
                    <a:pt x="13454" y="24175"/>
                  </a:lnTo>
                  <a:lnTo>
                    <a:pt x="20181" y="29548"/>
                  </a:lnTo>
                  <a:lnTo>
                    <a:pt x="24217" y="34920"/>
                  </a:lnTo>
                  <a:lnTo>
                    <a:pt x="28253" y="37606"/>
                  </a:lnTo>
                  <a:lnTo>
                    <a:pt x="30943" y="37606"/>
                  </a:lnTo>
                  <a:lnTo>
                    <a:pt x="32289" y="40292"/>
                  </a:lnTo>
                  <a:lnTo>
                    <a:pt x="37670" y="41635"/>
                  </a:lnTo>
                  <a:lnTo>
                    <a:pt x="39016" y="40292"/>
                  </a:lnTo>
                  <a:lnTo>
                    <a:pt x="39016" y="37606"/>
                  </a:lnTo>
                  <a:lnTo>
                    <a:pt x="41707" y="34920"/>
                  </a:lnTo>
                  <a:lnTo>
                    <a:pt x="37670" y="29548"/>
                  </a:lnTo>
                  <a:lnTo>
                    <a:pt x="32289" y="28205"/>
                  </a:lnTo>
                  <a:lnTo>
                    <a:pt x="30943" y="28205"/>
                  </a:lnTo>
                  <a:lnTo>
                    <a:pt x="28253" y="24175"/>
                  </a:lnTo>
                  <a:lnTo>
                    <a:pt x="29598" y="22832"/>
                  </a:lnTo>
                  <a:lnTo>
                    <a:pt x="30943" y="20146"/>
                  </a:lnTo>
                  <a:lnTo>
                    <a:pt x="33634" y="21489"/>
                  </a:lnTo>
                  <a:lnTo>
                    <a:pt x="37670" y="24175"/>
                  </a:lnTo>
                  <a:lnTo>
                    <a:pt x="43052" y="25518"/>
                  </a:lnTo>
                  <a:lnTo>
                    <a:pt x="45743" y="26862"/>
                  </a:lnTo>
                  <a:lnTo>
                    <a:pt x="47088" y="25518"/>
                  </a:lnTo>
                  <a:lnTo>
                    <a:pt x="44397" y="20146"/>
                  </a:lnTo>
                  <a:lnTo>
                    <a:pt x="32289" y="14774"/>
                  </a:lnTo>
                  <a:lnTo>
                    <a:pt x="28253" y="6715"/>
                  </a:lnTo>
                  <a:lnTo>
                    <a:pt x="25562" y="5372"/>
                  </a:lnTo>
                  <a:lnTo>
                    <a:pt x="20181" y="5372"/>
                  </a:lnTo>
                  <a:lnTo>
                    <a:pt x="14799" y="1343"/>
                  </a:lnTo>
                  <a:lnTo>
                    <a:pt x="10763" y="1343"/>
                  </a:lnTo>
                  <a:lnTo>
                    <a:pt x="8072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5" name="Freeform 884">
              <a:extLst>
                <a:ext uri="{FF2B5EF4-FFF2-40B4-BE49-F238E27FC236}">
                  <a16:creationId xmlns:a16="http://schemas.microsoft.com/office/drawing/2014/main" id="{E1CE1344-EA26-30CE-81E8-DC60C9497147}"/>
                </a:ext>
              </a:extLst>
            </p:cNvPr>
            <p:cNvSpPr/>
            <p:nvPr/>
          </p:nvSpPr>
          <p:spPr>
            <a:xfrm>
              <a:off x="6856041" y="2222253"/>
              <a:ext cx="6726" cy="8058"/>
            </a:xfrm>
            <a:custGeom>
              <a:avLst/>
              <a:gdLst>
                <a:gd name="connsiteX0" fmla="*/ 2691 w 6726"/>
                <a:gd name="connsiteY0" fmla="*/ 8059 h 8058"/>
                <a:gd name="connsiteX1" fmla="*/ 4036 w 6726"/>
                <a:gd name="connsiteY1" fmla="*/ 6715 h 8058"/>
                <a:gd name="connsiteX2" fmla="*/ 4036 w 6726"/>
                <a:gd name="connsiteY2" fmla="*/ 4029 h 8058"/>
                <a:gd name="connsiteX3" fmla="*/ 6727 w 6726"/>
                <a:gd name="connsiteY3" fmla="*/ 0 h 8058"/>
                <a:gd name="connsiteX4" fmla="*/ 0 w 6726"/>
                <a:gd name="connsiteY4" fmla="*/ 4029 h 8058"/>
                <a:gd name="connsiteX5" fmla="*/ 0 w 6726"/>
                <a:gd name="connsiteY5" fmla="*/ 6715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8058">
                  <a:moveTo>
                    <a:pt x="2691" y="8059"/>
                  </a:moveTo>
                  <a:lnTo>
                    <a:pt x="4036" y="6715"/>
                  </a:lnTo>
                  <a:lnTo>
                    <a:pt x="4036" y="4029"/>
                  </a:lnTo>
                  <a:lnTo>
                    <a:pt x="6727" y="0"/>
                  </a:lnTo>
                  <a:lnTo>
                    <a:pt x="0" y="4029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6" name="Freeform 885">
              <a:extLst>
                <a:ext uri="{FF2B5EF4-FFF2-40B4-BE49-F238E27FC236}">
                  <a16:creationId xmlns:a16="http://schemas.microsoft.com/office/drawing/2014/main" id="{0171BEEC-DC96-66F2-4F75-C362866A7B6A}"/>
                </a:ext>
              </a:extLst>
            </p:cNvPr>
            <p:cNvSpPr/>
            <p:nvPr/>
          </p:nvSpPr>
          <p:spPr>
            <a:xfrm>
              <a:off x="6869495" y="2216880"/>
              <a:ext cx="51124" cy="21489"/>
            </a:xfrm>
            <a:custGeom>
              <a:avLst/>
              <a:gdLst>
                <a:gd name="connsiteX0" fmla="*/ 0 w 51124"/>
                <a:gd name="connsiteY0" fmla="*/ 4029 h 21489"/>
                <a:gd name="connsiteX1" fmla="*/ 2691 w 51124"/>
                <a:gd name="connsiteY1" fmla="*/ 6715 h 21489"/>
                <a:gd name="connsiteX2" fmla="*/ 10763 w 51124"/>
                <a:gd name="connsiteY2" fmla="*/ 6715 h 21489"/>
                <a:gd name="connsiteX3" fmla="*/ 16144 w 51124"/>
                <a:gd name="connsiteY3" fmla="*/ 9401 h 21489"/>
                <a:gd name="connsiteX4" fmla="*/ 22871 w 51124"/>
                <a:gd name="connsiteY4" fmla="*/ 10745 h 21489"/>
                <a:gd name="connsiteX5" fmla="*/ 28253 w 51124"/>
                <a:gd name="connsiteY5" fmla="*/ 13431 h 21489"/>
                <a:gd name="connsiteX6" fmla="*/ 32289 w 51124"/>
                <a:gd name="connsiteY6" fmla="*/ 13431 h 21489"/>
                <a:gd name="connsiteX7" fmla="*/ 33634 w 51124"/>
                <a:gd name="connsiteY7" fmla="*/ 14774 h 21489"/>
                <a:gd name="connsiteX8" fmla="*/ 33634 w 51124"/>
                <a:gd name="connsiteY8" fmla="*/ 17460 h 21489"/>
                <a:gd name="connsiteX9" fmla="*/ 36325 w 51124"/>
                <a:gd name="connsiteY9" fmla="*/ 20146 h 21489"/>
                <a:gd name="connsiteX10" fmla="*/ 41707 w 51124"/>
                <a:gd name="connsiteY10" fmla="*/ 20146 h 21489"/>
                <a:gd name="connsiteX11" fmla="*/ 44397 w 51124"/>
                <a:gd name="connsiteY11" fmla="*/ 21489 h 21489"/>
                <a:gd name="connsiteX12" fmla="*/ 48434 w 51124"/>
                <a:gd name="connsiteY12" fmla="*/ 20146 h 21489"/>
                <a:gd name="connsiteX13" fmla="*/ 48434 w 51124"/>
                <a:gd name="connsiteY13" fmla="*/ 17460 h 21489"/>
                <a:gd name="connsiteX14" fmla="*/ 47088 w 51124"/>
                <a:gd name="connsiteY14" fmla="*/ 14774 h 21489"/>
                <a:gd name="connsiteX15" fmla="*/ 48434 w 51124"/>
                <a:gd name="connsiteY15" fmla="*/ 10745 h 21489"/>
                <a:gd name="connsiteX16" fmla="*/ 51124 w 51124"/>
                <a:gd name="connsiteY16" fmla="*/ 9401 h 21489"/>
                <a:gd name="connsiteX17" fmla="*/ 44397 w 51124"/>
                <a:gd name="connsiteY17" fmla="*/ 5372 h 21489"/>
                <a:gd name="connsiteX18" fmla="*/ 40361 w 51124"/>
                <a:gd name="connsiteY18" fmla="*/ 4029 h 21489"/>
                <a:gd name="connsiteX19" fmla="*/ 33634 w 51124"/>
                <a:gd name="connsiteY19" fmla="*/ 0 h 21489"/>
                <a:gd name="connsiteX20" fmla="*/ 26908 w 51124"/>
                <a:gd name="connsiteY20" fmla="*/ 0 h 21489"/>
                <a:gd name="connsiteX21" fmla="*/ 17490 w 51124"/>
                <a:gd name="connsiteY21" fmla="*/ 2686 h 21489"/>
                <a:gd name="connsiteX22" fmla="*/ 12108 w 51124"/>
                <a:gd name="connsiteY22" fmla="*/ 1343 h 21489"/>
                <a:gd name="connsiteX23" fmla="*/ 4036 w 51124"/>
                <a:gd name="connsiteY23" fmla="*/ 2686 h 21489"/>
                <a:gd name="connsiteX24" fmla="*/ 0 w 51124"/>
                <a:gd name="connsiteY24" fmla="*/ 2686 h 21489"/>
                <a:gd name="connsiteX25" fmla="*/ 0 w 51124"/>
                <a:gd name="connsiteY25" fmla="*/ 4029 h 21489"/>
                <a:gd name="connsiteX26" fmla="*/ 0 w 51124"/>
                <a:gd name="connsiteY26" fmla="*/ 4029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124" h="21489">
                  <a:moveTo>
                    <a:pt x="0" y="4029"/>
                  </a:moveTo>
                  <a:lnTo>
                    <a:pt x="2691" y="6715"/>
                  </a:lnTo>
                  <a:lnTo>
                    <a:pt x="10763" y="6715"/>
                  </a:lnTo>
                  <a:lnTo>
                    <a:pt x="16144" y="9401"/>
                  </a:lnTo>
                  <a:lnTo>
                    <a:pt x="22871" y="10745"/>
                  </a:lnTo>
                  <a:lnTo>
                    <a:pt x="28253" y="13431"/>
                  </a:lnTo>
                  <a:lnTo>
                    <a:pt x="32289" y="13431"/>
                  </a:lnTo>
                  <a:lnTo>
                    <a:pt x="33634" y="14774"/>
                  </a:lnTo>
                  <a:lnTo>
                    <a:pt x="33634" y="17460"/>
                  </a:lnTo>
                  <a:lnTo>
                    <a:pt x="36325" y="20146"/>
                  </a:lnTo>
                  <a:lnTo>
                    <a:pt x="41707" y="20146"/>
                  </a:lnTo>
                  <a:lnTo>
                    <a:pt x="44397" y="21489"/>
                  </a:lnTo>
                  <a:lnTo>
                    <a:pt x="48434" y="20146"/>
                  </a:lnTo>
                  <a:lnTo>
                    <a:pt x="48434" y="17460"/>
                  </a:lnTo>
                  <a:lnTo>
                    <a:pt x="47088" y="14774"/>
                  </a:lnTo>
                  <a:lnTo>
                    <a:pt x="48434" y="10745"/>
                  </a:lnTo>
                  <a:lnTo>
                    <a:pt x="51124" y="9401"/>
                  </a:lnTo>
                  <a:lnTo>
                    <a:pt x="44397" y="5372"/>
                  </a:lnTo>
                  <a:lnTo>
                    <a:pt x="40361" y="4029"/>
                  </a:lnTo>
                  <a:lnTo>
                    <a:pt x="33634" y="0"/>
                  </a:lnTo>
                  <a:lnTo>
                    <a:pt x="26908" y="0"/>
                  </a:lnTo>
                  <a:lnTo>
                    <a:pt x="17490" y="2686"/>
                  </a:lnTo>
                  <a:lnTo>
                    <a:pt x="12108" y="1343"/>
                  </a:lnTo>
                  <a:lnTo>
                    <a:pt x="4036" y="2686"/>
                  </a:lnTo>
                  <a:lnTo>
                    <a:pt x="0" y="2686"/>
                  </a:lnTo>
                  <a:cubicBezTo>
                    <a:pt x="1345" y="1343"/>
                    <a:pt x="0" y="4029"/>
                    <a:pt x="0" y="4029"/>
                  </a:cubicBez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7" name="Freeform 886">
              <a:extLst>
                <a:ext uri="{FF2B5EF4-FFF2-40B4-BE49-F238E27FC236}">
                  <a16:creationId xmlns:a16="http://schemas.microsoft.com/office/drawing/2014/main" id="{63468134-2D5B-FFAB-F8C7-9334B6242C95}"/>
                </a:ext>
              </a:extLst>
            </p:cNvPr>
            <p:cNvSpPr/>
            <p:nvPr/>
          </p:nvSpPr>
          <p:spPr>
            <a:xfrm>
              <a:off x="6849315" y="2194048"/>
              <a:ext cx="53815" cy="22832"/>
            </a:xfrm>
            <a:custGeom>
              <a:avLst/>
              <a:gdLst>
                <a:gd name="connsiteX0" fmla="*/ 0 w 53815"/>
                <a:gd name="connsiteY0" fmla="*/ 9402 h 22832"/>
                <a:gd name="connsiteX1" fmla="*/ 2691 w 53815"/>
                <a:gd name="connsiteY1" fmla="*/ 12088 h 22832"/>
                <a:gd name="connsiteX2" fmla="*/ 9417 w 53815"/>
                <a:gd name="connsiteY2" fmla="*/ 13431 h 22832"/>
                <a:gd name="connsiteX3" fmla="*/ 16144 w 53815"/>
                <a:gd name="connsiteY3" fmla="*/ 20146 h 22832"/>
                <a:gd name="connsiteX4" fmla="*/ 22871 w 53815"/>
                <a:gd name="connsiteY4" fmla="*/ 22832 h 22832"/>
                <a:gd name="connsiteX5" fmla="*/ 33634 w 53815"/>
                <a:gd name="connsiteY5" fmla="*/ 21489 h 22832"/>
                <a:gd name="connsiteX6" fmla="*/ 48434 w 53815"/>
                <a:gd name="connsiteY6" fmla="*/ 22832 h 22832"/>
                <a:gd name="connsiteX7" fmla="*/ 53815 w 53815"/>
                <a:gd name="connsiteY7" fmla="*/ 21489 h 22832"/>
                <a:gd name="connsiteX8" fmla="*/ 53815 w 53815"/>
                <a:gd name="connsiteY8" fmla="*/ 18803 h 22832"/>
                <a:gd name="connsiteX9" fmla="*/ 48434 w 53815"/>
                <a:gd name="connsiteY9" fmla="*/ 17460 h 22832"/>
                <a:gd name="connsiteX10" fmla="*/ 36325 w 53815"/>
                <a:gd name="connsiteY10" fmla="*/ 17460 h 22832"/>
                <a:gd name="connsiteX11" fmla="*/ 30943 w 53815"/>
                <a:gd name="connsiteY11" fmla="*/ 16117 h 22832"/>
                <a:gd name="connsiteX12" fmla="*/ 24217 w 53815"/>
                <a:gd name="connsiteY12" fmla="*/ 12088 h 22832"/>
                <a:gd name="connsiteX13" fmla="*/ 18835 w 53815"/>
                <a:gd name="connsiteY13" fmla="*/ 10745 h 22832"/>
                <a:gd name="connsiteX14" fmla="*/ 16144 w 53815"/>
                <a:gd name="connsiteY14" fmla="*/ 8058 h 22832"/>
                <a:gd name="connsiteX15" fmla="*/ 18835 w 53815"/>
                <a:gd name="connsiteY15" fmla="*/ 6715 h 22832"/>
                <a:gd name="connsiteX16" fmla="*/ 21526 w 53815"/>
                <a:gd name="connsiteY16" fmla="*/ 6715 h 22832"/>
                <a:gd name="connsiteX17" fmla="*/ 29598 w 53815"/>
                <a:gd name="connsiteY17" fmla="*/ 12088 h 22832"/>
                <a:gd name="connsiteX18" fmla="*/ 39016 w 53815"/>
                <a:gd name="connsiteY18" fmla="*/ 13431 h 22832"/>
                <a:gd name="connsiteX19" fmla="*/ 43052 w 53815"/>
                <a:gd name="connsiteY19" fmla="*/ 13431 h 22832"/>
                <a:gd name="connsiteX20" fmla="*/ 40361 w 53815"/>
                <a:gd name="connsiteY20" fmla="*/ 10745 h 22832"/>
                <a:gd name="connsiteX21" fmla="*/ 29598 w 53815"/>
                <a:gd name="connsiteY21" fmla="*/ 2686 h 22832"/>
                <a:gd name="connsiteX22" fmla="*/ 13454 w 53815"/>
                <a:gd name="connsiteY22" fmla="*/ 0 h 22832"/>
                <a:gd name="connsiteX23" fmla="*/ 9417 w 53815"/>
                <a:gd name="connsiteY23" fmla="*/ 1343 h 22832"/>
                <a:gd name="connsiteX24" fmla="*/ 9417 w 53815"/>
                <a:gd name="connsiteY24" fmla="*/ 4029 h 22832"/>
                <a:gd name="connsiteX25" fmla="*/ 2691 w 53815"/>
                <a:gd name="connsiteY25" fmla="*/ 6715 h 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815" h="22832">
                  <a:moveTo>
                    <a:pt x="0" y="9402"/>
                  </a:moveTo>
                  <a:lnTo>
                    <a:pt x="2691" y="12088"/>
                  </a:lnTo>
                  <a:lnTo>
                    <a:pt x="9417" y="13431"/>
                  </a:lnTo>
                  <a:lnTo>
                    <a:pt x="16144" y="20146"/>
                  </a:lnTo>
                  <a:lnTo>
                    <a:pt x="22871" y="22832"/>
                  </a:lnTo>
                  <a:lnTo>
                    <a:pt x="33634" y="21489"/>
                  </a:lnTo>
                  <a:lnTo>
                    <a:pt x="48434" y="22832"/>
                  </a:lnTo>
                  <a:lnTo>
                    <a:pt x="53815" y="21489"/>
                  </a:lnTo>
                  <a:lnTo>
                    <a:pt x="53815" y="18803"/>
                  </a:lnTo>
                  <a:lnTo>
                    <a:pt x="48434" y="17460"/>
                  </a:lnTo>
                  <a:lnTo>
                    <a:pt x="36325" y="17460"/>
                  </a:lnTo>
                  <a:lnTo>
                    <a:pt x="30943" y="16117"/>
                  </a:lnTo>
                  <a:lnTo>
                    <a:pt x="24217" y="12088"/>
                  </a:lnTo>
                  <a:lnTo>
                    <a:pt x="18835" y="10745"/>
                  </a:lnTo>
                  <a:lnTo>
                    <a:pt x="16144" y="8058"/>
                  </a:lnTo>
                  <a:lnTo>
                    <a:pt x="18835" y="6715"/>
                  </a:lnTo>
                  <a:lnTo>
                    <a:pt x="21526" y="6715"/>
                  </a:lnTo>
                  <a:lnTo>
                    <a:pt x="29598" y="12088"/>
                  </a:lnTo>
                  <a:lnTo>
                    <a:pt x="39016" y="13431"/>
                  </a:lnTo>
                  <a:lnTo>
                    <a:pt x="43052" y="13431"/>
                  </a:lnTo>
                  <a:lnTo>
                    <a:pt x="40361" y="10745"/>
                  </a:lnTo>
                  <a:lnTo>
                    <a:pt x="29598" y="2686"/>
                  </a:lnTo>
                  <a:lnTo>
                    <a:pt x="13454" y="0"/>
                  </a:lnTo>
                  <a:lnTo>
                    <a:pt x="9417" y="1343"/>
                  </a:lnTo>
                  <a:lnTo>
                    <a:pt x="9417" y="4029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8" name="Freeform 887">
              <a:extLst>
                <a:ext uri="{FF2B5EF4-FFF2-40B4-BE49-F238E27FC236}">
                  <a16:creationId xmlns:a16="http://schemas.microsoft.com/office/drawing/2014/main" id="{B7D4A96B-F062-B303-3464-DFD3B2909846}"/>
                </a:ext>
              </a:extLst>
            </p:cNvPr>
            <p:cNvSpPr/>
            <p:nvPr/>
          </p:nvSpPr>
          <p:spPr>
            <a:xfrm>
              <a:off x="6928692" y="2212851"/>
              <a:ext cx="5381" cy="5372"/>
            </a:xfrm>
            <a:custGeom>
              <a:avLst/>
              <a:gdLst>
                <a:gd name="connsiteX0" fmla="*/ 0 w 5381"/>
                <a:gd name="connsiteY0" fmla="*/ 2686 h 5372"/>
                <a:gd name="connsiteX1" fmla="*/ 2691 w 5381"/>
                <a:gd name="connsiteY1" fmla="*/ 5372 h 5372"/>
                <a:gd name="connsiteX2" fmla="*/ 5381 w 5381"/>
                <a:gd name="connsiteY2" fmla="*/ 2686 h 5372"/>
                <a:gd name="connsiteX3" fmla="*/ 4036 w 5381"/>
                <a:gd name="connsiteY3" fmla="*/ 0 h 5372"/>
                <a:gd name="connsiteX4" fmla="*/ 1345 w 5381"/>
                <a:gd name="connsiteY4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0" y="2686"/>
                  </a:moveTo>
                  <a:lnTo>
                    <a:pt x="2691" y="5372"/>
                  </a:lnTo>
                  <a:lnTo>
                    <a:pt x="5381" y="2686"/>
                  </a:lnTo>
                  <a:lnTo>
                    <a:pt x="4036" y="0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9" name="Freeform 888">
              <a:extLst>
                <a:ext uri="{FF2B5EF4-FFF2-40B4-BE49-F238E27FC236}">
                  <a16:creationId xmlns:a16="http://schemas.microsoft.com/office/drawing/2014/main" id="{9A1B0D9F-7803-1074-37EA-5133D614D2B6}"/>
                </a:ext>
              </a:extLst>
            </p:cNvPr>
            <p:cNvSpPr/>
            <p:nvPr/>
          </p:nvSpPr>
          <p:spPr>
            <a:xfrm>
              <a:off x="6928692" y="2136296"/>
              <a:ext cx="29598" cy="22832"/>
            </a:xfrm>
            <a:custGeom>
              <a:avLst/>
              <a:gdLst>
                <a:gd name="connsiteX0" fmla="*/ 4036 w 29598"/>
                <a:gd name="connsiteY0" fmla="*/ 2686 h 22832"/>
                <a:gd name="connsiteX1" fmla="*/ 0 w 29598"/>
                <a:gd name="connsiteY1" fmla="*/ 9401 h 22832"/>
                <a:gd name="connsiteX2" fmla="*/ 0 w 29598"/>
                <a:gd name="connsiteY2" fmla="*/ 13431 h 22832"/>
                <a:gd name="connsiteX3" fmla="*/ 4036 w 29598"/>
                <a:gd name="connsiteY3" fmla="*/ 16117 h 22832"/>
                <a:gd name="connsiteX4" fmla="*/ 8072 w 29598"/>
                <a:gd name="connsiteY4" fmla="*/ 17460 h 22832"/>
                <a:gd name="connsiteX5" fmla="*/ 12108 w 29598"/>
                <a:gd name="connsiteY5" fmla="*/ 22832 h 22832"/>
                <a:gd name="connsiteX6" fmla="*/ 16145 w 29598"/>
                <a:gd name="connsiteY6" fmla="*/ 22832 h 22832"/>
                <a:gd name="connsiteX7" fmla="*/ 21526 w 29598"/>
                <a:gd name="connsiteY7" fmla="*/ 22832 h 22832"/>
                <a:gd name="connsiteX8" fmla="*/ 26908 w 29598"/>
                <a:gd name="connsiteY8" fmla="*/ 20146 h 22832"/>
                <a:gd name="connsiteX9" fmla="*/ 26908 w 29598"/>
                <a:gd name="connsiteY9" fmla="*/ 16117 h 22832"/>
                <a:gd name="connsiteX10" fmla="*/ 29598 w 29598"/>
                <a:gd name="connsiteY10" fmla="*/ 12088 h 22832"/>
                <a:gd name="connsiteX11" fmla="*/ 28253 w 29598"/>
                <a:gd name="connsiteY11" fmla="*/ 5372 h 22832"/>
                <a:gd name="connsiteX12" fmla="*/ 18835 w 29598"/>
                <a:gd name="connsiteY12" fmla="*/ 0 h 22832"/>
                <a:gd name="connsiteX13" fmla="*/ 12108 w 29598"/>
                <a:gd name="connsiteY13" fmla="*/ 1343 h 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598" h="22832">
                  <a:moveTo>
                    <a:pt x="4036" y="2686"/>
                  </a:moveTo>
                  <a:lnTo>
                    <a:pt x="0" y="9401"/>
                  </a:lnTo>
                  <a:lnTo>
                    <a:pt x="0" y="13431"/>
                  </a:lnTo>
                  <a:lnTo>
                    <a:pt x="4036" y="16117"/>
                  </a:lnTo>
                  <a:lnTo>
                    <a:pt x="8072" y="17460"/>
                  </a:lnTo>
                  <a:lnTo>
                    <a:pt x="12108" y="22832"/>
                  </a:lnTo>
                  <a:lnTo>
                    <a:pt x="16145" y="22832"/>
                  </a:lnTo>
                  <a:lnTo>
                    <a:pt x="21526" y="22832"/>
                  </a:lnTo>
                  <a:lnTo>
                    <a:pt x="26908" y="20146"/>
                  </a:lnTo>
                  <a:lnTo>
                    <a:pt x="26908" y="16117"/>
                  </a:lnTo>
                  <a:lnTo>
                    <a:pt x="29598" y="12088"/>
                  </a:lnTo>
                  <a:lnTo>
                    <a:pt x="28253" y="5372"/>
                  </a:lnTo>
                  <a:lnTo>
                    <a:pt x="18835" y="0"/>
                  </a:lnTo>
                  <a:lnTo>
                    <a:pt x="12108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0" name="Freeform 889">
              <a:extLst>
                <a:ext uri="{FF2B5EF4-FFF2-40B4-BE49-F238E27FC236}">
                  <a16:creationId xmlns:a16="http://schemas.microsoft.com/office/drawing/2014/main" id="{0791253E-61D8-FF52-D403-4C8A4272EC50}"/>
                </a:ext>
              </a:extLst>
            </p:cNvPr>
            <p:cNvSpPr/>
            <p:nvPr/>
          </p:nvSpPr>
          <p:spPr>
            <a:xfrm>
              <a:off x="6982507" y="2128237"/>
              <a:ext cx="5381" cy="6715"/>
            </a:xfrm>
            <a:custGeom>
              <a:avLst/>
              <a:gdLst>
                <a:gd name="connsiteX0" fmla="*/ 0 w 5381"/>
                <a:gd name="connsiteY0" fmla="*/ 5372 h 6715"/>
                <a:gd name="connsiteX1" fmla="*/ 2691 w 5381"/>
                <a:gd name="connsiteY1" fmla="*/ 6715 h 6715"/>
                <a:gd name="connsiteX2" fmla="*/ 5381 w 5381"/>
                <a:gd name="connsiteY2" fmla="*/ 2686 h 6715"/>
                <a:gd name="connsiteX3" fmla="*/ 5381 w 5381"/>
                <a:gd name="connsiteY3" fmla="*/ 0 h 6715"/>
                <a:gd name="connsiteX4" fmla="*/ 2691 w 5381"/>
                <a:gd name="connsiteY4" fmla="*/ 0 h 6715"/>
                <a:gd name="connsiteX5" fmla="*/ 0 w 5381"/>
                <a:gd name="connsiteY5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6715">
                  <a:moveTo>
                    <a:pt x="0" y="5372"/>
                  </a:moveTo>
                  <a:lnTo>
                    <a:pt x="2691" y="6715"/>
                  </a:lnTo>
                  <a:lnTo>
                    <a:pt x="5381" y="2686"/>
                  </a:lnTo>
                  <a:lnTo>
                    <a:pt x="5381" y="0"/>
                  </a:lnTo>
                  <a:lnTo>
                    <a:pt x="2691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1" name="Freeform 890">
              <a:extLst>
                <a:ext uri="{FF2B5EF4-FFF2-40B4-BE49-F238E27FC236}">
                  <a16:creationId xmlns:a16="http://schemas.microsoft.com/office/drawing/2014/main" id="{B6FD7178-2B19-DED1-58C5-3528BDF0C7E7}"/>
                </a:ext>
              </a:extLst>
            </p:cNvPr>
            <p:cNvSpPr/>
            <p:nvPr/>
          </p:nvSpPr>
          <p:spPr>
            <a:xfrm>
              <a:off x="6958290" y="2105405"/>
              <a:ext cx="10762" cy="17460"/>
            </a:xfrm>
            <a:custGeom>
              <a:avLst/>
              <a:gdLst>
                <a:gd name="connsiteX0" fmla="*/ 2691 w 10762"/>
                <a:gd name="connsiteY0" fmla="*/ 0 h 17460"/>
                <a:gd name="connsiteX1" fmla="*/ 0 w 10762"/>
                <a:gd name="connsiteY1" fmla="*/ 2686 h 17460"/>
                <a:gd name="connsiteX2" fmla="*/ 0 w 10762"/>
                <a:gd name="connsiteY2" fmla="*/ 9401 h 17460"/>
                <a:gd name="connsiteX3" fmla="*/ 1345 w 10762"/>
                <a:gd name="connsiteY3" fmla="*/ 13431 h 17460"/>
                <a:gd name="connsiteX4" fmla="*/ 5381 w 10762"/>
                <a:gd name="connsiteY4" fmla="*/ 17460 h 17460"/>
                <a:gd name="connsiteX5" fmla="*/ 8072 w 10762"/>
                <a:gd name="connsiteY5" fmla="*/ 14774 h 17460"/>
                <a:gd name="connsiteX6" fmla="*/ 9417 w 10762"/>
                <a:gd name="connsiteY6" fmla="*/ 10745 h 17460"/>
                <a:gd name="connsiteX7" fmla="*/ 10763 w 10762"/>
                <a:gd name="connsiteY7" fmla="*/ 8058 h 17460"/>
                <a:gd name="connsiteX8" fmla="*/ 10763 w 10762"/>
                <a:gd name="connsiteY8" fmla="*/ 4029 h 17460"/>
                <a:gd name="connsiteX9" fmla="*/ 5381 w 10762"/>
                <a:gd name="connsiteY9" fmla="*/ 0 h 1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62" h="17460">
                  <a:moveTo>
                    <a:pt x="2691" y="0"/>
                  </a:moveTo>
                  <a:lnTo>
                    <a:pt x="0" y="2686"/>
                  </a:lnTo>
                  <a:lnTo>
                    <a:pt x="0" y="9401"/>
                  </a:lnTo>
                  <a:lnTo>
                    <a:pt x="1345" y="13431"/>
                  </a:lnTo>
                  <a:lnTo>
                    <a:pt x="5381" y="17460"/>
                  </a:lnTo>
                  <a:lnTo>
                    <a:pt x="8072" y="14774"/>
                  </a:lnTo>
                  <a:lnTo>
                    <a:pt x="9417" y="10745"/>
                  </a:lnTo>
                  <a:lnTo>
                    <a:pt x="10763" y="8058"/>
                  </a:lnTo>
                  <a:lnTo>
                    <a:pt x="10763" y="4029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2" name="Freeform 891">
              <a:extLst>
                <a:ext uri="{FF2B5EF4-FFF2-40B4-BE49-F238E27FC236}">
                  <a16:creationId xmlns:a16="http://schemas.microsoft.com/office/drawing/2014/main" id="{C61A4069-21C6-1EE4-AF7A-B765FCFE6B38}"/>
                </a:ext>
              </a:extLst>
            </p:cNvPr>
            <p:cNvSpPr/>
            <p:nvPr/>
          </p:nvSpPr>
          <p:spPr>
            <a:xfrm>
              <a:off x="6990579" y="2079887"/>
              <a:ext cx="28252" cy="32233"/>
            </a:xfrm>
            <a:custGeom>
              <a:avLst/>
              <a:gdLst>
                <a:gd name="connsiteX0" fmla="*/ 1345 w 28252"/>
                <a:gd name="connsiteY0" fmla="*/ 5372 h 32233"/>
                <a:gd name="connsiteX1" fmla="*/ 1345 w 28252"/>
                <a:gd name="connsiteY1" fmla="*/ 16117 h 32233"/>
                <a:gd name="connsiteX2" fmla="*/ 0 w 28252"/>
                <a:gd name="connsiteY2" fmla="*/ 21489 h 32233"/>
                <a:gd name="connsiteX3" fmla="*/ 1345 w 28252"/>
                <a:gd name="connsiteY3" fmla="*/ 26862 h 32233"/>
                <a:gd name="connsiteX4" fmla="*/ 5381 w 28252"/>
                <a:gd name="connsiteY4" fmla="*/ 29548 h 32233"/>
                <a:gd name="connsiteX5" fmla="*/ 10763 w 28252"/>
                <a:gd name="connsiteY5" fmla="*/ 29548 h 32233"/>
                <a:gd name="connsiteX6" fmla="*/ 16144 w 28252"/>
                <a:gd name="connsiteY6" fmla="*/ 29548 h 32233"/>
                <a:gd name="connsiteX7" fmla="*/ 18835 w 28252"/>
                <a:gd name="connsiteY7" fmla="*/ 26862 h 32233"/>
                <a:gd name="connsiteX8" fmla="*/ 20181 w 28252"/>
                <a:gd name="connsiteY8" fmla="*/ 30891 h 32233"/>
                <a:gd name="connsiteX9" fmla="*/ 22871 w 28252"/>
                <a:gd name="connsiteY9" fmla="*/ 32234 h 32233"/>
                <a:gd name="connsiteX10" fmla="*/ 25562 w 28252"/>
                <a:gd name="connsiteY10" fmla="*/ 26862 h 32233"/>
                <a:gd name="connsiteX11" fmla="*/ 28253 w 28252"/>
                <a:gd name="connsiteY11" fmla="*/ 25518 h 32233"/>
                <a:gd name="connsiteX12" fmla="*/ 28253 w 28252"/>
                <a:gd name="connsiteY12" fmla="*/ 18803 h 32233"/>
                <a:gd name="connsiteX13" fmla="*/ 24217 w 28252"/>
                <a:gd name="connsiteY13" fmla="*/ 16117 h 32233"/>
                <a:gd name="connsiteX14" fmla="*/ 22871 w 28252"/>
                <a:gd name="connsiteY14" fmla="*/ 20146 h 32233"/>
                <a:gd name="connsiteX15" fmla="*/ 22871 w 28252"/>
                <a:gd name="connsiteY15" fmla="*/ 22832 h 32233"/>
                <a:gd name="connsiteX16" fmla="*/ 20181 w 28252"/>
                <a:gd name="connsiteY16" fmla="*/ 21489 h 32233"/>
                <a:gd name="connsiteX17" fmla="*/ 17490 w 28252"/>
                <a:gd name="connsiteY17" fmla="*/ 16117 h 32233"/>
                <a:gd name="connsiteX18" fmla="*/ 17490 w 28252"/>
                <a:gd name="connsiteY18" fmla="*/ 12088 h 32233"/>
                <a:gd name="connsiteX19" fmla="*/ 13454 w 28252"/>
                <a:gd name="connsiteY19" fmla="*/ 8058 h 32233"/>
                <a:gd name="connsiteX20" fmla="*/ 16144 w 28252"/>
                <a:gd name="connsiteY20" fmla="*/ 6715 h 32233"/>
                <a:gd name="connsiteX21" fmla="*/ 18835 w 28252"/>
                <a:gd name="connsiteY21" fmla="*/ 6715 h 32233"/>
                <a:gd name="connsiteX22" fmla="*/ 18835 w 28252"/>
                <a:gd name="connsiteY22" fmla="*/ 2686 h 32233"/>
                <a:gd name="connsiteX23" fmla="*/ 16144 w 28252"/>
                <a:gd name="connsiteY23" fmla="*/ 0 h 32233"/>
                <a:gd name="connsiteX24" fmla="*/ 10763 w 28252"/>
                <a:gd name="connsiteY24" fmla="*/ 4029 h 32233"/>
                <a:gd name="connsiteX25" fmla="*/ 6727 w 28252"/>
                <a:gd name="connsiteY25" fmla="*/ 4029 h 32233"/>
                <a:gd name="connsiteX26" fmla="*/ 5381 w 28252"/>
                <a:gd name="connsiteY26" fmla="*/ 5372 h 3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252" h="32233">
                  <a:moveTo>
                    <a:pt x="1345" y="5372"/>
                  </a:moveTo>
                  <a:lnTo>
                    <a:pt x="1345" y="16117"/>
                  </a:lnTo>
                  <a:lnTo>
                    <a:pt x="0" y="21489"/>
                  </a:lnTo>
                  <a:lnTo>
                    <a:pt x="1345" y="26862"/>
                  </a:lnTo>
                  <a:lnTo>
                    <a:pt x="5381" y="29548"/>
                  </a:lnTo>
                  <a:lnTo>
                    <a:pt x="10763" y="29548"/>
                  </a:lnTo>
                  <a:lnTo>
                    <a:pt x="16144" y="29548"/>
                  </a:lnTo>
                  <a:lnTo>
                    <a:pt x="18835" y="26862"/>
                  </a:lnTo>
                  <a:lnTo>
                    <a:pt x="20181" y="30891"/>
                  </a:lnTo>
                  <a:lnTo>
                    <a:pt x="22871" y="32234"/>
                  </a:lnTo>
                  <a:lnTo>
                    <a:pt x="25562" y="26862"/>
                  </a:lnTo>
                  <a:lnTo>
                    <a:pt x="28253" y="25518"/>
                  </a:lnTo>
                  <a:lnTo>
                    <a:pt x="28253" y="18803"/>
                  </a:lnTo>
                  <a:lnTo>
                    <a:pt x="24217" y="16117"/>
                  </a:lnTo>
                  <a:lnTo>
                    <a:pt x="22871" y="20146"/>
                  </a:lnTo>
                  <a:lnTo>
                    <a:pt x="22871" y="22832"/>
                  </a:lnTo>
                  <a:lnTo>
                    <a:pt x="20181" y="21489"/>
                  </a:lnTo>
                  <a:lnTo>
                    <a:pt x="17490" y="16117"/>
                  </a:lnTo>
                  <a:lnTo>
                    <a:pt x="17490" y="12088"/>
                  </a:lnTo>
                  <a:lnTo>
                    <a:pt x="13454" y="8058"/>
                  </a:lnTo>
                  <a:lnTo>
                    <a:pt x="16144" y="6715"/>
                  </a:lnTo>
                  <a:lnTo>
                    <a:pt x="18835" y="6715"/>
                  </a:lnTo>
                  <a:lnTo>
                    <a:pt x="18835" y="2686"/>
                  </a:lnTo>
                  <a:lnTo>
                    <a:pt x="16144" y="0"/>
                  </a:lnTo>
                  <a:lnTo>
                    <a:pt x="10763" y="4029"/>
                  </a:lnTo>
                  <a:lnTo>
                    <a:pt x="6727" y="4029"/>
                  </a:lnTo>
                  <a:lnTo>
                    <a:pt x="538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3" name="Freeform 892">
              <a:extLst>
                <a:ext uri="{FF2B5EF4-FFF2-40B4-BE49-F238E27FC236}">
                  <a16:creationId xmlns:a16="http://schemas.microsoft.com/office/drawing/2014/main" id="{4AA320B0-6EF8-BDDF-A093-444475873F57}"/>
                </a:ext>
              </a:extLst>
            </p:cNvPr>
            <p:cNvSpPr/>
            <p:nvPr/>
          </p:nvSpPr>
          <p:spPr>
            <a:xfrm>
              <a:off x="6994615" y="2003331"/>
              <a:ext cx="10763" cy="47007"/>
            </a:xfrm>
            <a:custGeom>
              <a:avLst/>
              <a:gdLst>
                <a:gd name="connsiteX0" fmla="*/ 4036 w 10763"/>
                <a:gd name="connsiteY0" fmla="*/ 0 h 47007"/>
                <a:gd name="connsiteX1" fmla="*/ 0 w 10763"/>
                <a:gd name="connsiteY1" fmla="*/ 2686 h 47007"/>
                <a:gd name="connsiteX2" fmla="*/ 1345 w 10763"/>
                <a:gd name="connsiteY2" fmla="*/ 5372 h 47007"/>
                <a:gd name="connsiteX3" fmla="*/ 4036 w 10763"/>
                <a:gd name="connsiteY3" fmla="*/ 8058 h 47007"/>
                <a:gd name="connsiteX4" fmla="*/ 4036 w 10763"/>
                <a:gd name="connsiteY4" fmla="*/ 10745 h 47007"/>
                <a:gd name="connsiteX5" fmla="*/ 1345 w 10763"/>
                <a:gd name="connsiteY5" fmla="*/ 13431 h 47007"/>
                <a:gd name="connsiteX6" fmla="*/ 1345 w 10763"/>
                <a:gd name="connsiteY6" fmla="*/ 20146 h 47007"/>
                <a:gd name="connsiteX7" fmla="*/ 5381 w 10763"/>
                <a:gd name="connsiteY7" fmla="*/ 25518 h 47007"/>
                <a:gd name="connsiteX8" fmla="*/ 5381 w 10763"/>
                <a:gd name="connsiteY8" fmla="*/ 33577 h 47007"/>
                <a:gd name="connsiteX9" fmla="*/ 4036 w 10763"/>
                <a:gd name="connsiteY9" fmla="*/ 38949 h 47007"/>
                <a:gd name="connsiteX10" fmla="*/ 2691 w 10763"/>
                <a:gd name="connsiteY10" fmla="*/ 44322 h 47007"/>
                <a:gd name="connsiteX11" fmla="*/ 5381 w 10763"/>
                <a:gd name="connsiteY11" fmla="*/ 47008 h 47007"/>
                <a:gd name="connsiteX12" fmla="*/ 8072 w 10763"/>
                <a:gd name="connsiteY12" fmla="*/ 44322 h 47007"/>
                <a:gd name="connsiteX13" fmla="*/ 8072 w 10763"/>
                <a:gd name="connsiteY13" fmla="*/ 37606 h 47007"/>
                <a:gd name="connsiteX14" fmla="*/ 10763 w 10763"/>
                <a:gd name="connsiteY14" fmla="*/ 34920 h 47007"/>
                <a:gd name="connsiteX15" fmla="*/ 9418 w 10763"/>
                <a:gd name="connsiteY15" fmla="*/ 28205 h 47007"/>
                <a:gd name="connsiteX16" fmla="*/ 6727 w 10763"/>
                <a:gd name="connsiteY16" fmla="*/ 21489 h 47007"/>
                <a:gd name="connsiteX17" fmla="*/ 5381 w 10763"/>
                <a:gd name="connsiteY17" fmla="*/ 12088 h 47007"/>
                <a:gd name="connsiteX18" fmla="*/ 8072 w 10763"/>
                <a:gd name="connsiteY18" fmla="*/ 6715 h 47007"/>
                <a:gd name="connsiteX19" fmla="*/ 6727 w 10763"/>
                <a:gd name="connsiteY19" fmla="*/ 2686 h 4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763" h="47007">
                  <a:moveTo>
                    <a:pt x="4036" y="0"/>
                  </a:moveTo>
                  <a:lnTo>
                    <a:pt x="0" y="2686"/>
                  </a:lnTo>
                  <a:lnTo>
                    <a:pt x="1345" y="5372"/>
                  </a:lnTo>
                  <a:lnTo>
                    <a:pt x="4036" y="8058"/>
                  </a:lnTo>
                  <a:lnTo>
                    <a:pt x="4036" y="10745"/>
                  </a:lnTo>
                  <a:lnTo>
                    <a:pt x="1345" y="13431"/>
                  </a:lnTo>
                  <a:lnTo>
                    <a:pt x="1345" y="20146"/>
                  </a:lnTo>
                  <a:lnTo>
                    <a:pt x="5381" y="25518"/>
                  </a:lnTo>
                  <a:lnTo>
                    <a:pt x="5381" y="33577"/>
                  </a:lnTo>
                  <a:lnTo>
                    <a:pt x="4036" y="38949"/>
                  </a:lnTo>
                  <a:lnTo>
                    <a:pt x="2691" y="44322"/>
                  </a:lnTo>
                  <a:lnTo>
                    <a:pt x="5381" y="47008"/>
                  </a:lnTo>
                  <a:lnTo>
                    <a:pt x="8072" y="44322"/>
                  </a:lnTo>
                  <a:lnTo>
                    <a:pt x="8072" y="37606"/>
                  </a:lnTo>
                  <a:lnTo>
                    <a:pt x="10763" y="34920"/>
                  </a:lnTo>
                  <a:lnTo>
                    <a:pt x="9418" y="28205"/>
                  </a:lnTo>
                  <a:lnTo>
                    <a:pt x="6727" y="21489"/>
                  </a:lnTo>
                  <a:lnTo>
                    <a:pt x="5381" y="12088"/>
                  </a:lnTo>
                  <a:lnTo>
                    <a:pt x="8072" y="6715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4" name="Freeform 893">
              <a:extLst>
                <a:ext uri="{FF2B5EF4-FFF2-40B4-BE49-F238E27FC236}">
                  <a16:creationId xmlns:a16="http://schemas.microsoft.com/office/drawing/2014/main" id="{012B2E5C-86BE-F600-1EDC-033B833838B4}"/>
                </a:ext>
              </a:extLst>
            </p:cNvPr>
            <p:cNvSpPr/>
            <p:nvPr/>
          </p:nvSpPr>
          <p:spPr>
            <a:xfrm>
              <a:off x="6958290" y="2014076"/>
              <a:ext cx="9417" cy="6715"/>
            </a:xfrm>
            <a:custGeom>
              <a:avLst/>
              <a:gdLst>
                <a:gd name="connsiteX0" fmla="*/ 1345 w 9417"/>
                <a:gd name="connsiteY0" fmla="*/ 1343 h 6715"/>
                <a:gd name="connsiteX1" fmla="*/ 0 w 9417"/>
                <a:gd name="connsiteY1" fmla="*/ 5372 h 6715"/>
                <a:gd name="connsiteX2" fmla="*/ 2691 w 9417"/>
                <a:gd name="connsiteY2" fmla="*/ 6715 h 6715"/>
                <a:gd name="connsiteX3" fmla="*/ 6727 w 9417"/>
                <a:gd name="connsiteY3" fmla="*/ 6715 h 6715"/>
                <a:gd name="connsiteX4" fmla="*/ 9417 w 9417"/>
                <a:gd name="connsiteY4" fmla="*/ 4029 h 6715"/>
                <a:gd name="connsiteX5" fmla="*/ 8072 w 9417"/>
                <a:gd name="connsiteY5" fmla="*/ 0 h 6715"/>
                <a:gd name="connsiteX6" fmla="*/ 2691 w 9417"/>
                <a:gd name="connsiteY6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6715">
                  <a:moveTo>
                    <a:pt x="1345" y="1343"/>
                  </a:moveTo>
                  <a:lnTo>
                    <a:pt x="0" y="5372"/>
                  </a:lnTo>
                  <a:lnTo>
                    <a:pt x="2691" y="6715"/>
                  </a:lnTo>
                  <a:lnTo>
                    <a:pt x="6727" y="6715"/>
                  </a:lnTo>
                  <a:lnTo>
                    <a:pt x="9417" y="4029"/>
                  </a:lnTo>
                  <a:lnTo>
                    <a:pt x="8072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5" name="Freeform 894">
              <a:extLst>
                <a:ext uri="{FF2B5EF4-FFF2-40B4-BE49-F238E27FC236}">
                  <a16:creationId xmlns:a16="http://schemas.microsoft.com/office/drawing/2014/main" id="{F33EEFA8-47CE-B624-EC43-8734E72ACF27}"/>
                </a:ext>
              </a:extLst>
            </p:cNvPr>
            <p:cNvSpPr/>
            <p:nvPr/>
          </p:nvSpPr>
          <p:spPr>
            <a:xfrm>
              <a:off x="6952908" y="2006017"/>
              <a:ext cx="5381" cy="5372"/>
            </a:xfrm>
            <a:custGeom>
              <a:avLst/>
              <a:gdLst>
                <a:gd name="connsiteX0" fmla="*/ 0 w 5381"/>
                <a:gd name="connsiteY0" fmla="*/ 1343 h 5372"/>
                <a:gd name="connsiteX1" fmla="*/ 2691 w 5381"/>
                <a:gd name="connsiteY1" fmla="*/ 5372 h 5372"/>
                <a:gd name="connsiteX2" fmla="*/ 5382 w 5381"/>
                <a:gd name="connsiteY2" fmla="*/ 2686 h 5372"/>
                <a:gd name="connsiteX3" fmla="*/ 4036 w 5381"/>
                <a:gd name="connsiteY3" fmla="*/ 0 h 5372"/>
                <a:gd name="connsiteX4" fmla="*/ 1345 w 5381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0" y="1343"/>
                  </a:moveTo>
                  <a:lnTo>
                    <a:pt x="2691" y="5372"/>
                  </a:lnTo>
                  <a:lnTo>
                    <a:pt x="5382" y="2686"/>
                  </a:lnTo>
                  <a:lnTo>
                    <a:pt x="4036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6" name="Freeform 895">
              <a:extLst>
                <a:ext uri="{FF2B5EF4-FFF2-40B4-BE49-F238E27FC236}">
                  <a16:creationId xmlns:a16="http://schemas.microsoft.com/office/drawing/2014/main" id="{84D828CB-7876-295E-D712-8B5D12D69D69}"/>
                </a:ext>
              </a:extLst>
            </p:cNvPr>
            <p:cNvSpPr/>
            <p:nvPr/>
          </p:nvSpPr>
          <p:spPr>
            <a:xfrm>
              <a:off x="6987888" y="1920060"/>
              <a:ext cx="9417" cy="10744"/>
            </a:xfrm>
            <a:custGeom>
              <a:avLst/>
              <a:gdLst>
                <a:gd name="connsiteX0" fmla="*/ 0 w 9417"/>
                <a:gd name="connsiteY0" fmla="*/ 1343 h 10744"/>
                <a:gd name="connsiteX1" fmla="*/ 2691 w 9417"/>
                <a:gd name="connsiteY1" fmla="*/ 8058 h 10744"/>
                <a:gd name="connsiteX2" fmla="*/ 6727 w 9417"/>
                <a:gd name="connsiteY2" fmla="*/ 10745 h 10744"/>
                <a:gd name="connsiteX3" fmla="*/ 9418 w 9417"/>
                <a:gd name="connsiteY3" fmla="*/ 10745 h 10744"/>
                <a:gd name="connsiteX4" fmla="*/ 9418 w 9417"/>
                <a:gd name="connsiteY4" fmla="*/ 8058 h 10744"/>
                <a:gd name="connsiteX5" fmla="*/ 6727 w 9417"/>
                <a:gd name="connsiteY5" fmla="*/ 5372 h 10744"/>
                <a:gd name="connsiteX6" fmla="*/ 2691 w 9417"/>
                <a:gd name="connsiteY6" fmla="*/ 0 h 10744"/>
                <a:gd name="connsiteX7" fmla="*/ 0 w 9417"/>
                <a:gd name="connsiteY7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17" h="10744">
                  <a:moveTo>
                    <a:pt x="0" y="1343"/>
                  </a:moveTo>
                  <a:lnTo>
                    <a:pt x="2691" y="8058"/>
                  </a:lnTo>
                  <a:lnTo>
                    <a:pt x="6727" y="10745"/>
                  </a:lnTo>
                  <a:lnTo>
                    <a:pt x="9418" y="10745"/>
                  </a:lnTo>
                  <a:lnTo>
                    <a:pt x="9418" y="8058"/>
                  </a:lnTo>
                  <a:lnTo>
                    <a:pt x="6727" y="5372"/>
                  </a:lnTo>
                  <a:lnTo>
                    <a:pt x="26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7" name="Freeform 896">
              <a:extLst>
                <a:ext uri="{FF2B5EF4-FFF2-40B4-BE49-F238E27FC236}">
                  <a16:creationId xmlns:a16="http://schemas.microsoft.com/office/drawing/2014/main" id="{849CA6CD-519A-DE52-3D56-E0C541905B19}"/>
                </a:ext>
              </a:extLst>
            </p:cNvPr>
            <p:cNvSpPr/>
            <p:nvPr/>
          </p:nvSpPr>
          <p:spPr>
            <a:xfrm>
              <a:off x="7020177" y="1925433"/>
              <a:ext cx="9417" cy="18803"/>
            </a:xfrm>
            <a:custGeom>
              <a:avLst/>
              <a:gdLst>
                <a:gd name="connsiteX0" fmla="*/ 0 w 9417"/>
                <a:gd name="connsiteY0" fmla="*/ 16117 h 18803"/>
                <a:gd name="connsiteX1" fmla="*/ 1345 w 9417"/>
                <a:gd name="connsiteY1" fmla="*/ 18803 h 18803"/>
                <a:gd name="connsiteX2" fmla="*/ 5382 w 9417"/>
                <a:gd name="connsiteY2" fmla="*/ 18803 h 18803"/>
                <a:gd name="connsiteX3" fmla="*/ 6727 w 9417"/>
                <a:gd name="connsiteY3" fmla="*/ 16117 h 18803"/>
                <a:gd name="connsiteX4" fmla="*/ 5382 w 9417"/>
                <a:gd name="connsiteY4" fmla="*/ 13431 h 18803"/>
                <a:gd name="connsiteX5" fmla="*/ 6727 w 9417"/>
                <a:gd name="connsiteY5" fmla="*/ 8058 h 18803"/>
                <a:gd name="connsiteX6" fmla="*/ 9418 w 9417"/>
                <a:gd name="connsiteY6" fmla="*/ 5372 h 18803"/>
                <a:gd name="connsiteX7" fmla="*/ 9418 w 9417"/>
                <a:gd name="connsiteY7" fmla="*/ 0 h 18803"/>
                <a:gd name="connsiteX8" fmla="*/ 4036 w 9417"/>
                <a:gd name="connsiteY8" fmla="*/ 6715 h 18803"/>
                <a:gd name="connsiteX9" fmla="*/ 4036 w 9417"/>
                <a:gd name="connsiteY9" fmla="*/ 12088 h 18803"/>
                <a:gd name="connsiteX10" fmla="*/ 0 w 9417"/>
                <a:gd name="connsiteY10" fmla="*/ 16117 h 18803"/>
                <a:gd name="connsiteX11" fmla="*/ 0 w 9417"/>
                <a:gd name="connsiteY11" fmla="*/ 16117 h 1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17" h="18803">
                  <a:moveTo>
                    <a:pt x="0" y="16117"/>
                  </a:moveTo>
                  <a:lnTo>
                    <a:pt x="1345" y="18803"/>
                  </a:lnTo>
                  <a:lnTo>
                    <a:pt x="5382" y="18803"/>
                  </a:lnTo>
                  <a:lnTo>
                    <a:pt x="6727" y="16117"/>
                  </a:lnTo>
                  <a:lnTo>
                    <a:pt x="5382" y="13431"/>
                  </a:lnTo>
                  <a:lnTo>
                    <a:pt x="6727" y="8058"/>
                  </a:lnTo>
                  <a:lnTo>
                    <a:pt x="9418" y="5372"/>
                  </a:lnTo>
                  <a:lnTo>
                    <a:pt x="9418" y="0"/>
                  </a:lnTo>
                  <a:lnTo>
                    <a:pt x="4036" y="6715"/>
                  </a:lnTo>
                  <a:lnTo>
                    <a:pt x="4036" y="12088"/>
                  </a:lnTo>
                  <a:lnTo>
                    <a:pt x="0" y="16117"/>
                  </a:lnTo>
                  <a:lnTo>
                    <a:pt x="0" y="161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8" name="Freeform 897">
              <a:extLst>
                <a:ext uri="{FF2B5EF4-FFF2-40B4-BE49-F238E27FC236}">
                  <a16:creationId xmlns:a16="http://schemas.microsoft.com/office/drawing/2014/main" id="{D27255C1-EBFD-C1BD-853E-88C093A40DFE}"/>
                </a:ext>
              </a:extLst>
            </p:cNvPr>
            <p:cNvSpPr/>
            <p:nvPr/>
          </p:nvSpPr>
          <p:spPr>
            <a:xfrm>
              <a:off x="7005378" y="1903944"/>
              <a:ext cx="4035" cy="9401"/>
            </a:xfrm>
            <a:custGeom>
              <a:avLst/>
              <a:gdLst>
                <a:gd name="connsiteX0" fmla="*/ 0 w 4035"/>
                <a:gd name="connsiteY0" fmla="*/ 8058 h 9401"/>
                <a:gd name="connsiteX1" fmla="*/ 1345 w 4035"/>
                <a:gd name="connsiteY1" fmla="*/ 9402 h 9401"/>
                <a:gd name="connsiteX2" fmla="*/ 2691 w 4035"/>
                <a:gd name="connsiteY2" fmla="*/ 8058 h 9401"/>
                <a:gd name="connsiteX3" fmla="*/ 4036 w 4035"/>
                <a:gd name="connsiteY3" fmla="*/ 2686 h 9401"/>
                <a:gd name="connsiteX4" fmla="*/ 4036 w 4035"/>
                <a:gd name="connsiteY4" fmla="*/ 0 h 9401"/>
                <a:gd name="connsiteX5" fmla="*/ 2691 w 4035"/>
                <a:gd name="connsiteY5" fmla="*/ 1343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9401">
                  <a:moveTo>
                    <a:pt x="0" y="8058"/>
                  </a:moveTo>
                  <a:lnTo>
                    <a:pt x="1345" y="9402"/>
                  </a:lnTo>
                  <a:lnTo>
                    <a:pt x="2691" y="8058"/>
                  </a:lnTo>
                  <a:lnTo>
                    <a:pt x="4036" y="2686"/>
                  </a:lnTo>
                  <a:lnTo>
                    <a:pt x="4036" y="0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9" name="Freeform 898">
              <a:extLst>
                <a:ext uri="{FF2B5EF4-FFF2-40B4-BE49-F238E27FC236}">
                  <a16:creationId xmlns:a16="http://schemas.microsoft.com/office/drawing/2014/main" id="{9AFA8813-28E4-02BA-C2A6-F29E0662E4AD}"/>
                </a:ext>
              </a:extLst>
            </p:cNvPr>
            <p:cNvSpPr/>
            <p:nvPr/>
          </p:nvSpPr>
          <p:spPr>
            <a:xfrm>
              <a:off x="7006723" y="1893199"/>
              <a:ext cx="4036" cy="4029"/>
            </a:xfrm>
            <a:custGeom>
              <a:avLst/>
              <a:gdLst>
                <a:gd name="connsiteX0" fmla="*/ 1345 w 4036"/>
                <a:gd name="connsiteY0" fmla="*/ 0 h 4029"/>
                <a:gd name="connsiteX1" fmla="*/ 0 w 4036"/>
                <a:gd name="connsiteY1" fmla="*/ 2686 h 4029"/>
                <a:gd name="connsiteX2" fmla="*/ 2691 w 4036"/>
                <a:gd name="connsiteY2" fmla="*/ 4029 h 4029"/>
                <a:gd name="connsiteX3" fmla="*/ 4036 w 4036"/>
                <a:gd name="connsiteY3" fmla="*/ 2686 h 4029"/>
                <a:gd name="connsiteX4" fmla="*/ 4036 w 4036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4029">
                  <a:moveTo>
                    <a:pt x="1345" y="0"/>
                  </a:moveTo>
                  <a:lnTo>
                    <a:pt x="0" y="2686"/>
                  </a:lnTo>
                  <a:lnTo>
                    <a:pt x="2691" y="4029"/>
                  </a:lnTo>
                  <a:lnTo>
                    <a:pt x="4036" y="2686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0" name="Freeform 899">
              <a:extLst>
                <a:ext uri="{FF2B5EF4-FFF2-40B4-BE49-F238E27FC236}">
                  <a16:creationId xmlns:a16="http://schemas.microsoft.com/office/drawing/2014/main" id="{659FB016-CF05-3987-3F70-FC8391C7C1C5}"/>
                </a:ext>
              </a:extLst>
            </p:cNvPr>
            <p:cNvSpPr/>
            <p:nvPr/>
          </p:nvSpPr>
          <p:spPr>
            <a:xfrm>
              <a:off x="7030940" y="1823359"/>
              <a:ext cx="10762" cy="21489"/>
            </a:xfrm>
            <a:custGeom>
              <a:avLst/>
              <a:gdLst>
                <a:gd name="connsiteX0" fmla="*/ 0 w 10762"/>
                <a:gd name="connsiteY0" fmla="*/ 14774 h 21489"/>
                <a:gd name="connsiteX1" fmla="*/ 2691 w 10762"/>
                <a:gd name="connsiteY1" fmla="*/ 18803 h 21489"/>
                <a:gd name="connsiteX2" fmla="*/ 2691 w 10762"/>
                <a:gd name="connsiteY2" fmla="*/ 21489 h 21489"/>
                <a:gd name="connsiteX3" fmla="*/ 6727 w 10762"/>
                <a:gd name="connsiteY3" fmla="*/ 17460 h 21489"/>
                <a:gd name="connsiteX4" fmla="*/ 9417 w 10762"/>
                <a:gd name="connsiteY4" fmla="*/ 10745 h 21489"/>
                <a:gd name="connsiteX5" fmla="*/ 9417 w 10762"/>
                <a:gd name="connsiteY5" fmla="*/ 5372 h 21489"/>
                <a:gd name="connsiteX6" fmla="*/ 10763 w 10762"/>
                <a:gd name="connsiteY6" fmla="*/ 2686 h 21489"/>
                <a:gd name="connsiteX7" fmla="*/ 8072 w 10762"/>
                <a:gd name="connsiteY7" fmla="*/ 0 h 21489"/>
                <a:gd name="connsiteX8" fmla="*/ 4036 w 10762"/>
                <a:gd name="connsiteY8" fmla="*/ 2686 h 21489"/>
                <a:gd name="connsiteX9" fmla="*/ 2691 w 10762"/>
                <a:gd name="connsiteY9" fmla="*/ 6715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62" h="21489">
                  <a:moveTo>
                    <a:pt x="0" y="14774"/>
                  </a:moveTo>
                  <a:lnTo>
                    <a:pt x="2691" y="18803"/>
                  </a:lnTo>
                  <a:lnTo>
                    <a:pt x="2691" y="21489"/>
                  </a:lnTo>
                  <a:lnTo>
                    <a:pt x="6727" y="17460"/>
                  </a:lnTo>
                  <a:lnTo>
                    <a:pt x="9417" y="10745"/>
                  </a:lnTo>
                  <a:lnTo>
                    <a:pt x="9417" y="5372"/>
                  </a:lnTo>
                  <a:lnTo>
                    <a:pt x="10763" y="2686"/>
                  </a:lnTo>
                  <a:lnTo>
                    <a:pt x="8072" y="0"/>
                  </a:lnTo>
                  <a:lnTo>
                    <a:pt x="4036" y="2686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1" name="Freeform 900">
              <a:extLst>
                <a:ext uri="{FF2B5EF4-FFF2-40B4-BE49-F238E27FC236}">
                  <a16:creationId xmlns:a16="http://schemas.microsoft.com/office/drawing/2014/main" id="{B3CA32C1-F29A-59E6-7BED-2DB75DA176C3}"/>
                </a:ext>
              </a:extLst>
            </p:cNvPr>
            <p:cNvSpPr/>
            <p:nvPr/>
          </p:nvSpPr>
          <p:spPr>
            <a:xfrm>
              <a:off x="7014796" y="1746803"/>
              <a:ext cx="14799" cy="14773"/>
            </a:xfrm>
            <a:custGeom>
              <a:avLst/>
              <a:gdLst>
                <a:gd name="connsiteX0" fmla="*/ 1345 w 14799"/>
                <a:gd name="connsiteY0" fmla="*/ 14774 h 14773"/>
                <a:gd name="connsiteX1" fmla="*/ 2691 w 14799"/>
                <a:gd name="connsiteY1" fmla="*/ 14774 h 14773"/>
                <a:gd name="connsiteX2" fmla="*/ 4036 w 14799"/>
                <a:gd name="connsiteY2" fmla="*/ 13431 h 14773"/>
                <a:gd name="connsiteX3" fmla="*/ 10763 w 14799"/>
                <a:gd name="connsiteY3" fmla="*/ 13431 h 14773"/>
                <a:gd name="connsiteX4" fmla="*/ 14799 w 14799"/>
                <a:gd name="connsiteY4" fmla="*/ 9402 h 14773"/>
                <a:gd name="connsiteX5" fmla="*/ 14799 w 14799"/>
                <a:gd name="connsiteY5" fmla="*/ 4029 h 14773"/>
                <a:gd name="connsiteX6" fmla="*/ 10763 w 14799"/>
                <a:gd name="connsiteY6" fmla="*/ 0 h 14773"/>
                <a:gd name="connsiteX7" fmla="*/ 2691 w 14799"/>
                <a:gd name="connsiteY7" fmla="*/ 4029 h 14773"/>
                <a:gd name="connsiteX8" fmla="*/ 0 w 14799"/>
                <a:gd name="connsiteY8" fmla="*/ 10745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99" h="14773">
                  <a:moveTo>
                    <a:pt x="1345" y="14774"/>
                  </a:moveTo>
                  <a:lnTo>
                    <a:pt x="2691" y="14774"/>
                  </a:lnTo>
                  <a:lnTo>
                    <a:pt x="4036" y="13431"/>
                  </a:lnTo>
                  <a:lnTo>
                    <a:pt x="10763" y="13431"/>
                  </a:lnTo>
                  <a:lnTo>
                    <a:pt x="14799" y="9402"/>
                  </a:lnTo>
                  <a:lnTo>
                    <a:pt x="14799" y="4029"/>
                  </a:lnTo>
                  <a:lnTo>
                    <a:pt x="10763" y="0"/>
                  </a:lnTo>
                  <a:lnTo>
                    <a:pt x="2691" y="4029"/>
                  </a:lnTo>
                  <a:lnTo>
                    <a:pt x="0" y="1074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2" name="Freeform 901">
              <a:extLst>
                <a:ext uri="{FF2B5EF4-FFF2-40B4-BE49-F238E27FC236}">
                  <a16:creationId xmlns:a16="http://schemas.microsoft.com/office/drawing/2014/main" id="{C7C998FE-3F87-0664-C86B-DA96750902EF}"/>
                </a:ext>
              </a:extLst>
            </p:cNvPr>
            <p:cNvSpPr/>
            <p:nvPr/>
          </p:nvSpPr>
          <p:spPr>
            <a:xfrm>
              <a:off x="7065920" y="1595036"/>
              <a:ext cx="6726" cy="24175"/>
            </a:xfrm>
            <a:custGeom>
              <a:avLst/>
              <a:gdLst>
                <a:gd name="connsiteX0" fmla="*/ 2691 w 6726"/>
                <a:gd name="connsiteY0" fmla="*/ 24175 h 24175"/>
                <a:gd name="connsiteX1" fmla="*/ 5381 w 6726"/>
                <a:gd name="connsiteY1" fmla="*/ 21489 h 24175"/>
                <a:gd name="connsiteX2" fmla="*/ 6727 w 6726"/>
                <a:gd name="connsiteY2" fmla="*/ 16117 h 24175"/>
                <a:gd name="connsiteX3" fmla="*/ 5381 w 6726"/>
                <a:gd name="connsiteY3" fmla="*/ 8058 h 24175"/>
                <a:gd name="connsiteX4" fmla="*/ 6727 w 6726"/>
                <a:gd name="connsiteY4" fmla="*/ 5372 h 24175"/>
                <a:gd name="connsiteX5" fmla="*/ 5381 w 6726"/>
                <a:gd name="connsiteY5" fmla="*/ 0 h 24175"/>
                <a:gd name="connsiteX6" fmla="*/ 1345 w 6726"/>
                <a:gd name="connsiteY6" fmla="*/ 2686 h 24175"/>
                <a:gd name="connsiteX7" fmla="*/ 1345 w 6726"/>
                <a:gd name="connsiteY7" fmla="*/ 5372 h 24175"/>
                <a:gd name="connsiteX8" fmla="*/ 2691 w 6726"/>
                <a:gd name="connsiteY8" fmla="*/ 6715 h 24175"/>
                <a:gd name="connsiteX9" fmla="*/ 2691 w 6726"/>
                <a:gd name="connsiteY9" fmla="*/ 12088 h 24175"/>
                <a:gd name="connsiteX10" fmla="*/ 0 w 6726"/>
                <a:gd name="connsiteY10" fmla="*/ 16117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26" h="24175">
                  <a:moveTo>
                    <a:pt x="2691" y="24175"/>
                  </a:moveTo>
                  <a:lnTo>
                    <a:pt x="5381" y="21489"/>
                  </a:lnTo>
                  <a:lnTo>
                    <a:pt x="6727" y="16117"/>
                  </a:lnTo>
                  <a:lnTo>
                    <a:pt x="5381" y="8058"/>
                  </a:lnTo>
                  <a:lnTo>
                    <a:pt x="6727" y="5372"/>
                  </a:lnTo>
                  <a:lnTo>
                    <a:pt x="5381" y="0"/>
                  </a:lnTo>
                  <a:lnTo>
                    <a:pt x="1345" y="2686"/>
                  </a:lnTo>
                  <a:lnTo>
                    <a:pt x="1345" y="5372"/>
                  </a:lnTo>
                  <a:lnTo>
                    <a:pt x="2691" y="6715"/>
                  </a:lnTo>
                  <a:lnTo>
                    <a:pt x="2691" y="12088"/>
                  </a:lnTo>
                  <a:lnTo>
                    <a:pt x="0" y="161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3" name="Freeform 902">
              <a:extLst>
                <a:ext uri="{FF2B5EF4-FFF2-40B4-BE49-F238E27FC236}">
                  <a16:creationId xmlns:a16="http://schemas.microsoft.com/office/drawing/2014/main" id="{D05ACE2D-C0C8-49FF-E86B-7F21F04A9399}"/>
                </a:ext>
              </a:extLst>
            </p:cNvPr>
            <p:cNvSpPr/>
            <p:nvPr/>
          </p:nvSpPr>
          <p:spPr>
            <a:xfrm>
              <a:off x="7052466" y="1620554"/>
              <a:ext cx="5381" cy="14773"/>
            </a:xfrm>
            <a:custGeom>
              <a:avLst/>
              <a:gdLst>
                <a:gd name="connsiteX0" fmla="*/ 1345 w 5381"/>
                <a:gd name="connsiteY0" fmla="*/ 14774 h 14773"/>
                <a:gd name="connsiteX1" fmla="*/ 4036 w 5381"/>
                <a:gd name="connsiteY1" fmla="*/ 14774 h 14773"/>
                <a:gd name="connsiteX2" fmla="*/ 5381 w 5381"/>
                <a:gd name="connsiteY2" fmla="*/ 10745 h 14773"/>
                <a:gd name="connsiteX3" fmla="*/ 5381 w 5381"/>
                <a:gd name="connsiteY3" fmla="*/ 2686 h 14773"/>
                <a:gd name="connsiteX4" fmla="*/ 4036 w 5381"/>
                <a:gd name="connsiteY4" fmla="*/ 0 h 14773"/>
                <a:gd name="connsiteX5" fmla="*/ 1345 w 5381"/>
                <a:gd name="connsiteY5" fmla="*/ 2686 h 14773"/>
                <a:gd name="connsiteX6" fmla="*/ 0 w 5381"/>
                <a:gd name="connsiteY6" fmla="*/ 8058 h 14773"/>
                <a:gd name="connsiteX7" fmla="*/ 1345 w 5381"/>
                <a:gd name="connsiteY7" fmla="*/ 14774 h 14773"/>
                <a:gd name="connsiteX8" fmla="*/ 1345 w 5381"/>
                <a:gd name="connsiteY8" fmla="*/ 14774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81" h="14773">
                  <a:moveTo>
                    <a:pt x="1345" y="14774"/>
                  </a:moveTo>
                  <a:lnTo>
                    <a:pt x="4036" y="14774"/>
                  </a:lnTo>
                  <a:lnTo>
                    <a:pt x="5381" y="10745"/>
                  </a:lnTo>
                  <a:lnTo>
                    <a:pt x="5381" y="2686"/>
                  </a:lnTo>
                  <a:lnTo>
                    <a:pt x="4036" y="0"/>
                  </a:lnTo>
                  <a:lnTo>
                    <a:pt x="1345" y="2686"/>
                  </a:lnTo>
                  <a:lnTo>
                    <a:pt x="0" y="8058"/>
                  </a:lnTo>
                  <a:lnTo>
                    <a:pt x="1345" y="14774"/>
                  </a:lnTo>
                  <a:lnTo>
                    <a:pt x="1345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4" name="Freeform 903">
              <a:extLst>
                <a:ext uri="{FF2B5EF4-FFF2-40B4-BE49-F238E27FC236}">
                  <a16:creationId xmlns:a16="http://schemas.microsoft.com/office/drawing/2014/main" id="{B2F0B8D5-BC8B-144D-6DA8-4DDC741DDB1A}"/>
                </a:ext>
              </a:extLst>
            </p:cNvPr>
            <p:cNvSpPr/>
            <p:nvPr/>
          </p:nvSpPr>
          <p:spPr>
            <a:xfrm>
              <a:off x="7043049" y="1604437"/>
              <a:ext cx="9417" cy="17459"/>
            </a:xfrm>
            <a:custGeom>
              <a:avLst/>
              <a:gdLst>
                <a:gd name="connsiteX0" fmla="*/ 1345 w 9417"/>
                <a:gd name="connsiteY0" fmla="*/ 16117 h 17459"/>
                <a:gd name="connsiteX1" fmla="*/ 2691 w 9417"/>
                <a:gd name="connsiteY1" fmla="*/ 17460 h 17459"/>
                <a:gd name="connsiteX2" fmla="*/ 6727 w 9417"/>
                <a:gd name="connsiteY2" fmla="*/ 14774 h 17459"/>
                <a:gd name="connsiteX3" fmla="*/ 6727 w 9417"/>
                <a:gd name="connsiteY3" fmla="*/ 8058 h 17459"/>
                <a:gd name="connsiteX4" fmla="*/ 9418 w 9417"/>
                <a:gd name="connsiteY4" fmla="*/ 6715 h 17459"/>
                <a:gd name="connsiteX5" fmla="*/ 9418 w 9417"/>
                <a:gd name="connsiteY5" fmla="*/ 1343 h 17459"/>
                <a:gd name="connsiteX6" fmla="*/ 6727 w 9417"/>
                <a:gd name="connsiteY6" fmla="*/ 0 h 17459"/>
                <a:gd name="connsiteX7" fmla="*/ 4036 w 9417"/>
                <a:gd name="connsiteY7" fmla="*/ 1343 h 17459"/>
                <a:gd name="connsiteX8" fmla="*/ 0 w 9417"/>
                <a:gd name="connsiteY8" fmla="*/ 6715 h 17459"/>
                <a:gd name="connsiteX9" fmla="*/ 1345 w 9417"/>
                <a:gd name="connsiteY9" fmla="*/ 9402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17" h="17459">
                  <a:moveTo>
                    <a:pt x="1345" y="16117"/>
                  </a:moveTo>
                  <a:lnTo>
                    <a:pt x="2691" y="17460"/>
                  </a:lnTo>
                  <a:lnTo>
                    <a:pt x="6727" y="14774"/>
                  </a:lnTo>
                  <a:lnTo>
                    <a:pt x="6727" y="8058"/>
                  </a:lnTo>
                  <a:lnTo>
                    <a:pt x="9418" y="6715"/>
                  </a:lnTo>
                  <a:lnTo>
                    <a:pt x="9418" y="1343"/>
                  </a:lnTo>
                  <a:lnTo>
                    <a:pt x="6727" y="0"/>
                  </a:lnTo>
                  <a:lnTo>
                    <a:pt x="4036" y="1343"/>
                  </a:lnTo>
                  <a:lnTo>
                    <a:pt x="0" y="6715"/>
                  </a:lnTo>
                  <a:lnTo>
                    <a:pt x="1345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5" name="Freeform 904">
              <a:extLst>
                <a:ext uri="{FF2B5EF4-FFF2-40B4-BE49-F238E27FC236}">
                  <a16:creationId xmlns:a16="http://schemas.microsoft.com/office/drawing/2014/main" id="{6848E1F8-09A8-AD70-54FA-5164A564ED12}"/>
                </a:ext>
              </a:extLst>
            </p:cNvPr>
            <p:cNvSpPr/>
            <p:nvPr/>
          </p:nvSpPr>
          <p:spPr>
            <a:xfrm>
              <a:off x="6769937" y="1420436"/>
              <a:ext cx="5381" cy="9401"/>
            </a:xfrm>
            <a:custGeom>
              <a:avLst/>
              <a:gdLst>
                <a:gd name="connsiteX0" fmla="*/ 1345 w 5381"/>
                <a:gd name="connsiteY0" fmla="*/ 9402 h 9401"/>
                <a:gd name="connsiteX1" fmla="*/ 4036 w 5381"/>
                <a:gd name="connsiteY1" fmla="*/ 9402 h 9401"/>
                <a:gd name="connsiteX2" fmla="*/ 5381 w 5381"/>
                <a:gd name="connsiteY2" fmla="*/ 8058 h 9401"/>
                <a:gd name="connsiteX3" fmla="*/ 5381 w 5381"/>
                <a:gd name="connsiteY3" fmla="*/ 4029 h 9401"/>
                <a:gd name="connsiteX4" fmla="*/ 4036 w 5381"/>
                <a:gd name="connsiteY4" fmla="*/ 0 h 9401"/>
                <a:gd name="connsiteX5" fmla="*/ 1345 w 5381"/>
                <a:gd name="connsiteY5" fmla="*/ 0 h 9401"/>
                <a:gd name="connsiteX6" fmla="*/ 0 w 5381"/>
                <a:gd name="connsiteY6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9401">
                  <a:moveTo>
                    <a:pt x="1345" y="9402"/>
                  </a:moveTo>
                  <a:lnTo>
                    <a:pt x="4036" y="9402"/>
                  </a:lnTo>
                  <a:lnTo>
                    <a:pt x="5381" y="8058"/>
                  </a:lnTo>
                  <a:lnTo>
                    <a:pt x="5381" y="4029"/>
                  </a:lnTo>
                  <a:lnTo>
                    <a:pt x="4036" y="0"/>
                  </a:lnTo>
                  <a:lnTo>
                    <a:pt x="1345" y="0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6" name="Freeform 905">
              <a:extLst>
                <a:ext uri="{FF2B5EF4-FFF2-40B4-BE49-F238E27FC236}">
                  <a16:creationId xmlns:a16="http://schemas.microsoft.com/office/drawing/2014/main" id="{0A9E18FE-3387-3C0B-841E-FF66A41D9D96}"/>
                </a:ext>
              </a:extLst>
            </p:cNvPr>
            <p:cNvSpPr/>
            <p:nvPr/>
          </p:nvSpPr>
          <p:spPr>
            <a:xfrm>
              <a:off x="6772628" y="1432523"/>
              <a:ext cx="6726" cy="8058"/>
            </a:xfrm>
            <a:custGeom>
              <a:avLst/>
              <a:gdLst>
                <a:gd name="connsiteX0" fmla="*/ 0 w 6726"/>
                <a:gd name="connsiteY0" fmla="*/ 6715 h 8058"/>
                <a:gd name="connsiteX1" fmla="*/ 1345 w 6726"/>
                <a:gd name="connsiteY1" fmla="*/ 8058 h 8058"/>
                <a:gd name="connsiteX2" fmla="*/ 4036 w 6726"/>
                <a:gd name="connsiteY2" fmla="*/ 8058 h 8058"/>
                <a:gd name="connsiteX3" fmla="*/ 6727 w 6726"/>
                <a:gd name="connsiteY3" fmla="*/ 4029 h 8058"/>
                <a:gd name="connsiteX4" fmla="*/ 6727 w 6726"/>
                <a:gd name="connsiteY4" fmla="*/ 0 h 8058"/>
                <a:gd name="connsiteX5" fmla="*/ 4036 w 6726"/>
                <a:gd name="connsiteY5" fmla="*/ 0 h 8058"/>
                <a:gd name="connsiteX6" fmla="*/ 0 w 6726"/>
                <a:gd name="connsiteY6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8058">
                  <a:moveTo>
                    <a:pt x="0" y="6715"/>
                  </a:moveTo>
                  <a:lnTo>
                    <a:pt x="1345" y="8058"/>
                  </a:lnTo>
                  <a:lnTo>
                    <a:pt x="4036" y="8058"/>
                  </a:lnTo>
                  <a:lnTo>
                    <a:pt x="6727" y="4029"/>
                  </a:lnTo>
                  <a:lnTo>
                    <a:pt x="6727" y="0"/>
                  </a:lnTo>
                  <a:lnTo>
                    <a:pt x="4036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7" name="Freeform 906">
              <a:extLst>
                <a:ext uri="{FF2B5EF4-FFF2-40B4-BE49-F238E27FC236}">
                  <a16:creationId xmlns:a16="http://schemas.microsoft.com/office/drawing/2014/main" id="{A77D0E4A-A68A-D821-171E-959922D52FAA}"/>
                </a:ext>
              </a:extLst>
            </p:cNvPr>
            <p:cNvSpPr/>
            <p:nvPr/>
          </p:nvSpPr>
          <p:spPr>
            <a:xfrm>
              <a:off x="6749757" y="1429837"/>
              <a:ext cx="13453" cy="18803"/>
            </a:xfrm>
            <a:custGeom>
              <a:avLst/>
              <a:gdLst>
                <a:gd name="connsiteX0" fmla="*/ 1345 w 13453"/>
                <a:gd name="connsiteY0" fmla="*/ 9402 h 18803"/>
                <a:gd name="connsiteX1" fmla="*/ 4036 w 13453"/>
                <a:gd name="connsiteY1" fmla="*/ 14774 h 18803"/>
                <a:gd name="connsiteX2" fmla="*/ 5381 w 13453"/>
                <a:gd name="connsiteY2" fmla="*/ 18803 h 18803"/>
                <a:gd name="connsiteX3" fmla="*/ 9417 w 13453"/>
                <a:gd name="connsiteY3" fmla="*/ 18803 h 18803"/>
                <a:gd name="connsiteX4" fmla="*/ 10763 w 13453"/>
                <a:gd name="connsiteY4" fmla="*/ 14774 h 18803"/>
                <a:gd name="connsiteX5" fmla="*/ 13454 w 13453"/>
                <a:gd name="connsiteY5" fmla="*/ 13431 h 18803"/>
                <a:gd name="connsiteX6" fmla="*/ 6727 w 13453"/>
                <a:gd name="connsiteY6" fmla="*/ 6715 h 18803"/>
                <a:gd name="connsiteX7" fmla="*/ 6727 w 13453"/>
                <a:gd name="connsiteY7" fmla="*/ 2686 h 18803"/>
                <a:gd name="connsiteX8" fmla="*/ 4036 w 13453"/>
                <a:gd name="connsiteY8" fmla="*/ 0 h 18803"/>
                <a:gd name="connsiteX9" fmla="*/ 2691 w 13453"/>
                <a:gd name="connsiteY9" fmla="*/ 2686 h 18803"/>
                <a:gd name="connsiteX10" fmla="*/ 1345 w 13453"/>
                <a:gd name="connsiteY10" fmla="*/ 5372 h 18803"/>
                <a:gd name="connsiteX11" fmla="*/ 0 w 13453"/>
                <a:gd name="connsiteY11" fmla="*/ 6715 h 1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453" h="18803">
                  <a:moveTo>
                    <a:pt x="1345" y="9402"/>
                  </a:moveTo>
                  <a:lnTo>
                    <a:pt x="4036" y="14774"/>
                  </a:lnTo>
                  <a:lnTo>
                    <a:pt x="5381" y="18803"/>
                  </a:lnTo>
                  <a:lnTo>
                    <a:pt x="9417" y="18803"/>
                  </a:lnTo>
                  <a:lnTo>
                    <a:pt x="10763" y="14774"/>
                  </a:lnTo>
                  <a:lnTo>
                    <a:pt x="13454" y="13431"/>
                  </a:lnTo>
                  <a:lnTo>
                    <a:pt x="6727" y="6715"/>
                  </a:lnTo>
                  <a:lnTo>
                    <a:pt x="6727" y="2686"/>
                  </a:lnTo>
                  <a:lnTo>
                    <a:pt x="4036" y="0"/>
                  </a:lnTo>
                  <a:lnTo>
                    <a:pt x="2691" y="2686"/>
                  </a:lnTo>
                  <a:lnTo>
                    <a:pt x="1345" y="5372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8" name="Freeform 907">
              <a:extLst>
                <a:ext uri="{FF2B5EF4-FFF2-40B4-BE49-F238E27FC236}">
                  <a16:creationId xmlns:a16="http://schemas.microsoft.com/office/drawing/2014/main" id="{8FA75059-A836-899B-B396-4C48A75A539A}"/>
                </a:ext>
              </a:extLst>
            </p:cNvPr>
            <p:cNvSpPr/>
            <p:nvPr/>
          </p:nvSpPr>
          <p:spPr>
            <a:xfrm>
              <a:off x="6737648" y="1443268"/>
              <a:ext cx="4036" cy="5372"/>
            </a:xfrm>
            <a:custGeom>
              <a:avLst/>
              <a:gdLst>
                <a:gd name="connsiteX0" fmla="*/ 0 w 4036"/>
                <a:gd name="connsiteY0" fmla="*/ 1343 h 5372"/>
                <a:gd name="connsiteX1" fmla="*/ 0 w 4036"/>
                <a:gd name="connsiteY1" fmla="*/ 4029 h 5372"/>
                <a:gd name="connsiteX2" fmla="*/ 1345 w 4036"/>
                <a:gd name="connsiteY2" fmla="*/ 5372 h 5372"/>
                <a:gd name="connsiteX3" fmla="*/ 4036 w 4036"/>
                <a:gd name="connsiteY3" fmla="*/ 5372 h 5372"/>
                <a:gd name="connsiteX4" fmla="*/ 4036 w 4036"/>
                <a:gd name="connsiteY4" fmla="*/ 2686 h 5372"/>
                <a:gd name="connsiteX5" fmla="*/ 0 w 4036"/>
                <a:gd name="connsiteY5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6" h="5372">
                  <a:moveTo>
                    <a:pt x="0" y="1343"/>
                  </a:moveTo>
                  <a:lnTo>
                    <a:pt x="0" y="4029"/>
                  </a:lnTo>
                  <a:lnTo>
                    <a:pt x="1345" y="5372"/>
                  </a:lnTo>
                  <a:lnTo>
                    <a:pt x="4036" y="5372"/>
                  </a:lnTo>
                  <a:lnTo>
                    <a:pt x="4036" y="2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9" name="Freeform 908">
              <a:extLst>
                <a:ext uri="{FF2B5EF4-FFF2-40B4-BE49-F238E27FC236}">
                  <a16:creationId xmlns:a16="http://schemas.microsoft.com/office/drawing/2014/main" id="{20620D0B-C7C6-3C71-E5D1-3183BC9A784A}"/>
                </a:ext>
              </a:extLst>
            </p:cNvPr>
            <p:cNvSpPr/>
            <p:nvPr/>
          </p:nvSpPr>
          <p:spPr>
            <a:xfrm>
              <a:off x="6659616" y="1455356"/>
              <a:ext cx="18835" cy="24175"/>
            </a:xfrm>
            <a:custGeom>
              <a:avLst/>
              <a:gdLst>
                <a:gd name="connsiteX0" fmla="*/ 0 w 18835"/>
                <a:gd name="connsiteY0" fmla="*/ 9402 h 24175"/>
                <a:gd name="connsiteX1" fmla="*/ 1345 w 18835"/>
                <a:gd name="connsiteY1" fmla="*/ 14774 h 24175"/>
                <a:gd name="connsiteX2" fmla="*/ 5381 w 18835"/>
                <a:gd name="connsiteY2" fmla="*/ 16117 h 24175"/>
                <a:gd name="connsiteX3" fmla="*/ 12108 w 18835"/>
                <a:gd name="connsiteY3" fmla="*/ 22832 h 24175"/>
                <a:gd name="connsiteX4" fmla="*/ 16145 w 18835"/>
                <a:gd name="connsiteY4" fmla="*/ 24175 h 24175"/>
                <a:gd name="connsiteX5" fmla="*/ 17490 w 18835"/>
                <a:gd name="connsiteY5" fmla="*/ 18803 h 24175"/>
                <a:gd name="connsiteX6" fmla="*/ 17490 w 18835"/>
                <a:gd name="connsiteY6" fmla="*/ 12088 h 24175"/>
                <a:gd name="connsiteX7" fmla="*/ 18835 w 18835"/>
                <a:gd name="connsiteY7" fmla="*/ 10745 h 24175"/>
                <a:gd name="connsiteX8" fmla="*/ 18835 w 18835"/>
                <a:gd name="connsiteY8" fmla="*/ 8058 h 24175"/>
                <a:gd name="connsiteX9" fmla="*/ 14799 w 18835"/>
                <a:gd name="connsiteY9" fmla="*/ 6715 h 24175"/>
                <a:gd name="connsiteX10" fmla="*/ 10763 w 18835"/>
                <a:gd name="connsiteY10" fmla="*/ 1343 h 24175"/>
                <a:gd name="connsiteX11" fmla="*/ 8072 w 18835"/>
                <a:gd name="connsiteY11" fmla="*/ 0 h 24175"/>
                <a:gd name="connsiteX12" fmla="*/ 5381 w 18835"/>
                <a:gd name="connsiteY12" fmla="*/ 2686 h 24175"/>
                <a:gd name="connsiteX13" fmla="*/ 6727 w 18835"/>
                <a:gd name="connsiteY13" fmla="*/ 6715 h 24175"/>
                <a:gd name="connsiteX14" fmla="*/ 6727 w 18835"/>
                <a:gd name="connsiteY14" fmla="*/ 9402 h 24175"/>
                <a:gd name="connsiteX15" fmla="*/ 5381 w 18835"/>
                <a:gd name="connsiteY15" fmla="*/ 12088 h 24175"/>
                <a:gd name="connsiteX16" fmla="*/ 2691 w 18835"/>
                <a:gd name="connsiteY16" fmla="*/ 9402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35" h="24175">
                  <a:moveTo>
                    <a:pt x="0" y="9402"/>
                  </a:moveTo>
                  <a:lnTo>
                    <a:pt x="1345" y="14774"/>
                  </a:lnTo>
                  <a:lnTo>
                    <a:pt x="5381" y="16117"/>
                  </a:lnTo>
                  <a:lnTo>
                    <a:pt x="12108" y="22832"/>
                  </a:lnTo>
                  <a:lnTo>
                    <a:pt x="16145" y="24175"/>
                  </a:lnTo>
                  <a:lnTo>
                    <a:pt x="17490" y="18803"/>
                  </a:lnTo>
                  <a:lnTo>
                    <a:pt x="17490" y="12088"/>
                  </a:lnTo>
                  <a:lnTo>
                    <a:pt x="18835" y="10745"/>
                  </a:lnTo>
                  <a:lnTo>
                    <a:pt x="18835" y="8058"/>
                  </a:lnTo>
                  <a:lnTo>
                    <a:pt x="14799" y="6715"/>
                  </a:lnTo>
                  <a:lnTo>
                    <a:pt x="10763" y="1343"/>
                  </a:lnTo>
                  <a:lnTo>
                    <a:pt x="8072" y="0"/>
                  </a:lnTo>
                  <a:lnTo>
                    <a:pt x="5381" y="2686"/>
                  </a:lnTo>
                  <a:lnTo>
                    <a:pt x="6727" y="6715"/>
                  </a:lnTo>
                  <a:lnTo>
                    <a:pt x="6727" y="9402"/>
                  </a:lnTo>
                  <a:lnTo>
                    <a:pt x="5381" y="12088"/>
                  </a:lnTo>
                  <a:lnTo>
                    <a:pt x="2691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0" name="Freeform 909">
              <a:extLst>
                <a:ext uri="{FF2B5EF4-FFF2-40B4-BE49-F238E27FC236}">
                  <a16:creationId xmlns:a16="http://schemas.microsoft.com/office/drawing/2014/main" id="{2358CC90-C143-BCCC-6F11-D1FF96080ECD}"/>
                </a:ext>
              </a:extLst>
            </p:cNvPr>
            <p:cNvSpPr/>
            <p:nvPr/>
          </p:nvSpPr>
          <p:spPr>
            <a:xfrm>
              <a:off x="6654235" y="1467444"/>
              <a:ext cx="5381" cy="10744"/>
            </a:xfrm>
            <a:custGeom>
              <a:avLst/>
              <a:gdLst>
                <a:gd name="connsiteX0" fmla="*/ 0 w 5381"/>
                <a:gd name="connsiteY0" fmla="*/ 1343 h 10744"/>
                <a:gd name="connsiteX1" fmla="*/ 2691 w 5381"/>
                <a:gd name="connsiteY1" fmla="*/ 9402 h 10744"/>
                <a:gd name="connsiteX2" fmla="*/ 5381 w 5381"/>
                <a:gd name="connsiteY2" fmla="*/ 10745 h 10744"/>
                <a:gd name="connsiteX3" fmla="*/ 5381 w 5381"/>
                <a:gd name="connsiteY3" fmla="*/ 4029 h 10744"/>
                <a:gd name="connsiteX4" fmla="*/ 1345 w 5381"/>
                <a:gd name="connsiteY4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10744">
                  <a:moveTo>
                    <a:pt x="0" y="1343"/>
                  </a:moveTo>
                  <a:lnTo>
                    <a:pt x="2691" y="9402"/>
                  </a:lnTo>
                  <a:lnTo>
                    <a:pt x="5381" y="10745"/>
                  </a:lnTo>
                  <a:lnTo>
                    <a:pt x="5381" y="4029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1" name="Freeform 910">
              <a:extLst>
                <a:ext uri="{FF2B5EF4-FFF2-40B4-BE49-F238E27FC236}">
                  <a16:creationId xmlns:a16="http://schemas.microsoft.com/office/drawing/2014/main" id="{D305C493-FE6C-EB5D-C587-106CA0061D61}"/>
                </a:ext>
              </a:extLst>
            </p:cNvPr>
            <p:cNvSpPr/>
            <p:nvPr/>
          </p:nvSpPr>
          <p:spPr>
            <a:xfrm>
              <a:off x="6628673" y="1462071"/>
              <a:ext cx="13453" cy="13430"/>
            </a:xfrm>
            <a:custGeom>
              <a:avLst/>
              <a:gdLst>
                <a:gd name="connsiteX0" fmla="*/ 0 w 13453"/>
                <a:gd name="connsiteY0" fmla="*/ 6715 h 13430"/>
                <a:gd name="connsiteX1" fmla="*/ 1345 w 13453"/>
                <a:gd name="connsiteY1" fmla="*/ 9402 h 13430"/>
                <a:gd name="connsiteX2" fmla="*/ 8072 w 13453"/>
                <a:gd name="connsiteY2" fmla="*/ 10745 h 13430"/>
                <a:gd name="connsiteX3" fmla="*/ 9417 w 13453"/>
                <a:gd name="connsiteY3" fmla="*/ 12088 h 13430"/>
                <a:gd name="connsiteX4" fmla="*/ 13454 w 13453"/>
                <a:gd name="connsiteY4" fmla="*/ 13431 h 13430"/>
                <a:gd name="connsiteX5" fmla="*/ 13454 w 13453"/>
                <a:gd name="connsiteY5" fmla="*/ 10745 h 13430"/>
                <a:gd name="connsiteX6" fmla="*/ 10763 w 13453"/>
                <a:gd name="connsiteY6" fmla="*/ 8058 h 13430"/>
                <a:gd name="connsiteX7" fmla="*/ 8072 w 13453"/>
                <a:gd name="connsiteY7" fmla="*/ 6715 h 13430"/>
                <a:gd name="connsiteX8" fmla="*/ 8072 w 13453"/>
                <a:gd name="connsiteY8" fmla="*/ 2686 h 13430"/>
                <a:gd name="connsiteX9" fmla="*/ 4036 w 13453"/>
                <a:gd name="connsiteY9" fmla="*/ 0 h 13430"/>
                <a:gd name="connsiteX10" fmla="*/ 0 w 13453"/>
                <a:gd name="connsiteY10" fmla="*/ 4029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3" h="13430">
                  <a:moveTo>
                    <a:pt x="0" y="6715"/>
                  </a:moveTo>
                  <a:lnTo>
                    <a:pt x="1345" y="9402"/>
                  </a:lnTo>
                  <a:lnTo>
                    <a:pt x="8072" y="10745"/>
                  </a:lnTo>
                  <a:lnTo>
                    <a:pt x="9417" y="12088"/>
                  </a:lnTo>
                  <a:lnTo>
                    <a:pt x="13454" y="13431"/>
                  </a:lnTo>
                  <a:lnTo>
                    <a:pt x="13454" y="10745"/>
                  </a:lnTo>
                  <a:lnTo>
                    <a:pt x="10763" y="8058"/>
                  </a:lnTo>
                  <a:lnTo>
                    <a:pt x="8072" y="6715"/>
                  </a:lnTo>
                  <a:lnTo>
                    <a:pt x="8072" y="2686"/>
                  </a:lnTo>
                  <a:lnTo>
                    <a:pt x="4036" y="0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2" name="Freeform 911">
              <a:extLst>
                <a:ext uri="{FF2B5EF4-FFF2-40B4-BE49-F238E27FC236}">
                  <a16:creationId xmlns:a16="http://schemas.microsoft.com/office/drawing/2014/main" id="{20946E77-BF3E-DC8F-6EC6-1E562121C6D8}"/>
                </a:ext>
              </a:extLst>
            </p:cNvPr>
            <p:cNvSpPr/>
            <p:nvPr/>
          </p:nvSpPr>
          <p:spPr>
            <a:xfrm>
              <a:off x="6608492" y="1498334"/>
              <a:ext cx="12108" cy="18803"/>
            </a:xfrm>
            <a:custGeom>
              <a:avLst/>
              <a:gdLst>
                <a:gd name="connsiteX0" fmla="*/ 5381 w 12108"/>
                <a:gd name="connsiteY0" fmla="*/ 18803 h 18803"/>
                <a:gd name="connsiteX1" fmla="*/ 8072 w 12108"/>
                <a:gd name="connsiteY1" fmla="*/ 18803 h 18803"/>
                <a:gd name="connsiteX2" fmla="*/ 10763 w 12108"/>
                <a:gd name="connsiteY2" fmla="*/ 17460 h 18803"/>
                <a:gd name="connsiteX3" fmla="*/ 12108 w 12108"/>
                <a:gd name="connsiteY3" fmla="*/ 14774 h 18803"/>
                <a:gd name="connsiteX4" fmla="*/ 9417 w 12108"/>
                <a:gd name="connsiteY4" fmla="*/ 9402 h 18803"/>
                <a:gd name="connsiteX5" fmla="*/ 6727 w 12108"/>
                <a:gd name="connsiteY5" fmla="*/ 4029 h 18803"/>
                <a:gd name="connsiteX6" fmla="*/ 4036 w 12108"/>
                <a:gd name="connsiteY6" fmla="*/ 0 h 18803"/>
                <a:gd name="connsiteX7" fmla="*/ 0 w 12108"/>
                <a:gd name="connsiteY7" fmla="*/ 0 h 18803"/>
                <a:gd name="connsiteX8" fmla="*/ 0 w 12108"/>
                <a:gd name="connsiteY8" fmla="*/ 5372 h 18803"/>
                <a:gd name="connsiteX9" fmla="*/ 2691 w 12108"/>
                <a:gd name="connsiteY9" fmla="*/ 9402 h 18803"/>
                <a:gd name="connsiteX10" fmla="*/ 2691 w 12108"/>
                <a:gd name="connsiteY10" fmla="*/ 14774 h 1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08" h="18803">
                  <a:moveTo>
                    <a:pt x="5381" y="18803"/>
                  </a:moveTo>
                  <a:lnTo>
                    <a:pt x="8072" y="18803"/>
                  </a:lnTo>
                  <a:lnTo>
                    <a:pt x="10763" y="17460"/>
                  </a:lnTo>
                  <a:lnTo>
                    <a:pt x="12108" y="14774"/>
                  </a:lnTo>
                  <a:lnTo>
                    <a:pt x="9417" y="9402"/>
                  </a:lnTo>
                  <a:lnTo>
                    <a:pt x="6727" y="4029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0" y="5372"/>
                  </a:lnTo>
                  <a:lnTo>
                    <a:pt x="2691" y="9402"/>
                  </a:lnTo>
                  <a:lnTo>
                    <a:pt x="2691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3" name="Freeform 912">
              <a:extLst>
                <a:ext uri="{FF2B5EF4-FFF2-40B4-BE49-F238E27FC236}">
                  <a16:creationId xmlns:a16="http://schemas.microsoft.com/office/drawing/2014/main" id="{C3CA9C68-5983-3509-F1BF-F562FE6D27E3}"/>
                </a:ext>
              </a:extLst>
            </p:cNvPr>
            <p:cNvSpPr/>
            <p:nvPr/>
          </p:nvSpPr>
          <p:spPr>
            <a:xfrm>
              <a:off x="6615219" y="1550714"/>
              <a:ext cx="14798" cy="16116"/>
            </a:xfrm>
            <a:custGeom>
              <a:avLst/>
              <a:gdLst>
                <a:gd name="connsiteX0" fmla="*/ 5381 w 14798"/>
                <a:gd name="connsiteY0" fmla="*/ 16117 h 16116"/>
                <a:gd name="connsiteX1" fmla="*/ 12108 w 14798"/>
                <a:gd name="connsiteY1" fmla="*/ 14774 h 16116"/>
                <a:gd name="connsiteX2" fmla="*/ 14799 w 14798"/>
                <a:gd name="connsiteY2" fmla="*/ 12088 h 16116"/>
                <a:gd name="connsiteX3" fmla="*/ 13454 w 14798"/>
                <a:gd name="connsiteY3" fmla="*/ 8058 h 16116"/>
                <a:gd name="connsiteX4" fmla="*/ 10763 w 14798"/>
                <a:gd name="connsiteY4" fmla="*/ 5372 h 16116"/>
                <a:gd name="connsiteX5" fmla="*/ 9417 w 14798"/>
                <a:gd name="connsiteY5" fmla="*/ 1343 h 16116"/>
                <a:gd name="connsiteX6" fmla="*/ 8072 w 14798"/>
                <a:gd name="connsiteY6" fmla="*/ 0 h 16116"/>
                <a:gd name="connsiteX7" fmla="*/ 2691 w 14798"/>
                <a:gd name="connsiteY7" fmla="*/ 1343 h 16116"/>
                <a:gd name="connsiteX8" fmla="*/ 0 w 14798"/>
                <a:gd name="connsiteY8" fmla="*/ 5372 h 16116"/>
                <a:gd name="connsiteX9" fmla="*/ 0 w 14798"/>
                <a:gd name="connsiteY9" fmla="*/ 9402 h 16116"/>
                <a:gd name="connsiteX10" fmla="*/ 4036 w 14798"/>
                <a:gd name="connsiteY10" fmla="*/ 14774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98" h="16116">
                  <a:moveTo>
                    <a:pt x="5381" y="16117"/>
                  </a:moveTo>
                  <a:lnTo>
                    <a:pt x="12108" y="14774"/>
                  </a:lnTo>
                  <a:lnTo>
                    <a:pt x="14799" y="12088"/>
                  </a:lnTo>
                  <a:lnTo>
                    <a:pt x="13454" y="8058"/>
                  </a:lnTo>
                  <a:lnTo>
                    <a:pt x="10763" y="5372"/>
                  </a:lnTo>
                  <a:lnTo>
                    <a:pt x="9417" y="1343"/>
                  </a:lnTo>
                  <a:lnTo>
                    <a:pt x="8072" y="0"/>
                  </a:lnTo>
                  <a:lnTo>
                    <a:pt x="2691" y="1343"/>
                  </a:lnTo>
                  <a:lnTo>
                    <a:pt x="0" y="5372"/>
                  </a:lnTo>
                  <a:lnTo>
                    <a:pt x="0" y="9402"/>
                  </a:lnTo>
                  <a:lnTo>
                    <a:pt x="4036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4" name="Freeform 913">
              <a:extLst>
                <a:ext uri="{FF2B5EF4-FFF2-40B4-BE49-F238E27FC236}">
                  <a16:creationId xmlns:a16="http://schemas.microsoft.com/office/drawing/2014/main" id="{F63237A2-8974-9E12-D3F4-5F02E18D27B5}"/>
                </a:ext>
              </a:extLst>
            </p:cNvPr>
            <p:cNvSpPr/>
            <p:nvPr/>
          </p:nvSpPr>
          <p:spPr>
            <a:xfrm>
              <a:off x="6620601" y="1570860"/>
              <a:ext cx="10762" cy="20146"/>
            </a:xfrm>
            <a:custGeom>
              <a:avLst/>
              <a:gdLst>
                <a:gd name="connsiteX0" fmla="*/ 0 w 10762"/>
                <a:gd name="connsiteY0" fmla="*/ 1343 h 20146"/>
                <a:gd name="connsiteX1" fmla="*/ 0 w 10762"/>
                <a:gd name="connsiteY1" fmla="*/ 5372 h 20146"/>
                <a:gd name="connsiteX2" fmla="*/ 0 w 10762"/>
                <a:gd name="connsiteY2" fmla="*/ 9402 h 20146"/>
                <a:gd name="connsiteX3" fmla="*/ 0 w 10762"/>
                <a:gd name="connsiteY3" fmla="*/ 14774 h 20146"/>
                <a:gd name="connsiteX4" fmla="*/ 8072 w 10762"/>
                <a:gd name="connsiteY4" fmla="*/ 20146 h 20146"/>
                <a:gd name="connsiteX5" fmla="*/ 10763 w 10762"/>
                <a:gd name="connsiteY5" fmla="*/ 17460 h 20146"/>
                <a:gd name="connsiteX6" fmla="*/ 9417 w 10762"/>
                <a:gd name="connsiteY6" fmla="*/ 5372 h 20146"/>
                <a:gd name="connsiteX7" fmla="*/ 6727 w 10762"/>
                <a:gd name="connsiteY7" fmla="*/ 1343 h 20146"/>
                <a:gd name="connsiteX8" fmla="*/ 2691 w 10762"/>
                <a:gd name="connsiteY8" fmla="*/ 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2" h="20146">
                  <a:moveTo>
                    <a:pt x="0" y="1343"/>
                  </a:moveTo>
                  <a:lnTo>
                    <a:pt x="0" y="5372"/>
                  </a:lnTo>
                  <a:lnTo>
                    <a:pt x="0" y="9402"/>
                  </a:lnTo>
                  <a:lnTo>
                    <a:pt x="0" y="14774"/>
                  </a:lnTo>
                  <a:lnTo>
                    <a:pt x="8072" y="20146"/>
                  </a:lnTo>
                  <a:lnTo>
                    <a:pt x="10763" y="17460"/>
                  </a:lnTo>
                  <a:lnTo>
                    <a:pt x="9417" y="5372"/>
                  </a:lnTo>
                  <a:lnTo>
                    <a:pt x="6727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5" name="Freeform 914">
              <a:extLst>
                <a:ext uri="{FF2B5EF4-FFF2-40B4-BE49-F238E27FC236}">
                  <a16:creationId xmlns:a16="http://schemas.microsoft.com/office/drawing/2014/main" id="{8FA73E30-2172-4E43-A12D-BA87A2B65AC3}"/>
                </a:ext>
              </a:extLst>
            </p:cNvPr>
            <p:cNvSpPr/>
            <p:nvPr/>
          </p:nvSpPr>
          <p:spPr>
            <a:xfrm>
              <a:off x="6545259" y="1513108"/>
              <a:ext cx="4035" cy="9401"/>
            </a:xfrm>
            <a:custGeom>
              <a:avLst/>
              <a:gdLst>
                <a:gd name="connsiteX0" fmla="*/ 2691 w 4035"/>
                <a:gd name="connsiteY0" fmla="*/ 9402 h 9401"/>
                <a:gd name="connsiteX1" fmla="*/ 4036 w 4035"/>
                <a:gd name="connsiteY1" fmla="*/ 8058 h 9401"/>
                <a:gd name="connsiteX2" fmla="*/ 2691 w 4035"/>
                <a:gd name="connsiteY2" fmla="*/ 5372 h 9401"/>
                <a:gd name="connsiteX3" fmla="*/ 2691 w 4035"/>
                <a:gd name="connsiteY3" fmla="*/ 2686 h 9401"/>
                <a:gd name="connsiteX4" fmla="*/ 1345 w 4035"/>
                <a:gd name="connsiteY4" fmla="*/ 0 h 9401"/>
                <a:gd name="connsiteX5" fmla="*/ 0 w 4035"/>
                <a:gd name="connsiteY5" fmla="*/ 1343 h 9401"/>
                <a:gd name="connsiteX6" fmla="*/ 0 w 4035"/>
                <a:gd name="connsiteY6" fmla="*/ 537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5" h="9401">
                  <a:moveTo>
                    <a:pt x="2691" y="9402"/>
                  </a:moveTo>
                  <a:lnTo>
                    <a:pt x="4036" y="8058"/>
                  </a:lnTo>
                  <a:lnTo>
                    <a:pt x="2691" y="5372"/>
                  </a:lnTo>
                  <a:lnTo>
                    <a:pt x="2691" y="2686"/>
                  </a:lnTo>
                  <a:lnTo>
                    <a:pt x="1345" y="0"/>
                  </a:lnTo>
                  <a:lnTo>
                    <a:pt x="0" y="1343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6" name="Freeform 915">
              <a:extLst>
                <a:ext uri="{FF2B5EF4-FFF2-40B4-BE49-F238E27FC236}">
                  <a16:creationId xmlns:a16="http://schemas.microsoft.com/office/drawing/2014/main" id="{25560C01-249B-1CC5-9385-6A6E769A50FE}"/>
                </a:ext>
              </a:extLst>
            </p:cNvPr>
            <p:cNvSpPr/>
            <p:nvPr/>
          </p:nvSpPr>
          <p:spPr>
            <a:xfrm>
              <a:off x="6526424" y="1498334"/>
              <a:ext cx="16144" cy="57752"/>
            </a:xfrm>
            <a:custGeom>
              <a:avLst/>
              <a:gdLst>
                <a:gd name="connsiteX0" fmla="*/ 10763 w 16144"/>
                <a:gd name="connsiteY0" fmla="*/ 56409 h 57752"/>
                <a:gd name="connsiteX1" fmla="*/ 13454 w 16144"/>
                <a:gd name="connsiteY1" fmla="*/ 57752 h 57752"/>
                <a:gd name="connsiteX2" fmla="*/ 16144 w 16144"/>
                <a:gd name="connsiteY2" fmla="*/ 52380 h 57752"/>
                <a:gd name="connsiteX3" fmla="*/ 14799 w 16144"/>
                <a:gd name="connsiteY3" fmla="*/ 47008 h 57752"/>
                <a:gd name="connsiteX4" fmla="*/ 9417 w 16144"/>
                <a:gd name="connsiteY4" fmla="*/ 40292 h 57752"/>
                <a:gd name="connsiteX5" fmla="*/ 8072 w 16144"/>
                <a:gd name="connsiteY5" fmla="*/ 32234 h 57752"/>
                <a:gd name="connsiteX6" fmla="*/ 10763 w 16144"/>
                <a:gd name="connsiteY6" fmla="*/ 24175 h 57752"/>
                <a:gd name="connsiteX7" fmla="*/ 12108 w 16144"/>
                <a:gd name="connsiteY7" fmla="*/ 16117 h 57752"/>
                <a:gd name="connsiteX8" fmla="*/ 9417 w 16144"/>
                <a:gd name="connsiteY8" fmla="*/ 10745 h 57752"/>
                <a:gd name="connsiteX9" fmla="*/ 9417 w 16144"/>
                <a:gd name="connsiteY9" fmla="*/ 4029 h 57752"/>
                <a:gd name="connsiteX10" fmla="*/ 8072 w 16144"/>
                <a:gd name="connsiteY10" fmla="*/ 0 h 57752"/>
                <a:gd name="connsiteX11" fmla="*/ 2691 w 16144"/>
                <a:gd name="connsiteY11" fmla="*/ 5372 h 57752"/>
                <a:gd name="connsiteX12" fmla="*/ 2691 w 16144"/>
                <a:gd name="connsiteY12" fmla="*/ 17460 h 57752"/>
                <a:gd name="connsiteX13" fmla="*/ 0 w 16144"/>
                <a:gd name="connsiteY13" fmla="*/ 22832 h 57752"/>
                <a:gd name="connsiteX14" fmla="*/ 0 w 16144"/>
                <a:gd name="connsiteY14" fmla="*/ 29548 h 57752"/>
                <a:gd name="connsiteX15" fmla="*/ 5381 w 16144"/>
                <a:gd name="connsiteY15" fmla="*/ 40292 h 57752"/>
                <a:gd name="connsiteX16" fmla="*/ 6727 w 16144"/>
                <a:gd name="connsiteY16" fmla="*/ 48351 h 57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144" h="57752">
                  <a:moveTo>
                    <a:pt x="10763" y="56409"/>
                  </a:moveTo>
                  <a:lnTo>
                    <a:pt x="13454" y="57752"/>
                  </a:lnTo>
                  <a:lnTo>
                    <a:pt x="16144" y="52380"/>
                  </a:lnTo>
                  <a:lnTo>
                    <a:pt x="14799" y="47008"/>
                  </a:lnTo>
                  <a:lnTo>
                    <a:pt x="9417" y="40292"/>
                  </a:lnTo>
                  <a:lnTo>
                    <a:pt x="8072" y="32234"/>
                  </a:lnTo>
                  <a:lnTo>
                    <a:pt x="10763" y="24175"/>
                  </a:lnTo>
                  <a:lnTo>
                    <a:pt x="12108" y="16117"/>
                  </a:lnTo>
                  <a:lnTo>
                    <a:pt x="9417" y="10745"/>
                  </a:lnTo>
                  <a:lnTo>
                    <a:pt x="9417" y="4029"/>
                  </a:lnTo>
                  <a:lnTo>
                    <a:pt x="8072" y="0"/>
                  </a:lnTo>
                  <a:lnTo>
                    <a:pt x="2691" y="5372"/>
                  </a:lnTo>
                  <a:lnTo>
                    <a:pt x="2691" y="17460"/>
                  </a:lnTo>
                  <a:lnTo>
                    <a:pt x="0" y="22832"/>
                  </a:lnTo>
                  <a:lnTo>
                    <a:pt x="0" y="29548"/>
                  </a:lnTo>
                  <a:lnTo>
                    <a:pt x="5381" y="40292"/>
                  </a:lnTo>
                  <a:lnTo>
                    <a:pt x="6727" y="4835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7" name="Freeform 916">
              <a:extLst>
                <a:ext uri="{FF2B5EF4-FFF2-40B4-BE49-F238E27FC236}">
                  <a16:creationId xmlns:a16="http://schemas.microsoft.com/office/drawing/2014/main" id="{CE574B0B-029C-C824-6655-7FB0D5B85EE9}"/>
                </a:ext>
              </a:extLst>
            </p:cNvPr>
            <p:cNvSpPr/>
            <p:nvPr/>
          </p:nvSpPr>
          <p:spPr>
            <a:xfrm>
              <a:off x="6257349" y="1596379"/>
              <a:ext cx="8072" cy="9401"/>
            </a:xfrm>
            <a:custGeom>
              <a:avLst/>
              <a:gdLst>
                <a:gd name="connsiteX0" fmla="*/ 0 w 8072"/>
                <a:gd name="connsiteY0" fmla="*/ 1343 h 9401"/>
                <a:gd name="connsiteX1" fmla="*/ 2691 w 8072"/>
                <a:gd name="connsiteY1" fmla="*/ 2686 h 9401"/>
                <a:gd name="connsiteX2" fmla="*/ 2691 w 8072"/>
                <a:gd name="connsiteY2" fmla="*/ 6715 h 9401"/>
                <a:gd name="connsiteX3" fmla="*/ 6727 w 8072"/>
                <a:gd name="connsiteY3" fmla="*/ 9402 h 9401"/>
                <a:gd name="connsiteX4" fmla="*/ 8072 w 8072"/>
                <a:gd name="connsiteY4" fmla="*/ 4029 h 9401"/>
                <a:gd name="connsiteX5" fmla="*/ 4036 w 8072"/>
                <a:gd name="connsiteY5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9401">
                  <a:moveTo>
                    <a:pt x="0" y="1343"/>
                  </a:moveTo>
                  <a:lnTo>
                    <a:pt x="2691" y="2686"/>
                  </a:lnTo>
                  <a:lnTo>
                    <a:pt x="2691" y="6715"/>
                  </a:lnTo>
                  <a:lnTo>
                    <a:pt x="6727" y="9402"/>
                  </a:lnTo>
                  <a:lnTo>
                    <a:pt x="8072" y="402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8" name="Freeform 917">
              <a:extLst>
                <a:ext uri="{FF2B5EF4-FFF2-40B4-BE49-F238E27FC236}">
                  <a16:creationId xmlns:a16="http://schemas.microsoft.com/office/drawing/2014/main" id="{42A74D40-2F38-A66B-7FDE-FEA4CA2561E7}"/>
                </a:ext>
              </a:extLst>
            </p:cNvPr>
            <p:cNvSpPr/>
            <p:nvPr/>
          </p:nvSpPr>
          <p:spPr>
            <a:xfrm>
              <a:off x="6079759" y="1820673"/>
              <a:ext cx="18835" cy="9401"/>
            </a:xfrm>
            <a:custGeom>
              <a:avLst/>
              <a:gdLst>
                <a:gd name="connsiteX0" fmla="*/ 0 w 18835"/>
                <a:gd name="connsiteY0" fmla="*/ 2686 h 9401"/>
                <a:gd name="connsiteX1" fmla="*/ 2691 w 18835"/>
                <a:gd name="connsiteY1" fmla="*/ 6715 h 9401"/>
                <a:gd name="connsiteX2" fmla="*/ 10763 w 18835"/>
                <a:gd name="connsiteY2" fmla="*/ 6715 h 9401"/>
                <a:gd name="connsiteX3" fmla="*/ 14799 w 18835"/>
                <a:gd name="connsiteY3" fmla="*/ 9402 h 9401"/>
                <a:gd name="connsiteX4" fmla="*/ 18835 w 18835"/>
                <a:gd name="connsiteY4" fmla="*/ 9402 h 9401"/>
                <a:gd name="connsiteX5" fmla="*/ 16145 w 18835"/>
                <a:gd name="connsiteY5" fmla="*/ 5372 h 9401"/>
                <a:gd name="connsiteX6" fmla="*/ 13454 w 18835"/>
                <a:gd name="connsiteY6" fmla="*/ 5372 h 9401"/>
                <a:gd name="connsiteX7" fmla="*/ 9418 w 18835"/>
                <a:gd name="connsiteY7" fmla="*/ 0 h 9401"/>
                <a:gd name="connsiteX8" fmla="*/ 4036 w 18835"/>
                <a:gd name="connsiteY8" fmla="*/ 1343 h 9401"/>
                <a:gd name="connsiteX9" fmla="*/ 1345 w 18835"/>
                <a:gd name="connsiteY9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35" h="9401">
                  <a:moveTo>
                    <a:pt x="0" y="2686"/>
                  </a:moveTo>
                  <a:lnTo>
                    <a:pt x="2691" y="6715"/>
                  </a:lnTo>
                  <a:lnTo>
                    <a:pt x="10763" y="6715"/>
                  </a:lnTo>
                  <a:lnTo>
                    <a:pt x="14799" y="9402"/>
                  </a:lnTo>
                  <a:lnTo>
                    <a:pt x="18835" y="9402"/>
                  </a:lnTo>
                  <a:lnTo>
                    <a:pt x="16145" y="5372"/>
                  </a:lnTo>
                  <a:lnTo>
                    <a:pt x="13454" y="5372"/>
                  </a:lnTo>
                  <a:lnTo>
                    <a:pt x="9418" y="0"/>
                  </a:lnTo>
                  <a:lnTo>
                    <a:pt x="4036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9" name="Freeform 918">
              <a:extLst>
                <a:ext uri="{FF2B5EF4-FFF2-40B4-BE49-F238E27FC236}">
                  <a16:creationId xmlns:a16="http://schemas.microsoft.com/office/drawing/2014/main" id="{D8F8B91E-0202-8794-EA44-E255E2C38830}"/>
                </a:ext>
              </a:extLst>
            </p:cNvPr>
            <p:cNvSpPr/>
            <p:nvPr/>
          </p:nvSpPr>
          <p:spPr>
            <a:xfrm>
              <a:off x="6055542" y="1820673"/>
              <a:ext cx="20180" cy="12087"/>
            </a:xfrm>
            <a:custGeom>
              <a:avLst/>
              <a:gdLst>
                <a:gd name="connsiteX0" fmla="*/ 0 w 20180"/>
                <a:gd name="connsiteY0" fmla="*/ 2686 h 12087"/>
                <a:gd name="connsiteX1" fmla="*/ 4036 w 20180"/>
                <a:gd name="connsiteY1" fmla="*/ 9402 h 12087"/>
                <a:gd name="connsiteX2" fmla="*/ 10763 w 20180"/>
                <a:gd name="connsiteY2" fmla="*/ 9402 h 12087"/>
                <a:gd name="connsiteX3" fmla="*/ 14799 w 20180"/>
                <a:gd name="connsiteY3" fmla="*/ 12088 h 12087"/>
                <a:gd name="connsiteX4" fmla="*/ 20181 w 20180"/>
                <a:gd name="connsiteY4" fmla="*/ 8058 h 12087"/>
                <a:gd name="connsiteX5" fmla="*/ 14799 w 20180"/>
                <a:gd name="connsiteY5" fmla="*/ 2686 h 12087"/>
                <a:gd name="connsiteX6" fmla="*/ 6727 w 20180"/>
                <a:gd name="connsiteY6" fmla="*/ 0 h 12087"/>
                <a:gd name="connsiteX7" fmla="*/ 1345 w 20180"/>
                <a:gd name="connsiteY7" fmla="*/ 0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80" h="12087">
                  <a:moveTo>
                    <a:pt x="0" y="2686"/>
                  </a:moveTo>
                  <a:lnTo>
                    <a:pt x="4036" y="9402"/>
                  </a:lnTo>
                  <a:lnTo>
                    <a:pt x="10763" y="9402"/>
                  </a:lnTo>
                  <a:lnTo>
                    <a:pt x="14799" y="12088"/>
                  </a:lnTo>
                  <a:lnTo>
                    <a:pt x="20181" y="8058"/>
                  </a:lnTo>
                  <a:lnTo>
                    <a:pt x="14799" y="2686"/>
                  </a:lnTo>
                  <a:lnTo>
                    <a:pt x="6727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0" name="Freeform 919">
              <a:extLst>
                <a:ext uri="{FF2B5EF4-FFF2-40B4-BE49-F238E27FC236}">
                  <a16:creationId xmlns:a16="http://schemas.microsoft.com/office/drawing/2014/main" id="{DDF05028-99DE-08F5-71FA-72D5FFDDBB6F}"/>
                </a:ext>
              </a:extLst>
            </p:cNvPr>
            <p:cNvSpPr/>
            <p:nvPr/>
          </p:nvSpPr>
          <p:spPr>
            <a:xfrm>
              <a:off x="6253313" y="2038251"/>
              <a:ext cx="4036" cy="5372"/>
            </a:xfrm>
            <a:custGeom>
              <a:avLst/>
              <a:gdLst>
                <a:gd name="connsiteX0" fmla="*/ 0 w 4036"/>
                <a:gd name="connsiteY0" fmla="*/ 0 h 5372"/>
                <a:gd name="connsiteX1" fmla="*/ 0 w 4036"/>
                <a:gd name="connsiteY1" fmla="*/ 4029 h 5372"/>
                <a:gd name="connsiteX2" fmla="*/ 1345 w 4036"/>
                <a:gd name="connsiteY2" fmla="*/ 5372 h 5372"/>
                <a:gd name="connsiteX3" fmla="*/ 4036 w 4036"/>
                <a:gd name="connsiteY3" fmla="*/ 1343 h 5372"/>
                <a:gd name="connsiteX4" fmla="*/ 2691 w 4036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5372">
                  <a:moveTo>
                    <a:pt x="0" y="0"/>
                  </a:moveTo>
                  <a:lnTo>
                    <a:pt x="0" y="4029"/>
                  </a:lnTo>
                  <a:lnTo>
                    <a:pt x="1345" y="5372"/>
                  </a:lnTo>
                  <a:lnTo>
                    <a:pt x="4036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1" name="Freeform 920">
              <a:extLst>
                <a:ext uri="{FF2B5EF4-FFF2-40B4-BE49-F238E27FC236}">
                  <a16:creationId xmlns:a16="http://schemas.microsoft.com/office/drawing/2014/main" id="{CC222273-8E32-154B-A04A-795DDCF8D81A}"/>
                </a:ext>
              </a:extLst>
            </p:cNvPr>
            <p:cNvSpPr/>
            <p:nvPr/>
          </p:nvSpPr>
          <p:spPr>
            <a:xfrm>
              <a:off x="6253313" y="2057054"/>
              <a:ext cx="22871" cy="9401"/>
            </a:xfrm>
            <a:custGeom>
              <a:avLst/>
              <a:gdLst>
                <a:gd name="connsiteX0" fmla="*/ 1345 w 22871"/>
                <a:gd name="connsiteY0" fmla="*/ 4029 h 9401"/>
                <a:gd name="connsiteX1" fmla="*/ 5381 w 22871"/>
                <a:gd name="connsiteY1" fmla="*/ 5372 h 9401"/>
                <a:gd name="connsiteX2" fmla="*/ 6727 w 22871"/>
                <a:gd name="connsiteY2" fmla="*/ 6715 h 9401"/>
                <a:gd name="connsiteX3" fmla="*/ 16144 w 22871"/>
                <a:gd name="connsiteY3" fmla="*/ 5372 h 9401"/>
                <a:gd name="connsiteX4" fmla="*/ 20181 w 22871"/>
                <a:gd name="connsiteY4" fmla="*/ 8058 h 9401"/>
                <a:gd name="connsiteX5" fmla="*/ 21526 w 22871"/>
                <a:gd name="connsiteY5" fmla="*/ 9401 h 9401"/>
                <a:gd name="connsiteX6" fmla="*/ 22871 w 22871"/>
                <a:gd name="connsiteY6" fmla="*/ 6715 h 9401"/>
                <a:gd name="connsiteX7" fmla="*/ 18835 w 22871"/>
                <a:gd name="connsiteY7" fmla="*/ 2686 h 9401"/>
                <a:gd name="connsiteX8" fmla="*/ 12108 w 22871"/>
                <a:gd name="connsiteY8" fmla="*/ 1343 h 9401"/>
                <a:gd name="connsiteX9" fmla="*/ 10763 w 22871"/>
                <a:gd name="connsiteY9" fmla="*/ 2686 h 9401"/>
                <a:gd name="connsiteX10" fmla="*/ 5381 w 22871"/>
                <a:gd name="connsiteY10" fmla="*/ 0 h 9401"/>
                <a:gd name="connsiteX11" fmla="*/ 2691 w 22871"/>
                <a:gd name="connsiteY11" fmla="*/ 0 h 9401"/>
                <a:gd name="connsiteX12" fmla="*/ 0 w 22871"/>
                <a:gd name="connsiteY12" fmla="*/ 2686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871" h="9401">
                  <a:moveTo>
                    <a:pt x="1345" y="4029"/>
                  </a:moveTo>
                  <a:lnTo>
                    <a:pt x="5381" y="5372"/>
                  </a:lnTo>
                  <a:lnTo>
                    <a:pt x="6727" y="6715"/>
                  </a:lnTo>
                  <a:lnTo>
                    <a:pt x="16144" y="5372"/>
                  </a:lnTo>
                  <a:lnTo>
                    <a:pt x="20181" y="8058"/>
                  </a:lnTo>
                  <a:lnTo>
                    <a:pt x="21526" y="9401"/>
                  </a:lnTo>
                  <a:lnTo>
                    <a:pt x="22871" y="6715"/>
                  </a:lnTo>
                  <a:lnTo>
                    <a:pt x="18835" y="2686"/>
                  </a:lnTo>
                  <a:lnTo>
                    <a:pt x="12108" y="1343"/>
                  </a:lnTo>
                  <a:lnTo>
                    <a:pt x="10763" y="2686"/>
                  </a:lnTo>
                  <a:lnTo>
                    <a:pt x="5381" y="0"/>
                  </a:lnTo>
                  <a:lnTo>
                    <a:pt x="2691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2" name="Freeform 921">
              <a:extLst>
                <a:ext uri="{FF2B5EF4-FFF2-40B4-BE49-F238E27FC236}">
                  <a16:creationId xmlns:a16="http://schemas.microsoft.com/office/drawing/2014/main" id="{23F54147-D28E-EB5C-8190-9DB57347A499}"/>
                </a:ext>
              </a:extLst>
            </p:cNvPr>
            <p:cNvSpPr/>
            <p:nvPr/>
          </p:nvSpPr>
          <p:spPr>
            <a:xfrm>
              <a:off x="6261385" y="2067799"/>
              <a:ext cx="2690" cy="2686"/>
            </a:xfrm>
            <a:custGeom>
              <a:avLst/>
              <a:gdLst>
                <a:gd name="connsiteX0" fmla="*/ 0 w 2690"/>
                <a:gd name="connsiteY0" fmla="*/ 1343 h 2686"/>
                <a:gd name="connsiteX1" fmla="*/ 1345 w 2690"/>
                <a:gd name="connsiteY1" fmla="*/ 2686 h 2686"/>
                <a:gd name="connsiteX2" fmla="*/ 2691 w 2690"/>
                <a:gd name="connsiteY2" fmla="*/ 2686 h 2686"/>
                <a:gd name="connsiteX3" fmla="*/ 2691 w 2690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0" y="1343"/>
                  </a:moveTo>
                  <a:lnTo>
                    <a:pt x="1345" y="2686"/>
                  </a:lnTo>
                  <a:lnTo>
                    <a:pt x="2691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3" name="Freeform 922">
              <a:extLst>
                <a:ext uri="{FF2B5EF4-FFF2-40B4-BE49-F238E27FC236}">
                  <a16:creationId xmlns:a16="http://schemas.microsoft.com/office/drawing/2014/main" id="{87078E17-45D7-5596-DD07-514FA1822630}"/>
                </a:ext>
              </a:extLst>
            </p:cNvPr>
            <p:cNvSpPr/>
            <p:nvPr/>
          </p:nvSpPr>
          <p:spPr>
            <a:xfrm>
              <a:off x="6262730" y="2100033"/>
              <a:ext cx="9417" cy="8058"/>
            </a:xfrm>
            <a:custGeom>
              <a:avLst/>
              <a:gdLst>
                <a:gd name="connsiteX0" fmla="*/ 0 w 9417"/>
                <a:gd name="connsiteY0" fmla="*/ 2686 h 8058"/>
                <a:gd name="connsiteX1" fmla="*/ 1345 w 9417"/>
                <a:gd name="connsiteY1" fmla="*/ 5372 h 8058"/>
                <a:gd name="connsiteX2" fmla="*/ 5381 w 9417"/>
                <a:gd name="connsiteY2" fmla="*/ 5372 h 8058"/>
                <a:gd name="connsiteX3" fmla="*/ 6727 w 9417"/>
                <a:gd name="connsiteY3" fmla="*/ 8058 h 8058"/>
                <a:gd name="connsiteX4" fmla="*/ 9418 w 9417"/>
                <a:gd name="connsiteY4" fmla="*/ 6715 h 8058"/>
                <a:gd name="connsiteX5" fmla="*/ 8072 w 9417"/>
                <a:gd name="connsiteY5" fmla="*/ 2686 h 8058"/>
                <a:gd name="connsiteX6" fmla="*/ 2691 w 9417"/>
                <a:gd name="connsiteY6" fmla="*/ 0 h 8058"/>
                <a:gd name="connsiteX7" fmla="*/ 1345 w 9417"/>
                <a:gd name="connsiteY7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17" h="8058">
                  <a:moveTo>
                    <a:pt x="0" y="2686"/>
                  </a:moveTo>
                  <a:lnTo>
                    <a:pt x="1345" y="5372"/>
                  </a:lnTo>
                  <a:lnTo>
                    <a:pt x="5381" y="5372"/>
                  </a:lnTo>
                  <a:lnTo>
                    <a:pt x="6727" y="8058"/>
                  </a:lnTo>
                  <a:lnTo>
                    <a:pt x="9418" y="6715"/>
                  </a:lnTo>
                  <a:lnTo>
                    <a:pt x="8072" y="2686"/>
                  </a:lnTo>
                  <a:lnTo>
                    <a:pt x="2691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4" name="Freeform 923">
              <a:extLst>
                <a:ext uri="{FF2B5EF4-FFF2-40B4-BE49-F238E27FC236}">
                  <a16:creationId xmlns:a16="http://schemas.microsoft.com/office/drawing/2014/main" id="{AF96C899-39B4-0C93-89F5-C9753F5479FC}"/>
                </a:ext>
              </a:extLst>
            </p:cNvPr>
            <p:cNvSpPr/>
            <p:nvPr/>
          </p:nvSpPr>
          <p:spPr>
            <a:xfrm>
              <a:off x="6257349" y="2113463"/>
              <a:ext cx="8072" cy="4029"/>
            </a:xfrm>
            <a:custGeom>
              <a:avLst/>
              <a:gdLst>
                <a:gd name="connsiteX0" fmla="*/ 0 w 8072"/>
                <a:gd name="connsiteY0" fmla="*/ 1343 h 4029"/>
                <a:gd name="connsiteX1" fmla="*/ 1345 w 8072"/>
                <a:gd name="connsiteY1" fmla="*/ 2686 h 4029"/>
                <a:gd name="connsiteX2" fmla="*/ 5381 w 8072"/>
                <a:gd name="connsiteY2" fmla="*/ 4029 h 4029"/>
                <a:gd name="connsiteX3" fmla="*/ 8072 w 8072"/>
                <a:gd name="connsiteY3" fmla="*/ 1343 h 4029"/>
                <a:gd name="connsiteX4" fmla="*/ 2691 w 8072"/>
                <a:gd name="connsiteY4" fmla="*/ 0 h 4029"/>
                <a:gd name="connsiteX5" fmla="*/ 1345 w 8072"/>
                <a:gd name="connsiteY5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4029">
                  <a:moveTo>
                    <a:pt x="0" y="1343"/>
                  </a:moveTo>
                  <a:lnTo>
                    <a:pt x="1345" y="2686"/>
                  </a:lnTo>
                  <a:lnTo>
                    <a:pt x="5381" y="4029"/>
                  </a:lnTo>
                  <a:lnTo>
                    <a:pt x="8072" y="1343"/>
                  </a:lnTo>
                  <a:lnTo>
                    <a:pt x="2691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5" name="Freeform 924">
              <a:extLst>
                <a:ext uri="{FF2B5EF4-FFF2-40B4-BE49-F238E27FC236}">
                  <a16:creationId xmlns:a16="http://schemas.microsoft.com/office/drawing/2014/main" id="{BCC503F6-B9B0-28C4-1600-5657B99CFD48}"/>
                </a:ext>
              </a:extLst>
            </p:cNvPr>
            <p:cNvSpPr/>
            <p:nvPr/>
          </p:nvSpPr>
          <p:spPr>
            <a:xfrm>
              <a:off x="6264076" y="2126894"/>
              <a:ext cx="4035" cy="8058"/>
            </a:xfrm>
            <a:custGeom>
              <a:avLst/>
              <a:gdLst>
                <a:gd name="connsiteX0" fmla="*/ 0 w 4035"/>
                <a:gd name="connsiteY0" fmla="*/ 8058 h 8058"/>
                <a:gd name="connsiteX1" fmla="*/ 2691 w 4035"/>
                <a:gd name="connsiteY1" fmla="*/ 8058 h 8058"/>
                <a:gd name="connsiteX2" fmla="*/ 4036 w 4035"/>
                <a:gd name="connsiteY2" fmla="*/ 6715 h 8058"/>
                <a:gd name="connsiteX3" fmla="*/ 1345 w 4035"/>
                <a:gd name="connsiteY3" fmla="*/ 4029 h 8058"/>
                <a:gd name="connsiteX4" fmla="*/ 0 w 4035"/>
                <a:gd name="connsiteY4" fmla="*/ 0 h 8058"/>
                <a:gd name="connsiteX5" fmla="*/ 0 w 4035"/>
                <a:gd name="connsiteY5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8058">
                  <a:moveTo>
                    <a:pt x="0" y="8058"/>
                  </a:moveTo>
                  <a:lnTo>
                    <a:pt x="2691" y="8058"/>
                  </a:lnTo>
                  <a:lnTo>
                    <a:pt x="4036" y="6715"/>
                  </a:lnTo>
                  <a:lnTo>
                    <a:pt x="1345" y="4029"/>
                  </a:lnTo>
                  <a:lnTo>
                    <a:pt x="0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6" name="Freeform 925">
              <a:extLst>
                <a:ext uri="{FF2B5EF4-FFF2-40B4-BE49-F238E27FC236}">
                  <a16:creationId xmlns:a16="http://schemas.microsoft.com/office/drawing/2014/main" id="{E8A85C81-292D-4639-29DE-04BDF68380C3}"/>
                </a:ext>
              </a:extLst>
            </p:cNvPr>
            <p:cNvSpPr/>
            <p:nvPr/>
          </p:nvSpPr>
          <p:spPr>
            <a:xfrm>
              <a:off x="6270803" y="2140325"/>
              <a:ext cx="2690" cy="1343"/>
            </a:xfrm>
            <a:custGeom>
              <a:avLst/>
              <a:gdLst>
                <a:gd name="connsiteX0" fmla="*/ 0 w 2690"/>
                <a:gd name="connsiteY0" fmla="*/ 0 h 1343"/>
                <a:gd name="connsiteX1" fmla="*/ 1345 w 2690"/>
                <a:gd name="connsiteY1" fmla="*/ 1343 h 1343"/>
                <a:gd name="connsiteX2" fmla="*/ 2691 w 2690"/>
                <a:gd name="connsiteY2" fmla="*/ 1343 h 1343"/>
                <a:gd name="connsiteX3" fmla="*/ 1345 w 2690"/>
                <a:gd name="connsiteY3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1343">
                  <a:moveTo>
                    <a:pt x="0" y="0"/>
                  </a:moveTo>
                  <a:lnTo>
                    <a:pt x="1345" y="1343"/>
                  </a:lnTo>
                  <a:lnTo>
                    <a:pt x="2691" y="1343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7" name="Freeform 926">
              <a:extLst>
                <a:ext uri="{FF2B5EF4-FFF2-40B4-BE49-F238E27FC236}">
                  <a16:creationId xmlns:a16="http://schemas.microsoft.com/office/drawing/2014/main" id="{9859FC42-7DCA-0951-7F48-86FB4EE7CFF0}"/>
                </a:ext>
              </a:extLst>
            </p:cNvPr>
            <p:cNvSpPr/>
            <p:nvPr/>
          </p:nvSpPr>
          <p:spPr>
            <a:xfrm>
              <a:off x="6256003" y="2140325"/>
              <a:ext cx="1345" cy="4029"/>
            </a:xfrm>
            <a:custGeom>
              <a:avLst/>
              <a:gdLst>
                <a:gd name="connsiteX0" fmla="*/ 0 w 1345"/>
                <a:gd name="connsiteY0" fmla="*/ 4029 h 4029"/>
                <a:gd name="connsiteX1" fmla="*/ 1345 w 1345"/>
                <a:gd name="connsiteY1" fmla="*/ 1343 h 4029"/>
                <a:gd name="connsiteX2" fmla="*/ 1345 w 1345"/>
                <a:gd name="connsiteY2" fmla="*/ 0 h 4029"/>
                <a:gd name="connsiteX3" fmla="*/ 0 w 1345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" h="4029">
                  <a:moveTo>
                    <a:pt x="0" y="4029"/>
                  </a:moveTo>
                  <a:lnTo>
                    <a:pt x="1345" y="1343"/>
                  </a:lnTo>
                  <a:lnTo>
                    <a:pt x="1345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8" name="Freeform 927">
              <a:extLst>
                <a:ext uri="{FF2B5EF4-FFF2-40B4-BE49-F238E27FC236}">
                  <a16:creationId xmlns:a16="http://schemas.microsoft.com/office/drawing/2014/main" id="{60B62DC2-52C1-AA00-7AC9-6B8E5EA7846C}"/>
                </a:ext>
              </a:extLst>
            </p:cNvPr>
            <p:cNvSpPr/>
            <p:nvPr/>
          </p:nvSpPr>
          <p:spPr>
            <a:xfrm>
              <a:off x="6262730" y="2140325"/>
              <a:ext cx="2690" cy="2686"/>
            </a:xfrm>
            <a:custGeom>
              <a:avLst/>
              <a:gdLst>
                <a:gd name="connsiteX0" fmla="*/ 0 w 2690"/>
                <a:gd name="connsiteY0" fmla="*/ 2686 h 2686"/>
                <a:gd name="connsiteX1" fmla="*/ 1345 w 2690"/>
                <a:gd name="connsiteY1" fmla="*/ 2686 h 2686"/>
                <a:gd name="connsiteX2" fmla="*/ 2691 w 2690"/>
                <a:gd name="connsiteY2" fmla="*/ 1343 h 2686"/>
                <a:gd name="connsiteX3" fmla="*/ 1345 w 2690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0" y="2686"/>
                  </a:moveTo>
                  <a:lnTo>
                    <a:pt x="1345" y="2686"/>
                  </a:lnTo>
                  <a:lnTo>
                    <a:pt x="2691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9" name="Freeform 928">
              <a:extLst>
                <a:ext uri="{FF2B5EF4-FFF2-40B4-BE49-F238E27FC236}">
                  <a16:creationId xmlns:a16="http://schemas.microsoft.com/office/drawing/2014/main" id="{5CAA4D96-DC16-56E3-A543-FB510E42071A}"/>
                </a:ext>
              </a:extLst>
            </p:cNvPr>
            <p:cNvSpPr/>
            <p:nvPr/>
          </p:nvSpPr>
          <p:spPr>
            <a:xfrm>
              <a:off x="6261385" y="2147040"/>
              <a:ext cx="2690" cy="2686"/>
            </a:xfrm>
            <a:custGeom>
              <a:avLst/>
              <a:gdLst>
                <a:gd name="connsiteX0" fmla="*/ 0 w 2690"/>
                <a:gd name="connsiteY0" fmla="*/ 2686 h 2686"/>
                <a:gd name="connsiteX1" fmla="*/ 1345 w 2690"/>
                <a:gd name="connsiteY1" fmla="*/ 1343 h 2686"/>
                <a:gd name="connsiteX2" fmla="*/ 2691 w 2690"/>
                <a:gd name="connsiteY2" fmla="*/ 0 h 2686"/>
                <a:gd name="connsiteX3" fmla="*/ 0 w 2690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0" y="2686"/>
                  </a:moveTo>
                  <a:lnTo>
                    <a:pt x="1345" y="1343"/>
                  </a:lnTo>
                  <a:lnTo>
                    <a:pt x="26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0" name="Freeform 929">
              <a:extLst>
                <a:ext uri="{FF2B5EF4-FFF2-40B4-BE49-F238E27FC236}">
                  <a16:creationId xmlns:a16="http://schemas.microsoft.com/office/drawing/2014/main" id="{410A2426-144F-AD89-F006-9CA0B1BBF7AD}"/>
                </a:ext>
              </a:extLst>
            </p:cNvPr>
            <p:cNvSpPr/>
            <p:nvPr/>
          </p:nvSpPr>
          <p:spPr>
            <a:xfrm>
              <a:off x="6260040" y="2156442"/>
              <a:ext cx="5381" cy="1343"/>
            </a:xfrm>
            <a:custGeom>
              <a:avLst/>
              <a:gdLst>
                <a:gd name="connsiteX0" fmla="*/ 4036 w 5381"/>
                <a:gd name="connsiteY0" fmla="*/ 1343 h 1343"/>
                <a:gd name="connsiteX1" fmla="*/ 5381 w 5381"/>
                <a:gd name="connsiteY1" fmla="*/ 0 h 1343"/>
                <a:gd name="connsiteX2" fmla="*/ 2691 w 5381"/>
                <a:gd name="connsiteY2" fmla="*/ 0 h 1343"/>
                <a:gd name="connsiteX3" fmla="*/ 0 w 5381"/>
                <a:gd name="connsiteY3" fmla="*/ 0 h 1343"/>
                <a:gd name="connsiteX4" fmla="*/ 0 w 5381"/>
                <a:gd name="connsiteY4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1343">
                  <a:moveTo>
                    <a:pt x="4036" y="1343"/>
                  </a:moveTo>
                  <a:lnTo>
                    <a:pt x="5381" y="0"/>
                  </a:lnTo>
                  <a:lnTo>
                    <a:pt x="2691" y="0"/>
                  </a:lnTo>
                  <a:lnTo>
                    <a:pt x="0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1" name="Freeform 930">
              <a:extLst>
                <a:ext uri="{FF2B5EF4-FFF2-40B4-BE49-F238E27FC236}">
                  <a16:creationId xmlns:a16="http://schemas.microsoft.com/office/drawing/2014/main" id="{9AE9965C-AE3E-51AF-851E-9C6B83F44985}"/>
                </a:ext>
              </a:extLst>
            </p:cNvPr>
            <p:cNvSpPr/>
            <p:nvPr/>
          </p:nvSpPr>
          <p:spPr>
            <a:xfrm>
              <a:off x="6266916" y="2157785"/>
              <a:ext cx="5232" cy="4029"/>
            </a:xfrm>
            <a:custGeom>
              <a:avLst/>
              <a:gdLst>
                <a:gd name="connsiteX0" fmla="*/ 1196 w 5232"/>
                <a:gd name="connsiteY0" fmla="*/ 4029 h 4029"/>
                <a:gd name="connsiteX1" fmla="*/ 3887 w 5232"/>
                <a:gd name="connsiteY1" fmla="*/ 4029 h 4029"/>
                <a:gd name="connsiteX2" fmla="*/ 5232 w 5232"/>
                <a:gd name="connsiteY2" fmla="*/ 1343 h 4029"/>
                <a:gd name="connsiteX3" fmla="*/ 2541 w 5232"/>
                <a:gd name="connsiteY3" fmla="*/ 0 h 4029"/>
                <a:gd name="connsiteX4" fmla="*/ 1196 w 5232"/>
                <a:gd name="connsiteY4" fmla="*/ 4029 h 4029"/>
                <a:gd name="connsiteX5" fmla="*/ 1196 w 5232"/>
                <a:gd name="connsiteY5" fmla="*/ 4029 h 4029"/>
                <a:gd name="connsiteX6" fmla="*/ 1196 w 5232"/>
                <a:gd name="connsiteY6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32" h="4029">
                  <a:moveTo>
                    <a:pt x="1196" y="4029"/>
                  </a:moveTo>
                  <a:lnTo>
                    <a:pt x="3887" y="4029"/>
                  </a:lnTo>
                  <a:lnTo>
                    <a:pt x="5232" y="1343"/>
                  </a:lnTo>
                  <a:lnTo>
                    <a:pt x="2541" y="0"/>
                  </a:lnTo>
                  <a:lnTo>
                    <a:pt x="1196" y="4029"/>
                  </a:lnTo>
                  <a:cubicBezTo>
                    <a:pt x="-1495" y="2686"/>
                    <a:pt x="1196" y="4029"/>
                    <a:pt x="1196" y="4029"/>
                  </a:cubicBezTo>
                  <a:lnTo>
                    <a:pt x="119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2" name="Freeform 931">
              <a:extLst>
                <a:ext uri="{FF2B5EF4-FFF2-40B4-BE49-F238E27FC236}">
                  <a16:creationId xmlns:a16="http://schemas.microsoft.com/office/drawing/2014/main" id="{998E16B1-C46A-A638-5E04-827821D81D32}"/>
                </a:ext>
              </a:extLst>
            </p:cNvPr>
            <p:cNvSpPr/>
            <p:nvPr/>
          </p:nvSpPr>
          <p:spPr>
            <a:xfrm>
              <a:off x="6250622" y="2171216"/>
              <a:ext cx="6726" cy="4029"/>
            </a:xfrm>
            <a:custGeom>
              <a:avLst/>
              <a:gdLst>
                <a:gd name="connsiteX0" fmla="*/ 1345 w 6726"/>
                <a:gd name="connsiteY0" fmla="*/ 4029 h 4029"/>
                <a:gd name="connsiteX1" fmla="*/ 5381 w 6726"/>
                <a:gd name="connsiteY1" fmla="*/ 2686 h 4029"/>
                <a:gd name="connsiteX2" fmla="*/ 6727 w 6726"/>
                <a:gd name="connsiteY2" fmla="*/ 2686 h 4029"/>
                <a:gd name="connsiteX3" fmla="*/ 6727 w 6726"/>
                <a:gd name="connsiteY3" fmla="*/ 0 h 4029"/>
                <a:gd name="connsiteX4" fmla="*/ 1345 w 6726"/>
                <a:gd name="connsiteY4" fmla="*/ 0 h 4029"/>
                <a:gd name="connsiteX5" fmla="*/ 0 w 6726"/>
                <a:gd name="connsiteY5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4029">
                  <a:moveTo>
                    <a:pt x="1345" y="4029"/>
                  </a:moveTo>
                  <a:lnTo>
                    <a:pt x="5381" y="2686"/>
                  </a:lnTo>
                  <a:lnTo>
                    <a:pt x="6727" y="2686"/>
                  </a:lnTo>
                  <a:lnTo>
                    <a:pt x="6727" y="0"/>
                  </a:lnTo>
                  <a:lnTo>
                    <a:pt x="1345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3" name="Freeform 932">
              <a:extLst>
                <a:ext uri="{FF2B5EF4-FFF2-40B4-BE49-F238E27FC236}">
                  <a16:creationId xmlns:a16="http://schemas.microsoft.com/office/drawing/2014/main" id="{5BF4DE8D-5819-B285-F53A-CA59779512D2}"/>
                </a:ext>
              </a:extLst>
            </p:cNvPr>
            <p:cNvSpPr/>
            <p:nvPr/>
          </p:nvSpPr>
          <p:spPr>
            <a:xfrm>
              <a:off x="6257349" y="2169873"/>
              <a:ext cx="16144" cy="14773"/>
            </a:xfrm>
            <a:custGeom>
              <a:avLst/>
              <a:gdLst>
                <a:gd name="connsiteX0" fmla="*/ 2691 w 16144"/>
                <a:gd name="connsiteY0" fmla="*/ 13431 h 14773"/>
                <a:gd name="connsiteX1" fmla="*/ 10763 w 16144"/>
                <a:gd name="connsiteY1" fmla="*/ 8058 h 14773"/>
                <a:gd name="connsiteX2" fmla="*/ 16144 w 16144"/>
                <a:gd name="connsiteY2" fmla="*/ 2686 h 14773"/>
                <a:gd name="connsiteX3" fmla="*/ 16144 w 16144"/>
                <a:gd name="connsiteY3" fmla="*/ 0 h 14773"/>
                <a:gd name="connsiteX4" fmla="*/ 12108 w 16144"/>
                <a:gd name="connsiteY4" fmla="*/ 0 h 14773"/>
                <a:gd name="connsiteX5" fmla="*/ 6727 w 16144"/>
                <a:gd name="connsiteY5" fmla="*/ 4029 h 14773"/>
                <a:gd name="connsiteX6" fmla="*/ 4036 w 16144"/>
                <a:gd name="connsiteY6" fmla="*/ 5372 h 14773"/>
                <a:gd name="connsiteX7" fmla="*/ 1345 w 16144"/>
                <a:gd name="connsiteY7" fmla="*/ 8058 h 14773"/>
                <a:gd name="connsiteX8" fmla="*/ 0 w 16144"/>
                <a:gd name="connsiteY8" fmla="*/ 9401 h 14773"/>
                <a:gd name="connsiteX9" fmla="*/ 0 w 16144"/>
                <a:gd name="connsiteY9" fmla="*/ 12088 h 14773"/>
                <a:gd name="connsiteX10" fmla="*/ 0 w 16144"/>
                <a:gd name="connsiteY10" fmla="*/ 14774 h 14773"/>
                <a:gd name="connsiteX11" fmla="*/ 1345 w 16144"/>
                <a:gd name="connsiteY11" fmla="*/ 14774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" h="14773">
                  <a:moveTo>
                    <a:pt x="2691" y="13431"/>
                  </a:moveTo>
                  <a:lnTo>
                    <a:pt x="10763" y="8058"/>
                  </a:lnTo>
                  <a:lnTo>
                    <a:pt x="16144" y="2686"/>
                  </a:lnTo>
                  <a:lnTo>
                    <a:pt x="16144" y="0"/>
                  </a:lnTo>
                  <a:lnTo>
                    <a:pt x="12108" y="0"/>
                  </a:lnTo>
                  <a:lnTo>
                    <a:pt x="6727" y="4029"/>
                  </a:lnTo>
                  <a:lnTo>
                    <a:pt x="4036" y="5372"/>
                  </a:lnTo>
                  <a:lnTo>
                    <a:pt x="1345" y="8058"/>
                  </a:lnTo>
                  <a:lnTo>
                    <a:pt x="0" y="9401"/>
                  </a:lnTo>
                  <a:lnTo>
                    <a:pt x="0" y="12088"/>
                  </a:lnTo>
                  <a:lnTo>
                    <a:pt x="0" y="14774"/>
                  </a:lnTo>
                  <a:lnTo>
                    <a:pt x="1345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4" name="Freeform 933">
              <a:extLst>
                <a:ext uri="{FF2B5EF4-FFF2-40B4-BE49-F238E27FC236}">
                  <a16:creationId xmlns:a16="http://schemas.microsoft.com/office/drawing/2014/main" id="{8DB4319B-1779-E0E4-E3B5-27058FD1C26B}"/>
                </a:ext>
              </a:extLst>
            </p:cNvPr>
            <p:cNvSpPr/>
            <p:nvPr/>
          </p:nvSpPr>
          <p:spPr>
            <a:xfrm>
              <a:off x="6268112" y="2179274"/>
              <a:ext cx="4036" cy="2686"/>
            </a:xfrm>
            <a:custGeom>
              <a:avLst/>
              <a:gdLst>
                <a:gd name="connsiteX0" fmla="*/ 0 w 4036"/>
                <a:gd name="connsiteY0" fmla="*/ 2686 h 2686"/>
                <a:gd name="connsiteX1" fmla="*/ 1345 w 4036"/>
                <a:gd name="connsiteY1" fmla="*/ 2686 h 2686"/>
                <a:gd name="connsiteX2" fmla="*/ 4036 w 4036"/>
                <a:gd name="connsiteY2" fmla="*/ 1343 h 2686"/>
                <a:gd name="connsiteX3" fmla="*/ 4036 w 4036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2686">
                  <a:moveTo>
                    <a:pt x="0" y="2686"/>
                  </a:moveTo>
                  <a:lnTo>
                    <a:pt x="1345" y="2686"/>
                  </a:lnTo>
                  <a:lnTo>
                    <a:pt x="4036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5" name="Freeform 934">
              <a:extLst>
                <a:ext uri="{FF2B5EF4-FFF2-40B4-BE49-F238E27FC236}">
                  <a16:creationId xmlns:a16="http://schemas.microsoft.com/office/drawing/2014/main" id="{1E611985-29F3-893B-B413-F398E8BCADD2}"/>
                </a:ext>
              </a:extLst>
            </p:cNvPr>
            <p:cNvSpPr/>
            <p:nvPr/>
          </p:nvSpPr>
          <p:spPr>
            <a:xfrm>
              <a:off x="6265421" y="2184647"/>
              <a:ext cx="2690" cy="2686"/>
            </a:xfrm>
            <a:custGeom>
              <a:avLst/>
              <a:gdLst>
                <a:gd name="connsiteX0" fmla="*/ 0 w 2690"/>
                <a:gd name="connsiteY0" fmla="*/ 2686 h 2686"/>
                <a:gd name="connsiteX1" fmla="*/ 2691 w 2690"/>
                <a:gd name="connsiteY1" fmla="*/ 2686 h 2686"/>
                <a:gd name="connsiteX2" fmla="*/ 2691 w 2690"/>
                <a:gd name="connsiteY2" fmla="*/ 0 h 2686"/>
                <a:gd name="connsiteX3" fmla="*/ 0 w 2690"/>
                <a:gd name="connsiteY3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0" y="2686"/>
                  </a:moveTo>
                  <a:lnTo>
                    <a:pt x="2691" y="2686"/>
                  </a:lnTo>
                  <a:lnTo>
                    <a:pt x="2691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6" name="Freeform 935">
              <a:extLst>
                <a:ext uri="{FF2B5EF4-FFF2-40B4-BE49-F238E27FC236}">
                  <a16:creationId xmlns:a16="http://schemas.microsoft.com/office/drawing/2014/main" id="{6E3B1149-44D3-BDC4-AD36-B250F7D2212A}"/>
                </a:ext>
              </a:extLst>
            </p:cNvPr>
            <p:cNvSpPr/>
            <p:nvPr/>
          </p:nvSpPr>
          <p:spPr>
            <a:xfrm>
              <a:off x="6256003" y="2185990"/>
              <a:ext cx="4036" cy="4029"/>
            </a:xfrm>
            <a:custGeom>
              <a:avLst/>
              <a:gdLst>
                <a:gd name="connsiteX0" fmla="*/ 2691 w 4036"/>
                <a:gd name="connsiteY0" fmla="*/ 4029 h 4029"/>
                <a:gd name="connsiteX1" fmla="*/ 4036 w 4036"/>
                <a:gd name="connsiteY1" fmla="*/ 1343 h 4029"/>
                <a:gd name="connsiteX2" fmla="*/ 2691 w 4036"/>
                <a:gd name="connsiteY2" fmla="*/ 0 h 4029"/>
                <a:gd name="connsiteX3" fmla="*/ 0 w 4036"/>
                <a:gd name="connsiteY3" fmla="*/ 1343 h 4029"/>
                <a:gd name="connsiteX4" fmla="*/ 0 w 4036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4029">
                  <a:moveTo>
                    <a:pt x="2691" y="4029"/>
                  </a:moveTo>
                  <a:lnTo>
                    <a:pt x="4036" y="1343"/>
                  </a:lnTo>
                  <a:lnTo>
                    <a:pt x="2691" y="0"/>
                  </a:lnTo>
                  <a:lnTo>
                    <a:pt x="0" y="1343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7" name="Freeform 936">
              <a:extLst>
                <a:ext uri="{FF2B5EF4-FFF2-40B4-BE49-F238E27FC236}">
                  <a16:creationId xmlns:a16="http://schemas.microsoft.com/office/drawing/2014/main" id="{A8FAD508-E80D-F8E0-B69A-C34CEAC4A893}"/>
                </a:ext>
              </a:extLst>
            </p:cNvPr>
            <p:cNvSpPr/>
            <p:nvPr/>
          </p:nvSpPr>
          <p:spPr>
            <a:xfrm>
              <a:off x="6249276" y="2202107"/>
              <a:ext cx="13453" cy="9401"/>
            </a:xfrm>
            <a:custGeom>
              <a:avLst/>
              <a:gdLst>
                <a:gd name="connsiteX0" fmla="*/ 0 w 13453"/>
                <a:gd name="connsiteY0" fmla="*/ 5372 h 9401"/>
                <a:gd name="connsiteX1" fmla="*/ 0 w 13453"/>
                <a:gd name="connsiteY1" fmla="*/ 9402 h 9401"/>
                <a:gd name="connsiteX2" fmla="*/ 2691 w 13453"/>
                <a:gd name="connsiteY2" fmla="*/ 9402 h 9401"/>
                <a:gd name="connsiteX3" fmla="*/ 6727 w 13453"/>
                <a:gd name="connsiteY3" fmla="*/ 5372 h 9401"/>
                <a:gd name="connsiteX4" fmla="*/ 12108 w 13453"/>
                <a:gd name="connsiteY4" fmla="*/ 4029 h 9401"/>
                <a:gd name="connsiteX5" fmla="*/ 13454 w 13453"/>
                <a:gd name="connsiteY5" fmla="*/ 1343 h 9401"/>
                <a:gd name="connsiteX6" fmla="*/ 12108 w 13453"/>
                <a:gd name="connsiteY6" fmla="*/ 0 h 9401"/>
                <a:gd name="connsiteX7" fmla="*/ 9418 w 13453"/>
                <a:gd name="connsiteY7" fmla="*/ 1343 h 9401"/>
                <a:gd name="connsiteX8" fmla="*/ 4036 w 13453"/>
                <a:gd name="connsiteY8" fmla="*/ 1343 h 9401"/>
                <a:gd name="connsiteX9" fmla="*/ 2691 w 13453"/>
                <a:gd name="connsiteY9" fmla="*/ 4029 h 9401"/>
                <a:gd name="connsiteX10" fmla="*/ 0 w 13453"/>
                <a:gd name="connsiteY10" fmla="*/ 5372 h 9401"/>
                <a:gd name="connsiteX11" fmla="*/ 0 w 13453"/>
                <a:gd name="connsiteY11" fmla="*/ 537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453" h="9401">
                  <a:moveTo>
                    <a:pt x="0" y="5372"/>
                  </a:moveTo>
                  <a:lnTo>
                    <a:pt x="0" y="9402"/>
                  </a:lnTo>
                  <a:lnTo>
                    <a:pt x="2691" y="9402"/>
                  </a:lnTo>
                  <a:lnTo>
                    <a:pt x="6727" y="5372"/>
                  </a:lnTo>
                  <a:lnTo>
                    <a:pt x="12108" y="4029"/>
                  </a:lnTo>
                  <a:lnTo>
                    <a:pt x="13454" y="1343"/>
                  </a:lnTo>
                  <a:lnTo>
                    <a:pt x="12108" y="0"/>
                  </a:lnTo>
                  <a:lnTo>
                    <a:pt x="9418" y="1343"/>
                  </a:lnTo>
                  <a:lnTo>
                    <a:pt x="4036" y="1343"/>
                  </a:lnTo>
                  <a:lnTo>
                    <a:pt x="2691" y="4029"/>
                  </a:lnTo>
                  <a:lnTo>
                    <a:pt x="0" y="5372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8" name="Freeform 937">
              <a:extLst>
                <a:ext uri="{FF2B5EF4-FFF2-40B4-BE49-F238E27FC236}">
                  <a16:creationId xmlns:a16="http://schemas.microsoft.com/office/drawing/2014/main" id="{FB735DA3-D048-AAEE-98EE-723CF44B3072}"/>
                </a:ext>
              </a:extLst>
            </p:cNvPr>
            <p:cNvSpPr/>
            <p:nvPr/>
          </p:nvSpPr>
          <p:spPr>
            <a:xfrm>
              <a:off x="6245240" y="2222253"/>
              <a:ext cx="5381" cy="5372"/>
            </a:xfrm>
            <a:custGeom>
              <a:avLst/>
              <a:gdLst>
                <a:gd name="connsiteX0" fmla="*/ 0 w 5381"/>
                <a:gd name="connsiteY0" fmla="*/ 0 h 5372"/>
                <a:gd name="connsiteX1" fmla="*/ 1345 w 5381"/>
                <a:gd name="connsiteY1" fmla="*/ 5372 h 5372"/>
                <a:gd name="connsiteX2" fmla="*/ 4036 w 5381"/>
                <a:gd name="connsiteY2" fmla="*/ 5372 h 5372"/>
                <a:gd name="connsiteX3" fmla="*/ 5382 w 5381"/>
                <a:gd name="connsiteY3" fmla="*/ 4029 h 5372"/>
                <a:gd name="connsiteX4" fmla="*/ 2691 w 5381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0" y="0"/>
                  </a:moveTo>
                  <a:lnTo>
                    <a:pt x="1345" y="5372"/>
                  </a:lnTo>
                  <a:lnTo>
                    <a:pt x="4036" y="5372"/>
                  </a:lnTo>
                  <a:lnTo>
                    <a:pt x="5382" y="4029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9" name="Freeform 938">
              <a:extLst>
                <a:ext uri="{FF2B5EF4-FFF2-40B4-BE49-F238E27FC236}">
                  <a16:creationId xmlns:a16="http://schemas.microsoft.com/office/drawing/2014/main" id="{153CBFBB-4F3D-72FA-90A1-1D5502840382}"/>
                </a:ext>
              </a:extLst>
            </p:cNvPr>
            <p:cNvSpPr/>
            <p:nvPr/>
          </p:nvSpPr>
          <p:spPr>
            <a:xfrm>
              <a:off x="6359598" y="2817236"/>
              <a:ext cx="9417" cy="5372"/>
            </a:xfrm>
            <a:custGeom>
              <a:avLst/>
              <a:gdLst>
                <a:gd name="connsiteX0" fmla="*/ 0 w 9417"/>
                <a:gd name="connsiteY0" fmla="*/ 5372 h 5372"/>
                <a:gd name="connsiteX1" fmla="*/ 4036 w 9417"/>
                <a:gd name="connsiteY1" fmla="*/ 1343 h 5372"/>
                <a:gd name="connsiteX2" fmla="*/ 8072 w 9417"/>
                <a:gd name="connsiteY2" fmla="*/ 0 h 5372"/>
                <a:gd name="connsiteX3" fmla="*/ 9417 w 9417"/>
                <a:gd name="connsiteY3" fmla="*/ 1343 h 5372"/>
                <a:gd name="connsiteX4" fmla="*/ 8072 w 9417"/>
                <a:gd name="connsiteY4" fmla="*/ 4029 h 5372"/>
                <a:gd name="connsiteX5" fmla="*/ 4036 w 9417"/>
                <a:gd name="connsiteY5" fmla="*/ 5372 h 5372"/>
                <a:gd name="connsiteX6" fmla="*/ 2691 w 9417"/>
                <a:gd name="connsiteY6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5372">
                  <a:moveTo>
                    <a:pt x="0" y="5372"/>
                  </a:moveTo>
                  <a:lnTo>
                    <a:pt x="4036" y="1343"/>
                  </a:lnTo>
                  <a:lnTo>
                    <a:pt x="8072" y="0"/>
                  </a:lnTo>
                  <a:lnTo>
                    <a:pt x="9417" y="1343"/>
                  </a:lnTo>
                  <a:lnTo>
                    <a:pt x="8072" y="4029"/>
                  </a:lnTo>
                  <a:lnTo>
                    <a:pt x="4036" y="5372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0" name="Freeform 939">
              <a:extLst>
                <a:ext uri="{FF2B5EF4-FFF2-40B4-BE49-F238E27FC236}">
                  <a16:creationId xmlns:a16="http://schemas.microsoft.com/office/drawing/2014/main" id="{B8CD216B-5C7E-7DFE-D45C-34C3B06514E3}"/>
                </a:ext>
              </a:extLst>
            </p:cNvPr>
            <p:cNvSpPr/>
            <p:nvPr/>
          </p:nvSpPr>
          <p:spPr>
            <a:xfrm>
              <a:off x="6331345" y="2797090"/>
              <a:ext cx="5381" cy="9401"/>
            </a:xfrm>
            <a:custGeom>
              <a:avLst/>
              <a:gdLst>
                <a:gd name="connsiteX0" fmla="*/ 1345 w 5381"/>
                <a:gd name="connsiteY0" fmla="*/ 9401 h 9401"/>
                <a:gd name="connsiteX1" fmla="*/ 2691 w 5381"/>
                <a:gd name="connsiteY1" fmla="*/ 9401 h 9401"/>
                <a:gd name="connsiteX2" fmla="*/ 2691 w 5381"/>
                <a:gd name="connsiteY2" fmla="*/ 6715 h 9401"/>
                <a:gd name="connsiteX3" fmla="*/ 5381 w 5381"/>
                <a:gd name="connsiteY3" fmla="*/ 4029 h 9401"/>
                <a:gd name="connsiteX4" fmla="*/ 5381 w 5381"/>
                <a:gd name="connsiteY4" fmla="*/ 0 h 9401"/>
                <a:gd name="connsiteX5" fmla="*/ 2691 w 5381"/>
                <a:gd name="connsiteY5" fmla="*/ 0 h 9401"/>
                <a:gd name="connsiteX6" fmla="*/ 2691 w 5381"/>
                <a:gd name="connsiteY6" fmla="*/ 2686 h 9401"/>
                <a:gd name="connsiteX7" fmla="*/ 0 w 5381"/>
                <a:gd name="connsiteY7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9401">
                  <a:moveTo>
                    <a:pt x="1345" y="9401"/>
                  </a:moveTo>
                  <a:lnTo>
                    <a:pt x="2691" y="9401"/>
                  </a:lnTo>
                  <a:lnTo>
                    <a:pt x="2691" y="6715"/>
                  </a:lnTo>
                  <a:lnTo>
                    <a:pt x="5381" y="4029"/>
                  </a:lnTo>
                  <a:lnTo>
                    <a:pt x="5381" y="0"/>
                  </a:lnTo>
                  <a:lnTo>
                    <a:pt x="2691" y="0"/>
                  </a:lnTo>
                  <a:lnTo>
                    <a:pt x="2691" y="2686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1" name="Freeform 940">
              <a:extLst>
                <a:ext uri="{FF2B5EF4-FFF2-40B4-BE49-F238E27FC236}">
                  <a16:creationId xmlns:a16="http://schemas.microsoft.com/office/drawing/2014/main" id="{DFBB8D83-DAAA-94BF-2EFA-93F6858C9BBB}"/>
                </a:ext>
              </a:extLst>
            </p:cNvPr>
            <p:cNvSpPr/>
            <p:nvPr/>
          </p:nvSpPr>
          <p:spPr>
            <a:xfrm>
              <a:off x="6312509" y="2768885"/>
              <a:ext cx="8072" cy="4029"/>
            </a:xfrm>
            <a:custGeom>
              <a:avLst/>
              <a:gdLst>
                <a:gd name="connsiteX0" fmla="*/ 0 w 8072"/>
                <a:gd name="connsiteY0" fmla="*/ 2686 h 4029"/>
                <a:gd name="connsiteX1" fmla="*/ 1345 w 8072"/>
                <a:gd name="connsiteY1" fmla="*/ 4029 h 4029"/>
                <a:gd name="connsiteX2" fmla="*/ 5382 w 8072"/>
                <a:gd name="connsiteY2" fmla="*/ 4029 h 4029"/>
                <a:gd name="connsiteX3" fmla="*/ 8072 w 8072"/>
                <a:gd name="connsiteY3" fmla="*/ 2686 h 4029"/>
                <a:gd name="connsiteX4" fmla="*/ 6727 w 8072"/>
                <a:gd name="connsiteY4" fmla="*/ 0 h 4029"/>
                <a:gd name="connsiteX5" fmla="*/ 2691 w 8072"/>
                <a:gd name="connsiteY5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4029">
                  <a:moveTo>
                    <a:pt x="0" y="2686"/>
                  </a:moveTo>
                  <a:lnTo>
                    <a:pt x="1345" y="4029"/>
                  </a:lnTo>
                  <a:lnTo>
                    <a:pt x="5382" y="4029"/>
                  </a:lnTo>
                  <a:lnTo>
                    <a:pt x="8072" y="2686"/>
                  </a:lnTo>
                  <a:lnTo>
                    <a:pt x="6727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2" name="Freeform 941">
              <a:extLst>
                <a:ext uri="{FF2B5EF4-FFF2-40B4-BE49-F238E27FC236}">
                  <a16:creationId xmlns:a16="http://schemas.microsoft.com/office/drawing/2014/main" id="{418C7EF6-7883-61AC-39A4-A3192A7091ED}"/>
                </a:ext>
              </a:extLst>
            </p:cNvPr>
            <p:cNvSpPr/>
            <p:nvPr/>
          </p:nvSpPr>
          <p:spPr>
            <a:xfrm>
              <a:off x="6303092" y="2770228"/>
              <a:ext cx="4036" cy="4029"/>
            </a:xfrm>
            <a:custGeom>
              <a:avLst/>
              <a:gdLst>
                <a:gd name="connsiteX0" fmla="*/ 0 w 4036"/>
                <a:gd name="connsiteY0" fmla="*/ 0 h 4029"/>
                <a:gd name="connsiteX1" fmla="*/ 0 w 4036"/>
                <a:gd name="connsiteY1" fmla="*/ 4029 h 4029"/>
                <a:gd name="connsiteX2" fmla="*/ 4036 w 4036"/>
                <a:gd name="connsiteY2" fmla="*/ 4029 h 4029"/>
                <a:gd name="connsiteX3" fmla="*/ 4036 w 4036"/>
                <a:gd name="connsiteY3" fmla="*/ 1343 h 4029"/>
                <a:gd name="connsiteX4" fmla="*/ 1345 w 4036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4029">
                  <a:moveTo>
                    <a:pt x="0" y="0"/>
                  </a:moveTo>
                  <a:lnTo>
                    <a:pt x="0" y="4029"/>
                  </a:lnTo>
                  <a:lnTo>
                    <a:pt x="4036" y="4029"/>
                  </a:lnTo>
                  <a:lnTo>
                    <a:pt x="4036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3" name="Freeform 942">
              <a:extLst>
                <a:ext uri="{FF2B5EF4-FFF2-40B4-BE49-F238E27FC236}">
                  <a16:creationId xmlns:a16="http://schemas.microsoft.com/office/drawing/2014/main" id="{80AF926A-A597-B936-2530-F3435ED533E3}"/>
                </a:ext>
              </a:extLst>
            </p:cNvPr>
            <p:cNvSpPr/>
            <p:nvPr/>
          </p:nvSpPr>
          <p:spPr>
            <a:xfrm>
              <a:off x="6274839" y="2772914"/>
              <a:ext cx="8072" cy="5372"/>
            </a:xfrm>
            <a:custGeom>
              <a:avLst/>
              <a:gdLst>
                <a:gd name="connsiteX0" fmla="*/ 0 w 8072"/>
                <a:gd name="connsiteY0" fmla="*/ 1343 h 5372"/>
                <a:gd name="connsiteX1" fmla="*/ 0 w 8072"/>
                <a:gd name="connsiteY1" fmla="*/ 2686 h 5372"/>
                <a:gd name="connsiteX2" fmla="*/ 2691 w 8072"/>
                <a:gd name="connsiteY2" fmla="*/ 2686 h 5372"/>
                <a:gd name="connsiteX3" fmla="*/ 4036 w 8072"/>
                <a:gd name="connsiteY3" fmla="*/ 5372 h 5372"/>
                <a:gd name="connsiteX4" fmla="*/ 8072 w 8072"/>
                <a:gd name="connsiteY4" fmla="*/ 4029 h 5372"/>
                <a:gd name="connsiteX5" fmla="*/ 6727 w 8072"/>
                <a:gd name="connsiteY5" fmla="*/ 0 h 5372"/>
                <a:gd name="connsiteX6" fmla="*/ 2691 w 8072"/>
                <a:gd name="connsiteY6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5372">
                  <a:moveTo>
                    <a:pt x="0" y="1343"/>
                  </a:moveTo>
                  <a:lnTo>
                    <a:pt x="0" y="2686"/>
                  </a:lnTo>
                  <a:lnTo>
                    <a:pt x="2691" y="2686"/>
                  </a:lnTo>
                  <a:lnTo>
                    <a:pt x="4036" y="5372"/>
                  </a:lnTo>
                  <a:lnTo>
                    <a:pt x="8072" y="4029"/>
                  </a:lnTo>
                  <a:lnTo>
                    <a:pt x="6727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4" name="Freeform 943">
              <a:extLst>
                <a:ext uri="{FF2B5EF4-FFF2-40B4-BE49-F238E27FC236}">
                  <a16:creationId xmlns:a16="http://schemas.microsoft.com/office/drawing/2014/main" id="{C769A7BF-D557-A015-C569-C30755D37CD8}"/>
                </a:ext>
              </a:extLst>
            </p:cNvPr>
            <p:cNvSpPr/>
            <p:nvPr/>
          </p:nvSpPr>
          <p:spPr>
            <a:xfrm>
              <a:off x="6238513" y="2606373"/>
              <a:ext cx="10763" cy="9401"/>
            </a:xfrm>
            <a:custGeom>
              <a:avLst/>
              <a:gdLst>
                <a:gd name="connsiteX0" fmla="*/ 0 w 10763"/>
                <a:gd name="connsiteY0" fmla="*/ 9401 h 9401"/>
                <a:gd name="connsiteX1" fmla="*/ 2691 w 10763"/>
                <a:gd name="connsiteY1" fmla="*/ 8058 h 9401"/>
                <a:gd name="connsiteX2" fmla="*/ 6727 w 10763"/>
                <a:gd name="connsiteY2" fmla="*/ 5372 h 9401"/>
                <a:gd name="connsiteX3" fmla="*/ 10763 w 10763"/>
                <a:gd name="connsiteY3" fmla="*/ 0 h 9401"/>
                <a:gd name="connsiteX4" fmla="*/ 8072 w 10763"/>
                <a:gd name="connsiteY4" fmla="*/ 1343 h 9401"/>
                <a:gd name="connsiteX5" fmla="*/ 5382 w 10763"/>
                <a:gd name="connsiteY5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3" h="9401">
                  <a:moveTo>
                    <a:pt x="0" y="9401"/>
                  </a:moveTo>
                  <a:lnTo>
                    <a:pt x="2691" y="8058"/>
                  </a:lnTo>
                  <a:lnTo>
                    <a:pt x="6727" y="5372"/>
                  </a:lnTo>
                  <a:lnTo>
                    <a:pt x="10763" y="0"/>
                  </a:lnTo>
                  <a:lnTo>
                    <a:pt x="8072" y="1343"/>
                  </a:lnTo>
                  <a:lnTo>
                    <a:pt x="5382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5" name="Freeform 944">
              <a:extLst>
                <a:ext uri="{FF2B5EF4-FFF2-40B4-BE49-F238E27FC236}">
                  <a16:creationId xmlns:a16="http://schemas.microsoft.com/office/drawing/2014/main" id="{8DC4CE73-2551-28B0-7215-F3BAC34FDEE7}"/>
                </a:ext>
              </a:extLst>
            </p:cNvPr>
            <p:cNvSpPr/>
            <p:nvPr/>
          </p:nvSpPr>
          <p:spPr>
            <a:xfrm>
              <a:off x="6238513" y="2603687"/>
              <a:ext cx="5381" cy="5372"/>
            </a:xfrm>
            <a:custGeom>
              <a:avLst/>
              <a:gdLst>
                <a:gd name="connsiteX0" fmla="*/ 0 w 5381"/>
                <a:gd name="connsiteY0" fmla="*/ 5372 h 5372"/>
                <a:gd name="connsiteX1" fmla="*/ 0 w 5381"/>
                <a:gd name="connsiteY1" fmla="*/ 5372 h 5372"/>
                <a:gd name="connsiteX2" fmla="*/ 1345 w 5381"/>
                <a:gd name="connsiteY2" fmla="*/ 5372 h 5372"/>
                <a:gd name="connsiteX3" fmla="*/ 4036 w 5381"/>
                <a:gd name="connsiteY3" fmla="*/ 2686 h 5372"/>
                <a:gd name="connsiteX4" fmla="*/ 5382 w 5381"/>
                <a:gd name="connsiteY4" fmla="*/ 0 h 5372"/>
                <a:gd name="connsiteX5" fmla="*/ 4036 w 5381"/>
                <a:gd name="connsiteY5" fmla="*/ 0 h 5372"/>
                <a:gd name="connsiteX6" fmla="*/ 0 w 5381"/>
                <a:gd name="connsiteY6" fmla="*/ 5372 h 5372"/>
                <a:gd name="connsiteX7" fmla="*/ 0 w 5381"/>
                <a:gd name="connsiteY7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5372">
                  <a:moveTo>
                    <a:pt x="0" y="5372"/>
                  </a:moveTo>
                  <a:lnTo>
                    <a:pt x="0" y="5372"/>
                  </a:lnTo>
                  <a:lnTo>
                    <a:pt x="1345" y="5372"/>
                  </a:lnTo>
                  <a:lnTo>
                    <a:pt x="4036" y="2686"/>
                  </a:lnTo>
                  <a:lnTo>
                    <a:pt x="5382" y="0"/>
                  </a:lnTo>
                  <a:lnTo>
                    <a:pt x="4036" y="0"/>
                  </a:lnTo>
                  <a:lnTo>
                    <a:pt x="0" y="5372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6" name="Freeform 945">
              <a:extLst>
                <a:ext uri="{FF2B5EF4-FFF2-40B4-BE49-F238E27FC236}">
                  <a16:creationId xmlns:a16="http://schemas.microsoft.com/office/drawing/2014/main" id="{4DD0FBBA-7A8D-2752-496D-AF7EF6006716}"/>
                </a:ext>
              </a:extLst>
            </p:cNvPr>
            <p:cNvSpPr/>
            <p:nvPr/>
          </p:nvSpPr>
          <p:spPr>
            <a:xfrm>
              <a:off x="6215642" y="2556679"/>
              <a:ext cx="5381" cy="2686"/>
            </a:xfrm>
            <a:custGeom>
              <a:avLst/>
              <a:gdLst>
                <a:gd name="connsiteX0" fmla="*/ 1345 w 5381"/>
                <a:gd name="connsiteY0" fmla="*/ 0 h 2686"/>
                <a:gd name="connsiteX1" fmla="*/ 0 w 5381"/>
                <a:gd name="connsiteY1" fmla="*/ 2686 h 2686"/>
                <a:gd name="connsiteX2" fmla="*/ 1345 w 5381"/>
                <a:gd name="connsiteY2" fmla="*/ 2686 h 2686"/>
                <a:gd name="connsiteX3" fmla="*/ 5381 w 5381"/>
                <a:gd name="connsiteY3" fmla="*/ 1343 h 2686"/>
                <a:gd name="connsiteX4" fmla="*/ 4036 w 5381"/>
                <a:gd name="connsiteY4" fmla="*/ 0 h 2686"/>
                <a:gd name="connsiteX5" fmla="*/ 2691 w 5381"/>
                <a:gd name="connsiteY5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2686">
                  <a:moveTo>
                    <a:pt x="1345" y="0"/>
                  </a:moveTo>
                  <a:lnTo>
                    <a:pt x="0" y="2686"/>
                  </a:lnTo>
                  <a:lnTo>
                    <a:pt x="1345" y="2686"/>
                  </a:lnTo>
                  <a:lnTo>
                    <a:pt x="5381" y="1343"/>
                  </a:lnTo>
                  <a:lnTo>
                    <a:pt x="4036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7" name="Freeform 946">
              <a:extLst>
                <a:ext uri="{FF2B5EF4-FFF2-40B4-BE49-F238E27FC236}">
                  <a16:creationId xmlns:a16="http://schemas.microsoft.com/office/drawing/2014/main" id="{4975900B-426E-F428-342A-56B2284C0721}"/>
                </a:ext>
              </a:extLst>
            </p:cNvPr>
            <p:cNvSpPr/>
            <p:nvPr/>
          </p:nvSpPr>
          <p:spPr>
            <a:xfrm>
              <a:off x="6214297" y="2548620"/>
              <a:ext cx="5381" cy="5372"/>
            </a:xfrm>
            <a:custGeom>
              <a:avLst/>
              <a:gdLst>
                <a:gd name="connsiteX0" fmla="*/ 0 w 5381"/>
                <a:gd name="connsiteY0" fmla="*/ 1343 h 5372"/>
                <a:gd name="connsiteX1" fmla="*/ 1345 w 5381"/>
                <a:gd name="connsiteY1" fmla="*/ 4029 h 5372"/>
                <a:gd name="connsiteX2" fmla="*/ 5382 w 5381"/>
                <a:gd name="connsiteY2" fmla="*/ 5372 h 5372"/>
                <a:gd name="connsiteX3" fmla="*/ 5382 w 5381"/>
                <a:gd name="connsiteY3" fmla="*/ 1343 h 5372"/>
                <a:gd name="connsiteX4" fmla="*/ 2691 w 5381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0" y="1343"/>
                  </a:moveTo>
                  <a:lnTo>
                    <a:pt x="1345" y="4029"/>
                  </a:lnTo>
                  <a:lnTo>
                    <a:pt x="5382" y="5372"/>
                  </a:lnTo>
                  <a:lnTo>
                    <a:pt x="5382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8" name="Freeform 947">
              <a:extLst>
                <a:ext uri="{FF2B5EF4-FFF2-40B4-BE49-F238E27FC236}">
                  <a16:creationId xmlns:a16="http://schemas.microsoft.com/office/drawing/2014/main" id="{02D8CFA0-3F44-8619-398B-0CA7B8724A94}"/>
                </a:ext>
              </a:extLst>
            </p:cNvPr>
            <p:cNvSpPr/>
            <p:nvPr/>
          </p:nvSpPr>
          <p:spPr>
            <a:xfrm>
              <a:off x="6216988" y="2497583"/>
              <a:ext cx="6726" cy="2686"/>
            </a:xfrm>
            <a:custGeom>
              <a:avLst/>
              <a:gdLst>
                <a:gd name="connsiteX0" fmla="*/ 0 w 6726"/>
                <a:gd name="connsiteY0" fmla="*/ 1343 h 2686"/>
                <a:gd name="connsiteX1" fmla="*/ 5381 w 6726"/>
                <a:gd name="connsiteY1" fmla="*/ 2686 h 2686"/>
                <a:gd name="connsiteX2" fmla="*/ 6727 w 6726"/>
                <a:gd name="connsiteY2" fmla="*/ 1343 h 2686"/>
                <a:gd name="connsiteX3" fmla="*/ 4036 w 6726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2686">
                  <a:moveTo>
                    <a:pt x="0" y="1343"/>
                  </a:moveTo>
                  <a:lnTo>
                    <a:pt x="5381" y="2686"/>
                  </a:lnTo>
                  <a:lnTo>
                    <a:pt x="6727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9" name="Freeform 948">
              <a:extLst>
                <a:ext uri="{FF2B5EF4-FFF2-40B4-BE49-F238E27FC236}">
                  <a16:creationId xmlns:a16="http://schemas.microsoft.com/office/drawing/2014/main" id="{708A7827-9550-F3EA-E09B-CD14848D2C2A}"/>
                </a:ext>
              </a:extLst>
            </p:cNvPr>
            <p:cNvSpPr/>
            <p:nvPr/>
          </p:nvSpPr>
          <p:spPr>
            <a:xfrm>
              <a:off x="6219678" y="2492211"/>
              <a:ext cx="9417" cy="2686"/>
            </a:xfrm>
            <a:custGeom>
              <a:avLst/>
              <a:gdLst>
                <a:gd name="connsiteX0" fmla="*/ 0 w 9417"/>
                <a:gd name="connsiteY0" fmla="*/ 2686 h 2686"/>
                <a:gd name="connsiteX1" fmla="*/ 2691 w 9417"/>
                <a:gd name="connsiteY1" fmla="*/ 2686 h 2686"/>
                <a:gd name="connsiteX2" fmla="*/ 6727 w 9417"/>
                <a:gd name="connsiteY2" fmla="*/ 2686 h 2686"/>
                <a:gd name="connsiteX3" fmla="*/ 9418 w 9417"/>
                <a:gd name="connsiteY3" fmla="*/ 1343 h 2686"/>
                <a:gd name="connsiteX4" fmla="*/ 4036 w 9417"/>
                <a:gd name="connsiteY4" fmla="*/ 0 h 2686"/>
                <a:gd name="connsiteX5" fmla="*/ 1345 w 9417"/>
                <a:gd name="connsiteY5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2686">
                  <a:moveTo>
                    <a:pt x="0" y="2686"/>
                  </a:moveTo>
                  <a:lnTo>
                    <a:pt x="2691" y="2686"/>
                  </a:lnTo>
                  <a:lnTo>
                    <a:pt x="6727" y="2686"/>
                  </a:lnTo>
                  <a:lnTo>
                    <a:pt x="9418" y="1343"/>
                  </a:lnTo>
                  <a:lnTo>
                    <a:pt x="4036" y="0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0" name="Freeform 949">
              <a:extLst>
                <a:ext uri="{FF2B5EF4-FFF2-40B4-BE49-F238E27FC236}">
                  <a16:creationId xmlns:a16="http://schemas.microsoft.com/office/drawing/2014/main" id="{3B5F169F-1E1B-5F3F-299A-AB5E06A3C1CF}"/>
                </a:ext>
              </a:extLst>
            </p:cNvPr>
            <p:cNvSpPr/>
            <p:nvPr/>
          </p:nvSpPr>
          <p:spPr>
            <a:xfrm>
              <a:off x="6210261" y="2492211"/>
              <a:ext cx="4035" cy="2686"/>
            </a:xfrm>
            <a:custGeom>
              <a:avLst/>
              <a:gdLst>
                <a:gd name="connsiteX0" fmla="*/ 0 w 4035"/>
                <a:gd name="connsiteY0" fmla="*/ 0 h 2686"/>
                <a:gd name="connsiteX1" fmla="*/ 1345 w 4035"/>
                <a:gd name="connsiteY1" fmla="*/ 2686 h 2686"/>
                <a:gd name="connsiteX2" fmla="*/ 4036 w 4035"/>
                <a:gd name="connsiteY2" fmla="*/ 1343 h 2686"/>
                <a:gd name="connsiteX3" fmla="*/ 2691 w 4035"/>
                <a:gd name="connsiteY3" fmla="*/ 0 h 2686"/>
                <a:gd name="connsiteX4" fmla="*/ 1345 w 4035"/>
                <a:gd name="connsiteY4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5" h="2686">
                  <a:moveTo>
                    <a:pt x="0" y="0"/>
                  </a:moveTo>
                  <a:lnTo>
                    <a:pt x="1345" y="2686"/>
                  </a:lnTo>
                  <a:lnTo>
                    <a:pt x="4036" y="1343"/>
                  </a:lnTo>
                  <a:lnTo>
                    <a:pt x="2691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1" name="Freeform 950">
              <a:extLst>
                <a:ext uri="{FF2B5EF4-FFF2-40B4-BE49-F238E27FC236}">
                  <a16:creationId xmlns:a16="http://schemas.microsoft.com/office/drawing/2014/main" id="{56F635E4-2F75-963D-D2B6-732A7AEA5C6A}"/>
                </a:ext>
              </a:extLst>
            </p:cNvPr>
            <p:cNvSpPr/>
            <p:nvPr/>
          </p:nvSpPr>
          <p:spPr>
            <a:xfrm>
              <a:off x="6222369" y="2445204"/>
              <a:ext cx="8072" cy="5372"/>
            </a:xfrm>
            <a:custGeom>
              <a:avLst/>
              <a:gdLst>
                <a:gd name="connsiteX0" fmla="*/ 1345 w 8072"/>
                <a:gd name="connsiteY0" fmla="*/ 2686 h 5372"/>
                <a:gd name="connsiteX1" fmla="*/ 0 w 8072"/>
                <a:gd name="connsiteY1" fmla="*/ 4029 h 5372"/>
                <a:gd name="connsiteX2" fmla="*/ 1345 w 8072"/>
                <a:gd name="connsiteY2" fmla="*/ 5372 h 5372"/>
                <a:gd name="connsiteX3" fmla="*/ 4036 w 8072"/>
                <a:gd name="connsiteY3" fmla="*/ 5372 h 5372"/>
                <a:gd name="connsiteX4" fmla="*/ 6727 w 8072"/>
                <a:gd name="connsiteY4" fmla="*/ 1343 h 5372"/>
                <a:gd name="connsiteX5" fmla="*/ 8072 w 8072"/>
                <a:gd name="connsiteY5" fmla="*/ 0 h 5372"/>
                <a:gd name="connsiteX6" fmla="*/ 5381 w 8072"/>
                <a:gd name="connsiteY6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5372">
                  <a:moveTo>
                    <a:pt x="1345" y="2686"/>
                  </a:moveTo>
                  <a:lnTo>
                    <a:pt x="0" y="4029"/>
                  </a:lnTo>
                  <a:lnTo>
                    <a:pt x="1345" y="5372"/>
                  </a:lnTo>
                  <a:lnTo>
                    <a:pt x="4036" y="5372"/>
                  </a:lnTo>
                  <a:lnTo>
                    <a:pt x="6727" y="1343"/>
                  </a:lnTo>
                  <a:lnTo>
                    <a:pt x="8072" y="0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2" name="Freeform 951">
              <a:extLst>
                <a:ext uri="{FF2B5EF4-FFF2-40B4-BE49-F238E27FC236}">
                  <a16:creationId xmlns:a16="http://schemas.microsoft.com/office/drawing/2014/main" id="{6FC0425B-E27C-EB61-C533-D4AF39190861}"/>
                </a:ext>
              </a:extLst>
            </p:cNvPr>
            <p:cNvSpPr/>
            <p:nvPr/>
          </p:nvSpPr>
          <p:spPr>
            <a:xfrm>
              <a:off x="6265421" y="2426400"/>
              <a:ext cx="10763" cy="5372"/>
            </a:xfrm>
            <a:custGeom>
              <a:avLst/>
              <a:gdLst>
                <a:gd name="connsiteX0" fmla="*/ 0 w 10763"/>
                <a:gd name="connsiteY0" fmla="*/ 4029 h 5372"/>
                <a:gd name="connsiteX1" fmla="*/ 4036 w 10763"/>
                <a:gd name="connsiteY1" fmla="*/ 5372 h 5372"/>
                <a:gd name="connsiteX2" fmla="*/ 10763 w 10763"/>
                <a:gd name="connsiteY2" fmla="*/ 4029 h 5372"/>
                <a:gd name="connsiteX3" fmla="*/ 10763 w 10763"/>
                <a:gd name="connsiteY3" fmla="*/ 1343 h 5372"/>
                <a:gd name="connsiteX4" fmla="*/ 4036 w 10763"/>
                <a:gd name="connsiteY4" fmla="*/ 0 h 5372"/>
                <a:gd name="connsiteX5" fmla="*/ 0 w 10763"/>
                <a:gd name="connsiteY5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3" h="5372">
                  <a:moveTo>
                    <a:pt x="0" y="4029"/>
                  </a:moveTo>
                  <a:lnTo>
                    <a:pt x="4036" y="5372"/>
                  </a:lnTo>
                  <a:lnTo>
                    <a:pt x="10763" y="4029"/>
                  </a:lnTo>
                  <a:lnTo>
                    <a:pt x="10763" y="1343"/>
                  </a:lnTo>
                  <a:lnTo>
                    <a:pt x="4036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3" name="Freeform 952">
              <a:extLst>
                <a:ext uri="{FF2B5EF4-FFF2-40B4-BE49-F238E27FC236}">
                  <a16:creationId xmlns:a16="http://schemas.microsoft.com/office/drawing/2014/main" id="{DF4DAB01-6AEC-7973-6C62-48BB0C2DF869}"/>
                </a:ext>
              </a:extLst>
            </p:cNvPr>
            <p:cNvSpPr/>
            <p:nvPr/>
          </p:nvSpPr>
          <p:spPr>
            <a:xfrm>
              <a:off x="6249276" y="2406254"/>
              <a:ext cx="8072" cy="4029"/>
            </a:xfrm>
            <a:custGeom>
              <a:avLst/>
              <a:gdLst>
                <a:gd name="connsiteX0" fmla="*/ 0 w 8072"/>
                <a:gd name="connsiteY0" fmla="*/ 0 h 4029"/>
                <a:gd name="connsiteX1" fmla="*/ 0 w 8072"/>
                <a:gd name="connsiteY1" fmla="*/ 2686 h 4029"/>
                <a:gd name="connsiteX2" fmla="*/ 1345 w 8072"/>
                <a:gd name="connsiteY2" fmla="*/ 4029 h 4029"/>
                <a:gd name="connsiteX3" fmla="*/ 8072 w 8072"/>
                <a:gd name="connsiteY3" fmla="*/ 2686 h 4029"/>
                <a:gd name="connsiteX4" fmla="*/ 8072 w 8072"/>
                <a:gd name="connsiteY4" fmla="*/ 0 h 4029"/>
                <a:gd name="connsiteX5" fmla="*/ 2691 w 8072"/>
                <a:gd name="connsiteY5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4029">
                  <a:moveTo>
                    <a:pt x="0" y="0"/>
                  </a:moveTo>
                  <a:lnTo>
                    <a:pt x="0" y="2686"/>
                  </a:lnTo>
                  <a:lnTo>
                    <a:pt x="1345" y="4029"/>
                  </a:lnTo>
                  <a:lnTo>
                    <a:pt x="8072" y="2686"/>
                  </a:lnTo>
                  <a:lnTo>
                    <a:pt x="8072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4" name="Freeform 953">
              <a:extLst>
                <a:ext uri="{FF2B5EF4-FFF2-40B4-BE49-F238E27FC236}">
                  <a16:creationId xmlns:a16="http://schemas.microsoft.com/office/drawing/2014/main" id="{B88545E1-A87F-64A6-81D8-165DBB5BBEF1}"/>
                </a:ext>
              </a:extLst>
            </p:cNvPr>
            <p:cNvSpPr/>
            <p:nvPr/>
          </p:nvSpPr>
          <p:spPr>
            <a:xfrm>
              <a:off x="6269457" y="2403568"/>
              <a:ext cx="9417" cy="4029"/>
            </a:xfrm>
            <a:custGeom>
              <a:avLst/>
              <a:gdLst>
                <a:gd name="connsiteX0" fmla="*/ 0 w 9417"/>
                <a:gd name="connsiteY0" fmla="*/ 1343 h 4029"/>
                <a:gd name="connsiteX1" fmla="*/ 1345 w 9417"/>
                <a:gd name="connsiteY1" fmla="*/ 4029 h 4029"/>
                <a:gd name="connsiteX2" fmla="*/ 5381 w 9417"/>
                <a:gd name="connsiteY2" fmla="*/ 2686 h 4029"/>
                <a:gd name="connsiteX3" fmla="*/ 9418 w 9417"/>
                <a:gd name="connsiteY3" fmla="*/ 1343 h 4029"/>
                <a:gd name="connsiteX4" fmla="*/ 4036 w 9417"/>
                <a:gd name="connsiteY4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4029">
                  <a:moveTo>
                    <a:pt x="0" y="1343"/>
                  </a:moveTo>
                  <a:lnTo>
                    <a:pt x="1345" y="4029"/>
                  </a:lnTo>
                  <a:lnTo>
                    <a:pt x="5381" y="2686"/>
                  </a:lnTo>
                  <a:lnTo>
                    <a:pt x="9418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5" name="Freeform 954">
              <a:extLst>
                <a:ext uri="{FF2B5EF4-FFF2-40B4-BE49-F238E27FC236}">
                  <a16:creationId xmlns:a16="http://schemas.microsoft.com/office/drawing/2014/main" id="{5042A3A5-5F08-89BB-421B-01E7AB6916E7}"/>
                </a:ext>
              </a:extLst>
            </p:cNvPr>
            <p:cNvSpPr/>
            <p:nvPr/>
          </p:nvSpPr>
          <p:spPr>
            <a:xfrm>
              <a:off x="6257349" y="2398196"/>
              <a:ext cx="13453" cy="5372"/>
            </a:xfrm>
            <a:custGeom>
              <a:avLst/>
              <a:gdLst>
                <a:gd name="connsiteX0" fmla="*/ 0 w 13453"/>
                <a:gd name="connsiteY0" fmla="*/ 2686 h 5372"/>
                <a:gd name="connsiteX1" fmla="*/ 6727 w 13453"/>
                <a:gd name="connsiteY1" fmla="*/ 5372 h 5372"/>
                <a:gd name="connsiteX2" fmla="*/ 10763 w 13453"/>
                <a:gd name="connsiteY2" fmla="*/ 5372 h 5372"/>
                <a:gd name="connsiteX3" fmla="*/ 13454 w 13453"/>
                <a:gd name="connsiteY3" fmla="*/ 2686 h 5372"/>
                <a:gd name="connsiteX4" fmla="*/ 10763 w 13453"/>
                <a:gd name="connsiteY4" fmla="*/ 1343 h 5372"/>
                <a:gd name="connsiteX5" fmla="*/ 5381 w 13453"/>
                <a:gd name="connsiteY5" fmla="*/ 0 h 5372"/>
                <a:gd name="connsiteX6" fmla="*/ 1345 w 13453"/>
                <a:gd name="connsiteY6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53" h="5372">
                  <a:moveTo>
                    <a:pt x="0" y="2686"/>
                  </a:moveTo>
                  <a:lnTo>
                    <a:pt x="6727" y="5372"/>
                  </a:lnTo>
                  <a:lnTo>
                    <a:pt x="10763" y="5372"/>
                  </a:lnTo>
                  <a:lnTo>
                    <a:pt x="13454" y="2686"/>
                  </a:lnTo>
                  <a:lnTo>
                    <a:pt x="10763" y="1343"/>
                  </a:lnTo>
                  <a:lnTo>
                    <a:pt x="5381" y="0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6" name="Freeform 955">
              <a:extLst>
                <a:ext uri="{FF2B5EF4-FFF2-40B4-BE49-F238E27FC236}">
                  <a16:creationId xmlns:a16="http://schemas.microsoft.com/office/drawing/2014/main" id="{52183E69-C821-FB0F-5487-16D8B8F737D6}"/>
                </a:ext>
              </a:extLst>
            </p:cNvPr>
            <p:cNvSpPr/>
            <p:nvPr/>
          </p:nvSpPr>
          <p:spPr>
            <a:xfrm>
              <a:off x="6303092" y="2300151"/>
              <a:ext cx="5381" cy="6715"/>
            </a:xfrm>
            <a:custGeom>
              <a:avLst/>
              <a:gdLst>
                <a:gd name="connsiteX0" fmla="*/ 0 w 5381"/>
                <a:gd name="connsiteY0" fmla="*/ 0 h 6715"/>
                <a:gd name="connsiteX1" fmla="*/ 1345 w 5381"/>
                <a:gd name="connsiteY1" fmla="*/ 4029 h 6715"/>
                <a:gd name="connsiteX2" fmla="*/ 4036 w 5381"/>
                <a:gd name="connsiteY2" fmla="*/ 6715 h 6715"/>
                <a:gd name="connsiteX3" fmla="*/ 5381 w 5381"/>
                <a:gd name="connsiteY3" fmla="*/ 4029 h 6715"/>
                <a:gd name="connsiteX4" fmla="*/ 2691 w 5381"/>
                <a:gd name="connsiteY4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0" y="0"/>
                  </a:moveTo>
                  <a:lnTo>
                    <a:pt x="1345" y="4029"/>
                  </a:lnTo>
                  <a:lnTo>
                    <a:pt x="4036" y="6715"/>
                  </a:lnTo>
                  <a:lnTo>
                    <a:pt x="5381" y="4029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7" name="Freeform 956">
              <a:extLst>
                <a:ext uri="{FF2B5EF4-FFF2-40B4-BE49-F238E27FC236}">
                  <a16:creationId xmlns:a16="http://schemas.microsoft.com/office/drawing/2014/main" id="{36973A04-2ACD-623F-B406-867E97030FB8}"/>
                </a:ext>
              </a:extLst>
            </p:cNvPr>
            <p:cNvSpPr/>
            <p:nvPr/>
          </p:nvSpPr>
          <p:spPr>
            <a:xfrm>
              <a:off x="6299055" y="2288063"/>
              <a:ext cx="8072" cy="6715"/>
            </a:xfrm>
            <a:custGeom>
              <a:avLst/>
              <a:gdLst>
                <a:gd name="connsiteX0" fmla="*/ 1345 w 8072"/>
                <a:gd name="connsiteY0" fmla="*/ 0 h 6715"/>
                <a:gd name="connsiteX1" fmla="*/ 0 w 8072"/>
                <a:gd name="connsiteY1" fmla="*/ 2686 h 6715"/>
                <a:gd name="connsiteX2" fmla="*/ 5382 w 8072"/>
                <a:gd name="connsiteY2" fmla="*/ 6715 h 6715"/>
                <a:gd name="connsiteX3" fmla="*/ 8072 w 8072"/>
                <a:gd name="connsiteY3" fmla="*/ 6715 h 6715"/>
                <a:gd name="connsiteX4" fmla="*/ 6727 w 8072"/>
                <a:gd name="connsiteY4" fmla="*/ 2686 h 6715"/>
                <a:gd name="connsiteX5" fmla="*/ 1345 w 8072"/>
                <a:gd name="connsiteY5" fmla="*/ 0 h 6715"/>
                <a:gd name="connsiteX6" fmla="*/ 1345 w 8072"/>
                <a:gd name="connsiteY6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6715">
                  <a:moveTo>
                    <a:pt x="1345" y="0"/>
                  </a:moveTo>
                  <a:lnTo>
                    <a:pt x="0" y="2686"/>
                  </a:lnTo>
                  <a:lnTo>
                    <a:pt x="5382" y="6715"/>
                  </a:lnTo>
                  <a:lnTo>
                    <a:pt x="8072" y="6715"/>
                  </a:lnTo>
                  <a:lnTo>
                    <a:pt x="6727" y="2686"/>
                  </a:lnTo>
                  <a:cubicBezTo>
                    <a:pt x="5382" y="1343"/>
                    <a:pt x="1345" y="0"/>
                    <a:pt x="1345" y="0"/>
                  </a:cubicBez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8" name="Freeform 957">
              <a:extLst>
                <a:ext uri="{FF2B5EF4-FFF2-40B4-BE49-F238E27FC236}">
                  <a16:creationId xmlns:a16="http://schemas.microsoft.com/office/drawing/2014/main" id="{F92CDAFD-CAC7-6888-07C0-FE2F4B006ABC}"/>
                </a:ext>
              </a:extLst>
            </p:cNvPr>
            <p:cNvSpPr/>
            <p:nvPr/>
          </p:nvSpPr>
          <p:spPr>
            <a:xfrm>
              <a:off x="6285602" y="2243742"/>
              <a:ext cx="12108" cy="9401"/>
            </a:xfrm>
            <a:custGeom>
              <a:avLst/>
              <a:gdLst>
                <a:gd name="connsiteX0" fmla="*/ 0 w 12108"/>
                <a:gd name="connsiteY0" fmla="*/ 9401 h 9401"/>
                <a:gd name="connsiteX1" fmla="*/ 4036 w 12108"/>
                <a:gd name="connsiteY1" fmla="*/ 9401 h 9401"/>
                <a:gd name="connsiteX2" fmla="*/ 8072 w 12108"/>
                <a:gd name="connsiteY2" fmla="*/ 5372 h 9401"/>
                <a:gd name="connsiteX3" fmla="*/ 12109 w 12108"/>
                <a:gd name="connsiteY3" fmla="*/ 4029 h 9401"/>
                <a:gd name="connsiteX4" fmla="*/ 12109 w 12108"/>
                <a:gd name="connsiteY4" fmla="*/ 2686 h 9401"/>
                <a:gd name="connsiteX5" fmla="*/ 8072 w 12108"/>
                <a:gd name="connsiteY5" fmla="*/ 2686 h 9401"/>
                <a:gd name="connsiteX6" fmla="*/ 4036 w 12108"/>
                <a:gd name="connsiteY6" fmla="*/ 0 h 9401"/>
                <a:gd name="connsiteX7" fmla="*/ 1345 w 12108"/>
                <a:gd name="connsiteY7" fmla="*/ 2686 h 9401"/>
                <a:gd name="connsiteX8" fmla="*/ 0 w 12108"/>
                <a:gd name="connsiteY8" fmla="*/ 6715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08" h="9401">
                  <a:moveTo>
                    <a:pt x="0" y="9401"/>
                  </a:moveTo>
                  <a:lnTo>
                    <a:pt x="4036" y="9401"/>
                  </a:lnTo>
                  <a:lnTo>
                    <a:pt x="8072" y="5372"/>
                  </a:lnTo>
                  <a:lnTo>
                    <a:pt x="12109" y="4029"/>
                  </a:lnTo>
                  <a:lnTo>
                    <a:pt x="12109" y="2686"/>
                  </a:lnTo>
                  <a:lnTo>
                    <a:pt x="8072" y="2686"/>
                  </a:lnTo>
                  <a:lnTo>
                    <a:pt x="4036" y="0"/>
                  </a:lnTo>
                  <a:lnTo>
                    <a:pt x="1345" y="2686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9" name="Freeform 958">
              <a:extLst>
                <a:ext uri="{FF2B5EF4-FFF2-40B4-BE49-F238E27FC236}">
                  <a16:creationId xmlns:a16="http://schemas.microsoft.com/office/drawing/2014/main" id="{2EEF161C-375D-0E33-AC25-AA435B8DD7F3}"/>
                </a:ext>
              </a:extLst>
            </p:cNvPr>
            <p:cNvSpPr/>
            <p:nvPr/>
          </p:nvSpPr>
          <p:spPr>
            <a:xfrm>
              <a:off x="6286947" y="2262545"/>
              <a:ext cx="10763" cy="12087"/>
            </a:xfrm>
            <a:custGeom>
              <a:avLst/>
              <a:gdLst>
                <a:gd name="connsiteX0" fmla="*/ 0 w 10763"/>
                <a:gd name="connsiteY0" fmla="*/ 10745 h 12087"/>
                <a:gd name="connsiteX1" fmla="*/ 1345 w 10763"/>
                <a:gd name="connsiteY1" fmla="*/ 12088 h 12087"/>
                <a:gd name="connsiteX2" fmla="*/ 6727 w 10763"/>
                <a:gd name="connsiteY2" fmla="*/ 12088 h 12087"/>
                <a:gd name="connsiteX3" fmla="*/ 10763 w 10763"/>
                <a:gd name="connsiteY3" fmla="*/ 8059 h 12087"/>
                <a:gd name="connsiteX4" fmla="*/ 9418 w 10763"/>
                <a:gd name="connsiteY4" fmla="*/ 2686 h 12087"/>
                <a:gd name="connsiteX5" fmla="*/ 4036 w 10763"/>
                <a:gd name="connsiteY5" fmla="*/ 0 h 12087"/>
                <a:gd name="connsiteX6" fmla="*/ 1345 w 10763"/>
                <a:gd name="connsiteY6" fmla="*/ 1343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63" h="12087">
                  <a:moveTo>
                    <a:pt x="0" y="10745"/>
                  </a:moveTo>
                  <a:lnTo>
                    <a:pt x="1345" y="12088"/>
                  </a:lnTo>
                  <a:lnTo>
                    <a:pt x="6727" y="12088"/>
                  </a:lnTo>
                  <a:lnTo>
                    <a:pt x="10763" y="8059"/>
                  </a:lnTo>
                  <a:lnTo>
                    <a:pt x="9418" y="2686"/>
                  </a:lnTo>
                  <a:lnTo>
                    <a:pt x="4036" y="0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60" name="Freeform 959">
              <a:extLst>
                <a:ext uri="{FF2B5EF4-FFF2-40B4-BE49-F238E27FC236}">
                  <a16:creationId xmlns:a16="http://schemas.microsoft.com/office/drawing/2014/main" id="{B357059B-01B9-822D-7D70-F6AA428712DE}"/>
                </a:ext>
              </a:extLst>
            </p:cNvPr>
            <p:cNvSpPr/>
            <p:nvPr/>
          </p:nvSpPr>
          <p:spPr>
            <a:xfrm>
              <a:off x="6269457" y="2262545"/>
              <a:ext cx="9417" cy="13430"/>
            </a:xfrm>
            <a:custGeom>
              <a:avLst/>
              <a:gdLst>
                <a:gd name="connsiteX0" fmla="*/ 1345 w 9417"/>
                <a:gd name="connsiteY0" fmla="*/ 12088 h 13430"/>
                <a:gd name="connsiteX1" fmla="*/ 5381 w 9417"/>
                <a:gd name="connsiteY1" fmla="*/ 13431 h 13430"/>
                <a:gd name="connsiteX2" fmla="*/ 8072 w 9417"/>
                <a:gd name="connsiteY2" fmla="*/ 9402 h 13430"/>
                <a:gd name="connsiteX3" fmla="*/ 8072 w 9417"/>
                <a:gd name="connsiteY3" fmla="*/ 6715 h 13430"/>
                <a:gd name="connsiteX4" fmla="*/ 9418 w 9417"/>
                <a:gd name="connsiteY4" fmla="*/ 0 h 13430"/>
                <a:gd name="connsiteX5" fmla="*/ 2691 w 9417"/>
                <a:gd name="connsiteY5" fmla="*/ 2686 h 13430"/>
                <a:gd name="connsiteX6" fmla="*/ 0 w 9417"/>
                <a:gd name="connsiteY6" fmla="*/ 671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13430">
                  <a:moveTo>
                    <a:pt x="1345" y="12088"/>
                  </a:moveTo>
                  <a:lnTo>
                    <a:pt x="5381" y="13431"/>
                  </a:lnTo>
                  <a:lnTo>
                    <a:pt x="8072" y="9402"/>
                  </a:lnTo>
                  <a:lnTo>
                    <a:pt x="8072" y="6715"/>
                  </a:lnTo>
                  <a:lnTo>
                    <a:pt x="9418" y="0"/>
                  </a:lnTo>
                  <a:lnTo>
                    <a:pt x="2691" y="2686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61" name="Freeform 960">
              <a:extLst>
                <a:ext uri="{FF2B5EF4-FFF2-40B4-BE49-F238E27FC236}">
                  <a16:creationId xmlns:a16="http://schemas.microsoft.com/office/drawing/2014/main" id="{F185380A-C162-F7FC-9503-3DDA3A423E8A}"/>
                </a:ext>
              </a:extLst>
            </p:cNvPr>
            <p:cNvSpPr/>
            <p:nvPr/>
          </p:nvSpPr>
          <p:spPr>
            <a:xfrm>
              <a:off x="6237168" y="2298808"/>
              <a:ext cx="8072" cy="8058"/>
            </a:xfrm>
            <a:custGeom>
              <a:avLst/>
              <a:gdLst>
                <a:gd name="connsiteX0" fmla="*/ 1345 w 8072"/>
                <a:gd name="connsiteY0" fmla="*/ 0 h 8058"/>
                <a:gd name="connsiteX1" fmla="*/ 0 w 8072"/>
                <a:gd name="connsiteY1" fmla="*/ 2686 h 8058"/>
                <a:gd name="connsiteX2" fmla="*/ 2691 w 8072"/>
                <a:gd name="connsiteY2" fmla="*/ 6715 h 8058"/>
                <a:gd name="connsiteX3" fmla="*/ 6727 w 8072"/>
                <a:gd name="connsiteY3" fmla="*/ 8058 h 8058"/>
                <a:gd name="connsiteX4" fmla="*/ 8072 w 8072"/>
                <a:gd name="connsiteY4" fmla="*/ 5372 h 8058"/>
                <a:gd name="connsiteX5" fmla="*/ 4036 w 8072"/>
                <a:gd name="connsiteY5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8058">
                  <a:moveTo>
                    <a:pt x="1345" y="0"/>
                  </a:moveTo>
                  <a:lnTo>
                    <a:pt x="0" y="2686"/>
                  </a:lnTo>
                  <a:lnTo>
                    <a:pt x="2691" y="6715"/>
                  </a:lnTo>
                  <a:lnTo>
                    <a:pt x="6727" y="8058"/>
                  </a:lnTo>
                  <a:lnTo>
                    <a:pt x="8072" y="5372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62" name="Freeform 961">
              <a:extLst>
                <a:ext uri="{FF2B5EF4-FFF2-40B4-BE49-F238E27FC236}">
                  <a16:creationId xmlns:a16="http://schemas.microsoft.com/office/drawing/2014/main" id="{14CC6B2E-5D86-E086-4992-AEC31C5D8EF4}"/>
                </a:ext>
              </a:extLst>
            </p:cNvPr>
            <p:cNvSpPr/>
            <p:nvPr/>
          </p:nvSpPr>
          <p:spPr>
            <a:xfrm>
              <a:off x="6300401" y="2344473"/>
              <a:ext cx="12108" cy="14773"/>
            </a:xfrm>
            <a:custGeom>
              <a:avLst/>
              <a:gdLst>
                <a:gd name="connsiteX0" fmla="*/ 0 w 12108"/>
                <a:gd name="connsiteY0" fmla="*/ 4029 h 14773"/>
                <a:gd name="connsiteX1" fmla="*/ 0 w 12108"/>
                <a:gd name="connsiteY1" fmla="*/ 5372 h 14773"/>
                <a:gd name="connsiteX2" fmla="*/ 2691 w 12108"/>
                <a:gd name="connsiteY2" fmla="*/ 4029 h 14773"/>
                <a:gd name="connsiteX3" fmla="*/ 2691 w 12108"/>
                <a:gd name="connsiteY3" fmla="*/ 8058 h 14773"/>
                <a:gd name="connsiteX4" fmla="*/ 1345 w 12108"/>
                <a:gd name="connsiteY4" fmla="*/ 13431 h 14773"/>
                <a:gd name="connsiteX5" fmla="*/ 2691 w 12108"/>
                <a:gd name="connsiteY5" fmla="*/ 14774 h 14773"/>
                <a:gd name="connsiteX6" fmla="*/ 6727 w 12108"/>
                <a:gd name="connsiteY6" fmla="*/ 12088 h 14773"/>
                <a:gd name="connsiteX7" fmla="*/ 8072 w 12108"/>
                <a:gd name="connsiteY7" fmla="*/ 5372 h 14773"/>
                <a:gd name="connsiteX8" fmla="*/ 12108 w 12108"/>
                <a:gd name="connsiteY8" fmla="*/ 1343 h 14773"/>
                <a:gd name="connsiteX9" fmla="*/ 10763 w 12108"/>
                <a:gd name="connsiteY9" fmla="*/ 0 h 14773"/>
                <a:gd name="connsiteX10" fmla="*/ 8072 w 12108"/>
                <a:gd name="connsiteY10" fmla="*/ 0 h 14773"/>
                <a:gd name="connsiteX11" fmla="*/ 2691 w 12108"/>
                <a:gd name="connsiteY11" fmla="*/ 0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08" h="14773">
                  <a:moveTo>
                    <a:pt x="0" y="4029"/>
                  </a:moveTo>
                  <a:lnTo>
                    <a:pt x="0" y="5372"/>
                  </a:lnTo>
                  <a:lnTo>
                    <a:pt x="2691" y="4029"/>
                  </a:lnTo>
                  <a:lnTo>
                    <a:pt x="2691" y="8058"/>
                  </a:lnTo>
                  <a:lnTo>
                    <a:pt x="1345" y="13431"/>
                  </a:lnTo>
                  <a:lnTo>
                    <a:pt x="2691" y="14774"/>
                  </a:lnTo>
                  <a:lnTo>
                    <a:pt x="6727" y="12088"/>
                  </a:lnTo>
                  <a:lnTo>
                    <a:pt x="8072" y="5372"/>
                  </a:lnTo>
                  <a:lnTo>
                    <a:pt x="12108" y="1343"/>
                  </a:lnTo>
                  <a:lnTo>
                    <a:pt x="10763" y="0"/>
                  </a:lnTo>
                  <a:lnTo>
                    <a:pt x="8072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63" name="Freeform 962">
              <a:extLst>
                <a:ext uri="{FF2B5EF4-FFF2-40B4-BE49-F238E27FC236}">
                  <a16:creationId xmlns:a16="http://schemas.microsoft.com/office/drawing/2014/main" id="{7802CB53-7A76-30FF-24FD-FB03FD818504}"/>
                </a:ext>
              </a:extLst>
            </p:cNvPr>
            <p:cNvSpPr/>
            <p:nvPr/>
          </p:nvSpPr>
          <p:spPr>
            <a:xfrm>
              <a:off x="6230441" y="2312239"/>
              <a:ext cx="57851" cy="60438"/>
            </a:xfrm>
            <a:custGeom>
              <a:avLst/>
              <a:gdLst>
                <a:gd name="connsiteX0" fmla="*/ 8072 w 57851"/>
                <a:gd name="connsiteY0" fmla="*/ 52380 h 60438"/>
                <a:gd name="connsiteX1" fmla="*/ 10763 w 57851"/>
                <a:gd name="connsiteY1" fmla="*/ 55066 h 60438"/>
                <a:gd name="connsiteX2" fmla="*/ 18835 w 57851"/>
                <a:gd name="connsiteY2" fmla="*/ 55066 h 60438"/>
                <a:gd name="connsiteX3" fmla="*/ 20181 w 57851"/>
                <a:gd name="connsiteY3" fmla="*/ 59095 h 60438"/>
                <a:gd name="connsiteX4" fmla="*/ 24217 w 57851"/>
                <a:gd name="connsiteY4" fmla="*/ 60438 h 60438"/>
                <a:gd name="connsiteX5" fmla="*/ 28253 w 57851"/>
                <a:gd name="connsiteY5" fmla="*/ 57752 h 60438"/>
                <a:gd name="connsiteX6" fmla="*/ 41707 w 57851"/>
                <a:gd name="connsiteY6" fmla="*/ 55066 h 60438"/>
                <a:gd name="connsiteX7" fmla="*/ 49779 w 57851"/>
                <a:gd name="connsiteY7" fmla="*/ 55066 h 60438"/>
                <a:gd name="connsiteX8" fmla="*/ 57851 w 57851"/>
                <a:gd name="connsiteY8" fmla="*/ 47008 h 60438"/>
                <a:gd name="connsiteX9" fmla="*/ 56506 w 57851"/>
                <a:gd name="connsiteY9" fmla="*/ 40292 h 60438"/>
                <a:gd name="connsiteX10" fmla="*/ 53815 w 57851"/>
                <a:gd name="connsiteY10" fmla="*/ 33577 h 60438"/>
                <a:gd name="connsiteX11" fmla="*/ 48433 w 57851"/>
                <a:gd name="connsiteY11" fmla="*/ 33577 h 60438"/>
                <a:gd name="connsiteX12" fmla="*/ 44397 w 57851"/>
                <a:gd name="connsiteY12" fmla="*/ 30891 h 60438"/>
                <a:gd name="connsiteX13" fmla="*/ 40361 w 57851"/>
                <a:gd name="connsiteY13" fmla="*/ 18803 h 60438"/>
                <a:gd name="connsiteX14" fmla="*/ 34980 w 57851"/>
                <a:gd name="connsiteY14" fmla="*/ 9401 h 60438"/>
                <a:gd name="connsiteX15" fmla="*/ 28253 w 57851"/>
                <a:gd name="connsiteY15" fmla="*/ 8058 h 60438"/>
                <a:gd name="connsiteX16" fmla="*/ 22871 w 57851"/>
                <a:gd name="connsiteY16" fmla="*/ 2686 h 60438"/>
                <a:gd name="connsiteX17" fmla="*/ 14799 w 57851"/>
                <a:gd name="connsiteY17" fmla="*/ 2686 h 60438"/>
                <a:gd name="connsiteX18" fmla="*/ 9418 w 57851"/>
                <a:gd name="connsiteY18" fmla="*/ 0 h 60438"/>
                <a:gd name="connsiteX19" fmla="*/ 9418 w 57851"/>
                <a:gd name="connsiteY19" fmla="*/ 2686 h 60438"/>
                <a:gd name="connsiteX20" fmla="*/ 2691 w 57851"/>
                <a:gd name="connsiteY20" fmla="*/ 8058 h 60438"/>
                <a:gd name="connsiteX21" fmla="*/ 2691 w 57851"/>
                <a:gd name="connsiteY21" fmla="*/ 14774 h 60438"/>
                <a:gd name="connsiteX22" fmla="*/ 8072 w 57851"/>
                <a:gd name="connsiteY22" fmla="*/ 17460 h 60438"/>
                <a:gd name="connsiteX23" fmla="*/ 10763 w 57851"/>
                <a:gd name="connsiteY23" fmla="*/ 22832 h 60438"/>
                <a:gd name="connsiteX24" fmla="*/ 6727 w 57851"/>
                <a:gd name="connsiteY24" fmla="*/ 20146 h 60438"/>
                <a:gd name="connsiteX25" fmla="*/ 1345 w 57851"/>
                <a:gd name="connsiteY25" fmla="*/ 21489 h 60438"/>
                <a:gd name="connsiteX26" fmla="*/ 1345 w 57851"/>
                <a:gd name="connsiteY26" fmla="*/ 25518 h 60438"/>
                <a:gd name="connsiteX27" fmla="*/ 0 w 57851"/>
                <a:gd name="connsiteY27" fmla="*/ 29548 h 60438"/>
                <a:gd name="connsiteX28" fmla="*/ 6727 w 57851"/>
                <a:gd name="connsiteY28" fmla="*/ 33577 h 60438"/>
                <a:gd name="connsiteX29" fmla="*/ 2691 w 57851"/>
                <a:gd name="connsiteY29" fmla="*/ 34920 h 60438"/>
                <a:gd name="connsiteX30" fmla="*/ 1345 w 57851"/>
                <a:gd name="connsiteY30" fmla="*/ 36263 h 60438"/>
                <a:gd name="connsiteX31" fmla="*/ 2691 w 57851"/>
                <a:gd name="connsiteY31" fmla="*/ 41635 h 60438"/>
                <a:gd name="connsiteX32" fmla="*/ 16144 w 57851"/>
                <a:gd name="connsiteY32" fmla="*/ 44321 h 60438"/>
                <a:gd name="connsiteX33" fmla="*/ 17490 w 57851"/>
                <a:gd name="connsiteY33" fmla="*/ 47008 h 60438"/>
                <a:gd name="connsiteX34" fmla="*/ 20181 w 57851"/>
                <a:gd name="connsiteY34" fmla="*/ 47008 h 60438"/>
                <a:gd name="connsiteX35" fmla="*/ 28253 w 57851"/>
                <a:gd name="connsiteY35" fmla="*/ 42978 h 60438"/>
                <a:gd name="connsiteX36" fmla="*/ 22871 w 57851"/>
                <a:gd name="connsiteY36" fmla="*/ 49694 h 60438"/>
                <a:gd name="connsiteX37" fmla="*/ 18835 w 57851"/>
                <a:gd name="connsiteY37" fmla="*/ 49694 h 60438"/>
                <a:gd name="connsiteX38" fmla="*/ 10763 w 57851"/>
                <a:gd name="connsiteY38" fmla="*/ 47008 h 60438"/>
                <a:gd name="connsiteX39" fmla="*/ 8072 w 57851"/>
                <a:gd name="connsiteY39" fmla="*/ 48351 h 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7851" h="60438">
                  <a:moveTo>
                    <a:pt x="8072" y="52380"/>
                  </a:moveTo>
                  <a:lnTo>
                    <a:pt x="10763" y="55066"/>
                  </a:lnTo>
                  <a:lnTo>
                    <a:pt x="18835" y="55066"/>
                  </a:lnTo>
                  <a:lnTo>
                    <a:pt x="20181" y="59095"/>
                  </a:lnTo>
                  <a:lnTo>
                    <a:pt x="24217" y="60438"/>
                  </a:lnTo>
                  <a:lnTo>
                    <a:pt x="28253" y="57752"/>
                  </a:lnTo>
                  <a:lnTo>
                    <a:pt x="41707" y="55066"/>
                  </a:lnTo>
                  <a:lnTo>
                    <a:pt x="49779" y="55066"/>
                  </a:lnTo>
                  <a:lnTo>
                    <a:pt x="57851" y="47008"/>
                  </a:lnTo>
                  <a:lnTo>
                    <a:pt x="56506" y="40292"/>
                  </a:lnTo>
                  <a:lnTo>
                    <a:pt x="53815" y="33577"/>
                  </a:lnTo>
                  <a:lnTo>
                    <a:pt x="48433" y="33577"/>
                  </a:lnTo>
                  <a:lnTo>
                    <a:pt x="44397" y="30891"/>
                  </a:lnTo>
                  <a:lnTo>
                    <a:pt x="40361" y="18803"/>
                  </a:lnTo>
                  <a:lnTo>
                    <a:pt x="34980" y="9401"/>
                  </a:lnTo>
                  <a:lnTo>
                    <a:pt x="28253" y="8058"/>
                  </a:lnTo>
                  <a:lnTo>
                    <a:pt x="22871" y="2686"/>
                  </a:lnTo>
                  <a:lnTo>
                    <a:pt x="14799" y="2686"/>
                  </a:lnTo>
                  <a:lnTo>
                    <a:pt x="9418" y="0"/>
                  </a:lnTo>
                  <a:lnTo>
                    <a:pt x="9418" y="2686"/>
                  </a:lnTo>
                  <a:lnTo>
                    <a:pt x="2691" y="8058"/>
                  </a:lnTo>
                  <a:lnTo>
                    <a:pt x="2691" y="14774"/>
                  </a:lnTo>
                  <a:lnTo>
                    <a:pt x="8072" y="17460"/>
                  </a:lnTo>
                  <a:lnTo>
                    <a:pt x="10763" y="22832"/>
                  </a:lnTo>
                  <a:lnTo>
                    <a:pt x="6727" y="20146"/>
                  </a:lnTo>
                  <a:lnTo>
                    <a:pt x="1345" y="21489"/>
                  </a:lnTo>
                  <a:lnTo>
                    <a:pt x="1345" y="25518"/>
                  </a:lnTo>
                  <a:lnTo>
                    <a:pt x="0" y="29548"/>
                  </a:lnTo>
                  <a:lnTo>
                    <a:pt x="6727" y="33577"/>
                  </a:lnTo>
                  <a:lnTo>
                    <a:pt x="2691" y="34920"/>
                  </a:lnTo>
                  <a:lnTo>
                    <a:pt x="1345" y="36263"/>
                  </a:lnTo>
                  <a:lnTo>
                    <a:pt x="2691" y="41635"/>
                  </a:lnTo>
                  <a:lnTo>
                    <a:pt x="16144" y="44321"/>
                  </a:lnTo>
                  <a:lnTo>
                    <a:pt x="17490" y="47008"/>
                  </a:lnTo>
                  <a:lnTo>
                    <a:pt x="20181" y="47008"/>
                  </a:lnTo>
                  <a:lnTo>
                    <a:pt x="28253" y="42978"/>
                  </a:lnTo>
                  <a:lnTo>
                    <a:pt x="22871" y="49694"/>
                  </a:lnTo>
                  <a:lnTo>
                    <a:pt x="18835" y="49694"/>
                  </a:lnTo>
                  <a:lnTo>
                    <a:pt x="10763" y="47008"/>
                  </a:lnTo>
                  <a:lnTo>
                    <a:pt x="8072" y="4835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964" name="Graphic 5">
            <a:extLst>
              <a:ext uri="{FF2B5EF4-FFF2-40B4-BE49-F238E27FC236}">
                <a16:creationId xmlns:a16="http://schemas.microsoft.com/office/drawing/2014/main" id="{7833347D-5A5A-C5DD-A69F-2C2382C2DB71}"/>
              </a:ext>
            </a:extLst>
          </p:cNvPr>
          <p:cNvGrpSpPr/>
          <p:nvPr/>
        </p:nvGrpSpPr>
        <p:grpSpPr>
          <a:xfrm>
            <a:off x="4162597" y="1337165"/>
            <a:ext cx="2257542" cy="2089827"/>
            <a:chOff x="4162597" y="1337165"/>
            <a:chExt cx="2257542" cy="2089827"/>
          </a:xfrm>
          <a:solidFill>
            <a:srgbClr val="72C3BE"/>
          </a:solidFill>
        </p:grpSpPr>
        <p:sp>
          <p:nvSpPr>
            <p:cNvPr id="965" name="Freeform 964">
              <a:extLst>
                <a:ext uri="{FF2B5EF4-FFF2-40B4-BE49-F238E27FC236}">
                  <a16:creationId xmlns:a16="http://schemas.microsoft.com/office/drawing/2014/main" id="{38F5AD22-970E-8143-1F54-37C4AB57F845}"/>
                </a:ext>
              </a:extLst>
            </p:cNvPr>
            <p:cNvSpPr/>
            <p:nvPr/>
          </p:nvSpPr>
          <p:spPr>
            <a:xfrm>
              <a:off x="5742070" y="1417750"/>
              <a:ext cx="174898" cy="287418"/>
            </a:xfrm>
            <a:custGeom>
              <a:avLst/>
              <a:gdLst>
                <a:gd name="connsiteX0" fmla="*/ 53815 w 174898"/>
                <a:gd name="connsiteY0" fmla="*/ 287418 h 287418"/>
                <a:gd name="connsiteX1" fmla="*/ 56506 w 174898"/>
                <a:gd name="connsiteY1" fmla="*/ 284732 h 287418"/>
                <a:gd name="connsiteX2" fmla="*/ 60542 w 174898"/>
                <a:gd name="connsiteY2" fmla="*/ 278017 h 287418"/>
                <a:gd name="connsiteX3" fmla="*/ 68614 w 174898"/>
                <a:gd name="connsiteY3" fmla="*/ 269958 h 287418"/>
                <a:gd name="connsiteX4" fmla="*/ 71305 w 174898"/>
                <a:gd name="connsiteY4" fmla="*/ 256528 h 287418"/>
                <a:gd name="connsiteX5" fmla="*/ 75341 w 174898"/>
                <a:gd name="connsiteY5" fmla="*/ 255185 h 287418"/>
                <a:gd name="connsiteX6" fmla="*/ 75341 w 174898"/>
                <a:gd name="connsiteY6" fmla="*/ 259214 h 287418"/>
                <a:gd name="connsiteX7" fmla="*/ 73996 w 174898"/>
                <a:gd name="connsiteY7" fmla="*/ 265929 h 287418"/>
                <a:gd name="connsiteX8" fmla="*/ 73996 w 174898"/>
                <a:gd name="connsiteY8" fmla="*/ 268615 h 287418"/>
                <a:gd name="connsiteX9" fmla="*/ 78032 w 174898"/>
                <a:gd name="connsiteY9" fmla="*/ 269958 h 287418"/>
                <a:gd name="connsiteX10" fmla="*/ 83413 w 174898"/>
                <a:gd name="connsiteY10" fmla="*/ 264586 h 287418"/>
                <a:gd name="connsiteX11" fmla="*/ 87449 w 174898"/>
                <a:gd name="connsiteY11" fmla="*/ 261900 h 287418"/>
                <a:gd name="connsiteX12" fmla="*/ 87449 w 174898"/>
                <a:gd name="connsiteY12" fmla="*/ 256528 h 287418"/>
                <a:gd name="connsiteX13" fmla="*/ 82068 w 174898"/>
                <a:gd name="connsiteY13" fmla="*/ 255185 h 287418"/>
                <a:gd name="connsiteX14" fmla="*/ 82068 w 174898"/>
                <a:gd name="connsiteY14" fmla="*/ 253842 h 287418"/>
                <a:gd name="connsiteX15" fmla="*/ 87449 w 174898"/>
                <a:gd name="connsiteY15" fmla="*/ 251155 h 287418"/>
                <a:gd name="connsiteX16" fmla="*/ 87449 w 174898"/>
                <a:gd name="connsiteY16" fmla="*/ 244440 h 287418"/>
                <a:gd name="connsiteX17" fmla="*/ 86104 w 174898"/>
                <a:gd name="connsiteY17" fmla="*/ 241754 h 287418"/>
                <a:gd name="connsiteX18" fmla="*/ 86104 w 174898"/>
                <a:gd name="connsiteY18" fmla="*/ 236382 h 287418"/>
                <a:gd name="connsiteX19" fmla="*/ 92831 w 174898"/>
                <a:gd name="connsiteY19" fmla="*/ 231009 h 287418"/>
                <a:gd name="connsiteX20" fmla="*/ 94176 w 174898"/>
                <a:gd name="connsiteY20" fmla="*/ 222951 h 287418"/>
                <a:gd name="connsiteX21" fmla="*/ 99558 w 174898"/>
                <a:gd name="connsiteY21" fmla="*/ 221608 h 287418"/>
                <a:gd name="connsiteX22" fmla="*/ 102249 w 174898"/>
                <a:gd name="connsiteY22" fmla="*/ 217578 h 287418"/>
                <a:gd name="connsiteX23" fmla="*/ 102249 w 174898"/>
                <a:gd name="connsiteY23" fmla="*/ 221608 h 287418"/>
                <a:gd name="connsiteX24" fmla="*/ 102249 w 174898"/>
                <a:gd name="connsiteY24" fmla="*/ 224294 h 287418"/>
                <a:gd name="connsiteX25" fmla="*/ 99558 w 174898"/>
                <a:gd name="connsiteY25" fmla="*/ 225637 h 287418"/>
                <a:gd name="connsiteX26" fmla="*/ 95522 w 174898"/>
                <a:gd name="connsiteY26" fmla="*/ 233695 h 287418"/>
                <a:gd name="connsiteX27" fmla="*/ 91486 w 174898"/>
                <a:gd name="connsiteY27" fmla="*/ 239068 h 287418"/>
                <a:gd name="connsiteX28" fmla="*/ 90140 w 174898"/>
                <a:gd name="connsiteY28" fmla="*/ 247126 h 287418"/>
                <a:gd name="connsiteX29" fmla="*/ 92831 w 174898"/>
                <a:gd name="connsiteY29" fmla="*/ 251155 h 287418"/>
                <a:gd name="connsiteX30" fmla="*/ 94176 w 174898"/>
                <a:gd name="connsiteY30" fmla="*/ 257871 h 287418"/>
                <a:gd name="connsiteX31" fmla="*/ 96867 w 174898"/>
                <a:gd name="connsiteY31" fmla="*/ 255185 h 287418"/>
                <a:gd name="connsiteX32" fmla="*/ 100903 w 174898"/>
                <a:gd name="connsiteY32" fmla="*/ 245783 h 287418"/>
                <a:gd name="connsiteX33" fmla="*/ 110321 w 174898"/>
                <a:gd name="connsiteY33" fmla="*/ 237725 h 287418"/>
                <a:gd name="connsiteX34" fmla="*/ 114357 w 174898"/>
                <a:gd name="connsiteY34" fmla="*/ 232352 h 287418"/>
                <a:gd name="connsiteX35" fmla="*/ 114357 w 174898"/>
                <a:gd name="connsiteY35" fmla="*/ 225637 h 287418"/>
                <a:gd name="connsiteX36" fmla="*/ 117048 w 174898"/>
                <a:gd name="connsiteY36" fmla="*/ 220265 h 287418"/>
                <a:gd name="connsiteX37" fmla="*/ 121084 w 174898"/>
                <a:gd name="connsiteY37" fmla="*/ 218922 h 287418"/>
                <a:gd name="connsiteX38" fmla="*/ 121084 w 174898"/>
                <a:gd name="connsiteY38" fmla="*/ 222951 h 287418"/>
                <a:gd name="connsiteX39" fmla="*/ 119738 w 174898"/>
                <a:gd name="connsiteY39" fmla="*/ 224294 h 287418"/>
                <a:gd name="connsiteX40" fmla="*/ 119738 w 174898"/>
                <a:gd name="connsiteY40" fmla="*/ 229666 h 287418"/>
                <a:gd name="connsiteX41" fmla="*/ 123775 w 174898"/>
                <a:gd name="connsiteY41" fmla="*/ 228323 h 287418"/>
                <a:gd name="connsiteX42" fmla="*/ 129156 w 174898"/>
                <a:gd name="connsiteY42" fmla="*/ 221608 h 287418"/>
                <a:gd name="connsiteX43" fmla="*/ 134538 w 174898"/>
                <a:gd name="connsiteY43" fmla="*/ 221608 h 287418"/>
                <a:gd name="connsiteX44" fmla="*/ 141265 w 174898"/>
                <a:gd name="connsiteY44" fmla="*/ 221608 h 287418"/>
                <a:gd name="connsiteX45" fmla="*/ 149337 w 174898"/>
                <a:gd name="connsiteY45" fmla="*/ 218922 h 287418"/>
                <a:gd name="connsiteX46" fmla="*/ 154718 w 174898"/>
                <a:gd name="connsiteY46" fmla="*/ 218922 h 287418"/>
                <a:gd name="connsiteX47" fmla="*/ 158754 w 174898"/>
                <a:gd name="connsiteY47" fmla="*/ 214892 h 287418"/>
                <a:gd name="connsiteX48" fmla="*/ 162790 w 174898"/>
                <a:gd name="connsiteY48" fmla="*/ 213549 h 287418"/>
                <a:gd name="connsiteX49" fmla="*/ 165481 w 174898"/>
                <a:gd name="connsiteY49" fmla="*/ 208177 h 287418"/>
                <a:gd name="connsiteX50" fmla="*/ 165481 w 174898"/>
                <a:gd name="connsiteY50" fmla="*/ 205491 h 287418"/>
                <a:gd name="connsiteX51" fmla="*/ 165481 w 174898"/>
                <a:gd name="connsiteY51" fmla="*/ 201462 h 287418"/>
                <a:gd name="connsiteX52" fmla="*/ 162790 w 174898"/>
                <a:gd name="connsiteY52" fmla="*/ 197432 h 287418"/>
                <a:gd name="connsiteX53" fmla="*/ 165481 w 174898"/>
                <a:gd name="connsiteY53" fmla="*/ 192060 h 287418"/>
                <a:gd name="connsiteX54" fmla="*/ 164136 w 174898"/>
                <a:gd name="connsiteY54" fmla="*/ 179972 h 287418"/>
                <a:gd name="connsiteX55" fmla="*/ 162790 w 174898"/>
                <a:gd name="connsiteY55" fmla="*/ 179972 h 287418"/>
                <a:gd name="connsiteX56" fmla="*/ 158754 w 174898"/>
                <a:gd name="connsiteY56" fmla="*/ 186688 h 287418"/>
                <a:gd name="connsiteX57" fmla="*/ 153373 w 174898"/>
                <a:gd name="connsiteY57" fmla="*/ 193403 h 287418"/>
                <a:gd name="connsiteX58" fmla="*/ 150682 w 174898"/>
                <a:gd name="connsiteY58" fmla="*/ 193403 h 287418"/>
                <a:gd name="connsiteX59" fmla="*/ 150682 w 174898"/>
                <a:gd name="connsiteY59" fmla="*/ 190717 h 287418"/>
                <a:gd name="connsiteX60" fmla="*/ 154718 w 174898"/>
                <a:gd name="connsiteY60" fmla="*/ 185345 h 287418"/>
                <a:gd name="connsiteX61" fmla="*/ 158754 w 174898"/>
                <a:gd name="connsiteY61" fmla="*/ 182658 h 287418"/>
                <a:gd name="connsiteX62" fmla="*/ 160100 w 174898"/>
                <a:gd name="connsiteY62" fmla="*/ 178629 h 287418"/>
                <a:gd name="connsiteX63" fmla="*/ 154718 w 174898"/>
                <a:gd name="connsiteY63" fmla="*/ 173257 h 287418"/>
                <a:gd name="connsiteX64" fmla="*/ 153373 w 174898"/>
                <a:gd name="connsiteY64" fmla="*/ 169228 h 287418"/>
                <a:gd name="connsiteX65" fmla="*/ 150682 w 174898"/>
                <a:gd name="connsiteY65" fmla="*/ 169228 h 287418"/>
                <a:gd name="connsiteX66" fmla="*/ 147991 w 174898"/>
                <a:gd name="connsiteY66" fmla="*/ 170571 h 287418"/>
                <a:gd name="connsiteX67" fmla="*/ 146646 w 174898"/>
                <a:gd name="connsiteY67" fmla="*/ 174600 h 287418"/>
                <a:gd name="connsiteX68" fmla="*/ 143955 w 174898"/>
                <a:gd name="connsiteY68" fmla="*/ 171914 h 287418"/>
                <a:gd name="connsiteX69" fmla="*/ 138574 w 174898"/>
                <a:gd name="connsiteY69" fmla="*/ 171914 h 287418"/>
                <a:gd name="connsiteX70" fmla="*/ 134538 w 174898"/>
                <a:gd name="connsiteY70" fmla="*/ 174600 h 287418"/>
                <a:gd name="connsiteX71" fmla="*/ 130501 w 174898"/>
                <a:gd name="connsiteY71" fmla="*/ 174600 h 287418"/>
                <a:gd name="connsiteX72" fmla="*/ 131847 w 174898"/>
                <a:gd name="connsiteY72" fmla="*/ 171914 h 287418"/>
                <a:gd name="connsiteX73" fmla="*/ 145301 w 174898"/>
                <a:gd name="connsiteY73" fmla="*/ 166542 h 287418"/>
                <a:gd name="connsiteX74" fmla="*/ 149337 w 174898"/>
                <a:gd name="connsiteY74" fmla="*/ 165198 h 287418"/>
                <a:gd name="connsiteX75" fmla="*/ 158754 w 174898"/>
                <a:gd name="connsiteY75" fmla="*/ 155797 h 287418"/>
                <a:gd name="connsiteX76" fmla="*/ 161445 w 174898"/>
                <a:gd name="connsiteY76" fmla="*/ 154454 h 287418"/>
                <a:gd name="connsiteX77" fmla="*/ 166827 w 174898"/>
                <a:gd name="connsiteY77" fmla="*/ 143709 h 287418"/>
                <a:gd name="connsiteX78" fmla="*/ 169517 w 174898"/>
                <a:gd name="connsiteY78" fmla="*/ 135651 h 287418"/>
                <a:gd name="connsiteX79" fmla="*/ 168172 w 174898"/>
                <a:gd name="connsiteY79" fmla="*/ 134308 h 287418"/>
                <a:gd name="connsiteX80" fmla="*/ 164136 w 174898"/>
                <a:gd name="connsiteY80" fmla="*/ 134308 h 287418"/>
                <a:gd name="connsiteX81" fmla="*/ 160100 w 174898"/>
                <a:gd name="connsiteY81" fmla="*/ 136994 h 287418"/>
                <a:gd name="connsiteX82" fmla="*/ 158754 w 174898"/>
                <a:gd name="connsiteY82" fmla="*/ 134308 h 287418"/>
                <a:gd name="connsiteX83" fmla="*/ 160100 w 174898"/>
                <a:gd name="connsiteY83" fmla="*/ 131622 h 287418"/>
                <a:gd name="connsiteX84" fmla="*/ 164136 w 174898"/>
                <a:gd name="connsiteY84" fmla="*/ 130278 h 287418"/>
                <a:gd name="connsiteX85" fmla="*/ 168172 w 174898"/>
                <a:gd name="connsiteY85" fmla="*/ 130278 h 287418"/>
                <a:gd name="connsiteX86" fmla="*/ 169517 w 174898"/>
                <a:gd name="connsiteY86" fmla="*/ 126249 h 287418"/>
                <a:gd name="connsiteX87" fmla="*/ 169517 w 174898"/>
                <a:gd name="connsiteY87" fmla="*/ 120877 h 287418"/>
                <a:gd name="connsiteX88" fmla="*/ 174899 w 174898"/>
                <a:gd name="connsiteY88" fmla="*/ 115505 h 287418"/>
                <a:gd name="connsiteX89" fmla="*/ 174899 w 174898"/>
                <a:gd name="connsiteY89" fmla="*/ 110132 h 287418"/>
                <a:gd name="connsiteX90" fmla="*/ 172208 w 174898"/>
                <a:gd name="connsiteY90" fmla="*/ 108789 h 287418"/>
                <a:gd name="connsiteX91" fmla="*/ 173554 w 174898"/>
                <a:gd name="connsiteY91" fmla="*/ 104760 h 287418"/>
                <a:gd name="connsiteX92" fmla="*/ 168172 w 174898"/>
                <a:gd name="connsiteY92" fmla="*/ 102074 h 287418"/>
                <a:gd name="connsiteX93" fmla="*/ 164136 w 174898"/>
                <a:gd name="connsiteY93" fmla="*/ 104760 h 287418"/>
                <a:gd name="connsiteX94" fmla="*/ 158754 w 174898"/>
                <a:gd name="connsiteY94" fmla="*/ 115505 h 287418"/>
                <a:gd name="connsiteX95" fmla="*/ 157409 w 174898"/>
                <a:gd name="connsiteY95" fmla="*/ 122220 h 287418"/>
                <a:gd name="connsiteX96" fmla="*/ 160100 w 174898"/>
                <a:gd name="connsiteY96" fmla="*/ 124906 h 287418"/>
                <a:gd name="connsiteX97" fmla="*/ 156064 w 174898"/>
                <a:gd name="connsiteY97" fmla="*/ 128935 h 287418"/>
                <a:gd name="connsiteX98" fmla="*/ 153373 w 174898"/>
                <a:gd name="connsiteY98" fmla="*/ 131622 h 287418"/>
                <a:gd name="connsiteX99" fmla="*/ 152028 w 174898"/>
                <a:gd name="connsiteY99" fmla="*/ 130278 h 287418"/>
                <a:gd name="connsiteX100" fmla="*/ 152028 w 174898"/>
                <a:gd name="connsiteY100" fmla="*/ 127592 h 287418"/>
                <a:gd name="connsiteX101" fmla="*/ 150682 w 174898"/>
                <a:gd name="connsiteY101" fmla="*/ 124906 h 287418"/>
                <a:gd name="connsiteX102" fmla="*/ 150682 w 174898"/>
                <a:gd name="connsiteY102" fmla="*/ 120877 h 287418"/>
                <a:gd name="connsiteX103" fmla="*/ 156064 w 174898"/>
                <a:gd name="connsiteY103" fmla="*/ 111475 h 287418"/>
                <a:gd name="connsiteX104" fmla="*/ 153373 w 174898"/>
                <a:gd name="connsiteY104" fmla="*/ 107446 h 287418"/>
                <a:gd name="connsiteX105" fmla="*/ 154718 w 174898"/>
                <a:gd name="connsiteY105" fmla="*/ 104760 h 287418"/>
                <a:gd name="connsiteX106" fmla="*/ 157409 w 174898"/>
                <a:gd name="connsiteY106" fmla="*/ 106103 h 287418"/>
                <a:gd name="connsiteX107" fmla="*/ 160100 w 174898"/>
                <a:gd name="connsiteY107" fmla="*/ 103417 h 287418"/>
                <a:gd name="connsiteX108" fmla="*/ 158754 w 174898"/>
                <a:gd name="connsiteY108" fmla="*/ 98045 h 287418"/>
                <a:gd name="connsiteX109" fmla="*/ 156064 w 174898"/>
                <a:gd name="connsiteY109" fmla="*/ 92672 h 287418"/>
                <a:gd name="connsiteX110" fmla="*/ 150682 w 174898"/>
                <a:gd name="connsiteY110" fmla="*/ 92672 h 287418"/>
                <a:gd name="connsiteX111" fmla="*/ 145301 w 174898"/>
                <a:gd name="connsiteY111" fmla="*/ 94015 h 287418"/>
                <a:gd name="connsiteX112" fmla="*/ 142610 w 174898"/>
                <a:gd name="connsiteY112" fmla="*/ 98045 h 287418"/>
                <a:gd name="connsiteX113" fmla="*/ 141265 w 174898"/>
                <a:gd name="connsiteY113" fmla="*/ 95358 h 287418"/>
                <a:gd name="connsiteX114" fmla="*/ 139919 w 174898"/>
                <a:gd name="connsiteY114" fmla="*/ 94015 h 287418"/>
                <a:gd name="connsiteX115" fmla="*/ 141265 w 174898"/>
                <a:gd name="connsiteY115" fmla="*/ 85957 h 287418"/>
                <a:gd name="connsiteX116" fmla="*/ 138574 w 174898"/>
                <a:gd name="connsiteY116" fmla="*/ 79242 h 287418"/>
                <a:gd name="connsiteX117" fmla="*/ 138574 w 174898"/>
                <a:gd name="connsiteY117" fmla="*/ 68497 h 287418"/>
                <a:gd name="connsiteX118" fmla="*/ 138574 w 174898"/>
                <a:gd name="connsiteY118" fmla="*/ 60438 h 287418"/>
                <a:gd name="connsiteX119" fmla="*/ 141265 w 174898"/>
                <a:gd name="connsiteY119" fmla="*/ 55066 h 287418"/>
                <a:gd name="connsiteX120" fmla="*/ 142610 w 174898"/>
                <a:gd name="connsiteY120" fmla="*/ 45665 h 287418"/>
                <a:gd name="connsiteX121" fmla="*/ 141265 w 174898"/>
                <a:gd name="connsiteY121" fmla="*/ 40292 h 287418"/>
                <a:gd name="connsiteX122" fmla="*/ 145301 w 174898"/>
                <a:gd name="connsiteY122" fmla="*/ 32234 h 287418"/>
                <a:gd name="connsiteX123" fmla="*/ 146646 w 174898"/>
                <a:gd name="connsiteY123" fmla="*/ 24175 h 287418"/>
                <a:gd name="connsiteX124" fmla="*/ 141265 w 174898"/>
                <a:gd name="connsiteY124" fmla="*/ 18803 h 287418"/>
                <a:gd name="connsiteX125" fmla="*/ 139919 w 174898"/>
                <a:gd name="connsiteY125" fmla="*/ 13431 h 287418"/>
                <a:gd name="connsiteX126" fmla="*/ 133192 w 174898"/>
                <a:gd name="connsiteY126" fmla="*/ 8058 h 287418"/>
                <a:gd name="connsiteX127" fmla="*/ 131847 w 174898"/>
                <a:gd name="connsiteY127" fmla="*/ 4029 h 287418"/>
                <a:gd name="connsiteX128" fmla="*/ 123775 w 174898"/>
                <a:gd name="connsiteY128" fmla="*/ 0 h 287418"/>
                <a:gd name="connsiteX129" fmla="*/ 121084 w 174898"/>
                <a:gd name="connsiteY129" fmla="*/ 2686 h 287418"/>
                <a:gd name="connsiteX130" fmla="*/ 121084 w 174898"/>
                <a:gd name="connsiteY130" fmla="*/ 5372 h 287418"/>
                <a:gd name="connsiteX131" fmla="*/ 119738 w 174898"/>
                <a:gd name="connsiteY131" fmla="*/ 6715 h 287418"/>
                <a:gd name="connsiteX132" fmla="*/ 113012 w 174898"/>
                <a:gd name="connsiteY132" fmla="*/ 0 h 287418"/>
                <a:gd name="connsiteX133" fmla="*/ 107630 w 174898"/>
                <a:gd name="connsiteY133" fmla="*/ 1343 h 287418"/>
                <a:gd name="connsiteX134" fmla="*/ 107630 w 174898"/>
                <a:gd name="connsiteY134" fmla="*/ 6715 h 287418"/>
                <a:gd name="connsiteX135" fmla="*/ 103594 w 174898"/>
                <a:gd name="connsiteY135" fmla="*/ 13431 h 287418"/>
                <a:gd name="connsiteX136" fmla="*/ 106285 w 174898"/>
                <a:gd name="connsiteY136" fmla="*/ 17460 h 287418"/>
                <a:gd name="connsiteX137" fmla="*/ 111666 w 174898"/>
                <a:gd name="connsiteY137" fmla="*/ 17460 h 287418"/>
                <a:gd name="connsiteX138" fmla="*/ 117048 w 174898"/>
                <a:gd name="connsiteY138" fmla="*/ 14774 h 287418"/>
                <a:gd name="connsiteX139" fmla="*/ 122429 w 174898"/>
                <a:gd name="connsiteY139" fmla="*/ 18803 h 287418"/>
                <a:gd name="connsiteX140" fmla="*/ 125120 w 174898"/>
                <a:gd name="connsiteY140" fmla="*/ 22832 h 287418"/>
                <a:gd name="connsiteX141" fmla="*/ 129156 w 174898"/>
                <a:gd name="connsiteY141" fmla="*/ 22832 h 287418"/>
                <a:gd name="connsiteX142" fmla="*/ 129156 w 174898"/>
                <a:gd name="connsiteY142" fmla="*/ 26862 h 287418"/>
                <a:gd name="connsiteX143" fmla="*/ 121084 w 174898"/>
                <a:gd name="connsiteY143" fmla="*/ 33577 h 287418"/>
                <a:gd name="connsiteX144" fmla="*/ 117048 w 174898"/>
                <a:gd name="connsiteY144" fmla="*/ 33577 h 287418"/>
                <a:gd name="connsiteX145" fmla="*/ 111666 w 174898"/>
                <a:gd name="connsiteY145" fmla="*/ 29548 h 287418"/>
                <a:gd name="connsiteX146" fmla="*/ 107630 w 174898"/>
                <a:gd name="connsiteY146" fmla="*/ 30891 h 287418"/>
                <a:gd name="connsiteX147" fmla="*/ 102249 w 174898"/>
                <a:gd name="connsiteY147" fmla="*/ 29548 h 287418"/>
                <a:gd name="connsiteX148" fmla="*/ 104939 w 174898"/>
                <a:gd name="connsiteY148" fmla="*/ 33577 h 287418"/>
                <a:gd name="connsiteX149" fmla="*/ 108975 w 174898"/>
                <a:gd name="connsiteY149" fmla="*/ 34920 h 287418"/>
                <a:gd name="connsiteX150" fmla="*/ 104939 w 174898"/>
                <a:gd name="connsiteY150" fmla="*/ 38949 h 287418"/>
                <a:gd name="connsiteX151" fmla="*/ 99558 w 174898"/>
                <a:gd name="connsiteY151" fmla="*/ 40292 h 287418"/>
                <a:gd name="connsiteX152" fmla="*/ 92831 w 174898"/>
                <a:gd name="connsiteY152" fmla="*/ 32234 h 287418"/>
                <a:gd name="connsiteX153" fmla="*/ 84759 w 174898"/>
                <a:gd name="connsiteY153" fmla="*/ 36263 h 287418"/>
                <a:gd name="connsiteX154" fmla="*/ 83413 w 174898"/>
                <a:gd name="connsiteY154" fmla="*/ 42978 h 287418"/>
                <a:gd name="connsiteX155" fmla="*/ 79377 w 174898"/>
                <a:gd name="connsiteY155" fmla="*/ 47008 h 287418"/>
                <a:gd name="connsiteX156" fmla="*/ 79377 w 174898"/>
                <a:gd name="connsiteY156" fmla="*/ 49694 h 287418"/>
                <a:gd name="connsiteX157" fmla="*/ 84759 w 174898"/>
                <a:gd name="connsiteY157" fmla="*/ 51037 h 287418"/>
                <a:gd name="connsiteX158" fmla="*/ 86104 w 174898"/>
                <a:gd name="connsiteY158" fmla="*/ 57752 h 287418"/>
                <a:gd name="connsiteX159" fmla="*/ 91486 w 174898"/>
                <a:gd name="connsiteY159" fmla="*/ 60438 h 287418"/>
                <a:gd name="connsiteX160" fmla="*/ 91486 w 174898"/>
                <a:gd name="connsiteY160" fmla="*/ 63125 h 287418"/>
                <a:gd name="connsiteX161" fmla="*/ 87449 w 174898"/>
                <a:gd name="connsiteY161" fmla="*/ 63125 h 287418"/>
                <a:gd name="connsiteX162" fmla="*/ 86104 w 174898"/>
                <a:gd name="connsiteY162" fmla="*/ 67154 h 287418"/>
                <a:gd name="connsiteX163" fmla="*/ 88795 w 174898"/>
                <a:gd name="connsiteY163" fmla="*/ 69840 h 287418"/>
                <a:gd name="connsiteX164" fmla="*/ 88795 w 174898"/>
                <a:gd name="connsiteY164" fmla="*/ 73869 h 287418"/>
                <a:gd name="connsiteX165" fmla="*/ 86104 w 174898"/>
                <a:gd name="connsiteY165" fmla="*/ 72526 h 287418"/>
                <a:gd name="connsiteX166" fmla="*/ 82068 w 174898"/>
                <a:gd name="connsiteY166" fmla="*/ 69840 h 287418"/>
                <a:gd name="connsiteX167" fmla="*/ 76686 w 174898"/>
                <a:gd name="connsiteY167" fmla="*/ 69840 h 287418"/>
                <a:gd name="connsiteX168" fmla="*/ 71305 w 174898"/>
                <a:gd name="connsiteY168" fmla="*/ 65811 h 287418"/>
                <a:gd name="connsiteX169" fmla="*/ 68614 w 174898"/>
                <a:gd name="connsiteY169" fmla="*/ 64468 h 287418"/>
                <a:gd name="connsiteX170" fmla="*/ 63233 w 174898"/>
                <a:gd name="connsiteY170" fmla="*/ 67154 h 287418"/>
                <a:gd name="connsiteX171" fmla="*/ 61887 w 174898"/>
                <a:gd name="connsiteY171" fmla="*/ 72526 h 287418"/>
                <a:gd name="connsiteX172" fmla="*/ 64578 w 174898"/>
                <a:gd name="connsiteY172" fmla="*/ 76555 h 287418"/>
                <a:gd name="connsiteX173" fmla="*/ 63233 w 174898"/>
                <a:gd name="connsiteY173" fmla="*/ 80585 h 287418"/>
                <a:gd name="connsiteX174" fmla="*/ 60542 w 174898"/>
                <a:gd name="connsiteY174" fmla="*/ 79242 h 287418"/>
                <a:gd name="connsiteX175" fmla="*/ 60542 w 174898"/>
                <a:gd name="connsiteY175" fmla="*/ 75212 h 287418"/>
                <a:gd name="connsiteX176" fmla="*/ 56506 w 174898"/>
                <a:gd name="connsiteY176" fmla="*/ 73869 h 287418"/>
                <a:gd name="connsiteX177" fmla="*/ 51124 w 174898"/>
                <a:gd name="connsiteY177" fmla="*/ 71183 h 287418"/>
                <a:gd name="connsiteX178" fmla="*/ 49779 w 174898"/>
                <a:gd name="connsiteY178" fmla="*/ 72526 h 287418"/>
                <a:gd name="connsiteX179" fmla="*/ 45743 w 174898"/>
                <a:gd name="connsiteY179" fmla="*/ 67154 h 287418"/>
                <a:gd name="connsiteX180" fmla="*/ 43052 w 174898"/>
                <a:gd name="connsiteY180" fmla="*/ 67154 h 287418"/>
                <a:gd name="connsiteX181" fmla="*/ 41707 w 174898"/>
                <a:gd name="connsiteY181" fmla="*/ 69840 h 287418"/>
                <a:gd name="connsiteX182" fmla="*/ 44397 w 174898"/>
                <a:gd name="connsiteY182" fmla="*/ 76555 h 287418"/>
                <a:gd name="connsiteX183" fmla="*/ 43052 w 174898"/>
                <a:gd name="connsiteY183" fmla="*/ 81928 h 287418"/>
                <a:gd name="connsiteX184" fmla="*/ 44397 w 174898"/>
                <a:gd name="connsiteY184" fmla="*/ 88643 h 287418"/>
                <a:gd name="connsiteX185" fmla="*/ 48433 w 174898"/>
                <a:gd name="connsiteY185" fmla="*/ 91329 h 287418"/>
                <a:gd name="connsiteX186" fmla="*/ 55160 w 174898"/>
                <a:gd name="connsiteY186" fmla="*/ 92672 h 287418"/>
                <a:gd name="connsiteX187" fmla="*/ 57851 w 174898"/>
                <a:gd name="connsiteY187" fmla="*/ 95358 h 287418"/>
                <a:gd name="connsiteX188" fmla="*/ 56506 w 174898"/>
                <a:gd name="connsiteY188" fmla="*/ 95358 h 287418"/>
                <a:gd name="connsiteX189" fmla="*/ 49779 w 174898"/>
                <a:gd name="connsiteY189" fmla="*/ 95358 h 287418"/>
                <a:gd name="connsiteX190" fmla="*/ 56506 w 174898"/>
                <a:gd name="connsiteY190" fmla="*/ 99388 h 287418"/>
                <a:gd name="connsiteX191" fmla="*/ 57851 w 174898"/>
                <a:gd name="connsiteY191" fmla="*/ 103417 h 287418"/>
                <a:gd name="connsiteX192" fmla="*/ 63233 w 174898"/>
                <a:gd name="connsiteY192" fmla="*/ 106103 h 287418"/>
                <a:gd name="connsiteX193" fmla="*/ 69960 w 174898"/>
                <a:gd name="connsiteY193" fmla="*/ 106103 h 287418"/>
                <a:gd name="connsiteX194" fmla="*/ 72650 w 174898"/>
                <a:gd name="connsiteY194" fmla="*/ 103417 h 287418"/>
                <a:gd name="connsiteX195" fmla="*/ 75341 w 174898"/>
                <a:gd name="connsiteY195" fmla="*/ 103417 h 287418"/>
                <a:gd name="connsiteX196" fmla="*/ 75341 w 174898"/>
                <a:gd name="connsiteY196" fmla="*/ 107446 h 287418"/>
                <a:gd name="connsiteX197" fmla="*/ 71305 w 174898"/>
                <a:gd name="connsiteY197" fmla="*/ 110132 h 287418"/>
                <a:gd name="connsiteX198" fmla="*/ 69960 w 174898"/>
                <a:gd name="connsiteY198" fmla="*/ 118191 h 287418"/>
                <a:gd name="connsiteX199" fmla="*/ 65923 w 174898"/>
                <a:gd name="connsiteY199" fmla="*/ 118191 h 287418"/>
                <a:gd name="connsiteX200" fmla="*/ 60542 w 174898"/>
                <a:gd name="connsiteY200" fmla="*/ 112818 h 287418"/>
                <a:gd name="connsiteX201" fmla="*/ 45743 w 174898"/>
                <a:gd name="connsiteY201" fmla="*/ 110132 h 287418"/>
                <a:gd name="connsiteX202" fmla="*/ 40361 w 174898"/>
                <a:gd name="connsiteY202" fmla="*/ 103417 h 287418"/>
                <a:gd name="connsiteX203" fmla="*/ 37671 w 174898"/>
                <a:gd name="connsiteY203" fmla="*/ 102074 h 287418"/>
                <a:gd name="connsiteX204" fmla="*/ 34980 w 174898"/>
                <a:gd name="connsiteY204" fmla="*/ 98045 h 287418"/>
                <a:gd name="connsiteX205" fmla="*/ 33634 w 174898"/>
                <a:gd name="connsiteY205" fmla="*/ 98045 h 287418"/>
                <a:gd name="connsiteX206" fmla="*/ 30944 w 174898"/>
                <a:gd name="connsiteY206" fmla="*/ 104760 h 287418"/>
                <a:gd name="connsiteX207" fmla="*/ 32289 w 174898"/>
                <a:gd name="connsiteY207" fmla="*/ 106103 h 287418"/>
                <a:gd name="connsiteX208" fmla="*/ 29598 w 174898"/>
                <a:gd name="connsiteY208" fmla="*/ 110132 h 287418"/>
                <a:gd name="connsiteX209" fmla="*/ 32289 w 174898"/>
                <a:gd name="connsiteY209" fmla="*/ 116848 h 287418"/>
                <a:gd name="connsiteX210" fmla="*/ 28253 w 174898"/>
                <a:gd name="connsiteY210" fmla="*/ 119534 h 287418"/>
                <a:gd name="connsiteX211" fmla="*/ 24217 w 174898"/>
                <a:gd name="connsiteY211" fmla="*/ 118191 h 287418"/>
                <a:gd name="connsiteX212" fmla="*/ 24217 w 174898"/>
                <a:gd name="connsiteY212" fmla="*/ 124906 h 287418"/>
                <a:gd name="connsiteX213" fmla="*/ 21526 w 174898"/>
                <a:gd name="connsiteY213" fmla="*/ 126249 h 287418"/>
                <a:gd name="connsiteX214" fmla="*/ 21526 w 174898"/>
                <a:gd name="connsiteY214" fmla="*/ 138337 h 287418"/>
                <a:gd name="connsiteX215" fmla="*/ 25562 w 174898"/>
                <a:gd name="connsiteY215" fmla="*/ 141023 h 287418"/>
                <a:gd name="connsiteX216" fmla="*/ 33634 w 174898"/>
                <a:gd name="connsiteY216" fmla="*/ 141023 h 287418"/>
                <a:gd name="connsiteX217" fmla="*/ 37671 w 174898"/>
                <a:gd name="connsiteY217" fmla="*/ 143709 h 287418"/>
                <a:gd name="connsiteX218" fmla="*/ 43052 w 174898"/>
                <a:gd name="connsiteY218" fmla="*/ 142366 h 287418"/>
                <a:gd name="connsiteX219" fmla="*/ 43052 w 174898"/>
                <a:gd name="connsiteY219" fmla="*/ 145052 h 287418"/>
                <a:gd name="connsiteX220" fmla="*/ 39016 w 174898"/>
                <a:gd name="connsiteY220" fmla="*/ 146395 h 287418"/>
                <a:gd name="connsiteX221" fmla="*/ 33634 w 174898"/>
                <a:gd name="connsiteY221" fmla="*/ 145052 h 287418"/>
                <a:gd name="connsiteX222" fmla="*/ 25562 w 174898"/>
                <a:gd name="connsiteY222" fmla="*/ 145052 h 287418"/>
                <a:gd name="connsiteX223" fmla="*/ 22871 w 174898"/>
                <a:gd name="connsiteY223" fmla="*/ 143709 h 287418"/>
                <a:gd name="connsiteX224" fmla="*/ 17490 w 174898"/>
                <a:gd name="connsiteY224" fmla="*/ 143709 h 287418"/>
                <a:gd name="connsiteX225" fmla="*/ 10763 w 174898"/>
                <a:gd name="connsiteY225" fmla="*/ 153111 h 287418"/>
                <a:gd name="connsiteX226" fmla="*/ 10763 w 174898"/>
                <a:gd name="connsiteY226" fmla="*/ 157140 h 287418"/>
                <a:gd name="connsiteX227" fmla="*/ 13454 w 174898"/>
                <a:gd name="connsiteY227" fmla="*/ 159826 h 287418"/>
                <a:gd name="connsiteX228" fmla="*/ 12108 w 174898"/>
                <a:gd name="connsiteY228" fmla="*/ 162512 h 287418"/>
                <a:gd name="connsiteX229" fmla="*/ 9418 w 174898"/>
                <a:gd name="connsiteY229" fmla="*/ 163855 h 287418"/>
                <a:gd name="connsiteX230" fmla="*/ 9418 w 174898"/>
                <a:gd name="connsiteY230" fmla="*/ 167885 h 287418"/>
                <a:gd name="connsiteX231" fmla="*/ 12108 w 174898"/>
                <a:gd name="connsiteY231" fmla="*/ 170571 h 287418"/>
                <a:gd name="connsiteX232" fmla="*/ 14799 w 174898"/>
                <a:gd name="connsiteY232" fmla="*/ 169228 h 287418"/>
                <a:gd name="connsiteX233" fmla="*/ 21526 w 174898"/>
                <a:gd name="connsiteY233" fmla="*/ 169228 h 287418"/>
                <a:gd name="connsiteX234" fmla="*/ 25562 w 174898"/>
                <a:gd name="connsiteY234" fmla="*/ 165198 h 287418"/>
                <a:gd name="connsiteX235" fmla="*/ 28253 w 174898"/>
                <a:gd name="connsiteY235" fmla="*/ 167885 h 287418"/>
                <a:gd name="connsiteX236" fmla="*/ 28253 w 174898"/>
                <a:gd name="connsiteY236" fmla="*/ 171914 h 287418"/>
                <a:gd name="connsiteX237" fmla="*/ 22871 w 174898"/>
                <a:gd name="connsiteY237" fmla="*/ 171914 h 287418"/>
                <a:gd name="connsiteX238" fmla="*/ 20181 w 174898"/>
                <a:gd name="connsiteY238" fmla="*/ 177286 h 287418"/>
                <a:gd name="connsiteX239" fmla="*/ 22871 w 174898"/>
                <a:gd name="connsiteY239" fmla="*/ 179972 h 287418"/>
                <a:gd name="connsiteX240" fmla="*/ 25562 w 174898"/>
                <a:gd name="connsiteY240" fmla="*/ 179972 h 287418"/>
                <a:gd name="connsiteX241" fmla="*/ 30944 w 174898"/>
                <a:gd name="connsiteY241" fmla="*/ 175943 h 287418"/>
                <a:gd name="connsiteX242" fmla="*/ 33634 w 174898"/>
                <a:gd name="connsiteY242" fmla="*/ 175943 h 287418"/>
                <a:gd name="connsiteX243" fmla="*/ 37671 w 174898"/>
                <a:gd name="connsiteY243" fmla="*/ 171914 h 287418"/>
                <a:gd name="connsiteX244" fmla="*/ 39016 w 174898"/>
                <a:gd name="connsiteY244" fmla="*/ 174600 h 287418"/>
                <a:gd name="connsiteX245" fmla="*/ 36325 w 174898"/>
                <a:gd name="connsiteY245" fmla="*/ 178629 h 287418"/>
                <a:gd name="connsiteX246" fmla="*/ 39016 w 174898"/>
                <a:gd name="connsiteY246" fmla="*/ 179972 h 287418"/>
                <a:gd name="connsiteX247" fmla="*/ 47088 w 174898"/>
                <a:gd name="connsiteY247" fmla="*/ 179972 h 287418"/>
                <a:gd name="connsiteX248" fmla="*/ 48433 w 174898"/>
                <a:gd name="connsiteY248" fmla="*/ 182658 h 287418"/>
                <a:gd name="connsiteX249" fmla="*/ 43052 w 174898"/>
                <a:gd name="connsiteY249" fmla="*/ 182658 h 287418"/>
                <a:gd name="connsiteX250" fmla="*/ 43052 w 174898"/>
                <a:gd name="connsiteY250" fmla="*/ 186688 h 287418"/>
                <a:gd name="connsiteX251" fmla="*/ 47088 w 174898"/>
                <a:gd name="connsiteY251" fmla="*/ 188031 h 287418"/>
                <a:gd name="connsiteX252" fmla="*/ 52470 w 174898"/>
                <a:gd name="connsiteY252" fmla="*/ 186688 h 287418"/>
                <a:gd name="connsiteX253" fmla="*/ 59196 w 174898"/>
                <a:gd name="connsiteY253" fmla="*/ 190717 h 287418"/>
                <a:gd name="connsiteX254" fmla="*/ 71305 w 174898"/>
                <a:gd name="connsiteY254" fmla="*/ 193403 h 287418"/>
                <a:gd name="connsiteX255" fmla="*/ 72650 w 174898"/>
                <a:gd name="connsiteY255" fmla="*/ 196089 h 287418"/>
                <a:gd name="connsiteX256" fmla="*/ 61887 w 174898"/>
                <a:gd name="connsiteY256" fmla="*/ 196089 h 287418"/>
                <a:gd name="connsiteX257" fmla="*/ 56506 w 174898"/>
                <a:gd name="connsiteY257" fmla="*/ 196089 h 287418"/>
                <a:gd name="connsiteX258" fmla="*/ 49779 w 174898"/>
                <a:gd name="connsiteY258" fmla="*/ 190717 h 287418"/>
                <a:gd name="connsiteX259" fmla="*/ 43052 w 174898"/>
                <a:gd name="connsiteY259" fmla="*/ 193403 h 287418"/>
                <a:gd name="connsiteX260" fmla="*/ 43052 w 174898"/>
                <a:gd name="connsiteY260" fmla="*/ 196089 h 287418"/>
                <a:gd name="connsiteX261" fmla="*/ 49779 w 174898"/>
                <a:gd name="connsiteY261" fmla="*/ 200118 h 287418"/>
                <a:gd name="connsiteX262" fmla="*/ 60542 w 174898"/>
                <a:gd name="connsiteY262" fmla="*/ 201462 h 287418"/>
                <a:gd name="connsiteX263" fmla="*/ 69960 w 174898"/>
                <a:gd name="connsiteY263" fmla="*/ 201462 h 287418"/>
                <a:gd name="connsiteX264" fmla="*/ 73996 w 174898"/>
                <a:gd name="connsiteY264" fmla="*/ 204148 h 287418"/>
                <a:gd name="connsiteX265" fmla="*/ 63233 w 174898"/>
                <a:gd name="connsiteY265" fmla="*/ 205491 h 287418"/>
                <a:gd name="connsiteX266" fmla="*/ 59196 w 174898"/>
                <a:gd name="connsiteY266" fmla="*/ 204148 h 287418"/>
                <a:gd name="connsiteX267" fmla="*/ 49779 w 174898"/>
                <a:gd name="connsiteY267" fmla="*/ 202805 h 287418"/>
                <a:gd name="connsiteX268" fmla="*/ 43052 w 174898"/>
                <a:gd name="connsiteY268" fmla="*/ 202805 h 287418"/>
                <a:gd name="connsiteX269" fmla="*/ 39016 w 174898"/>
                <a:gd name="connsiteY269" fmla="*/ 198775 h 287418"/>
                <a:gd name="connsiteX270" fmla="*/ 34980 w 174898"/>
                <a:gd name="connsiteY270" fmla="*/ 197432 h 287418"/>
                <a:gd name="connsiteX271" fmla="*/ 26908 w 174898"/>
                <a:gd name="connsiteY271" fmla="*/ 190717 h 287418"/>
                <a:gd name="connsiteX272" fmla="*/ 24217 w 174898"/>
                <a:gd name="connsiteY272" fmla="*/ 193403 h 287418"/>
                <a:gd name="connsiteX273" fmla="*/ 20181 w 174898"/>
                <a:gd name="connsiteY273" fmla="*/ 196089 h 287418"/>
                <a:gd name="connsiteX274" fmla="*/ 13454 w 174898"/>
                <a:gd name="connsiteY274" fmla="*/ 197432 h 287418"/>
                <a:gd name="connsiteX275" fmla="*/ 9418 w 174898"/>
                <a:gd name="connsiteY275" fmla="*/ 200118 h 287418"/>
                <a:gd name="connsiteX276" fmla="*/ 8072 w 174898"/>
                <a:gd name="connsiteY276" fmla="*/ 209520 h 287418"/>
                <a:gd name="connsiteX277" fmla="*/ 13454 w 174898"/>
                <a:gd name="connsiteY277" fmla="*/ 214892 h 287418"/>
                <a:gd name="connsiteX278" fmla="*/ 13454 w 174898"/>
                <a:gd name="connsiteY278" fmla="*/ 220265 h 287418"/>
                <a:gd name="connsiteX279" fmla="*/ 12108 w 174898"/>
                <a:gd name="connsiteY279" fmla="*/ 222951 h 287418"/>
                <a:gd name="connsiteX280" fmla="*/ 8072 w 174898"/>
                <a:gd name="connsiteY280" fmla="*/ 214892 h 287418"/>
                <a:gd name="connsiteX281" fmla="*/ 5381 w 174898"/>
                <a:gd name="connsiteY281" fmla="*/ 213549 h 287418"/>
                <a:gd name="connsiteX282" fmla="*/ 2691 w 174898"/>
                <a:gd name="connsiteY282" fmla="*/ 225637 h 287418"/>
                <a:gd name="connsiteX283" fmla="*/ 2691 w 174898"/>
                <a:gd name="connsiteY283" fmla="*/ 232352 h 287418"/>
                <a:gd name="connsiteX284" fmla="*/ 6727 w 174898"/>
                <a:gd name="connsiteY284" fmla="*/ 232352 h 287418"/>
                <a:gd name="connsiteX285" fmla="*/ 8072 w 174898"/>
                <a:gd name="connsiteY285" fmla="*/ 231009 h 287418"/>
                <a:gd name="connsiteX286" fmla="*/ 12108 w 174898"/>
                <a:gd name="connsiteY286" fmla="*/ 231009 h 287418"/>
                <a:gd name="connsiteX287" fmla="*/ 14799 w 174898"/>
                <a:gd name="connsiteY287" fmla="*/ 237725 h 287418"/>
                <a:gd name="connsiteX288" fmla="*/ 18835 w 174898"/>
                <a:gd name="connsiteY288" fmla="*/ 237725 h 287418"/>
                <a:gd name="connsiteX289" fmla="*/ 14799 w 174898"/>
                <a:gd name="connsiteY289" fmla="*/ 239068 h 287418"/>
                <a:gd name="connsiteX290" fmla="*/ 12108 w 174898"/>
                <a:gd name="connsiteY290" fmla="*/ 241754 h 287418"/>
                <a:gd name="connsiteX291" fmla="*/ 8072 w 174898"/>
                <a:gd name="connsiteY291" fmla="*/ 236382 h 287418"/>
                <a:gd name="connsiteX292" fmla="*/ 1345 w 174898"/>
                <a:gd name="connsiteY292" fmla="*/ 237725 h 287418"/>
                <a:gd name="connsiteX293" fmla="*/ 0 w 174898"/>
                <a:gd name="connsiteY293" fmla="*/ 245783 h 287418"/>
                <a:gd name="connsiteX294" fmla="*/ 2691 w 174898"/>
                <a:gd name="connsiteY294" fmla="*/ 249812 h 287418"/>
                <a:gd name="connsiteX295" fmla="*/ 5381 w 174898"/>
                <a:gd name="connsiteY295" fmla="*/ 247126 h 287418"/>
                <a:gd name="connsiteX296" fmla="*/ 4036 w 174898"/>
                <a:gd name="connsiteY296" fmla="*/ 251155 h 287418"/>
                <a:gd name="connsiteX297" fmla="*/ 4036 w 174898"/>
                <a:gd name="connsiteY297" fmla="*/ 263243 h 287418"/>
                <a:gd name="connsiteX298" fmla="*/ 6727 w 174898"/>
                <a:gd name="connsiteY298" fmla="*/ 260557 h 287418"/>
                <a:gd name="connsiteX299" fmla="*/ 10763 w 174898"/>
                <a:gd name="connsiteY299" fmla="*/ 261900 h 287418"/>
                <a:gd name="connsiteX300" fmla="*/ 10763 w 174898"/>
                <a:gd name="connsiteY300" fmla="*/ 268615 h 287418"/>
                <a:gd name="connsiteX301" fmla="*/ 17490 w 174898"/>
                <a:gd name="connsiteY301" fmla="*/ 271302 h 287418"/>
                <a:gd name="connsiteX302" fmla="*/ 28253 w 174898"/>
                <a:gd name="connsiteY302" fmla="*/ 278017 h 287418"/>
                <a:gd name="connsiteX303" fmla="*/ 33634 w 174898"/>
                <a:gd name="connsiteY303" fmla="*/ 276674 h 287418"/>
                <a:gd name="connsiteX304" fmla="*/ 34980 w 174898"/>
                <a:gd name="connsiteY304" fmla="*/ 271302 h 287418"/>
                <a:gd name="connsiteX305" fmla="*/ 33634 w 174898"/>
                <a:gd name="connsiteY305" fmla="*/ 267272 h 287418"/>
                <a:gd name="connsiteX306" fmla="*/ 41707 w 174898"/>
                <a:gd name="connsiteY306" fmla="*/ 267272 h 287418"/>
                <a:gd name="connsiteX307" fmla="*/ 41707 w 174898"/>
                <a:gd name="connsiteY307" fmla="*/ 272645 h 287418"/>
                <a:gd name="connsiteX308" fmla="*/ 41707 w 174898"/>
                <a:gd name="connsiteY308" fmla="*/ 276674 h 287418"/>
                <a:gd name="connsiteX309" fmla="*/ 41707 w 174898"/>
                <a:gd name="connsiteY309" fmla="*/ 282046 h 287418"/>
                <a:gd name="connsiteX310" fmla="*/ 44397 w 174898"/>
                <a:gd name="connsiteY310" fmla="*/ 280703 h 287418"/>
                <a:gd name="connsiteX311" fmla="*/ 48433 w 174898"/>
                <a:gd name="connsiteY311" fmla="*/ 268615 h 287418"/>
                <a:gd name="connsiteX312" fmla="*/ 48433 w 174898"/>
                <a:gd name="connsiteY312" fmla="*/ 257871 h 287418"/>
                <a:gd name="connsiteX313" fmla="*/ 49779 w 174898"/>
                <a:gd name="connsiteY313" fmla="*/ 251155 h 287418"/>
                <a:gd name="connsiteX314" fmla="*/ 56506 w 174898"/>
                <a:gd name="connsiteY314" fmla="*/ 245783 h 287418"/>
                <a:gd name="connsiteX315" fmla="*/ 57851 w 174898"/>
                <a:gd name="connsiteY315" fmla="*/ 239068 h 287418"/>
                <a:gd name="connsiteX316" fmla="*/ 57851 w 174898"/>
                <a:gd name="connsiteY316" fmla="*/ 245783 h 287418"/>
                <a:gd name="connsiteX317" fmla="*/ 52470 w 174898"/>
                <a:gd name="connsiteY317" fmla="*/ 256528 h 287418"/>
                <a:gd name="connsiteX318" fmla="*/ 51124 w 174898"/>
                <a:gd name="connsiteY318" fmla="*/ 263243 h 287418"/>
                <a:gd name="connsiteX319" fmla="*/ 52470 w 174898"/>
                <a:gd name="connsiteY319" fmla="*/ 267272 h 287418"/>
                <a:gd name="connsiteX320" fmla="*/ 51124 w 174898"/>
                <a:gd name="connsiteY320" fmla="*/ 276674 h 287418"/>
                <a:gd name="connsiteX321" fmla="*/ 52470 w 174898"/>
                <a:gd name="connsiteY321" fmla="*/ 282046 h 287418"/>
                <a:gd name="connsiteX322" fmla="*/ 52470 w 174898"/>
                <a:gd name="connsiteY322" fmla="*/ 284732 h 287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</a:cxnLst>
              <a:rect l="l" t="t" r="r" b="b"/>
              <a:pathLst>
                <a:path w="174898" h="287418">
                  <a:moveTo>
                    <a:pt x="53815" y="287418"/>
                  </a:moveTo>
                  <a:lnTo>
                    <a:pt x="56506" y="284732"/>
                  </a:lnTo>
                  <a:lnTo>
                    <a:pt x="60542" y="278017"/>
                  </a:lnTo>
                  <a:lnTo>
                    <a:pt x="68614" y="269958"/>
                  </a:lnTo>
                  <a:lnTo>
                    <a:pt x="71305" y="256528"/>
                  </a:lnTo>
                  <a:lnTo>
                    <a:pt x="75341" y="255185"/>
                  </a:lnTo>
                  <a:lnTo>
                    <a:pt x="75341" y="259214"/>
                  </a:lnTo>
                  <a:lnTo>
                    <a:pt x="73996" y="265929"/>
                  </a:lnTo>
                  <a:lnTo>
                    <a:pt x="73996" y="268615"/>
                  </a:lnTo>
                  <a:lnTo>
                    <a:pt x="78032" y="269958"/>
                  </a:lnTo>
                  <a:lnTo>
                    <a:pt x="83413" y="264586"/>
                  </a:lnTo>
                  <a:lnTo>
                    <a:pt x="87449" y="261900"/>
                  </a:lnTo>
                  <a:lnTo>
                    <a:pt x="87449" y="256528"/>
                  </a:lnTo>
                  <a:lnTo>
                    <a:pt x="82068" y="255185"/>
                  </a:lnTo>
                  <a:lnTo>
                    <a:pt x="82068" y="253842"/>
                  </a:lnTo>
                  <a:lnTo>
                    <a:pt x="87449" y="251155"/>
                  </a:lnTo>
                  <a:lnTo>
                    <a:pt x="87449" y="244440"/>
                  </a:lnTo>
                  <a:lnTo>
                    <a:pt x="86104" y="241754"/>
                  </a:lnTo>
                  <a:lnTo>
                    <a:pt x="86104" y="236382"/>
                  </a:lnTo>
                  <a:lnTo>
                    <a:pt x="92831" y="231009"/>
                  </a:lnTo>
                  <a:lnTo>
                    <a:pt x="94176" y="222951"/>
                  </a:lnTo>
                  <a:lnTo>
                    <a:pt x="99558" y="221608"/>
                  </a:lnTo>
                  <a:lnTo>
                    <a:pt x="102249" y="217578"/>
                  </a:lnTo>
                  <a:lnTo>
                    <a:pt x="102249" y="221608"/>
                  </a:lnTo>
                  <a:lnTo>
                    <a:pt x="102249" y="224294"/>
                  </a:lnTo>
                  <a:lnTo>
                    <a:pt x="99558" y="225637"/>
                  </a:lnTo>
                  <a:lnTo>
                    <a:pt x="95522" y="233695"/>
                  </a:lnTo>
                  <a:lnTo>
                    <a:pt x="91486" y="239068"/>
                  </a:lnTo>
                  <a:lnTo>
                    <a:pt x="90140" y="247126"/>
                  </a:lnTo>
                  <a:lnTo>
                    <a:pt x="92831" y="251155"/>
                  </a:lnTo>
                  <a:lnTo>
                    <a:pt x="94176" y="257871"/>
                  </a:lnTo>
                  <a:lnTo>
                    <a:pt x="96867" y="255185"/>
                  </a:lnTo>
                  <a:lnTo>
                    <a:pt x="100903" y="245783"/>
                  </a:lnTo>
                  <a:lnTo>
                    <a:pt x="110321" y="237725"/>
                  </a:lnTo>
                  <a:lnTo>
                    <a:pt x="114357" y="232352"/>
                  </a:lnTo>
                  <a:lnTo>
                    <a:pt x="114357" y="225637"/>
                  </a:lnTo>
                  <a:lnTo>
                    <a:pt x="117048" y="220265"/>
                  </a:lnTo>
                  <a:lnTo>
                    <a:pt x="121084" y="218922"/>
                  </a:lnTo>
                  <a:lnTo>
                    <a:pt x="121084" y="222951"/>
                  </a:lnTo>
                  <a:lnTo>
                    <a:pt x="119738" y="224294"/>
                  </a:lnTo>
                  <a:lnTo>
                    <a:pt x="119738" y="229666"/>
                  </a:lnTo>
                  <a:lnTo>
                    <a:pt x="123775" y="228323"/>
                  </a:lnTo>
                  <a:lnTo>
                    <a:pt x="129156" y="221608"/>
                  </a:lnTo>
                  <a:lnTo>
                    <a:pt x="134538" y="221608"/>
                  </a:lnTo>
                  <a:lnTo>
                    <a:pt x="141265" y="221608"/>
                  </a:lnTo>
                  <a:lnTo>
                    <a:pt x="149337" y="218922"/>
                  </a:lnTo>
                  <a:lnTo>
                    <a:pt x="154718" y="218922"/>
                  </a:lnTo>
                  <a:lnTo>
                    <a:pt x="158754" y="214892"/>
                  </a:lnTo>
                  <a:lnTo>
                    <a:pt x="162790" y="213549"/>
                  </a:lnTo>
                  <a:lnTo>
                    <a:pt x="165481" y="208177"/>
                  </a:lnTo>
                  <a:lnTo>
                    <a:pt x="165481" y="205491"/>
                  </a:lnTo>
                  <a:lnTo>
                    <a:pt x="165481" y="201462"/>
                  </a:lnTo>
                  <a:lnTo>
                    <a:pt x="162790" y="197432"/>
                  </a:lnTo>
                  <a:lnTo>
                    <a:pt x="165481" y="192060"/>
                  </a:lnTo>
                  <a:lnTo>
                    <a:pt x="164136" y="179972"/>
                  </a:lnTo>
                  <a:lnTo>
                    <a:pt x="162790" y="179972"/>
                  </a:lnTo>
                  <a:lnTo>
                    <a:pt x="158754" y="186688"/>
                  </a:lnTo>
                  <a:lnTo>
                    <a:pt x="153373" y="193403"/>
                  </a:lnTo>
                  <a:lnTo>
                    <a:pt x="150682" y="193403"/>
                  </a:lnTo>
                  <a:lnTo>
                    <a:pt x="150682" y="190717"/>
                  </a:lnTo>
                  <a:lnTo>
                    <a:pt x="154718" y="185345"/>
                  </a:lnTo>
                  <a:lnTo>
                    <a:pt x="158754" y="182658"/>
                  </a:lnTo>
                  <a:lnTo>
                    <a:pt x="160100" y="178629"/>
                  </a:lnTo>
                  <a:lnTo>
                    <a:pt x="154718" y="173257"/>
                  </a:lnTo>
                  <a:lnTo>
                    <a:pt x="153373" y="169228"/>
                  </a:lnTo>
                  <a:lnTo>
                    <a:pt x="150682" y="169228"/>
                  </a:lnTo>
                  <a:lnTo>
                    <a:pt x="147991" y="170571"/>
                  </a:lnTo>
                  <a:lnTo>
                    <a:pt x="146646" y="174600"/>
                  </a:lnTo>
                  <a:lnTo>
                    <a:pt x="143955" y="171914"/>
                  </a:lnTo>
                  <a:lnTo>
                    <a:pt x="138574" y="171914"/>
                  </a:lnTo>
                  <a:lnTo>
                    <a:pt x="134538" y="174600"/>
                  </a:lnTo>
                  <a:lnTo>
                    <a:pt x="130501" y="174600"/>
                  </a:lnTo>
                  <a:lnTo>
                    <a:pt x="131847" y="171914"/>
                  </a:lnTo>
                  <a:lnTo>
                    <a:pt x="145301" y="166542"/>
                  </a:lnTo>
                  <a:lnTo>
                    <a:pt x="149337" y="165198"/>
                  </a:lnTo>
                  <a:lnTo>
                    <a:pt x="158754" y="155797"/>
                  </a:lnTo>
                  <a:lnTo>
                    <a:pt x="161445" y="154454"/>
                  </a:lnTo>
                  <a:lnTo>
                    <a:pt x="166827" y="143709"/>
                  </a:lnTo>
                  <a:lnTo>
                    <a:pt x="169517" y="135651"/>
                  </a:lnTo>
                  <a:lnTo>
                    <a:pt x="168172" y="134308"/>
                  </a:lnTo>
                  <a:lnTo>
                    <a:pt x="164136" y="134308"/>
                  </a:lnTo>
                  <a:lnTo>
                    <a:pt x="160100" y="136994"/>
                  </a:lnTo>
                  <a:lnTo>
                    <a:pt x="158754" y="134308"/>
                  </a:lnTo>
                  <a:lnTo>
                    <a:pt x="160100" y="131622"/>
                  </a:lnTo>
                  <a:lnTo>
                    <a:pt x="164136" y="130278"/>
                  </a:lnTo>
                  <a:lnTo>
                    <a:pt x="168172" y="130278"/>
                  </a:lnTo>
                  <a:lnTo>
                    <a:pt x="169517" y="126249"/>
                  </a:lnTo>
                  <a:lnTo>
                    <a:pt x="169517" y="120877"/>
                  </a:lnTo>
                  <a:lnTo>
                    <a:pt x="174899" y="115505"/>
                  </a:lnTo>
                  <a:lnTo>
                    <a:pt x="174899" y="110132"/>
                  </a:lnTo>
                  <a:lnTo>
                    <a:pt x="172208" y="108789"/>
                  </a:lnTo>
                  <a:lnTo>
                    <a:pt x="173554" y="104760"/>
                  </a:lnTo>
                  <a:lnTo>
                    <a:pt x="168172" y="102074"/>
                  </a:lnTo>
                  <a:lnTo>
                    <a:pt x="164136" y="104760"/>
                  </a:lnTo>
                  <a:lnTo>
                    <a:pt x="158754" y="115505"/>
                  </a:lnTo>
                  <a:lnTo>
                    <a:pt x="157409" y="122220"/>
                  </a:lnTo>
                  <a:lnTo>
                    <a:pt x="160100" y="124906"/>
                  </a:lnTo>
                  <a:lnTo>
                    <a:pt x="156064" y="128935"/>
                  </a:lnTo>
                  <a:lnTo>
                    <a:pt x="153373" y="131622"/>
                  </a:lnTo>
                  <a:lnTo>
                    <a:pt x="152028" y="130278"/>
                  </a:lnTo>
                  <a:lnTo>
                    <a:pt x="152028" y="127592"/>
                  </a:lnTo>
                  <a:lnTo>
                    <a:pt x="150682" y="124906"/>
                  </a:lnTo>
                  <a:lnTo>
                    <a:pt x="150682" y="120877"/>
                  </a:lnTo>
                  <a:lnTo>
                    <a:pt x="156064" y="111475"/>
                  </a:lnTo>
                  <a:lnTo>
                    <a:pt x="153373" y="107446"/>
                  </a:lnTo>
                  <a:lnTo>
                    <a:pt x="154718" y="104760"/>
                  </a:lnTo>
                  <a:lnTo>
                    <a:pt x="157409" y="106103"/>
                  </a:lnTo>
                  <a:lnTo>
                    <a:pt x="160100" y="103417"/>
                  </a:lnTo>
                  <a:lnTo>
                    <a:pt x="158754" y="98045"/>
                  </a:lnTo>
                  <a:lnTo>
                    <a:pt x="156064" y="92672"/>
                  </a:lnTo>
                  <a:lnTo>
                    <a:pt x="150682" y="92672"/>
                  </a:lnTo>
                  <a:lnTo>
                    <a:pt x="145301" y="94015"/>
                  </a:lnTo>
                  <a:lnTo>
                    <a:pt x="142610" y="98045"/>
                  </a:lnTo>
                  <a:lnTo>
                    <a:pt x="141265" y="95358"/>
                  </a:lnTo>
                  <a:lnTo>
                    <a:pt x="139919" y="94015"/>
                  </a:lnTo>
                  <a:lnTo>
                    <a:pt x="141265" y="85957"/>
                  </a:lnTo>
                  <a:lnTo>
                    <a:pt x="138574" y="79242"/>
                  </a:lnTo>
                  <a:lnTo>
                    <a:pt x="138574" y="68497"/>
                  </a:lnTo>
                  <a:lnTo>
                    <a:pt x="138574" y="60438"/>
                  </a:lnTo>
                  <a:lnTo>
                    <a:pt x="141265" y="55066"/>
                  </a:lnTo>
                  <a:lnTo>
                    <a:pt x="142610" y="45665"/>
                  </a:lnTo>
                  <a:lnTo>
                    <a:pt x="141265" y="40292"/>
                  </a:lnTo>
                  <a:lnTo>
                    <a:pt x="145301" y="32234"/>
                  </a:lnTo>
                  <a:lnTo>
                    <a:pt x="146646" y="24175"/>
                  </a:lnTo>
                  <a:lnTo>
                    <a:pt x="141265" y="18803"/>
                  </a:lnTo>
                  <a:lnTo>
                    <a:pt x="139919" y="13431"/>
                  </a:lnTo>
                  <a:lnTo>
                    <a:pt x="133192" y="8058"/>
                  </a:lnTo>
                  <a:lnTo>
                    <a:pt x="131847" y="4029"/>
                  </a:lnTo>
                  <a:lnTo>
                    <a:pt x="123775" y="0"/>
                  </a:lnTo>
                  <a:lnTo>
                    <a:pt x="121084" y="2686"/>
                  </a:lnTo>
                  <a:lnTo>
                    <a:pt x="121084" y="5372"/>
                  </a:lnTo>
                  <a:lnTo>
                    <a:pt x="119738" y="6715"/>
                  </a:lnTo>
                  <a:lnTo>
                    <a:pt x="113012" y="0"/>
                  </a:lnTo>
                  <a:lnTo>
                    <a:pt x="107630" y="1343"/>
                  </a:lnTo>
                  <a:lnTo>
                    <a:pt x="107630" y="6715"/>
                  </a:lnTo>
                  <a:lnTo>
                    <a:pt x="103594" y="13431"/>
                  </a:lnTo>
                  <a:lnTo>
                    <a:pt x="106285" y="17460"/>
                  </a:lnTo>
                  <a:lnTo>
                    <a:pt x="111666" y="17460"/>
                  </a:lnTo>
                  <a:lnTo>
                    <a:pt x="117048" y="14774"/>
                  </a:lnTo>
                  <a:lnTo>
                    <a:pt x="122429" y="18803"/>
                  </a:lnTo>
                  <a:lnTo>
                    <a:pt x="125120" y="22832"/>
                  </a:lnTo>
                  <a:lnTo>
                    <a:pt x="129156" y="22832"/>
                  </a:lnTo>
                  <a:lnTo>
                    <a:pt x="129156" y="26862"/>
                  </a:lnTo>
                  <a:lnTo>
                    <a:pt x="121084" y="33577"/>
                  </a:lnTo>
                  <a:lnTo>
                    <a:pt x="117048" y="33577"/>
                  </a:lnTo>
                  <a:lnTo>
                    <a:pt x="111666" y="29548"/>
                  </a:lnTo>
                  <a:lnTo>
                    <a:pt x="107630" y="30891"/>
                  </a:lnTo>
                  <a:lnTo>
                    <a:pt x="102249" y="29548"/>
                  </a:lnTo>
                  <a:lnTo>
                    <a:pt x="104939" y="33577"/>
                  </a:lnTo>
                  <a:lnTo>
                    <a:pt x="108975" y="34920"/>
                  </a:lnTo>
                  <a:lnTo>
                    <a:pt x="104939" y="38949"/>
                  </a:lnTo>
                  <a:lnTo>
                    <a:pt x="99558" y="40292"/>
                  </a:lnTo>
                  <a:lnTo>
                    <a:pt x="92831" y="32234"/>
                  </a:lnTo>
                  <a:lnTo>
                    <a:pt x="84759" y="36263"/>
                  </a:lnTo>
                  <a:lnTo>
                    <a:pt x="83413" y="42978"/>
                  </a:lnTo>
                  <a:lnTo>
                    <a:pt x="79377" y="47008"/>
                  </a:lnTo>
                  <a:lnTo>
                    <a:pt x="79377" y="49694"/>
                  </a:lnTo>
                  <a:lnTo>
                    <a:pt x="84759" y="51037"/>
                  </a:lnTo>
                  <a:lnTo>
                    <a:pt x="86104" y="57752"/>
                  </a:lnTo>
                  <a:lnTo>
                    <a:pt x="91486" y="60438"/>
                  </a:lnTo>
                  <a:lnTo>
                    <a:pt x="91486" y="63125"/>
                  </a:lnTo>
                  <a:lnTo>
                    <a:pt x="87449" y="63125"/>
                  </a:lnTo>
                  <a:lnTo>
                    <a:pt x="86104" y="67154"/>
                  </a:lnTo>
                  <a:lnTo>
                    <a:pt x="88795" y="69840"/>
                  </a:lnTo>
                  <a:lnTo>
                    <a:pt x="88795" y="73869"/>
                  </a:lnTo>
                  <a:lnTo>
                    <a:pt x="86104" y="72526"/>
                  </a:lnTo>
                  <a:lnTo>
                    <a:pt x="82068" y="69840"/>
                  </a:lnTo>
                  <a:lnTo>
                    <a:pt x="76686" y="69840"/>
                  </a:lnTo>
                  <a:lnTo>
                    <a:pt x="71305" y="65811"/>
                  </a:lnTo>
                  <a:lnTo>
                    <a:pt x="68614" y="64468"/>
                  </a:lnTo>
                  <a:lnTo>
                    <a:pt x="63233" y="67154"/>
                  </a:lnTo>
                  <a:lnTo>
                    <a:pt x="61887" y="72526"/>
                  </a:lnTo>
                  <a:lnTo>
                    <a:pt x="64578" y="76555"/>
                  </a:lnTo>
                  <a:lnTo>
                    <a:pt x="63233" y="80585"/>
                  </a:lnTo>
                  <a:lnTo>
                    <a:pt x="60542" y="79242"/>
                  </a:lnTo>
                  <a:lnTo>
                    <a:pt x="60542" y="75212"/>
                  </a:lnTo>
                  <a:lnTo>
                    <a:pt x="56506" y="73869"/>
                  </a:lnTo>
                  <a:lnTo>
                    <a:pt x="51124" y="71183"/>
                  </a:lnTo>
                  <a:lnTo>
                    <a:pt x="49779" y="72526"/>
                  </a:lnTo>
                  <a:lnTo>
                    <a:pt x="45743" y="67154"/>
                  </a:lnTo>
                  <a:lnTo>
                    <a:pt x="43052" y="67154"/>
                  </a:lnTo>
                  <a:lnTo>
                    <a:pt x="41707" y="69840"/>
                  </a:lnTo>
                  <a:lnTo>
                    <a:pt x="44397" y="76555"/>
                  </a:lnTo>
                  <a:lnTo>
                    <a:pt x="43052" y="81928"/>
                  </a:lnTo>
                  <a:lnTo>
                    <a:pt x="44397" y="88643"/>
                  </a:lnTo>
                  <a:lnTo>
                    <a:pt x="48433" y="91329"/>
                  </a:lnTo>
                  <a:lnTo>
                    <a:pt x="55160" y="92672"/>
                  </a:lnTo>
                  <a:lnTo>
                    <a:pt x="57851" y="95358"/>
                  </a:lnTo>
                  <a:lnTo>
                    <a:pt x="56506" y="95358"/>
                  </a:lnTo>
                  <a:lnTo>
                    <a:pt x="49779" y="95358"/>
                  </a:lnTo>
                  <a:lnTo>
                    <a:pt x="56506" y="99388"/>
                  </a:lnTo>
                  <a:lnTo>
                    <a:pt x="57851" y="103417"/>
                  </a:lnTo>
                  <a:lnTo>
                    <a:pt x="63233" y="106103"/>
                  </a:lnTo>
                  <a:lnTo>
                    <a:pt x="69960" y="106103"/>
                  </a:lnTo>
                  <a:lnTo>
                    <a:pt x="72650" y="103417"/>
                  </a:lnTo>
                  <a:lnTo>
                    <a:pt x="75341" y="103417"/>
                  </a:lnTo>
                  <a:lnTo>
                    <a:pt x="75341" y="107446"/>
                  </a:lnTo>
                  <a:lnTo>
                    <a:pt x="71305" y="110132"/>
                  </a:lnTo>
                  <a:lnTo>
                    <a:pt x="69960" y="118191"/>
                  </a:lnTo>
                  <a:lnTo>
                    <a:pt x="65923" y="118191"/>
                  </a:lnTo>
                  <a:lnTo>
                    <a:pt x="60542" y="112818"/>
                  </a:lnTo>
                  <a:lnTo>
                    <a:pt x="45743" y="110132"/>
                  </a:lnTo>
                  <a:lnTo>
                    <a:pt x="40361" y="103417"/>
                  </a:lnTo>
                  <a:lnTo>
                    <a:pt x="37671" y="102074"/>
                  </a:lnTo>
                  <a:lnTo>
                    <a:pt x="34980" y="98045"/>
                  </a:lnTo>
                  <a:lnTo>
                    <a:pt x="33634" y="98045"/>
                  </a:lnTo>
                  <a:lnTo>
                    <a:pt x="30944" y="104760"/>
                  </a:lnTo>
                  <a:lnTo>
                    <a:pt x="32289" y="106103"/>
                  </a:lnTo>
                  <a:lnTo>
                    <a:pt x="29598" y="110132"/>
                  </a:lnTo>
                  <a:lnTo>
                    <a:pt x="32289" y="116848"/>
                  </a:lnTo>
                  <a:lnTo>
                    <a:pt x="28253" y="119534"/>
                  </a:lnTo>
                  <a:lnTo>
                    <a:pt x="24217" y="118191"/>
                  </a:lnTo>
                  <a:lnTo>
                    <a:pt x="24217" y="124906"/>
                  </a:lnTo>
                  <a:lnTo>
                    <a:pt x="21526" y="126249"/>
                  </a:lnTo>
                  <a:lnTo>
                    <a:pt x="21526" y="138337"/>
                  </a:lnTo>
                  <a:lnTo>
                    <a:pt x="25562" y="141023"/>
                  </a:lnTo>
                  <a:lnTo>
                    <a:pt x="33634" y="141023"/>
                  </a:lnTo>
                  <a:lnTo>
                    <a:pt x="37671" y="143709"/>
                  </a:lnTo>
                  <a:lnTo>
                    <a:pt x="43052" y="142366"/>
                  </a:lnTo>
                  <a:lnTo>
                    <a:pt x="43052" y="145052"/>
                  </a:lnTo>
                  <a:lnTo>
                    <a:pt x="39016" y="146395"/>
                  </a:lnTo>
                  <a:lnTo>
                    <a:pt x="33634" y="145052"/>
                  </a:lnTo>
                  <a:lnTo>
                    <a:pt x="25562" y="145052"/>
                  </a:lnTo>
                  <a:lnTo>
                    <a:pt x="22871" y="143709"/>
                  </a:lnTo>
                  <a:lnTo>
                    <a:pt x="17490" y="143709"/>
                  </a:lnTo>
                  <a:lnTo>
                    <a:pt x="10763" y="153111"/>
                  </a:lnTo>
                  <a:lnTo>
                    <a:pt x="10763" y="157140"/>
                  </a:lnTo>
                  <a:lnTo>
                    <a:pt x="13454" y="159826"/>
                  </a:lnTo>
                  <a:lnTo>
                    <a:pt x="12108" y="162512"/>
                  </a:lnTo>
                  <a:lnTo>
                    <a:pt x="9418" y="163855"/>
                  </a:lnTo>
                  <a:lnTo>
                    <a:pt x="9418" y="167885"/>
                  </a:lnTo>
                  <a:lnTo>
                    <a:pt x="12108" y="170571"/>
                  </a:lnTo>
                  <a:lnTo>
                    <a:pt x="14799" y="169228"/>
                  </a:lnTo>
                  <a:lnTo>
                    <a:pt x="21526" y="169228"/>
                  </a:lnTo>
                  <a:lnTo>
                    <a:pt x="25562" y="165198"/>
                  </a:lnTo>
                  <a:lnTo>
                    <a:pt x="28253" y="167885"/>
                  </a:lnTo>
                  <a:lnTo>
                    <a:pt x="28253" y="171914"/>
                  </a:lnTo>
                  <a:lnTo>
                    <a:pt x="22871" y="171914"/>
                  </a:lnTo>
                  <a:lnTo>
                    <a:pt x="20181" y="177286"/>
                  </a:lnTo>
                  <a:lnTo>
                    <a:pt x="22871" y="179972"/>
                  </a:lnTo>
                  <a:lnTo>
                    <a:pt x="25562" y="179972"/>
                  </a:lnTo>
                  <a:lnTo>
                    <a:pt x="30944" y="175943"/>
                  </a:lnTo>
                  <a:lnTo>
                    <a:pt x="33634" y="175943"/>
                  </a:lnTo>
                  <a:lnTo>
                    <a:pt x="37671" y="171914"/>
                  </a:lnTo>
                  <a:lnTo>
                    <a:pt x="39016" y="174600"/>
                  </a:lnTo>
                  <a:lnTo>
                    <a:pt x="36325" y="178629"/>
                  </a:lnTo>
                  <a:lnTo>
                    <a:pt x="39016" y="179972"/>
                  </a:lnTo>
                  <a:lnTo>
                    <a:pt x="47088" y="179972"/>
                  </a:lnTo>
                  <a:lnTo>
                    <a:pt x="48433" y="182658"/>
                  </a:lnTo>
                  <a:lnTo>
                    <a:pt x="43052" y="182658"/>
                  </a:lnTo>
                  <a:lnTo>
                    <a:pt x="43052" y="186688"/>
                  </a:lnTo>
                  <a:lnTo>
                    <a:pt x="47088" y="188031"/>
                  </a:lnTo>
                  <a:lnTo>
                    <a:pt x="52470" y="186688"/>
                  </a:lnTo>
                  <a:lnTo>
                    <a:pt x="59196" y="190717"/>
                  </a:lnTo>
                  <a:lnTo>
                    <a:pt x="71305" y="193403"/>
                  </a:lnTo>
                  <a:lnTo>
                    <a:pt x="72650" y="196089"/>
                  </a:lnTo>
                  <a:lnTo>
                    <a:pt x="61887" y="196089"/>
                  </a:lnTo>
                  <a:lnTo>
                    <a:pt x="56506" y="196089"/>
                  </a:lnTo>
                  <a:lnTo>
                    <a:pt x="49779" y="190717"/>
                  </a:lnTo>
                  <a:lnTo>
                    <a:pt x="43052" y="193403"/>
                  </a:lnTo>
                  <a:lnTo>
                    <a:pt x="43052" y="196089"/>
                  </a:lnTo>
                  <a:lnTo>
                    <a:pt x="49779" y="200118"/>
                  </a:lnTo>
                  <a:lnTo>
                    <a:pt x="60542" y="201462"/>
                  </a:lnTo>
                  <a:lnTo>
                    <a:pt x="69960" y="201462"/>
                  </a:lnTo>
                  <a:lnTo>
                    <a:pt x="73996" y="204148"/>
                  </a:lnTo>
                  <a:lnTo>
                    <a:pt x="63233" y="205491"/>
                  </a:lnTo>
                  <a:lnTo>
                    <a:pt x="59196" y="204148"/>
                  </a:lnTo>
                  <a:lnTo>
                    <a:pt x="49779" y="202805"/>
                  </a:lnTo>
                  <a:lnTo>
                    <a:pt x="43052" y="202805"/>
                  </a:lnTo>
                  <a:lnTo>
                    <a:pt x="39016" y="198775"/>
                  </a:lnTo>
                  <a:lnTo>
                    <a:pt x="34980" y="197432"/>
                  </a:lnTo>
                  <a:lnTo>
                    <a:pt x="26908" y="190717"/>
                  </a:lnTo>
                  <a:lnTo>
                    <a:pt x="24217" y="193403"/>
                  </a:lnTo>
                  <a:lnTo>
                    <a:pt x="20181" y="196089"/>
                  </a:lnTo>
                  <a:lnTo>
                    <a:pt x="13454" y="197432"/>
                  </a:lnTo>
                  <a:lnTo>
                    <a:pt x="9418" y="200118"/>
                  </a:lnTo>
                  <a:lnTo>
                    <a:pt x="8072" y="209520"/>
                  </a:lnTo>
                  <a:lnTo>
                    <a:pt x="13454" y="214892"/>
                  </a:lnTo>
                  <a:lnTo>
                    <a:pt x="13454" y="220265"/>
                  </a:lnTo>
                  <a:lnTo>
                    <a:pt x="12108" y="222951"/>
                  </a:lnTo>
                  <a:lnTo>
                    <a:pt x="8072" y="214892"/>
                  </a:lnTo>
                  <a:lnTo>
                    <a:pt x="5381" y="213549"/>
                  </a:lnTo>
                  <a:lnTo>
                    <a:pt x="2691" y="225637"/>
                  </a:lnTo>
                  <a:lnTo>
                    <a:pt x="2691" y="232352"/>
                  </a:lnTo>
                  <a:lnTo>
                    <a:pt x="6727" y="232352"/>
                  </a:lnTo>
                  <a:lnTo>
                    <a:pt x="8072" y="231009"/>
                  </a:lnTo>
                  <a:lnTo>
                    <a:pt x="12108" y="231009"/>
                  </a:lnTo>
                  <a:lnTo>
                    <a:pt x="14799" y="237725"/>
                  </a:lnTo>
                  <a:lnTo>
                    <a:pt x="18835" y="237725"/>
                  </a:lnTo>
                  <a:lnTo>
                    <a:pt x="14799" y="239068"/>
                  </a:lnTo>
                  <a:lnTo>
                    <a:pt x="12108" y="241754"/>
                  </a:lnTo>
                  <a:lnTo>
                    <a:pt x="8072" y="236382"/>
                  </a:lnTo>
                  <a:lnTo>
                    <a:pt x="1345" y="237725"/>
                  </a:lnTo>
                  <a:lnTo>
                    <a:pt x="0" y="245783"/>
                  </a:lnTo>
                  <a:lnTo>
                    <a:pt x="2691" y="249812"/>
                  </a:lnTo>
                  <a:lnTo>
                    <a:pt x="5381" y="247126"/>
                  </a:lnTo>
                  <a:lnTo>
                    <a:pt x="4036" y="251155"/>
                  </a:lnTo>
                  <a:lnTo>
                    <a:pt x="4036" y="263243"/>
                  </a:lnTo>
                  <a:lnTo>
                    <a:pt x="6727" y="260557"/>
                  </a:lnTo>
                  <a:lnTo>
                    <a:pt x="10763" y="261900"/>
                  </a:lnTo>
                  <a:lnTo>
                    <a:pt x="10763" y="268615"/>
                  </a:lnTo>
                  <a:lnTo>
                    <a:pt x="17490" y="271302"/>
                  </a:lnTo>
                  <a:lnTo>
                    <a:pt x="28253" y="278017"/>
                  </a:lnTo>
                  <a:lnTo>
                    <a:pt x="33634" y="276674"/>
                  </a:lnTo>
                  <a:lnTo>
                    <a:pt x="34980" y="271302"/>
                  </a:lnTo>
                  <a:lnTo>
                    <a:pt x="33634" y="267272"/>
                  </a:lnTo>
                  <a:lnTo>
                    <a:pt x="41707" y="267272"/>
                  </a:lnTo>
                  <a:lnTo>
                    <a:pt x="41707" y="272645"/>
                  </a:lnTo>
                  <a:lnTo>
                    <a:pt x="41707" y="276674"/>
                  </a:lnTo>
                  <a:lnTo>
                    <a:pt x="41707" y="282046"/>
                  </a:lnTo>
                  <a:lnTo>
                    <a:pt x="44397" y="280703"/>
                  </a:lnTo>
                  <a:lnTo>
                    <a:pt x="48433" y="268615"/>
                  </a:lnTo>
                  <a:lnTo>
                    <a:pt x="48433" y="257871"/>
                  </a:lnTo>
                  <a:lnTo>
                    <a:pt x="49779" y="251155"/>
                  </a:lnTo>
                  <a:lnTo>
                    <a:pt x="56506" y="245783"/>
                  </a:lnTo>
                  <a:lnTo>
                    <a:pt x="57851" y="239068"/>
                  </a:lnTo>
                  <a:lnTo>
                    <a:pt x="57851" y="245783"/>
                  </a:lnTo>
                  <a:lnTo>
                    <a:pt x="52470" y="256528"/>
                  </a:lnTo>
                  <a:lnTo>
                    <a:pt x="51124" y="263243"/>
                  </a:lnTo>
                  <a:lnTo>
                    <a:pt x="52470" y="267272"/>
                  </a:lnTo>
                  <a:lnTo>
                    <a:pt x="51124" y="276674"/>
                  </a:lnTo>
                  <a:lnTo>
                    <a:pt x="52470" y="282046"/>
                  </a:lnTo>
                  <a:lnTo>
                    <a:pt x="52470" y="28473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66" name="Freeform 965">
              <a:extLst>
                <a:ext uri="{FF2B5EF4-FFF2-40B4-BE49-F238E27FC236}">
                  <a16:creationId xmlns:a16="http://schemas.microsoft.com/office/drawing/2014/main" id="{38294BD5-7351-776A-F8D9-F2F8E0F652E1}"/>
                </a:ext>
              </a:extLst>
            </p:cNvPr>
            <p:cNvSpPr/>
            <p:nvPr/>
          </p:nvSpPr>
          <p:spPr>
            <a:xfrm>
              <a:off x="5807993" y="1475502"/>
              <a:ext cx="12108" cy="5372"/>
            </a:xfrm>
            <a:custGeom>
              <a:avLst/>
              <a:gdLst>
                <a:gd name="connsiteX0" fmla="*/ 0 w 12108"/>
                <a:gd name="connsiteY0" fmla="*/ 1343 h 5372"/>
                <a:gd name="connsiteX1" fmla="*/ 1345 w 12108"/>
                <a:gd name="connsiteY1" fmla="*/ 0 h 5372"/>
                <a:gd name="connsiteX2" fmla="*/ 5382 w 12108"/>
                <a:gd name="connsiteY2" fmla="*/ 0 h 5372"/>
                <a:gd name="connsiteX3" fmla="*/ 6727 w 12108"/>
                <a:gd name="connsiteY3" fmla="*/ 1343 h 5372"/>
                <a:gd name="connsiteX4" fmla="*/ 10763 w 12108"/>
                <a:gd name="connsiteY4" fmla="*/ 1343 h 5372"/>
                <a:gd name="connsiteX5" fmla="*/ 12109 w 12108"/>
                <a:gd name="connsiteY5" fmla="*/ 5372 h 5372"/>
                <a:gd name="connsiteX6" fmla="*/ 9418 w 12108"/>
                <a:gd name="connsiteY6" fmla="*/ 5372 h 5372"/>
                <a:gd name="connsiteX7" fmla="*/ 6727 w 12108"/>
                <a:gd name="connsiteY7" fmla="*/ 4029 h 5372"/>
                <a:gd name="connsiteX8" fmla="*/ 1345 w 12108"/>
                <a:gd name="connsiteY8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08" h="5372">
                  <a:moveTo>
                    <a:pt x="0" y="1343"/>
                  </a:moveTo>
                  <a:lnTo>
                    <a:pt x="1345" y="0"/>
                  </a:lnTo>
                  <a:lnTo>
                    <a:pt x="5382" y="0"/>
                  </a:lnTo>
                  <a:lnTo>
                    <a:pt x="6727" y="1343"/>
                  </a:lnTo>
                  <a:lnTo>
                    <a:pt x="10763" y="1343"/>
                  </a:lnTo>
                  <a:lnTo>
                    <a:pt x="12109" y="5372"/>
                  </a:lnTo>
                  <a:lnTo>
                    <a:pt x="9418" y="5372"/>
                  </a:lnTo>
                  <a:lnTo>
                    <a:pt x="6727" y="4029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67" name="Freeform 966">
              <a:extLst>
                <a:ext uri="{FF2B5EF4-FFF2-40B4-BE49-F238E27FC236}">
                  <a16:creationId xmlns:a16="http://schemas.microsoft.com/office/drawing/2014/main" id="{36462D90-C28C-A866-4555-013E60B1A048}"/>
                </a:ext>
              </a:extLst>
            </p:cNvPr>
            <p:cNvSpPr/>
            <p:nvPr/>
          </p:nvSpPr>
          <p:spPr>
            <a:xfrm>
              <a:off x="5812029" y="1689051"/>
              <a:ext cx="9417" cy="13430"/>
            </a:xfrm>
            <a:custGeom>
              <a:avLst/>
              <a:gdLst>
                <a:gd name="connsiteX0" fmla="*/ 0 w 9417"/>
                <a:gd name="connsiteY0" fmla="*/ 13431 h 13430"/>
                <a:gd name="connsiteX1" fmla="*/ 1345 w 9417"/>
                <a:gd name="connsiteY1" fmla="*/ 9402 h 13430"/>
                <a:gd name="connsiteX2" fmla="*/ 4036 w 9417"/>
                <a:gd name="connsiteY2" fmla="*/ 5372 h 13430"/>
                <a:gd name="connsiteX3" fmla="*/ 4036 w 9417"/>
                <a:gd name="connsiteY3" fmla="*/ 2686 h 13430"/>
                <a:gd name="connsiteX4" fmla="*/ 8072 w 9417"/>
                <a:gd name="connsiteY4" fmla="*/ 0 h 13430"/>
                <a:gd name="connsiteX5" fmla="*/ 9418 w 9417"/>
                <a:gd name="connsiteY5" fmla="*/ 1343 h 13430"/>
                <a:gd name="connsiteX6" fmla="*/ 8072 w 9417"/>
                <a:gd name="connsiteY6" fmla="*/ 5372 h 13430"/>
                <a:gd name="connsiteX7" fmla="*/ 6727 w 9417"/>
                <a:gd name="connsiteY7" fmla="*/ 8058 h 13430"/>
                <a:gd name="connsiteX8" fmla="*/ 1345 w 9417"/>
                <a:gd name="connsiteY8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17" h="13430">
                  <a:moveTo>
                    <a:pt x="0" y="13431"/>
                  </a:moveTo>
                  <a:lnTo>
                    <a:pt x="1345" y="9402"/>
                  </a:lnTo>
                  <a:lnTo>
                    <a:pt x="4036" y="5372"/>
                  </a:lnTo>
                  <a:lnTo>
                    <a:pt x="4036" y="2686"/>
                  </a:lnTo>
                  <a:lnTo>
                    <a:pt x="8072" y="0"/>
                  </a:lnTo>
                  <a:lnTo>
                    <a:pt x="9418" y="1343"/>
                  </a:lnTo>
                  <a:lnTo>
                    <a:pt x="8072" y="5372"/>
                  </a:lnTo>
                  <a:lnTo>
                    <a:pt x="6727" y="8058"/>
                  </a:lnTo>
                  <a:lnTo>
                    <a:pt x="1345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68" name="Freeform 967">
              <a:extLst>
                <a:ext uri="{FF2B5EF4-FFF2-40B4-BE49-F238E27FC236}">
                  <a16:creationId xmlns:a16="http://schemas.microsoft.com/office/drawing/2014/main" id="{98CAA5E7-FC4D-0CA6-1C70-B58E11EA759F}"/>
                </a:ext>
              </a:extLst>
            </p:cNvPr>
            <p:cNvSpPr/>
            <p:nvPr/>
          </p:nvSpPr>
          <p:spPr>
            <a:xfrm>
              <a:off x="5865844" y="1642044"/>
              <a:ext cx="24216" cy="14773"/>
            </a:xfrm>
            <a:custGeom>
              <a:avLst/>
              <a:gdLst>
                <a:gd name="connsiteX0" fmla="*/ 0 w 24216"/>
                <a:gd name="connsiteY0" fmla="*/ 10745 h 14773"/>
                <a:gd name="connsiteX1" fmla="*/ 5381 w 24216"/>
                <a:gd name="connsiteY1" fmla="*/ 2686 h 14773"/>
                <a:gd name="connsiteX2" fmla="*/ 9418 w 24216"/>
                <a:gd name="connsiteY2" fmla="*/ 2686 h 14773"/>
                <a:gd name="connsiteX3" fmla="*/ 14799 w 24216"/>
                <a:gd name="connsiteY3" fmla="*/ 0 h 14773"/>
                <a:gd name="connsiteX4" fmla="*/ 18835 w 24216"/>
                <a:gd name="connsiteY4" fmla="*/ 1343 h 14773"/>
                <a:gd name="connsiteX5" fmla="*/ 24217 w 24216"/>
                <a:gd name="connsiteY5" fmla="*/ 6715 h 14773"/>
                <a:gd name="connsiteX6" fmla="*/ 22871 w 24216"/>
                <a:gd name="connsiteY6" fmla="*/ 10745 h 14773"/>
                <a:gd name="connsiteX7" fmla="*/ 16144 w 24216"/>
                <a:gd name="connsiteY7" fmla="*/ 9402 h 14773"/>
                <a:gd name="connsiteX8" fmla="*/ 12108 w 24216"/>
                <a:gd name="connsiteY8" fmla="*/ 14774 h 14773"/>
                <a:gd name="connsiteX9" fmla="*/ 5381 w 24216"/>
                <a:gd name="connsiteY9" fmla="*/ 14774 h 14773"/>
                <a:gd name="connsiteX10" fmla="*/ 1345 w 24216"/>
                <a:gd name="connsiteY10" fmla="*/ 13431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16" h="14773">
                  <a:moveTo>
                    <a:pt x="0" y="10745"/>
                  </a:moveTo>
                  <a:lnTo>
                    <a:pt x="5381" y="2686"/>
                  </a:lnTo>
                  <a:lnTo>
                    <a:pt x="9418" y="2686"/>
                  </a:lnTo>
                  <a:lnTo>
                    <a:pt x="14799" y="0"/>
                  </a:lnTo>
                  <a:lnTo>
                    <a:pt x="18835" y="1343"/>
                  </a:lnTo>
                  <a:lnTo>
                    <a:pt x="24217" y="6715"/>
                  </a:lnTo>
                  <a:lnTo>
                    <a:pt x="22871" y="10745"/>
                  </a:lnTo>
                  <a:lnTo>
                    <a:pt x="16144" y="9402"/>
                  </a:lnTo>
                  <a:lnTo>
                    <a:pt x="12108" y="14774"/>
                  </a:lnTo>
                  <a:lnTo>
                    <a:pt x="5381" y="14774"/>
                  </a:lnTo>
                  <a:lnTo>
                    <a:pt x="1345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69" name="Freeform 968">
              <a:extLst>
                <a:ext uri="{FF2B5EF4-FFF2-40B4-BE49-F238E27FC236}">
                  <a16:creationId xmlns:a16="http://schemas.microsoft.com/office/drawing/2014/main" id="{CBCB575E-67C2-6313-6D5F-C3AE9631CDE8}"/>
                </a:ext>
              </a:extLst>
            </p:cNvPr>
            <p:cNvSpPr/>
            <p:nvPr/>
          </p:nvSpPr>
          <p:spPr>
            <a:xfrm>
              <a:off x="6257349" y="1342537"/>
              <a:ext cx="6726" cy="6715"/>
            </a:xfrm>
            <a:custGeom>
              <a:avLst/>
              <a:gdLst>
                <a:gd name="connsiteX0" fmla="*/ 0 w 6726"/>
                <a:gd name="connsiteY0" fmla="*/ 5372 h 6715"/>
                <a:gd name="connsiteX1" fmla="*/ 1345 w 6726"/>
                <a:gd name="connsiteY1" fmla="*/ 1343 h 6715"/>
                <a:gd name="connsiteX2" fmla="*/ 4036 w 6726"/>
                <a:gd name="connsiteY2" fmla="*/ 0 h 6715"/>
                <a:gd name="connsiteX3" fmla="*/ 6727 w 6726"/>
                <a:gd name="connsiteY3" fmla="*/ 5372 h 6715"/>
                <a:gd name="connsiteX4" fmla="*/ 2691 w 6726"/>
                <a:gd name="connsiteY4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6715">
                  <a:moveTo>
                    <a:pt x="0" y="5372"/>
                  </a:moveTo>
                  <a:lnTo>
                    <a:pt x="1345" y="1343"/>
                  </a:lnTo>
                  <a:lnTo>
                    <a:pt x="4036" y="0"/>
                  </a:lnTo>
                  <a:lnTo>
                    <a:pt x="6727" y="5372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0" name="Freeform 969">
              <a:extLst>
                <a:ext uri="{FF2B5EF4-FFF2-40B4-BE49-F238E27FC236}">
                  <a16:creationId xmlns:a16="http://schemas.microsoft.com/office/drawing/2014/main" id="{9F2A67D0-9418-97BC-0742-FAA53836CCAF}"/>
                </a:ext>
              </a:extLst>
            </p:cNvPr>
            <p:cNvSpPr/>
            <p:nvPr/>
          </p:nvSpPr>
          <p:spPr>
            <a:xfrm>
              <a:off x="6067651" y="1713973"/>
              <a:ext cx="8072" cy="5969"/>
            </a:xfrm>
            <a:custGeom>
              <a:avLst/>
              <a:gdLst>
                <a:gd name="connsiteX0" fmla="*/ 1345 w 8072"/>
                <a:gd name="connsiteY0" fmla="*/ 597 h 5969"/>
                <a:gd name="connsiteX1" fmla="*/ 0 w 8072"/>
                <a:gd name="connsiteY1" fmla="*/ 3283 h 5969"/>
                <a:gd name="connsiteX2" fmla="*/ 2691 w 8072"/>
                <a:gd name="connsiteY2" fmla="*/ 5969 h 5969"/>
                <a:gd name="connsiteX3" fmla="*/ 8072 w 8072"/>
                <a:gd name="connsiteY3" fmla="*/ 5969 h 5969"/>
                <a:gd name="connsiteX4" fmla="*/ 8072 w 8072"/>
                <a:gd name="connsiteY4" fmla="*/ 1940 h 5969"/>
                <a:gd name="connsiteX5" fmla="*/ 5381 w 8072"/>
                <a:gd name="connsiteY5" fmla="*/ 597 h 5969"/>
                <a:gd name="connsiteX6" fmla="*/ 1345 w 8072"/>
                <a:gd name="connsiteY6" fmla="*/ 597 h 5969"/>
                <a:gd name="connsiteX7" fmla="*/ 1345 w 8072"/>
                <a:gd name="connsiteY7" fmla="*/ 597 h 5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" h="5969">
                  <a:moveTo>
                    <a:pt x="1345" y="597"/>
                  </a:moveTo>
                  <a:lnTo>
                    <a:pt x="0" y="3283"/>
                  </a:lnTo>
                  <a:lnTo>
                    <a:pt x="2691" y="5969"/>
                  </a:lnTo>
                  <a:lnTo>
                    <a:pt x="8072" y="5969"/>
                  </a:lnTo>
                  <a:lnTo>
                    <a:pt x="8072" y="1940"/>
                  </a:lnTo>
                  <a:lnTo>
                    <a:pt x="5381" y="597"/>
                  </a:lnTo>
                  <a:cubicBezTo>
                    <a:pt x="4036" y="-746"/>
                    <a:pt x="1345" y="597"/>
                    <a:pt x="1345" y="597"/>
                  </a:cubicBezTo>
                  <a:lnTo>
                    <a:pt x="1345" y="597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1" name="Freeform 970">
              <a:extLst>
                <a:ext uri="{FF2B5EF4-FFF2-40B4-BE49-F238E27FC236}">
                  <a16:creationId xmlns:a16="http://schemas.microsoft.com/office/drawing/2014/main" id="{4B1D73FE-79A7-1316-BA27-2C8D738E3986}"/>
                </a:ext>
              </a:extLst>
            </p:cNvPr>
            <p:cNvSpPr/>
            <p:nvPr/>
          </p:nvSpPr>
          <p:spPr>
            <a:xfrm>
              <a:off x="5974820" y="1769636"/>
              <a:ext cx="6726" cy="5372"/>
            </a:xfrm>
            <a:custGeom>
              <a:avLst/>
              <a:gdLst>
                <a:gd name="connsiteX0" fmla="*/ 0 w 6726"/>
                <a:gd name="connsiteY0" fmla="*/ 1343 h 5372"/>
                <a:gd name="connsiteX1" fmla="*/ 2691 w 6726"/>
                <a:gd name="connsiteY1" fmla="*/ 5372 h 5372"/>
                <a:gd name="connsiteX2" fmla="*/ 6727 w 6726"/>
                <a:gd name="connsiteY2" fmla="*/ 4029 h 5372"/>
                <a:gd name="connsiteX3" fmla="*/ 4036 w 6726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5372">
                  <a:moveTo>
                    <a:pt x="0" y="1343"/>
                  </a:moveTo>
                  <a:lnTo>
                    <a:pt x="2691" y="5372"/>
                  </a:lnTo>
                  <a:lnTo>
                    <a:pt x="6727" y="402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2" name="Freeform 971">
              <a:extLst>
                <a:ext uri="{FF2B5EF4-FFF2-40B4-BE49-F238E27FC236}">
                  <a16:creationId xmlns:a16="http://schemas.microsoft.com/office/drawing/2014/main" id="{0AF5F259-6B72-8ED0-BFF9-49C131BE718E}"/>
                </a:ext>
              </a:extLst>
            </p:cNvPr>
            <p:cNvSpPr/>
            <p:nvPr/>
          </p:nvSpPr>
          <p:spPr>
            <a:xfrm>
              <a:off x="5841627" y="1758891"/>
              <a:ext cx="5381" cy="9401"/>
            </a:xfrm>
            <a:custGeom>
              <a:avLst/>
              <a:gdLst>
                <a:gd name="connsiteX0" fmla="*/ 1345 w 5381"/>
                <a:gd name="connsiteY0" fmla="*/ 9402 h 9401"/>
                <a:gd name="connsiteX1" fmla="*/ 0 w 5381"/>
                <a:gd name="connsiteY1" fmla="*/ 4029 h 9401"/>
                <a:gd name="connsiteX2" fmla="*/ 0 w 5381"/>
                <a:gd name="connsiteY2" fmla="*/ 0 h 9401"/>
                <a:gd name="connsiteX3" fmla="*/ 2691 w 5381"/>
                <a:gd name="connsiteY3" fmla="*/ 0 h 9401"/>
                <a:gd name="connsiteX4" fmla="*/ 5382 w 5381"/>
                <a:gd name="connsiteY4" fmla="*/ 4029 h 9401"/>
                <a:gd name="connsiteX5" fmla="*/ 5382 w 5381"/>
                <a:gd name="connsiteY5" fmla="*/ 8058 h 9401"/>
                <a:gd name="connsiteX6" fmla="*/ 4036 w 5381"/>
                <a:gd name="connsiteY6" fmla="*/ 940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9401">
                  <a:moveTo>
                    <a:pt x="1345" y="9402"/>
                  </a:moveTo>
                  <a:lnTo>
                    <a:pt x="0" y="4029"/>
                  </a:lnTo>
                  <a:lnTo>
                    <a:pt x="0" y="0"/>
                  </a:lnTo>
                  <a:lnTo>
                    <a:pt x="2691" y="0"/>
                  </a:lnTo>
                  <a:lnTo>
                    <a:pt x="5382" y="4029"/>
                  </a:lnTo>
                  <a:lnTo>
                    <a:pt x="5382" y="8058"/>
                  </a:lnTo>
                  <a:lnTo>
                    <a:pt x="4036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3" name="Freeform 972">
              <a:extLst>
                <a:ext uri="{FF2B5EF4-FFF2-40B4-BE49-F238E27FC236}">
                  <a16:creationId xmlns:a16="http://schemas.microsoft.com/office/drawing/2014/main" id="{D1E852E4-AE36-AEFF-5C52-DBD852B26840}"/>
                </a:ext>
              </a:extLst>
            </p:cNvPr>
            <p:cNvSpPr/>
            <p:nvPr/>
          </p:nvSpPr>
          <p:spPr>
            <a:xfrm>
              <a:off x="5723234" y="1337165"/>
              <a:ext cx="696905" cy="543946"/>
            </a:xfrm>
            <a:custGeom>
              <a:avLst/>
              <a:gdLst>
                <a:gd name="connsiteX0" fmla="*/ 83414 w 696905"/>
                <a:gd name="connsiteY0" fmla="*/ 510369 h 543946"/>
                <a:gd name="connsiteX1" fmla="*/ 82068 w 696905"/>
                <a:gd name="connsiteY1" fmla="*/ 507683 h 543946"/>
                <a:gd name="connsiteX2" fmla="*/ 82068 w 696905"/>
                <a:gd name="connsiteY2" fmla="*/ 502311 h 543946"/>
                <a:gd name="connsiteX3" fmla="*/ 80723 w 696905"/>
                <a:gd name="connsiteY3" fmla="*/ 496938 h 543946"/>
                <a:gd name="connsiteX4" fmla="*/ 79377 w 696905"/>
                <a:gd name="connsiteY4" fmla="*/ 494252 h 543946"/>
                <a:gd name="connsiteX5" fmla="*/ 78032 w 696905"/>
                <a:gd name="connsiteY5" fmla="*/ 496938 h 543946"/>
                <a:gd name="connsiteX6" fmla="*/ 75341 w 696905"/>
                <a:gd name="connsiteY6" fmla="*/ 502311 h 543946"/>
                <a:gd name="connsiteX7" fmla="*/ 76687 w 696905"/>
                <a:gd name="connsiteY7" fmla="*/ 510369 h 543946"/>
                <a:gd name="connsiteX8" fmla="*/ 80723 w 696905"/>
                <a:gd name="connsiteY8" fmla="*/ 517085 h 543946"/>
                <a:gd name="connsiteX9" fmla="*/ 79377 w 696905"/>
                <a:gd name="connsiteY9" fmla="*/ 521114 h 543946"/>
                <a:gd name="connsiteX10" fmla="*/ 76687 w 696905"/>
                <a:gd name="connsiteY10" fmla="*/ 521114 h 543946"/>
                <a:gd name="connsiteX11" fmla="*/ 72650 w 696905"/>
                <a:gd name="connsiteY11" fmla="*/ 519771 h 543946"/>
                <a:gd name="connsiteX12" fmla="*/ 63233 w 696905"/>
                <a:gd name="connsiteY12" fmla="*/ 518428 h 543946"/>
                <a:gd name="connsiteX13" fmla="*/ 63233 w 696905"/>
                <a:gd name="connsiteY13" fmla="*/ 514398 h 543946"/>
                <a:gd name="connsiteX14" fmla="*/ 60542 w 696905"/>
                <a:gd name="connsiteY14" fmla="*/ 514398 h 543946"/>
                <a:gd name="connsiteX15" fmla="*/ 53815 w 696905"/>
                <a:gd name="connsiteY15" fmla="*/ 509026 h 543946"/>
                <a:gd name="connsiteX16" fmla="*/ 49779 w 696905"/>
                <a:gd name="connsiteY16" fmla="*/ 509026 h 543946"/>
                <a:gd name="connsiteX17" fmla="*/ 48434 w 696905"/>
                <a:gd name="connsiteY17" fmla="*/ 507683 h 543946"/>
                <a:gd name="connsiteX18" fmla="*/ 47088 w 696905"/>
                <a:gd name="connsiteY18" fmla="*/ 506340 h 543946"/>
                <a:gd name="connsiteX19" fmla="*/ 44397 w 696905"/>
                <a:gd name="connsiteY19" fmla="*/ 506340 h 543946"/>
                <a:gd name="connsiteX20" fmla="*/ 43052 w 696905"/>
                <a:gd name="connsiteY20" fmla="*/ 503654 h 543946"/>
                <a:gd name="connsiteX21" fmla="*/ 45743 w 696905"/>
                <a:gd name="connsiteY21" fmla="*/ 499625 h 543946"/>
                <a:gd name="connsiteX22" fmla="*/ 48434 w 696905"/>
                <a:gd name="connsiteY22" fmla="*/ 498282 h 543946"/>
                <a:gd name="connsiteX23" fmla="*/ 51124 w 696905"/>
                <a:gd name="connsiteY23" fmla="*/ 494252 h 543946"/>
                <a:gd name="connsiteX24" fmla="*/ 51124 w 696905"/>
                <a:gd name="connsiteY24" fmla="*/ 491566 h 543946"/>
                <a:gd name="connsiteX25" fmla="*/ 47088 w 696905"/>
                <a:gd name="connsiteY25" fmla="*/ 484851 h 543946"/>
                <a:gd name="connsiteX26" fmla="*/ 44397 w 696905"/>
                <a:gd name="connsiteY26" fmla="*/ 482165 h 543946"/>
                <a:gd name="connsiteX27" fmla="*/ 44397 w 696905"/>
                <a:gd name="connsiteY27" fmla="*/ 486194 h 543946"/>
                <a:gd name="connsiteX28" fmla="*/ 47088 w 696905"/>
                <a:gd name="connsiteY28" fmla="*/ 488880 h 543946"/>
                <a:gd name="connsiteX29" fmla="*/ 47088 w 696905"/>
                <a:gd name="connsiteY29" fmla="*/ 492909 h 543946"/>
                <a:gd name="connsiteX30" fmla="*/ 45743 w 696905"/>
                <a:gd name="connsiteY30" fmla="*/ 495595 h 543946"/>
                <a:gd name="connsiteX31" fmla="*/ 41707 w 696905"/>
                <a:gd name="connsiteY31" fmla="*/ 495595 h 543946"/>
                <a:gd name="connsiteX32" fmla="*/ 40361 w 696905"/>
                <a:gd name="connsiteY32" fmla="*/ 496938 h 543946"/>
                <a:gd name="connsiteX33" fmla="*/ 41707 w 696905"/>
                <a:gd name="connsiteY33" fmla="*/ 498282 h 543946"/>
                <a:gd name="connsiteX34" fmla="*/ 41707 w 696905"/>
                <a:gd name="connsiteY34" fmla="*/ 500968 h 543946"/>
                <a:gd name="connsiteX35" fmla="*/ 39016 w 696905"/>
                <a:gd name="connsiteY35" fmla="*/ 504997 h 543946"/>
                <a:gd name="connsiteX36" fmla="*/ 36325 w 696905"/>
                <a:gd name="connsiteY36" fmla="*/ 503654 h 543946"/>
                <a:gd name="connsiteX37" fmla="*/ 33634 w 696905"/>
                <a:gd name="connsiteY37" fmla="*/ 498282 h 543946"/>
                <a:gd name="connsiteX38" fmla="*/ 33634 w 696905"/>
                <a:gd name="connsiteY38" fmla="*/ 495595 h 543946"/>
                <a:gd name="connsiteX39" fmla="*/ 32289 w 696905"/>
                <a:gd name="connsiteY39" fmla="*/ 492909 h 543946"/>
                <a:gd name="connsiteX40" fmla="*/ 34980 w 696905"/>
                <a:gd name="connsiteY40" fmla="*/ 486194 h 543946"/>
                <a:gd name="connsiteX41" fmla="*/ 33634 w 696905"/>
                <a:gd name="connsiteY41" fmla="*/ 483508 h 543946"/>
                <a:gd name="connsiteX42" fmla="*/ 33634 w 696905"/>
                <a:gd name="connsiteY42" fmla="*/ 480822 h 543946"/>
                <a:gd name="connsiteX43" fmla="*/ 32289 w 696905"/>
                <a:gd name="connsiteY43" fmla="*/ 483508 h 543946"/>
                <a:gd name="connsiteX44" fmla="*/ 30944 w 696905"/>
                <a:gd name="connsiteY44" fmla="*/ 487537 h 543946"/>
                <a:gd name="connsiteX45" fmla="*/ 28253 w 696905"/>
                <a:gd name="connsiteY45" fmla="*/ 491566 h 543946"/>
                <a:gd name="connsiteX46" fmla="*/ 28253 w 696905"/>
                <a:gd name="connsiteY46" fmla="*/ 494252 h 543946"/>
                <a:gd name="connsiteX47" fmla="*/ 28253 w 696905"/>
                <a:gd name="connsiteY47" fmla="*/ 498282 h 543946"/>
                <a:gd name="connsiteX48" fmla="*/ 22872 w 696905"/>
                <a:gd name="connsiteY48" fmla="*/ 496938 h 543946"/>
                <a:gd name="connsiteX49" fmla="*/ 20181 w 696905"/>
                <a:gd name="connsiteY49" fmla="*/ 494252 h 543946"/>
                <a:gd name="connsiteX50" fmla="*/ 16145 w 696905"/>
                <a:gd name="connsiteY50" fmla="*/ 494252 h 543946"/>
                <a:gd name="connsiteX51" fmla="*/ 16145 w 696905"/>
                <a:gd name="connsiteY51" fmla="*/ 491566 h 543946"/>
                <a:gd name="connsiteX52" fmla="*/ 17490 w 696905"/>
                <a:gd name="connsiteY52" fmla="*/ 487537 h 543946"/>
                <a:gd name="connsiteX53" fmla="*/ 18835 w 696905"/>
                <a:gd name="connsiteY53" fmla="*/ 482165 h 543946"/>
                <a:gd name="connsiteX54" fmla="*/ 20181 w 696905"/>
                <a:gd name="connsiteY54" fmla="*/ 479478 h 543946"/>
                <a:gd name="connsiteX55" fmla="*/ 20181 w 696905"/>
                <a:gd name="connsiteY55" fmla="*/ 475449 h 543946"/>
                <a:gd name="connsiteX56" fmla="*/ 25562 w 696905"/>
                <a:gd name="connsiteY56" fmla="*/ 464705 h 543946"/>
                <a:gd name="connsiteX57" fmla="*/ 21526 w 696905"/>
                <a:gd name="connsiteY57" fmla="*/ 467391 h 543946"/>
                <a:gd name="connsiteX58" fmla="*/ 18835 w 696905"/>
                <a:gd name="connsiteY58" fmla="*/ 468734 h 543946"/>
                <a:gd name="connsiteX59" fmla="*/ 16145 w 696905"/>
                <a:gd name="connsiteY59" fmla="*/ 479478 h 543946"/>
                <a:gd name="connsiteX60" fmla="*/ 16145 w 696905"/>
                <a:gd name="connsiteY60" fmla="*/ 486194 h 543946"/>
                <a:gd name="connsiteX61" fmla="*/ 12109 w 696905"/>
                <a:gd name="connsiteY61" fmla="*/ 490223 h 543946"/>
                <a:gd name="connsiteX62" fmla="*/ 10763 w 696905"/>
                <a:gd name="connsiteY62" fmla="*/ 488880 h 543946"/>
                <a:gd name="connsiteX63" fmla="*/ 13454 w 696905"/>
                <a:gd name="connsiteY63" fmla="*/ 483508 h 543946"/>
                <a:gd name="connsiteX64" fmla="*/ 13454 w 696905"/>
                <a:gd name="connsiteY64" fmla="*/ 482165 h 543946"/>
                <a:gd name="connsiteX65" fmla="*/ 12109 w 696905"/>
                <a:gd name="connsiteY65" fmla="*/ 482165 h 543946"/>
                <a:gd name="connsiteX66" fmla="*/ 9418 w 696905"/>
                <a:gd name="connsiteY66" fmla="*/ 488880 h 543946"/>
                <a:gd name="connsiteX67" fmla="*/ 2691 w 696905"/>
                <a:gd name="connsiteY67" fmla="*/ 488880 h 543946"/>
                <a:gd name="connsiteX68" fmla="*/ 1345 w 696905"/>
                <a:gd name="connsiteY68" fmla="*/ 486194 h 543946"/>
                <a:gd name="connsiteX69" fmla="*/ 1345 w 696905"/>
                <a:gd name="connsiteY69" fmla="*/ 479478 h 543946"/>
                <a:gd name="connsiteX70" fmla="*/ 0 w 696905"/>
                <a:gd name="connsiteY70" fmla="*/ 476792 h 543946"/>
                <a:gd name="connsiteX71" fmla="*/ 1345 w 696905"/>
                <a:gd name="connsiteY71" fmla="*/ 472763 h 543946"/>
                <a:gd name="connsiteX72" fmla="*/ 6727 w 696905"/>
                <a:gd name="connsiteY72" fmla="*/ 470077 h 543946"/>
                <a:gd name="connsiteX73" fmla="*/ 8072 w 696905"/>
                <a:gd name="connsiteY73" fmla="*/ 466048 h 543946"/>
                <a:gd name="connsiteX74" fmla="*/ 8072 w 696905"/>
                <a:gd name="connsiteY74" fmla="*/ 463362 h 543946"/>
                <a:gd name="connsiteX75" fmla="*/ 9418 w 696905"/>
                <a:gd name="connsiteY75" fmla="*/ 459332 h 543946"/>
                <a:gd name="connsiteX76" fmla="*/ 13454 w 696905"/>
                <a:gd name="connsiteY76" fmla="*/ 455303 h 543946"/>
                <a:gd name="connsiteX77" fmla="*/ 16145 w 696905"/>
                <a:gd name="connsiteY77" fmla="*/ 453960 h 543946"/>
                <a:gd name="connsiteX78" fmla="*/ 18835 w 696905"/>
                <a:gd name="connsiteY78" fmla="*/ 452617 h 543946"/>
                <a:gd name="connsiteX79" fmla="*/ 26908 w 696905"/>
                <a:gd name="connsiteY79" fmla="*/ 452617 h 543946"/>
                <a:gd name="connsiteX80" fmla="*/ 29598 w 696905"/>
                <a:gd name="connsiteY80" fmla="*/ 448588 h 543946"/>
                <a:gd name="connsiteX81" fmla="*/ 33634 w 696905"/>
                <a:gd name="connsiteY81" fmla="*/ 447245 h 543946"/>
                <a:gd name="connsiteX82" fmla="*/ 37671 w 696905"/>
                <a:gd name="connsiteY82" fmla="*/ 445902 h 543946"/>
                <a:gd name="connsiteX83" fmla="*/ 37671 w 696905"/>
                <a:gd name="connsiteY83" fmla="*/ 443215 h 543946"/>
                <a:gd name="connsiteX84" fmla="*/ 39016 w 696905"/>
                <a:gd name="connsiteY84" fmla="*/ 440529 h 543946"/>
                <a:gd name="connsiteX85" fmla="*/ 44397 w 696905"/>
                <a:gd name="connsiteY85" fmla="*/ 440529 h 543946"/>
                <a:gd name="connsiteX86" fmla="*/ 51124 w 696905"/>
                <a:gd name="connsiteY86" fmla="*/ 443215 h 543946"/>
                <a:gd name="connsiteX87" fmla="*/ 59197 w 696905"/>
                <a:gd name="connsiteY87" fmla="*/ 443215 h 543946"/>
                <a:gd name="connsiteX88" fmla="*/ 61887 w 696905"/>
                <a:gd name="connsiteY88" fmla="*/ 441872 h 543946"/>
                <a:gd name="connsiteX89" fmla="*/ 65924 w 696905"/>
                <a:gd name="connsiteY89" fmla="*/ 443215 h 543946"/>
                <a:gd name="connsiteX90" fmla="*/ 68614 w 696905"/>
                <a:gd name="connsiteY90" fmla="*/ 447245 h 543946"/>
                <a:gd name="connsiteX91" fmla="*/ 72650 w 696905"/>
                <a:gd name="connsiteY91" fmla="*/ 447245 h 543946"/>
                <a:gd name="connsiteX92" fmla="*/ 72650 w 696905"/>
                <a:gd name="connsiteY92" fmla="*/ 444558 h 543946"/>
                <a:gd name="connsiteX93" fmla="*/ 75341 w 696905"/>
                <a:gd name="connsiteY93" fmla="*/ 444558 h 543946"/>
                <a:gd name="connsiteX94" fmla="*/ 80723 w 696905"/>
                <a:gd name="connsiteY94" fmla="*/ 448588 h 543946"/>
                <a:gd name="connsiteX95" fmla="*/ 83414 w 696905"/>
                <a:gd name="connsiteY95" fmla="*/ 447245 h 543946"/>
                <a:gd name="connsiteX96" fmla="*/ 87449 w 696905"/>
                <a:gd name="connsiteY96" fmla="*/ 447245 h 543946"/>
                <a:gd name="connsiteX97" fmla="*/ 90140 w 696905"/>
                <a:gd name="connsiteY97" fmla="*/ 444558 h 543946"/>
                <a:gd name="connsiteX98" fmla="*/ 87449 w 696905"/>
                <a:gd name="connsiteY98" fmla="*/ 443215 h 543946"/>
                <a:gd name="connsiteX99" fmla="*/ 83414 w 696905"/>
                <a:gd name="connsiteY99" fmla="*/ 444558 h 543946"/>
                <a:gd name="connsiteX100" fmla="*/ 80723 w 696905"/>
                <a:gd name="connsiteY100" fmla="*/ 440529 h 543946"/>
                <a:gd name="connsiteX101" fmla="*/ 78032 w 696905"/>
                <a:gd name="connsiteY101" fmla="*/ 440529 h 543946"/>
                <a:gd name="connsiteX102" fmla="*/ 78032 w 696905"/>
                <a:gd name="connsiteY102" fmla="*/ 439186 h 543946"/>
                <a:gd name="connsiteX103" fmla="*/ 82068 w 696905"/>
                <a:gd name="connsiteY103" fmla="*/ 436500 h 543946"/>
                <a:gd name="connsiteX104" fmla="*/ 82068 w 696905"/>
                <a:gd name="connsiteY104" fmla="*/ 433814 h 543946"/>
                <a:gd name="connsiteX105" fmla="*/ 78032 w 696905"/>
                <a:gd name="connsiteY105" fmla="*/ 432471 h 543946"/>
                <a:gd name="connsiteX106" fmla="*/ 79377 w 696905"/>
                <a:gd name="connsiteY106" fmla="*/ 431128 h 543946"/>
                <a:gd name="connsiteX107" fmla="*/ 83414 w 696905"/>
                <a:gd name="connsiteY107" fmla="*/ 431128 h 543946"/>
                <a:gd name="connsiteX108" fmla="*/ 84759 w 696905"/>
                <a:gd name="connsiteY108" fmla="*/ 429785 h 543946"/>
                <a:gd name="connsiteX109" fmla="*/ 79377 w 696905"/>
                <a:gd name="connsiteY109" fmla="*/ 427098 h 543946"/>
                <a:gd name="connsiteX110" fmla="*/ 78032 w 696905"/>
                <a:gd name="connsiteY110" fmla="*/ 429785 h 543946"/>
                <a:gd name="connsiteX111" fmla="*/ 75341 w 696905"/>
                <a:gd name="connsiteY111" fmla="*/ 429785 h 543946"/>
                <a:gd name="connsiteX112" fmla="*/ 71305 w 696905"/>
                <a:gd name="connsiteY112" fmla="*/ 425755 h 543946"/>
                <a:gd name="connsiteX113" fmla="*/ 72650 w 696905"/>
                <a:gd name="connsiteY113" fmla="*/ 421726 h 543946"/>
                <a:gd name="connsiteX114" fmla="*/ 76687 w 696905"/>
                <a:gd name="connsiteY114" fmla="*/ 419040 h 543946"/>
                <a:gd name="connsiteX115" fmla="*/ 78032 w 696905"/>
                <a:gd name="connsiteY115" fmla="*/ 416354 h 543946"/>
                <a:gd name="connsiteX116" fmla="*/ 75341 w 696905"/>
                <a:gd name="connsiteY116" fmla="*/ 416354 h 543946"/>
                <a:gd name="connsiteX117" fmla="*/ 73996 w 696905"/>
                <a:gd name="connsiteY117" fmla="*/ 412325 h 543946"/>
                <a:gd name="connsiteX118" fmla="*/ 73996 w 696905"/>
                <a:gd name="connsiteY118" fmla="*/ 402923 h 543946"/>
                <a:gd name="connsiteX119" fmla="*/ 75341 w 696905"/>
                <a:gd name="connsiteY119" fmla="*/ 401580 h 543946"/>
                <a:gd name="connsiteX120" fmla="*/ 73996 w 696905"/>
                <a:gd name="connsiteY120" fmla="*/ 397551 h 543946"/>
                <a:gd name="connsiteX121" fmla="*/ 73996 w 696905"/>
                <a:gd name="connsiteY121" fmla="*/ 392178 h 543946"/>
                <a:gd name="connsiteX122" fmla="*/ 78032 w 696905"/>
                <a:gd name="connsiteY122" fmla="*/ 392178 h 543946"/>
                <a:gd name="connsiteX123" fmla="*/ 83414 w 696905"/>
                <a:gd name="connsiteY123" fmla="*/ 390835 h 543946"/>
                <a:gd name="connsiteX124" fmla="*/ 88795 w 696905"/>
                <a:gd name="connsiteY124" fmla="*/ 390835 h 543946"/>
                <a:gd name="connsiteX125" fmla="*/ 91486 w 696905"/>
                <a:gd name="connsiteY125" fmla="*/ 390835 h 543946"/>
                <a:gd name="connsiteX126" fmla="*/ 96867 w 696905"/>
                <a:gd name="connsiteY126" fmla="*/ 392178 h 543946"/>
                <a:gd name="connsiteX127" fmla="*/ 100903 w 696905"/>
                <a:gd name="connsiteY127" fmla="*/ 392178 h 543946"/>
                <a:gd name="connsiteX128" fmla="*/ 106285 w 696905"/>
                <a:gd name="connsiteY128" fmla="*/ 398894 h 543946"/>
                <a:gd name="connsiteX129" fmla="*/ 108976 w 696905"/>
                <a:gd name="connsiteY129" fmla="*/ 408295 h 543946"/>
                <a:gd name="connsiteX130" fmla="*/ 108976 w 696905"/>
                <a:gd name="connsiteY130" fmla="*/ 423069 h 543946"/>
                <a:gd name="connsiteX131" fmla="*/ 107630 w 696905"/>
                <a:gd name="connsiteY131" fmla="*/ 429785 h 543946"/>
                <a:gd name="connsiteX132" fmla="*/ 108976 w 696905"/>
                <a:gd name="connsiteY132" fmla="*/ 432471 h 543946"/>
                <a:gd name="connsiteX133" fmla="*/ 113012 w 696905"/>
                <a:gd name="connsiteY133" fmla="*/ 431128 h 543946"/>
                <a:gd name="connsiteX134" fmla="*/ 122429 w 696905"/>
                <a:gd name="connsiteY134" fmla="*/ 435157 h 543946"/>
                <a:gd name="connsiteX135" fmla="*/ 125120 w 696905"/>
                <a:gd name="connsiteY135" fmla="*/ 441872 h 543946"/>
                <a:gd name="connsiteX136" fmla="*/ 127811 w 696905"/>
                <a:gd name="connsiteY136" fmla="*/ 443215 h 543946"/>
                <a:gd name="connsiteX137" fmla="*/ 127811 w 696905"/>
                <a:gd name="connsiteY137" fmla="*/ 439186 h 543946"/>
                <a:gd name="connsiteX138" fmla="*/ 138574 w 696905"/>
                <a:gd name="connsiteY138" fmla="*/ 439186 h 543946"/>
                <a:gd name="connsiteX139" fmla="*/ 146646 w 696905"/>
                <a:gd name="connsiteY139" fmla="*/ 445902 h 543946"/>
                <a:gd name="connsiteX140" fmla="*/ 147991 w 696905"/>
                <a:gd name="connsiteY140" fmla="*/ 443215 h 543946"/>
                <a:gd name="connsiteX141" fmla="*/ 145301 w 696905"/>
                <a:gd name="connsiteY141" fmla="*/ 440529 h 543946"/>
                <a:gd name="connsiteX142" fmla="*/ 149337 w 696905"/>
                <a:gd name="connsiteY142" fmla="*/ 436500 h 543946"/>
                <a:gd name="connsiteX143" fmla="*/ 157409 w 696905"/>
                <a:gd name="connsiteY143" fmla="*/ 433814 h 543946"/>
                <a:gd name="connsiteX144" fmla="*/ 162791 w 696905"/>
                <a:gd name="connsiteY144" fmla="*/ 425755 h 543946"/>
                <a:gd name="connsiteX145" fmla="*/ 172208 w 696905"/>
                <a:gd name="connsiteY145" fmla="*/ 420383 h 543946"/>
                <a:gd name="connsiteX146" fmla="*/ 180281 w 696905"/>
                <a:gd name="connsiteY146" fmla="*/ 410982 h 543946"/>
                <a:gd name="connsiteX147" fmla="*/ 181626 w 696905"/>
                <a:gd name="connsiteY147" fmla="*/ 405609 h 543946"/>
                <a:gd name="connsiteX148" fmla="*/ 184317 w 696905"/>
                <a:gd name="connsiteY148" fmla="*/ 402923 h 543946"/>
                <a:gd name="connsiteX149" fmla="*/ 180281 w 696905"/>
                <a:gd name="connsiteY149" fmla="*/ 402923 h 543946"/>
                <a:gd name="connsiteX150" fmla="*/ 177590 w 696905"/>
                <a:gd name="connsiteY150" fmla="*/ 405609 h 543946"/>
                <a:gd name="connsiteX151" fmla="*/ 177590 w 696905"/>
                <a:gd name="connsiteY151" fmla="*/ 409638 h 543946"/>
                <a:gd name="connsiteX152" fmla="*/ 168172 w 696905"/>
                <a:gd name="connsiteY152" fmla="*/ 419040 h 543946"/>
                <a:gd name="connsiteX153" fmla="*/ 162791 w 696905"/>
                <a:gd name="connsiteY153" fmla="*/ 421726 h 543946"/>
                <a:gd name="connsiteX154" fmla="*/ 162791 w 696905"/>
                <a:gd name="connsiteY154" fmla="*/ 424412 h 543946"/>
                <a:gd name="connsiteX155" fmla="*/ 154718 w 696905"/>
                <a:gd name="connsiteY155" fmla="*/ 431128 h 543946"/>
                <a:gd name="connsiteX156" fmla="*/ 146646 w 696905"/>
                <a:gd name="connsiteY156" fmla="*/ 433814 h 543946"/>
                <a:gd name="connsiteX157" fmla="*/ 143955 w 696905"/>
                <a:gd name="connsiteY157" fmla="*/ 432471 h 543946"/>
                <a:gd name="connsiteX158" fmla="*/ 141265 w 696905"/>
                <a:gd name="connsiteY158" fmla="*/ 431128 h 543946"/>
                <a:gd name="connsiteX159" fmla="*/ 139919 w 696905"/>
                <a:gd name="connsiteY159" fmla="*/ 433814 h 543946"/>
                <a:gd name="connsiteX160" fmla="*/ 134538 w 696905"/>
                <a:gd name="connsiteY160" fmla="*/ 433814 h 543946"/>
                <a:gd name="connsiteX161" fmla="*/ 127811 w 696905"/>
                <a:gd name="connsiteY161" fmla="*/ 429785 h 543946"/>
                <a:gd name="connsiteX162" fmla="*/ 127811 w 696905"/>
                <a:gd name="connsiteY162" fmla="*/ 425755 h 543946"/>
                <a:gd name="connsiteX163" fmla="*/ 131847 w 696905"/>
                <a:gd name="connsiteY163" fmla="*/ 423069 h 543946"/>
                <a:gd name="connsiteX164" fmla="*/ 137229 w 696905"/>
                <a:gd name="connsiteY164" fmla="*/ 419040 h 543946"/>
                <a:gd name="connsiteX165" fmla="*/ 137229 w 696905"/>
                <a:gd name="connsiteY165" fmla="*/ 415011 h 543946"/>
                <a:gd name="connsiteX166" fmla="*/ 131847 w 696905"/>
                <a:gd name="connsiteY166" fmla="*/ 419040 h 543946"/>
                <a:gd name="connsiteX167" fmla="*/ 129156 w 696905"/>
                <a:gd name="connsiteY167" fmla="*/ 421726 h 543946"/>
                <a:gd name="connsiteX168" fmla="*/ 125120 w 696905"/>
                <a:gd name="connsiteY168" fmla="*/ 421726 h 543946"/>
                <a:gd name="connsiteX169" fmla="*/ 122429 w 696905"/>
                <a:gd name="connsiteY169" fmla="*/ 416354 h 543946"/>
                <a:gd name="connsiteX170" fmla="*/ 122429 w 696905"/>
                <a:gd name="connsiteY170" fmla="*/ 413668 h 543946"/>
                <a:gd name="connsiteX171" fmla="*/ 125120 w 696905"/>
                <a:gd name="connsiteY171" fmla="*/ 413668 h 543946"/>
                <a:gd name="connsiteX172" fmla="*/ 130502 w 696905"/>
                <a:gd name="connsiteY172" fmla="*/ 410982 h 543946"/>
                <a:gd name="connsiteX173" fmla="*/ 130502 w 696905"/>
                <a:gd name="connsiteY173" fmla="*/ 409638 h 543946"/>
                <a:gd name="connsiteX174" fmla="*/ 126466 w 696905"/>
                <a:gd name="connsiteY174" fmla="*/ 409638 h 543946"/>
                <a:gd name="connsiteX175" fmla="*/ 126466 w 696905"/>
                <a:gd name="connsiteY175" fmla="*/ 406952 h 543946"/>
                <a:gd name="connsiteX176" fmla="*/ 129156 w 696905"/>
                <a:gd name="connsiteY176" fmla="*/ 404266 h 543946"/>
                <a:gd name="connsiteX177" fmla="*/ 131847 w 696905"/>
                <a:gd name="connsiteY177" fmla="*/ 405609 h 543946"/>
                <a:gd name="connsiteX178" fmla="*/ 135883 w 696905"/>
                <a:gd name="connsiteY178" fmla="*/ 405609 h 543946"/>
                <a:gd name="connsiteX179" fmla="*/ 137229 w 696905"/>
                <a:gd name="connsiteY179" fmla="*/ 402923 h 543946"/>
                <a:gd name="connsiteX180" fmla="*/ 131847 w 696905"/>
                <a:gd name="connsiteY180" fmla="*/ 402923 h 543946"/>
                <a:gd name="connsiteX181" fmla="*/ 129156 w 696905"/>
                <a:gd name="connsiteY181" fmla="*/ 401580 h 543946"/>
                <a:gd name="connsiteX182" fmla="*/ 127811 w 696905"/>
                <a:gd name="connsiteY182" fmla="*/ 404266 h 543946"/>
                <a:gd name="connsiteX183" fmla="*/ 123775 w 696905"/>
                <a:gd name="connsiteY183" fmla="*/ 402923 h 543946"/>
                <a:gd name="connsiteX184" fmla="*/ 121084 w 696905"/>
                <a:gd name="connsiteY184" fmla="*/ 398894 h 543946"/>
                <a:gd name="connsiteX185" fmla="*/ 122429 w 696905"/>
                <a:gd name="connsiteY185" fmla="*/ 396208 h 543946"/>
                <a:gd name="connsiteX186" fmla="*/ 127811 w 696905"/>
                <a:gd name="connsiteY186" fmla="*/ 396208 h 543946"/>
                <a:gd name="connsiteX187" fmla="*/ 130502 w 696905"/>
                <a:gd name="connsiteY187" fmla="*/ 393522 h 543946"/>
                <a:gd name="connsiteX188" fmla="*/ 135883 w 696905"/>
                <a:gd name="connsiteY188" fmla="*/ 393522 h 543946"/>
                <a:gd name="connsiteX189" fmla="*/ 141265 w 696905"/>
                <a:gd name="connsiteY189" fmla="*/ 396208 h 543946"/>
                <a:gd name="connsiteX190" fmla="*/ 145301 w 696905"/>
                <a:gd name="connsiteY190" fmla="*/ 393522 h 543946"/>
                <a:gd name="connsiteX191" fmla="*/ 138574 w 696905"/>
                <a:gd name="connsiteY191" fmla="*/ 393522 h 543946"/>
                <a:gd name="connsiteX192" fmla="*/ 138574 w 696905"/>
                <a:gd name="connsiteY192" fmla="*/ 390835 h 543946"/>
                <a:gd name="connsiteX193" fmla="*/ 142610 w 696905"/>
                <a:gd name="connsiteY193" fmla="*/ 385463 h 543946"/>
                <a:gd name="connsiteX194" fmla="*/ 146646 w 696905"/>
                <a:gd name="connsiteY194" fmla="*/ 385463 h 543946"/>
                <a:gd name="connsiteX195" fmla="*/ 147991 w 696905"/>
                <a:gd name="connsiteY195" fmla="*/ 384120 h 543946"/>
                <a:gd name="connsiteX196" fmla="*/ 143955 w 696905"/>
                <a:gd name="connsiteY196" fmla="*/ 384120 h 543946"/>
                <a:gd name="connsiteX197" fmla="*/ 143955 w 696905"/>
                <a:gd name="connsiteY197" fmla="*/ 381434 h 543946"/>
                <a:gd name="connsiteX198" fmla="*/ 146646 w 696905"/>
                <a:gd name="connsiteY198" fmla="*/ 376062 h 543946"/>
                <a:gd name="connsiteX199" fmla="*/ 152028 w 696905"/>
                <a:gd name="connsiteY199" fmla="*/ 374718 h 543946"/>
                <a:gd name="connsiteX200" fmla="*/ 149337 w 696905"/>
                <a:gd name="connsiteY200" fmla="*/ 370689 h 543946"/>
                <a:gd name="connsiteX201" fmla="*/ 156064 w 696905"/>
                <a:gd name="connsiteY201" fmla="*/ 361288 h 543946"/>
                <a:gd name="connsiteX202" fmla="*/ 160100 w 696905"/>
                <a:gd name="connsiteY202" fmla="*/ 358602 h 543946"/>
                <a:gd name="connsiteX203" fmla="*/ 161445 w 696905"/>
                <a:gd name="connsiteY203" fmla="*/ 355915 h 543946"/>
                <a:gd name="connsiteX204" fmla="*/ 157409 w 696905"/>
                <a:gd name="connsiteY204" fmla="*/ 355915 h 543946"/>
                <a:gd name="connsiteX205" fmla="*/ 149337 w 696905"/>
                <a:gd name="connsiteY205" fmla="*/ 365317 h 543946"/>
                <a:gd name="connsiteX206" fmla="*/ 143955 w 696905"/>
                <a:gd name="connsiteY206" fmla="*/ 376062 h 543946"/>
                <a:gd name="connsiteX207" fmla="*/ 137229 w 696905"/>
                <a:gd name="connsiteY207" fmla="*/ 381434 h 543946"/>
                <a:gd name="connsiteX208" fmla="*/ 130502 w 696905"/>
                <a:gd name="connsiteY208" fmla="*/ 388149 h 543946"/>
                <a:gd name="connsiteX209" fmla="*/ 126466 w 696905"/>
                <a:gd name="connsiteY209" fmla="*/ 386806 h 543946"/>
                <a:gd name="connsiteX210" fmla="*/ 118393 w 696905"/>
                <a:gd name="connsiteY210" fmla="*/ 386806 h 543946"/>
                <a:gd name="connsiteX211" fmla="*/ 118393 w 696905"/>
                <a:gd name="connsiteY211" fmla="*/ 384120 h 543946"/>
                <a:gd name="connsiteX212" fmla="*/ 122429 w 696905"/>
                <a:gd name="connsiteY212" fmla="*/ 378748 h 543946"/>
                <a:gd name="connsiteX213" fmla="*/ 127811 w 696905"/>
                <a:gd name="connsiteY213" fmla="*/ 376062 h 543946"/>
                <a:gd name="connsiteX214" fmla="*/ 127811 w 696905"/>
                <a:gd name="connsiteY214" fmla="*/ 370689 h 543946"/>
                <a:gd name="connsiteX215" fmla="*/ 119739 w 696905"/>
                <a:gd name="connsiteY215" fmla="*/ 376062 h 543946"/>
                <a:gd name="connsiteX216" fmla="*/ 113012 w 696905"/>
                <a:gd name="connsiteY216" fmla="*/ 376062 h 543946"/>
                <a:gd name="connsiteX217" fmla="*/ 113012 w 696905"/>
                <a:gd name="connsiteY217" fmla="*/ 378748 h 543946"/>
                <a:gd name="connsiteX218" fmla="*/ 108976 w 696905"/>
                <a:gd name="connsiteY218" fmla="*/ 382777 h 543946"/>
                <a:gd name="connsiteX219" fmla="*/ 102249 w 696905"/>
                <a:gd name="connsiteY219" fmla="*/ 381434 h 543946"/>
                <a:gd name="connsiteX220" fmla="*/ 95522 w 696905"/>
                <a:gd name="connsiteY220" fmla="*/ 376062 h 543946"/>
                <a:gd name="connsiteX221" fmla="*/ 99558 w 696905"/>
                <a:gd name="connsiteY221" fmla="*/ 373375 h 543946"/>
                <a:gd name="connsiteX222" fmla="*/ 103594 w 696905"/>
                <a:gd name="connsiteY222" fmla="*/ 372032 h 543946"/>
                <a:gd name="connsiteX223" fmla="*/ 102249 w 696905"/>
                <a:gd name="connsiteY223" fmla="*/ 369346 h 543946"/>
                <a:gd name="connsiteX224" fmla="*/ 99558 w 696905"/>
                <a:gd name="connsiteY224" fmla="*/ 369346 h 543946"/>
                <a:gd name="connsiteX225" fmla="*/ 99558 w 696905"/>
                <a:gd name="connsiteY225" fmla="*/ 363974 h 543946"/>
                <a:gd name="connsiteX226" fmla="*/ 106285 w 696905"/>
                <a:gd name="connsiteY226" fmla="*/ 358602 h 543946"/>
                <a:gd name="connsiteX227" fmla="*/ 107630 w 696905"/>
                <a:gd name="connsiteY227" fmla="*/ 354572 h 543946"/>
                <a:gd name="connsiteX228" fmla="*/ 113012 w 696905"/>
                <a:gd name="connsiteY228" fmla="*/ 353229 h 543946"/>
                <a:gd name="connsiteX229" fmla="*/ 117048 w 696905"/>
                <a:gd name="connsiteY229" fmla="*/ 349200 h 543946"/>
                <a:gd name="connsiteX230" fmla="*/ 122429 w 696905"/>
                <a:gd name="connsiteY230" fmla="*/ 349200 h 543946"/>
                <a:gd name="connsiteX231" fmla="*/ 122429 w 696905"/>
                <a:gd name="connsiteY231" fmla="*/ 342485 h 543946"/>
                <a:gd name="connsiteX232" fmla="*/ 126466 w 696905"/>
                <a:gd name="connsiteY232" fmla="*/ 335769 h 543946"/>
                <a:gd name="connsiteX233" fmla="*/ 133192 w 696905"/>
                <a:gd name="connsiteY233" fmla="*/ 327711 h 543946"/>
                <a:gd name="connsiteX234" fmla="*/ 137229 w 696905"/>
                <a:gd name="connsiteY234" fmla="*/ 329054 h 543946"/>
                <a:gd name="connsiteX235" fmla="*/ 147991 w 696905"/>
                <a:gd name="connsiteY235" fmla="*/ 326368 h 543946"/>
                <a:gd name="connsiteX236" fmla="*/ 154718 w 696905"/>
                <a:gd name="connsiteY236" fmla="*/ 329054 h 543946"/>
                <a:gd name="connsiteX237" fmla="*/ 158754 w 696905"/>
                <a:gd name="connsiteY237" fmla="*/ 326368 h 543946"/>
                <a:gd name="connsiteX238" fmla="*/ 162791 w 696905"/>
                <a:gd name="connsiteY238" fmla="*/ 326368 h 543946"/>
                <a:gd name="connsiteX239" fmla="*/ 168172 w 696905"/>
                <a:gd name="connsiteY239" fmla="*/ 322338 h 543946"/>
                <a:gd name="connsiteX240" fmla="*/ 172208 w 696905"/>
                <a:gd name="connsiteY240" fmla="*/ 322338 h 543946"/>
                <a:gd name="connsiteX241" fmla="*/ 173554 w 696905"/>
                <a:gd name="connsiteY241" fmla="*/ 323682 h 543946"/>
                <a:gd name="connsiteX242" fmla="*/ 178935 w 696905"/>
                <a:gd name="connsiteY242" fmla="*/ 330397 h 543946"/>
                <a:gd name="connsiteX243" fmla="*/ 182971 w 696905"/>
                <a:gd name="connsiteY243" fmla="*/ 331740 h 543946"/>
                <a:gd name="connsiteX244" fmla="*/ 195080 w 696905"/>
                <a:gd name="connsiteY244" fmla="*/ 338455 h 543946"/>
                <a:gd name="connsiteX245" fmla="*/ 196425 w 696905"/>
                <a:gd name="connsiteY245" fmla="*/ 342485 h 543946"/>
                <a:gd name="connsiteX246" fmla="*/ 199116 w 696905"/>
                <a:gd name="connsiteY246" fmla="*/ 347857 h 543946"/>
                <a:gd name="connsiteX247" fmla="*/ 201806 w 696905"/>
                <a:gd name="connsiteY247" fmla="*/ 346514 h 543946"/>
                <a:gd name="connsiteX248" fmla="*/ 208533 w 696905"/>
                <a:gd name="connsiteY248" fmla="*/ 357258 h 543946"/>
                <a:gd name="connsiteX249" fmla="*/ 208533 w 696905"/>
                <a:gd name="connsiteY249" fmla="*/ 350543 h 543946"/>
                <a:gd name="connsiteX250" fmla="*/ 213915 w 696905"/>
                <a:gd name="connsiteY250" fmla="*/ 349200 h 543946"/>
                <a:gd name="connsiteX251" fmla="*/ 212570 w 696905"/>
                <a:gd name="connsiteY251" fmla="*/ 346514 h 543946"/>
                <a:gd name="connsiteX252" fmla="*/ 207188 w 696905"/>
                <a:gd name="connsiteY252" fmla="*/ 346514 h 543946"/>
                <a:gd name="connsiteX253" fmla="*/ 204497 w 696905"/>
                <a:gd name="connsiteY253" fmla="*/ 345171 h 543946"/>
                <a:gd name="connsiteX254" fmla="*/ 204497 w 696905"/>
                <a:gd name="connsiteY254" fmla="*/ 341142 h 543946"/>
                <a:gd name="connsiteX255" fmla="*/ 208533 w 696905"/>
                <a:gd name="connsiteY255" fmla="*/ 338455 h 543946"/>
                <a:gd name="connsiteX256" fmla="*/ 219296 w 696905"/>
                <a:gd name="connsiteY256" fmla="*/ 338455 h 543946"/>
                <a:gd name="connsiteX257" fmla="*/ 224678 w 696905"/>
                <a:gd name="connsiteY257" fmla="*/ 341142 h 543946"/>
                <a:gd name="connsiteX258" fmla="*/ 227369 w 696905"/>
                <a:gd name="connsiteY258" fmla="*/ 339798 h 543946"/>
                <a:gd name="connsiteX259" fmla="*/ 227369 w 696905"/>
                <a:gd name="connsiteY259" fmla="*/ 333083 h 543946"/>
                <a:gd name="connsiteX260" fmla="*/ 230059 w 696905"/>
                <a:gd name="connsiteY260" fmla="*/ 327711 h 543946"/>
                <a:gd name="connsiteX261" fmla="*/ 228714 w 696905"/>
                <a:gd name="connsiteY261" fmla="*/ 325025 h 543946"/>
                <a:gd name="connsiteX262" fmla="*/ 226023 w 696905"/>
                <a:gd name="connsiteY262" fmla="*/ 326368 h 543946"/>
                <a:gd name="connsiteX263" fmla="*/ 226023 w 696905"/>
                <a:gd name="connsiteY263" fmla="*/ 330397 h 543946"/>
                <a:gd name="connsiteX264" fmla="*/ 220642 w 696905"/>
                <a:gd name="connsiteY264" fmla="*/ 333083 h 543946"/>
                <a:gd name="connsiteX265" fmla="*/ 216606 w 696905"/>
                <a:gd name="connsiteY265" fmla="*/ 337112 h 543946"/>
                <a:gd name="connsiteX266" fmla="*/ 207188 w 696905"/>
                <a:gd name="connsiteY266" fmla="*/ 333083 h 543946"/>
                <a:gd name="connsiteX267" fmla="*/ 199116 w 696905"/>
                <a:gd name="connsiteY267" fmla="*/ 333083 h 543946"/>
                <a:gd name="connsiteX268" fmla="*/ 196425 w 696905"/>
                <a:gd name="connsiteY268" fmla="*/ 329054 h 543946"/>
                <a:gd name="connsiteX269" fmla="*/ 192389 w 696905"/>
                <a:gd name="connsiteY269" fmla="*/ 327711 h 543946"/>
                <a:gd name="connsiteX270" fmla="*/ 184317 w 696905"/>
                <a:gd name="connsiteY270" fmla="*/ 327711 h 543946"/>
                <a:gd name="connsiteX271" fmla="*/ 177590 w 696905"/>
                <a:gd name="connsiteY271" fmla="*/ 316966 h 543946"/>
                <a:gd name="connsiteX272" fmla="*/ 177590 w 696905"/>
                <a:gd name="connsiteY272" fmla="*/ 307565 h 543946"/>
                <a:gd name="connsiteX273" fmla="*/ 181626 w 696905"/>
                <a:gd name="connsiteY273" fmla="*/ 304878 h 543946"/>
                <a:gd name="connsiteX274" fmla="*/ 185662 w 696905"/>
                <a:gd name="connsiteY274" fmla="*/ 307565 h 543946"/>
                <a:gd name="connsiteX275" fmla="*/ 187007 w 696905"/>
                <a:gd name="connsiteY275" fmla="*/ 312937 h 543946"/>
                <a:gd name="connsiteX276" fmla="*/ 189698 w 696905"/>
                <a:gd name="connsiteY276" fmla="*/ 316966 h 543946"/>
                <a:gd name="connsiteX277" fmla="*/ 192389 w 696905"/>
                <a:gd name="connsiteY277" fmla="*/ 310251 h 543946"/>
                <a:gd name="connsiteX278" fmla="*/ 195080 w 696905"/>
                <a:gd name="connsiteY278" fmla="*/ 303535 h 543946"/>
                <a:gd name="connsiteX279" fmla="*/ 191044 w 696905"/>
                <a:gd name="connsiteY279" fmla="*/ 304878 h 543946"/>
                <a:gd name="connsiteX280" fmla="*/ 189698 w 696905"/>
                <a:gd name="connsiteY280" fmla="*/ 303535 h 543946"/>
                <a:gd name="connsiteX281" fmla="*/ 188353 w 696905"/>
                <a:gd name="connsiteY281" fmla="*/ 298163 h 543946"/>
                <a:gd name="connsiteX282" fmla="*/ 193734 w 696905"/>
                <a:gd name="connsiteY282" fmla="*/ 290105 h 543946"/>
                <a:gd name="connsiteX283" fmla="*/ 192389 w 696905"/>
                <a:gd name="connsiteY283" fmla="*/ 283389 h 543946"/>
                <a:gd name="connsiteX284" fmla="*/ 196425 w 696905"/>
                <a:gd name="connsiteY284" fmla="*/ 275331 h 543946"/>
                <a:gd name="connsiteX285" fmla="*/ 195080 w 696905"/>
                <a:gd name="connsiteY285" fmla="*/ 261900 h 543946"/>
                <a:gd name="connsiteX286" fmla="*/ 192389 w 696905"/>
                <a:gd name="connsiteY286" fmla="*/ 253842 h 543946"/>
                <a:gd name="connsiteX287" fmla="*/ 189698 w 696905"/>
                <a:gd name="connsiteY287" fmla="*/ 251155 h 543946"/>
                <a:gd name="connsiteX288" fmla="*/ 188353 w 696905"/>
                <a:gd name="connsiteY288" fmla="*/ 245783 h 543946"/>
                <a:gd name="connsiteX289" fmla="*/ 188353 w 696905"/>
                <a:gd name="connsiteY289" fmla="*/ 241754 h 543946"/>
                <a:gd name="connsiteX290" fmla="*/ 191044 w 696905"/>
                <a:gd name="connsiteY290" fmla="*/ 241754 h 543946"/>
                <a:gd name="connsiteX291" fmla="*/ 195080 w 696905"/>
                <a:gd name="connsiteY291" fmla="*/ 240411 h 543946"/>
                <a:gd name="connsiteX292" fmla="*/ 197771 w 696905"/>
                <a:gd name="connsiteY292" fmla="*/ 243097 h 543946"/>
                <a:gd name="connsiteX293" fmla="*/ 201806 w 696905"/>
                <a:gd name="connsiteY293" fmla="*/ 243097 h 543946"/>
                <a:gd name="connsiteX294" fmla="*/ 204497 w 696905"/>
                <a:gd name="connsiteY294" fmla="*/ 249812 h 543946"/>
                <a:gd name="connsiteX295" fmla="*/ 205843 w 696905"/>
                <a:gd name="connsiteY295" fmla="*/ 248469 h 543946"/>
                <a:gd name="connsiteX296" fmla="*/ 205843 w 696905"/>
                <a:gd name="connsiteY296" fmla="*/ 244440 h 543946"/>
                <a:gd name="connsiteX297" fmla="*/ 203152 w 696905"/>
                <a:gd name="connsiteY297" fmla="*/ 239068 h 543946"/>
                <a:gd name="connsiteX298" fmla="*/ 197771 w 696905"/>
                <a:gd name="connsiteY298" fmla="*/ 236382 h 543946"/>
                <a:gd name="connsiteX299" fmla="*/ 195080 w 696905"/>
                <a:gd name="connsiteY299" fmla="*/ 233695 h 543946"/>
                <a:gd name="connsiteX300" fmla="*/ 195080 w 696905"/>
                <a:gd name="connsiteY300" fmla="*/ 229666 h 543946"/>
                <a:gd name="connsiteX301" fmla="*/ 196425 w 696905"/>
                <a:gd name="connsiteY301" fmla="*/ 222951 h 543946"/>
                <a:gd name="connsiteX302" fmla="*/ 212570 w 696905"/>
                <a:gd name="connsiteY302" fmla="*/ 205491 h 543946"/>
                <a:gd name="connsiteX303" fmla="*/ 219296 w 696905"/>
                <a:gd name="connsiteY303" fmla="*/ 204148 h 543946"/>
                <a:gd name="connsiteX304" fmla="*/ 224678 w 696905"/>
                <a:gd name="connsiteY304" fmla="*/ 206834 h 543946"/>
                <a:gd name="connsiteX305" fmla="*/ 226023 w 696905"/>
                <a:gd name="connsiteY305" fmla="*/ 210863 h 543946"/>
                <a:gd name="connsiteX306" fmla="*/ 232750 w 696905"/>
                <a:gd name="connsiteY306" fmla="*/ 216235 h 543946"/>
                <a:gd name="connsiteX307" fmla="*/ 236786 w 696905"/>
                <a:gd name="connsiteY307" fmla="*/ 216235 h 543946"/>
                <a:gd name="connsiteX308" fmla="*/ 248895 w 696905"/>
                <a:gd name="connsiteY308" fmla="*/ 222951 h 543946"/>
                <a:gd name="connsiteX309" fmla="*/ 248895 w 696905"/>
                <a:gd name="connsiteY309" fmla="*/ 228323 h 543946"/>
                <a:gd name="connsiteX310" fmla="*/ 254276 w 696905"/>
                <a:gd name="connsiteY310" fmla="*/ 236382 h 543946"/>
                <a:gd name="connsiteX311" fmla="*/ 256967 w 696905"/>
                <a:gd name="connsiteY311" fmla="*/ 248469 h 543946"/>
                <a:gd name="connsiteX312" fmla="*/ 255622 w 696905"/>
                <a:gd name="connsiteY312" fmla="*/ 257871 h 543946"/>
                <a:gd name="connsiteX313" fmla="*/ 256967 w 696905"/>
                <a:gd name="connsiteY313" fmla="*/ 265929 h 543946"/>
                <a:gd name="connsiteX314" fmla="*/ 261003 w 696905"/>
                <a:gd name="connsiteY314" fmla="*/ 271302 h 543946"/>
                <a:gd name="connsiteX315" fmla="*/ 262348 w 696905"/>
                <a:gd name="connsiteY315" fmla="*/ 268615 h 543946"/>
                <a:gd name="connsiteX316" fmla="*/ 265039 w 696905"/>
                <a:gd name="connsiteY316" fmla="*/ 268615 h 543946"/>
                <a:gd name="connsiteX317" fmla="*/ 270421 w 696905"/>
                <a:gd name="connsiteY317" fmla="*/ 272645 h 543946"/>
                <a:gd name="connsiteX318" fmla="*/ 270421 w 696905"/>
                <a:gd name="connsiteY318" fmla="*/ 278017 h 543946"/>
                <a:gd name="connsiteX319" fmla="*/ 271766 w 696905"/>
                <a:gd name="connsiteY319" fmla="*/ 273988 h 543946"/>
                <a:gd name="connsiteX320" fmla="*/ 275802 w 696905"/>
                <a:gd name="connsiteY320" fmla="*/ 272645 h 543946"/>
                <a:gd name="connsiteX321" fmla="*/ 281184 w 696905"/>
                <a:gd name="connsiteY321" fmla="*/ 272645 h 543946"/>
                <a:gd name="connsiteX322" fmla="*/ 277148 w 696905"/>
                <a:gd name="connsiteY322" fmla="*/ 269958 h 543946"/>
                <a:gd name="connsiteX323" fmla="*/ 270421 w 696905"/>
                <a:gd name="connsiteY323" fmla="*/ 268615 h 543946"/>
                <a:gd name="connsiteX324" fmla="*/ 267730 w 696905"/>
                <a:gd name="connsiteY324" fmla="*/ 264586 h 543946"/>
                <a:gd name="connsiteX325" fmla="*/ 263694 w 696905"/>
                <a:gd name="connsiteY325" fmla="*/ 261900 h 543946"/>
                <a:gd name="connsiteX326" fmla="*/ 263694 w 696905"/>
                <a:gd name="connsiteY326" fmla="*/ 259214 h 543946"/>
                <a:gd name="connsiteX327" fmla="*/ 267730 w 696905"/>
                <a:gd name="connsiteY327" fmla="*/ 253842 h 543946"/>
                <a:gd name="connsiteX328" fmla="*/ 267730 w 696905"/>
                <a:gd name="connsiteY328" fmla="*/ 249812 h 543946"/>
                <a:gd name="connsiteX329" fmla="*/ 267730 w 696905"/>
                <a:gd name="connsiteY329" fmla="*/ 232352 h 543946"/>
                <a:gd name="connsiteX330" fmla="*/ 265039 w 696905"/>
                <a:gd name="connsiteY330" fmla="*/ 226980 h 543946"/>
                <a:gd name="connsiteX331" fmla="*/ 267730 w 696905"/>
                <a:gd name="connsiteY331" fmla="*/ 220265 h 543946"/>
                <a:gd name="connsiteX332" fmla="*/ 277148 w 696905"/>
                <a:gd name="connsiteY332" fmla="*/ 220265 h 543946"/>
                <a:gd name="connsiteX333" fmla="*/ 279838 w 696905"/>
                <a:gd name="connsiteY333" fmla="*/ 222951 h 543946"/>
                <a:gd name="connsiteX334" fmla="*/ 287911 w 696905"/>
                <a:gd name="connsiteY334" fmla="*/ 224294 h 543946"/>
                <a:gd name="connsiteX335" fmla="*/ 294638 w 696905"/>
                <a:gd name="connsiteY335" fmla="*/ 225637 h 543946"/>
                <a:gd name="connsiteX336" fmla="*/ 302710 w 696905"/>
                <a:gd name="connsiteY336" fmla="*/ 228323 h 543946"/>
                <a:gd name="connsiteX337" fmla="*/ 313473 w 696905"/>
                <a:gd name="connsiteY337" fmla="*/ 228323 h 543946"/>
                <a:gd name="connsiteX338" fmla="*/ 321545 w 696905"/>
                <a:gd name="connsiteY338" fmla="*/ 224294 h 543946"/>
                <a:gd name="connsiteX339" fmla="*/ 325581 w 696905"/>
                <a:gd name="connsiteY339" fmla="*/ 224294 h 543946"/>
                <a:gd name="connsiteX340" fmla="*/ 330963 w 696905"/>
                <a:gd name="connsiteY340" fmla="*/ 228323 h 543946"/>
                <a:gd name="connsiteX341" fmla="*/ 340380 w 696905"/>
                <a:gd name="connsiteY341" fmla="*/ 229666 h 543946"/>
                <a:gd name="connsiteX342" fmla="*/ 345762 w 696905"/>
                <a:gd name="connsiteY342" fmla="*/ 233695 h 543946"/>
                <a:gd name="connsiteX343" fmla="*/ 351143 w 696905"/>
                <a:gd name="connsiteY343" fmla="*/ 231009 h 543946"/>
                <a:gd name="connsiteX344" fmla="*/ 351143 w 696905"/>
                <a:gd name="connsiteY344" fmla="*/ 228323 h 543946"/>
                <a:gd name="connsiteX345" fmla="*/ 345762 w 696905"/>
                <a:gd name="connsiteY345" fmla="*/ 225637 h 543946"/>
                <a:gd name="connsiteX346" fmla="*/ 339035 w 696905"/>
                <a:gd name="connsiteY346" fmla="*/ 225637 h 543946"/>
                <a:gd name="connsiteX347" fmla="*/ 330963 w 696905"/>
                <a:gd name="connsiteY347" fmla="*/ 224294 h 543946"/>
                <a:gd name="connsiteX348" fmla="*/ 329617 w 696905"/>
                <a:gd name="connsiteY348" fmla="*/ 221608 h 543946"/>
                <a:gd name="connsiteX349" fmla="*/ 329617 w 696905"/>
                <a:gd name="connsiteY349" fmla="*/ 218922 h 543946"/>
                <a:gd name="connsiteX350" fmla="*/ 333653 w 696905"/>
                <a:gd name="connsiteY350" fmla="*/ 218922 h 543946"/>
                <a:gd name="connsiteX351" fmla="*/ 341726 w 696905"/>
                <a:gd name="connsiteY351" fmla="*/ 216235 h 543946"/>
                <a:gd name="connsiteX352" fmla="*/ 359216 w 696905"/>
                <a:gd name="connsiteY352" fmla="*/ 214892 h 543946"/>
                <a:gd name="connsiteX353" fmla="*/ 371324 w 696905"/>
                <a:gd name="connsiteY353" fmla="*/ 213549 h 543946"/>
                <a:gd name="connsiteX354" fmla="*/ 380742 w 696905"/>
                <a:gd name="connsiteY354" fmla="*/ 217578 h 543946"/>
                <a:gd name="connsiteX355" fmla="*/ 386123 w 696905"/>
                <a:gd name="connsiteY355" fmla="*/ 221608 h 543946"/>
                <a:gd name="connsiteX356" fmla="*/ 391505 w 696905"/>
                <a:gd name="connsiteY356" fmla="*/ 218922 h 543946"/>
                <a:gd name="connsiteX357" fmla="*/ 396886 w 696905"/>
                <a:gd name="connsiteY357" fmla="*/ 218922 h 543946"/>
                <a:gd name="connsiteX358" fmla="*/ 394195 w 696905"/>
                <a:gd name="connsiteY358" fmla="*/ 214892 h 543946"/>
                <a:gd name="connsiteX359" fmla="*/ 391505 w 696905"/>
                <a:gd name="connsiteY359" fmla="*/ 214892 h 543946"/>
                <a:gd name="connsiteX360" fmla="*/ 387469 w 696905"/>
                <a:gd name="connsiteY360" fmla="*/ 213549 h 543946"/>
                <a:gd name="connsiteX361" fmla="*/ 387469 w 696905"/>
                <a:gd name="connsiteY361" fmla="*/ 210863 h 543946"/>
                <a:gd name="connsiteX362" fmla="*/ 382087 w 696905"/>
                <a:gd name="connsiteY362" fmla="*/ 206834 h 543946"/>
                <a:gd name="connsiteX363" fmla="*/ 375360 w 696905"/>
                <a:gd name="connsiteY363" fmla="*/ 206834 h 543946"/>
                <a:gd name="connsiteX364" fmla="*/ 372670 w 696905"/>
                <a:gd name="connsiteY364" fmla="*/ 205491 h 543946"/>
                <a:gd name="connsiteX365" fmla="*/ 359216 w 696905"/>
                <a:gd name="connsiteY365" fmla="*/ 205491 h 543946"/>
                <a:gd name="connsiteX366" fmla="*/ 359216 w 696905"/>
                <a:gd name="connsiteY366" fmla="*/ 204148 h 543946"/>
                <a:gd name="connsiteX367" fmla="*/ 361906 w 696905"/>
                <a:gd name="connsiteY367" fmla="*/ 201462 h 543946"/>
                <a:gd name="connsiteX368" fmla="*/ 364597 w 696905"/>
                <a:gd name="connsiteY368" fmla="*/ 194746 h 543946"/>
                <a:gd name="connsiteX369" fmla="*/ 369979 w 696905"/>
                <a:gd name="connsiteY369" fmla="*/ 193403 h 543946"/>
                <a:gd name="connsiteX370" fmla="*/ 375360 w 696905"/>
                <a:gd name="connsiteY370" fmla="*/ 189374 h 543946"/>
                <a:gd name="connsiteX371" fmla="*/ 378051 w 696905"/>
                <a:gd name="connsiteY371" fmla="*/ 182658 h 543946"/>
                <a:gd name="connsiteX372" fmla="*/ 391505 w 696905"/>
                <a:gd name="connsiteY372" fmla="*/ 174600 h 543946"/>
                <a:gd name="connsiteX373" fmla="*/ 399577 w 696905"/>
                <a:gd name="connsiteY373" fmla="*/ 174600 h 543946"/>
                <a:gd name="connsiteX374" fmla="*/ 411685 w 696905"/>
                <a:gd name="connsiteY374" fmla="*/ 167885 h 543946"/>
                <a:gd name="connsiteX375" fmla="*/ 411685 w 696905"/>
                <a:gd name="connsiteY375" fmla="*/ 165198 h 543946"/>
                <a:gd name="connsiteX376" fmla="*/ 396886 w 696905"/>
                <a:gd name="connsiteY376" fmla="*/ 170571 h 543946"/>
                <a:gd name="connsiteX377" fmla="*/ 387469 w 696905"/>
                <a:gd name="connsiteY377" fmla="*/ 171914 h 543946"/>
                <a:gd name="connsiteX378" fmla="*/ 374015 w 696905"/>
                <a:gd name="connsiteY378" fmla="*/ 182658 h 543946"/>
                <a:gd name="connsiteX379" fmla="*/ 374015 w 696905"/>
                <a:gd name="connsiteY379" fmla="*/ 188031 h 543946"/>
                <a:gd name="connsiteX380" fmla="*/ 371324 w 696905"/>
                <a:gd name="connsiteY380" fmla="*/ 188031 h 543946"/>
                <a:gd name="connsiteX381" fmla="*/ 368633 w 696905"/>
                <a:gd name="connsiteY381" fmla="*/ 182658 h 543946"/>
                <a:gd name="connsiteX382" fmla="*/ 367288 w 696905"/>
                <a:gd name="connsiteY382" fmla="*/ 181315 h 543946"/>
                <a:gd name="connsiteX383" fmla="*/ 363252 w 696905"/>
                <a:gd name="connsiteY383" fmla="*/ 186688 h 543946"/>
                <a:gd name="connsiteX384" fmla="*/ 359216 w 696905"/>
                <a:gd name="connsiteY384" fmla="*/ 188031 h 543946"/>
                <a:gd name="connsiteX385" fmla="*/ 352489 w 696905"/>
                <a:gd name="connsiteY385" fmla="*/ 196089 h 543946"/>
                <a:gd name="connsiteX386" fmla="*/ 355180 w 696905"/>
                <a:gd name="connsiteY386" fmla="*/ 196089 h 543946"/>
                <a:gd name="connsiteX387" fmla="*/ 356525 w 696905"/>
                <a:gd name="connsiteY387" fmla="*/ 197432 h 543946"/>
                <a:gd name="connsiteX388" fmla="*/ 347107 w 696905"/>
                <a:gd name="connsiteY388" fmla="*/ 205491 h 543946"/>
                <a:gd name="connsiteX389" fmla="*/ 341726 w 696905"/>
                <a:gd name="connsiteY389" fmla="*/ 205491 h 543946"/>
                <a:gd name="connsiteX390" fmla="*/ 322890 w 696905"/>
                <a:gd name="connsiteY390" fmla="*/ 213549 h 543946"/>
                <a:gd name="connsiteX391" fmla="*/ 317509 w 696905"/>
                <a:gd name="connsiteY391" fmla="*/ 214892 h 543946"/>
                <a:gd name="connsiteX392" fmla="*/ 312128 w 696905"/>
                <a:gd name="connsiteY392" fmla="*/ 213549 h 543946"/>
                <a:gd name="connsiteX393" fmla="*/ 297328 w 696905"/>
                <a:gd name="connsiteY393" fmla="*/ 213549 h 543946"/>
                <a:gd name="connsiteX394" fmla="*/ 290601 w 696905"/>
                <a:gd name="connsiteY394" fmla="*/ 206834 h 543946"/>
                <a:gd name="connsiteX395" fmla="*/ 282529 w 696905"/>
                <a:gd name="connsiteY395" fmla="*/ 208177 h 543946"/>
                <a:gd name="connsiteX396" fmla="*/ 278493 w 696905"/>
                <a:gd name="connsiteY396" fmla="*/ 208177 h 543946"/>
                <a:gd name="connsiteX397" fmla="*/ 278493 w 696905"/>
                <a:gd name="connsiteY397" fmla="*/ 202805 h 543946"/>
                <a:gd name="connsiteX398" fmla="*/ 285220 w 696905"/>
                <a:gd name="connsiteY398" fmla="*/ 197432 h 543946"/>
                <a:gd name="connsiteX399" fmla="*/ 291947 w 696905"/>
                <a:gd name="connsiteY399" fmla="*/ 197432 h 543946"/>
                <a:gd name="connsiteX400" fmla="*/ 295983 w 696905"/>
                <a:gd name="connsiteY400" fmla="*/ 194746 h 543946"/>
                <a:gd name="connsiteX401" fmla="*/ 305401 w 696905"/>
                <a:gd name="connsiteY401" fmla="*/ 193403 h 543946"/>
                <a:gd name="connsiteX402" fmla="*/ 310782 w 696905"/>
                <a:gd name="connsiteY402" fmla="*/ 189374 h 543946"/>
                <a:gd name="connsiteX403" fmla="*/ 306746 w 696905"/>
                <a:gd name="connsiteY403" fmla="*/ 189374 h 543946"/>
                <a:gd name="connsiteX404" fmla="*/ 300019 w 696905"/>
                <a:gd name="connsiteY404" fmla="*/ 190717 h 543946"/>
                <a:gd name="connsiteX405" fmla="*/ 294638 w 696905"/>
                <a:gd name="connsiteY405" fmla="*/ 190717 h 543946"/>
                <a:gd name="connsiteX406" fmla="*/ 287911 w 696905"/>
                <a:gd name="connsiteY406" fmla="*/ 193403 h 543946"/>
                <a:gd name="connsiteX407" fmla="*/ 282529 w 696905"/>
                <a:gd name="connsiteY407" fmla="*/ 192060 h 543946"/>
                <a:gd name="connsiteX408" fmla="*/ 282529 w 696905"/>
                <a:gd name="connsiteY408" fmla="*/ 188031 h 543946"/>
                <a:gd name="connsiteX409" fmla="*/ 289256 w 696905"/>
                <a:gd name="connsiteY409" fmla="*/ 184002 h 543946"/>
                <a:gd name="connsiteX410" fmla="*/ 283875 w 696905"/>
                <a:gd name="connsiteY410" fmla="*/ 184002 h 543946"/>
                <a:gd name="connsiteX411" fmla="*/ 275802 w 696905"/>
                <a:gd name="connsiteY411" fmla="*/ 186688 h 543946"/>
                <a:gd name="connsiteX412" fmla="*/ 275802 w 696905"/>
                <a:gd name="connsiteY412" fmla="*/ 193403 h 543946"/>
                <a:gd name="connsiteX413" fmla="*/ 267730 w 696905"/>
                <a:gd name="connsiteY413" fmla="*/ 201462 h 543946"/>
                <a:gd name="connsiteX414" fmla="*/ 259658 w 696905"/>
                <a:gd name="connsiteY414" fmla="*/ 201462 h 543946"/>
                <a:gd name="connsiteX415" fmla="*/ 248895 w 696905"/>
                <a:gd name="connsiteY415" fmla="*/ 197432 h 543946"/>
                <a:gd name="connsiteX416" fmla="*/ 238132 w 696905"/>
                <a:gd name="connsiteY416" fmla="*/ 197432 h 543946"/>
                <a:gd name="connsiteX417" fmla="*/ 234096 w 696905"/>
                <a:gd name="connsiteY417" fmla="*/ 192060 h 543946"/>
                <a:gd name="connsiteX418" fmla="*/ 234096 w 696905"/>
                <a:gd name="connsiteY418" fmla="*/ 189374 h 543946"/>
                <a:gd name="connsiteX419" fmla="*/ 228714 w 696905"/>
                <a:gd name="connsiteY419" fmla="*/ 189374 h 543946"/>
                <a:gd name="connsiteX420" fmla="*/ 221987 w 696905"/>
                <a:gd name="connsiteY420" fmla="*/ 185345 h 543946"/>
                <a:gd name="connsiteX421" fmla="*/ 223333 w 696905"/>
                <a:gd name="connsiteY421" fmla="*/ 181315 h 543946"/>
                <a:gd name="connsiteX422" fmla="*/ 227369 w 696905"/>
                <a:gd name="connsiteY422" fmla="*/ 178629 h 543946"/>
                <a:gd name="connsiteX423" fmla="*/ 231405 w 696905"/>
                <a:gd name="connsiteY423" fmla="*/ 171914 h 543946"/>
                <a:gd name="connsiteX424" fmla="*/ 238132 w 696905"/>
                <a:gd name="connsiteY424" fmla="*/ 167885 h 543946"/>
                <a:gd name="connsiteX425" fmla="*/ 243513 w 696905"/>
                <a:gd name="connsiteY425" fmla="*/ 161169 h 543946"/>
                <a:gd name="connsiteX426" fmla="*/ 250240 w 696905"/>
                <a:gd name="connsiteY426" fmla="*/ 157140 h 543946"/>
                <a:gd name="connsiteX427" fmla="*/ 254276 w 696905"/>
                <a:gd name="connsiteY427" fmla="*/ 154454 h 543946"/>
                <a:gd name="connsiteX428" fmla="*/ 258312 w 696905"/>
                <a:gd name="connsiteY428" fmla="*/ 155797 h 543946"/>
                <a:gd name="connsiteX429" fmla="*/ 269075 w 696905"/>
                <a:gd name="connsiteY429" fmla="*/ 157140 h 543946"/>
                <a:gd name="connsiteX430" fmla="*/ 273112 w 696905"/>
                <a:gd name="connsiteY430" fmla="*/ 154454 h 543946"/>
                <a:gd name="connsiteX431" fmla="*/ 277148 w 696905"/>
                <a:gd name="connsiteY431" fmla="*/ 155797 h 543946"/>
                <a:gd name="connsiteX432" fmla="*/ 287911 w 696905"/>
                <a:gd name="connsiteY432" fmla="*/ 161169 h 543946"/>
                <a:gd name="connsiteX433" fmla="*/ 295983 w 696905"/>
                <a:gd name="connsiteY433" fmla="*/ 161169 h 543946"/>
                <a:gd name="connsiteX434" fmla="*/ 300019 w 696905"/>
                <a:gd name="connsiteY434" fmla="*/ 162512 h 543946"/>
                <a:gd name="connsiteX435" fmla="*/ 309437 w 696905"/>
                <a:gd name="connsiteY435" fmla="*/ 161169 h 543946"/>
                <a:gd name="connsiteX436" fmla="*/ 310782 w 696905"/>
                <a:gd name="connsiteY436" fmla="*/ 159826 h 543946"/>
                <a:gd name="connsiteX437" fmla="*/ 306746 w 696905"/>
                <a:gd name="connsiteY437" fmla="*/ 157140 h 543946"/>
                <a:gd name="connsiteX438" fmla="*/ 295983 w 696905"/>
                <a:gd name="connsiteY438" fmla="*/ 158483 h 543946"/>
                <a:gd name="connsiteX439" fmla="*/ 285220 w 696905"/>
                <a:gd name="connsiteY439" fmla="*/ 155797 h 543946"/>
                <a:gd name="connsiteX440" fmla="*/ 278493 w 696905"/>
                <a:gd name="connsiteY440" fmla="*/ 151768 h 543946"/>
                <a:gd name="connsiteX441" fmla="*/ 271766 w 696905"/>
                <a:gd name="connsiteY441" fmla="*/ 151768 h 543946"/>
                <a:gd name="connsiteX442" fmla="*/ 262348 w 696905"/>
                <a:gd name="connsiteY442" fmla="*/ 153111 h 543946"/>
                <a:gd name="connsiteX443" fmla="*/ 251586 w 696905"/>
                <a:gd name="connsiteY443" fmla="*/ 150425 h 543946"/>
                <a:gd name="connsiteX444" fmla="*/ 248895 w 696905"/>
                <a:gd name="connsiteY444" fmla="*/ 150425 h 543946"/>
                <a:gd name="connsiteX445" fmla="*/ 244859 w 696905"/>
                <a:gd name="connsiteY445" fmla="*/ 153111 h 543946"/>
                <a:gd name="connsiteX446" fmla="*/ 240823 w 696905"/>
                <a:gd name="connsiteY446" fmla="*/ 159826 h 543946"/>
                <a:gd name="connsiteX447" fmla="*/ 231405 w 696905"/>
                <a:gd name="connsiteY447" fmla="*/ 165198 h 543946"/>
                <a:gd name="connsiteX448" fmla="*/ 221987 w 696905"/>
                <a:gd name="connsiteY448" fmla="*/ 169228 h 543946"/>
                <a:gd name="connsiteX449" fmla="*/ 215260 w 696905"/>
                <a:gd name="connsiteY449" fmla="*/ 177286 h 543946"/>
                <a:gd name="connsiteX450" fmla="*/ 213915 w 696905"/>
                <a:gd name="connsiteY450" fmla="*/ 178629 h 543946"/>
                <a:gd name="connsiteX451" fmla="*/ 209879 w 696905"/>
                <a:gd name="connsiteY451" fmla="*/ 177286 h 543946"/>
                <a:gd name="connsiteX452" fmla="*/ 201806 w 696905"/>
                <a:gd name="connsiteY452" fmla="*/ 167885 h 543946"/>
                <a:gd name="connsiteX453" fmla="*/ 199116 w 696905"/>
                <a:gd name="connsiteY453" fmla="*/ 166542 h 543946"/>
                <a:gd name="connsiteX454" fmla="*/ 196425 w 696905"/>
                <a:gd name="connsiteY454" fmla="*/ 163855 h 543946"/>
                <a:gd name="connsiteX455" fmla="*/ 193734 w 696905"/>
                <a:gd name="connsiteY455" fmla="*/ 157140 h 543946"/>
                <a:gd name="connsiteX456" fmla="*/ 193734 w 696905"/>
                <a:gd name="connsiteY456" fmla="*/ 150425 h 543946"/>
                <a:gd name="connsiteX457" fmla="*/ 191044 w 696905"/>
                <a:gd name="connsiteY457" fmla="*/ 146395 h 543946"/>
                <a:gd name="connsiteX458" fmla="*/ 191044 w 696905"/>
                <a:gd name="connsiteY458" fmla="*/ 139680 h 543946"/>
                <a:gd name="connsiteX459" fmla="*/ 192389 w 696905"/>
                <a:gd name="connsiteY459" fmla="*/ 138337 h 543946"/>
                <a:gd name="connsiteX460" fmla="*/ 197771 w 696905"/>
                <a:gd name="connsiteY460" fmla="*/ 139680 h 543946"/>
                <a:gd name="connsiteX461" fmla="*/ 203152 w 696905"/>
                <a:gd name="connsiteY461" fmla="*/ 138337 h 543946"/>
                <a:gd name="connsiteX462" fmla="*/ 205843 w 696905"/>
                <a:gd name="connsiteY462" fmla="*/ 141023 h 543946"/>
                <a:gd name="connsiteX463" fmla="*/ 221987 w 696905"/>
                <a:gd name="connsiteY463" fmla="*/ 139680 h 543946"/>
                <a:gd name="connsiteX464" fmla="*/ 230059 w 696905"/>
                <a:gd name="connsiteY464" fmla="*/ 145052 h 543946"/>
                <a:gd name="connsiteX465" fmla="*/ 234096 w 696905"/>
                <a:gd name="connsiteY465" fmla="*/ 145052 h 543946"/>
                <a:gd name="connsiteX466" fmla="*/ 236786 w 696905"/>
                <a:gd name="connsiteY466" fmla="*/ 147738 h 543946"/>
                <a:gd name="connsiteX467" fmla="*/ 242168 w 696905"/>
                <a:gd name="connsiteY467" fmla="*/ 147738 h 543946"/>
                <a:gd name="connsiteX468" fmla="*/ 247549 w 696905"/>
                <a:gd name="connsiteY468" fmla="*/ 145052 h 543946"/>
                <a:gd name="connsiteX469" fmla="*/ 254276 w 696905"/>
                <a:gd name="connsiteY469" fmla="*/ 146395 h 543946"/>
                <a:gd name="connsiteX470" fmla="*/ 255622 w 696905"/>
                <a:gd name="connsiteY470" fmla="*/ 145052 h 543946"/>
                <a:gd name="connsiteX471" fmla="*/ 261003 w 696905"/>
                <a:gd name="connsiteY471" fmla="*/ 143709 h 543946"/>
                <a:gd name="connsiteX472" fmla="*/ 263694 w 696905"/>
                <a:gd name="connsiteY472" fmla="*/ 141023 h 543946"/>
                <a:gd name="connsiteX473" fmla="*/ 274457 w 696905"/>
                <a:gd name="connsiteY473" fmla="*/ 139680 h 543946"/>
                <a:gd name="connsiteX474" fmla="*/ 283875 w 696905"/>
                <a:gd name="connsiteY474" fmla="*/ 136994 h 543946"/>
                <a:gd name="connsiteX475" fmla="*/ 285220 w 696905"/>
                <a:gd name="connsiteY475" fmla="*/ 134308 h 543946"/>
                <a:gd name="connsiteX476" fmla="*/ 285220 w 696905"/>
                <a:gd name="connsiteY476" fmla="*/ 131622 h 543946"/>
                <a:gd name="connsiteX477" fmla="*/ 281184 w 696905"/>
                <a:gd name="connsiteY477" fmla="*/ 132965 h 543946"/>
                <a:gd name="connsiteX478" fmla="*/ 278493 w 696905"/>
                <a:gd name="connsiteY478" fmla="*/ 132965 h 543946"/>
                <a:gd name="connsiteX479" fmla="*/ 275802 w 696905"/>
                <a:gd name="connsiteY479" fmla="*/ 135651 h 543946"/>
                <a:gd name="connsiteX480" fmla="*/ 269075 w 696905"/>
                <a:gd name="connsiteY480" fmla="*/ 136994 h 543946"/>
                <a:gd name="connsiteX481" fmla="*/ 258312 w 696905"/>
                <a:gd name="connsiteY481" fmla="*/ 135651 h 543946"/>
                <a:gd name="connsiteX482" fmla="*/ 250240 w 696905"/>
                <a:gd name="connsiteY482" fmla="*/ 141023 h 543946"/>
                <a:gd name="connsiteX483" fmla="*/ 246204 w 696905"/>
                <a:gd name="connsiteY483" fmla="*/ 141023 h 543946"/>
                <a:gd name="connsiteX484" fmla="*/ 239477 w 696905"/>
                <a:gd name="connsiteY484" fmla="*/ 141023 h 543946"/>
                <a:gd name="connsiteX485" fmla="*/ 236786 w 696905"/>
                <a:gd name="connsiteY485" fmla="*/ 142366 h 543946"/>
                <a:gd name="connsiteX486" fmla="*/ 232750 w 696905"/>
                <a:gd name="connsiteY486" fmla="*/ 142366 h 543946"/>
                <a:gd name="connsiteX487" fmla="*/ 227369 w 696905"/>
                <a:gd name="connsiteY487" fmla="*/ 136994 h 543946"/>
                <a:gd name="connsiteX488" fmla="*/ 223333 w 696905"/>
                <a:gd name="connsiteY488" fmla="*/ 135651 h 543946"/>
                <a:gd name="connsiteX489" fmla="*/ 220642 w 696905"/>
                <a:gd name="connsiteY489" fmla="*/ 134308 h 543946"/>
                <a:gd name="connsiteX490" fmla="*/ 215260 w 696905"/>
                <a:gd name="connsiteY490" fmla="*/ 135651 h 543946"/>
                <a:gd name="connsiteX491" fmla="*/ 205843 w 696905"/>
                <a:gd name="connsiteY491" fmla="*/ 130278 h 543946"/>
                <a:gd name="connsiteX492" fmla="*/ 200461 w 696905"/>
                <a:gd name="connsiteY492" fmla="*/ 132965 h 543946"/>
                <a:gd name="connsiteX493" fmla="*/ 195080 w 696905"/>
                <a:gd name="connsiteY493" fmla="*/ 130278 h 543946"/>
                <a:gd name="connsiteX494" fmla="*/ 193734 w 696905"/>
                <a:gd name="connsiteY494" fmla="*/ 126249 h 543946"/>
                <a:gd name="connsiteX495" fmla="*/ 196425 w 696905"/>
                <a:gd name="connsiteY495" fmla="*/ 123563 h 543946"/>
                <a:gd name="connsiteX496" fmla="*/ 196425 w 696905"/>
                <a:gd name="connsiteY496" fmla="*/ 118191 h 543946"/>
                <a:gd name="connsiteX497" fmla="*/ 200461 w 696905"/>
                <a:gd name="connsiteY497" fmla="*/ 115505 h 543946"/>
                <a:gd name="connsiteX498" fmla="*/ 203152 w 696905"/>
                <a:gd name="connsiteY498" fmla="*/ 115505 h 543946"/>
                <a:gd name="connsiteX499" fmla="*/ 205843 w 696905"/>
                <a:gd name="connsiteY499" fmla="*/ 119534 h 543946"/>
                <a:gd name="connsiteX500" fmla="*/ 213915 w 696905"/>
                <a:gd name="connsiteY500" fmla="*/ 119534 h 543946"/>
                <a:gd name="connsiteX501" fmla="*/ 217951 w 696905"/>
                <a:gd name="connsiteY501" fmla="*/ 116848 h 543946"/>
                <a:gd name="connsiteX502" fmla="*/ 212570 w 696905"/>
                <a:gd name="connsiteY502" fmla="*/ 114162 h 543946"/>
                <a:gd name="connsiteX503" fmla="*/ 208533 w 696905"/>
                <a:gd name="connsiteY503" fmla="*/ 114162 h 543946"/>
                <a:gd name="connsiteX504" fmla="*/ 204497 w 696905"/>
                <a:gd name="connsiteY504" fmla="*/ 108789 h 543946"/>
                <a:gd name="connsiteX505" fmla="*/ 205843 w 696905"/>
                <a:gd name="connsiteY505" fmla="*/ 107446 h 543946"/>
                <a:gd name="connsiteX506" fmla="*/ 213915 w 696905"/>
                <a:gd name="connsiteY506" fmla="*/ 107446 h 543946"/>
                <a:gd name="connsiteX507" fmla="*/ 220642 w 696905"/>
                <a:gd name="connsiteY507" fmla="*/ 102074 h 543946"/>
                <a:gd name="connsiteX508" fmla="*/ 228714 w 696905"/>
                <a:gd name="connsiteY508" fmla="*/ 102074 h 543946"/>
                <a:gd name="connsiteX509" fmla="*/ 232750 w 696905"/>
                <a:gd name="connsiteY509" fmla="*/ 98045 h 543946"/>
                <a:gd name="connsiteX510" fmla="*/ 238132 w 696905"/>
                <a:gd name="connsiteY510" fmla="*/ 98045 h 543946"/>
                <a:gd name="connsiteX511" fmla="*/ 240823 w 696905"/>
                <a:gd name="connsiteY511" fmla="*/ 99388 h 543946"/>
                <a:gd name="connsiteX512" fmla="*/ 244859 w 696905"/>
                <a:gd name="connsiteY512" fmla="*/ 99388 h 543946"/>
                <a:gd name="connsiteX513" fmla="*/ 244859 w 696905"/>
                <a:gd name="connsiteY513" fmla="*/ 95358 h 543946"/>
                <a:gd name="connsiteX514" fmla="*/ 242168 w 696905"/>
                <a:gd name="connsiteY514" fmla="*/ 94015 h 543946"/>
                <a:gd name="connsiteX515" fmla="*/ 231405 w 696905"/>
                <a:gd name="connsiteY515" fmla="*/ 95358 h 543946"/>
                <a:gd name="connsiteX516" fmla="*/ 223333 w 696905"/>
                <a:gd name="connsiteY516" fmla="*/ 96702 h 543946"/>
                <a:gd name="connsiteX517" fmla="*/ 215260 w 696905"/>
                <a:gd name="connsiteY517" fmla="*/ 99388 h 543946"/>
                <a:gd name="connsiteX518" fmla="*/ 211224 w 696905"/>
                <a:gd name="connsiteY518" fmla="*/ 99388 h 543946"/>
                <a:gd name="connsiteX519" fmla="*/ 207188 w 696905"/>
                <a:gd name="connsiteY519" fmla="*/ 103417 h 543946"/>
                <a:gd name="connsiteX520" fmla="*/ 203152 w 696905"/>
                <a:gd name="connsiteY520" fmla="*/ 103417 h 543946"/>
                <a:gd name="connsiteX521" fmla="*/ 203152 w 696905"/>
                <a:gd name="connsiteY521" fmla="*/ 99388 h 543946"/>
                <a:gd name="connsiteX522" fmla="*/ 201806 w 696905"/>
                <a:gd name="connsiteY522" fmla="*/ 94015 h 543946"/>
                <a:gd name="connsiteX523" fmla="*/ 208533 w 696905"/>
                <a:gd name="connsiteY523" fmla="*/ 91329 h 543946"/>
                <a:gd name="connsiteX524" fmla="*/ 215260 w 696905"/>
                <a:gd name="connsiteY524" fmla="*/ 85957 h 543946"/>
                <a:gd name="connsiteX525" fmla="*/ 224678 w 696905"/>
                <a:gd name="connsiteY525" fmla="*/ 84614 h 543946"/>
                <a:gd name="connsiteX526" fmla="*/ 228714 w 696905"/>
                <a:gd name="connsiteY526" fmla="*/ 83271 h 543946"/>
                <a:gd name="connsiteX527" fmla="*/ 221987 w 696905"/>
                <a:gd name="connsiteY527" fmla="*/ 83271 h 543946"/>
                <a:gd name="connsiteX528" fmla="*/ 220642 w 696905"/>
                <a:gd name="connsiteY528" fmla="*/ 80585 h 543946"/>
                <a:gd name="connsiteX529" fmla="*/ 220642 w 696905"/>
                <a:gd name="connsiteY529" fmla="*/ 72526 h 543946"/>
                <a:gd name="connsiteX530" fmla="*/ 217951 w 696905"/>
                <a:gd name="connsiteY530" fmla="*/ 73869 h 543946"/>
                <a:gd name="connsiteX531" fmla="*/ 217951 w 696905"/>
                <a:gd name="connsiteY531" fmla="*/ 79242 h 543946"/>
                <a:gd name="connsiteX532" fmla="*/ 215260 w 696905"/>
                <a:gd name="connsiteY532" fmla="*/ 80585 h 543946"/>
                <a:gd name="connsiteX533" fmla="*/ 213915 w 696905"/>
                <a:gd name="connsiteY533" fmla="*/ 76555 h 543946"/>
                <a:gd name="connsiteX534" fmla="*/ 209879 w 696905"/>
                <a:gd name="connsiteY534" fmla="*/ 76555 h 543946"/>
                <a:gd name="connsiteX535" fmla="*/ 208533 w 696905"/>
                <a:gd name="connsiteY535" fmla="*/ 79242 h 543946"/>
                <a:gd name="connsiteX536" fmla="*/ 203152 w 696905"/>
                <a:gd name="connsiteY536" fmla="*/ 79242 h 543946"/>
                <a:gd name="connsiteX537" fmla="*/ 203152 w 696905"/>
                <a:gd name="connsiteY537" fmla="*/ 83271 h 543946"/>
                <a:gd name="connsiteX538" fmla="*/ 200461 w 696905"/>
                <a:gd name="connsiteY538" fmla="*/ 87300 h 543946"/>
                <a:gd name="connsiteX539" fmla="*/ 193734 w 696905"/>
                <a:gd name="connsiteY539" fmla="*/ 88643 h 543946"/>
                <a:gd name="connsiteX540" fmla="*/ 193734 w 696905"/>
                <a:gd name="connsiteY540" fmla="*/ 84614 h 543946"/>
                <a:gd name="connsiteX541" fmla="*/ 193734 w 696905"/>
                <a:gd name="connsiteY541" fmla="*/ 79242 h 543946"/>
                <a:gd name="connsiteX542" fmla="*/ 192389 w 696905"/>
                <a:gd name="connsiteY542" fmla="*/ 77898 h 543946"/>
                <a:gd name="connsiteX543" fmla="*/ 191044 w 696905"/>
                <a:gd name="connsiteY543" fmla="*/ 73869 h 543946"/>
                <a:gd name="connsiteX544" fmla="*/ 192389 w 696905"/>
                <a:gd name="connsiteY544" fmla="*/ 72526 h 543946"/>
                <a:gd name="connsiteX545" fmla="*/ 196425 w 696905"/>
                <a:gd name="connsiteY545" fmla="*/ 73869 h 543946"/>
                <a:gd name="connsiteX546" fmla="*/ 196425 w 696905"/>
                <a:gd name="connsiteY546" fmla="*/ 68497 h 543946"/>
                <a:gd name="connsiteX547" fmla="*/ 200461 w 696905"/>
                <a:gd name="connsiteY547" fmla="*/ 65811 h 543946"/>
                <a:gd name="connsiteX548" fmla="*/ 207188 w 696905"/>
                <a:gd name="connsiteY548" fmla="*/ 65811 h 543946"/>
                <a:gd name="connsiteX549" fmla="*/ 209879 w 696905"/>
                <a:gd name="connsiteY549" fmla="*/ 61782 h 543946"/>
                <a:gd name="connsiteX550" fmla="*/ 215260 w 696905"/>
                <a:gd name="connsiteY550" fmla="*/ 57752 h 543946"/>
                <a:gd name="connsiteX551" fmla="*/ 219296 w 696905"/>
                <a:gd name="connsiteY551" fmla="*/ 59095 h 543946"/>
                <a:gd name="connsiteX552" fmla="*/ 227369 w 696905"/>
                <a:gd name="connsiteY552" fmla="*/ 55066 h 543946"/>
                <a:gd name="connsiteX553" fmla="*/ 238132 w 696905"/>
                <a:gd name="connsiteY553" fmla="*/ 53723 h 543946"/>
                <a:gd name="connsiteX554" fmla="*/ 240823 w 696905"/>
                <a:gd name="connsiteY554" fmla="*/ 52380 h 543946"/>
                <a:gd name="connsiteX555" fmla="*/ 244859 w 696905"/>
                <a:gd name="connsiteY555" fmla="*/ 53723 h 543946"/>
                <a:gd name="connsiteX556" fmla="*/ 244859 w 696905"/>
                <a:gd name="connsiteY556" fmla="*/ 57752 h 543946"/>
                <a:gd name="connsiteX557" fmla="*/ 243513 w 696905"/>
                <a:gd name="connsiteY557" fmla="*/ 60438 h 543946"/>
                <a:gd name="connsiteX558" fmla="*/ 243513 w 696905"/>
                <a:gd name="connsiteY558" fmla="*/ 72526 h 543946"/>
                <a:gd name="connsiteX559" fmla="*/ 246204 w 696905"/>
                <a:gd name="connsiteY559" fmla="*/ 71183 h 543946"/>
                <a:gd name="connsiteX560" fmla="*/ 248895 w 696905"/>
                <a:gd name="connsiteY560" fmla="*/ 63125 h 543946"/>
                <a:gd name="connsiteX561" fmla="*/ 252931 w 696905"/>
                <a:gd name="connsiteY561" fmla="*/ 60438 h 543946"/>
                <a:gd name="connsiteX562" fmla="*/ 254276 w 696905"/>
                <a:gd name="connsiteY562" fmla="*/ 63125 h 543946"/>
                <a:gd name="connsiteX563" fmla="*/ 252931 w 696905"/>
                <a:gd name="connsiteY563" fmla="*/ 64468 h 543946"/>
                <a:gd name="connsiteX564" fmla="*/ 252931 w 696905"/>
                <a:gd name="connsiteY564" fmla="*/ 68497 h 543946"/>
                <a:gd name="connsiteX565" fmla="*/ 256967 w 696905"/>
                <a:gd name="connsiteY565" fmla="*/ 65811 h 543946"/>
                <a:gd name="connsiteX566" fmla="*/ 256967 w 696905"/>
                <a:gd name="connsiteY566" fmla="*/ 61782 h 543946"/>
                <a:gd name="connsiteX567" fmla="*/ 258312 w 696905"/>
                <a:gd name="connsiteY567" fmla="*/ 60438 h 543946"/>
                <a:gd name="connsiteX568" fmla="*/ 256967 w 696905"/>
                <a:gd name="connsiteY568" fmla="*/ 56409 h 543946"/>
                <a:gd name="connsiteX569" fmla="*/ 258312 w 696905"/>
                <a:gd name="connsiteY569" fmla="*/ 49694 h 543946"/>
                <a:gd name="connsiteX570" fmla="*/ 261003 w 696905"/>
                <a:gd name="connsiteY570" fmla="*/ 49694 h 543946"/>
                <a:gd name="connsiteX571" fmla="*/ 267730 w 696905"/>
                <a:gd name="connsiteY571" fmla="*/ 44322 h 543946"/>
                <a:gd name="connsiteX572" fmla="*/ 270421 w 696905"/>
                <a:gd name="connsiteY572" fmla="*/ 44322 h 543946"/>
                <a:gd name="connsiteX573" fmla="*/ 271766 w 696905"/>
                <a:gd name="connsiteY573" fmla="*/ 48351 h 543946"/>
                <a:gd name="connsiteX574" fmla="*/ 271766 w 696905"/>
                <a:gd name="connsiteY574" fmla="*/ 55066 h 543946"/>
                <a:gd name="connsiteX575" fmla="*/ 275802 w 696905"/>
                <a:gd name="connsiteY575" fmla="*/ 57752 h 543946"/>
                <a:gd name="connsiteX576" fmla="*/ 277148 w 696905"/>
                <a:gd name="connsiteY576" fmla="*/ 64468 h 543946"/>
                <a:gd name="connsiteX577" fmla="*/ 275802 w 696905"/>
                <a:gd name="connsiteY577" fmla="*/ 68497 h 543946"/>
                <a:gd name="connsiteX578" fmla="*/ 277148 w 696905"/>
                <a:gd name="connsiteY578" fmla="*/ 72526 h 543946"/>
                <a:gd name="connsiteX579" fmla="*/ 277148 w 696905"/>
                <a:gd name="connsiteY579" fmla="*/ 75212 h 543946"/>
                <a:gd name="connsiteX580" fmla="*/ 279838 w 696905"/>
                <a:gd name="connsiteY580" fmla="*/ 79242 h 543946"/>
                <a:gd name="connsiteX581" fmla="*/ 282529 w 696905"/>
                <a:gd name="connsiteY581" fmla="*/ 76555 h 543946"/>
                <a:gd name="connsiteX582" fmla="*/ 279838 w 696905"/>
                <a:gd name="connsiteY582" fmla="*/ 73869 h 543946"/>
                <a:gd name="connsiteX583" fmla="*/ 279838 w 696905"/>
                <a:gd name="connsiteY583" fmla="*/ 67154 h 543946"/>
                <a:gd name="connsiteX584" fmla="*/ 282529 w 696905"/>
                <a:gd name="connsiteY584" fmla="*/ 65811 h 543946"/>
                <a:gd name="connsiteX585" fmla="*/ 287911 w 696905"/>
                <a:gd name="connsiteY585" fmla="*/ 57752 h 543946"/>
                <a:gd name="connsiteX586" fmla="*/ 291947 w 696905"/>
                <a:gd name="connsiteY586" fmla="*/ 57752 h 543946"/>
                <a:gd name="connsiteX587" fmla="*/ 295983 w 696905"/>
                <a:gd name="connsiteY587" fmla="*/ 64468 h 543946"/>
                <a:gd name="connsiteX588" fmla="*/ 295983 w 696905"/>
                <a:gd name="connsiteY588" fmla="*/ 71183 h 543946"/>
                <a:gd name="connsiteX589" fmla="*/ 294638 w 696905"/>
                <a:gd name="connsiteY589" fmla="*/ 76555 h 543946"/>
                <a:gd name="connsiteX590" fmla="*/ 297328 w 696905"/>
                <a:gd name="connsiteY590" fmla="*/ 79242 h 543946"/>
                <a:gd name="connsiteX591" fmla="*/ 298674 w 696905"/>
                <a:gd name="connsiteY591" fmla="*/ 81928 h 543946"/>
                <a:gd name="connsiteX592" fmla="*/ 301364 w 696905"/>
                <a:gd name="connsiteY592" fmla="*/ 79242 h 543946"/>
                <a:gd name="connsiteX593" fmla="*/ 300019 w 696905"/>
                <a:gd name="connsiteY593" fmla="*/ 72526 h 543946"/>
                <a:gd name="connsiteX594" fmla="*/ 304055 w 696905"/>
                <a:gd name="connsiteY594" fmla="*/ 71183 h 543946"/>
                <a:gd name="connsiteX595" fmla="*/ 306746 w 696905"/>
                <a:gd name="connsiteY595" fmla="*/ 69840 h 543946"/>
                <a:gd name="connsiteX596" fmla="*/ 308091 w 696905"/>
                <a:gd name="connsiteY596" fmla="*/ 72526 h 543946"/>
                <a:gd name="connsiteX597" fmla="*/ 306746 w 696905"/>
                <a:gd name="connsiteY597" fmla="*/ 73869 h 543946"/>
                <a:gd name="connsiteX598" fmla="*/ 306746 w 696905"/>
                <a:gd name="connsiteY598" fmla="*/ 79242 h 543946"/>
                <a:gd name="connsiteX599" fmla="*/ 309437 w 696905"/>
                <a:gd name="connsiteY599" fmla="*/ 81928 h 543946"/>
                <a:gd name="connsiteX600" fmla="*/ 313473 w 696905"/>
                <a:gd name="connsiteY600" fmla="*/ 76555 h 543946"/>
                <a:gd name="connsiteX601" fmla="*/ 314818 w 696905"/>
                <a:gd name="connsiteY601" fmla="*/ 76555 h 543946"/>
                <a:gd name="connsiteX602" fmla="*/ 314818 w 696905"/>
                <a:gd name="connsiteY602" fmla="*/ 83271 h 543946"/>
                <a:gd name="connsiteX603" fmla="*/ 317509 w 696905"/>
                <a:gd name="connsiteY603" fmla="*/ 79242 h 543946"/>
                <a:gd name="connsiteX604" fmla="*/ 317509 w 696905"/>
                <a:gd name="connsiteY604" fmla="*/ 73869 h 543946"/>
                <a:gd name="connsiteX605" fmla="*/ 312128 w 696905"/>
                <a:gd name="connsiteY605" fmla="*/ 65811 h 543946"/>
                <a:gd name="connsiteX606" fmla="*/ 310782 w 696905"/>
                <a:gd name="connsiteY606" fmla="*/ 65811 h 543946"/>
                <a:gd name="connsiteX607" fmla="*/ 308091 w 696905"/>
                <a:gd name="connsiteY607" fmla="*/ 63125 h 543946"/>
                <a:gd name="connsiteX608" fmla="*/ 308091 w 696905"/>
                <a:gd name="connsiteY608" fmla="*/ 57752 h 543946"/>
                <a:gd name="connsiteX609" fmla="*/ 304055 w 696905"/>
                <a:gd name="connsiteY609" fmla="*/ 53723 h 543946"/>
                <a:gd name="connsiteX610" fmla="*/ 302710 w 696905"/>
                <a:gd name="connsiteY610" fmla="*/ 48351 h 543946"/>
                <a:gd name="connsiteX611" fmla="*/ 298674 w 696905"/>
                <a:gd name="connsiteY611" fmla="*/ 45665 h 543946"/>
                <a:gd name="connsiteX612" fmla="*/ 300019 w 696905"/>
                <a:gd name="connsiteY612" fmla="*/ 40292 h 543946"/>
                <a:gd name="connsiteX613" fmla="*/ 305401 w 696905"/>
                <a:gd name="connsiteY613" fmla="*/ 40292 h 543946"/>
                <a:gd name="connsiteX614" fmla="*/ 309437 w 696905"/>
                <a:gd name="connsiteY614" fmla="*/ 44322 h 543946"/>
                <a:gd name="connsiteX615" fmla="*/ 314818 w 696905"/>
                <a:gd name="connsiteY615" fmla="*/ 41635 h 543946"/>
                <a:gd name="connsiteX616" fmla="*/ 318854 w 696905"/>
                <a:gd name="connsiteY616" fmla="*/ 44322 h 543946"/>
                <a:gd name="connsiteX617" fmla="*/ 321545 w 696905"/>
                <a:gd name="connsiteY617" fmla="*/ 41635 h 543946"/>
                <a:gd name="connsiteX618" fmla="*/ 321545 w 696905"/>
                <a:gd name="connsiteY618" fmla="*/ 32234 h 543946"/>
                <a:gd name="connsiteX619" fmla="*/ 317509 w 696905"/>
                <a:gd name="connsiteY619" fmla="*/ 28205 h 543946"/>
                <a:gd name="connsiteX620" fmla="*/ 318854 w 696905"/>
                <a:gd name="connsiteY620" fmla="*/ 22832 h 543946"/>
                <a:gd name="connsiteX621" fmla="*/ 325581 w 696905"/>
                <a:gd name="connsiteY621" fmla="*/ 21489 h 543946"/>
                <a:gd name="connsiteX622" fmla="*/ 328272 w 696905"/>
                <a:gd name="connsiteY622" fmla="*/ 22832 h 543946"/>
                <a:gd name="connsiteX623" fmla="*/ 337690 w 696905"/>
                <a:gd name="connsiteY623" fmla="*/ 24175 h 543946"/>
                <a:gd name="connsiteX624" fmla="*/ 341726 w 696905"/>
                <a:gd name="connsiteY624" fmla="*/ 26862 h 543946"/>
                <a:gd name="connsiteX625" fmla="*/ 340380 w 696905"/>
                <a:gd name="connsiteY625" fmla="*/ 30891 h 543946"/>
                <a:gd name="connsiteX626" fmla="*/ 336344 w 696905"/>
                <a:gd name="connsiteY626" fmla="*/ 34920 h 543946"/>
                <a:gd name="connsiteX627" fmla="*/ 337690 w 696905"/>
                <a:gd name="connsiteY627" fmla="*/ 37606 h 543946"/>
                <a:gd name="connsiteX628" fmla="*/ 347107 w 696905"/>
                <a:gd name="connsiteY628" fmla="*/ 40292 h 543946"/>
                <a:gd name="connsiteX629" fmla="*/ 348453 w 696905"/>
                <a:gd name="connsiteY629" fmla="*/ 44322 h 543946"/>
                <a:gd name="connsiteX630" fmla="*/ 345762 w 696905"/>
                <a:gd name="connsiteY630" fmla="*/ 51037 h 543946"/>
                <a:gd name="connsiteX631" fmla="*/ 347107 w 696905"/>
                <a:gd name="connsiteY631" fmla="*/ 61782 h 543946"/>
                <a:gd name="connsiteX632" fmla="*/ 351143 w 696905"/>
                <a:gd name="connsiteY632" fmla="*/ 60438 h 543946"/>
                <a:gd name="connsiteX633" fmla="*/ 353834 w 696905"/>
                <a:gd name="connsiteY633" fmla="*/ 55066 h 543946"/>
                <a:gd name="connsiteX634" fmla="*/ 356525 w 696905"/>
                <a:gd name="connsiteY634" fmla="*/ 55066 h 543946"/>
                <a:gd name="connsiteX635" fmla="*/ 356525 w 696905"/>
                <a:gd name="connsiteY635" fmla="*/ 59095 h 543946"/>
                <a:gd name="connsiteX636" fmla="*/ 359216 w 696905"/>
                <a:gd name="connsiteY636" fmla="*/ 61782 h 543946"/>
                <a:gd name="connsiteX637" fmla="*/ 363252 w 696905"/>
                <a:gd name="connsiteY637" fmla="*/ 60438 h 543946"/>
                <a:gd name="connsiteX638" fmla="*/ 365943 w 696905"/>
                <a:gd name="connsiteY638" fmla="*/ 56409 h 543946"/>
                <a:gd name="connsiteX639" fmla="*/ 371324 w 696905"/>
                <a:gd name="connsiteY639" fmla="*/ 53723 h 543946"/>
                <a:gd name="connsiteX640" fmla="*/ 372670 w 696905"/>
                <a:gd name="connsiteY640" fmla="*/ 51037 h 543946"/>
                <a:gd name="connsiteX641" fmla="*/ 368633 w 696905"/>
                <a:gd name="connsiteY641" fmla="*/ 41635 h 543946"/>
                <a:gd name="connsiteX642" fmla="*/ 371324 w 696905"/>
                <a:gd name="connsiteY642" fmla="*/ 37606 h 543946"/>
                <a:gd name="connsiteX643" fmla="*/ 375360 w 696905"/>
                <a:gd name="connsiteY643" fmla="*/ 37606 h 543946"/>
                <a:gd name="connsiteX644" fmla="*/ 378051 w 696905"/>
                <a:gd name="connsiteY644" fmla="*/ 38949 h 543946"/>
                <a:gd name="connsiteX645" fmla="*/ 386123 w 696905"/>
                <a:gd name="connsiteY645" fmla="*/ 40292 h 543946"/>
                <a:gd name="connsiteX646" fmla="*/ 386123 w 696905"/>
                <a:gd name="connsiteY646" fmla="*/ 36263 h 543946"/>
                <a:gd name="connsiteX647" fmla="*/ 378051 w 696905"/>
                <a:gd name="connsiteY647" fmla="*/ 30891 h 543946"/>
                <a:gd name="connsiteX648" fmla="*/ 376705 w 696905"/>
                <a:gd name="connsiteY648" fmla="*/ 24175 h 543946"/>
                <a:gd name="connsiteX649" fmla="*/ 378051 w 696905"/>
                <a:gd name="connsiteY649" fmla="*/ 21489 h 543946"/>
                <a:gd name="connsiteX650" fmla="*/ 379396 w 696905"/>
                <a:gd name="connsiteY650" fmla="*/ 16117 h 543946"/>
                <a:gd name="connsiteX651" fmla="*/ 383432 w 696905"/>
                <a:gd name="connsiteY651" fmla="*/ 16117 h 543946"/>
                <a:gd name="connsiteX652" fmla="*/ 392850 w 696905"/>
                <a:gd name="connsiteY652" fmla="*/ 21489 h 543946"/>
                <a:gd name="connsiteX653" fmla="*/ 394195 w 696905"/>
                <a:gd name="connsiteY653" fmla="*/ 28205 h 543946"/>
                <a:gd name="connsiteX654" fmla="*/ 395541 w 696905"/>
                <a:gd name="connsiteY654" fmla="*/ 33577 h 543946"/>
                <a:gd name="connsiteX655" fmla="*/ 394195 w 696905"/>
                <a:gd name="connsiteY655" fmla="*/ 40292 h 543946"/>
                <a:gd name="connsiteX656" fmla="*/ 396886 w 696905"/>
                <a:gd name="connsiteY656" fmla="*/ 44322 h 543946"/>
                <a:gd name="connsiteX657" fmla="*/ 398232 w 696905"/>
                <a:gd name="connsiteY657" fmla="*/ 51037 h 543946"/>
                <a:gd name="connsiteX658" fmla="*/ 400922 w 696905"/>
                <a:gd name="connsiteY658" fmla="*/ 55066 h 543946"/>
                <a:gd name="connsiteX659" fmla="*/ 403613 w 696905"/>
                <a:gd name="connsiteY659" fmla="*/ 53723 h 543946"/>
                <a:gd name="connsiteX660" fmla="*/ 403613 w 696905"/>
                <a:gd name="connsiteY660" fmla="*/ 47008 h 543946"/>
                <a:gd name="connsiteX661" fmla="*/ 402268 w 696905"/>
                <a:gd name="connsiteY661" fmla="*/ 42978 h 543946"/>
                <a:gd name="connsiteX662" fmla="*/ 402268 w 696905"/>
                <a:gd name="connsiteY662" fmla="*/ 36263 h 543946"/>
                <a:gd name="connsiteX663" fmla="*/ 399577 w 696905"/>
                <a:gd name="connsiteY663" fmla="*/ 29548 h 543946"/>
                <a:gd name="connsiteX664" fmla="*/ 399577 w 696905"/>
                <a:gd name="connsiteY664" fmla="*/ 20146 h 543946"/>
                <a:gd name="connsiteX665" fmla="*/ 399577 w 696905"/>
                <a:gd name="connsiteY665" fmla="*/ 10745 h 543946"/>
                <a:gd name="connsiteX666" fmla="*/ 400922 w 696905"/>
                <a:gd name="connsiteY666" fmla="*/ 5372 h 543946"/>
                <a:gd name="connsiteX667" fmla="*/ 404958 w 696905"/>
                <a:gd name="connsiteY667" fmla="*/ 5372 h 543946"/>
                <a:gd name="connsiteX668" fmla="*/ 408995 w 696905"/>
                <a:gd name="connsiteY668" fmla="*/ 10745 h 543946"/>
                <a:gd name="connsiteX669" fmla="*/ 413031 w 696905"/>
                <a:gd name="connsiteY669" fmla="*/ 10745 h 543946"/>
                <a:gd name="connsiteX670" fmla="*/ 414376 w 696905"/>
                <a:gd name="connsiteY670" fmla="*/ 12088 h 543946"/>
                <a:gd name="connsiteX671" fmla="*/ 414376 w 696905"/>
                <a:gd name="connsiteY671" fmla="*/ 18803 h 543946"/>
                <a:gd name="connsiteX672" fmla="*/ 418412 w 696905"/>
                <a:gd name="connsiteY672" fmla="*/ 24175 h 543946"/>
                <a:gd name="connsiteX673" fmla="*/ 417067 w 696905"/>
                <a:gd name="connsiteY673" fmla="*/ 30891 h 543946"/>
                <a:gd name="connsiteX674" fmla="*/ 418412 w 696905"/>
                <a:gd name="connsiteY674" fmla="*/ 38949 h 543946"/>
                <a:gd name="connsiteX675" fmla="*/ 419758 w 696905"/>
                <a:gd name="connsiteY675" fmla="*/ 40292 h 543946"/>
                <a:gd name="connsiteX676" fmla="*/ 419758 w 696905"/>
                <a:gd name="connsiteY676" fmla="*/ 34920 h 543946"/>
                <a:gd name="connsiteX677" fmla="*/ 422448 w 696905"/>
                <a:gd name="connsiteY677" fmla="*/ 32234 h 543946"/>
                <a:gd name="connsiteX678" fmla="*/ 423794 w 696905"/>
                <a:gd name="connsiteY678" fmla="*/ 32234 h 543946"/>
                <a:gd name="connsiteX679" fmla="*/ 433211 w 696905"/>
                <a:gd name="connsiteY679" fmla="*/ 41635 h 543946"/>
                <a:gd name="connsiteX680" fmla="*/ 434557 w 696905"/>
                <a:gd name="connsiteY680" fmla="*/ 40292 h 543946"/>
                <a:gd name="connsiteX681" fmla="*/ 438593 w 696905"/>
                <a:gd name="connsiteY681" fmla="*/ 38949 h 543946"/>
                <a:gd name="connsiteX682" fmla="*/ 438593 w 696905"/>
                <a:gd name="connsiteY682" fmla="*/ 36263 h 543946"/>
                <a:gd name="connsiteX683" fmla="*/ 434557 w 696905"/>
                <a:gd name="connsiteY683" fmla="*/ 36263 h 543946"/>
                <a:gd name="connsiteX684" fmla="*/ 430521 w 696905"/>
                <a:gd name="connsiteY684" fmla="*/ 30891 h 543946"/>
                <a:gd name="connsiteX685" fmla="*/ 431866 w 696905"/>
                <a:gd name="connsiteY685" fmla="*/ 28205 h 543946"/>
                <a:gd name="connsiteX686" fmla="*/ 431866 w 696905"/>
                <a:gd name="connsiteY686" fmla="*/ 25518 h 543946"/>
                <a:gd name="connsiteX687" fmla="*/ 426485 w 696905"/>
                <a:gd name="connsiteY687" fmla="*/ 20146 h 543946"/>
                <a:gd name="connsiteX688" fmla="*/ 425139 w 696905"/>
                <a:gd name="connsiteY688" fmla="*/ 16117 h 543946"/>
                <a:gd name="connsiteX689" fmla="*/ 426485 w 696905"/>
                <a:gd name="connsiteY689" fmla="*/ 14774 h 543946"/>
                <a:gd name="connsiteX690" fmla="*/ 431866 w 696905"/>
                <a:gd name="connsiteY690" fmla="*/ 13431 h 543946"/>
                <a:gd name="connsiteX691" fmla="*/ 429175 w 696905"/>
                <a:gd name="connsiteY691" fmla="*/ 12088 h 543946"/>
                <a:gd name="connsiteX692" fmla="*/ 425139 w 696905"/>
                <a:gd name="connsiteY692" fmla="*/ 10745 h 543946"/>
                <a:gd name="connsiteX693" fmla="*/ 422448 w 696905"/>
                <a:gd name="connsiteY693" fmla="*/ 6715 h 543946"/>
                <a:gd name="connsiteX694" fmla="*/ 425139 w 696905"/>
                <a:gd name="connsiteY694" fmla="*/ 5372 h 543946"/>
                <a:gd name="connsiteX695" fmla="*/ 430521 w 696905"/>
                <a:gd name="connsiteY695" fmla="*/ 5372 h 543946"/>
                <a:gd name="connsiteX696" fmla="*/ 434557 w 696905"/>
                <a:gd name="connsiteY696" fmla="*/ 0 h 543946"/>
                <a:gd name="connsiteX697" fmla="*/ 446665 w 696905"/>
                <a:gd name="connsiteY697" fmla="*/ 2686 h 543946"/>
                <a:gd name="connsiteX698" fmla="*/ 448010 w 696905"/>
                <a:gd name="connsiteY698" fmla="*/ 5372 h 543946"/>
                <a:gd name="connsiteX699" fmla="*/ 448010 w 696905"/>
                <a:gd name="connsiteY699" fmla="*/ 10745 h 543946"/>
                <a:gd name="connsiteX700" fmla="*/ 445320 w 696905"/>
                <a:gd name="connsiteY700" fmla="*/ 14774 h 543946"/>
                <a:gd name="connsiteX701" fmla="*/ 446665 w 696905"/>
                <a:gd name="connsiteY701" fmla="*/ 17460 h 543946"/>
                <a:gd name="connsiteX702" fmla="*/ 449356 w 696905"/>
                <a:gd name="connsiteY702" fmla="*/ 17460 h 543946"/>
                <a:gd name="connsiteX703" fmla="*/ 453392 w 696905"/>
                <a:gd name="connsiteY703" fmla="*/ 10745 h 543946"/>
                <a:gd name="connsiteX704" fmla="*/ 456083 w 696905"/>
                <a:gd name="connsiteY704" fmla="*/ 9402 h 543946"/>
                <a:gd name="connsiteX705" fmla="*/ 457428 w 696905"/>
                <a:gd name="connsiteY705" fmla="*/ 12088 h 543946"/>
                <a:gd name="connsiteX706" fmla="*/ 456083 w 696905"/>
                <a:gd name="connsiteY706" fmla="*/ 18803 h 543946"/>
                <a:gd name="connsiteX707" fmla="*/ 457428 w 696905"/>
                <a:gd name="connsiteY707" fmla="*/ 21489 h 543946"/>
                <a:gd name="connsiteX708" fmla="*/ 461464 w 696905"/>
                <a:gd name="connsiteY708" fmla="*/ 20146 h 543946"/>
                <a:gd name="connsiteX709" fmla="*/ 462810 w 696905"/>
                <a:gd name="connsiteY709" fmla="*/ 17460 h 543946"/>
                <a:gd name="connsiteX710" fmla="*/ 469537 w 696905"/>
                <a:gd name="connsiteY710" fmla="*/ 12088 h 543946"/>
                <a:gd name="connsiteX711" fmla="*/ 470882 w 696905"/>
                <a:gd name="connsiteY711" fmla="*/ 14774 h 543946"/>
                <a:gd name="connsiteX712" fmla="*/ 470882 w 696905"/>
                <a:gd name="connsiteY712" fmla="*/ 20146 h 543946"/>
                <a:gd name="connsiteX713" fmla="*/ 468191 w 696905"/>
                <a:gd name="connsiteY713" fmla="*/ 24175 h 543946"/>
                <a:gd name="connsiteX714" fmla="*/ 469537 w 696905"/>
                <a:gd name="connsiteY714" fmla="*/ 33577 h 543946"/>
                <a:gd name="connsiteX715" fmla="*/ 466846 w 696905"/>
                <a:gd name="connsiteY715" fmla="*/ 37606 h 543946"/>
                <a:gd name="connsiteX716" fmla="*/ 469537 w 696905"/>
                <a:gd name="connsiteY716" fmla="*/ 38949 h 543946"/>
                <a:gd name="connsiteX717" fmla="*/ 474918 w 696905"/>
                <a:gd name="connsiteY717" fmla="*/ 37606 h 543946"/>
                <a:gd name="connsiteX718" fmla="*/ 477609 w 696905"/>
                <a:gd name="connsiteY718" fmla="*/ 38949 h 543946"/>
                <a:gd name="connsiteX719" fmla="*/ 480300 w 696905"/>
                <a:gd name="connsiteY719" fmla="*/ 37606 h 543946"/>
                <a:gd name="connsiteX720" fmla="*/ 480300 w 696905"/>
                <a:gd name="connsiteY720" fmla="*/ 29548 h 543946"/>
                <a:gd name="connsiteX721" fmla="*/ 484336 w 696905"/>
                <a:gd name="connsiteY721" fmla="*/ 20146 h 543946"/>
                <a:gd name="connsiteX722" fmla="*/ 480300 w 696905"/>
                <a:gd name="connsiteY722" fmla="*/ 9402 h 543946"/>
                <a:gd name="connsiteX723" fmla="*/ 480300 w 696905"/>
                <a:gd name="connsiteY723" fmla="*/ 2686 h 543946"/>
                <a:gd name="connsiteX724" fmla="*/ 484336 w 696905"/>
                <a:gd name="connsiteY724" fmla="*/ 0 h 543946"/>
                <a:gd name="connsiteX725" fmla="*/ 488372 w 696905"/>
                <a:gd name="connsiteY725" fmla="*/ 2686 h 543946"/>
                <a:gd name="connsiteX726" fmla="*/ 491062 w 696905"/>
                <a:gd name="connsiteY726" fmla="*/ 2686 h 543946"/>
                <a:gd name="connsiteX727" fmla="*/ 496444 w 696905"/>
                <a:gd name="connsiteY727" fmla="*/ 5372 h 543946"/>
                <a:gd name="connsiteX728" fmla="*/ 503171 w 696905"/>
                <a:gd name="connsiteY728" fmla="*/ 2686 h 543946"/>
                <a:gd name="connsiteX729" fmla="*/ 508552 w 696905"/>
                <a:gd name="connsiteY729" fmla="*/ 4029 h 543946"/>
                <a:gd name="connsiteX730" fmla="*/ 511243 w 696905"/>
                <a:gd name="connsiteY730" fmla="*/ 8058 h 543946"/>
                <a:gd name="connsiteX731" fmla="*/ 517970 w 696905"/>
                <a:gd name="connsiteY731" fmla="*/ 10745 h 543946"/>
                <a:gd name="connsiteX732" fmla="*/ 523352 w 696905"/>
                <a:gd name="connsiteY732" fmla="*/ 8058 h 543946"/>
                <a:gd name="connsiteX733" fmla="*/ 530079 w 696905"/>
                <a:gd name="connsiteY733" fmla="*/ 12088 h 543946"/>
                <a:gd name="connsiteX734" fmla="*/ 531424 w 696905"/>
                <a:gd name="connsiteY734" fmla="*/ 16117 h 543946"/>
                <a:gd name="connsiteX735" fmla="*/ 532769 w 696905"/>
                <a:gd name="connsiteY735" fmla="*/ 18803 h 543946"/>
                <a:gd name="connsiteX736" fmla="*/ 534115 w 696905"/>
                <a:gd name="connsiteY736" fmla="*/ 25518 h 543946"/>
                <a:gd name="connsiteX737" fmla="*/ 531424 w 696905"/>
                <a:gd name="connsiteY737" fmla="*/ 30891 h 543946"/>
                <a:gd name="connsiteX738" fmla="*/ 532769 w 696905"/>
                <a:gd name="connsiteY738" fmla="*/ 34920 h 543946"/>
                <a:gd name="connsiteX739" fmla="*/ 536805 w 696905"/>
                <a:gd name="connsiteY739" fmla="*/ 33577 h 543946"/>
                <a:gd name="connsiteX740" fmla="*/ 542187 w 696905"/>
                <a:gd name="connsiteY740" fmla="*/ 26862 h 543946"/>
                <a:gd name="connsiteX741" fmla="*/ 550259 w 696905"/>
                <a:gd name="connsiteY741" fmla="*/ 21489 h 543946"/>
                <a:gd name="connsiteX742" fmla="*/ 554295 w 696905"/>
                <a:gd name="connsiteY742" fmla="*/ 17460 h 543946"/>
                <a:gd name="connsiteX743" fmla="*/ 558331 w 696905"/>
                <a:gd name="connsiteY743" fmla="*/ 17460 h 543946"/>
                <a:gd name="connsiteX744" fmla="*/ 565058 w 696905"/>
                <a:gd name="connsiteY744" fmla="*/ 20146 h 543946"/>
                <a:gd name="connsiteX745" fmla="*/ 571785 w 696905"/>
                <a:gd name="connsiteY745" fmla="*/ 20146 h 543946"/>
                <a:gd name="connsiteX746" fmla="*/ 570440 w 696905"/>
                <a:gd name="connsiteY746" fmla="*/ 24175 h 543946"/>
                <a:gd name="connsiteX747" fmla="*/ 565058 w 696905"/>
                <a:gd name="connsiteY747" fmla="*/ 29548 h 543946"/>
                <a:gd name="connsiteX748" fmla="*/ 567749 w 696905"/>
                <a:gd name="connsiteY748" fmla="*/ 34920 h 543946"/>
                <a:gd name="connsiteX749" fmla="*/ 570440 w 696905"/>
                <a:gd name="connsiteY749" fmla="*/ 33577 h 543946"/>
                <a:gd name="connsiteX750" fmla="*/ 571785 w 696905"/>
                <a:gd name="connsiteY750" fmla="*/ 28205 h 543946"/>
                <a:gd name="connsiteX751" fmla="*/ 577167 w 696905"/>
                <a:gd name="connsiteY751" fmla="*/ 24175 h 543946"/>
                <a:gd name="connsiteX752" fmla="*/ 582548 w 696905"/>
                <a:gd name="connsiteY752" fmla="*/ 21489 h 543946"/>
                <a:gd name="connsiteX753" fmla="*/ 590620 w 696905"/>
                <a:gd name="connsiteY753" fmla="*/ 25518 h 543946"/>
                <a:gd name="connsiteX754" fmla="*/ 600038 w 696905"/>
                <a:gd name="connsiteY754" fmla="*/ 26862 h 543946"/>
                <a:gd name="connsiteX755" fmla="*/ 602729 w 696905"/>
                <a:gd name="connsiteY755" fmla="*/ 30891 h 543946"/>
                <a:gd name="connsiteX756" fmla="*/ 600038 w 696905"/>
                <a:gd name="connsiteY756" fmla="*/ 33577 h 543946"/>
                <a:gd name="connsiteX757" fmla="*/ 597347 w 696905"/>
                <a:gd name="connsiteY757" fmla="*/ 33577 h 543946"/>
                <a:gd name="connsiteX758" fmla="*/ 598693 w 696905"/>
                <a:gd name="connsiteY758" fmla="*/ 37606 h 543946"/>
                <a:gd name="connsiteX759" fmla="*/ 596002 w 696905"/>
                <a:gd name="connsiteY759" fmla="*/ 41635 h 543946"/>
                <a:gd name="connsiteX760" fmla="*/ 598693 w 696905"/>
                <a:gd name="connsiteY760" fmla="*/ 44322 h 543946"/>
                <a:gd name="connsiteX761" fmla="*/ 601384 w 696905"/>
                <a:gd name="connsiteY761" fmla="*/ 41635 h 543946"/>
                <a:gd name="connsiteX762" fmla="*/ 606765 w 696905"/>
                <a:gd name="connsiteY762" fmla="*/ 40292 h 543946"/>
                <a:gd name="connsiteX763" fmla="*/ 606765 w 696905"/>
                <a:gd name="connsiteY763" fmla="*/ 45665 h 543946"/>
                <a:gd name="connsiteX764" fmla="*/ 610801 w 696905"/>
                <a:gd name="connsiteY764" fmla="*/ 47008 h 543946"/>
                <a:gd name="connsiteX765" fmla="*/ 613492 w 696905"/>
                <a:gd name="connsiteY765" fmla="*/ 42978 h 543946"/>
                <a:gd name="connsiteX766" fmla="*/ 621564 w 696905"/>
                <a:gd name="connsiteY766" fmla="*/ 41635 h 543946"/>
                <a:gd name="connsiteX767" fmla="*/ 621564 w 696905"/>
                <a:gd name="connsiteY767" fmla="*/ 45665 h 543946"/>
                <a:gd name="connsiteX768" fmla="*/ 618873 w 696905"/>
                <a:gd name="connsiteY768" fmla="*/ 48351 h 543946"/>
                <a:gd name="connsiteX769" fmla="*/ 620219 w 696905"/>
                <a:gd name="connsiteY769" fmla="*/ 52380 h 543946"/>
                <a:gd name="connsiteX770" fmla="*/ 622909 w 696905"/>
                <a:gd name="connsiteY770" fmla="*/ 53723 h 543946"/>
                <a:gd name="connsiteX771" fmla="*/ 625600 w 696905"/>
                <a:gd name="connsiteY771" fmla="*/ 51037 h 543946"/>
                <a:gd name="connsiteX772" fmla="*/ 629636 w 696905"/>
                <a:gd name="connsiteY772" fmla="*/ 48351 h 543946"/>
                <a:gd name="connsiteX773" fmla="*/ 632327 w 696905"/>
                <a:gd name="connsiteY773" fmla="*/ 48351 h 543946"/>
                <a:gd name="connsiteX774" fmla="*/ 633672 w 696905"/>
                <a:gd name="connsiteY774" fmla="*/ 52380 h 543946"/>
                <a:gd name="connsiteX775" fmla="*/ 643090 w 696905"/>
                <a:gd name="connsiteY775" fmla="*/ 57752 h 543946"/>
                <a:gd name="connsiteX776" fmla="*/ 648472 w 696905"/>
                <a:gd name="connsiteY776" fmla="*/ 57752 h 543946"/>
                <a:gd name="connsiteX777" fmla="*/ 649817 w 696905"/>
                <a:gd name="connsiteY777" fmla="*/ 59095 h 543946"/>
                <a:gd name="connsiteX778" fmla="*/ 647126 w 696905"/>
                <a:gd name="connsiteY778" fmla="*/ 63125 h 543946"/>
                <a:gd name="connsiteX779" fmla="*/ 637708 w 696905"/>
                <a:gd name="connsiteY779" fmla="*/ 67154 h 543946"/>
                <a:gd name="connsiteX780" fmla="*/ 632327 w 696905"/>
                <a:gd name="connsiteY780" fmla="*/ 73869 h 543946"/>
                <a:gd name="connsiteX781" fmla="*/ 626946 w 696905"/>
                <a:gd name="connsiteY781" fmla="*/ 73869 h 543946"/>
                <a:gd name="connsiteX782" fmla="*/ 618873 w 696905"/>
                <a:gd name="connsiteY782" fmla="*/ 77898 h 543946"/>
                <a:gd name="connsiteX783" fmla="*/ 614837 w 696905"/>
                <a:gd name="connsiteY783" fmla="*/ 77898 h 543946"/>
                <a:gd name="connsiteX784" fmla="*/ 610801 w 696905"/>
                <a:gd name="connsiteY784" fmla="*/ 76555 h 543946"/>
                <a:gd name="connsiteX785" fmla="*/ 609456 w 696905"/>
                <a:gd name="connsiteY785" fmla="*/ 79242 h 543946"/>
                <a:gd name="connsiteX786" fmla="*/ 601384 w 696905"/>
                <a:gd name="connsiteY786" fmla="*/ 81928 h 543946"/>
                <a:gd name="connsiteX787" fmla="*/ 612146 w 696905"/>
                <a:gd name="connsiteY787" fmla="*/ 80585 h 543946"/>
                <a:gd name="connsiteX788" fmla="*/ 622909 w 696905"/>
                <a:gd name="connsiteY788" fmla="*/ 81928 h 543946"/>
                <a:gd name="connsiteX789" fmla="*/ 626946 w 696905"/>
                <a:gd name="connsiteY789" fmla="*/ 84614 h 543946"/>
                <a:gd name="connsiteX790" fmla="*/ 629636 w 696905"/>
                <a:gd name="connsiteY790" fmla="*/ 84614 h 543946"/>
                <a:gd name="connsiteX791" fmla="*/ 633672 w 696905"/>
                <a:gd name="connsiteY791" fmla="*/ 79242 h 543946"/>
                <a:gd name="connsiteX792" fmla="*/ 635018 w 696905"/>
                <a:gd name="connsiteY792" fmla="*/ 77898 h 543946"/>
                <a:gd name="connsiteX793" fmla="*/ 640399 w 696905"/>
                <a:gd name="connsiteY793" fmla="*/ 77898 h 543946"/>
                <a:gd name="connsiteX794" fmla="*/ 644435 w 696905"/>
                <a:gd name="connsiteY794" fmla="*/ 72526 h 543946"/>
                <a:gd name="connsiteX795" fmla="*/ 651162 w 696905"/>
                <a:gd name="connsiteY795" fmla="*/ 69840 h 543946"/>
                <a:gd name="connsiteX796" fmla="*/ 656544 w 696905"/>
                <a:gd name="connsiteY796" fmla="*/ 68497 h 543946"/>
                <a:gd name="connsiteX797" fmla="*/ 657889 w 696905"/>
                <a:gd name="connsiteY797" fmla="*/ 72526 h 543946"/>
                <a:gd name="connsiteX798" fmla="*/ 655199 w 696905"/>
                <a:gd name="connsiteY798" fmla="*/ 77898 h 543946"/>
                <a:gd name="connsiteX799" fmla="*/ 657889 w 696905"/>
                <a:gd name="connsiteY799" fmla="*/ 80585 h 543946"/>
                <a:gd name="connsiteX800" fmla="*/ 660580 w 696905"/>
                <a:gd name="connsiteY800" fmla="*/ 79242 h 543946"/>
                <a:gd name="connsiteX801" fmla="*/ 661925 w 696905"/>
                <a:gd name="connsiteY801" fmla="*/ 73869 h 543946"/>
                <a:gd name="connsiteX802" fmla="*/ 667307 w 696905"/>
                <a:gd name="connsiteY802" fmla="*/ 71183 h 543946"/>
                <a:gd name="connsiteX803" fmla="*/ 669998 w 696905"/>
                <a:gd name="connsiteY803" fmla="*/ 72526 h 543946"/>
                <a:gd name="connsiteX804" fmla="*/ 667307 w 696905"/>
                <a:gd name="connsiteY804" fmla="*/ 76555 h 543946"/>
                <a:gd name="connsiteX805" fmla="*/ 667307 w 696905"/>
                <a:gd name="connsiteY805" fmla="*/ 79242 h 543946"/>
                <a:gd name="connsiteX806" fmla="*/ 664616 w 696905"/>
                <a:gd name="connsiteY806" fmla="*/ 83271 h 543946"/>
                <a:gd name="connsiteX807" fmla="*/ 667307 w 696905"/>
                <a:gd name="connsiteY807" fmla="*/ 85957 h 543946"/>
                <a:gd name="connsiteX808" fmla="*/ 669998 w 696905"/>
                <a:gd name="connsiteY808" fmla="*/ 84614 h 543946"/>
                <a:gd name="connsiteX809" fmla="*/ 672688 w 696905"/>
                <a:gd name="connsiteY809" fmla="*/ 81928 h 543946"/>
                <a:gd name="connsiteX810" fmla="*/ 674034 w 696905"/>
                <a:gd name="connsiteY810" fmla="*/ 77898 h 543946"/>
                <a:gd name="connsiteX811" fmla="*/ 679415 w 696905"/>
                <a:gd name="connsiteY811" fmla="*/ 76555 h 543946"/>
                <a:gd name="connsiteX812" fmla="*/ 684797 w 696905"/>
                <a:gd name="connsiteY812" fmla="*/ 77898 h 543946"/>
                <a:gd name="connsiteX813" fmla="*/ 680761 w 696905"/>
                <a:gd name="connsiteY813" fmla="*/ 88643 h 543946"/>
                <a:gd name="connsiteX814" fmla="*/ 678070 w 696905"/>
                <a:gd name="connsiteY814" fmla="*/ 89986 h 543946"/>
                <a:gd name="connsiteX815" fmla="*/ 680761 w 696905"/>
                <a:gd name="connsiteY815" fmla="*/ 91329 h 543946"/>
                <a:gd name="connsiteX816" fmla="*/ 682106 w 696905"/>
                <a:gd name="connsiteY816" fmla="*/ 96702 h 543946"/>
                <a:gd name="connsiteX817" fmla="*/ 680761 w 696905"/>
                <a:gd name="connsiteY817" fmla="*/ 103417 h 543946"/>
                <a:gd name="connsiteX818" fmla="*/ 676725 w 696905"/>
                <a:gd name="connsiteY818" fmla="*/ 107446 h 543946"/>
                <a:gd name="connsiteX819" fmla="*/ 675379 w 696905"/>
                <a:gd name="connsiteY819" fmla="*/ 110132 h 543946"/>
                <a:gd name="connsiteX820" fmla="*/ 668652 w 696905"/>
                <a:gd name="connsiteY820" fmla="*/ 119534 h 543946"/>
                <a:gd name="connsiteX821" fmla="*/ 671343 w 696905"/>
                <a:gd name="connsiteY821" fmla="*/ 120877 h 543946"/>
                <a:gd name="connsiteX822" fmla="*/ 675379 w 696905"/>
                <a:gd name="connsiteY822" fmla="*/ 119534 h 543946"/>
                <a:gd name="connsiteX823" fmla="*/ 678070 w 696905"/>
                <a:gd name="connsiteY823" fmla="*/ 114162 h 543946"/>
                <a:gd name="connsiteX824" fmla="*/ 682106 w 696905"/>
                <a:gd name="connsiteY824" fmla="*/ 114162 h 543946"/>
                <a:gd name="connsiteX825" fmla="*/ 683452 w 696905"/>
                <a:gd name="connsiteY825" fmla="*/ 112818 h 543946"/>
                <a:gd name="connsiteX826" fmla="*/ 687488 w 696905"/>
                <a:gd name="connsiteY826" fmla="*/ 112818 h 543946"/>
                <a:gd name="connsiteX827" fmla="*/ 694214 w 696905"/>
                <a:gd name="connsiteY827" fmla="*/ 116848 h 543946"/>
                <a:gd name="connsiteX828" fmla="*/ 696905 w 696905"/>
                <a:gd name="connsiteY828" fmla="*/ 122220 h 543946"/>
                <a:gd name="connsiteX829" fmla="*/ 696905 w 696905"/>
                <a:gd name="connsiteY829" fmla="*/ 130278 h 543946"/>
                <a:gd name="connsiteX830" fmla="*/ 695560 w 696905"/>
                <a:gd name="connsiteY830" fmla="*/ 142366 h 543946"/>
                <a:gd name="connsiteX831" fmla="*/ 688833 w 696905"/>
                <a:gd name="connsiteY831" fmla="*/ 154454 h 543946"/>
                <a:gd name="connsiteX832" fmla="*/ 679415 w 696905"/>
                <a:gd name="connsiteY832" fmla="*/ 159826 h 543946"/>
                <a:gd name="connsiteX833" fmla="*/ 676725 w 696905"/>
                <a:gd name="connsiteY833" fmla="*/ 162512 h 543946"/>
                <a:gd name="connsiteX834" fmla="*/ 671343 w 696905"/>
                <a:gd name="connsiteY834" fmla="*/ 161169 h 543946"/>
                <a:gd name="connsiteX835" fmla="*/ 667307 w 696905"/>
                <a:gd name="connsiteY835" fmla="*/ 162512 h 543946"/>
                <a:gd name="connsiteX836" fmla="*/ 667307 w 696905"/>
                <a:gd name="connsiteY836" fmla="*/ 165198 h 543946"/>
                <a:gd name="connsiteX837" fmla="*/ 663271 w 696905"/>
                <a:gd name="connsiteY837" fmla="*/ 167885 h 543946"/>
                <a:gd name="connsiteX838" fmla="*/ 648472 w 696905"/>
                <a:gd name="connsiteY838" fmla="*/ 175943 h 543946"/>
                <a:gd name="connsiteX839" fmla="*/ 643090 w 696905"/>
                <a:gd name="connsiteY839" fmla="*/ 179972 h 543946"/>
                <a:gd name="connsiteX840" fmla="*/ 637708 w 696905"/>
                <a:gd name="connsiteY840" fmla="*/ 181315 h 543946"/>
                <a:gd name="connsiteX841" fmla="*/ 630982 w 696905"/>
                <a:gd name="connsiteY841" fmla="*/ 184002 h 543946"/>
                <a:gd name="connsiteX842" fmla="*/ 622909 w 696905"/>
                <a:gd name="connsiteY842" fmla="*/ 184002 h 543946"/>
                <a:gd name="connsiteX843" fmla="*/ 618873 w 696905"/>
                <a:gd name="connsiteY843" fmla="*/ 179972 h 543946"/>
                <a:gd name="connsiteX844" fmla="*/ 616183 w 696905"/>
                <a:gd name="connsiteY844" fmla="*/ 185345 h 543946"/>
                <a:gd name="connsiteX845" fmla="*/ 613492 w 696905"/>
                <a:gd name="connsiteY845" fmla="*/ 186688 h 543946"/>
                <a:gd name="connsiteX846" fmla="*/ 608110 w 696905"/>
                <a:gd name="connsiteY846" fmla="*/ 182658 h 543946"/>
                <a:gd name="connsiteX847" fmla="*/ 602729 w 696905"/>
                <a:gd name="connsiteY847" fmla="*/ 179972 h 543946"/>
                <a:gd name="connsiteX848" fmla="*/ 594657 w 696905"/>
                <a:gd name="connsiteY848" fmla="*/ 178629 h 543946"/>
                <a:gd name="connsiteX849" fmla="*/ 594657 w 696905"/>
                <a:gd name="connsiteY849" fmla="*/ 182658 h 543946"/>
                <a:gd name="connsiteX850" fmla="*/ 600038 w 696905"/>
                <a:gd name="connsiteY850" fmla="*/ 184002 h 543946"/>
                <a:gd name="connsiteX851" fmla="*/ 604074 w 696905"/>
                <a:gd name="connsiteY851" fmla="*/ 185345 h 543946"/>
                <a:gd name="connsiteX852" fmla="*/ 600038 w 696905"/>
                <a:gd name="connsiteY852" fmla="*/ 188031 h 543946"/>
                <a:gd name="connsiteX853" fmla="*/ 593311 w 696905"/>
                <a:gd name="connsiteY853" fmla="*/ 185345 h 543946"/>
                <a:gd name="connsiteX854" fmla="*/ 589275 w 696905"/>
                <a:gd name="connsiteY854" fmla="*/ 186688 h 543946"/>
                <a:gd name="connsiteX855" fmla="*/ 586584 w 696905"/>
                <a:gd name="connsiteY855" fmla="*/ 184002 h 543946"/>
                <a:gd name="connsiteX856" fmla="*/ 577167 w 696905"/>
                <a:gd name="connsiteY856" fmla="*/ 184002 h 543946"/>
                <a:gd name="connsiteX857" fmla="*/ 573131 w 696905"/>
                <a:gd name="connsiteY857" fmla="*/ 179972 h 543946"/>
                <a:gd name="connsiteX858" fmla="*/ 570440 w 696905"/>
                <a:gd name="connsiteY858" fmla="*/ 182658 h 543946"/>
                <a:gd name="connsiteX859" fmla="*/ 567749 w 696905"/>
                <a:gd name="connsiteY859" fmla="*/ 182658 h 543946"/>
                <a:gd name="connsiteX860" fmla="*/ 559677 w 696905"/>
                <a:gd name="connsiteY860" fmla="*/ 173257 h 543946"/>
                <a:gd name="connsiteX861" fmla="*/ 554295 w 696905"/>
                <a:gd name="connsiteY861" fmla="*/ 167885 h 543946"/>
                <a:gd name="connsiteX862" fmla="*/ 555641 w 696905"/>
                <a:gd name="connsiteY862" fmla="*/ 173257 h 543946"/>
                <a:gd name="connsiteX863" fmla="*/ 561022 w 696905"/>
                <a:gd name="connsiteY863" fmla="*/ 178629 h 543946"/>
                <a:gd name="connsiteX864" fmla="*/ 562367 w 696905"/>
                <a:gd name="connsiteY864" fmla="*/ 181315 h 543946"/>
                <a:gd name="connsiteX865" fmla="*/ 558331 w 696905"/>
                <a:gd name="connsiteY865" fmla="*/ 182658 h 543946"/>
                <a:gd name="connsiteX866" fmla="*/ 550259 w 696905"/>
                <a:gd name="connsiteY866" fmla="*/ 179972 h 543946"/>
                <a:gd name="connsiteX867" fmla="*/ 552950 w 696905"/>
                <a:gd name="connsiteY867" fmla="*/ 184002 h 543946"/>
                <a:gd name="connsiteX868" fmla="*/ 570440 w 696905"/>
                <a:gd name="connsiteY868" fmla="*/ 186688 h 543946"/>
                <a:gd name="connsiteX869" fmla="*/ 579857 w 696905"/>
                <a:gd name="connsiteY869" fmla="*/ 188031 h 543946"/>
                <a:gd name="connsiteX870" fmla="*/ 582548 w 696905"/>
                <a:gd name="connsiteY870" fmla="*/ 192060 h 543946"/>
                <a:gd name="connsiteX871" fmla="*/ 579857 w 696905"/>
                <a:gd name="connsiteY871" fmla="*/ 194746 h 543946"/>
                <a:gd name="connsiteX872" fmla="*/ 556986 w 696905"/>
                <a:gd name="connsiteY872" fmla="*/ 204148 h 543946"/>
                <a:gd name="connsiteX873" fmla="*/ 542187 w 696905"/>
                <a:gd name="connsiteY873" fmla="*/ 205491 h 543946"/>
                <a:gd name="connsiteX874" fmla="*/ 536805 w 696905"/>
                <a:gd name="connsiteY874" fmla="*/ 205491 h 543946"/>
                <a:gd name="connsiteX875" fmla="*/ 528733 w 696905"/>
                <a:gd name="connsiteY875" fmla="*/ 208177 h 543946"/>
                <a:gd name="connsiteX876" fmla="*/ 522006 w 696905"/>
                <a:gd name="connsiteY876" fmla="*/ 206834 h 543946"/>
                <a:gd name="connsiteX877" fmla="*/ 520661 w 696905"/>
                <a:gd name="connsiteY877" fmla="*/ 202805 h 543946"/>
                <a:gd name="connsiteX878" fmla="*/ 516625 w 696905"/>
                <a:gd name="connsiteY878" fmla="*/ 205491 h 543946"/>
                <a:gd name="connsiteX879" fmla="*/ 512589 w 696905"/>
                <a:gd name="connsiteY879" fmla="*/ 204148 h 543946"/>
                <a:gd name="connsiteX880" fmla="*/ 507207 w 696905"/>
                <a:gd name="connsiteY880" fmla="*/ 205491 h 543946"/>
                <a:gd name="connsiteX881" fmla="*/ 504516 w 696905"/>
                <a:gd name="connsiteY881" fmla="*/ 209520 h 543946"/>
                <a:gd name="connsiteX882" fmla="*/ 509898 w 696905"/>
                <a:gd name="connsiteY882" fmla="*/ 209520 h 543946"/>
                <a:gd name="connsiteX883" fmla="*/ 511243 w 696905"/>
                <a:gd name="connsiteY883" fmla="*/ 214892 h 543946"/>
                <a:gd name="connsiteX884" fmla="*/ 517970 w 696905"/>
                <a:gd name="connsiteY884" fmla="*/ 210863 h 543946"/>
                <a:gd name="connsiteX885" fmla="*/ 532769 w 696905"/>
                <a:gd name="connsiteY885" fmla="*/ 210863 h 543946"/>
                <a:gd name="connsiteX886" fmla="*/ 539496 w 696905"/>
                <a:gd name="connsiteY886" fmla="*/ 212206 h 543946"/>
                <a:gd name="connsiteX887" fmla="*/ 558331 w 696905"/>
                <a:gd name="connsiteY887" fmla="*/ 209520 h 543946"/>
                <a:gd name="connsiteX888" fmla="*/ 571785 w 696905"/>
                <a:gd name="connsiteY888" fmla="*/ 208177 h 543946"/>
                <a:gd name="connsiteX889" fmla="*/ 579857 w 696905"/>
                <a:gd name="connsiteY889" fmla="*/ 200118 h 543946"/>
                <a:gd name="connsiteX890" fmla="*/ 585239 w 696905"/>
                <a:gd name="connsiteY890" fmla="*/ 200118 h 543946"/>
                <a:gd name="connsiteX891" fmla="*/ 589275 w 696905"/>
                <a:gd name="connsiteY891" fmla="*/ 201462 h 543946"/>
                <a:gd name="connsiteX892" fmla="*/ 596002 w 696905"/>
                <a:gd name="connsiteY892" fmla="*/ 200118 h 543946"/>
                <a:gd name="connsiteX893" fmla="*/ 604074 w 696905"/>
                <a:gd name="connsiteY893" fmla="*/ 200118 h 543946"/>
                <a:gd name="connsiteX894" fmla="*/ 600038 w 696905"/>
                <a:gd name="connsiteY894" fmla="*/ 206834 h 543946"/>
                <a:gd name="connsiteX895" fmla="*/ 596002 w 696905"/>
                <a:gd name="connsiteY895" fmla="*/ 214892 h 543946"/>
                <a:gd name="connsiteX896" fmla="*/ 587930 w 696905"/>
                <a:gd name="connsiteY896" fmla="*/ 218922 h 543946"/>
                <a:gd name="connsiteX897" fmla="*/ 585239 w 696905"/>
                <a:gd name="connsiteY897" fmla="*/ 221608 h 543946"/>
                <a:gd name="connsiteX898" fmla="*/ 574476 w 696905"/>
                <a:gd name="connsiteY898" fmla="*/ 222951 h 543946"/>
                <a:gd name="connsiteX899" fmla="*/ 571785 w 696905"/>
                <a:gd name="connsiteY899" fmla="*/ 228323 h 543946"/>
                <a:gd name="connsiteX900" fmla="*/ 567749 w 696905"/>
                <a:gd name="connsiteY900" fmla="*/ 229666 h 543946"/>
                <a:gd name="connsiteX901" fmla="*/ 561022 w 696905"/>
                <a:gd name="connsiteY901" fmla="*/ 235038 h 543946"/>
                <a:gd name="connsiteX902" fmla="*/ 552950 w 696905"/>
                <a:gd name="connsiteY902" fmla="*/ 239068 h 543946"/>
                <a:gd name="connsiteX903" fmla="*/ 547568 w 696905"/>
                <a:gd name="connsiteY903" fmla="*/ 239068 h 543946"/>
                <a:gd name="connsiteX904" fmla="*/ 544878 w 696905"/>
                <a:gd name="connsiteY904" fmla="*/ 240411 h 543946"/>
                <a:gd name="connsiteX905" fmla="*/ 538151 w 696905"/>
                <a:gd name="connsiteY905" fmla="*/ 239068 h 543946"/>
                <a:gd name="connsiteX906" fmla="*/ 534115 w 696905"/>
                <a:gd name="connsiteY906" fmla="*/ 244440 h 543946"/>
                <a:gd name="connsiteX907" fmla="*/ 524697 w 696905"/>
                <a:gd name="connsiteY907" fmla="*/ 245783 h 543946"/>
                <a:gd name="connsiteX908" fmla="*/ 520661 w 696905"/>
                <a:gd name="connsiteY908" fmla="*/ 251155 h 543946"/>
                <a:gd name="connsiteX909" fmla="*/ 511243 w 696905"/>
                <a:gd name="connsiteY909" fmla="*/ 253842 h 543946"/>
                <a:gd name="connsiteX910" fmla="*/ 505862 w 696905"/>
                <a:gd name="connsiteY910" fmla="*/ 256528 h 543946"/>
                <a:gd name="connsiteX911" fmla="*/ 501826 w 696905"/>
                <a:gd name="connsiteY911" fmla="*/ 255185 h 543946"/>
                <a:gd name="connsiteX912" fmla="*/ 497789 w 696905"/>
                <a:gd name="connsiteY912" fmla="*/ 259214 h 543946"/>
                <a:gd name="connsiteX913" fmla="*/ 493753 w 696905"/>
                <a:gd name="connsiteY913" fmla="*/ 257871 h 543946"/>
                <a:gd name="connsiteX914" fmla="*/ 492408 w 696905"/>
                <a:gd name="connsiteY914" fmla="*/ 260557 h 543946"/>
                <a:gd name="connsiteX915" fmla="*/ 492408 w 696905"/>
                <a:gd name="connsiteY915" fmla="*/ 265929 h 543946"/>
                <a:gd name="connsiteX916" fmla="*/ 487027 w 696905"/>
                <a:gd name="connsiteY916" fmla="*/ 269958 h 543946"/>
                <a:gd name="connsiteX917" fmla="*/ 484336 w 696905"/>
                <a:gd name="connsiteY917" fmla="*/ 275331 h 543946"/>
                <a:gd name="connsiteX918" fmla="*/ 470882 w 696905"/>
                <a:gd name="connsiteY918" fmla="*/ 275331 h 543946"/>
                <a:gd name="connsiteX919" fmla="*/ 468191 w 696905"/>
                <a:gd name="connsiteY919" fmla="*/ 278017 h 543946"/>
                <a:gd name="connsiteX920" fmla="*/ 464155 w 696905"/>
                <a:gd name="connsiteY920" fmla="*/ 276674 h 543946"/>
                <a:gd name="connsiteX921" fmla="*/ 462810 w 696905"/>
                <a:gd name="connsiteY921" fmla="*/ 272645 h 543946"/>
                <a:gd name="connsiteX922" fmla="*/ 465500 w 696905"/>
                <a:gd name="connsiteY922" fmla="*/ 269958 h 543946"/>
                <a:gd name="connsiteX923" fmla="*/ 465500 w 696905"/>
                <a:gd name="connsiteY923" fmla="*/ 265929 h 543946"/>
                <a:gd name="connsiteX924" fmla="*/ 461464 w 696905"/>
                <a:gd name="connsiteY924" fmla="*/ 261900 h 543946"/>
                <a:gd name="connsiteX925" fmla="*/ 462810 w 696905"/>
                <a:gd name="connsiteY925" fmla="*/ 269958 h 543946"/>
                <a:gd name="connsiteX926" fmla="*/ 460119 w 696905"/>
                <a:gd name="connsiteY926" fmla="*/ 272645 h 543946"/>
                <a:gd name="connsiteX927" fmla="*/ 458774 w 696905"/>
                <a:gd name="connsiteY927" fmla="*/ 276674 h 543946"/>
                <a:gd name="connsiteX928" fmla="*/ 464155 w 696905"/>
                <a:gd name="connsiteY928" fmla="*/ 280703 h 543946"/>
                <a:gd name="connsiteX929" fmla="*/ 465500 w 696905"/>
                <a:gd name="connsiteY929" fmla="*/ 283389 h 543946"/>
                <a:gd name="connsiteX930" fmla="*/ 460119 w 696905"/>
                <a:gd name="connsiteY930" fmla="*/ 288762 h 543946"/>
                <a:gd name="connsiteX931" fmla="*/ 458774 w 696905"/>
                <a:gd name="connsiteY931" fmla="*/ 290105 h 543946"/>
                <a:gd name="connsiteX932" fmla="*/ 453392 w 696905"/>
                <a:gd name="connsiteY932" fmla="*/ 286075 h 543946"/>
                <a:gd name="connsiteX933" fmla="*/ 449356 w 696905"/>
                <a:gd name="connsiteY933" fmla="*/ 287418 h 543946"/>
                <a:gd name="connsiteX934" fmla="*/ 441284 w 696905"/>
                <a:gd name="connsiteY934" fmla="*/ 284732 h 543946"/>
                <a:gd name="connsiteX935" fmla="*/ 437247 w 696905"/>
                <a:gd name="connsiteY935" fmla="*/ 287418 h 543946"/>
                <a:gd name="connsiteX936" fmla="*/ 434557 w 696905"/>
                <a:gd name="connsiteY936" fmla="*/ 287418 h 543946"/>
                <a:gd name="connsiteX937" fmla="*/ 434557 w 696905"/>
                <a:gd name="connsiteY937" fmla="*/ 283389 h 543946"/>
                <a:gd name="connsiteX938" fmla="*/ 431866 w 696905"/>
                <a:gd name="connsiteY938" fmla="*/ 280703 h 543946"/>
                <a:gd name="connsiteX939" fmla="*/ 430521 w 696905"/>
                <a:gd name="connsiteY939" fmla="*/ 286075 h 543946"/>
                <a:gd name="connsiteX940" fmla="*/ 425139 w 696905"/>
                <a:gd name="connsiteY940" fmla="*/ 286075 h 543946"/>
                <a:gd name="connsiteX941" fmla="*/ 423794 w 696905"/>
                <a:gd name="connsiteY941" fmla="*/ 288762 h 543946"/>
                <a:gd name="connsiteX942" fmla="*/ 434557 w 696905"/>
                <a:gd name="connsiteY942" fmla="*/ 291448 h 543946"/>
                <a:gd name="connsiteX943" fmla="*/ 448010 w 696905"/>
                <a:gd name="connsiteY943" fmla="*/ 291448 h 543946"/>
                <a:gd name="connsiteX944" fmla="*/ 450701 w 696905"/>
                <a:gd name="connsiteY944" fmla="*/ 295477 h 543946"/>
                <a:gd name="connsiteX945" fmla="*/ 450701 w 696905"/>
                <a:gd name="connsiteY945" fmla="*/ 299506 h 543946"/>
                <a:gd name="connsiteX946" fmla="*/ 445320 w 696905"/>
                <a:gd name="connsiteY946" fmla="*/ 303535 h 543946"/>
                <a:gd name="connsiteX947" fmla="*/ 438593 w 696905"/>
                <a:gd name="connsiteY947" fmla="*/ 302192 h 543946"/>
                <a:gd name="connsiteX948" fmla="*/ 430521 w 696905"/>
                <a:gd name="connsiteY948" fmla="*/ 303535 h 543946"/>
                <a:gd name="connsiteX949" fmla="*/ 429175 w 696905"/>
                <a:gd name="connsiteY949" fmla="*/ 304878 h 543946"/>
                <a:gd name="connsiteX950" fmla="*/ 431866 w 696905"/>
                <a:gd name="connsiteY950" fmla="*/ 307565 h 543946"/>
                <a:gd name="connsiteX951" fmla="*/ 434557 w 696905"/>
                <a:gd name="connsiteY951" fmla="*/ 306222 h 543946"/>
                <a:gd name="connsiteX952" fmla="*/ 437247 w 696905"/>
                <a:gd name="connsiteY952" fmla="*/ 307565 h 543946"/>
                <a:gd name="connsiteX953" fmla="*/ 437247 w 696905"/>
                <a:gd name="connsiteY953" fmla="*/ 312937 h 543946"/>
                <a:gd name="connsiteX954" fmla="*/ 429175 w 696905"/>
                <a:gd name="connsiteY954" fmla="*/ 320995 h 543946"/>
                <a:gd name="connsiteX955" fmla="*/ 421103 w 696905"/>
                <a:gd name="connsiteY955" fmla="*/ 319652 h 543946"/>
                <a:gd name="connsiteX956" fmla="*/ 408995 w 696905"/>
                <a:gd name="connsiteY956" fmla="*/ 319652 h 543946"/>
                <a:gd name="connsiteX957" fmla="*/ 406304 w 696905"/>
                <a:gd name="connsiteY957" fmla="*/ 316966 h 543946"/>
                <a:gd name="connsiteX958" fmla="*/ 402268 w 696905"/>
                <a:gd name="connsiteY958" fmla="*/ 316966 h 543946"/>
                <a:gd name="connsiteX959" fmla="*/ 399577 w 696905"/>
                <a:gd name="connsiteY959" fmla="*/ 314280 h 543946"/>
                <a:gd name="connsiteX960" fmla="*/ 399577 w 696905"/>
                <a:gd name="connsiteY960" fmla="*/ 304878 h 543946"/>
                <a:gd name="connsiteX961" fmla="*/ 391505 w 696905"/>
                <a:gd name="connsiteY961" fmla="*/ 303535 h 543946"/>
                <a:gd name="connsiteX962" fmla="*/ 390159 w 696905"/>
                <a:gd name="connsiteY962" fmla="*/ 300849 h 543946"/>
                <a:gd name="connsiteX963" fmla="*/ 390159 w 696905"/>
                <a:gd name="connsiteY963" fmla="*/ 296820 h 543946"/>
                <a:gd name="connsiteX964" fmla="*/ 387469 w 696905"/>
                <a:gd name="connsiteY964" fmla="*/ 294134 h 543946"/>
                <a:gd name="connsiteX965" fmla="*/ 383432 w 696905"/>
                <a:gd name="connsiteY965" fmla="*/ 295477 h 543946"/>
                <a:gd name="connsiteX966" fmla="*/ 380742 w 696905"/>
                <a:gd name="connsiteY966" fmla="*/ 294134 h 543946"/>
                <a:gd name="connsiteX967" fmla="*/ 372670 w 696905"/>
                <a:gd name="connsiteY967" fmla="*/ 295477 h 543946"/>
                <a:gd name="connsiteX968" fmla="*/ 371324 w 696905"/>
                <a:gd name="connsiteY968" fmla="*/ 298163 h 543946"/>
                <a:gd name="connsiteX969" fmla="*/ 375360 w 696905"/>
                <a:gd name="connsiteY969" fmla="*/ 299506 h 543946"/>
                <a:gd name="connsiteX970" fmla="*/ 376705 w 696905"/>
                <a:gd name="connsiteY970" fmla="*/ 298163 h 543946"/>
                <a:gd name="connsiteX971" fmla="*/ 380742 w 696905"/>
                <a:gd name="connsiteY971" fmla="*/ 298163 h 543946"/>
                <a:gd name="connsiteX972" fmla="*/ 391505 w 696905"/>
                <a:gd name="connsiteY972" fmla="*/ 310251 h 543946"/>
                <a:gd name="connsiteX973" fmla="*/ 391505 w 696905"/>
                <a:gd name="connsiteY973" fmla="*/ 323682 h 543946"/>
                <a:gd name="connsiteX974" fmla="*/ 390159 w 696905"/>
                <a:gd name="connsiteY974" fmla="*/ 326368 h 543946"/>
                <a:gd name="connsiteX975" fmla="*/ 384778 w 696905"/>
                <a:gd name="connsiteY975" fmla="*/ 326368 h 543946"/>
                <a:gd name="connsiteX976" fmla="*/ 379396 w 696905"/>
                <a:gd name="connsiteY976" fmla="*/ 320995 h 543946"/>
                <a:gd name="connsiteX977" fmla="*/ 376705 w 696905"/>
                <a:gd name="connsiteY977" fmla="*/ 322338 h 543946"/>
                <a:gd name="connsiteX978" fmla="*/ 376705 w 696905"/>
                <a:gd name="connsiteY978" fmla="*/ 326368 h 543946"/>
                <a:gd name="connsiteX979" fmla="*/ 374015 w 696905"/>
                <a:gd name="connsiteY979" fmla="*/ 327711 h 543946"/>
                <a:gd name="connsiteX980" fmla="*/ 369979 w 696905"/>
                <a:gd name="connsiteY980" fmla="*/ 322338 h 543946"/>
                <a:gd name="connsiteX981" fmla="*/ 365943 w 696905"/>
                <a:gd name="connsiteY981" fmla="*/ 322338 h 543946"/>
                <a:gd name="connsiteX982" fmla="*/ 361906 w 696905"/>
                <a:gd name="connsiteY982" fmla="*/ 326368 h 543946"/>
                <a:gd name="connsiteX983" fmla="*/ 359216 w 696905"/>
                <a:gd name="connsiteY983" fmla="*/ 326368 h 543946"/>
                <a:gd name="connsiteX984" fmla="*/ 356525 w 696905"/>
                <a:gd name="connsiteY984" fmla="*/ 323682 h 543946"/>
                <a:gd name="connsiteX985" fmla="*/ 352489 w 696905"/>
                <a:gd name="connsiteY985" fmla="*/ 322338 h 543946"/>
                <a:gd name="connsiteX986" fmla="*/ 348453 w 696905"/>
                <a:gd name="connsiteY986" fmla="*/ 316966 h 543946"/>
                <a:gd name="connsiteX987" fmla="*/ 345762 w 696905"/>
                <a:gd name="connsiteY987" fmla="*/ 318309 h 543946"/>
                <a:gd name="connsiteX988" fmla="*/ 344417 w 696905"/>
                <a:gd name="connsiteY988" fmla="*/ 312937 h 543946"/>
                <a:gd name="connsiteX989" fmla="*/ 341726 w 696905"/>
                <a:gd name="connsiteY989" fmla="*/ 311594 h 543946"/>
                <a:gd name="connsiteX990" fmla="*/ 333653 w 696905"/>
                <a:gd name="connsiteY990" fmla="*/ 310251 h 543946"/>
                <a:gd name="connsiteX991" fmla="*/ 330963 w 696905"/>
                <a:gd name="connsiteY991" fmla="*/ 306222 h 543946"/>
                <a:gd name="connsiteX992" fmla="*/ 329617 w 696905"/>
                <a:gd name="connsiteY992" fmla="*/ 307565 h 543946"/>
                <a:gd name="connsiteX993" fmla="*/ 329617 w 696905"/>
                <a:gd name="connsiteY993" fmla="*/ 311594 h 543946"/>
                <a:gd name="connsiteX994" fmla="*/ 334999 w 696905"/>
                <a:gd name="connsiteY994" fmla="*/ 314280 h 543946"/>
                <a:gd name="connsiteX995" fmla="*/ 341726 w 696905"/>
                <a:gd name="connsiteY995" fmla="*/ 315623 h 543946"/>
                <a:gd name="connsiteX996" fmla="*/ 347107 w 696905"/>
                <a:gd name="connsiteY996" fmla="*/ 326368 h 543946"/>
                <a:gd name="connsiteX997" fmla="*/ 344417 w 696905"/>
                <a:gd name="connsiteY997" fmla="*/ 329054 h 543946"/>
                <a:gd name="connsiteX998" fmla="*/ 330963 w 696905"/>
                <a:gd name="connsiteY998" fmla="*/ 325025 h 543946"/>
                <a:gd name="connsiteX999" fmla="*/ 326927 w 696905"/>
                <a:gd name="connsiteY999" fmla="*/ 322338 h 543946"/>
                <a:gd name="connsiteX1000" fmla="*/ 326927 w 696905"/>
                <a:gd name="connsiteY1000" fmla="*/ 316966 h 543946"/>
                <a:gd name="connsiteX1001" fmla="*/ 322890 w 696905"/>
                <a:gd name="connsiteY1001" fmla="*/ 312937 h 543946"/>
                <a:gd name="connsiteX1002" fmla="*/ 321545 w 696905"/>
                <a:gd name="connsiteY1002" fmla="*/ 315623 h 543946"/>
                <a:gd name="connsiteX1003" fmla="*/ 322890 w 696905"/>
                <a:gd name="connsiteY1003" fmla="*/ 318309 h 543946"/>
                <a:gd name="connsiteX1004" fmla="*/ 320200 w 696905"/>
                <a:gd name="connsiteY1004" fmla="*/ 322338 h 543946"/>
                <a:gd name="connsiteX1005" fmla="*/ 316164 w 696905"/>
                <a:gd name="connsiteY1005" fmla="*/ 320995 h 543946"/>
                <a:gd name="connsiteX1006" fmla="*/ 313473 w 696905"/>
                <a:gd name="connsiteY1006" fmla="*/ 316966 h 543946"/>
                <a:gd name="connsiteX1007" fmla="*/ 309437 w 696905"/>
                <a:gd name="connsiteY1007" fmla="*/ 318309 h 543946"/>
                <a:gd name="connsiteX1008" fmla="*/ 309437 w 696905"/>
                <a:gd name="connsiteY1008" fmla="*/ 322338 h 543946"/>
                <a:gd name="connsiteX1009" fmla="*/ 316164 w 696905"/>
                <a:gd name="connsiteY1009" fmla="*/ 325025 h 543946"/>
                <a:gd name="connsiteX1010" fmla="*/ 316164 w 696905"/>
                <a:gd name="connsiteY1010" fmla="*/ 329054 h 543946"/>
                <a:gd name="connsiteX1011" fmla="*/ 318854 w 696905"/>
                <a:gd name="connsiteY1011" fmla="*/ 329054 h 543946"/>
                <a:gd name="connsiteX1012" fmla="*/ 321545 w 696905"/>
                <a:gd name="connsiteY1012" fmla="*/ 327711 h 543946"/>
                <a:gd name="connsiteX1013" fmla="*/ 325581 w 696905"/>
                <a:gd name="connsiteY1013" fmla="*/ 327711 h 543946"/>
                <a:gd name="connsiteX1014" fmla="*/ 329617 w 696905"/>
                <a:gd name="connsiteY1014" fmla="*/ 331740 h 543946"/>
                <a:gd name="connsiteX1015" fmla="*/ 334999 w 696905"/>
                <a:gd name="connsiteY1015" fmla="*/ 333083 h 543946"/>
                <a:gd name="connsiteX1016" fmla="*/ 339035 w 696905"/>
                <a:gd name="connsiteY1016" fmla="*/ 338455 h 543946"/>
                <a:gd name="connsiteX1017" fmla="*/ 341726 w 696905"/>
                <a:gd name="connsiteY1017" fmla="*/ 338455 h 543946"/>
                <a:gd name="connsiteX1018" fmla="*/ 345762 w 696905"/>
                <a:gd name="connsiteY1018" fmla="*/ 337112 h 543946"/>
                <a:gd name="connsiteX1019" fmla="*/ 360561 w 696905"/>
                <a:gd name="connsiteY1019" fmla="*/ 339798 h 543946"/>
                <a:gd name="connsiteX1020" fmla="*/ 363252 w 696905"/>
                <a:gd name="connsiteY1020" fmla="*/ 342485 h 543946"/>
                <a:gd name="connsiteX1021" fmla="*/ 359216 w 696905"/>
                <a:gd name="connsiteY1021" fmla="*/ 346514 h 543946"/>
                <a:gd name="connsiteX1022" fmla="*/ 360561 w 696905"/>
                <a:gd name="connsiteY1022" fmla="*/ 349200 h 543946"/>
                <a:gd name="connsiteX1023" fmla="*/ 359216 w 696905"/>
                <a:gd name="connsiteY1023" fmla="*/ 353229 h 543946"/>
                <a:gd name="connsiteX1024" fmla="*/ 360561 w 696905"/>
                <a:gd name="connsiteY1024" fmla="*/ 358602 h 543946"/>
                <a:gd name="connsiteX1025" fmla="*/ 357870 w 696905"/>
                <a:gd name="connsiteY1025" fmla="*/ 361288 h 543946"/>
                <a:gd name="connsiteX1026" fmla="*/ 355180 w 696905"/>
                <a:gd name="connsiteY1026" fmla="*/ 361288 h 543946"/>
                <a:gd name="connsiteX1027" fmla="*/ 352489 w 696905"/>
                <a:gd name="connsiteY1027" fmla="*/ 358602 h 543946"/>
                <a:gd name="connsiteX1028" fmla="*/ 344417 w 696905"/>
                <a:gd name="connsiteY1028" fmla="*/ 355915 h 543946"/>
                <a:gd name="connsiteX1029" fmla="*/ 337690 w 696905"/>
                <a:gd name="connsiteY1029" fmla="*/ 350543 h 543946"/>
                <a:gd name="connsiteX1030" fmla="*/ 336344 w 696905"/>
                <a:gd name="connsiteY1030" fmla="*/ 347857 h 543946"/>
                <a:gd name="connsiteX1031" fmla="*/ 337690 w 696905"/>
                <a:gd name="connsiteY1031" fmla="*/ 341142 h 543946"/>
                <a:gd name="connsiteX1032" fmla="*/ 334999 w 696905"/>
                <a:gd name="connsiteY1032" fmla="*/ 337112 h 543946"/>
                <a:gd name="connsiteX1033" fmla="*/ 326927 w 696905"/>
                <a:gd name="connsiteY1033" fmla="*/ 335769 h 543946"/>
                <a:gd name="connsiteX1034" fmla="*/ 314818 w 696905"/>
                <a:gd name="connsiteY1034" fmla="*/ 334426 h 543946"/>
                <a:gd name="connsiteX1035" fmla="*/ 310782 w 696905"/>
                <a:gd name="connsiteY1035" fmla="*/ 331740 h 543946"/>
                <a:gd name="connsiteX1036" fmla="*/ 305401 w 696905"/>
                <a:gd name="connsiteY1036" fmla="*/ 331740 h 543946"/>
                <a:gd name="connsiteX1037" fmla="*/ 305401 w 696905"/>
                <a:gd name="connsiteY1037" fmla="*/ 334426 h 543946"/>
                <a:gd name="connsiteX1038" fmla="*/ 312128 w 696905"/>
                <a:gd name="connsiteY1038" fmla="*/ 337112 h 543946"/>
                <a:gd name="connsiteX1039" fmla="*/ 321545 w 696905"/>
                <a:gd name="connsiteY1039" fmla="*/ 338455 h 543946"/>
                <a:gd name="connsiteX1040" fmla="*/ 332308 w 696905"/>
                <a:gd name="connsiteY1040" fmla="*/ 342485 h 543946"/>
                <a:gd name="connsiteX1041" fmla="*/ 332308 w 696905"/>
                <a:gd name="connsiteY1041" fmla="*/ 347857 h 543946"/>
                <a:gd name="connsiteX1042" fmla="*/ 330963 w 696905"/>
                <a:gd name="connsiteY1042" fmla="*/ 347857 h 543946"/>
                <a:gd name="connsiteX1043" fmla="*/ 325581 w 696905"/>
                <a:gd name="connsiteY1043" fmla="*/ 343828 h 543946"/>
                <a:gd name="connsiteX1044" fmla="*/ 316164 w 696905"/>
                <a:gd name="connsiteY1044" fmla="*/ 343828 h 543946"/>
                <a:gd name="connsiteX1045" fmla="*/ 308091 w 696905"/>
                <a:gd name="connsiteY1045" fmla="*/ 346514 h 543946"/>
                <a:gd name="connsiteX1046" fmla="*/ 308091 w 696905"/>
                <a:gd name="connsiteY1046" fmla="*/ 342485 h 543946"/>
                <a:gd name="connsiteX1047" fmla="*/ 305401 w 696905"/>
                <a:gd name="connsiteY1047" fmla="*/ 339798 h 543946"/>
                <a:gd name="connsiteX1048" fmla="*/ 295983 w 696905"/>
                <a:gd name="connsiteY1048" fmla="*/ 338455 h 543946"/>
                <a:gd name="connsiteX1049" fmla="*/ 291947 w 696905"/>
                <a:gd name="connsiteY1049" fmla="*/ 335769 h 543946"/>
                <a:gd name="connsiteX1050" fmla="*/ 293292 w 696905"/>
                <a:gd name="connsiteY1050" fmla="*/ 338455 h 543946"/>
                <a:gd name="connsiteX1051" fmla="*/ 302710 w 696905"/>
                <a:gd name="connsiteY1051" fmla="*/ 343828 h 543946"/>
                <a:gd name="connsiteX1052" fmla="*/ 301364 w 696905"/>
                <a:gd name="connsiteY1052" fmla="*/ 345171 h 543946"/>
                <a:gd name="connsiteX1053" fmla="*/ 301364 w 696905"/>
                <a:gd name="connsiteY1053" fmla="*/ 349200 h 543946"/>
                <a:gd name="connsiteX1054" fmla="*/ 305401 w 696905"/>
                <a:gd name="connsiteY1054" fmla="*/ 349200 h 543946"/>
                <a:gd name="connsiteX1055" fmla="*/ 306746 w 696905"/>
                <a:gd name="connsiteY1055" fmla="*/ 349200 h 543946"/>
                <a:gd name="connsiteX1056" fmla="*/ 309437 w 696905"/>
                <a:gd name="connsiteY1056" fmla="*/ 350543 h 543946"/>
                <a:gd name="connsiteX1057" fmla="*/ 313473 w 696905"/>
                <a:gd name="connsiteY1057" fmla="*/ 349200 h 543946"/>
                <a:gd name="connsiteX1058" fmla="*/ 314818 w 696905"/>
                <a:gd name="connsiteY1058" fmla="*/ 347857 h 543946"/>
                <a:gd name="connsiteX1059" fmla="*/ 317509 w 696905"/>
                <a:gd name="connsiteY1059" fmla="*/ 349200 h 543946"/>
                <a:gd name="connsiteX1060" fmla="*/ 321545 w 696905"/>
                <a:gd name="connsiteY1060" fmla="*/ 347857 h 543946"/>
                <a:gd name="connsiteX1061" fmla="*/ 325581 w 696905"/>
                <a:gd name="connsiteY1061" fmla="*/ 349200 h 543946"/>
                <a:gd name="connsiteX1062" fmla="*/ 332308 w 696905"/>
                <a:gd name="connsiteY1062" fmla="*/ 355915 h 543946"/>
                <a:gd name="connsiteX1063" fmla="*/ 332308 w 696905"/>
                <a:gd name="connsiteY1063" fmla="*/ 358602 h 543946"/>
                <a:gd name="connsiteX1064" fmla="*/ 325581 w 696905"/>
                <a:gd name="connsiteY1064" fmla="*/ 359945 h 543946"/>
                <a:gd name="connsiteX1065" fmla="*/ 321545 w 696905"/>
                <a:gd name="connsiteY1065" fmla="*/ 361288 h 543946"/>
                <a:gd name="connsiteX1066" fmla="*/ 320200 w 696905"/>
                <a:gd name="connsiteY1066" fmla="*/ 363974 h 543946"/>
                <a:gd name="connsiteX1067" fmla="*/ 325581 w 696905"/>
                <a:gd name="connsiteY1067" fmla="*/ 362631 h 543946"/>
                <a:gd name="connsiteX1068" fmla="*/ 329617 w 696905"/>
                <a:gd name="connsiteY1068" fmla="*/ 362631 h 543946"/>
                <a:gd name="connsiteX1069" fmla="*/ 333653 w 696905"/>
                <a:gd name="connsiteY1069" fmla="*/ 362631 h 543946"/>
                <a:gd name="connsiteX1070" fmla="*/ 339035 w 696905"/>
                <a:gd name="connsiteY1070" fmla="*/ 366660 h 543946"/>
                <a:gd name="connsiteX1071" fmla="*/ 343071 w 696905"/>
                <a:gd name="connsiteY1071" fmla="*/ 369346 h 543946"/>
                <a:gd name="connsiteX1072" fmla="*/ 343071 w 696905"/>
                <a:gd name="connsiteY1072" fmla="*/ 374718 h 543946"/>
                <a:gd name="connsiteX1073" fmla="*/ 337690 w 696905"/>
                <a:gd name="connsiteY1073" fmla="*/ 384120 h 543946"/>
                <a:gd name="connsiteX1074" fmla="*/ 334999 w 696905"/>
                <a:gd name="connsiteY1074" fmla="*/ 392178 h 543946"/>
                <a:gd name="connsiteX1075" fmla="*/ 332308 w 696905"/>
                <a:gd name="connsiteY1075" fmla="*/ 392178 h 543946"/>
                <a:gd name="connsiteX1076" fmla="*/ 325581 w 696905"/>
                <a:gd name="connsiteY1076" fmla="*/ 397551 h 543946"/>
                <a:gd name="connsiteX1077" fmla="*/ 322890 w 696905"/>
                <a:gd name="connsiteY1077" fmla="*/ 396208 h 543946"/>
                <a:gd name="connsiteX1078" fmla="*/ 317509 w 696905"/>
                <a:gd name="connsiteY1078" fmla="*/ 396208 h 543946"/>
                <a:gd name="connsiteX1079" fmla="*/ 313473 w 696905"/>
                <a:gd name="connsiteY1079" fmla="*/ 393522 h 543946"/>
                <a:gd name="connsiteX1080" fmla="*/ 313473 w 696905"/>
                <a:gd name="connsiteY1080" fmla="*/ 390835 h 543946"/>
                <a:gd name="connsiteX1081" fmla="*/ 309437 w 696905"/>
                <a:gd name="connsiteY1081" fmla="*/ 389492 h 543946"/>
                <a:gd name="connsiteX1082" fmla="*/ 302710 w 696905"/>
                <a:gd name="connsiteY1082" fmla="*/ 389492 h 543946"/>
                <a:gd name="connsiteX1083" fmla="*/ 304055 w 696905"/>
                <a:gd name="connsiteY1083" fmla="*/ 390835 h 543946"/>
                <a:gd name="connsiteX1084" fmla="*/ 309437 w 696905"/>
                <a:gd name="connsiteY1084" fmla="*/ 393522 h 543946"/>
                <a:gd name="connsiteX1085" fmla="*/ 310782 w 696905"/>
                <a:gd name="connsiteY1085" fmla="*/ 396208 h 543946"/>
                <a:gd name="connsiteX1086" fmla="*/ 313473 w 696905"/>
                <a:gd name="connsiteY1086" fmla="*/ 397551 h 543946"/>
                <a:gd name="connsiteX1087" fmla="*/ 320200 w 696905"/>
                <a:gd name="connsiteY1087" fmla="*/ 401580 h 543946"/>
                <a:gd name="connsiteX1088" fmla="*/ 321545 w 696905"/>
                <a:gd name="connsiteY1088" fmla="*/ 408295 h 543946"/>
                <a:gd name="connsiteX1089" fmla="*/ 318854 w 696905"/>
                <a:gd name="connsiteY1089" fmla="*/ 410982 h 543946"/>
                <a:gd name="connsiteX1090" fmla="*/ 314818 w 696905"/>
                <a:gd name="connsiteY1090" fmla="*/ 412325 h 543946"/>
                <a:gd name="connsiteX1091" fmla="*/ 309437 w 696905"/>
                <a:gd name="connsiteY1091" fmla="*/ 416354 h 543946"/>
                <a:gd name="connsiteX1092" fmla="*/ 306746 w 696905"/>
                <a:gd name="connsiteY1092" fmla="*/ 417697 h 543946"/>
                <a:gd name="connsiteX1093" fmla="*/ 298674 w 696905"/>
                <a:gd name="connsiteY1093" fmla="*/ 410982 h 543946"/>
                <a:gd name="connsiteX1094" fmla="*/ 293292 w 696905"/>
                <a:gd name="connsiteY1094" fmla="*/ 412325 h 543946"/>
                <a:gd name="connsiteX1095" fmla="*/ 291947 w 696905"/>
                <a:gd name="connsiteY1095" fmla="*/ 409638 h 543946"/>
                <a:gd name="connsiteX1096" fmla="*/ 286565 w 696905"/>
                <a:gd name="connsiteY1096" fmla="*/ 408295 h 543946"/>
                <a:gd name="connsiteX1097" fmla="*/ 282529 w 696905"/>
                <a:gd name="connsiteY1097" fmla="*/ 410982 h 543946"/>
                <a:gd name="connsiteX1098" fmla="*/ 283875 w 696905"/>
                <a:gd name="connsiteY1098" fmla="*/ 413668 h 543946"/>
                <a:gd name="connsiteX1099" fmla="*/ 298674 w 696905"/>
                <a:gd name="connsiteY1099" fmla="*/ 421726 h 543946"/>
                <a:gd name="connsiteX1100" fmla="*/ 305401 w 696905"/>
                <a:gd name="connsiteY1100" fmla="*/ 423069 h 543946"/>
                <a:gd name="connsiteX1101" fmla="*/ 305401 w 696905"/>
                <a:gd name="connsiteY1101" fmla="*/ 425755 h 543946"/>
                <a:gd name="connsiteX1102" fmla="*/ 301364 w 696905"/>
                <a:gd name="connsiteY1102" fmla="*/ 428442 h 543946"/>
                <a:gd name="connsiteX1103" fmla="*/ 297328 w 696905"/>
                <a:gd name="connsiteY1103" fmla="*/ 432471 h 543946"/>
                <a:gd name="connsiteX1104" fmla="*/ 291947 w 696905"/>
                <a:gd name="connsiteY1104" fmla="*/ 433814 h 543946"/>
                <a:gd name="connsiteX1105" fmla="*/ 287911 w 696905"/>
                <a:gd name="connsiteY1105" fmla="*/ 429785 h 543946"/>
                <a:gd name="connsiteX1106" fmla="*/ 283875 w 696905"/>
                <a:gd name="connsiteY1106" fmla="*/ 429785 h 543946"/>
                <a:gd name="connsiteX1107" fmla="*/ 279838 w 696905"/>
                <a:gd name="connsiteY1107" fmla="*/ 433814 h 543946"/>
                <a:gd name="connsiteX1108" fmla="*/ 271766 w 696905"/>
                <a:gd name="connsiteY1108" fmla="*/ 432471 h 543946"/>
                <a:gd name="connsiteX1109" fmla="*/ 267730 w 696905"/>
                <a:gd name="connsiteY1109" fmla="*/ 429785 h 543946"/>
                <a:gd name="connsiteX1110" fmla="*/ 258312 w 696905"/>
                <a:gd name="connsiteY1110" fmla="*/ 427098 h 543946"/>
                <a:gd name="connsiteX1111" fmla="*/ 251586 w 696905"/>
                <a:gd name="connsiteY1111" fmla="*/ 428442 h 543946"/>
                <a:gd name="connsiteX1112" fmla="*/ 250240 w 696905"/>
                <a:gd name="connsiteY1112" fmla="*/ 437843 h 543946"/>
                <a:gd name="connsiteX1113" fmla="*/ 244859 w 696905"/>
                <a:gd name="connsiteY1113" fmla="*/ 443215 h 543946"/>
                <a:gd name="connsiteX1114" fmla="*/ 248895 w 696905"/>
                <a:gd name="connsiteY1114" fmla="*/ 441872 h 543946"/>
                <a:gd name="connsiteX1115" fmla="*/ 251586 w 696905"/>
                <a:gd name="connsiteY1115" fmla="*/ 443215 h 543946"/>
                <a:gd name="connsiteX1116" fmla="*/ 251586 w 696905"/>
                <a:gd name="connsiteY1116" fmla="*/ 448588 h 543946"/>
                <a:gd name="connsiteX1117" fmla="*/ 243513 w 696905"/>
                <a:gd name="connsiteY1117" fmla="*/ 452617 h 543946"/>
                <a:gd name="connsiteX1118" fmla="*/ 243513 w 696905"/>
                <a:gd name="connsiteY1118" fmla="*/ 457989 h 543946"/>
                <a:gd name="connsiteX1119" fmla="*/ 238132 w 696905"/>
                <a:gd name="connsiteY1119" fmla="*/ 462018 h 543946"/>
                <a:gd name="connsiteX1120" fmla="*/ 235441 w 696905"/>
                <a:gd name="connsiteY1120" fmla="*/ 459332 h 543946"/>
                <a:gd name="connsiteX1121" fmla="*/ 234096 w 696905"/>
                <a:gd name="connsiteY1121" fmla="*/ 460675 h 543946"/>
                <a:gd name="connsiteX1122" fmla="*/ 232750 w 696905"/>
                <a:gd name="connsiteY1122" fmla="*/ 464705 h 543946"/>
                <a:gd name="connsiteX1123" fmla="*/ 228714 w 696905"/>
                <a:gd name="connsiteY1123" fmla="*/ 467391 h 543946"/>
                <a:gd name="connsiteX1124" fmla="*/ 224678 w 696905"/>
                <a:gd name="connsiteY1124" fmla="*/ 466048 h 543946"/>
                <a:gd name="connsiteX1125" fmla="*/ 227369 w 696905"/>
                <a:gd name="connsiteY1125" fmla="*/ 463362 h 543946"/>
                <a:gd name="connsiteX1126" fmla="*/ 224678 w 696905"/>
                <a:gd name="connsiteY1126" fmla="*/ 463362 h 543946"/>
                <a:gd name="connsiteX1127" fmla="*/ 221987 w 696905"/>
                <a:gd name="connsiteY1127" fmla="*/ 466048 h 543946"/>
                <a:gd name="connsiteX1128" fmla="*/ 217951 w 696905"/>
                <a:gd name="connsiteY1128" fmla="*/ 472763 h 543946"/>
                <a:gd name="connsiteX1129" fmla="*/ 215260 w 696905"/>
                <a:gd name="connsiteY1129" fmla="*/ 475449 h 543946"/>
                <a:gd name="connsiteX1130" fmla="*/ 203152 w 696905"/>
                <a:gd name="connsiteY1130" fmla="*/ 468734 h 543946"/>
                <a:gd name="connsiteX1131" fmla="*/ 196425 w 696905"/>
                <a:gd name="connsiteY1131" fmla="*/ 468734 h 543946"/>
                <a:gd name="connsiteX1132" fmla="*/ 195080 w 696905"/>
                <a:gd name="connsiteY1132" fmla="*/ 470077 h 543946"/>
                <a:gd name="connsiteX1133" fmla="*/ 188353 w 696905"/>
                <a:gd name="connsiteY1133" fmla="*/ 468734 h 543946"/>
                <a:gd name="connsiteX1134" fmla="*/ 177590 w 696905"/>
                <a:gd name="connsiteY1134" fmla="*/ 455303 h 543946"/>
                <a:gd name="connsiteX1135" fmla="*/ 174899 w 696905"/>
                <a:gd name="connsiteY1135" fmla="*/ 444558 h 543946"/>
                <a:gd name="connsiteX1136" fmla="*/ 177590 w 696905"/>
                <a:gd name="connsiteY1136" fmla="*/ 441872 h 543946"/>
                <a:gd name="connsiteX1137" fmla="*/ 178935 w 696905"/>
                <a:gd name="connsiteY1137" fmla="*/ 437843 h 543946"/>
                <a:gd name="connsiteX1138" fmla="*/ 177590 w 696905"/>
                <a:gd name="connsiteY1138" fmla="*/ 435157 h 543946"/>
                <a:gd name="connsiteX1139" fmla="*/ 177590 w 696905"/>
                <a:gd name="connsiteY1139" fmla="*/ 431128 h 543946"/>
                <a:gd name="connsiteX1140" fmla="*/ 173554 w 696905"/>
                <a:gd name="connsiteY1140" fmla="*/ 437843 h 543946"/>
                <a:gd name="connsiteX1141" fmla="*/ 173554 w 696905"/>
                <a:gd name="connsiteY1141" fmla="*/ 440529 h 543946"/>
                <a:gd name="connsiteX1142" fmla="*/ 170863 w 696905"/>
                <a:gd name="connsiteY1142" fmla="*/ 448588 h 543946"/>
                <a:gd name="connsiteX1143" fmla="*/ 168172 w 696905"/>
                <a:gd name="connsiteY1143" fmla="*/ 452617 h 543946"/>
                <a:gd name="connsiteX1144" fmla="*/ 173554 w 696905"/>
                <a:gd name="connsiteY1144" fmla="*/ 457989 h 543946"/>
                <a:gd name="connsiteX1145" fmla="*/ 172208 w 696905"/>
                <a:gd name="connsiteY1145" fmla="*/ 460675 h 543946"/>
                <a:gd name="connsiteX1146" fmla="*/ 169518 w 696905"/>
                <a:gd name="connsiteY1146" fmla="*/ 459332 h 543946"/>
                <a:gd name="connsiteX1147" fmla="*/ 162791 w 696905"/>
                <a:gd name="connsiteY1147" fmla="*/ 460675 h 543946"/>
                <a:gd name="connsiteX1148" fmla="*/ 161445 w 696905"/>
                <a:gd name="connsiteY1148" fmla="*/ 460675 h 543946"/>
                <a:gd name="connsiteX1149" fmla="*/ 156064 w 696905"/>
                <a:gd name="connsiteY1149" fmla="*/ 460675 h 543946"/>
                <a:gd name="connsiteX1150" fmla="*/ 161445 w 696905"/>
                <a:gd name="connsiteY1150" fmla="*/ 464705 h 543946"/>
                <a:gd name="connsiteX1151" fmla="*/ 158754 w 696905"/>
                <a:gd name="connsiteY1151" fmla="*/ 472763 h 543946"/>
                <a:gd name="connsiteX1152" fmla="*/ 161445 w 696905"/>
                <a:gd name="connsiteY1152" fmla="*/ 472763 h 543946"/>
                <a:gd name="connsiteX1153" fmla="*/ 168172 w 696905"/>
                <a:gd name="connsiteY1153" fmla="*/ 466048 h 543946"/>
                <a:gd name="connsiteX1154" fmla="*/ 170863 w 696905"/>
                <a:gd name="connsiteY1154" fmla="*/ 466048 h 543946"/>
                <a:gd name="connsiteX1155" fmla="*/ 172208 w 696905"/>
                <a:gd name="connsiteY1155" fmla="*/ 463362 h 543946"/>
                <a:gd name="connsiteX1156" fmla="*/ 176244 w 696905"/>
                <a:gd name="connsiteY1156" fmla="*/ 462018 h 543946"/>
                <a:gd name="connsiteX1157" fmla="*/ 181626 w 696905"/>
                <a:gd name="connsiteY1157" fmla="*/ 466048 h 543946"/>
                <a:gd name="connsiteX1158" fmla="*/ 185662 w 696905"/>
                <a:gd name="connsiteY1158" fmla="*/ 472763 h 543946"/>
                <a:gd name="connsiteX1159" fmla="*/ 184317 w 696905"/>
                <a:gd name="connsiteY1159" fmla="*/ 478135 h 543946"/>
                <a:gd name="connsiteX1160" fmla="*/ 189698 w 696905"/>
                <a:gd name="connsiteY1160" fmla="*/ 474106 h 543946"/>
                <a:gd name="connsiteX1161" fmla="*/ 199116 w 696905"/>
                <a:gd name="connsiteY1161" fmla="*/ 471420 h 543946"/>
                <a:gd name="connsiteX1162" fmla="*/ 205843 w 696905"/>
                <a:gd name="connsiteY1162" fmla="*/ 474106 h 543946"/>
                <a:gd name="connsiteX1163" fmla="*/ 205843 w 696905"/>
                <a:gd name="connsiteY1163" fmla="*/ 479478 h 543946"/>
                <a:gd name="connsiteX1164" fmla="*/ 204497 w 696905"/>
                <a:gd name="connsiteY1164" fmla="*/ 482165 h 543946"/>
                <a:gd name="connsiteX1165" fmla="*/ 200461 w 696905"/>
                <a:gd name="connsiteY1165" fmla="*/ 490223 h 543946"/>
                <a:gd name="connsiteX1166" fmla="*/ 197771 w 696905"/>
                <a:gd name="connsiteY1166" fmla="*/ 491566 h 543946"/>
                <a:gd name="connsiteX1167" fmla="*/ 196425 w 696905"/>
                <a:gd name="connsiteY1167" fmla="*/ 494252 h 543946"/>
                <a:gd name="connsiteX1168" fmla="*/ 197771 w 696905"/>
                <a:gd name="connsiteY1168" fmla="*/ 495595 h 543946"/>
                <a:gd name="connsiteX1169" fmla="*/ 203152 w 696905"/>
                <a:gd name="connsiteY1169" fmla="*/ 495595 h 543946"/>
                <a:gd name="connsiteX1170" fmla="*/ 201806 w 696905"/>
                <a:gd name="connsiteY1170" fmla="*/ 499625 h 543946"/>
                <a:gd name="connsiteX1171" fmla="*/ 197771 w 696905"/>
                <a:gd name="connsiteY1171" fmla="*/ 503654 h 543946"/>
                <a:gd name="connsiteX1172" fmla="*/ 201806 w 696905"/>
                <a:gd name="connsiteY1172" fmla="*/ 503654 h 543946"/>
                <a:gd name="connsiteX1173" fmla="*/ 204497 w 696905"/>
                <a:gd name="connsiteY1173" fmla="*/ 500968 h 543946"/>
                <a:gd name="connsiteX1174" fmla="*/ 211224 w 696905"/>
                <a:gd name="connsiteY1174" fmla="*/ 496938 h 543946"/>
                <a:gd name="connsiteX1175" fmla="*/ 215260 w 696905"/>
                <a:gd name="connsiteY1175" fmla="*/ 496938 h 543946"/>
                <a:gd name="connsiteX1176" fmla="*/ 216606 w 696905"/>
                <a:gd name="connsiteY1176" fmla="*/ 495595 h 543946"/>
                <a:gd name="connsiteX1177" fmla="*/ 219296 w 696905"/>
                <a:gd name="connsiteY1177" fmla="*/ 496938 h 543946"/>
                <a:gd name="connsiteX1178" fmla="*/ 217951 w 696905"/>
                <a:gd name="connsiteY1178" fmla="*/ 502311 h 543946"/>
                <a:gd name="connsiteX1179" fmla="*/ 219296 w 696905"/>
                <a:gd name="connsiteY1179" fmla="*/ 504997 h 543946"/>
                <a:gd name="connsiteX1180" fmla="*/ 217951 w 696905"/>
                <a:gd name="connsiteY1180" fmla="*/ 514398 h 543946"/>
                <a:gd name="connsiteX1181" fmla="*/ 212570 w 696905"/>
                <a:gd name="connsiteY1181" fmla="*/ 523800 h 543946"/>
                <a:gd name="connsiteX1182" fmla="*/ 207188 w 696905"/>
                <a:gd name="connsiteY1182" fmla="*/ 523800 h 543946"/>
                <a:gd name="connsiteX1183" fmla="*/ 201806 w 696905"/>
                <a:gd name="connsiteY1183" fmla="*/ 527829 h 543946"/>
                <a:gd name="connsiteX1184" fmla="*/ 199116 w 696905"/>
                <a:gd name="connsiteY1184" fmla="*/ 533202 h 543946"/>
                <a:gd name="connsiteX1185" fmla="*/ 195080 w 696905"/>
                <a:gd name="connsiteY1185" fmla="*/ 537231 h 543946"/>
                <a:gd name="connsiteX1186" fmla="*/ 192389 w 696905"/>
                <a:gd name="connsiteY1186" fmla="*/ 534545 h 543946"/>
                <a:gd name="connsiteX1187" fmla="*/ 195080 w 696905"/>
                <a:gd name="connsiteY1187" fmla="*/ 529172 h 543946"/>
                <a:gd name="connsiteX1188" fmla="*/ 195080 w 696905"/>
                <a:gd name="connsiteY1188" fmla="*/ 522457 h 543946"/>
                <a:gd name="connsiteX1189" fmla="*/ 193734 w 696905"/>
                <a:gd name="connsiteY1189" fmla="*/ 522457 h 543946"/>
                <a:gd name="connsiteX1190" fmla="*/ 189698 w 696905"/>
                <a:gd name="connsiteY1190" fmla="*/ 523800 h 543946"/>
                <a:gd name="connsiteX1191" fmla="*/ 187007 w 696905"/>
                <a:gd name="connsiteY1191" fmla="*/ 530515 h 543946"/>
                <a:gd name="connsiteX1192" fmla="*/ 181626 w 696905"/>
                <a:gd name="connsiteY1192" fmla="*/ 531859 h 543946"/>
                <a:gd name="connsiteX1193" fmla="*/ 174899 w 696905"/>
                <a:gd name="connsiteY1193" fmla="*/ 538574 h 543946"/>
                <a:gd name="connsiteX1194" fmla="*/ 173554 w 696905"/>
                <a:gd name="connsiteY1194" fmla="*/ 537231 h 543946"/>
                <a:gd name="connsiteX1195" fmla="*/ 168172 w 696905"/>
                <a:gd name="connsiteY1195" fmla="*/ 537231 h 543946"/>
                <a:gd name="connsiteX1196" fmla="*/ 160100 w 696905"/>
                <a:gd name="connsiteY1196" fmla="*/ 543946 h 543946"/>
                <a:gd name="connsiteX1197" fmla="*/ 157409 w 696905"/>
                <a:gd name="connsiteY1197" fmla="*/ 542603 h 543946"/>
                <a:gd name="connsiteX1198" fmla="*/ 153373 w 696905"/>
                <a:gd name="connsiteY1198" fmla="*/ 543946 h 543946"/>
                <a:gd name="connsiteX1199" fmla="*/ 147991 w 696905"/>
                <a:gd name="connsiteY1199" fmla="*/ 543946 h 543946"/>
                <a:gd name="connsiteX1200" fmla="*/ 146646 w 696905"/>
                <a:gd name="connsiteY1200" fmla="*/ 539917 h 543946"/>
                <a:gd name="connsiteX1201" fmla="*/ 143955 w 696905"/>
                <a:gd name="connsiteY1201" fmla="*/ 538574 h 543946"/>
                <a:gd name="connsiteX1202" fmla="*/ 147991 w 696905"/>
                <a:gd name="connsiteY1202" fmla="*/ 535888 h 543946"/>
                <a:gd name="connsiteX1203" fmla="*/ 152028 w 696905"/>
                <a:gd name="connsiteY1203" fmla="*/ 530515 h 543946"/>
                <a:gd name="connsiteX1204" fmla="*/ 152028 w 696905"/>
                <a:gd name="connsiteY1204" fmla="*/ 526486 h 543946"/>
                <a:gd name="connsiteX1205" fmla="*/ 146646 w 696905"/>
                <a:gd name="connsiteY1205" fmla="*/ 518428 h 543946"/>
                <a:gd name="connsiteX1206" fmla="*/ 142610 w 696905"/>
                <a:gd name="connsiteY1206" fmla="*/ 522457 h 543946"/>
                <a:gd name="connsiteX1207" fmla="*/ 135883 w 696905"/>
                <a:gd name="connsiteY1207" fmla="*/ 519771 h 543946"/>
                <a:gd name="connsiteX1208" fmla="*/ 134538 w 696905"/>
                <a:gd name="connsiteY1208" fmla="*/ 515742 h 543946"/>
                <a:gd name="connsiteX1209" fmla="*/ 137229 w 696905"/>
                <a:gd name="connsiteY1209" fmla="*/ 510369 h 543946"/>
                <a:gd name="connsiteX1210" fmla="*/ 141265 w 696905"/>
                <a:gd name="connsiteY1210" fmla="*/ 509026 h 543946"/>
                <a:gd name="connsiteX1211" fmla="*/ 138574 w 696905"/>
                <a:gd name="connsiteY1211" fmla="*/ 507683 h 543946"/>
                <a:gd name="connsiteX1212" fmla="*/ 134538 w 696905"/>
                <a:gd name="connsiteY1212" fmla="*/ 506340 h 543946"/>
                <a:gd name="connsiteX1213" fmla="*/ 131847 w 696905"/>
                <a:gd name="connsiteY1213" fmla="*/ 499625 h 543946"/>
                <a:gd name="connsiteX1214" fmla="*/ 133192 w 696905"/>
                <a:gd name="connsiteY1214" fmla="*/ 495595 h 543946"/>
                <a:gd name="connsiteX1215" fmla="*/ 133192 w 696905"/>
                <a:gd name="connsiteY1215" fmla="*/ 490223 h 543946"/>
                <a:gd name="connsiteX1216" fmla="*/ 131847 w 696905"/>
                <a:gd name="connsiteY1216" fmla="*/ 486194 h 543946"/>
                <a:gd name="connsiteX1217" fmla="*/ 131847 w 696905"/>
                <a:gd name="connsiteY1217" fmla="*/ 491566 h 543946"/>
                <a:gd name="connsiteX1218" fmla="*/ 127811 w 696905"/>
                <a:gd name="connsiteY1218" fmla="*/ 499625 h 543946"/>
                <a:gd name="connsiteX1219" fmla="*/ 131847 w 696905"/>
                <a:gd name="connsiteY1219" fmla="*/ 507683 h 543946"/>
                <a:gd name="connsiteX1220" fmla="*/ 133192 w 696905"/>
                <a:gd name="connsiteY1220" fmla="*/ 511712 h 543946"/>
                <a:gd name="connsiteX1221" fmla="*/ 130502 w 696905"/>
                <a:gd name="connsiteY1221" fmla="*/ 514398 h 543946"/>
                <a:gd name="connsiteX1222" fmla="*/ 129156 w 696905"/>
                <a:gd name="connsiteY1222" fmla="*/ 519771 h 543946"/>
                <a:gd name="connsiteX1223" fmla="*/ 126466 w 696905"/>
                <a:gd name="connsiteY1223" fmla="*/ 522457 h 543946"/>
                <a:gd name="connsiteX1224" fmla="*/ 122429 w 696905"/>
                <a:gd name="connsiteY1224" fmla="*/ 519771 h 543946"/>
                <a:gd name="connsiteX1225" fmla="*/ 118393 w 696905"/>
                <a:gd name="connsiteY1225" fmla="*/ 521114 h 543946"/>
                <a:gd name="connsiteX1226" fmla="*/ 114357 w 696905"/>
                <a:gd name="connsiteY1226" fmla="*/ 518428 h 543946"/>
                <a:gd name="connsiteX1227" fmla="*/ 113012 w 696905"/>
                <a:gd name="connsiteY1227" fmla="*/ 514398 h 543946"/>
                <a:gd name="connsiteX1228" fmla="*/ 117048 w 696905"/>
                <a:gd name="connsiteY1228" fmla="*/ 504997 h 543946"/>
                <a:gd name="connsiteX1229" fmla="*/ 115702 w 696905"/>
                <a:gd name="connsiteY1229" fmla="*/ 500968 h 543946"/>
                <a:gd name="connsiteX1230" fmla="*/ 117048 w 696905"/>
                <a:gd name="connsiteY1230" fmla="*/ 495595 h 543946"/>
                <a:gd name="connsiteX1231" fmla="*/ 121084 w 696905"/>
                <a:gd name="connsiteY1231" fmla="*/ 490223 h 543946"/>
                <a:gd name="connsiteX1232" fmla="*/ 115702 w 696905"/>
                <a:gd name="connsiteY1232" fmla="*/ 491566 h 543946"/>
                <a:gd name="connsiteX1233" fmla="*/ 111666 w 696905"/>
                <a:gd name="connsiteY1233" fmla="*/ 495595 h 543946"/>
                <a:gd name="connsiteX1234" fmla="*/ 111666 w 696905"/>
                <a:gd name="connsiteY1234" fmla="*/ 502311 h 543946"/>
                <a:gd name="connsiteX1235" fmla="*/ 113012 w 696905"/>
                <a:gd name="connsiteY1235" fmla="*/ 507683 h 543946"/>
                <a:gd name="connsiteX1236" fmla="*/ 108976 w 696905"/>
                <a:gd name="connsiteY1236" fmla="*/ 514398 h 543946"/>
                <a:gd name="connsiteX1237" fmla="*/ 104939 w 696905"/>
                <a:gd name="connsiteY1237" fmla="*/ 515742 h 543946"/>
                <a:gd name="connsiteX1238" fmla="*/ 99558 w 696905"/>
                <a:gd name="connsiteY1238" fmla="*/ 513055 h 543946"/>
                <a:gd name="connsiteX1239" fmla="*/ 99558 w 696905"/>
                <a:gd name="connsiteY1239" fmla="*/ 509026 h 543946"/>
                <a:gd name="connsiteX1240" fmla="*/ 98213 w 696905"/>
                <a:gd name="connsiteY1240" fmla="*/ 507683 h 543946"/>
                <a:gd name="connsiteX1241" fmla="*/ 98213 w 696905"/>
                <a:gd name="connsiteY1241" fmla="*/ 503654 h 543946"/>
                <a:gd name="connsiteX1242" fmla="*/ 100903 w 696905"/>
                <a:gd name="connsiteY1242" fmla="*/ 499625 h 543946"/>
                <a:gd name="connsiteX1243" fmla="*/ 102249 w 696905"/>
                <a:gd name="connsiteY1243" fmla="*/ 496938 h 543946"/>
                <a:gd name="connsiteX1244" fmla="*/ 100903 w 696905"/>
                <a:gd name="connsiteY1244" fmla="*/ 491566 h 543946"/>
                <a:gd name="connsiteX1245" fmla="*/ 98213 w 696905"/>
                <a:gd name="connsiteY1245" fmla="*/ 491566 h 543946"/>
                <a:gd name="connsiteX1246" fmla="*/ 96867 w 696905"/>
                <a:gd name="connsiteY1246" fmla="*/ 492909 h 543946"/>
                <a:gd name="connsiteX1247" fmla="*/ 96867 w 696905"/>
                <a:gd name="connsiteY1247" fmla="*/ 498282 h 543946"/>
                <a:gd name="connsiteX1248" fmla="*/ 94176 w 696905"/>
                <a:gd name="connsiteY1248" fmla="*/ 500968 h 543946"/>
                <a:gd name="connsiteX1249" fmla="*/ 92831 w 696905"/>
                <a:gd name="connsiteY1249" fmla="*/ 504997 h 543946"/>
                <a:gd name="connsiteX1250" fmla="*/ 91486 w 696905"/>
                <a:gd name="connsiteY1250" fmla="*/ 507683 h 543946"/>
                <a:gd name="connsiteX1251" fmla="*/ 87449 w 696905"/>
                <a:gd name="connsiteY1251" fmla="*/ 507683 h 543946"/>
                <a:gd name="connsiteX1252" fmla="*/ 87449 w 696905"/>
                <a:gd name="connsiteY1252" fmla="*/ 509026 h 543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</a:cxnLst>
              <a:rect l="l" t="t" r="r" b="b"/>
              <a:pathLst>
                <a:path w="696905" h="543946">
                  <a:moveTo>
                    <a:pt x="83414" y="510369"/>
                  </a:moveTo>
                  <a:lnTo>
                    <a:pt x="82068" y="507683"/>
                  </a:lnTo>
                  <a:lnTo>
                    <a:pt x="82068" y="502311"/>
                  </a:lnTo>
                  <a:lnTo>
                    <a:pt x="80723" y="496938"/>
                  </a:lnTo>
                  <a:lnTo>
                    <a:pt x="79377" y="494252"/>
                  </a:lnTo>
                  <a:lnTo>
                    <a:pt x="78032" y="496938"/>
                  </a:lnTo>
                  <a:lnTo>
                    <a:pt x="75341" y="502311"/>
                  </a:lnTo>
                  <a:lnTo>
                    <a:pt x="76687" y="510369"/>
                  </a:lnTo>
                  <a:lnTo>
                    <a:pt x="80723" y="517085"/>
                  </a:lnTo>
                  <a:lnTo>
                    <a:pt x="79377" y="521114"/>
                  </a:lnTo>
                  <a:lnTo>
                    <a:pt x="76687" y="521114"/>
                  </a:lnTo>
                  <a:lnTo>
                    <a:pt x="72650" y="519771"/>
                  </a:lnTo>
                  <a:lnTo>
                    <a:pt x="63233" y="518428"/>
                  </a:lnTo>
                  <a:lnTo>
                    <a:pt x="63233" y="514398"/>
                  </a:lnTo>
                  <a:lnTo>
                    <a:pt x="60542" y="514398"/>
                  </a:lnTo>
                  <a:lnTo>
                    <a:pt x="53815" y="509026"/>
                  </a:lnTo>
                  <a:lnTo>
                    <a:pt x="49779" y="509026"/>
                  </a:lnTo>
                  <a:lnTo>
                    <a:pt x="48434" y="507683"/>
                  </a:lnTo>
                  <a:lnTo>
                    <a:pt x="47088" y="506340"/>
                  </a:lnTo>
                  <a:lnTo>
                    <a:pt x="44397" y="506340"/>
                  </a:lnTo>
                  <a:lnTo>
                    <a:pt x="43052" y="503654"/>
                  </a:lnTo>
                  <a:lnTo>
                    <a:pt x="45743" y="499625"/>
                  </a:lnTo>
                  <a:lnTo>
                    <a:pt x="48434" y="498282"/>
                  </a:lnTo>
                  <a:lnTo>
                    <a:pt x="51124" y="494252"/>
                  </a:lnTo>
                  <a:lnTo>
                    <a:pt x="51124" y="491566"/>
                  </a:lnTo>
                  <a:lnTo>
                    <a:pt x="47088" y="484851"/>
                  </a:lnTo>
                  <a:lnTo>
                    <a:pt x="44397" y="482165"/>
                  </a:lnTo>
                  <a:lnTo>
                    <a:pt x="44397" y="486194"/>
                  </a:lnTo>
                  <a:lnTo>
                    <a:pt x="47088" y="488880"/>
                  </a:lnTo>
                  <a:lnTo>
                    <a:pt x="47088" y="492909"/>
                  </a:lnTo>
                  <a:lnTo>
                    <a:pt x="45743" y="495595"/>
                  </a:lnTo>
                  <a:lnTo>
                    <a:pt x="41707" y="495595"/>
                  </a:lnTo>
                  <a:lnTo>
                    <a:pt x="40361" y="496938"/>
                  </a:lnTo>
                  <a:lnTo>
                    <a:pt x="41707" y="498282"/>
                  </a:lnTo>
                  <a:lnTo>
                    <a:pt x="41707" y="500968"/>
                  </a:lnTo>
                  <a:lnTo>
                    <a:pt x="39016" y="504997"/>
                  </a:lnTo>
                  <a:lnTo>
                    <a:pt x="36325" y="503654"/>
                  </a:lnTo>
                  <a:lnTo>
                    <a:pt x="33634" y="498282"/>
                  </a:lnTo>
                  <a:lnTo>
                    <a:pt x="33634" y="495595"/>
                  </a:lnTo>
                  <a:lnTo>
                    <a:pt x="32289" y="492909"/>
                  </a:lnTo>
                  <a:lnTo>
                    <a:pt x="34980" y="486194"/>
                  </a:lnTo>
                  <a:lnTo>
                    <a:pt x="33634" y="483508"/>
                  </a:lnTo>
                  <a:lnTo>
                    <a:pt x="33634" y="480822"/>
                  </a:lnTo>
                  <a:lnTo>
                    <a:pt x="32289" y="483508"/>
                  </a:lnTo>
                  <a:lnTo>
                    <a:pt x="30944" y="487537"/>
                  </a:lnTo>
                  <a:lnTo>
                    <a:pt x="28253" y="491566"/>
                  </a:lnTo>
                  <a:lnTo>
                    <a:pt x="28253" y="494252"/>
                  </a:lnTo>
                  <a:lnTo>
                    <a:pt x="28253" y="498282"/>
                  </a:lnTo>
                  <a:lnTo>
                    <a:pt x="22872" y="496938"/>
                  </a:lnTo>
                  <a:lnTo>
                    <a:pt x="20181" y="494252"/>
                  </a:lnTo>
                  <a:lnTo>
                    <a:pt x="16145" y="494252"/>
                  </a:lnTo>
                  <a:lnTo>
                    <a:pt x="16145" y="491566"/>
                  </a:lnTo>
                  <a:lnTo>
                    <a:pt x="17490" y="487537"/>
                  </a:lnTo>
                  <a:lnTo>
                    <a:pt x="18835" y="482165"/>
                  </a:lnTo>
                  <a:lnTo>
                    <a:pt x="20181" y="479478"/>
                  </a:lnTo>
                  <a:lnTo>
                    <a:pt x="20181" y="475449"/>
                  </a:lnTo>
                  <a:lnTo>
                    <a:pt x="25562" y="464705"/>
                  </a:lnTo>
                  <a:lnTo>
                    <a:pt x="21526" y="467391"/>
                  </a:lnTo>
                  <a:lnTo>
                    <a:pt x="18835" y="468734"/>
                  </a:lnTo>
                  <a:lnTo>
                    <a:pt x="16145" y="479478"/>
                  </a:lnTo>
                  <a:lnTo>
                    <a:pt x="16145" y="486194"/>
                  </a:lnTo>
                  <a:lnTo>
                    <a:pt x="12109" y="490223"/>
                  </a:lnTo>
                  <a:lnTo>
                    <a:pt x="10763" y="488880"/>
                  </a:lnTo>
                  <a:lnTo>
                    <a:pt x="13454" y="483508"/>
                  </a:lnTo>
                  <a:lnTo>
                    <a:pt x="13454" y="482165"/>
                  </a:lnTo>
                  <a:lnTo>
                    <a:pt x="12109" y="482165"/>
                  </a:lnTo>
                  <a:lnTo>
                    <a:pt x="9418" y="488880"/>
                  </a:lnTo>
                  <a:lnTo>
                    <a:pt x="2691" y="488880"/>
                  </a:lnTo>
                  <a:lnTo>
                    <a:pt x="1345" y="486194"/>
                  </a:lnTo>
                  <a:lnTo>
                    <a:pt x="1345" y="479478"/>
                  </a:lnTo>
                  <a:lnTo>
                    <a:pt x="0" y="476792"/>
                  </a:lnTo>
                  <a:lnTo>
                    <a:pt x="1345" y="472763"/>
                  </a:lnTo>
                  <a:lnTo>
                    <a:pt x="6727" y="470077"/>
                  </a:lnTo>
                  <a:lnTo>
                    <a:pt x="8072" y="466048"/>
                  </a:lnTo>
                  <a:lnTo>
                    <a:pt x="8072" y="463362"/>
                  </a:lnTo>
                  <a:lnTo>
                    <a:pt x="9418" y="459332"/>
                  </a:lnTo>
                  <a:lnTo>
                    <a:pt x="13454" y="455303"/>
                  </a:lnTo>
                  <a:lnTo>
                    <a:pt x="16145" y="453960"/>
                  </a:lnTo>
                  <a:lnTo>
                    <a:pt x="18835" y="452617"/>
                  </a:lnTo>
                  <a:lnTo>
                    <a:pt x="26908" y="452617"/>
                  </a:lnTo>
                  <a:lnTo>
                    <a:pt x="29598" y="448588"/>
                  </a:lnTo>
                  <a:lnTo>
                    <a:pt x="33634" y="447245"/>
                  </a:lnTo>
                  <a:lnTo>
                    <a:pt x="37671" y="445902"/>
                  </a:lnTo>
                  <a:lnTo>
                    <a:pt x="37671" y="443215"/>
                  </a:lnTo>
                  <a:lnTo>
                    <a:pt x="39016" y="440529"/>
                  </a:lnTo>
                  <a:lnTo>
                    <a:pt x="44397" y="440529"/>
                  </a:lnTo>
                  <a:lnTo>
                    <a:pt x="51124" y="443215"/>
                  </a:lnTo>
                  <a:lnTo>
                    <a:pt x="59197" y="443215"/>
                  </a:lnTo>
                  <a:lnTo>
                    <a:pt x="61887" y="441872"/>
                  </a:lnTo>
                  <a:lnTo>
                    <a:pt x="65924" y="443215"/>
                  </a:lnTo>
                  <a:lnTo>
                    <a:pt x="68614" y="447245"/>
                  </a:lnTo>
                  <a:lnTo>
                    <a:pt x="72650" y="447245"/>
                  </a:lnTo>
                  <a:lnTo>
                    <a:pt x="72650" y="444558"/>
                  </a:lnTo>
                  <a:lnTo>
                    <a:pt x="75341" y="444558"/>
                  </a:lnTo>
                  <a:lnTo>
                    <a:pt x="80723" y="448588"/>
                  </a:lnTo>
                  <a:lnTo>
                    <a:pt x="83414" y="447245"/>
                  </a:lnTo>
                  <a:lnTo>
                    <a:pt x="87449" y="447245"/>
                  </a:lnTo>
                  <a:lnTo>
                    <a:pt x="90140" y="444558"/>
                  </a:lnTo>
                  <a:lnTo>
                    <a:pt x="87449" y="443215"/>
                  </a:lnTo>
                  <a:lnTo>
                    <a:pt x="83414" y="444558"/>
                  </a:lnTo>
                  <a:lnTo>
                    <a:pt x="80723" y="440529"/>
                  </a:lnTo>
                  <a:lnTo>
                    <a:pt x="78032" y="440529"/>
                  </a:lnTo>
                  <a:lnTo>
                    <a:pt x="78032" y="439186"/>
                  </a:lnTo>
                  <a:lnTo>
                    <a:pt x="82068" y="436500"/>
                  </a:lnTo>
                  <a:lnTo>
                    <a:pt x="82068" y="433814"/>
                  </a:lnTo>
                  <a:lnTo>
                    <a:pt x="78032" y="432471"/>
                  </a:lnTo>
                  <a:lnTo>
                    <a:pt x="79377" y="431128"/>
                  </a:lnTo>
                  <a:lnTo>
                    <a:pt x="83414" y="431128"/>
                  </a:lnTo>
                  <a:lnTo>
                    <a:pt x="84759" y="429785"/>
                  </a:lnTo>
                  <a:lnTo>
                    <a:pt x="79377" y="427098"/>
                  </a:lnTo>
                  <a:lnTo>
                    <a:pt x="78032" y="429785"/>
                  </a:lnTo>
                  <a:lnTo>
                    <a:pt x="75341" y="429785"/>
                  </a:lnTo>
                  <a:lnTo>
                    <a:pt x="71305" y="425755"/>
                  </a:lnTo>
                  <a:lnTo>
                    <a:pt x="72650" y="421726"/>
                  </a:lnTo>
                  <a:lnTo>
                    <a:pt x="76687" y="419040"/>
                  </a:lnTo>
                  <a:lnTo>
                    <a:pt x="78032" y="416354"/>
                  </a:lnTo>
                  <a:lnTo>
                    <a:pt x="75341" y="416354"/>
                  </a:lnTo>
                  <a:lnTo>
                    <a:pt x="73996" y="412325"/>
                  </a:lnTo>
                  <a:lnTo>
                    <a:pt x="73996" y="402923"/>
                  </a:lnTo>
                  <a:lnTo>
                    <a:pt x="75341" y="401580"/>
                  </a:lnTo>
                  <a:lnTo>
                    <a:pt x="73996" y="397551"/>
                  </a:lnTo>
                  <a:lnTo>
                    <a:pt x="73996" y="392178"/>
                  </a:lnTo>
                  <a:lnTo>
                    <a:pt x="78032" y="392178"/>
                  </a:lnTo>
                  <a:lnTo>
                    <a:pt x="83414" y="390835"/>
                  </a:lnTo>
                  <a:lnTo>
                    <a:pt x="88795" y="390835"/>
                  </a:lnTo>
                  <a:lnTo>
                    <a:pt x="91486" y="390835"/>
                  </a:lnTo>
                  <a:lnTo>
                    <a:pt x="96867" y="392178"/>
                  </a:lnTo>
                  <a:lnTo>
                    <a:pt x="100903" y="392178"/>
                  </a:lnTo>
                  <a:lnTo>
                    <a:pt x="106285" y="398894"/>
                  </a:lnTo>
                  <a:lnTo>
                    <a:pt x="108976" y="408295"/>
                  </a:lnTo>
                  <a:lnTo>
                    <a:pt x="108976" y="423069"/>
                  </a:lnTo>
                  <a:lnTo>
                    <a:pt x="107630" y="429785"/>
                  </a:lnTo>
                  <a:lnTo>
                    <a:pt x="108976" y="432471"/>
                  </a:lnTo>
                  <a:lnTo>
                    <a:pt x="113012" y="431128"/>
                  </a:lnTo>
                  <a:lnTo>
                    <a:pt x="122429" y="435157"/>
                  </a:lnTo>
                  <a:lnTo>
                    <a:pt x="125120" y="441872"/>
                  </a:lnTo>
                  <a:lnTo>
                    <a:pt x="127811" y="443215"/>
                  </a:lnTo>
                  <a:lnTo>
                    <a:pt x="127811" y="439186"/>
                  </a:lnTo>
                  <a:lnTo>
                    <a:pt x="138574" y="439186"/>
                  </a:lnTo>
                  <a:lnTo>
                    <a:pt x="146646" y="445902"/>
                  </a:lnTo>
                  <a:lnTo>
                    <a:pt x="147991" y="443215"/>
                  </a:lnTo>
                  <a:lnTo>
                    <a:pt x="145301" y="440529"/>
                  </a:lnTo>
                  <a:lnTo>
                    <a:pt x="149337" y="436500"/>
                  </a:lnTo>
                  <a:lnTo>
                    <a:pt x="157409" y="433814"/>
                  </a:lnTo>
                  <a:lnTo>
                    <a:pt x="162791" y="425755"/>
                  </a:lnTo>
                  <a:lnTo>
                    <a:pt x="172208" y="420383"/>
                  </a:lnTo>
                  <a:lnTo>
                    <a:pt x="180281" y="410982"/>
                  </a:lnTo>
                  <a:lnTo>
                    <a:pt x="181626" y="405609"/>
                  </a:lnTo>
                  <a:lnTo>
                    <a:pt x="184317" y="402923"/>
                  </a:lnTo>
                  <a:lnTo>
                    <a:pt x="180281" y="402923"/>
                  </a:lnTo>
                  <a:lnTo>
                    <a:pt x="177590" y="405609"/>
                  </a:lnTo>
                  <a:lnTo>
                    <a:pt x="177590" y="409638"/>
                  </a:lnTo>
                  <a:lnTo>
                    <a:pt x="168172" y="419040"/>
                  </a:lnTo>
                  <a:lnTo>
                    <a:pt x="162791" y="421726"/>
                  </a:lnTo>
                  <a:lnTo>
                    <a:pt x="162791" y="424412"/>
                  </a:lnTo>
                  <a:lnTo>
                    <a:pt x="154718" y="431128"/>
                  </a:lnTo>
                  <a:lnTo>
                    <a:pt x="146646" y="433814"/>
                  </a:lnTo>
                  <a:lnTo>
                    <a:pt x="143955" y="432471"/>
                  </a:lnTo>
                  <a:lnTo>
                    <a:pt x="141265" y="431128"/>
                  </a:lnTo>
                  <a:lnTo>
                    <a:pt x="139919" y="433814"/>
                  </a:lnTo>
                  <a:lnTo>
                    <a:pt x="134538" y="433814"/>
                  </a:lnTo>
                  <a:lnTo>
                    <a:pt x="127811" y="429785"/>
                  </a:lnTo>
                  <a:lnTo>
                    <a:pt x="127811" y="425755"/>
                  </a:lnTo>
                  <a:lnTo>
                    <a:pt x="131847" y="423069"/>
                  </a:lnTo>
                  <a:lnTo>
                    <a:pt x="137229" y="419040"/>
                  </a:lnTo>
                  <a:lnTo>
                    <a:pt x="137229" y="415011"/>
                  </a:lnTo>
                  <a:lnTo>
                    <a:pt x="131847" y="419040"/>
                  </a:lnTo>
                  <a:lnTo>
                    <a:pt x="129156" y="421726"/>
                  </a:lnTo>
                  <a:lnTo>
                    <a:pt x="125120" y="421726"/>
                  </a:lnTo>
                  <a:lnTo>
                    <a:pt x="122429" y="416354"/>
                  </a:lnTo>
                  <a:lnTo>
                    <a:pt x="122429" y="413668"/>
                  </a:lnTo>
                  <a:lnTo>
                    <a:pt x="125120" y="413668"/>
                  </a:lnTo>
                  <a:lnTo>
                    <a:pt x="130502" y="410982"/>
                  </a:lnTo>
                  <a:lnTo>
                    <a:pt x="130502" y="409638"/>
                  </a:lnTo>
                  <a:lnTo>
                    <a:pt x="126466" y="409638"/>
                  </a:lnTo>
                  <a:lnTo>
                    <a:pt x="126466" y="406952"/>
                  </a:lnTo>
                  <a:lnTo>
                    <a:pt x="129156" y="404266"/>
                  </a:lnTo>
                  <a:lnTo>
                    <a:pt x="131847" y="405609"/>
                  </a:lnTo>
                  <a:lnTo>
                    <a:pt x="135883" y="405609"/>
                  </a:lnTo>
                  <a:lnTo>
                    <a:pt x="137229" y="402923"/>
                  </a:lnTo>
                  <a:lnTo>
                    <a:pt x="131847" y="402923"/>
                  </a:lnTo>
                  <a:lnTo>
                    <a:pt x="129156" y="401580"/>
                  </a:lnTo>
                  <a:lnTo>
                    <a:pt x="127811" y="404266"/>
                  </a:lnTo>
                  <a:lnTo>
                    <a:pt x="123775" y="402923"/>
                  </a:lnTo>
                  <a:lnTo>
                    <a:pt x="121084" y="398894"/>
                  </a:lnTo>
                  <a:lnTo>
                    <a:pt x="122429" y="396208"/>
                  </a:lnTo>
                  <a:lnTo>
                    <a:pt x="127811" y="396208"/>
                  </a:lnTo>
                  <a:lnTo>
                    <a:pt x="130502" y="393522"/>
                  </a:lnTo>
                  <a:lnTo>
                    <a:pt x="135883" y="393522"/>
                  </a:lnTo>
                  <a:lnTo>
                    <a:pt x="141265" y="396208"/>
                  </a:lnTo>
                  <a:lnTo>
                    <a:pt x="145301" y="393522"/>
                  </a:lnTo>
                  <a:lnTo>
                    <a:pt x="138574" y="393522"/>
                  </a:lnTo>
                  <a:lnTo>
                    <a:pt x="138574" y="390835"/>
                  </a:lnTo>
                  <a:lnTo>
                    <a:pt x="142610" y="385463"/>
                  </a:lnTo>
                  <a:lnTo>
                    <a:pt x="146646" y="385463"/>
                  </a:lnTo>
                  <a:lnTo>
                    <a:pt x="147991" y="384120"/>
                  </a:lnTo>
                  <a:lnTo>
                    <a:pt x="143955" y="384120"/>
                  </a:lnTo>
                  <a:lnTo>
                    <a:pt x="143955" y="381434"/>
                  </a:lnTo>
                  <a:lnTo>
                    <a:pt x="146646" y="376062"/>
                  </a:lnTo>
                  <a:lnTo>
                    <a:pt x="152028" y="374718"/>
                  </a:lnTo>
                  <a:lnTo>
                    <a:pt x="149337" y="370689"/>
                  </a:lnTo>
                  <a:lnTo>
                    <a:pt x="156064" y="361288"/>
                  </a:lnTo>
                  <a:lnTo>
                    <a:pt x="160100" y="358602"/>
                  </a:lnTo>
                  <a:lnTo>
                    <a:pt x="161445" y="355915"/>
                  </a:lnTo>
                  <a:lnTo>
                    <a:pt x="157409" y="355915"/>
                  </a:lnTo>
                  <a:lnTo>
                    <a:pt x="149337" y="365317"/>
                  </a:lnTo>
                  <a:lnTo>
                    <a:pt x="143955" y="376062"/>
                  </a:lnTo>
                  <a:lnTo>
                    <a:pt x="137229" y="381434"/>
                  </a:lnTo>
                  <a:lnTo>
                    <a:pt x="130502" y="388149"/>
                  </a:lnTo>
                  <a:lnTo>
                    <a:pt x="126466" y="386806"/>
                  </a:lnTo>
                  <a:lnTo>
                    <a:pt x="118393" y="386806"/>
                  </a:lnTo>
                  <a:lnTo>
                    <a:pt x="118393" y="384120"/>
                  </a:lnTo>
                  <a:lnTo>
                    <a:pt x="122429" y="378748"/>
                  </a:lnTo>
                  <a:lnTo>
                    <a:pt x="127811" y="376062"/>
                  </a:lnTo>
                  <a:lnTo>
                    <a:pt x="127811" y="370689"/>
                  </a:lnTo>
                  <a:lnTo>
                    <a:pt x="119739" y="376062"/>
                  </a:lnTo>
                  <a:lnTo>
                    <a:pt x="113012" y="376062"/>
                  </a:lnTo>
                  <a:lnTo>
                    <a:pt x="113012" y="378748"/>
                  </a:lnTo>
                  <a:lnTo>
                    <a:pt x="108976" y="382777"/>
                  </a:lnTo>
                  <a:lnTo>
                    <a:pt x="102249" y="381434"/>
                  </a:lnTo>
                  <a:lnTo>
                    <a:pt x="95522" y="376062"/>
                  </a:lnTo>
                  <a:lnTo>
                    <a:pt x="99558" y="373375"/>
                  </a:lnTo>
                  <a:lnTo>
                    <a:pt x="103594" y="372032"/>
                  </a:lnTo>
                  <a:lnTo>
                    <a:pt x="102249" y="369346"/>
                  </a:lnTo>
                  <a:lnTo>
                    <a:pt x="99558" y="369346"/>
                  </a:lnTo>
                  <a:lnTo>
                    <a:pt x="99558" y="363974"/>
                  </a:lnTo>
                  <a:lnTo>
                    <a:pt x="106285" y="358602"/>
                  </a:lnTo>
                  <a:lnTo>
                    <a:pt x="107630" y="354572"/>
                  </a:lnTo>
                  <a:lnTo>
                    <a:pt x="113012" y="353229"/>
                  </a:lnTo>
                  <a:lnTo>
                    <a:pt x="117048" y="349200"/>
                  </a:lnTo>
                  <a:lnTo>
                    <a:pt x="122429" y="349200"/>
                  </a:lnTo>
                  <a:lnTo>
                    <a:pt x="122429" y="342485"/>
                  </a:lnTo>
                  <a:lnTo>
                    <a:pt x="126466" y="335769"/>
                  </a:lnTo>
                  <a:lnTo>
                    <a:pt x="133192" y="327711"/>
                  </a:lnTo>
                  <a:lnTo>
                    <a:pt x="137229" y="329054"/>
                  </a:lnTo>
                  <a:lnTo>
                    <a:pt x="147991" y="326368"/>
                  </a:lnTo>
                  <a:lnTo>
                    <a:pt x="154718" y="329054"/>
                  </a:lnTo>
                  <a:lnTo>
                    <a:pt x="158754" y="326368"/>
                  </a:lnTo>
                  <a:lnTo>
                    <a:pt x="162791" y="326368"/>
                  </a:lnTo>
                  <a:lnTo>
                    <a:pt x="168172" y="322338"/>
                  </a:lnTo>
                  <a:lnTo>
                    <a:pt x="172208" y="322338"/>
                  </a:lnTo>
                  <a:lnTo>
                    <a:pt x="173554" y="323682"/>
                  </a:lnTo>
                  <a:lnTo>
                    <a:pt x="178935" y="330397"/>
                  </a:lnTo>
                  <a:lnTo>
                    <a:pt x="182971" y="331740"/>
                  </a:lnTo>
                  <a:lnTo>
                    <a:pt x="195080" y="338455"/>
                  </a:lnTo>
                  <a:lnTo>
                    <a:pt x="196425" y="342485"/>
                  </a:lnTo>
                  <a:lnTo>
                    <a:pt x="199116" y="347857"/>
                  </a:lnTo>
                  <a:lnTo>
                    <a:pt x="201806" y="346514"/>
                  </a:lnTo>
                  <a:lnTo>
                    <a:pt x="208533" y="357258"/>
                  </a:lnTo>
                  <a:lnTo>
                    <a:pt x="208533" y="350543"/>
                  </a:lnTo>
                  <a:lnTo>
                    <a:pt x="213915" y="349200"/>
                  </a:lnTo>
                  <a:lnTo>
                    <a:pt x="212570" y="346514"/>
                  </a:lnTo>
                  <a:lnTo>
                    <a:pt x="207188" y="346514"/>
                  </a:lnTo>
                  <a:lnTo>
                    <a:pt x="204497" y="345171"/>
                  </a:lnTo>
                  <a:lnTo>
                    <a:pt x="204497" y="341142"/>
                  </a:lnTo>
                  <a:lnTo>
                    <a:pt x="208533" y="338455"/>
                  </a:lnTo>
                  <a:lnTo>
                    <a:pt x="219296" y="338455"/>
                  </a:lnTo>
                  <a:lnTo>
                    <a:pt x="224678" y="341142"/>
                  </a:lnTo>
                  <a:lnTo>
                    <a:pt x="227369" y="339798"/>
                  </a:lnTo>
                  <a:lnTo>
                    <a:pt x="227369" y="333083"/>
                  </a:lnTo>
                  <a:lnTo>
                    <a:pt x="230059" y="327711"/>
                  </a:lnTo>
                  <a:lnTo>
                    <a:pt x="228714" y="325025"/>
                  </a:lnTo>
                  <a:lnTo>
                    <a:pt x="226023" y="326368"/>
                  </a:lnTo>
                  <a:lnTo>
                    <a:pt x="226023" y="330397"/>
                  </a:lnTo>
                  <a:lnTo>
                    <a:pt x="220642" y="333083"/>
                  </a:lnTo>
                  <a:lnTo>
                    <a:pt x="216606" y="337112"/>
                  </a:lnTo>
                  <a:lnTo>
                    <a:pt x="207188" y="333083"/>
                  </a:lnTo>
                  <a:lnTo>
                    <a:pt x="199116" y="333083"/>
                  </a:lnTo>
                  <a:lnTo>
                    <a:pt x="196425" y="329054"/>
                  </a:lnTo>
                  <a:lnTo>
                    <a:pt x="192389" y="327711"/>
                  </a:lnTo>
                  <a:lnTo>
                    <a:pt x="184317" y="327711"/>
                  </a:lnTo>
                  <a:lnTo>
                    <a:pt x="177590" y="316966"/>
                  </a:lnTo>
                  <a:lnTo>
                    <a:pt x="177590" y="307565"/>
                  </a:lnTo>
                  <a:lnTo>
                    <a:pt x="181626" y="304878"/>
                  </a:lnTo>
                  <a:lnTo>
                    <a:pt x="185662" y="307565"/>
                  </a:lnTo>
                  <a:lnTo>
                    <a:pt x="187007" y="312937"/>
                  </a:lnTo>
                  <a:lnTo>
                    <a:pt x="189698" y="316966"/>
                  </a:lnTo>
                  <a:lnTo>
                    <a:pt x="192389" y="310251"/>
                  </a:lnTo>
                  <a:lnTo>
                    <a:pt x="195080" y="303535"/>
                  </a:lnTo>
                  <a:lnTo>
                    <a:pt x="191044" y="304878"/>
                  </a:lnTo>
                  <a:lnTo>
                    <a:pt x="189698" y="303535"/>
                  </a:lnTo>
                  <a:lnTo>
                    <a:pt x="188353" y="298163"/>
                  </a:lnTo>
                  <a:lnTo>
                    <a:pt x="193734" y="290105"/>
                  </a:lnTo>
                  <a:lnTo>
                    <a:pt x="192389" y="283389"/>
                  </a:lnTo>
                  <a:lnTo>
                    <a:pt x="196425" y="275331"/>
                  </a:lnTo>
                  <a:lnTo>
                    <a:pt x="195080" y="261900"/>
                  </a:lnTo>
                  <a:lnTo>
                    <a:pt x="192389" y="253842"/>
                  </a:lnTo>
                  <a:lnTo>
                    <a:pt x="189698" y="251155"/>
                  </a:lnTo>
                  <a:lnTo>
                    <a:pt x="188353" y="245783"/>
                  </a:lnTo>
                  <a:lnTo>
                    <a:pt x="188353" y="241754"/>
                  </a:lnTo>
                  <a:lnTo>
                    <a:pt x="191044" y="241754"/>
                  </a:lnTo>
                  <a:lnTo>
                    <a:pt x="195080" y="240411"/>
                  </a:lnTo>
                  <a:lnTo>
                    <a:pt x="197771" y="243097"/>
                  </a:lnTo>
                  <a:lnTo>
                    <a:pt x="201806" y="243097"/>
                  </a:lnTo>
                  <a:lnTo>
                    <a:pt x="204497" y="249812"/>
                  </a:lnTo>
                  <a:lnTo>
                    <a:pt x="205843" y="248469"/>
                  </a:lnTo>
                  <a:lnTo>
                    <a:pt x="205843" y="244440"/>
                  </a:lnTo>
                  <a:lnTo>
                    <a:pt x="203152" y="239068"/>
                  </a:lnTo>
                  <a:lnTo>
                    <a:pt x="197771" y="236382"/>
                  </a:lnTo>
                  <a:lnTo>
                    <a:pt x="195080" y="233695"/>
                  </a:lnTo>
                  <a:lnTo>
                    <a:pt x="195080" y="229666"/>
                  </a:lnTo>
                  <a:lnTo>
                    <a:pt x="196425" y="222951"/>
                  </a:lnTo>
                  <a:lnTo>
                    <a:pt x="212570" y="205491"/>
                  </a:lnTo>
                  <a:lnTo>
                    <a:pt x="219296" y="204148"/>
                  </a:lnTo>
                  <a:lnTo>
                    <a:pt x="224678" y="206834"/>
                  </a:lnTo>
                  <a:lnTo>
                    <a:pt x="226023" y="210863"/>
                  </a:lnTo>
                  <a:lnTo>
                    <a:pt x="232750" y="216235"/>
                  </a:lnTo>
                  <a:lnTo>
                    <a:pt x="236786" y="216235"/>
                  </a:lnTo>
                  <a:lnTo>
                    <a:pt x="248895" y="222951"/>
                  </a:lnTo>
                  <a:lnTo>
                    <a:pt x="248895" y="228323"/>
                  </a:lnTo>
                  <a:lnTo>
                    <a:pt x="254276" y="236382"/>
                  </a:lnTo>
                  <a:lnTo>
                    <a:pt x="256967" y="248469"/>
                  </a:lnTo>
                  <a:lnTo>
                    <a:pt x="255622" y="257871"/>
                  </a:lnTo>
                  <a:lnTo>
                    <a:pt x="256967" y="265929"/>
                  </a:lnTo>
                  <a:lnTo>
                    <a:pt x="261003" y="271302"/>
                  </a:lnTo>
                  <a:lnTo>
                    <a:pt x="262348" y="268615"/>
                  </a:lnTo>
                  <a:lnTo>
                    <a:pt x="265039" y="268615"/>
                  </a:lnTo>
                  <a:lnTo>
                    <a:pt x="270421" y="272645"/>
                  </a:lnTo>
                  <a:lnTo>
                    <a:pt x="270421" y="278017"/>
                  </a:lnTo>
                  <a:lnTo>
                    <a:pt x="271766" y="273988"/>
                  </a:lnTo>
                  <a:lnTo>
                    <a:pt x="275802" y="272645"/>
                  </a:lnTo>
                  <a:lnTo>
                    <a:pt x="281184" y="272645"/>
                  </a:lnTo>
                  <a:lnTo>
                    <a:pt x="277148" y="269958"/>
                  </a:lnTo>
                  <a:lnTo>
                    <a:pt x="270421" y="268615"/>
                  </a:lnTo>
                  <a:lnTo>
                    <a:pt x="267730" y="264586"/>
                  </a:lnTo>
                  <a:lnTo>
                    <a:pt x="263694" y="261900"/>
                  </a:lnTo>
                  <a:lnTo>
                    <a:pt x="263694" y="259214"/>
                  </a:lnTo>
                  <a:lnTo>
                    <a:pt x="267730" y="253842"/>
                  </a:lnTo>
                  <a:lnTo>
                    <a:pt x="267730" y="249812"/>
                  </a:lnTo>
                  <a:lnTo>
                    <a:pt x="267730" y="232352"/>
                  </a:lnTo>
                  <a:lnTo>
                    <a:pt x="265039" y="226980"/>
                  </a:lnTo>
                  <a:lnTo>
                    <a:pt x="267730" y="220265"/>
                  </a:lnTo>
                  <a:lnTo>
                    <a:pt x="277148" y="220265"/>
                  </a:lnTo>
                  <a:lnTo>
                    <a:pt x="279838" y="222951"/>
                  </a:lnTo>
                  <a:lnTo>
                    <a:pt x="287911" y="224294"/>
                  </a:lnTo>
                  <a:lnTo>
                    <a:pt x="294638" y="225637"/>
                  </a:lnTo>
                  <a:lnTo>
                    <a:pt x="302710" y="228323"/>
                  </a:lnTo>
                  <a:lnTo>
                    <a:pt x="313473" y="228323"/>
                  </a:lnTo>
                  <a:lnTo>
                    <a:pt x="321545" y="224294"/>
                  </a:lnTo>
                  <a:lnTo>
                    <a:pt x="325581" y="224294"/>
                  </a:lnTo>
                  <a:lnTo>
                    <a:pt x="330963" y="228323"/>
                  </a:lnTo>
                  <a:lnTo>
                    <a:pt x="340380" y="229666"/>
                  </a:lnTo>
                  <a:lnTo>
                    <a:pt x="345762" y="233695"/>
                  </a:lnTo>
                  <a:lnTo>
                    <a:pt x="351143" y="231009"/>
                  </a:lnTo>
                  <a:lnTo>
                    <a:pt x="351143" y="228323"/>
                  </a:lnTo>
                  <a:lnTo>
                    <a:pt x="345762" y="225637"/>
                  </a:lnTo>
                  <a:lnTo>
                    <a:pt x="339035" y="225637"/>
                  </a:lnTo>
                  <a:lnTo>
                    <a:pt x="330963" y="224294"/>
                  </a:lnTo>
                  <a:lnTo>
                    <a:pt x="329617" y="221608"/>
                  </a:lnTo>
                  <a:lnTo>
                    <a:pt x="329617" y="218922"/>
                  </a:lnTo>
                  <a:lnTo>
                    <a:pt x="333653" y="218922"/>
                  </a:lnTo>
                  <a:lnTo>
                    <a:pt x="341726" y="216235"/>
                  </a:lnTo>
                  <a:lnTo>
                    <a:pt x="359216" y="214892"/>
                  </a:lnTo>
                  <a:lnTo>
                    <a:pt x="371324" y="213549"/>
                  </a:lnTo>
                  <a:lnTo>
                    <a:pt x="380742" y="217578"/>
                  </a:lnTo>
                  <a:lnTo>
                    <a:pt x="386123" y="221608"/>
                  </a:lnTo>
                  <a:lnTo>
                    <a:pt x="391505" y="218922"/>
                  </a:lnTo>
                  <a:lnTo>
                    <a:pt x="396886" y="218922"/>
                  </a:lnTo>
                  <a:lnTo>
                    <a:pt x="394195" y="214892"/>
                  </a:lnTo>
                  <a:lnTo>
                    <a:pt x="391505" y="214892"/>
                  </a:lnTo>
                  <a:lnTo>
                    <a:pt x="387469" y="213549"/>
                  </a:lnTo>
                  <a:lnTo>
                    <a:pt x="387469" y="210863"/>
                  </a:lnTo>
                  <a:lnTo>
                    <a:pt x="382087" y="206834"/>
                  </a:lnTo>
                  <a:lnTo>
                    <a:pt x="375360" y="206834"/>
                  </a:lnTo>
                  <a:lnTo>
                    <a:pt x="372670" y="205491"/>
                  </a:lnTo>
                  <a:lnTo>
                    <a:pt x="359216" y="205491"/>
                  </a:lnTo>
                  <a:lnTo>
                    <a:pt x="359216" y="204148"/>
                  </a:lnTo>
                  <a:lnTo>
                    <a:pt x="361906" y="201462"/>
                  </a:lnTo>
                  <a:lnTo>
                    <a:pt x="364597" y="194746"/>
                  </a:lnTo>
                  <a:lnTo>
                    <a:pt x="369979" y="193403"/>
                  </a:lnTo>
                  <a:lnTo>
                    <a:pt x="375360" y="189374"/>
                  </a:lnTo>
                  <a:lnTo>
                    <a:pt x="378051" y="182658"/>
                  </a:lnTo>
                  <a:lnTo>
                    <a:pt x="391505" y="174600"/>
                  </a:lnTo>
                  <a:lnTo>
                    <a:pt x="399577" y="174600"/>
                  </a:lnTo>
                  <a:lnTo>
                    <a:pt x="411685" y="167885"/>
                  </a:lnTo>
                  <a:lnTo>
                    <a:pt x="411685" y="165198"/>
                  </a:lnTo>
                  <a:lnTo>
                    <a:pt x="396886" y="170571"/>
                  </a:lnTo>
                  <a:lnTo>
                    <a:pt x="387469" y="171914"/>
                  </a:lnTo>
                  <a:lnTo>
                    <a:pt x="374015" y="182658"/>
                  </a:lnTo>
                  <a:lnTo>
                    <a:pt x="374015" y="188031"/>
                  </a:lnTo>
                  <a:lnTo>
                    <a:pt x="371324" y="188031"/>
                  </a:lnTo>
                  <a:lnTo>
                    <a:pt x="368633" y="182658"/>
                  </a:lnTo>
                  <a:lnTo>
                    <a:pt x="367288" y="181315"/>
                  </a:lnTo>
                  <a:lnTo>
                    <a:pt x="363252" y="186688"/>
                  </a:lnTo>
                  <a:lnTo>
                    <a:pt x="359216" y="188031"/>
                  </a:lnTo>
                  <a:lnTo>
                    <a:pt x="352489" y="196089"/>
                  </a:lnTo>
                  <a:lnTo>
                    <a:pt x="355180" y="196089"/>
                  </a:lnTo>
                  <a:lnTo>
                    <a:pt x="356525" y="197432"/>
                  </a:lnTo>
                  <a:lnTo>
                    <a:pt x="347107" y="205491"/>
                  </a:lnTo>
                  <a:lnTo>
                    <a:pt x="341726" y="205491"/>
                  </a:lnTo>
                  <a:lnTo>
                    <a:pt x="322890" y="213549"/>
                  </a:lnTo>
                  <a:lnTo>
                    <a:pt x="317509" y="214892"/>
                  </a:lnTo>
                  <a:lnTo>
                    <a:pt x="312128" y="213549"/>
                  </a:lnTo>
                  <a:lnTo>
                    <a:pt x="297328" y="213549"/>
                  </a:lnTo>
                  <a:lnTo>
                    <a:pt x="290601" y="206834"/>
                  </a:lnTo>
                  <a:lnTo>
                    <a:pt x="282529" y="208177"/>
                  </a:lnTo>
                  <a:lnTo>
                    <a:pt x="278493" y="208177"/>
                  </a:lnTo>
                  <a:lnTo>
                    <a:pt x="278493" y="202805"/>
                  </a:lnTo>
                  <a:lnTo>
                    <a:pt x="285220" y="197432"/>
                  </a:lnTo>
                  <a:lnTo>
                    <a:pt x="291947" y="197432"/>
                  </a:lnTo>
                  <a:lnTo>
                    <a:pt x="295983" y="194746"/>
                  </a:lnTo>
                  <a:lnTo>
                    <a:pt x="305401" y="193403"/>
                  </a:lnTo>
                  <a:lnTo>
                    <a:pt x="310782" y="189374"/>
                  </a:lnTo>
                  <a:lnTo>
                    <a:pt x="306746" y="189374"/>
                  </a:lnTo>
                  <a:lnTo>
                    <a:pt x="300019" y="190717"/>
                  </a:lnTo>
                  <a:lnTo>
                    <a:pt x="294638" y="190717"/>
                  </a:lnTo>
                  <a:lnTo>
                    <a:pt x="287911" y="193403"/>
                  </a:lnTo>
                  <a:lnTo>
                    <a:pt x="282529" y="192060"/>
                  </a:lnTo>
                  <a:lnTo>
                    <a:pt x="282529" y="188031"/>
                  </a:lnTo>
                  <a:lnTo>
                    <a:pt x="289256" y="184002"/>
                  </a:lnTo>
                  <a:lnTo>
                    <a:pt x="283875" y="184002"/>
                  </a:lnTo>
                  <a:lnTo>
                    <a:pt x="275802" y="186688"/>
                  </a:lnTo>
                  <a:lnTo>
                    <a:pt x="275802" y="193403"/>
                  </a:lnTo>
                  <a:lnTo>
                    <a:pt x="267730" y="201462"/>
                  </a:lnTo>
                  <a:lnTo>
                    <a:pt x="259658" y="201462"/>
                  </a:lnTo>
                  <a:lnTo>
                    <a:pt x="248895" y="197432"/>
                  </a:lnTo>
                  <a:lnTo>
                    <a:pt x="238132" y="197432"/>
                  </a:lnTo>
                  <a:lnTo>
                    <a:pt x="234096" y="192060"/>
                  </a:lnTo>
                  <a:lnTo>
                    <a:pt x="234096" y="189374"/>
                  </a:lnTo>
                  <a:lnTo>
                    <a:pt x="228714" y="189374"/>
                  </a:lnTo>
                  <a:lnTo>
                    <a:pt x="221987" y="185345"/>
                  </a:lnTo>
                  <a:lnTo>
                    <a:pt x="223333" y="181315"/>
                  </a:lnTo>
                  <a:lnTo>
                    <a:pt x="227369" y="178629"/>
                  </a:lnTo>
                  <a:lnTo>
                    <a:pt x="231405" y="171914"/>
                  </a:lnTo>
                  <a:lnTo>
                    <a:pt x="238132" y="167885"/>
                  </a:lnTo>
                  <a:lnTo>
                    <a:pt x="243513" y="161169"/>
                  </a:lnTo>
                  <a:lnTo>
                    <a:pt x="250240" y="157140"/>
                  </a:lnTo>
                  <a:lnTo>
                    <a:pt x="254276" y="154454"/>
                  </a:lnTo>
                  <a:lnTo>
                    <a:pt x="258312" y="155797"/>
                  </a:lnTo>
                  <a:lnTo>
                    <a:pt x="269075" y="157140"/>
                  </a:lnTo>
                  <a:lnTo>
                    <a:pt x="273112" y="154454"/>
                  </a:lnTo>
                  <a:lnTo>
                    <a:pt x="277148" y="155797"/>
                  </a:lnTo>
                  <a:lnTo>
                    <a:pt x="287911" y="161169"/>
                  </a:lnTo>
                  <a:lnTo>
                    <a:pt x="295983" y="161169"/>
                  </a:lnTo>
                  <a:lnTo>
                    <a:pt x="300019" y="162512"/>
                  </a:lnTo>
                  <a:lnTo>
                    <a:pt x="309437" y="161169"/>
                  </a:lnTo>
                  <a:lnTo>
                    <a:pt x="310782" y="159826"/>
                  </a:lnTo>
                  <a:lnTo>
                    <a:pt x="306746" y="157140"/>
                  </a:lnTo>
                  <a:lnTo>
                    <a:pt x="295983" y="158483"/>
                  </a:lnTo>
                  <a:lnTo>
                    <a:pt x="285220" y="155797"/>
                  </a:lnTo>
                  <a:lnTo>
                    <a:pt x="278493" y="151768"/>
                  </a:lnTo>
                  <a:lnTo>
                    <a:pt x="271766" y="151768"/>
                  </a:lnTo>
                  <a:lnTo>
                    <a:pt x="262348" y="153111"/>
                  </a:lnTo>
                  <a:lnTo>
                    <a:pt x="251586" y="150425"/>
                  </a:lnTo>
                  <a:lnTo>
                    <a:pt x="248895" y="150425"/>
                  </a:lnTo>
                  <a:lnTo>
                    <a:pt x="244859" y="153111"/>
                  </a:lnTo>
                  <a:lnTo>
                    <a:pt x="240823" y="159826"/>
                  </a:lnTo>
                  <a:lnTo>
                    <a:pt x="231405" y="165198"/>
                  </a:lnTo>
                  <a:lnTo>
                    <a:pt x="221987" y="169228"/>
                  </a:lnTo>
                  <a:lnTo>
                    <a:pt x="215260" y="177286"/>
                  </a:lnTo>
                  <a:lnTo>
                    <a:pt x="213915" y="178629"/>
                  </a:lnTo>
                  <a:lnTo>
                    <a:pt x="209879" y="177286"/>
                  </a:lnTo>
                  <a:lnTo>
                    <a:pt x="201806" y="167885"/>
                  </a:lnTo>
                  <a:lnTo>
                    <a:pt x="199116" y="166542"/>
                  </a:lnTo>
                  <a:lnTo>
                    <a:pt x="196425" y="163855"/>
                  </a:lnTo>
                  <a:lnTo>
                    <a:pt x="193734" y="157140"/>
                  </a:lnTo>
                  <a:lnTo>
                    <a:pt x="193734" y="150425"/>
                  </a:lnTo>
                  <a:lnTo>
                    <a:pt x="191044" y="146395"/>
                  </a:lnTo>
                  <a:lnTo>
                    <a:pt x="191044" y="139680"/>
                  </a:lnTo>
                  <a:lnTo>
                    <a:pt x="192389" y="138337"/>
                  </a:lnTo>
                  <a:lnTo>
                    <a:pt x="197771" y="139680"/>
                  </a:lnTo>
                  <a:lnTo>
                    <a:pt x="203152" y="138337"/>
                  </a:lnTo>
                  <a:lnTo>
                    <a:pt x="205843" y="141023"/>
                  </a:lnTo>
                  <a:lnTo>
                    <a:pt x="221987" y="139680"/>
                  </a:lnTo>
                  <a:lnTo>
                    <a:pt x="230059" y="145052"/>
                  </a:lnTo>
                  <a:lnTo>
                    <a:pt x="234096" y="145052"/>
                  </a:lnTo>
                  <a:lnTo>
                    <a:pt x="236786" y="147738"/>
                  </a:lnTo>
                  <a:lnTo>
                    <a:pt x="242168" y="147738"/>
                  </a:lnTo>
                  <a:lnTo>
                    <a:pt x="247549" y="145052"/>
                  </a:lnTo>
                  <a:lnTo>
                    <a:pt x="254276" y="146395"/>
                  </a:lnTo>
                  <a:lnTo>
                    <a:pt x="255622" y="145052"/>
                  </a:lnTo>
                  <a:lnTo>
                    <a:pt x="261003" y="143709"/>
                  </a:lnTo>
                  <a:lnTo>
                    <a:pt x="263694" y="141023"/>
                  </a:lnTo>
                  <a:lnTo>
                    <a:pt x="274457" y="139680"/>
                  </a:lnTo>
                  <a:lnTo>
                    <a:pt x="283875" y="136994"/>
                  </a:lnTo>
                  <a:lnTo>
                    <a:pt x="285220" y="134308"/>
                  </a:lnTo>
                  <a:lnTo>
                    <a:pt x="285220" y="131622"/>
                  </a:lnTo>
                  <a:lnTo>
                    <a:pt x="281184" y="132965"/>
                  </a:lnTo>
                  <a:lnTo>
                    <a:pt x="278493" y="132965"/>
                  </a:lnTo>
                  <a:lnTo>
                    <a:pt x="275802" y="135651"/>
                  </a:lnTo>
                  <a:lnTo>
                    <a:pt x="269075" y="136994"/>
                  </a:lnTo>
                  <a:lnTo>
                    <a:pt x="258312" y="135651"/>
                  </a:lnTo>
                  <a:lnTo>
                    <a:pt x="250240" y="141023"/>
                  </a:lnTo>
                  <a:lnTo>
                    <a:pt x="246204" y="141023"/>
                  </a:lnTo>
                  <a:lnTo>
                    <a:pt x="239477" y="141023"/>
                  </a:lnTo>
                  <a:lnTo>
                    <a:pt x="236786" y="142366"/>
                  </a:lnTo>
                  <a:lnTo>
                    <a:pt x="232750" y="142366"/>
                  </a:lnTo>
                  <a:lnTo>
                    <a:pt x="227369" y="136994"/>
                  </a:lnTo>
                  <a:lnTo>
                    <a:pt x="223333" y="135651"/>
                  </a:lnTo>
                  <a:lnTo>
                    <a:pt x="220642" y="134308"/>
                  </a:lnTo>
                  <a:lnTo>
                    <a:pt x="215260" y="135651"/>
                  </a:lnTo>
                  <a:lnTo>
                    <a:pt x="205843" y="130278"/>
                  </a:lnTo>
                  <a:lnTo>
                    <a:pt x="200461" y="132965"/>
                  </a:lnTo>
                  <a:lnTo>
                    <a:pt x="195080" y="130278"/>
                  </a:lnTo>
                  <a:lnTo>
                    <a:pt x="193734" y="126249"/>
                  </a:lnTo>
                  <a:lnTo>
                    <a:pt x="196425" y="123563"/>
                  </a:lnTo>
                  <a:lnTo>
                    <a:pt x="196425" y="118191"/>
                  </a:lnTo>
                  <a:lnTo>
                    <a:pt x="200461" y="115505"/>
                  </a:lnTo>
                  <a:lnTo>
                    <a:pt x="203152" y="115505"/>
                  </a:lnTo>
                  <a:lnTo>
                    <a:pt x="205843" y="119534"/>
                  </a:lnTo>
                  <a:lnTo>
                    <a:pt x="213915" y="119534"/>
                  </a:lnTo>
                  <a:lnTo>
                    <a:pt x="217951" y="116848"/>
                  </a:lnTo>
                  <a:lnTo>
                    <a:pt x="212570" y="114162"/>
                  </a:lnTo>
                  <a:lnTo>
                    <a:pt x="208533" y="114162"/>
                  </a:lnTo>
                  <a:lnTo>
                    <a:pt x="204497" y="108789"/>
                  </a:lnTo>
                  <a:lnTo>
                    <a:pt x="205843" y="107446"/>
                  </a:lnTo>
                  <a:lnTo>
                    <a:pt x="213915" y="107446"/>
                  </a:lnTo>
                  <a:lnTo>
                    <a:pt x="220642" y="102074"/>
                  </a:lnTo>
                  <a:lnTo>
                    <a:pt x="228714" y="102074"/>
                  </a:lnTo>
                  <a:lnTo>
                    <a:pt x="232750" y="98045"/>
                  </a:lnTo>
                  <a:lnTo>
                    <a:pt x="238132" y="98045"/>
                  </a:lnTo>
                  <a:lnTo>
                    <a:pt x="240823" y="99388"/>
                  </a:lnTo>
                  <a:lnTo>
                    <a:pt x="244859" y="99388"/>
                  </a:lnTo>
                  <a:lnTo>
                    <a:pt x="244859" y="95358"/>
                  </a:lnTo>
                  <a:lnTo>
                    <a:pt x="242168" y="94015"/>
                  </a:lnTo>
                  <a:lnTo>
                    <a:pt x="231405" y="95358"/>
                  </a:lnTo>
                  <a:lnTo>
                    <a:pt x="223333" y="96702"/>
                  </a:lnTo>
                  <a:lnTo>
                    <a:pt x="215260" y="99388"/>
                  </a:lnTo>
                  <a:lnTo>
                    <a:pt x="211224" y="99388"/>
                  </a:lnTo>
                  <a:lnTo>
                    <a:pt x="207188" y="103417"/>
                  </a:lnTo>
                  <a:lnTo>
                    <a:pt x="203152" y="103417"/>
                  </a:lnTo>
                  <a:lnTo>
                    <a:pt x="203152" y="99388"/>
                  </a:lnTo>
                  <a:lnTo>
                    <a:pt x="201806" y="94015"/>
                  </a:lnTo>
                  <a:lnTo>
                    <a:pt x="208533" y="91329"/>
                  </a:lnTo>
                  <a:lnTo>
                    <a:pt x="215260" y="85957"/>
                  </a:lnTo>
                  <a:lnTo>
                    <a:pt x="224678" y="84614"/>
                  </a:lnTo>
                  <a:lnTo>
                    <a:pt x="228714" y="83271"/>
                  </a:lnTo>
                  <a:lnTo>
                    <a:pt x="221987" y="83271"/>
                  </a:lnTo>
                  <a:lnTo>
                    <a:pt x="220642" y="80585"/>
                  </a:lnTo>
                  <a:lnTo>
                    <a:pt x="220642" y="72526"/>
                  </a:lnTo>
                  <a:lnTo>
                    <a:pt x="217951" y="73869"/>
                  </a:lnTo>
                  <a:lnTo>
                    <a:pt x="217951" y="79242"/>
                  </a:lnTo>
                  <a:lnTo>
                    <a:pt x="215260" y="80585"/>
                  </a:lnTo>
                  <a:lnTo>
                    <a:pt x="213915" y="76555"/>
                  </a:lnTo>
                  <a:lnTo>
                    <a:pt x="209879" y="76555"/>
                  </a:lnTo>
                  <a:lnTo>
                    <a:pt x="208533" y="79242"/>
                  </a:lnTo>
                  <a:lnTo>
                    <a:pt x="203152" y="79242"/>
                  </a:lnTo>
                  <a:lnTo>
                    <a:pt x="203152" y="83271"/>
                  </a:lnTo>
                  <a:lnTo>
                    <a:pt x="200461" y="87300"/>
                  </a:lnTo>
                  <a:lnTo>
                    <a:pt x="193734" y="88643"/>
                  </a:lnTo>
                  <a:lnTo>
                    <a:pt x="193734" y="84614"/>
                  </a:lnTo>
                  <a:lnTo>
                    <a:pt x="193734" y="79242"/>
                  </a:lnTo>
                  <a:lnTo>
                    <a:pt x="192389" y="77898"/>
                  </a:lnTo>
                  <a:lnTo>
                    <a:pt x="191044" y="73869"/>
                  </a:lnTo>
                  <a:lnTo>
                    <a:pt x="192389" y="72526"/>
                  </a:lnTo>
                  <a:lnTo>
                    <a:pt x="196425" y="73869"/>
                  </a:lnTo>
                  <a:lnTo>
                    <a:pt x="196425" y="68497"/>
                  </a:lnTo>
                  <a:lnTo>
                    <a:pt x="200461" y="65811"/>
                  </a:lnTo>
                  <a:lnTo>
                    <a:pt x="207188" y="65811"/>
                  </a:lnTo>
                  <a:lnTo>
                    <a:pt x="209879" y="61782"/>
                  </a:lnTo>
                  <a:lnTo>
                    <a:pt x="215260" y="57752"/>
                  </a:lnTo>
                  <a:lnTo>
                    <a:pt x="219296" y="59095"/>
                  </a:lnTo>
                  <a:lnTo>
                    <a:pt x="227369" y="55066"/>
                  </a:lnTo>
                  <a:lnTo>
                    <a:pt x="238132" y="53723"/>
                  </a:lnTo>
                  <a:lnTo>
                    <a:pt x="240823" y="52380"/>
                  </a:lnTo>
                  <a:lnTo>
                    <a:pt x="244859" y="53723"/>
                  </a:lnTo>
                  <a:lnTo>
                    <a:pt x="244859" y="57752"/>
                  </a:lnTo>
                  <a:lnTo>
                    <a:pt x="243513" y="60438"/>
                  </a:lnTo>
                  <a:lnTo>
                    <a:pt x="243513" y="72526"/>
                  </a:lnTo>
                  <a:lnTo>
                    <a:pt x="246204" y="71183"/>
                  </a:lnTo>
                  <a:lnTo>
                    <a:pt x="248895" y="63125"/>
                  </a:lnTo>
                  <a:lnTo>
                    <a:pt x="252931" y="60438"/>
                  </a:lnTo>
                  <a:lnTo>
                    <a:pt x="254276" y="63125"/>
                  </a:lnTo>
                  <a:lnTo>
                    <a:pt x="252931" y="64468"/>
                  </a:lnTo>
                  <a:lnTo>
                    <a:pt x="252931" y="68497"/>
                  </a:lnTo>
                  <a:lnTo>
                    <a:pt x="256967" y="65811"/>
                  </a:lnTo>
                  <a:lnTo>
                    <a:pt x="256967" y="61782"/>
                  </a:lnTo>
                  <a:lnTo>
                    <a:pt x="258312" y="60438"/>
                  </a:lnTo>
                  <a:lnTo>
                    <a:pt x="256967" y="56409"/>
                  </a:lnTo>
                  <a:lnTo>
                    <a:pt x="258312" y="49694"/>
                  </a:lnTo>
                  <a:lnTo>
                    <a:pt x="261003" y="49694"/>
                  </a:lnTo>
                  <a:lnTo>
                    <a:pt x="267730" y="44322"/>
                  </a:lnTo>
                  <a:lnTo>
                    <a:pt x="270421" y="44322"/>
                  </a:lnTo>
                  <a:lnTo>
                    <a:pt x="271766" y="48351"/>
                  </a:lnTo>
                  <a:lnTo>
                    <a:pt x="271766" y="55066"/>
                  </a:lnTo>
                  <a:lnTo>
                    <a:pt x="275802" y="57752"/>
                  </a:lnTo>
                  <a:lnTo>
                    <a:pt x="277148" y="64468"/>
                  </a:lnTo>
                  <a:lnTo>
                    <a:pt x="275802" y="68497"/>
                  </a:lnTo>
                  <a:lnTo>
                    <a:pt x="277148" y="72526"/>
                  </a:lnTo>
                  <a:lnTo>
                    <a:pt x="277148" y="75212"/>
                  </a:lnTo>
                  <a:lnTo>
                    <a:pt x="279838" y="79242"/>
                  </a:lnTo>
                  <a:lnTo>
                    <a:pt x="282529" y="76555"/>
                  </a:lnTo>
                  <a:lnTo>
                    <a:pt x="279838" y="73869"/>
                  </a:lnTo>
                  <a:lnTo>
                    <a:pt x="279838" y="67154"/>
                  </a:lnTo>
                  <a:lnTo>
                    <a:pt x="282529" y="65811"/>
                  </a:lnTo>
                  <a:lnTo>
                    <a:pt x="287911" y="57752"/>
                  </a:lnTo>
                  <a:lnTo>
                    <a:pt x="291947" y="57752"/>
                  </a:lnTo>
                  <a:lnTo>
                    <a:pt x="295983" y="64468"/>
                  </a:lnTo>
                  <a:lnTo>
                    <a:pt x="295983" y="71183"/>
                  </a:lnTo>
                  <a:lnTo>
                    <a:pt x="294638" y="76555"/>
                  </a:lnTo>
                  <a:lnTo>
                    <a:pt x="297328" y="79242"/>
                  </a:lnTo>
                  <a:lnTo>
                    <a:pt x="298674" y="81928"/>
                  </a:lnTo>
                  <a:lnTo>
                    <a:pt x="301364" y="79242"/>
                  </a:lnTo>
                  <a:lnTo>
                    <a:pt x="300019" y="72526"/>
                  </a:lnTo>
                  <a:lnTo>
                    <a:pt x="304055" y="71183"/>
                  </a:lnTo>
                  <a:lnTo>
                    <a:pt x="306746" y="69840"/>
                  </a:lnTo>
                  <a:lnTo>
                    <a:pt x="308091" y="72526"/>
                  </a:lnTo>
                  <a:lnTo>
                    <a:pt x="306746" y="73869"/>
                  </a:lnTo>
                  <a:lnTo>
                    <a:pt x="306746" y="79242"/>
                  </a:lnTo>
                  <a:lnTo>
                    <a:pt x="309437" y="81928"/>
                  </a:lnTo>
                  <a:lnTo>
                    <a:pt x="313473" y="76555"/>
                  </a:lnTo>
                  <a:lnTo>
                    <a:pt x="314818" y="76555"/>
                  </a:lnTo>
                  <a:lnTo>
                    <a:pt x="314818" y="83271"/>
                  </a:lnTo>
                  <a:lnTo>
                    <a:pt x="317509" y="79242"/>
                  </a:lnTo>
                  <a:lnTo>
                    <a:pt x="317509" y="73869"/>
                  </a:lnTo>
                  <a:lnTo>
                    <a:pt x="312128" y="65811"/>
                  </a:lnTo>
                  <a:lnTo>
                    <a:pt x="310782" y="65811"/>
                  </a:lnTo>
                  <a:lnTo>
                    <a:pt x="308091" y="63125"/>
                  </a:lnTo>
                  <a:lnTo>
                    <a:pt x="308091" y="57752"/>
                  </a:lnTo>
                  <a:lnTo>
                    <a:pt x="304055" y="53723"/>
                  </a:lnTo>
                  <a:lnTo>
                    <a:pt x="302710" y="48351"/>
                  </a:lnTo>
                  <a:lnTo>
                    <a:pt x="298674" y="45665"/>
                  </a:lnTo>
                  <a:lnTo>
                    <a:pt x="300019" y="40292"/>
                  </a:lnTo>
                  <a:lnTo>
                    <a:pt x="305401" y="40292"/>
                  </a:lnTo>
                  <a:lnTo>
                    <a:pt x="309437" y="44322"/>
                  </a:lnTo>
                  <a:lnTo>
                    <a:pt x="314818" y="41635"/>
                  </a:lnTo>
                  <a:lnTo>
                    <a:pt x="318854" y="44322"/>
                  </a:lnTo>
                  <a:lnTo>
                    <a:pt x="321545" y="41635"/>
                  </a:lnTo>
                  <a:lnTo>
                    <a:pt x="321545" y="32234"/>
                  </a:lnTo>
                  <a:lnTo>
                    <a:pt x="317509" y="28205"/>
                  </a:lnTo>
                  <a:lnTo>
                    <a:pt x="318854" y="22832"/>
                  </a:lnTo>
                  <a:lnTo>
                    <a:pt x="325581" y="21489"/>
                  </a:lnTo>
                  <a:lnTo>
                    <a:pt x="328272" y="22832"/>
                  </a:lnTo>
                  <a:lnTo>
                    <a:pt x="337690" y="24175"/>
                  </a:lnTo>
                  <a:lnTo>
                    <a:pt x="341726" y="26862"/>
                  </a:lnTo>
                  <a:lnTo>
                    <a:pt x="340380" y="30891"/>
                  </a:lnTo>
                  <a:lnTo>
                    <a:pt x="336344" y="34920"/>
                  </a:lnTo>
                  <a:lnTo>
                    <a:pt x="337690" y="37606"/>
                  </a:lnTo>
                  <a:lnTo>
                    <a:pt x="347107" y="40292"/>
                  </a:lnTo>
                  <a:lnTo>
                    <a:pt x="348453" y="44322"/>
                  </a:lnTo>
                  <a:lnTo>
                    <a:pt x="345762" y="51037"/>
                  </a:lnTo>
                  <a:lnTo>
                    <a:pt x="347107" y="61782"/>
                  </a:lnTo>
                  <a:lnTo>
                    <a:pt x="351143" y="60438"/>
                  </a:lnTo>
                  <a:lnTo>
                    <a:pt x="353834" y="55066"/>
                  </a:lnTo>
                  <a:lnTo>
                    <a:pt x="356525" y="55066"/>
                  </a:lnTo>
                  <a:lnTo>
                    <a:pt x="356525" y="59095"/>
                  </a:lnTo>
                  <a:lnTo>
                    <a:pt x="359216" y="61782"/>
                  </a:lnTo>
                  <a:lnTo>
                    <a:pt x="363252" y="60438"/>
                  </a:lnTo>
                  <a:lnTo>
                    <a:pt x="365943" y="56409"/>
                  </a:lnTo>
                  <a:lnTo>
                    <a:pt x="371324" y="53723"/>
                  </a:lnTo>
                  <a:lnTo>
                    <a:pt x="372670" y="51037"/>
                  </a:lnTo>
                  <a:lnTo>
                    <a:pt x="368633" y="41635"/>
                  </a:lnTo>
                  <a:lnTo>
                    <a:pt x="371324" y="37606"/>
                  </a:lnTo>
                  <a:lnTo>
                    <a:pt x="375360" y="37606"/>
                  </a:lnTo>
                  <a:lnTo>
                    <a:pt x="378051" y="38949"/>
                  </a:lnTo>
                  <a:lnTo>
                    <a:pt x="386123" y="40292"/>
                  </a:lnTo>
                  <a:lnTo>
                    <a:pt x="386123" y="36263"/>
                  </a:lnTo>
                  <a:lnTo>
                    <a:pt x="378051" y="30891"/>
                  </a:lnTo>
                  <a:lnTo>
                    <a:pt x="376705" y="24175"/>
                  </a:lnTo>
                  <a:lnTo>
                    <a:pt x="378051" y="21489"/>
                  </a:lnTo>
                  <a:lnTo>
                    <a:pt x="379396" y="16117"/>
                  </a:lnTo>
                  <a:lnTo>
                    <a:pt x="383432" y="16117"/>
                  </a:lnTo>
                  <a:lnTo>
                    <a:pt x="392850" y="21489"/>
                  </a:lnTo>
                  <a:lnTo>
                    <a:pt x="394195" y="28205"/>
                  </a:lnTo>
                  <a:lnTo>
                    <a:pt x="395541" y="33577"/>
                  </a:lnTo>
                  <a:lnTo>
                    <a:pt x="394195" y="40292"/>
                  </a:lnTo>
                  <a:lnTo>
                    <a:pt x="396886" y="44322"/>
                  </a:lnTo>
                  <a:lnTo>
                    <a:pt x="398232" y="51037"/>
                  </a:lnTo>
                  <a:lnTo>
                    <a:pt x="400922" y="55066"/>
                  </a:lnTo>
                  <a:lnTo>
                    <a:pt x="403613" y="53723"/>
                  </a:lnTo>
                  <a:lnTo>
                    <a:pt x="403613" y="47008"/>
                  </a:lnTo>
                  <a:lnTo>
                    <a:pt x="402268" y="42978"/>
                  </a:lnTo>
                  <a:lnTo>
                    <a:pt x="402268" y="36263"/>
                  </a:lnTo>
                  <a:lnTo>
                    <a:pt x="399577" y="29548"/>
                  </a:lnTo>
                  <a:lnTo>
                    <a:pt x="399577" y="20146"/>
                  </a:lnTo>
                  <a:lnTo>
                    <a:pt x="399577" y="10745"/>
                  </a:lnTo>
                  <a:lnTo>
                    <a:pt x="400922" y="5372"/>
                  </a:lnTo>
                  <a:lnTo>
                    <a:pt x="404958" y="5372"/>
                  </a:lnTo>
                  <a:lnTo>
                    <a:pt x="408995" y="10745"/>
                  </a:lnTo>
                  <a:lnTo>
                    <a:pt x="413031" y="10745"/>
                  </a:lnTo>
                  <a:lnTo>
                    <a:pt x="414376" y="12088"/>
                  </a:lnTo>
                  <a:lnTo>
                    <a:pt x="414376" y="18803"/>
                  </a:lnTo>
                  <a:lnTo>
                    <a:pt x="418412" y="24175"/>
                  </a:lnTo>
                  <a:lnTo>
                    <a:pt x="417067" y="30891"/>
                  </a:lnTo>
                  <a:lnTo>
                    <a:pt x="418412" y="38949"/>
                  </a:lnTo>
                  <a:lnTo>
                    <a:pt x="419758" y="40292"/>
                  </a:lnTo>
                  <a:lnTo>
                    <a:pt x="419758" y="34920"/>
                  </a:lnTo>
                  <a:lnTo>
                    <a:pt x="422448" y="32234"/>
                  </a:lnTo>
                  <a:lnTo>
                    <a:pt x="423794" y="32234"/>
                  </a:lnTo>
                  <a:lnTo>
                    <a:pt x="433211" y="41635"/>
                  </a:lnTo>
                  <a:lnTo>
                    <a:pt x="434557" y="40292"/>
                  </a:lnTo>
                  <a:lnTo>
                    <a:pt x="438593" y="38949"/>
                  </a:lnTo>
                  <a:lnTo>
                    <a:pt x="438593" y="36263"/>
                  </a:lnTo>
                  <a:lnTo>
                    <a:pt x="434557" y="36263"/>
                  </a:lnTo>
                  <a:lnTo>
                    <a:pt x="430521" y="30891"/>
                  </a:lnTo>
                  <a:lnTo>
                    <a:pt x="431866" y="28205"/>
                  </a:lnTo>
                  <a:lnTo>
                    <a:pt x="431866" y="25518"/>
                  </a:lnTo>
                  <a:lnTo>
                    <a:pt x="426485" y="20146"/>
                  </a:lnTo>
                  <a:lnTo>
                    <a:pt x="425139" y="16117"/>
                  </a:lnTo>
                  <a:lnTo>
                    <a:pt x="426485" y="14774"/>
                  </a:lnTo>
                  <a:lnTo>
                    <a:pt x="431866" y="13431"/>
                  </a:lnTo>
                  <a:lnTo>
                    <a:pt x="429175" y="12088"/>
                  </a:lnTo>
                  <a:lnTo>
                    <a:pt x="425139" y="10745"/>
                  </a:lnTo>
                  <a:lnTo>
                    <a:pt x="422448" y="6715"/>
                  </a:lnTo>
                  <a:lnTo>
                    <a:pt x="425139" y="5372"/>
                  </a:lnTo>
                  <a:lnTo>
                    <a:pt x="430521" y="5372"/>
                  </a:lnTo>
                  <a:lnTo>
                    <a:pt x="434557" y="0"/>
                  </a:lnTo>
                  <a:lnTo>
                    <a:pt x="446665" y="2686"/>
                  </a:lnTo>
                  <a:lnTo>
                    <a:pt x="448010" y="5372"/>
                  </a:lnTo>
                  <a:lnTo>
                    <a:pt x="448010" y="10745"/>
                  </a:lnTo>
                  <a:lnTo>
                    <a:pt x="445320" y="14774"/>
                  </a:lnTo>
                  <a:lnTo>
                    <a:pt x="446665" y="17460"/>
                  </a:lnTo>
                  <a:lnTo>
                    <a:pt x="449356" y="17460"/>
                  </a:lnTo>
                  <a:lnTo>
                    <a:pt x="453392" y="10745"/>
                  </a:lnTo>
                  <a:lnTo>
                    <a:pt x="456083" y="9402"/>
                  </a:lnTo>
                  <a:lnTo>
                    <a:pt x="457428" y="12088"/>
                  </a:lnTo>
                  <a:lnTo>
                    <a:pt x="456083" y="18803"/>
                  </a:lnTo>
                  <a:lnTo>
                    <a:pt x="457428" y="21489"/>
                  </a:lnTo>
                  <a:lnTo>
                    <a:pt x="461464" y="20146"/>
                  </a:lnTo>
                  <a:lnTo>
                    <a:pt x="462810" y="17460"/>
                  </a:lnTo>
                  <a:lnTo>
                    <a:pt x="469537" y="12088"/>
                  </a:lnTo>
                  <a:lnTo>
                    <a:pt x="470882" y="14774"/>
                  </a:lnTo>
                  <a:lnTo>
                    <a:pt x="470882" y="20146"/>
                  </a:lnTo>
                  <a:lnTo>
                    <a:pt x="468191" y="24175"/>
                  </a:lnTo>
                  <a:lnTo>
                    <a:pt x="469537" y="33577"/>
                  </a:lnTo>
                  <a:lnTo>
                    <a:pt x="466846" y="37606"/>
                  </a:lnTo>
                  <a:lnTo>
                    <a:pt x="469537" y="38949"/>
                  </a:lnTo>
                  <a:lnTo>
                    <a:pt x="474918" y="37606"/>
                  </a:lnTo>
                  <a:lnTo>
                    <a:pt x="477609" y="38949"/>
                  </a:lnTo>
                  <a:lnTo>
                    <a:pt x="480300" y="37606"/>
                  </a:lnTo>
                  <a:lnTo>
                    <a:pt x="480300" y="29548"/>
                  </a:lnTo>
                  <a:lnTo>
                    <a:pt x="484336" y="20146"/>
                  </a:lnTo>
                  <a:lnTo>
                    <a:pt x="480300" y="9402"/>
                  </a:lnTo>
                  <a:lnTo>
                    <a:pt x="480300" y="2686"/>
                  </a:lnTo>
                  <a:lnTo>
                    <a:pt x="484336" y="0"/>
                  </a:lnTo>
                  <a:lnTo>
                    <a:pt x="488372" y="2686"/>
                  </a:lnTo>
                  <a:lnTo>
                    <a:pt x="491062" y="2686"/>
                  </a:lnTo>
                  <a:lnTo>
                    <a:pt x="496444" y="5372"/>
                  </a:lnTo>
                  <a:lnTo>
                    <a:pt x="503171" y="2686"/>
                  </a:lnTo>
                  <a:lnTo>
                    <a:pt x="508552" y="4029"/>
                  </a:lnTo>
                  <a:lnTo>
                    <a:pt x="511243" y="8058"/>
                  </a:lnTo>
                  <a:lnTo>
                    <a:pt x="517970" y="10745"/>
                  </a:lnTo>
                  <a:lnTo>
                    <a:pt x="523352" y="8058"/>
                  </a:lnTo>
                  <a:lnTo>
                    <a:pt x="530079" y="12088"/>
                  </a:lnTo>
                  <a:lnTo>
                    <a:pt x="531424" y="16117"/>
                  </a:lnTo>
                  <a:lnTo>
                    <a:pt x="532769" y="18803"/>
                  </a:lnTo>
                  <a:lnTo>
                    <a:pt x="534115" y="25518"/>
                  </a:lnTo>
                  <a:lnTo>
                    <a:pt x="531424" y="30891"/>
                  </a:lnTo>
                  <a:lnTo>
                    <a:pt x="532769" y="34920"/>
                  </a:lnTo>
                  <a:lnTo>
                    <a:pt x="536805" y="33577"/>
                  </a:lnTo>
                  <a:lnTo>
                    <a:pt x="542187" y="26862"/>
                  </a:lnTo>
                  <a:lnTo>
                    <a:pt x="550259" y="21489"/>
                  </a:lnTo>
                  <a:lnTo>
                    <a:pt x="554295" y="17460"/>
                  </a:lnTo>
                  <a:lnTo>
                    <a:pt x="558331" y="17460"/>
                  </a:lnTo>
                  <a:lnTo>
                    <a:pt x="565058" y="20146"/>
                  </a:lnTo>
                  <a:lnTo>
                    <a:pt x="571785" y="20146"/>
                  </a:lnTo>
                  <a:lnTo>
                    <a:pt x="570440" y="24175"/>
                  </a:lnTo>
                  <a:lnTo>
                    <a:pt x="565058" y="29548"/>
                  </a:lnTo>
                  <a:lnTo>
                    <a:pt x="567749" y="34920"/>
                  </a:lnTo>
                  <a:lnTo>
                    <a:pt x="570440" y="33577"/>
                  </a:lnTo>
                  <a:lnTo>
                    <a:pt x="571785" y="28205"/>
                  </a:lnTo>
                  <a:lnTo>
                    <a:pt x="577167" y="24175"/>
                  </a:lnTo>
                  <a:lnTo>
                    <a:pt x="582548" y="21489"/>
                  </a:lnTo>
                  <a:lnTo>
                    <a:pt x="590620" y="25518"/>
                  </a:lnTo>
                  <a:lnTo>
                    <a:pt x="600038" y="26862"/>
                  </a:lnTo>
                  <a:lnTo>
                    <a:pt x="602729" y="30891"/>
                  </a:lnTo>
                  <a:lnTo>
                    <a:pt x="600038" y="33577"/>
                  </a:lnTo>
                  <a:lnTo>
                    <a:pt x="597347" y="33577"/>
                  </a:lnTo>
                  <a:lnTo>
                    <a:pt x="598693" y="37606"/>
                  </a:lnTo>
                  <a:lnTo>
                    <a:pt x="596002" y="41635"/>
                  </a:lnTo>
                  <a:lnTo>
                    <a:pt x="598693" y="44322"/>
                  </a:lnTo>
                  <a:lnTo>
                    <a:pt x="601384" y="41635"/>
                  </a:lnTo>
                  <a:lnTo>
                    <a:pt x="606765" y="40292"/>
                  </a:lnTo>
                  <a:lnTo>
                    <a:pt x="606765" y="45665"/>
                  </a:lnTo>
                  <a:lnTo>
                    <a:pt x="610801" y="47008"/>
                  </a:lnTo>
                  <a:lnTo>
                    <a:pt x="613492" y="42978"/>
                  </a:lnTo>
                  <a:lnTo>
                    <a:pt x="621564" y="41635"/>
                  </a:lnTo>
                  <a:lnTo>
                    <a:pt x="621564" y="45665"/>
                  </a:lnTo>
                  <a:lnTo>
                    <a:pt x="618873" y="48351"/>
                  </a:lnTo>
                  <a:lnTo>
                    <a:pt x="620219" y="52380"/>
                  </a:lnTo>
                  <a:lnTo>
                    <a:pt x="622909" y="53723"/>
                  </a:lnTo>
                  <a:lnTo>
                    <a:pt x="625600" y="51037"/>
                  </a:lnTo>
                  <a:lnTo>
                    <a:pt x="629636" y="48351"/>
                  </a:lnTo>
                  <a:lnTo>
                    <a:pt x="632327" y="48351"/>
                  </a:lnTo>
                  <a:lnTo>
                    <a:pt x="633672" y="52380"/>
                  </a:lnTo>
                  <a:lnTo>
                    <a:pt x="643090" y="57752"/>
                  </a:lnTo>
                  <a:lnTo>
                    <a:pt x="648472" y="57752"/>
                  </a:lnTo>
                  <a:lnTo>
                    <a:pt x="649817" y="59095"/>
                  </a:lnTo>
                  <a:lnTo>
                    <a:pt x="647126" y="63125"/>
                  </a:lnTo>
                  <a:lnTo>
                    <a:pt x="637708" y="67154"/>
                  </a:lnTo>
                  <a:lnTo>
                    <a:pt x="632327" y="73869"/>
                  </a:lnTo>
                  <a:lnTo>
                    <a:pt x="626946" y="73869"/>
                  </a:lnTo>
                  <a:lnTo>
                    <a:pt x="618873" y="77898"/>
                  </a:lnTo>
                  <a:lnTo>
                    <a:pt x="614837" y="77898"/>
                  </a:lnTo>
                  <a:lnTo>
                    <a:pt x="610801" y="76555"/>
                  </a:lnTo>
                  <a:lnTo>
                    <a:pt x="609456" y="79242"/>
                  </a:lnTo>
                  <a:lnTo>
                    <a:pt x="601384" y="81928"/>
                  </a:lnTo>
                  <a:lnTo>
                    <a:pt x="612146" y="80585"/>
                  </a:lnTo>
                  <a:lnTo>
                    <a:pt x="622909" y="81928"/>
                  </a:lnTo>
                  <a:lnTo>
                    <a:pt x="626946" y="84614"/>
                  </a:lnTo>
                  <a:lnTo>
                    <a:pt x="629636" y="84614"/>
                  </a:lnTo>
                  <a:lnTo>
                    <a:pt x="633672" y="79242"/>
                  </a:lnTo>
                  <a:lnTo>
                    <a:pt x="635018" y="77898"/>
                  </a:lnTo>
                  <a:lnTo>
                    <a:pt x="640399" y="77898"/>
                  </a:lnTo>
                  <a:lnTo>
                    <a:pt x="644435" y="72526"/>
                  </a:lnTo>
                  <a:lnTo>
                    <a:pt x="651162" y="69840"/>
                  </a:lnTo>
                  <a:lnTo>
                    <a:pt x="656544" y="68497"/>
                  </a:lnTo>
                  <a:lnTo>
                    <a:pt x="657889" y="72526"/>
                  </a:lnTo>
                  <a:lnTo>
                    <a:pt x="655199" y="77898"/>
                  </a:lnTo>
                  <a:lnTo>
                    <a:pt x="657889" y="80585"/>
                  </a:lnTo>
                  <a:lnTo>
                    <a:pt x="660580" y="79242"/>
                  </a:lnTo>
                  <a:lnTo>
                    <a:pt x="661925" y="73869"/>
                  </a:lnTo>
                  <a:lnTo>
                    <a:pt x="667307" y="71183"/>
                  </a:lnTo>
                  <a:lnTo>
                    <a:pt x="669998" y="72526"/>
                  </a:lnTo>
                  <a:lnTo>
                    <a:pt x="667307" y="76555"/>
                  </a:lnTo>
                  <a:lnTo>
                    <a:pt x="667307" y="79242"/>
                  </a:lnTo>
                  <a:lnTo>
                    <a:pt x="664616" y="83271"/>
                  </a:lnTo>
                  <a:lnTo>
                    <a:pt x="667307" y="85957"/>
                  </a:lnTo>
                  <a:lnTo>
                    <a:pt x="669998" y="84614"/>
                  </a:lnTo>
                  <a:lnTo>
                    <a:pt x="672688" y="81928"/>
                  </a:lnTo>
                  <a:lnTo>
                    <a:pt x="674034" y="77898"/>
                  </a:lnTo>
                  <a:lnTo>
                    <a:pt x="679415" y="76555"/>
                  </a:lnTo>
                  <a:lnTo>
                    <a:pt x="684797" y="77898"/>
                  </a:lnTo>
                  <a:lnTo>
                    <a:pt x="680761" y="88643"/>
                  </a:lnTo>
                  <a:lnTo>
                    <a:pt x="678070" y="89986"/>
                  </a:lnTo>
                  <a:lnTo>
                    <a:pt x="680761" y="91329"/>
                  </a:lnTo>
                  <a:lnTo>
                    <a:pt x="682106" y="96702"/>
                  </a:lnTo>
                  <a:lnTo>
                    <a:pt x="680761" y="103417"/>
                  </a:lnTo>
                  <a:lnTo>
                    <a:pt x="676725" y="107446"/>
                  </a:lnTo>
                  <a:lnTo>
                    <a:pt x="675379" y="110132"/>
                  </a:lnTo>
                  <a:lnTo>
                    <a:pt x="668652" y="119534"/>
                  </a:lnTo>
                  <a:lnTo>
                    <a:pt x="671343" y="120877"/>
                  </a:lnTo>
                  <a:lnTo>
                    <a:pt x="675379" y="119534"/>
                  </a:lnTo>
                  <a:lnTo>
                    <a:pt x="678070" y="114162"/>
                  </a:lnTo>
                  <a:lnTo>
                    <a:pt x="682106" y="114162"/>
                  </a:lnTo>
                  <a:lnTo>
                    <a:pt x="683452" y="112818"/>
                  </a:lnTo>
                  <a:lnTo>
                    <a:pt x="687488" y="112818"/>
                  </a:lnTo>
                  <a:lnTo>
                    <a:pt x="694214" y="116848"/>
                  </a:lnTo>
                  <a:lnTo>
                    <a:pt x="696905" y="122220"/>
                  </a:lnTo>
                  <a:lnTo>
                    <a:pt x="696905" y="130278"/>
                  </a:lnTo>
                  <a:lnTo>
                    <a:pt x="695560" y="142366"/>
                  </a:lnTo>
                  <a:lnTo>
                    <a:pt x="688833" y="154454"/>
                  </a:lnTo>
                  <a:lnTo>
                    <a:pt x="679415" y="159826"/>
                  </a:lnTo>
                  <a:lnTo>
                    <a:pt x="676725" y="162512"/>
                  </a:lnTo>
                  <a:lnTo>
                    <a:pt x="671343" y="161169"/>
                  </a:lnTo>
                  <a:lnTo>
                    <a:pt x="667307" y="162512"/>
                  </a:lnTo>
                  <a:lnTo>
                    <a:pt x="667307" y="165198"/>
                  </a:lnTo>
                  <a:lnTo>
                    <a:pt x="663271" y="167885"/>
                  </a:lnTo>
                  <a:lnTo>
                    <a:pt x="648472" y="175943"/>
                  </a:lnTo>
                  <a:lnTo>
                    <a:pt x="643090" y="179972"/>
                  </a:lnTo>
                  <a:lnTo>
                    <a:pt x="637708" y="181315"/>
                  </a:lnTo>
                  <a:lnTo>
                    <a:pt x="630982" y="184002"/>
                  </a:lnTo>
                  <a:lnTo>
                    <a:pt x="622909" y="184002"/>
                  </a:lnTo>
                  <a:lnTo>
                    <a:pt x="618873" y="179972"/>
                  </a:lnTo>
                  <a:lnTo>
                    <a:pt x="616183" y="185345"/>
                  </a:lnTo>
                  <a:lnTo>
                    <a:pt x="613492" y="186688"/>
                  </a:lnTo>
                  <a:lnTo>
                    <a:pt x="608110" y="182658"/>
                  </a:lnTo>
                  <a:lnTo>
                    <a:pt x="602729" y="179972"/>
                  </a:lnTo>
                  <a:lnTo>
                    <a:pt x="594657" y="178629"/>
                  </a:lnTo>
                  <a:lnTo>
                    <a:pt x="594657" y="182658"/>
                  </a:lnTo>
                  <a:lnTo>
                    <a:pt x="600038" y="184002"/>
                  </a:lnTo>
                  <a:lnTo>
                    <a:pt x="604074" y="185345"/>
                  </a:lnTo>
                  <a:lnTo>
                    <a:pt x="600038" y="188031"/>
                  </a:lnTo>
                  <a:lnTo>
                    <a:pt x="593311" y="185345"/>
                  </a:lnTo>
                  <a:lnTo>
                    <a:pt x="589275" y="186688"/>
                  </a:lnTo>
                  <a:lnTo>
                    <a:pt x="586584" y="184002"/>
                  </a:lnTo>
                  <a:lnTo>
                    <a:pt x="577167" y="184002"/>
                  </a:lnTo>
                  <a:lnTo>
                    <a:pt x="573131" y="179972"/>
                  </a:lnTo>
                  <a:lnTo>
                    <a:pt x="570440" y="182658"/>
                  </a:lnTo>
                  <a:lnTo>
                    <a:pt x="567749" y="182658"/>
                  </a:lnTo>
                  <a:lnTo>
                    <a:pt x="559677" y="173257"/>
                  </a:lnTo>
                  <a:lnTo>
                    <a:pt x="554295" y="167885"/>
                  </a:lnTo>
                  <a:lnTo>
                    <a:pt x="555641" y="173257"/>
                  </a:lnTo>
                  <a:lnTo>
                    <a:pt x="561022" y="178629"/>
                  </a:lnTo>
                  <a:lnTo>
                    <a:pt x="562367" y="181315"/>
                  </a:lnTo>
                  <a:lnTo>
                    <a:pt x="558331" y="182658"/>
                  </a:lnTo>
                  <a:lnTo>
                    <a:pt x="550259" y="179972"/>
                  </a:lnTo>
                  <a:lnTo>
                    <a:pt x="552950" y="184002"/>
                  </a:lnTo>
                  <a:lnTo>
                    <a:pt x="570440" y="186688"/>
                  </a:lnTo>
                  <a:lnTo>
                    <a:pt x="579857" y="188031"/>
                  </a:lnTo>
                  <a:lnTo>
                    <a:pt x="582548" y="192060"/>
                  </a:lnTo>
                  <a:lnTo>
                    <a:pt x="579857" y="194746"/>
                  </a:lnTo>
                  <a:lnTo>
                    <a:pt x="556986" y="204148"/>
                  </a:lnTo>
                  <a:lnTo>
                    <a:pt x="542187" y="205491"/>
                  </a:lnTo>
                  <a:lnTo>
                    <a:pt x="536805" y="205491"/>
                  </a:lnTo>
                  <a:lnTo>
                    <a:pt x="528733" y="208177"/>
                  </a:lnTo>
                  <a:lnTo>
                    <a:pt x="522006" y="206834"/>
                  </a:lnTo>
                  <a:lnTo>
                    <a:pt x="520661" y="202805"/>
                  </a:lnTo>
                  <a:lnTo>
                    <a:pt x="516625" y="205491"/>
                  </a:lnTo>
                  <a:lnTo>
                    <a:pt x="512589" y="204148"/>
                  </a:lnTo>
                  <a:lnTo>
                    <a:pt x="507207" y="205491"/>
                  </a:lnTo>
                  <a:lnTo>
                    <a:pt x="504516" y="209520"/>
                  </a:lnTo>
                  <a:lnTo>
                    <a:pt x="509898" y="209520"/>
                  </a:lnTo>
                  <a:lnTo>
                    <a:pt x="511243" y="214892"/>
                  </a:lnTo>
                  <a:lnTo>
                    <a:pt x="517970" y="210863"/>
                  </a:lnTo>
                  <a:lnTo>
                    <a:pt x="532769" y="210863"/>
                  </a:lnTo>
                  <a:lnTo>
                    <a:pt x="539496" y="212206"/>
                  </a:lnTo>
                  <a:lnTo>
                    <a:pt x="558331" y="209520"/>
                  </a:lnTo>
                  <a:lnTo>
                    <a:pt x="571785" y="208177"/>
                  </a:lnTo>
                  <a:lnTo>
                    <a:pt x="579857" y="200118"/>
                  </a:lnTo>
                  <a:lnTo>
                    <a:pt x="585239" y="200118"/>
                  </a:lnTo>
                  <a:lnTo>
                    <a:pt x="589275" y="201462"/>
                  </a:lnTo>
                  <a:lnTo>
                    <a:pt x="596002" y="200118"/>
                  </a:lnTo>
                  <a:lnTo>
                    <a:pt x="604074" y="200118"/>
                  </a:lnTo>
                  <a:lnTo>
                    <a:pt x="600038" y="206834"/>
                  </a:lnTo>
                  <a:lnTo>
                    <a:pt x="596002" y="214892"/>
                  </a:lnTo>
                  <a:lnTo>
                    <a:pt x="587930" y="218922"/>
                  </a:lnTo>
                  <a:lnTo>
                    <a:pt x="585239" y="221608"/>
                  </a:lnTo>
                  <a:lnTo>
                    <a:pt x="574476" y="222951"/>
                  </a:lnTo>
                  <a:lnTo>
                    <a:pt x="571785" y="228323"/>
                  </a:lnTo>
                  <a:lnTo>
                    <a:pt x="567749" y="229666"/>
                  </a:lnTo>
                  <a:lnTo>
                    <a:pt x="561022" y="235038"/>
                  </a:lnTo>
                  <a:lnTo>
                    <a:pt x="552950" y="239068"/>
                  </a:lnTo>
                  <a:lnTo>
                    <a:pt x="547568" y="239068"/>
                  </a:lnTo>
                  <a:lnTo>
                    <a:pt x="544878" y="240411"/>
                  </a:lnTo>
                  <a:lnTo>
                    <a:pt x="538151" y="239068"/>
                  </a:lnTo>
                  <a:lnTo>
                    <a:pt x="534115" y="244440"/>
                  </a:lnTo>
                  <a:lnTo>
                    <a:pt x="524697" y="245783"/>
                  </a:lnTo>
                  <a:lnTo>
                    <a:pt x="520661" y="251155"/>
                  </a:lnTo>
                  <a:lnTo>
                    <a:pt x="511243" y="253842"/>
                  </a:lnTo>
                  <a:lnTo>
                    <a:pt x="505862" y="256528"/>
                  </a:lnTo>
                  <a:lnTo>
                    <a:pt x="501826" y="255185"/>
                  </a:lnTo>
                  <a:lnTo>
                    <a:pt x="497789" y="259214"/>
                  </a:lnTo>
                  <a:lnTo>
                    <a:pt x="493753" y="257871"/>
                  </a:lnTo>
                  <a:lnTo>
                    <a:pt x="492408" y="260557"/>
                  </a:lnTo>
                  <a:lnTo>
                    <a:pt x="492408" y="265929"/>
                  </a:lnTo>
                  <a:lnTo>
                    <a:pt x="487027" y="269958"/>
                  </a:lnTo>
                  <a:lnTo>
                    <a:pt x="484336" y="275331"/>
                  </a:lnTo>
                  <a:lnTo>
                    <a:pt x="470882" y="275331"/>
                  </a:lnTo>
                  <a:lnTo>
                    <a:pt x="468191" y="278017"/>
                  </a:lnTo>
                  <a:lnTo>
                    <a:pt x="464155" y="276674"/>
                  </a:lnTo>
                  <a:lnTo>
                    <a:pt x="462810" y="272645"/>
                  </a:lnTo>
                  <a:lnTo>
                    <a:pt x="465500" y="269958"/>
                  </a:lnTo>
                  <a:lnTo>
                    <a:pt x="465500" y="265929"/>
                  </a:lnTo>
                  <a:lnTo>
                    <a:pt x="461464" y="261900"/>
                  </a:lnTo>
                  <a:lnTo>
                    <a:pt x="462810" y="269958"/>
                  </a:lnTo>
                  <a:lnTo>
                    <a:pt x="460119" y="272645"/>
                  </a:lnTo>
                  <a:lnTo>
                    <a:pt x="458774" y="276674"/>
                  </a:lnTo>
                  <a:lnTo>
                    <a:pt x="464155" y="280703"/>
                  </a:lnTo>
                  <a:lnTo>
                    <a:pt x="465500" y="283389"/>
                  </a:lnTo>
                  <a:lnTo>
                    <a:pt x="460119" y="288762"/>
                  </a:lnTo>
                  <a:lnTo>
                    <a:pt x="458774" y="290105"/>
                  </a:lnTo>
                  <a:lnTo>
                    <a:pt x="453392" y="286075"/>
                  </a:lnTo>
                  <a:lnTo>
                    <a:pt x="449356" y="287418"/>
                  </a:lnTo>
                  <a:lnTo>
                    <a:pt x="441284" y="284732"/>
                  </a:lnTo>
                  <a:lnTo>
                    <a:pt x="437247" y="287418"/>
                  </a:lnTo>
                  <a:lnTo>
                    <a:pt x="434557" y="287418"/>
                  </a:lnTo>
                  <a:lnTo>
                    <a:pt x="434557" y="283389"/>
                  </a:lnTo>
                  <a:lnTo>
                    <a:pt x="431866" y="280703"/>
                  </a:lnTo>
                  <a:lnTo>
                    <a:pt x="430521" y="286075"/>
                  </a:lnTo>
                  <a:lnTo>
                    <a:pt x="425139" y="286075"/>
                  </a:lnTo>
                  <a:lnTo>
                    <a:pt x="423794" y="288762"/>
                  </a:lnTo>
                  <a:lnTo>
                    <a:pt x="434557" y="291448"/>
                  </a:lnTo>
                  <a:lnTo>
                    <a:pt x="448010" y="291448"/>
                  </a:lnTo>
                  <a:lnTo>
                    <a:pt x="450701" y="295477"/>
                  </a:lnTo>
                  <a:lnTo>
                    <a:pt x="450701" y="299506"/>
                  </a:lnTo>
                  <a:lnTo>
                    <a:pt x="445320" y="303535"/>
                  </a:lnTo>
                  <a:lnTo>
                    <a:pt x="438593" y="302192"/>
                  </a:lnTo>
                  <a:lnTo>
                    <a:pt x="430521" y="303535"/>
                  </a:lnTo>
                  <a:lnTo>
                    <a:pt x="429175" y="304878"/>
                  </a:lnTo>
                  <a:lnTo>
                    <a:pt x="431866" y="307565"/>
                  </a:lnTo>
                  <a:lnTo>
                    <a:pt x="434557" y="306222"/>
                  </a:lnTo>
                  <a:lnTo>
                    <a:pt x="437247" y="307565"/>
                  </a:lnTo>
                  <a:lnTo>
                    <a:pt x="437247" y="312937"/>
                  </a:lnTo>
                  <a:lnTo>
                    <a:pt x="429175" y="320995"/>
                  </a:lnTo>
                  <a:lnTo>
                    <a:pt x="421103" y="319652"/>
                  </a:lnTo>
                  <a:lnTo>
                    <a:pt x="408995" y="319652"/>
                  </a:lnTo>
                  <a:lnTo>
                    <a:pt x="406304" y="316966"/>
                  </a:lnTo>
                  <a:lnTo>
                    <a:pt x="402268" y="316966"/>
                  </a:lnTo>
                  <a:lnTo>
                    <a:pt x="399577" y="314280"/>
                  </a:lnTo>
                  <a:lnTo>
                    <a:pt x="399577" y="304878"/>
                  </a:lnTo>
                  <a:lnTo>
                    <a:pt x="391505" y="303535"/>
                  </a:lnTo>
                  <a:lnTo>
                    <a:pt x="390159" y="300849"/>
                  </a:lnTo>
                  <a:lnTo>
                    <a:pt x="390159" y="296820"/>
                  </a:lnTo>
                  <a:lnTo>
                    <a:pt x="387469" y="294134"/>
                  </a:lnTo>
                  <a:lnTo>
                    <a:pt x="383432" y="295477"/>
                  </a:lnTo>
                  <a:lnTo>
                    <a:pt x="380742" y="294134"/>
                  </a:lnTo>
                  <a:lnTo>
                    <a:pt x="372670" y="295477"/>
                  </a:lnTo>
                  <a:lnTo>
                    <a:pt x="371324" y="298163"/>
                  </a:lnTo>
                  <a:lnTo>
                    <a:pt x="375360" y="299506"/>
                  </a:lnTo>
                  <a:lnTo>
                    <a:pt x="376705" y="298163"/>
                  </a:lnTo>
                  <a:lnTo>
                    <a:pt x="380742" y="298163"/>
                  </a:lnTo>
                  <a:lnTo>
                    <a:pt x="391505" y="310251"/>
                  </a:lnTo>
                  <a:lnTo>
                    <a:pt x="391505" y="323682"/>
                  </a:lnTo>
                  <a:lnTo>
                    <a:pt x="390159" y="326368"/>
                  </a:lnTo>
                  <a:lnTo>
                    <a:pt x="384778" y="326368"/>
                  </a:lnTo>
                  <a:lnTo>
                    <a:pt x="379396" y="320995"/>
                  </a:lnTo>
                  <a:lnTo>
                    <a:pt x="376705" y="322338"/>
                  </a:lnTo>
                  <a:lnTo>
                    <a:pt x="376705" y="326368"/>
                  </a:lnTo>
                  <a:lnTo>
                    <a:pt x="374015" y="327711"/>
                  </a:lnTo>
                  <a:lnTo>
                    <a:pt x="369979" y="322338"/>
                  </a:lnTo>
                  <a:lnTo>
                    <a:pt x="365943" y="322338"/>
                  </a:lnTo>
                  <a:lnTo>
                    <a:pt x="361906" y="326368"/>
                  </a:lnTo>
                  <a:lnTo>
                    <a:pt x="359216" y="326368"/>
                  </a:lnTo>
                  <a:lnTo>
                    <a:pt x="356525" y="323682"/>
                  </a:lnTo>
                  <a:lnTo>
                    <a:pt x="352489" y="322338"/>
                  </a:lnTo>
                  <a:lnTo>
                    <a:pt x="348453" y="316966"/>
                  </a:lnTo>
                  <a:lnTo>
                    <a:pt x="345762" y="318309"/>
                  </a:lnTo>
                  <a:lnTo>
                    <a:pt x="344417" y="312937"/>
                  </a:lnTo>
                  <a:lnTo>
                    <a:pt x="341726" y="311594"/>
                  </a:lnTo>
                  <a:lnTo>
                    <a:pt x="333653" y="310251"/>
                  </a:lnTo>
                  <a:lnTo>
                    <a:pt x="330963" y="306222"/>
                  </a:lnTo>
                  <a:lnTo>
                    <a:pt x="329617" y="307565"/>
                  </a:lnTo>
                  <a:lnTo>
                    <a:pt x="329617" y="311594"/>
                  </a:lnTo>
                  <a:lnTo>
                    <a:pt x="334999" y="314280"/>
                  </a:lnTo>
                  <a:lnTo>
                    <a:pt x="341726" y="315623"/>
                  </a:lnTo>
                  <a:lnTo>
                    <a:pt x="347107" y="326368"/>
                  </a:lnTo>
                  <a:lnTo>
                    <a:pt x="344417" y="329054"/>
                  </a:lnTo>
                  <a:lnTo>
                    <a:pt x="330963" y="325025"/>
                  </a:lnTo>
                  <a:lnTo>
                    <a:pt x="326927" y="322338"/>
                  </a:lnTo>
                  <a:lnTo>
                    <a:pt x="326927" y="316966"/>
                  </a:lnTo>
                  <a:lnTo>
                    <a:pt x="322890" y="312937"/>
                  </a:lnTo>
                  <a:lnTo>
                    <a:pt x="321545" y="315623"/>
                  </a:lnTo>
                  <a:lnTo>
                    <a:pt x="322890" y="318309"/>
                  </a:lnTo>
                  <a:lnTo>
                    <a:pt x="320200" y="322338"/>
                  </a:lnTo>
                  <a:lnTo>
                    <a:pt x="316164" y="320995"/>
                  </a:lnTo>
                  <a:lnTo>
                    <a:pt x="313473" y="316966"/>
                  </a:lnTo>
                  <a:lnTo>
                    <a:pt x="309437" y="318309"/>
                  </a:lnTo>
                  <a:lnTo>
                    <a:pt x="309437" y="322338"/>
                  </a:lnTo>
                  <a:lnTo>
                    <a:pt x="316164" y="325025"/>
                  </a:lnTo>
                  <a:lnTo>
                    <a:pt x="316164" y="329054"/>
                  </a:lnTo>
                  <a:lnTo>
                    <a:pt x="318854" y="329054"/>
                  </a:lnTo>
                  <a:lnTo>
                    <a:pt x="321545" y="327711"/>
                  </a:lnTo>
                  <a:lnTo>
                    <a:pt x="325581" y="327711"/>
                  </a:lnTo>
                  <a:lnTo>
                    <a:pt x="329617" y="331740"/>
                  </a:lnTo>
                  <a:lnTo>
                    <a:pt x="334999" y="333083"/>
                  </a:lnTo>
                  <a:lnTo>
                    <a:pt x="339035" y="338455"/>
                  </a:lnTo>
                  <a:lnTo>
                    <a:pt x="341726" y="338455"/>
                  </a:lnTo>
                  <a:lnTo>
                    <a:pt x="345762" y="337112"/>
                  </a:lnTo>
                  <a:lnTo>
                    <a:pt x="360561" y="339798"/>
                  </a:lnTo>
                  <a:lnTo>
                    <a:pt x="363252" y="342485"/>
                  </a:lnTo>
                  <a:lnTo>
                    <a:pt x="359216" y="346514"/>
                  </a:lnTo>
                  <a:lnTo>
                    <a:pt x="360561" y="349200"/>
                  </a:lnTo>
                  <a:lnTo>
                    <a:pt x="359216" y="353229"/>
                  </a:lnTo>
                  <a:lnTo>
                    <a:pt x="360561" y="358602"/>
                  </a:lnTo>
                  <a:lnTo>
                    <a:pt x="357870" y="361288"/>
                  </a:lnTo>
                  <a:lnTo>
                    <a:pt x="355180" y="361288"/>
                  </a:lnTo>
                  <a:lnTo>
                    <a:pt x="352489" y="358602"/>
                  </a:lnTo>
                  <a:lnTo>
                    <a:pt x="344417" y="355915"/>
                  </a:lnTo>
                  <a:lnTo>
                    <a:pt x="337690" y="350543"/>
                  </a:lnTo>
                  <a:lnTo>
                    <a:pt x="336344" y="347857"/>
                  </a:lnTo>
                  <a:lnTo>
                    <a:pt x="337690" y="341142"/>
                  </a:lnTo>
                  <a:lnTo>
                    <a:pt x="334999" y="337112"/>
                  </a:lnTo>
                  <a:lnTo>
                    <a:pt x="326927" y="335769"/>
                  </a:lnTo>
                  <a:lnTo>
                    <a:pt x="314818" y="334426"/>
                  </a:lnTo>
                  <a:lnTo>
                    <a:pt x="310782" y="331740"/>
                  </a:lnTo>
                  <a:lnTo>
                    <a:pt x="305401" y="331740"/>
                  </a:lnTo>
                  <a:lnTo>
                    <a:pt x="305401" y="334426"/>
                  </a:lnTo>
                  <a:lnTo>
                    <a:pt x="312128" y="337112"/>
                  </a:lnTo>
                  <a:lnTo>
                    <a:pt x="321545" y="338455"/>
                  </a:lnTo>
                  <a:lnTo>
                    <a:pt x="332308" y="342485"/>
                  </a:lnTo>
                  <a:lnTo>
                    <a:pt x="332308" y="347857"/>
                  </a:lnTo>
                  <a:lnTo>
                    <a:pt x="330963" y="347857"/>
                  </a:lnTo>
                  <a:lnTo>
                    <a:pt x="325581" y="343828"/>
                  </a:lnTo>
                  <a:lnTo>
                    <a:pt x="316164" y="343828"/>
                  </a:lnTo>
                  <a:lnTo>
                    <a:pt x="308091" y="346514"/>
                  </a:lnTo>
                  <a:lnTo>
                    <a:pt x="308091" y="342485"/>
                  </a:lnTo>
                  <a:lnTo>
                    <a:pt x="305401" y="339798"/>
                  </a:lnTo>
                  <a:lnTo>
                    <a:pt x="295983" y="338455"/>
                  </a:lnTo>
                  <a:lnTo>
                    <a:pt x="291947" y="335769"/>
                  </a:lnTo>
                  <a:lnTo>
                    <a:pt x="293292" y="338455"/>
                  </a:lnTo>
                  <a:lnTo>
                    <a:pt x="302710" y="343828"/>
                  </a:lnTo>
                  <a:lnTo>
                    <a:pt x="301364" y="345171"/>
                  </a:lnTo>
                  <a:lnTo>
                    <a:pt x="301364" y="349200"/>
                  </a:lnTo>
                  <a:lnTo>
                    <a:pt x="305401" y="349200"/>
                  </a:lnTo>
                  <a:lnTo>
                    <a:pt x="306746" y="349200"/>
                  </a:lnTo>
                  <a:lnTo>
                    <a:pt x="309437" y="350543"/>
                  </a:lnTo>
                  <a:lnTo>
                    <a:pt x="313473" y="349200"/>
                  </a:lnTo>
                  <a:lnTo>
                    <a:pt x="314818" y="347857"/>
                  </a:lnTo>
                  <a:lnTo>
                    <a:pt x="317509" y="349200"/>
                  </a:lnTo>
                  <a:lnTo>
                    <a:pt x="321545" y="347857"/>
                  </a:lnTo>
                  <a:lnTo>
                    <a:pt x="325581" y="349200"/>
                  </a:lnTo>
                  <a:lnTo>
                    <a:pt x="332308" y="355915"/>
                  </a:lnTo>
                  <a:lnTo>
                    <a:pt x="332308" y="358602"/>
                  </a:lnTo>
                  <a:lnTo>
                    <a:pt x="325581" y="359945"/>
                  </a:lnTo>
                  <a:lnTo>
                    <a:pt x="321545" y="361288"/>
                  </a:lnTo>
                  <a:lnTo>
                    <a:pt x="320200" y="363974"/>
                  </a:lnTo>
                  <a:lnTo>
                    <a:pt x="325581" y="362631"/>
                  </a:lnTo>
                  <a:lnTo>
                    <a:pt x="329617" y="362631"/>
                  </a:lnTo>
                  <a:lnTo>
                    <a:pt x="333653" y="362631"/>
                  </a:lnTo>
                  <a:lnTo>
                    <a:pt x="339035" y="366660"/>
                  </a:lnTo>
                  <a:lnTo>
                    <a:pt x="343071" y="369346"/>
                  </a:lnTo>
                  <a:lnTo>
                    <a:pt x="343071" y="374718"/>
                  </a:lnTo>
                  <a:lnTo>
                    <a:pt x="337690" y="384120"/>
                  </a:lnTo>
                  <a:lnTo>
                    <a:pt x="334999" y="392178"/>
                  </a:lnTo>
                  <a:lnTo>
                    <a:pt x="332308" y="392178"/>
                  </a:lnTo>
                  <a:lnTo>
                    <a:pt x="325581" y="397551"/>
                  </a:lnTo>
                  <a:lnTo>
                    <a:pt x="322890" y="396208"/>
                  </a:lnTo>
                  <a:lnTo>
                    <a:pt x="317509" y="396208"/>
                  </a:lnTo>
                  <a:lnTo>
                    <a:pt x="313473" y="393522"/>
                  </a:lnTo>
                  <a:lnTo>
                    <a:pt x="313473" y="390835"/>
                  </a:lnTo>
                  <a:lnTo>
                    <a:pt x="309437" y="389492"/>
                  </a:lnTo>
                  <a:lnTo>
                    <a:pt x="302710" y="389492"/>
                  </a:lnTo>
                  <a:lnTo>
                    <a:pt x="304055" y="390835"/>
                  </a:lnTo>
                  <a:lnTo>
                    <a:pt x="309437" y="393522"/>
                  </a:lnTo>
                  <a:lnTo>
                    <a:pt x="310782" y="396208"/>
                  </a:lnTo>
                  <a:lnTo>
                    <a:pt x="313473" y="397551"/>
                  </a:lnTo>
                  <a:lnTo>
                    <a:pt x="320200" y="401580"/>
                  </a:lnTo>
                  <a:lnTo>
                    <a:pt x="321545" y="408295"/>
                  </a:lnTo>
                  <a:lnTo>
                    <a:pt x="318854" y="410982"/>
                  </a:lnTo>
                  <a:lnTo>
                    <a:pt x="314818" y="412325"/>
                  </a:lnTo>
                  <a:lnTo>
                    <a:pt x="309437" y="416354"/>
                  </a:lnTo>
                  <a:lnTo>
                    <a:pt x="306746" y="417697"/>
                  </a:lnTo>
                  <a:lnTo>
                    <a:pt x="298674" y="410982"/>
                  </a:lnTo>
                  <a:lnTo>
                    <a:pt x="293292" y="412325"/>
                  </a:lnTo>
                  <a:lnTo>
                    <a:pt x="291947" y="409638"/>
                  </a:lnTo>
                  <a:lnTo>
                    <a:pt x="286565" y="408295"/>
                  </a:lnTo>
                  <a:lnTo>
                    <a:pt x="282529" y="410982"/>
                  </a:lnTo>
                  <a:lnTo>
                    <a:pt x="283875" y="413668"/>
                  </a:lnTo>
                  <a:lnTo>
                    <a:pt x="298674" y="421726"/>
                  </a:lnTo>
                  <a:lnTo>
                    <a:pt x="305401" y="423069"/>
                  </a:lnTo>
                  <a:lnTo>
                    <a:pt x="305401" y="425755"/>
                  </a:lnTo>
                  <a:lnTo>
                    <a:pt x="301364" y="428442"/>
                  </a:lnTo>
                  <a:lnTo>
                    <a:pt x="297328" y="432471"/>
                  </a:lnTo>
                  <a:lnTo>
                    <a:pt x="291947" y="433814"/>
                  </a:lnTo>
                  <a:lnTo>
                    <a:pt x="287911" y="429785"/>
                  </a:lnTo>
                  <a:lnTo>
                    <a:pt x="283875" y="429785"/>
                  </a:lnTo>
                  <a:lnTo>
                    <a:pt x="279838" y="433814"/>
                  </a:lnTo>
                  <a:lnTo>
                    <a:pt x="271766" y="432471"/>
                  </a:lnTo>
                  <a:lnTo>
                    <a:pt x="267730" y="429785"/>
                  </a:lnTo>
                  <a:lnTo>
                    <a:pt x="258312" y="427098"/>
                  </a:lnTo>
                  <a:lnTo>
                    <a:pt x="251586" y="428442"/>
                  </a:lnTo>
                  <a:lnTo>
                    <a:pt x="250240" y="437843"/>
                  </a:lnTo>
                  <a:lnTo>
                    <a:pt x="244859" y="443215"/>
                  </a:lnTo>
                  <a:lnTo>
                    <a:pt x="248895" y="441872"/>
                  </a:lnTo>
                  <a:lnTo>
                    <a:pt x="251586" y="443215"/>
                  </a:lnTo>
                  <a:lnTo>
                    <a:pt x="251586" y="448588"/>
                  </a:lnTo>
                  <a:lnTo>
                    <a:pt x="243513" y="452617"/>
                  </a:lnTo>
                  <a:lnTo>
                    <a:pt x="243513" y="457989"/>
                  </a:lnTo>
                  <a:lnTo>
                    <a:pt x="238132" y="462018"/>
                  </a:lnTo>
                  <a:lnTo>
                    <a:pt x="235441" y="459332"/>
                  </a:lnTo>
                  <a:lnTo>
                    <a:pt x="234096" y="460675"/>
                  </a:lnTo>
                  <a:lnTo>
                    <a:pt x="232750" y="464705"/>
                  </a:lnTo>
                  <a:lnTo>
                    <a:pt x="228714" y="467391"/>
                  </a:lnTo>
                  <a:lnTo>
                    <a:pt x="224678" y="466048"/>
                  </a:lnTo>
                  <a:lnTo>
                    <a:pt x="227369" y="463362"/>
                  </a:lnTo>
                  <a:lnTo>
                    <a:pt x="224678" y="463362"/>
                  </a:lnTo>
                  <a:lnTo>
                    <a:pt x="221987" y="466048"/>
                  </a:lnTo>
                  <a:lnTo>
                    <a:pt x="217951" y="472763"/>
                  </a:lnTo>
                  <a:lnTo>
                    <a:pt x="215260" y="475449"/>
                  </a:lnTo>
                  <a:lnTo>
                    <a:pt x="203152" y="468734"/>
                  </a:lnTo>
                  <a:lnTo>
                    <a:pt x="196425" y="468734"/>
                  </a:lnTo>
                  <a:lnTo>
                    <a:pt x="195080" y="470077"/>
                  </a:lnTo>
                  <a:lnTo>
                    <a:pt x="188353" y="468734"/>
                  </a:lnTo>
                  <a:lnTo>
                    <a:pt x="177590" y="455303"/>
                  </a:lnTo>
                  <a:lnTo>
                    <a:pt x="174899" y="444558"/>
                  </a:lnTo>
                  <a:lnTo>
                    <a:pt x="177590" y="441872"/>
                  </a:lnTo>
                  <a:lnTo>
                    <a:pt x="178935" y="437843"/>
                  </a:lnTo>
                  <a:lnTo>
                    <a:pt x="177590" y="435157"/>
                  </a:lnTo>
                  <a:lnTo>
                    <a:pt x="177590" y="431128"/>
                  </a:lnTo>
                  <a:lnTo>
                    <a:pt x="173554" y="437843"/>
                  </a:lnTo>
                  <a:lnTo>
                    <a:pt x="173554" y="440529"/>
                  </a:lnTo>
                  <a:lnTo>
                    <a:pt x="170863" y="448588"/>
                  </a:lnTo>
                  <a:lnTo>
                    <a:pt x="168172" y="452617"/>
                  </a:lnTo>
                  <a:lnTo>
                    <a:pt x="173554" y="457989"/>
                  </a:lnTo>
                  <a:lnTo>
                    <a:pt x="172208" y="460675"/>
                  </a:lnTo>
                  <a:lnTo>
                    <a:pt x="169518" y="459332"/>
                  </a:lnTo>
                  <a:lnTo>
                    <a:pt x="162791" y="460675"/>
                  </a:lnTo>
                  <a:lnTo>
                    <a:pt x="161445" y="460675"/>
                  </a:lnTo>
                  <a:lnTo>
                    <a:pt x="156064" y="460675"/>
                  </a:lnTo>
                  <a:lnTo>
                    <a:pt x="161445" y="464705"/>
                  </a:lnTo>
                  <a:lnTo>
                    <a:pt x="158754" y="472763"/>
                  </a:lnTo>
                  <a:lnTo>
                    <a:pt x="161445" y="472763"/>
                  </a:lnTo>
                  <a:lnTo>
                    <a:pt x="168172" y="466048"/>
                  </a:lnTo>
                  <a:lnTo>
                    <a:pt x="170863" y="466048"/>
                  </a:lnTo>
                  <a:lnTo>
                    <a:pt x="172208" y="463362"/>
                  </a:lnTo>
                  <a:lnTo>
                    <a:pt x="176244" y="462018"/>
                  </a:lnTo>
                  <a:lnTo>
                    <a:pt x="181626" y="466048"/>
                  </a:lnTo>
                  <a:lnTo>
                    <a:pt x="185662" y="472763"/>
                  </a:lnTo>
                  <a:lnTo>
                    <a:pt x="184317" y="478135"/>
                  </a:lnTo>
                  <a:lnTo>
                    <a:pt x="189698" y="474106"/>
                  </a:lnTo>
                  <a:lnTo>
                    <a:pt x="199116" y="471420"/>
                  </a:lnTo>
                  <a:lnTo>
                    <a:pt x="205843" y="474106"/>
                  </a:lnTo>
                  <a:lnTo>
                    <a:pt x="205843" y="479478"/>
                  </a:lnTo>
                  <a:lnTo>
                    <a:pt x="204497" y="482165"/>
                  </a:lnTo>
                  <a:lnTo>
                    <a:pt x="200461" y="490223"/>
                  </a:lnTo>
                  <a:lnTo>
                    <a:pt x="197771" y="491566"/>
                  </a:lnTo>
                  <a:lnTo>
                    <a:pt x="196425" y="494252"/>
                  </a:lnTo>
                  <a:lnTo>
                    <a:pt x="197771" y="495595"/>
                  </a:lnTo>
                  <a:lnTo>
                    <a:pt x="203152" y="495595"/>
                  </a:lnTo>
                  <a:lnTo>
                    <a:pt x="201806" y="499625"/>
                  </a:lnTo>
                  <a:lnTo>
                    <a:pt x="197771" y="503654"/>
                  </a:lnTo>
                  <a:lnTo>
                    <a:pt x="201806" y="503654"/>
                  </a:lnTo>
                  <a:lnTo>
                    <a:pt x="204497" y="500968"/>
                  </a:lnTo>
                  <a:lnTo>
                    <a:pt x="211224" y="496938"/>
                  </a:lnTo>
                  <a:lnTo>
                    <a:pt x="215260" y="496938"/>
                  </a:lnTo>
                  <a:lnTo>
                    <a:pt x="216606" y="495595"/>
                  </a:lnTo>
                  <a:lnTo>
                    <a:pt x="219296" y="496938"/>
                  </a:lnTo>
                  <a:lnTo>
                    <a:pt x="217951" y="502311"/>
                  </a:lnTo>
                  <a:lnTo>
                    <a:pt x="219296" y="504997"/>
                  </a:lnTo>
                  <a:lnTo>
                    <a:pt x="217951" y="514398"/>
                  </a:lnTo>
                  <a:lnTo>
                    <a:pt x="212570" y="523800"/>
                  </a:lnTo>
                  <a:lnTo>
                    <a:pt x="207188" y="523800"/>
                  </a:lnTo>
                  <a:lnTo>
                    <a:pt x="201806" y="527829"/>
                  </a:lnTo>
                  <a:lnTo>
                    <a:pt x="199116" y="533202"/>
                  </a:lnTo>
                  <a:lnTo>
                    <a:pt x="195080" y="537231"/>
                  </a:lnTo>
                  <a:lnTo>
                    <a:pt x="192389" y="534545"/>
                  </a:lnTo>
                  <a:lnTo>
                    <a:pt x="195080" y="529172"/>
                  </a:lnTo>
                  <a:lnTo>
                    <a:pt x="195080" y="522457"/>
                  </a:lnTo>
                  <a:lnTo>
                    <a:pt x="193734" y="522457"/>
                  </a:lnTo>
                  <a:lnTo>
                    <a:pt x="189698" y="523800"/>
                  </a:lnTo>
                  <a:lnTo>
                    <a:pt x="187007" y="530515"/>
                  </a:lnTo>
                  <a:lnTo>
                    <a:pt x="181626" y="531859"/>
                  </a:lnTo>
                  <a:lnTo>
                    <a:pt x="174899" y="538574"/>
                  </a:lnTo>
                  <a:lnTo>
                    <a:pt x="173554" y="537231"/>
                  </a:lnTo>
                  <a:lnTo>
                    <a:pt x="168172" y="537231"/>
                  </a:lnTo>
                  <a:lnTo>
                    <a:pt x="160100" y="543946"/>
                  </a:lnTo>
                  <a:lnTo>
                    <a:pt x="157409" y="542603"/>
                  </a:lnTo>
                  <a:lnTo>
                    <a:pt x="153373" y="543946"/>
                  </a:lnTo>
                  <a:lnTo>
                    <a:pt x="147991" y="543946"/>
                  </a:lnTo>
                  <a:lnTo>
                    <a:pt x="146646" y="539917"/>
                  </a:lnTo>
                  <a:lnTo>
                    <a:pt x="143955" y="538574"/>
                  </a:lnTo>
                  <a:lnTo>
                    <a:pt x="147991" y="535888"/>
                  </a:lnTo>
                  <a:lnTo>
                    <a:pt x="152028" y="530515"/>
                  </a:lnTo>
                  <a:lnTo>
                    <a:pt x="152028" y="526486"/>
                  </a:lnTo>
                  <a:lnTo>
                    <a:pt x="146646" y="518428"/>
                  </a:lnTo>
                  <a:lnTo>
                    <a:pt x="142610" y="522457"/>
                  </a:lnTo>
                  <a:lnTo>
                    <a:pt x="135883" y="519771"/>
                  </a:lnTo>
                  <a:lnTo>
                    <a:pt x="134538" y="515742"/>
                  </a:lnTo>
                  <a:lnTo>
                    <a:pt x="137229" y="510369"/>
                  </a:lnTo>
                  <a:lnTo>
                    <a:pt x="141265" y="509026"/>
                  </a:lnTo>
                  <a:lnTo>
                    <a:pt x="138574" y="507683"/>
                  </a:lnTo>
                  <a:lnTo>
                    <a:pt x="134538" y="506340"/>
                  </a:lnTo>
                  <a:lnTo>
                    <a:pt x="131847" y="499625"/>
                  </a:lnTo>
                  <a:lnTo>
                    <a:pt x="133192" y="495595"/>
                  </a:lnTo>
                  <a:lnTo>
                    <a:pt x="133192" y="490223"/>
                  </a:lnTo>
                  <a:lnTo>
                    <a:pt x="131847" y="486194"/>
                  </a:lnTo>
                  <a:lnTo>
                    <a:pt x="131847" y="491566"/>
                  </a:lnTo>
                  <a:lnTo>
                    <a:pt x="127811" y="499625"/>
                  </a:lnTo>
                  <a:lnTo>
                    <a:pt x="131847" y="507683"/>
                  </a:lnTo>
                  <a:lnTo>
                    <a:pt x="133192" y="511712"/>
                  </a:lnTo>
                  <a:lnTo>
                    <a:pt x="130502" y="514398"/>
                  </a:lnTo>
                  <a:lnTo>
                    <a:pt x="129156" y="519771"/>
                  </a:lnTo>
                  <a:lnTo>
                    <a:pt x="126466" y="522457"/>
                  </a:lnTo>
                  <a:lnTo>
                    <a:pt x="122429" y="519771"/>
                  </a:lnTo>
                  <a:lnTo>
                    <a:pt x="118393" y="521114"/>
                  </a:lnTo>
                  <a:lnTo>
                    <a:pt x="114357" y="518428"/>
                  </a:lnTo>
                  <a:lnTo>
                    <a:pt x="113012" y="514398"/>
                  </a:lnTo>
                  <a:lnTo>
                    <a:pt x="117048" y="504997"/>
                  </a:lnTo>
                  <a:lnTo>
                    <a:pt x="115702" y="500968"/>
                  </a:lnTo>
                  <a:lnTo>
                    <a:pt x="117048" y="495595"/>
                  </a:lnTo>
                  <a:lnTo>
                    <a:pt x="121084" y="490223"/>
                  </a:lnTo>
                  <a:lnTo>
                    <a:pt x="115702" y="491566"/>
                  </a:lnTo>
                  <a:lnTo>
                    <a:pt x="111666" y="495595"/>
                  </a:lnTo>
                  <a:lnTo>
                    <a:pt x="111666" y="502311"/>
                  </a:lnTo>
                  <a:lnTo>
                    <a:pt x="113012" y="507683"/>
                  </a:lnTo>
                  <a:lnTo>
                    <a:pt x="108976" y="514398"/>
                  </a:lnTo>
                  <a:lnTo>
                    <a:pt x="104939" y="515742"/>
                  </a:lnTo>
                  <a:lnTo>
                    <a:pt x="99558" y="513055"/>
                  </a:lnTo>
                  <a:lnTo>
                    <a:pt x="99558" y="509026"/>
                  </a:lnTo>
                  <a:lnTo>
                    <a:pt x="98213" y="507683"/>
                  </a:lnTo>
                  <a:lnTo>
                    <a:pt x="98213" y="503654"/>
                  </a:lnTo>
                  <a:lnTo>
                    <a:pt x="100903" y="499625"/>
                  </a:lnTo>
                  <a:lnTo>
                    <a:pt x="102249" y="496938"/>
                  </a:lnTo>
                  <a:lnTo>
                    <a:pt x="100903" y="491566"/>
                  </a:lnTo>
                  <a:lnTo>
                    <a:pt x="98213" y="491566"/>
                  </a:lnTo>
                  <a:lnTo>
                    <a:pt x="96867" y="492909"/>
                  </a:lnTo>
                  <a:lnTo>
                    <a:pt x="96867" y="498282"/>
                  </a:lnTo>
                  <a:lnTo>
                    <a:pt x="94176" y="500968"/>
                  </a:lnTo>
                  <a:lnTo>
                    <a:pt x="92831" y="504997"/>
                  </a:lnTo>
                  <a:lnTo>
                    <a:pt x="91486" y="507683"/>
                  </a:lnTo>
                  <a:lnTo>
                    <a:pt x="87449" y="507683"/>
                  </a:lnTo>
                  <a:lnTo>
                    <a:pt x="87449" y="50902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4" name="Freeform 973">
              <a:extLst>
                <a:ext uri="{FF2B5EF4-FFF2-40B4-BE49-F238E27FC236}">
                  <a16:creationId xmlns:a16="http://schemas.microsoft.com/office/drawing/2014/main" id="{BFC35AD4-8694-333D-BB6C-9D4C2BEE76A3}"/>
                </a:ext>
              </a:extLst>
            </p:cNvPr>
            <p:cNvSpPr/>
            <p:nvPr/>
          </p:nvSpPr>
          <p:spPr>
            <a:xfrm>
              <a:off x="5945221" y="2617117"/>
              <a:ext cx="4036" cy="17460"/>
            </a:xfrm>
            <a:custGeom>
              <a:avLst/>
              <a:gdLst>
                <a:gd name="connsiteX0" fmla="*/ 1345 w 4036"/>
                <a:gd name="connsiteY0" fmla="*/ 0 h 17460"/>
                <a:gd name="connsiteX1" fmla="*/ 1345 w 4036"/>
                <a:gd name="connsiteY1" fmla="*/ 8058 h 17460"/>
                <a:gd name="connsiteX2" fmla="*/ 0 w 4036"/>
                <a:gd name="connsiteY2" fmla="*/ 13431 h 17460"/>
                <a:gd name="connsiteX3" fmla="*/ 1345 w 4036"/>
                <a:gd name="connsiteY3" fmla="*/ 17460 h 17460"/>
                <a:gd name="connsiteX4" fmla="*/ 2691 w 4036"/>
                <a:gd name="connsiteY4" fmla="*/ 16117 h 17460"/>
                <a:gd name="connsiteX5" fmla="*/ 2691 w 4036"/>
                <a:gd name="connsiteY5" fmla="*/ 12088 h 17460"/>
                <a:gd name="connsiteX6" fmla="*/ 4036 w 4036"/>
                <a:gd name="connsiteY6" fmla="*/ 6715 h 17460"/>
                <a:gd name="connsiteX7" fmla="*/ 4036 w 4036"/>
                <a:gd name="connsiteY7" fmla="*/ 1343 h 1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36" h="17460">
                  <a:moveTo>
                    <a:pt x="1345" y="0"/>
                  </a:moveTo>
                  <a:lnTo>
                    <a:pt x="1345" y="8058"/>
                  </a:lnTo>
                  <a:lnTo>
                    <a:pt x="0" y="13431"/>
                  </a:lnTo>
                  <a:lnTo>
                    <a:pt x="1345" y="17460"/>
                  </a:lnTo>
                  <a:lnTo>
                    <a:pt x="2691" y="16117"/>
                  </a:lnTo>
                  <a:lnTo>
                    <a:pt x="2691" y="12088"/>
                  </a:lnTo>
                  <a:lnTo>
                    <a:pt x="4036" y="6715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5" name="Freeform 974">
              <a:extLst>
                <a:ext uri="{FF2B5EF4-FFF2-40B4-BE49-F238E27FC236}">
                  <a16:creationId xmlns:a16="http://schemas.microsoft.com/office/drawing/2014/main" id="{3D796F85-1D52-379E-6032-3C9805CE21CE}"/>
                </a:ext>
              </a:extLst>
            </p:cNvPr>
            <p:cNvSpPr/>
            <p:nvPr/>
          </p:nvSpPr>
          <p:spPr>
            <a:xfrm>
              <a:off x="5941185" y="2584883"/>
              <a:ext cx="2690" cy="4029"/>
            </a:xfrm>
            <a:custGeom>
              <a:avLst/>
              <a:gdLst>
                <a:gd name="connsiteX0" fmla="*/ 1345 w 2690"/>
                <a:gd name="connsiteY0" fmla="*/ 4029 h 4029"/>
                <a:gd name="connsiteX1" fmla="*/ 0 w 2690"/>
                <a:gd name="connsiteY1" fmla="*/ 1343 h 4029"/>
                <a:gd name="connsiteX2" fmla="*/ 1345 w 2690"/>
                <a:gd name="connsiteY2" fmla="*/ 0 h 4029"/>
                <a:gd name="connsiteX3" fmla="*/ 2691 w 2690"/>
                <a:gd name="connsiteY3" fmla="*/ 1343 h 4029"/>
                <a:gd name="connsiteX4" fmla="*/ 2691 w 2690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4029">
                  <a:moveTo>
                    <a:pt x="1345" y="4029"/>
                  </a:moveTo>
                  <a:lnTo>
                    <a:pt x="0" y="1343"/>
                  </a:lnTo>
                  <a:lnTo>
                    <a:pt x="1345" y="0"/>
                  </a:lnTo>
                  <a:lnTo>
                    <a:pt x="2691" y="1343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6" name="Freeform 975">
              <a:extLst>
                <a:ext uri="{FF2B5EF4-FFF2-40B4-BE49-F238E27FC236}">
                  <a16:creationId xmlns:a16="http://schemas.microsoft.com/office/drawing/2014/main" id="{3FFF9FB8-BAEA-8EC7-BE33-D38C678FCF57}"/>
                </a:ext>
              </a:extLst>
            </p:cNvPr>
            <p:cNvSpPr/>
            <p:nvPr/>
          </p:nvSpPr>
          <p:spPr>
            <a:xfrm>
              <a:off x="5934458" y="2564737"/>
              <a:ext cx="8072" cy="8058"/>
            </a:xfrm>
            <a:custGeom>
              <a:avLst/>
              <a:gdLst>
                <a:gd name="connsiteX0" fmla="*/ 0 w 8072"/>
                <a:gd name="connsiteY0" fmla="*/ 8059 h 8058"/>
                <a:gd name="connsiteX1" fmla="*/ 4036 w 8072"/>
                <a:gd name="connsiteY1" fmla="*/ 2686 h 8058"/>
                <a:gd name="connsiteX2" fmla="*/ 6727 w 8072"/>
                <a:gd name="connsiteY2" fmla="*/ 0 h 8058"/>
                <a:gd name="connsiteX3" fmla="*/ 8072 w 8072"/>
                <a:gd name="connsiteY3" fmla="*/ 2686 h 8058"/>
                <a:gd name="connsiteX4" fmla="*/ 4036 w 8072"/>
                <a:gd name="connsiteY4" fmla="*/ 6715 h 8058"/>
                <a:gd name="connsiteX5" fmla="*/ 2691 w 8072"/>
                <a:gd name="connsiteY5" fmla="*/ 805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8058">
                  <a:moveTo>
                    <a:pt x="0" y="8059"/>
                  </a:moveTo>
                  <a:lnTo>
                    <a:pt x="4036" y="2686"/>
                  </a:lnTo>
                  <a:lnTo>
                    <a:pt x="6727" y="0"/>
                  </a:lnTo>
                  <a:lnTo>
                    <a:pt x="8072" y="2686"/>
                  </a:lnTo>
                  <a:lnTo>
                    <a:pt x="4036" y="6715"/>
                  </a:lnTo>
                  <a:lnTo>
                    <a:pt x="2691" y="805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7" name="Freeform 976">
              <a:extLst>
                <a:ext uri="{FF2B5EF4-FFF2-40B4-BE49-F238E27FC236}">
                  <a16:creationId xmlns:a16="http://schemas.microsoft.com/office/drawing/2014/main" id="{D86A4A7A-8A1A-DCE9-23FB-F45A24B351E4}"/>
                </a:ext>
              </a:extLst>
            </p:cNvPr>
            <p:cNvSpPr/>
            <p:nvPr/>
          </p:nvSpPr>
          <p:spPr>
            <a:xfrm>
              <a:off x="5892752" y="2179274"/>
              <a:ext cx="2690" cy="5372"/>
            </a:xfrm>
            <a:custGeom>
              <a:avLst/>
              <a:gdLst>
                <a:gd name="connsiteX0" fmla="*/ 0 w 2690"/>
                <a:gd name="connsiteY0" fmla="*/ 5372 h 5372"/>
                <a:gd name="connsiteX1" fmla="*/ 0 w 2690"/>
                <a:gd name="connsiteY1" fmla="*/ 2686 h 5372"/>
                <a:gd name="connsiteX2" fmla="*/ 1345 w 2690"/>
                <a:gd name="connsiteY2" fmla="*/ 0 h 5372"/>
                <a:gd name="connsiteX3" fmla="*/ 2691 w 2690"/>
                <a:gd name="connsiteY3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5372">
                  <a:moveTo>
                    <a:pt x="0" y="5372"/>
                  </a:moveTo>
                  <a:lnTo>
                    <a:pt x="0" y="2686"/>
                  </a:lnTo>
                  <a:lnTo>
                    <a:pt x="1345" y="0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8" name="Freeform 977">
              <a:extLst>
                <a:ext uri="{FF2B5EF4-FFF2-40B4-BE49-F238E27FC236}">
                  <a16:creationId xmlns:a16="http://schemas.microsoft.com/office/drawing/2014/main" id="{2628F69A-A52F-E940-4B4A-6CE3FA917E69}"/>
                </a:ext>
              </a:extLst>
            </p:cNvPr>
            <p:cNvSpPr/>
            <p:nvPr/>
          </p:nvSpPr>
          <p:spPr>
            <a:xfrm>
              <a:off x="5899479" y="2181960"/>
              <a:ext cx="4036" cy="8058"/>
            </a:xfrm>
            <a:custGeom>
              <a:avLst/>
              <a:gdLst>
                <a:gd name="connsiteX0" fmla="*/ 1345 w 4036"/>
                <a:gd name="connsiteY0" fmla="*/ 8059 h 8058"/>
                <a:gd name="connsiteX1" fmla="*/ 0 w 4036"/>
                <a:gd name="connsiteY1" fmla="*/ 5372 h 8058"/>
                <a:gd name="connsiteX2" fmla="*/ 0 w 4036"/>
                <a:gd name="connsiteY2" fmla="*/ 1343 h 8058"/>
                <a:gd name="connsiteX3" fmla="*/ 2691 w 4036"/>
                <a:gd name="connsiteY3" fmla="*/ 0 h 8058"/>
                <a:gd name="connsiteX4" fmla="*/ 4036 w 4036"/>
                <a:gd name="connsiteY4" fmla="*/ 2686 h 8058"/>
                <a:gd name="connsiteX5" fmla="*/ 2691 w 4036"/>
                <a:gd name="connsiteY5" fmla="*/ 6715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6" h="8058">
                  <a:moveTo>
                    <a:pt x="1345" y="8059"/>
                  </a:moveTo>
                  <a:lnTo>
                    <a:pt x="0" y="5372"/>
                  </a:lnTo>
                  <a:lnTo>
                    <a:pt x="0" y="1343"/>
                  </a:lnTo>
                  <a:lnTo>
                    <a:pt x="2691" y="0"/>
                  </a:lnTo>
                  <a:lnTo>
                    <a:pt x="4036" y="2686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79" name="Freeform 978">
              <a:extLst>
                <a:ext uri="{FF2B5EF4-FFF2-40B4-BE49-F238E27FC236}">
                  <a16:creationId xmlns:a16="http://schemas.microsoft.com/office/drawing/2014/main" id="{EF0A1B9E-8EDE-3FA7-5038-40A47228CEAB}"/>
                </a:ext>
              </a:extLst>
            </p:cNvPr>
            <p:cNvSpPr/>
            <p:nvPr/>
          </p:nvSpPr>
          <p:spPr>
            <a:xfrm>
              <a:off x="5890061" y="2190019"/>
              <a:ext cx="9417" cy="13430"/>
            </a:xfrm>
            <a:custGeom>
              <a:avLst/>
              <a:gdLst>
                <a:gd name="connsiteX0" fmla="*/ 1345 w 9417"/>
                <a:gd name="connsiteY0" fmla="*/ 13431 h 13430"/>
                <a:gd name="connsiteX1" fmla="*/ 0 w 9417"/>
                <a:gd name="connsiteY1" fmla="*/ 9401 h 13430"/>
                <a:gd name="connsiteX2" fmla="*/ 1345 w 9417"/>
                <a:gd name="connsiteY2" fmla="*/ 6715 h 13430"/>
                <a:gd name="connsiteX3" fmla="*/ 0 w 9417"/>
                <a:gd name="connsiteY3" fmla="*/ 1343 h 13430"/>
                <a:gd name="connsiteX4" fmla="*/ 2691 w 9417"/>
                <a:gd name="connsiteY4" fmla="*/ 0 h 13430"/>
                <a:gd name="connsiteX5" fmla="*/ 4036 w 9417"/>
                <a:gd name="connsiteY5" fmla="*/ 2686 h 13430"/>
                <a:gd name="connsiteX6" fmla="*/ 6727 w 9417"/>
                <a:gd name="connsiteY6" fmla="*/ 2686 h 13430"/>
                <a:gd name="connsiteX7" fmla="*/ 9418 w 9417"/>
                <a:gd name="connsiteY7" fmla="*/ 4029 h 13430"/>
                <a:gd name="connsiteX8" fmla="*/ 5381 w 9417"/>
                <a:gd name="connsiteY8" fmla="*/ 8058 h 13430"/>
                <a:gd name="connsiteX9" fmla="*/ 2691 w 9417"/>
                <a:gd name="connsiteY9" fmla="*/ 12088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17" h="13430">
                  <a:moveTo>
                    <a:pt x="1345" y="13431"/>
                  </a:moveTo>
                  <a:lnTo>
                    <a:pt x="0" y="9401"/>
                  </a:lnTo>
                  <a:lnTo>
                    <a:pt x="1345" y="6715"/>
                  </a:lnTo>
                  <a:lnTo>
                    <a:pt x="0" y="1343"/>
                  </a:lnTo>
                  <a:lnTo>
                    <a:pt x="2691" y="0"/>
                  </a:lnTo>
                  <a:lnTo>
                    <a:pt x="4036" y="2686"/>
                  </a:lnTo>
                  <a:lnTo>
                    <a:pt x="6727" y="2686"/>
                  </a:lnTo>
                  <a:lnTo>
                    <a:pt x="9418" y="4029"/>
                  </a:lnTo>
                  <a:lnTo>
                    <a:pt x="5381" y="8058"/>
                  </a:lnTo>
                  <a:lnTo>
                    <a:pt x="2691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0" name="Freeform 979">
              <a:extLst>
                <a:ext uri="{FF2B5EF4-FFF2-40B4-BE49-F238E27FC236}">
                  <a16:creationId xmlns:a16="http://schemas.microsoft.com/office/drawing/2014/main" id="{38F3116C-1337-53B5-E969-D880A966DD23}"/>
                </a:ext>
              </a:extLst>
            </p:cNvPr>
            <p:cNvSpPr/>
            <p:nvPr/>
          </p:nvSpPr>
          <p:spPr>
            <a:xfrm>
              <a:off x="5970784" y="2314925"/>
              <a:ext cx="6726" cy="5372"/>
            </a:xfrm>
            <a:custGeom>
              <a:avLst/>
              <a:gdLst>
                <a:gd name="connsiteX0" fmla="*/ 0 w 6726"/>
                <a:gd name="connsiteY0" fmla="*/ 4029 h 5372"/>
                <a:gd name="connsiteX1" fmla="*/ 1345 w 6726"/>
                <a:gd name="connsiteY1" fmla="*/ 0 h 5372"/>
                <a:gd name="connsiteX2" fmla="*/ 6727 w 6726"/>
                <a:gd name="connsiteY2" fmla="*/ 2686 h 5372"/>
                <a:gd name="connsiteX3" fmla="*/ 4036 w 6726"/>
                <a:gd name="connsiteY3" fmla="*/ 5372 h 5372"/>
                <a:gd name="connsiteX4" fmla="*/ 0 w 6726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5372">
                  <a:moveTo>
                    <a:pt x="0" y="4029"/>
                  </a:moveTo>
                  <a:lnTo>
                    <a:pt x="1345" y="0"/>
                  </a:lnTo>
                  <a:lnTo>
                    <a:pt x="6727" y="2686"/>
                  </a:lnTo>
                  <a:lnTo>
                    <a:pt x="4036" y="5372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1" name="Freeform 980">
              <a:extLst>
                <a:ext uri="{FF2B5EF4-FFF2-40B4-BE49-F238E27FC236}">
                  <a16:creationId xmlns:a16="http://schemas.microsoft.com/office/drawing/2014/main" id="{6CE271A8-2325-A5EB-EFC7-6245244F1848}"/>
                </a:ext>
              </a:extLst>
            </p:cNvPr>
            <p:cNvSpPr/>
            <p:nvPr/>
          </p:nvSpPr>
          <p:spPr>
            <a:xfrm>
              <a:off x="5961366" y="2310896"/>
              <a:ext cx="8072" cy="8058"/>
            </a:xfrm>
            <a:custGeom>
              <a:avLst/>
              <a:gdLst>
                <a:gd name="connsiteX0" fmla="*/ 0 w 8072"/>
                <a:gd name="connsiteY0" fmla="*/ 5372 h 8058"/>
                <a:gd name="connsiteX1" fmla="*/ 0 w 8072"/>
                <a:gd name="connsiteY1" fmla="*/ 2686 h 8058"/>
                <a:gd name="connsiteX2" fmla="*/ 4036 w 8072"/>
                <a:gd name="connsiteY2" fmla="*/ 1343 h 8058"/>
                <a:gd name="connsiteX3" fmla="*/ 6727 w 8072"/>
                <a:gd name="connsiteY3" fmla="*/ 0 h 8058"/>
                <a:gd name="connsiteX4" fmla="*/ 8072 w 8072"/>
                <a:gd name="connsiteY4" fmla="*/ 2686 h 8058"/>
                <a:gd name="connsiteX5" fmla="*/ 4036 w 8072"/>
                <a:gd name="connsiteY5" fmla="*/ 8058 h 8058"/>
                <a:gd name="connsiteX6" fmla="*/ 0 w 8072"/>
                <a:gd name="connsiteY6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8058">
                  <a:moveTo>
                    <a:pt x="0" y="5372"/>
                  </a:moveTo>
                  <a:lnTo>
                    <a:pt x="0" y="2686"/>
                  </a:lnTo>
                  <a:lnTo>
                    <a:pt x="4036" y="1343"/>
                  </a:lnTo>
                  <a:lnTo>
                    <a:pt x="6727" y="0"/>
                  </a:lnTo>
                  <a:lnTo>
                    <a:pt x="8072" y="2686"/>
                  </a:lnTo>
                  <a:lnTo>
                    <a:pt x="4036" y="8058"/>
                  </a:lnTo>
                  <a:lnTo>
                    <a:pt x="0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2" name="Freeform 981">
              <a:extLst>
                <a:ext uri="{FF2B5EF4-FFF2-40B4-BE49-F238E27FC236}">
                  <a16:creationId xmlns:a16="http://schemas.microsoft.com/office/drawing/2014/main" id="{97793DCA-A58E-EB3C-CF32-7C6772126C43}"/>
                </a:ext>
              </a:extLst>
            </p:cNvPr>
            <p:cNvSpPr/>
            <p:nvPr/>
          </p:nvSpPr>
          <p:spPr>
            <a:xfrm>
              <a:off x="5945221" y="2369991"/>
              <a:ext cx="5381" cy="2686"/>
            </a:xfrm>
            <a:custGeom>
              <a:avLst/>
              <a:gdLst>
                <a:gd name="connsiteX0" fmla="*/ 0 w 5381"/>
                <a:gd name="connsiteY0" fmla="*/ 0 h 2686"/>
                <a:gd name="connsiteX1" fmla="*/ 2691 w 5381"/>
                <a:gd name="connsiteY1" fmla="*/ 2686 h 2686"/>
                <a:gd name="connsiteX2" fmla="*/ 5382 w 5381"/>
                <a:gd name="connsiteY2" fmla="*/ 1343 h 2686"/>
                <a:gd name="connsiteX3" fmla="*/ 4036 w 5381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2686">
                  <a:moveTo>
                    <a:pt x="0" y="0"/>
                  </a:moveTo>
                  <a:lnTo>
                    <a:pt x="2691" y="2686"/>
                  </a:lnTo>
                  <a:lnTo>
                    <a:pt x="5382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3" name="Freeform 982">
              <a:extLst>
                <a:ext uri="{FF2B5EF4-FFF2-40B4-BE49-F238E27FC236}">
                  <a16:creationId xmlns:a16="http://schemas.microsoft.com/office/drawing/2014/main" id="{2F2F5CDB-08F2-E7D9-5148-E552EEF0FEBC}"/>
                </a:ext>
              </a:extLst>
            </p:cNvPr>
            <p:cNvSpPr/>
            <p:nvPr/>
          </p:nvSpPr>
          <p:spPr>
            <a:xfrm>
              <a:off x="5966747" y="2392447"/>
              <a:ext cx="6726" cy="4405"/>
            </a:xfrm>
            <a:custGeom>
              <a:avLst/>
              <a:gdLst>
                <a:gd name="connsiteX0" fmla="*/ 0 w 6726"/>
                <a:gd name="connsiteY0" fmla="*/ 1719 h 4405"/>
                <a:gd name="connsiteX1" fmla="*/ 5381 w 6726"/>
                <a:gd name="connsiteY1" fmla="*/ 4405 h 4405"/>
                <a:gd name="connsiteX2" fmla="*/ 6727 w 6726"/>
                <a:gd name="connsiteY2" fmla="*/ 3062 h 4405"/>
                <a:gd name="connsiteX3" fmla="*/ 5381 w 6726"/>
                <a:gd name="connsiteY3" fmla="*/ 376 h 4405"/>
                <a:gd name="connsiteX4" fmla="*/ 2691 w 6726"/>
                <a:gd name="connsiteY4" fmla="*/ 376 h 4405"/>
                <a:gd name="connsiteX5" fmla="*/ 0 w 6726"/>
                <a:gd name="connsiteY5" fmla="*/ 1719 h 4405"/>
                <a:gd name="connsiteX6" fmla="*/ 0 w 6726"/>
                <a:gd name="connsiteY6" fmla="*/ 1719 h 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4405">
                  <a:moveTo>
                    <a:pt x="0" y="1719"/>
                  </a:moveTo>
                  <a:lnTo>
                    <a:pt x="5381" y="4405"/>
                  </a:lnTo>
                  <a:lnTo>
                    <a:pt x="6727" y="3062"/>
                  </a:lnTo>
                  <a:lnTo>
                    <a:pt x="5381" y="376"/>
                  </a:lnTo>
                  <a:lnTo>
                    <a:pt x="2691" y="376"/>
                  </a:lnTo>
                  <a:cubicBezTo>
                    <a:pt x="2691" y="-967"/>
                    <a:pt x="0" y="1719"/>
                    <a:pt x="0" y="1719"/>
                  </a:cubicBezTo>
                  <a:lnTo>
                    <a:pt x="0" y="171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4" name="Freeform 983">
              <a:extLst>
                <a:ext uri="{FF2B5EF4-FFF2-40B4-BE49-F238E27FC236}">
                  <a16:creationId xmlns:a16="http://schemas.microsoft.com/office/drawing/2014/main" id="{F952EB1A-BE1C-14BA-7203-1230EC7A1F20}"/>
                </a:ext>
              </a:extLst>
            </p:cNvPr>
            <p:cNvSpPr/>
            <p:nvPr/>
          </p:nvSpPr>
          <p:spPr>
            <a:xfrm>
              <a:off x="6005763" y="2423714"/>
              <a:ext cx="6726" cy="9401"/>
            </a:xfrm>
            <a:custGeom>
              <a:avLst/>
              <a:gdLst>
                <a:gd name="connsiteX0" fmla="*/ 1345 w 6726"/>
                <a:gd name="connsiteY0" fmla="*/ 9402 h 9401"/>
                <a:gd name="connsiteX1" fmla="*/ 0 w 6726"/>
                <a:gd name="connsiteY1" fmla="*/ 4029 h 9401"/>
                <a:gd name="connsiteX2" fmla="*/ 2691 w 6726"/>
                <a:gd name="connsiteY2" fmla="*/ 0 h 9401"/>
                <a:gd name="connsiteX3" fmla="*/ 6727 w 6726"/>
                <a:gd name="connsiteY3" fmla="*/ 2686 h 9401"/>
                <a:gd name="connsiteX4" fmla="*/ 6727 w 6726"/>
                <a:gd name="connsiteY4" fmla="*/ 8059 h 9401"/>
                <a:gd name="connsiteX5" fmla="*/ 4036 w 6726"/>
                <a:gd name="connsiteY5" fmla="*/ 940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9401">
                  <a:moveTo>
                    <a:pt x="1345" y="9402"/>
                  </a:moveTo>
                  <a:lnTo>
                    <a:pt x="0" y="4029"/>
                  </a:lnTo>
                  <a:lnTo>
                    <a:pt x="2691" y="0"/>
                  </a:lnTo>
                  <a:lnTo>
                    <a:pt x="6727" y="2686"/>
                  </a:lnTo>
                  <a:lnTo>
                    <a:pt x="6727" y="8059"/>
                  </a:lnTo>
                  <a:lnTo>
                    <a:pt x="4036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5" name="Freeform 984">
              <a:extLst>
                <a:ext uri="{FF2B5EF4-FFF2-40B4-BE49-F238E27FC236}">
                  <a16:creationId xmlns:a16="http://schemas.microsoft.com/office/drawing/2014/main" id="{86A6E806-44B4-E50E-D337-B249B4094147}"/>
                </a:ext>
              </a:extLst>
            </p:cNvPr>
            <p:cNvSpPr/>
            <p:nvPr/>
          </p:nvSpPr>
          <p:spPr>
            <a:xfrm>
              <a:off x="6027289" y="2449233"/>
              <a:ext cx="8072" cy="9401"/>
            </a:xfrm>
            <a:custGeom>
              <a:avLst/>
              <a:gdLst>
                <a:gd name="connsiteX0" fmla="*/ 0 w 8072"/>
                <a:gd name="connsiteY0" fmla="*/ 9402 h 9401"/>
                <a:gd name="connsiteX1" fmla="*/ 0 w 8072"/>
                <a:gd name="connsiteY1" fmla="*/ 4029 h 9401"/>
                <a:gd name="connsiteX2" fmla="*/ 4036 w 8072"/>
                <a:gd name="connsiteY2" fmla="*/ 1343 h 9401"/>
                <a:gd name="connsiteX3" fmla="*/ 5381 w 8072"/>
                <a:gd name="connsiteY3" fmla="*/ 0 h 9401"/>
                <a:gd name="connsiteX4" fmla="*/ 8072 w 8072"/>
                <a:gd name="connsiteY4" fmla="*/ 1343 h 9401"/>
                <a:gd name="connsiteX5" fmla="*/ 5381 w 8072"/>
                <a:gd name="connsiteY5" fmla="*/ 6715 h 9401"/>
                <a:gd name="connsiteX6" fmla="*/ 1345 w 8072"/>
                <a:gd name="connsiteY6" fmla="*/ 8058 h 9401"/>
                <a:gd name="connsiteX7" fmla="*/ 0 w 8072"/>
                <a:gd name="connsiteY7" fmla="*/ 9402 h 9401"/>
                <a:gd name="connsiteX8" fmla="*/ 0 w 8072"/>
                <a:gd name="connsiteY8" fmla="*/ 940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72" h="9401">
                  <a:moveTo>
                    <a:pt x="0" y="9402"/>
                  </a:moveTo>
                  <a:lnTo>
                    <a:pt x="0" y="4029"/>
                  </a:lnTo>
                  <a:lnTo>
                    <a:pt x="4036" y="1343"/>
                  </a:lnTo>
                  <a:lnTo>
                    <a:pt x="5381" y="0"/>
                  </a:lnTo>
                  <a:lnTo>
                    <a:pt x="8072" y="1343"/>
                  </a:lnTo>
                  <a:lnTo>
                    <a:pt x="5381" y="6715"/>
                  </a:lnTo>
                  <a:lnTo>
                    <a:pt x="1345" y="8058"/>
                  </a:lnTo>
                  <a:cubicBezTo>
                    <a:pt x="1345" y="8058"/>
                    <a:pt x="0" y="9402"/>
                    <a:pt x="0" y="9402"/>
                  </a:cubicBezTo>
                  <a:lnTo>
                    <a:pt x="0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6" name="Freeform 985">
              <a:extLst>
                <a:ext uri="{FF2B5EF4-FFF2-40B4-BE49-F238E27FC236}">
                  <a16:creationId xmlns:a16="http://schemas.microsoft.com/office/drawing/2014/main" id="{D6D1E461-15CF-89B7-3836-887E5CAF5E90}"/>
                </a:ext>
              </a:extLst>
            </p:cNvPr>
            <p:cNvSpPr/>
            <p:nvPr/>
          </p:nvSpPr>
          <p:spPr>
            <a:xfrm>
              <a:off x="5883334" y="1883797"/>
              <a:ext cx="21525" cy="21489"/>
            </a:xfrm>
            <a:custGeom>
              <a:avLst/>
              <a:gdLst>
                <a:gd name="connsiteX0" fmla="*/ 0 w 21525"/>
                <a:gd name="connsiteY0" fmla="*/ 20146 h 21489"/>
                <a:gd name="connsiteX1" fmla="*/ 0 w 21525"/>
                <a:gd name="connsiteY1" fmla="*/ 14774 h 21489"/>
                <a:gd name="connsiteX2" fmla="*/ 2691 w 21525"/>
                <a:gd name="connsiteY2" fmla="*/ 13431 h 21489"/>
                <a:gd name="connsiteX3" fmla="*/ 5381 w 21525"/>
                <a:gd name="connsiteY3" fmla="*/ 8058 h 21489"/>
                <a:gd name="connsiteX4" fmla="*/ 17490 w 21525"/>
                <a:gd name="connsiteY4" fmla="*/ 1343 h 21489"/>
                <a:gd name="connsiteX5" fmla="*/ 21526 w 21525"/>
                <a:gd name="connsiteY5" fmla="*/ 0 h 21489"/>
                <a:gd name="connsiteX6" fmla="*/ 18835 w 21525"/>
                <a:gd name="connsiteY6" fmla="*/ 5372 h 21489"/>
                <a:gd name="connsiteX7" fmla="*/ 10763 w 21525"/>
                <a:gd name="connsiteY7" fmla="*/ 10745 h 21489"/>
                <a:gd name="connsiteX8" fmla="*/ 9418 w 21525"/>
                <a:gd name="connsiteY8" fmla="*/ 14774 h 21489"/>
                <a:gd name="connsiteX9" fmla="*/ 12108 w 21525"/>
                <a:gd name="connsiteY9" fmla="*/ 17460 h 21489"/>
                <a:gd name="connsiteX10" fmla="*/ 10763 w 21525"/>
                <a:gd name="connsiteY10" fmla="*/ 20146 h 21489"/>
                <a:gd name="connsiteX11" fmla="*/ 8072 w 21525"/>
                <a:gd name="connsiteY11" fmla="*/ 20146 h 21489"/>
                <a:gd name="connsiteX12" fmla="*/ 6727 w 21525"/>
                <a:gd name="connsiteY12" fmla="*/ 16117 h 21489"/>
                <a:gd name="connsiteX13" fmla="*/ 4036 w 21525"/>
                <a:gd name="connsiteY13" fmla="*/ 18803 h 21489"/>
                <a:gd name="connsiteX14" fmla="*/ 2691 w 21525"/>
                <a:gd name="connsiteY14" fmla="*/ 21489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525" h="21489">
                  <a:moveTo>
                    <a:pt x="0" y="20146"/>
                  </a:moveTo>
                  <a:lnTo>
                    <a:pt x="0" y="14774"/>
                  </a:lnTo>
                  <a:lnTo>
                    <a:pt x="2691" y="13431"/>
                  </a:lnTo>
                  <a:lnTo>
                    <a:pt x="5381" y="8058"/>
                  </a:lnTo>
                  <a:lnTo>
                    <a:pt x="17490" y="1343"/>
                  </a:lnTo>
                  <a:lnTo>
                    <a:pt x="21526" y="0"/>
                  </a:lnTo>
                  <a:lnTo>
                    <a:pt x="18835" y="5372"/>
                  </a:lnTo>
                  <a:lnTo>
                    <a:pt x="10763" y="10745"/>
                  </a:lnTo>
                  <a:lnTo>
                    <a:pt x="9418" y="14774"/>
                  </a:lnTo>
                  <a:lnTo>
                    <a:pt x="12108" y="17460"/>
                  </a:lnTo>
                  <a:lnTo>
                    <a:pt x="10763" y="20146"/>
                  </a:lnTo>
                  <a:lnTo>
                    <a:pt x="8072" y="20146"/>
                  </a:lnTo>
                  <a:lnTo>
                    <a:pt x="6727" y="16117"/>
                  </a:lnTo>
                  <a:lnTo>
                    <a:pt x="4036" y="18803"/>
                  </a:lnTo>
                  <a:lnTo>
                    <a:pt x="2691" y="2148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7" name="Freeform 986">
              <a:extLst>
                <a:ext uri="{FF2B5EF4-FFF2-40B4-BE49-F238E27FC236}">
                  <a16:creationId xmlns:a16="http://schemas.microsoft.com/office/drawing/2014/main" id="{2FB0EA5B-2ECB-352D-063A-DF97A62F42E5}"/>
                </a:ext>
              </a:extLst>
            </p:cNvPr>
            <p:cNvSpPr/>
            <p:nvPr/>
          </p:nvSpPr>
          <p:spPr>
            <a:xfrm>
              <a:off x="5857772" y="1877082"/>
              <a:ext cx="6726" cy="5372"/>
            </a:xfrm>
            <a:custGeom>
              <a:avLst/>
              <a:gdLst>
                <a:gd name="connsiteX0" fmla="*/ 0 w 6726"/>
                <a:gd name="connsiteY0" fmla="*/ 2686 h 5372"/>
                <a:gd name="connsiteX1" fmla="*/ 2691 w 6726"/>
                <a:gd name="connsiteY1" fmla="*/ 5372 h 5372"/>
                <a:gd name="connsiteX2" fmla="*/ 5382 w 6726"/>
                <a:gd name="connsiteY2" fmla="*/ 5372 h 5372"/>
                <a:gd name="connsiteX3" fmla="*/ 6727 w 6726"/>
                <a:gd name="connsiteY3" fmla="*/ 2686 h 5372"/>
                <a:gd name="connsiteX4" fmla="*/ 5382 w 6726"/>
                <a:gd name="connsiteY4" fmla="*/ 0 h 5372"/>
                <a:gd name="connsiteX5" fmla="*/ 0 w 6726"/>
                <a:gd name="connsiteY5" fmla="*/ 2686 h 5372"/>
                <a:gd name="connsiteX6" fmla="*/ 0 w 6726"/>
                <a:gd name="connsiteY6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5372">
                  <a:moveTo>
                    <a:pt x="0" y="2686"/>
                  </a:moveTo>
                  <a:lnTo>
                    <a:pt x="2691" y="5372"/>
                  </a:lnTo>
                  <a:lnTo>
                    <a:pt x="5382" y="5372"/>
                  </a:lnTo>
                  <a:lnTo>
                    <a:pt x="6727" y="2686"/>
                  </a:lnTo>
                  <a:lnTo>
                    <a:pt x="5382" y="0"/>
                  </a:lnTo>
                  <a:lnTo>
                    <a:pt x="0" y="2686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8" name="Freeform 987">
              <a:extLst>
                <a:ext uri="{FF2B5EF4-FFF2-40B4-BE49-F238E27FC236}">
                  <a16:creationId xmlns:a16="http://schemas.microsoft.com/office/drawing/2014/main" id="{AA227D55-4F95-2792-F9D3-4D0EC04D833E}"/>
                </a:ext>
              </a:extLst>
            </p:cNvPr>
            <p:cNvSpPr/>
            <p:nvPr/>
          </p:nvSpPr>
          <p:spPr>
            <a:xfrm>
              <a:off x="5708435" y="1789782"/>
              <a:ext cx="14799" cy="28204"/>
            </a:xfrm>
            <a:custGeom>
              <a:avLst/>
              <a:gdLst>
                <a:gd name="connsiteX0" fmla="*/ 9418 w 14799"/>
                <a:gd name="connsiteY0" fmla="*/ 28205 h 28204"/>
                <a:gd name="connsiteX1" fmla="*/ 2691 w 14799"/>
                <a:gd name="connsiteY1" fmla="*/ 25518 h 28204"/>
                <a:gd name="connsiteX2" fmla="*/ 2691 w 14799"/>
                <a:gd name="connsiteY2" fmla="*/ 20146 h 28204"/>
                <a:gd name="connsiteX3" fmla="*/ 4036 w 14799"/>
                <a:gd name="connsiteY3" fmla="*/ 10745 h 28204"/>
                <a:gd name="connsiteX4" fmla="*/ 1345 w 14799"/>
                <a:gd name="connsiteY4" fmla="*/ 8058 h 28204"/>
                <a:gd name="connsiteX5" fmla="*/ 1345 w 14799"/>
                <a:gd name="connsiteY5" fmla="*/ 2686 h 28204"/>
                <a:gd name="connsiteX6" fmla="*/ 0 w 14799"/>
                <a:gd name="connsiteY6" fmla="*/ 1343 h 28204"/>
                <a:gd name="connsiteX7" fmla="*/ 5381 w 14799"/>
                <a:gd name="connsiteY7" fmla="*/ 0 h 28204"/>
                <a:gd name="connsiteX8" fmla="*/ 13454 w 14799"/>
                <a:gd name="connsiteY8" fmla="*/ 2686 h 28204"/>
                <a:gd name="connsiteX9" fmla="*/ 14799 w 14799"/>
                <a:gd name="connsiteY9" fmla="*/ 8058 h 28204"/>
                <a:gd name="connsiteX10" fmla="*/ 10763 w 14799"/>
                <a:gd name="connsiteY10" fmla="*/ 18803 h 28204"/>
                <a:gd name="connsiteX11" fmla="*/ 9418 w 14799"/>
                <a:gd name="connsiteY11" fmla="*/ 21489 h 28204"/>
                <a:gd name="connsiteX12" fmla="*/ 10763 w 14799"/>
                <a:gd name="connsiteY12" fmla="*/ 24175 h 28204"/>
                <a:gd name="connsiteX13" fmla="*/ 12108 w 14799"/>
                <a:gd name="connsiteY13" fmla="*/ 28205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799" h="28204">
                  <a:moveTo>
                    <a:pt x="9418" y="28205"/>
                  </a:moveTo>
                  <a:lnTo>
                    <a:pt x="2691" y="25518"/>
                  </a:lnTo>
                  <a:lnTo>
                    <a:pt x="2691" y="20146"/>
                  </a:lnTo>
                  <a:lnTo>
                    <a:pt x="4036" y="10745"/>
                  </a:lnTo>
                  <a:lnTo>
                    <a:pt x="1345" y="8058"/>
                  </a:lnTo>
                  <a:lnTo>
                    <a:pt x="1345" y="2686"/>
                  </a:lnTo>
                  <a:lnTo>
                    <a:pt x="0" y="1343"/>
                  </a:lnTo>
                  <a:lnTo>
                    <a:pt x="5381" y="0"/>
                  </a:lnTo>
                  <a:lnTo>
                    <a:pt x="13454" y="2686"/>
                  </a:lnTo>
                  <a:lnTo>
                    <a:pt x="14799" y="8058"/>
                  </a:lnTo>
                  <a:lnTo>
                    <a:pt x="10763" y="18803"/>
                  </a:lnTo>
                  <a:lnTo>
                    <a:pt x="9418" y="21489"/>
                  </a:lnTo>
                  <a:lnTo>
                    <a:pt x="10763" y="24175"/>
                  </a:lnTo>
                  <a:lnTo>
                    <a:pt x="12108" y="2820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89" name="Freeform 988">
              <a:extLst>
                <a:ext uri="{FF2B5EF4-FFF2-40B4-BE49-F238E27FC236}">
                  <a16:creationId xmlns:a16="http://schemas.microsoft.com/office/drawing/2014/main" id="{5254B3BD-F997-9D3D-5710-613184D7D02F}"/>
                </a:ext>
              </a:extLst>
            </p:cNvPr>
            <p:cNvSpPr/>
            <p:nvPr/>
          </p:nvSpPr>
          <p:spPr>
            <a:xfrm>
              <a:off x="5705744" y="1491619"/>
              <a:ext cx="29598" cy="38949"/>
            </a:xfrm>
            <a:custGeom>
              <a:avLst/>
              <a:gdLst>
                <a:gd name="connsiteX0" fmla="*/ 10763 w 29598"/>
                <a:gd name="connsiteY0" fmla="*/ 38949 h 38949"/>
                <a:gd name="connsiteX1" fmla="*/ 16144 w 29598"/>
                <a:gd name="connsiteY1" fmla="*/ 33577 h 38949"/>
                <a:gd name="connsiteX2" fmla="*/ 18835 w 29598"/>
                <a:gd name="connsiteY2" fmla="*/ 26862 h 38949"/>
                <a:gd name="connsiteX3" fmla="*/ 20181 w 29598"/>
                <a:gd name="connsiteY3" fmla="*/ 22832 h 38949"/>
                <a:gd name="connsiteX4" fmla="*/ 26908 w 29598"/>
                <a:gd name="connsiteY4" fmla="*/ 17460 h 38949"/>
                <a:gd name="connsiteX5" fmla="*/ 29598 w 29598"/>
                <a:gd name="connsiteY5" fmla="*/ 10745 h 38949"/>
                <a:gd name="connsiteX6" fmla="*/ 28253 w 29598"/>
                <a:gd name="connsiteY6" fmla="*/ 8058 h 38949"/>
                <a:gd name="connsiteX7" fmla="*/ 21526 w 29598"/>
                <a:gd name="connsiteY7" fmla="*/ 6715 h 38949"/>
                <a:gd name="connsiteX8" fmla="*/ 17490 w 29598"/>
                <a:gd name="connsiteY8" fmla="*/ 5372 h 38949"/>
                <a:gd name="connsiteX9" fmla="*/ 20181 w 29598"/>
                <a:gd name="connsiteY9" fmla="*/ 0 h 38949"/>
                <a:gd name="connsiteX10" fmla="*/ 18835 w 29598"/>
                <a:gd name="connsiteY10" fmla="*/ 1343 h 38949"/>
                <a:gd name="connsiteX11" fmla="*/ 12108 w 29598"/>
                <a:gd name="connsiteY11" fmla="*/ 6715 h 38949"/>
                <a:gd name="connsiteX12" fmla="*/ 4036 w 29598"/>
                <a:gd name="connsiteY12" fmla="*/ 8058 h 38949"/>
                <a:gd name="connsiteX13" fmla="*/ 4036 w 29598"/>
                <a:gd name="connsiteY13" fmla="*/ 12088 h 38949"/>
                <a:gd name="connsiteX14" fmla="*/ 0 w 29598"/>
                <a:gd name="connsiteY14" fmla="*/ 16117 h 38949"/>
                <a:gd name="connsiteX15" fmla="*/ 0 w 29598"/>
                <a:gd name="connsiteY15" fmla="*/ 20146 h 38949"/>
                <a:gd name="connsiteX16" fmla="*/ 6727 w 29598"/>
                <a:gd name="connsiteY16" fmla="*/ 21489 h 38949"/>
                <a:gd name="connsiteX17" fmla="*/ 10763 w 29598"/>
                <a:gd name="connsiteY17" fmla="*/ 20146 h 38949"/>
                <a:gd name="connsiteX18" fmla="*/ 10763 w 29598"/>
                <a:gd name="connsiteY18" fmla="*/ 24175 h 38949"/>
                <a:gd name="connsiteX19" fmla="*/ 6727 w 29598"/>
                <a:gd name="connsiteY19" fmla="*/ 29548 h 38949"/>
                <a:gd name="connsiteX20" fmla="*/ 6727 w 29598"/>
                <a:gd name="connsiteY20" fmla="*/ 33577 h 38949"/>
                <a:gd name="connsiteX21" fmla="*/ 9418 w 29598"/>
                <a:gd name="connsiteY21" fmla="*/ 34920 h 3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598" h="38949">
                  <a:moveTo>
                    <a:pt x="10763" y="38949"/>
                  </a:moveTo>
                  <a:lnTo>
                    <a:pt x="16144" y="33577"/>
                  </a:lnTo>
                  <a:lnTo>
                    <a:pt x="18835" y="26862"/>
                  </a:lnTo>
                  <a:lnTo>
                    <a:pt x="20181" y="22832"/>
                  </a:lnTo>
                  <a:lnTo>
                    <a:pt x="26908" y="17460"/>
                  </a:lnTo>
                  <a:lnTo>
                    <a:pt x="29598" y="10745"/>
                  </a:lnTo>
                  <a:lnTo>
                    <a:pt x="28253" y="8058"/>
                  </a:lnTo>
                  <a:lnTo>
                    <a:pt x="21526" y="6715"/>
                  </a:lnTo>
                  <a:lnTo>
                    <a:pt x="17490" y="5372"/>
                  </a:lnTo>
                  <a:lnTo>
                    <a:pt x="20181" y="0"/>
                  </a:lnTo>
                  <a:lnTo>
                    <a:pt x="18835" y="1343"/>
                  </a:lnTo>
                  <a:lnTo>
                    <a:pt x="12108" y="6715"/>
                  </a:lnTo>
                  <a:lnTo>
                    <a:pt x="4036" y="8058"/>
                  </a:lnTo>
                  <a:lnTo>
                    <a:pt x="4036" y="12088"/>
                  </a:lnTo>
                  <a:lnTo>
                    <a:pt x="0" y="16117"/>
                  </a:lnTo>
                  <a:lnTo>
                    <a:pt x="0" y="20146"/>
                  </a:lnTo>
                  <a:lnTo>
                    <a:pt x="6727" y="21489"/>
                  </a:lnTo>
                  <a:lnTo>
                    <a:pt x="10763" y="20146"/>
                  </a:lnTo>
                  <a:lnTo>
                    <a:pt x="10763" y="24175"/>
                  </a:lnTo>
                  <a:lnTo>
                    <a:pt x="6727" y="29548"/>
                  </a:lnTo>
                  <a:lnTo>
                    <a:pt x="6727" y="33577"/>
                  </a:lnTo>
                  <a:lnTo>
                    <a:pt x="9418" y="3492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0" name="Freeform 989">
              <a:extLst>
                <a:ext uri="{FF2B5EF4-FFF2-40B4-BE49-F238E27FC236}">
                  <a16:creationId xmlns:a16="http://schemas.microsoft.com/office/drawing/2014/main" id="{61A6B118-2EB4-AD59-7A80-4BC2980C0877}"/>
                </a:ext>
              </a:extLst>
            </p:cNvPr>
            <p:cNvSpPr/>
            <p:nvPr/>
          </p:nvSpPr>
          <p:spPr>
            <a:xfrm>
              <a:off x="5643857" y="1601751"/>
              <a:ext cx="65923" cy="87300"/>
            </a:xfrm>
            <a:custGeom>
              <a:avLst/>
              <a:gdLst>
                <a:gd name="connsiteX0" fmla="*/ 5381 w 65923"/>
                <a:gd name="connsiteY0" fmla="*/ 84614 h 87300"/>
                <a:gd name="connsiteX1" fmla="*/ 5381 w 65923"/>
                <a:gd name="connsiteY1" fmla="*/ 79242 h 87300"/>
                <a:gd name="connsiteX2" fmla="*/ 8072 w 65923"/>
                <a:gd name="connsiteY2" fmla="*/ 75212 h 87300"/>
                <a:gd name="connsiteX3" fmla="*/ 5381 w 65923"/>
                <a:gd name="connsiteY3" fmla="*/ 72526 h 87300"/>
                <a:gd name="connsiteX4" fmla="*/ 5381 w 65923"/>
                <a:gd name="connsiteY4" fmla="*/ 65811 h 87300"/>
                <a:gd name="connsiteX5" fmla="*/ 0 w 65923"/>
                <a:gd name="connsiteY5" fmla="*/ 63125 h 87300"/>
                <a:gd name="connsiteX6" fmla="*/ 2691 w 65923"/>
                <a:gd name="connsiteY6" fmla="*/ 60438 h 87300"/>
                <a:gd name="connsiteX7" fmla="*/ 4036 w 65923"/>
                <a:gd name="connsiteY7" fmla="*/ 56409 h 87300"/>
                <a:gd name="connsiteX8" fmla="*/ 9418 w 65923"/>
                <a:gd name="connsiteY8" fmla="*/ 56409 h 87300"/>
                <a:gd name="connsiteX9" fmla="*/ 14799 w 65923"/>
                <a:gd name="connsiteY9" fmla="*/ 61782 h 87300"/>
                <a:gd name="connsiteX10" fmla="*/ 17490 w 65923"/>
                <a:gd name="connsiteY10" fmla="*/ 61782 h 87300"/>
                <a:gd name="connsiteX11" fmla="*/ 17490 w 65923"/>
                <a:gd name="connsiteY11" fmla="*/ 57752 h 87300"/>
                <a:gd name="connsiteX12" fmla="*/ 12108 w 65923"/>
                <a:gd name="connsiteY12" fmla="*/ 49694 h 87300"/>
                <a:gd name="connsiteX13" fmla="*/ 8072 w 65923"/>
                <a:gd name="connsiteY13" fmla="*/ 47008 h 87300"/>
                <a:gd name="connsiteX14" fmla="*/ 6727 w 65923"/>
                <a:gd name="connsiteY14" fmla="*/ 42978 h 87300"/>
                <a:gd name="connsiteX15" fmla="*/ 12108 w 65923"/>
                <a:gd name="connsiteY15" fmla="*/ 42978 h 87300"/>
                <a:gd name="connsiteX16" fmla="*/ 8072 w 65923"/>
                <a:gd name="connsiteY16" fmla="*/ 38949 h 87300"/>
                <a:gd name="connsiteX17" fmla="*/ 12108 w 65923"/>
                <a:gd name="connsiteY17" fmla="*/ 33577 h 87300"/>
                <a:gd name="connsiteX18" fmla="*/ 12108 w 65923"/>
                <a:gd name="connsiteY18" fmla="*/ 25518 h 87300"/>
                <a:gd name="connsiteX19" fmla="*/ 14799 w 65923"/>
                <a:gd name="connsiteY19" fmla="*/ 18803 h 87300"/>
                <a:gd name="connsiteX20" fmla="*/ 18835 w 65923"/>
                <a:gd name="connsiteY20" fmla="*/ 18803 h 87300"/>
                <a:gd name="connsiteX21" fmla="*/ 21526 w 65923"/>
                <a:gd name="connsiteY21" fmla="*/ 16117 h 87300"/>
                <a:gd name="connsiteX22" fmla="*/ 22871 w 65923"/>
                <a:gd name="connsiteY22" fmla="*/ 9402 h 87300"/>
                <a:gd name="connsiteX23" fmla="*/ 25562 w 65923"/>
                <a:gd name="connsiteY23" fmla="*/ 5372 h 87300"/>
                <a:gd name="connsiteX24" fmla="*/ 32289 w 65923"/>
                <a:gd name="connsiteY24" fmla="*/ 0 h 87300"/>
                <a:gd name="connsiteX25" fmla="*/ 37671 w 65923"/>
                <a:gd name="connsiteY25" fmla="*/ 0 h 87300"/>
                <a:gd name="connsiteX26" fmla="*/ 43052 w 65923"/>
                <a:gd name="connsiteY26" fmla="*/ 8058 h 87300"/>
                <a:gd name="connsiteX27" fmla="*/ 45743 w 65923"/>
                <a:gd name="connsiteY27" fmla="*/ 13431 h 87300"/>
                <a:gd name="connsiteX28" fmla="*/ 45743 w 65923"/>
                <a:gd name="connsiteY28" fmla="*/ 17460 h 87300"/>
                <a:gd name="connsiteX29" fmla="*/ 47088 w 65923"/>
                <a:gd name="connsiteY29" fmla="*/ 21489 h 87300"/>
                <a:gd name="connsiteX30" fmla="*/ 49779 w 65923"/>
                <a:gd name="connsiteY30" fmla="*/ 22832 h 87300"/>
                <a:gd name="connsiteX31" fmla="*/ 49779 w 65923"/>
                <a:gd name="connsiteY31" fmla="*/ 28205 h 87300"/>
                <a:gd name="connsiteX32" fmla="*/ 53815 w 65923"/>
                <a:gd name="connsiteY32" fmla="*/ 29548 h 87300"/>
                <a:gd name="connsiteX33" fmla="*/ 53815 w 65923"/>
                <a:gd name="connsiteY33" fmla="*/ 32234 h 87300"/>
                <a:gd name="connsiteX34" fmla="*/ 56506 w 65923"/>
                <a:gd name="connsiteY34" fmla="*/ 37606 h 87300"/>
                <a:gd name="connsiteX35" fmla="*/ 60542 w 65923"/>
                <a:gd name="connsiteY35" fmla="*/ 38949 h 87300"/>
                <a:gd name="connsiteX36" fmla="*/ 60542 w 65923"/>
                <a:gd name="connsiteY36" fmla="*/ 40292 h 87300"/>
                <a:gd name="connsiteX37" fmla="*/ 63233 w 65923"/>
                <a:gd name="connsiteY37" fmla="*/ 45665 h 87300"/>
                <a:gd name="connsiteX38" fmla="*/ 65923 w 65923"/>
                <a:gd name="connsiteY38" fmla="*/ 55066 h 87300"/>
                <a:gd name="connsiteX39" fmla="*/ 60542 w 65923"/>
                <a:gd name="connsiteY39" fmla="*/ 59095 h 87300"/>
                <a:gd name="connsiteX40" fmla="*/ 57851 w 65923"/>
                <a:gd name="connsiteY40" fmla="*/ 61782 h 87300"/>
                <a:gd name="connsiteX41" fmla="*/ 52470 w 65923"/>
                <a:gd name="connsiteY41" fmla="*/ 61782 h 87300"/>
                <a:gd name="connsiteX42" fmla="*/ 49779 w 65923"/>
                <a:gd name="connsiteY42" fmla="*/ 63125 h 87300"/>
                <a:gd name="connsiteX43" fmla="*/ 52470 w 65923"/>
                <a:gd name="connsiteY43" fmla="*/ 65811 h 87300"/>
                <a:gd name="connsiteX44" fmla="*/ 55161 w 65923"/>
                <a:gd name="connsiteY44" fmla="*/ 65811 h 87300"/>
                <a:gd name="connsiteX45" fmla="*/ 56506 w 65923"/>
                <a:gd name="connsiteY45" fmla="*/ 73869 h 87300"/>
                <a:gd name="connsiteX46" fmla="*/ 55161 w 65923"/>
                <a:gd name="connsiteY46" fmla="*/ 79242 h 87300"/>
                <a:gd name="connsiteX47" fmla="*/ 45743 w 65923"/>
                <a:gd name="connsiteY47" fmla="*/ 84614 h 87300"/>
                <a:gd name="connsiteX48" fmla="*/ 43052 w 65923"/>
                <a:gd name="connsiteY48" fmla="*/ 87300 h 87300"/>
                <a:gd name="connsiteX49" fmla="*/ 40361 w 65923"/>
                <a:gd name="connsiteY49" fmla="*/ 87300 h 87300"/>
                <a:gd name="connsiteX50" fmla="*/ 40361 w 65923"/>
                <a:gd name="connsiteY50" fmla="*/ 83271 h 87300"/>
                <a:gd name="connsiteX51" fmla="*/ 37671 w 65923"/>
                <a:gd name="connsiteY51" fmla="*/ 80585 h 87300"/>
                <a:gd name="connsiteX52" fmla="*/ 32289 w 65923"/>
                <a:gd name="connsiteY52" fmla="*/ 84614 h 87300"/>
                <a:gd name="connsiteX53" fmla="*/ 26908 w 65923"/>
                <a:gd name="connsiteY53" fmla="*/ 83271 h 87300"/>
                <a:gd name="connsiteX54" fmla="*/ 20181 w 65923"/>
                <a:gd name="connsiteY54" fmla="*/ 85957 h 87300"/>
                <a:gd name="connsiteX55" fmla="*/ 16144 w 65923"/>
                <a:gd name="connsiteY55" fmla="*/ 84614 h 87300"/>
                <a:gd name="connsiteX56" fmla="*/ 16144 w 65923"/>
                <a:gd name="connsiteY56" fmla="*/ 79242 h 87300"/>
                <a:gd name="connsiteX57" fmla="*/ 12108 w 65923"/>
                <a:gd name="connsiteY57" fmla="*/ 79242 h 87300"/>
                <a:gd name="connsiteX58" fmla="*/ 10763 w 65923"/>
                <a:gd name="connsiteY58" fmla="*/ 83271 h 8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5923" h="87300">
                  <a:moveTo>
                    <a:pt x="5381" y="84614"/>
                  </a:moveTo>
                  <a:lnTo>
                    <a:pt x="5381" y="79242"/>
                  </a:lnTo>
                  <a:lnTo>
                    <a:pt x="8072" y="75212"/>
                  </a:lnTo>
                  <a:lnTo>
                    <a:pt x="5381" y="72526"/>
                  </a:lnTo>
                  <a:lnTo>
                    <a:pt x="5381" y="65811"/>
                  </a:lnTo>
                  <a:lnTo>
                    <a:pt x="0" y="63125"/>
                  </a:lnTo>
                  <a:lnTo>
                    <a:pt x="2691" y="60438"/>
                  </a:lnTo>
                  <a:lnTo>
                    <a:pt x="4036" y="56409"/>
                  </a:lnTo>
                  <a:lnTo>
                    <a:pt x="9418" y="56409"/>
                  </a:lnTo>
                  <a:lnTo>
                    <a:pt x="14799" y="61782"/>
                  </a:lnTo>
                  <a:lnTo>
                    <a:pt x="17490" y="61782"/>
                  </a:lnTo>
                  <a:lnTo>
                    <a:pt x="17490" y="57752"/>
                  </a:lnTo>
                  <a:lnTo>
                    <a:pt x="12108" y="49694"/>
                  </a:lnTo>
                  <a:lnTo>
                    <a:pt x="8072" y="47008"/>
                  </a:lnTo>
                  <a:lnTo>
                    <a:pt x="6727" y="42978"/>
                  </a:lnTo>
                  <a:lnTo>
                    <a:pt x="12108" y="42978"/>
                  </a:lnTo>
                  <a:lnTo>
                    <a:pt x="8072" y="38949"/>
                  </a:lnTo>
                  <a:lnTo>
                    <a:pt x="12108" y="33577"/>
                  </a:lnTo>
                  <a:lnTo>
                    <a:pt x="12108" y="25518"/>
                  </a:lnTo>
                  <a:lnTo>
                    <a:pt x="14799" y="18803"/>
                  </a:lnTo>
                  <a:lnTo>
                    <a:pt x="18835" y="18803"/>
                  </a:lnTo>
                  <a:lnTo>
                    <a:pt x="21526" y="16117"/>
                  </a:lnTo>
                  <a:lnTo>
                    <a:pt x="22871" y="9402"/>
                  </a:lnTo>
                  <a:lnTo>
                    <a:pt x="25562" y="5372"/>
                  </a:lnTo>
                  <a:lnTo>
                    <a:pt x="32289" y="0"/>
                  </a:lnTo>
                  <a:lnTo>
                    <a:pt x="37671" y="0"/>
                  </a:lnTo>
                  <a:lnTo>
                    <a:pt x="43052" y="8058"/>
                  </a:lnTo>
                  <a:lnTo>
                    <a:pt x="45743" y="13431"/>
                  </a:lnTo>
                  <a:lnTo>
                    <a:pt x="45743" y="17460"/>
                  </a:lnTo>
                  <a:lnTo>
                    <a:pt x="47088" y="21489"/>
                  </a:lnTo>
                  <a:lnTo>
                    <a:pt x="49779" y="22832"/>
                  </a:lnTo>
                  <a:lnTo>
                    <a:pt x="49779" y="28205"/>
                  </a:lnTo>
                  <a:lnTo>
                    <a:pt x="53815" y="29548"/>
                  </a:lnTo>
                  <a:lnTo>
                    <a:pt x="53815" y="32234"/>
                  </a:lnTo>
                  <a:lnTo>
                    <a:pt x="56506" y="37606"/>
                  </a:lnTo>
                  <a:lnTo>
                    <a:pt x="60542" y="38949"/>
                  </a:lnTo>
                  <a:lnTo>
                    <a:pt x="60542" y="40292"/>
                  </a:lnTo>
                  <a:lnTo>
                    <a:pt x="63233" y="45665"/>
                  </a:lnTo>
                  <a:lnTo>
                    <a:pt x="65923" y="55066"/>
                  </a:lnTo>
                  <a:lnTo>
                    <a:pt x="60542" y="59095"/>
                  </a:lnTo>
                  <a:lnTo>
                    <a:pt x="57851" y="61782"/>
                  </a:lnTo>
                  <a:lnTo>
                    <a:pt x="52470" y="61782"/>
                  </a:lnTo>
                  <a:lnTo>
                    <a:pt x="49779" y="63125"/>
                  </a:lnTo>
                  <a:lnTo>
                    <a:pt x="52470" y="65811"/>
                  </a:lnTo>
                  <a:lnTo>
                    <a:pt x="55161" y="65811"/>
                  </a:lnTo>
                  <a:lnTo>
                    <a:pt x="56506" y="73869"/>
                  </a:lnTo>
                  <a:lnTo>
                    <a:pt x="55161" y="79242"/>
                  </a:lnTo>
                  <a:lnTo>
                    <a:pt x="45743" y="84614"/>
                  </a:lnTo>
                  <a:lnTo>
                    <a:pt x="43052" y="87300"/>
                  </a:lnTo>
                  <a:lnTo>
                    <a:pt x="40361" y="87300"/>
                  </a:lnTo>
                  <a:lnTo>
                    <a:pt x="40361" y="83271"/>
                  </a:lnTo>
                  <a:lnTo>
                    <a:pt x="37671" y="80585"/>
                  </a:lnTo>
                  <a:lnTo>
                    <a:pt x="32289" y="84614"/>
                  </a:lnTo>
                  <a:lnTo>
                    <a:pt x="26908" y="83271"/>
                  </a:lnTo>
                  <a:lnTo>
                    <a:pt x="20181" y="85957"/>
                  </a:lnTo>
                  <a:lnTo>
                    <a:pt x="16144" y="84614"/>
                  </a:lnTo>
                  <a:lnTo>
                    <a:pt x="16144" y="79242"/>
                  </a:lnTo>
                  <a:lnTo>
                    <a:pt x="12108" y="79242"/>
                  </a:lnTo>
                  <a:lnTo>
                    <a:pt x="10763" y="8327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1" name="Freeform 990">
              <a:extLst>
                <a:ext uri="{FF2B5EF4-FFF2-40B4-BE49-F238E27FC236}">
                  <a16:creationId xmlns:a16="http://schemas.microsoft.com/office/drawing/2014/main" id="{51C57C8C-08E3-1040-C805-9B1BBAD8BBF2}"/>
                </a:ext>
              </a:extLst>
            </p:cNvPr>
            <p:cNvSpPr/>
            <p:nvPr/>
          </p:nvSpPr>
          <p:spPr>
            <a:xfrm>
              <a:off x="5707090" y="1664876"/>
              <a:ext cx="5381" cy="13430"/>
            </a:xfrm>
            <a:custGeom>
              <a:avLst/>
              <a:gdLst>
                <a:gd name="connsiteX0" fmla="*/ 1345 w 5381"/>
                <a:gd name="connsiteY0" fmla="*/ 13431 h 13430"/>
                <a:gd name="connsiteX1" fmla="*/ 4036 w 5381"/>
                <a:gd name="connsiteY1" fmla="*/ 13431 h 13430"/>
                <a:gd name="connsiteX2" fmla="*/ 5382 w 5381"/>
                <a:gd name="connsiteY2" fmla="*/ 9402 h 13430"/>
                <a:gd name="connsiteX3" fmla="*/ 4036 w 5381"/>
                <a:gd name="connsiteY3" fmla="*/ 0 h 13430"/>
                <a:gd name="connsiteX4" fmla="*/ 1345 w 5381"/>
                <a:gd name="connsiteY4" fmla="*/ 0 h 13430"/>
                <a:gd name="connsiteX5" fmla="*/ 0 w 5381"/>
                <a:gd name="connsiteY5" fmla="*/ 2686 h 13430"/>
                <a:gd name="connsiteX6" fmla="*/ 0 w 5381"/>
                <a:gd name="connsiteY6" fmla="*/ 9402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13430">
                  <a:moveTo>
                    <a:pt x="1345" y="13431"/>
                  </a:moveTo>
                  <a:lnTo>
                    <a:pt x="4036" y="13431"/>
                  </a:lnTo>
                  <a:lnTo>
                    <a:pt x="5382" y="9402"/>
                  </a:lnTo>
                  <a:lnTo>
                    <a:pt x="4036" y="0"/>
                  </a:lnTo>
                  <a:lnTo>
                    <a:pt x="1345" y="0"/>
                  </a:lnTo>
                  <a:lnTo>
                    <a:pt x="0" y="2686"/>
                  </a:lnTo>
                  <a:lnTo>
                    <a:pt x="0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2" name="Freeform 991">
              <a:extLst>
                <a:ext uri="{FF2B5EF4-FFF2-40B4-BE49-F238E27FC236}">
                  <a16:creationId xmlns:a16="http://schemas.microsoft.com/office/drawing/2014/main" id="{551D9E54-35C6-B1E9-55FB-07005D8AA848}"/>
                </a:ext>
              </a:extLst>
            </p:cNvPr>
            <p:cNvSpPr/>
            <p:nvPr/>
          </p:nvSpPr>
          <p:spPr>
            <a:xfrm>
              <a:off x="5725925" y="1737402"/>
              <a:ext cx="22871" cy="28204"/>
            </a:xfrm>
            <a:custGeom>
              <a:avLst/>
              <a:gdLst>
                <a:gd name="connsiteX0" fmla="*/ 2691 w 22871"/>
                <a:gd name="connsiteY0" fmla="*/ 20146 h 28204"/>
                <a:gd name="connsiteX1" fmla="*/ 2691 w 22871"/>
                <a:gd name="connsiteY1" fmla="*/ 24175 h 28204"/>
                <a:gd name="connsiteX2" fmla="*/ 5381 w 22871"/>
                <a:gd name="connsiteY2" fmla="*/ 28205 h 28204"/>
                <a:gd name="connsiteX3" fmla="*/ 12108 w 22871"/>
                <a:gd name="connsiteY3" fmla="*/ 28205 h 28204"/>
                <a:gd name="connsiteX4" fmla="*/ 17490 w 22871"/>
                <a:gd name="connsiteY4" fmla="*/ 25518 h 28204"/>
                <a:gd name="connsiteX5" fmla="*/ 22871 w 22871"/>
                <a:gd name="connsiteY5" fmla="*/ 16117 h 28204"/>
                <a:gd name="connsiteX6" fmla="*/ 22871 w 22871"/>
                <a:gd name="connsiteY6" fmla="*/ 13431 h 28204"/>
                <a:gd name="connsiteX7" fmla="*/ 21526 w 22871"/>
                <a:gd name="connsiteY7" fmla="*/ 12088 h 28204"/>
                <a:gd name="connsiteX8" fmla="*/ 21526 w 22871"/>
                <a:gd name="connsiteY8" fmla="*/ 9402 h 28204"/>
                <a:gd name="connsiteX9" fmla="*/ 18835 w 22871"/>
                <a:gd name="connsiteY9" fmla="*/ 5372 h 28204"/>
                <a:gd name="connsiteX10" fmla="*/ 14799 w 22871"/>
                <a:gd name="connsiteY10" fmla="*/ 5372 h 28204"/>
                <a:gd name="connsiteX11" fmla="*/ 12108 w 22871"/>
                <a:gd name="connsiteY11" fmla="*/ 0 h 28204"/>
                <a:gd name="connsiteX12" fmla="*/ 9418 w 22871"/>
                <a:gd name="connsiteY12" fmla="*/ 0 h 28204"/>
                <a:gd name="connsiteX13" fmla="*/ 4036 w 22871"/>
                <a:gd name="connsiteY13" fmla="*/ 4029 h 28204"/>
                <a:gd name="connsiteX14" fmla="*/ 2691 w 22871"/>
                <a:gd name="connsiteY14" fmla="*/ 9402 h 28204"/>
                <a:gd name="connsiteX15" fmla="*/ 0 w 22871"/>
                <a:gd name="connsiteY15" fmla="*/ 13431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2871" h="28204">
                  <a:moveTo>
                    <a:pt x="2691" y="20146"/>
                  </a:moveTo>
                  <a:lnTo>
                    <a:pt x="2691" y="24175"/>
                  </a:lnTo>
                  <a:lnTo>
                    <a:pt x="5381" y="28205"/>
                  </a:lnTo>
                  <a:lnTo>
                    <a:pt x="12108" y="28205"/>
                  </a:lnTo>
                  <a:lnTo>
                    <a:pt x="17490" y="25518"/>
                  </a:lnTo>
                  <a:lnTo>
                    <a:pt x="22871" y="16117"/>
                  </a:lnTo>
                  <a:lnTo>
                    <a:pt x="22871" y="13431"/>
                  </a:lnTo>
                  <a:lnTo>
                    <a:pt x="21526" y="12088"/>
                  </a:lnTo>
                  <a:lnTo>
                    <a:pt x="21526" y="9402"/>
                  </a:lnTo>
                  <a:lnTo>
                    <a:pt x="18835" y="5372"/>
                  </a:lnTo>
                  <a:lnTo>
                    <a:pt x="14799" y="5372"/>
                  </a:lnTo>
                  <a:lnTo>
                    <a:pt x="12108" y="0"/>
                  </a:lnTo>
                  <a:lnTo>
                    <a:pt x="9418" y="0"/>
                  </a:lnTo>
                  <a:lnTo>
                    <a:pt x="4036" y="4029"/>
                  </a:lnTo>
                  <a:lnTo>
                    <a:pt x="2691" y="9402"/>
                  </a:lnTo>
                  <a:lnTo>
                    <a:pt x="0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3" name="Freeform 992">
              <a:extLst>
                <a:ext uri="{FF2B5EF4-FFF2-40B4-BE49-F238E27FC236}">
                  <a16:creationId xmlns:a16="http://schemas.microsoft.com/office/drawing/2014/main" id="{59CC2EB7-5AFF-CD3B-A6F8-3A38FBF55F37}"/>
                </a:ext>
              </a:extLst>
            </p:cNvPr>
            <p:cNvSpPr/>
            <p:nvPr/>
          </p:nvSpPr>
          <p:spPr>
            <a:xfrm>
              <a:off x="5720543" y="1758891"/>
              <a:ext cx="5381" cy="9401"/>
            </a:xfrm>
            <a:custGeom>
              <a:avLst/>
              <a:gdLst>
                <a:gd name="connsiteX0" fmla="*/ 1345 w 5381"/>
                <a:gd name="connsiteY0" fmla="*/ 0 h 9401"/>
                <a:gd name="connsiteX1" fmla="*/ 0 w 5381"/>
                <a:gd name="connsiteY1" fmla="*/ 2686 h 9401"/>
                <a:gd name="connsiteX2" fmla="*/ 1345 w 5381"/>
                <a:gd name="connsiteY2" fmla="*/ 8058 h 9401"/>
                <a:gd name="connsiteX3" fmla="*/ 4036 w 5381"/>
                <a:gd name="connsiteY3" fmla="*/ 9402 h 9401"/>
                <a:gd name="connsiteX4" fmla="*/ 5382 w 5381"/>
                <a:gd name="connsiteY4" fmla="*/ 8058 h 9401"/>
                <a:gd name="connsiteX5" fmla="*/ 5382 w 5381"/>
                <a:gd name="connsiteY5" fmla="*/ 4029 h 9401"/>
                <a:gd name="connsiteX6" fmla="*/ 2691 w 5381"/>
                <a:gd name="connsiteY6" fmla="*/ 2686 h 9401"/>
                <a:gd name="connsiteX7" fmla="*/ 2691 w 5381"/>
                <a:gd name="connsiteY7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9401">
                  <a:moveTo>
                    <a:pt x="1345" y="0"/>
                  </a:moveTo>
                  <a:lnTo>
                    <a:pt x="0" y="2686"/>
                  </a:lnTo>
                  <a:lnTo>
                    <a:pt x="1345" y="8058"/>
                  </a:lnTo>
                  <a:lnTo>
                    <a:pt x="4036" y="9402"/>
                  </a:lnTo>
                  <a:lnTo>
                    <a:pt x="5382" y="8058"/>
                  </a:lnTo>
                  <a:lnTo>
                    <a:pt x="5382" y="4029"/>
                  </a:lnTo>
                  <a:lnTo>
                    <a:pt x="2691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4" name="Freeform 993">
              <a:extLst>
                <a:ext uri="{FF2B5EF4-FFF2-40B4-BE49-F238E27FC236}">
                  <a16:creationId xmlns:a16="http://schemas.microsoft.com/office/drawing/2014/main" id="{D37EC518-28A4-E9D9-1A6B-0EF2D1BC809B}"/>
                </a:ext>
              </a:extLst>
            </p:cNvPr>
            <p:cNvSpPr/>
            <p:nvPr/>
          </p:nvSpPr>
          <p:spPr>
            <a:xfrm>
              <a:off x="5643857" y="1698453"/>
              <a:ext cx="64578" cy="36263"/>
            </a:xfrm>
            <a:custGeom>
              <a:avLst/>
              <a:gdLst>
                <a:gd name="connsiteX0" fmla="*/ 1345 w 64578"/>
                <a:gd name="connsiteY0" fmla="*/ 20146 h 36263"/>
                <a:gd name="connsiteX1" fmla="*/ 0 w 64578"/>
                <a:gd name="connsiteY1" fmla="*/ 12088 h 36263"/>
                <a:gd name="connsiteX2" fmla="*/ 2691 w 64578"/>
                <a:gd name="connsiteY2" fmla="*/ 4029 h 36263"/>
                <a:gd name="connsiteX3" fmla="*/ 6727 w 64578"/>
                <a:gd name="connsiteY3" fmla="*/ 0 h 36263"/>
                <a:gd name="connsiteX4" fmla="*/ 12108 w 64578"/>
                <a:gd name="connsiteY4" fmla="*/ 0 h 36263"/>
                <a:gd name="connsiteX5" fmla="*/ 16144 w 64578"/>
                <a:gd name="connsiteY5" fmla="*/ 0 h 36263"/>
                <a:gd name="connsiteX6" fmla="*/ 20181 w 64578"/>
                <a:gd name="connsiteY6" fmla="*/ 1343 h 36263"/>
                <a:gd name="connsiteX7" fmla="*/ 24217 w 64578"/>
                <a:gd name="connsiteY7" fmla="*/ 0 h 36263"/>
                <a:gd name="connsiteX8" fmla="*/ 26908 w 64578"/>
                <a:gd name="connsiteY8" fmla="*/ 1343 h 36263"/>
                <a:gd name="connsiteX9" fmla="*/ 26908 w 64578"/>
                <a:gd name="connsiteY9" fmla="*/ 4029 h 36263"/>
                <a:gd name="connsiteX10" fmla="*/ 32289 w 64578"/>
                <a:gd name="connsiteY10" fmla="*/ 4029 h 36263"/>
                <a:gd name="connsiteX11" fmla="*/ 33634 w 64578"/>
                <a:gd name="connsiteY11" fmla="*/ 2686 h 36263"/>
                <a:gd name="connsiteX12" fmla="*/ 37671 w 64578"/>
                <a:gd name="connsiteY12" fmla="*/ 5372 h 36263"/>
                <a:gd name="connsiteX13" fmla="*/ 41707 w 64578"/>
                <a:gd name="connsiteY13" fmla="*/ 5372 h 36263"/>
                <a:gd name="connsiteX14" fmla="*/ 47088 w 64578"/>
                <a:gd name="connsiteY14" fmla="*/ 12088 h 36263"/>
                <a:gd name="connsiteX15" fmla="*/ 49779 w 64578"/>
                <a:gd name="connsiteY15" fmla="*/ 14774 h 36263"/>
                <a:gd name="connsiteX16" fmla="*/ 48434 w 64578"/>
                <a:gd name="connsiteY16" fmla="*/ 16117 h 36263"/>
                <a:gd name="connsiteX17" fmla="*/ 49779 w 64578"/>
                <a:gd name="connsiteY17" fmla="*/ 18803 h 36263"/>
                <a:gd name="connsiteX18" fmla="*/ 53815 w 64578"/>
                <a:gd name="connsiteY18" fmla="*/ 18803 h 36263"/>
                <a:gd name="connsiteX19" fmla="*/ 56506 w 64578"/>
                <a:gd name="connsiteY19" fmla="*/ 16117 h 36263"/>
                <a:gd name="connsiteX20" fmla="*/ 60542 w 64578"/>
                <a:gd name="connsiteY20" fmla="*/ 21489 h 36263"/>
                <a:gd name="connsiteX21" fmla="*/ 63233 w 64578"/>
                <a:gd name="connsiteY21" fmla="*/ 22832 h 36263"/>
                <a:gd name="connsiteX22" fmla="*/ 63233 w 64578"/>
                <a:gd name="connsiteY22" fmla="*/ 26862 h 36263"/>
                <a:gd name="connsiteX23" fmla="*/ 64578 w 64578"/>
                <a:gd name="connsiteY23" fmla="*/ 29548 h 36263"/>
                <a:gd name="connsiteX24" fmla="*/ 61887 w 64578"/>
                <a:gd name="connsiteY24" fmla="*/ 30891 h 36263"/>
                <a:gd name="connsiteX25" fmla="*/ 56506 w 64578"/>
                <a:gd name="connsiteY25" fmla="*/ 29548 h 36263"/>
                <a:gd name="connsiteX26" fmla="*/ 49779 w 64578"/>
                <a:gd name="connsiteY26" fmla="*/ 36263 h 36263"/>
                <a:gd name="connsiteX27" fmla="*/ 45743 w 64578"/>
                <a:gd name="connsiteY27" fmla="*/ 36263 h 36263"/>
                <a:gd name="connsiteX28" fmla="*/ 39016 w 64578"/>
                <a:gd name="connsiteY28" fmla="*/ 32234 h 36263"/>
                <a:gd name="connsiteX29" fmla="*/ 30944 w 64578"/>
                <a:gd name="connsiteY29" fmla="*/ 32234 h 36263"/>
                <a:gd name="connsiteX30" fmla="*/ 24217 w 64578"/>
                <a:gd name="connsiteY30" fmla="*/ 26862 h 36263"/>
                <a:gd name="connsiteX31" fmla="*/ 17490 w 64578"/>
                <a:gd name="connsiteY31" fmla="*/ 26862 h 36263"/>
                <a:gd name="connsiteX32" fmla="*/ 13454 w 64578"/>
                <a:gd name="connsiteY32" fmla="*/ 24175 h 36263"/>
                <a:gd name="connsiteX33" fmla="*/ 9418 w 64578"/>
                <a:gd name="connsiteY33" fmla="*/ 20146 h 36263"/>
                <a:gd name="connsiteX34" fmla="*/ 4036 w 64578"/>
                <a:gd name="connsiteY34" fmla="*/ 21489 h 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4578" h="36263">
                  <a:moveTo>
                    <a:pt x="1345" y="20146"/>
                  </a:moveTo>
                  <a:lnTo>
                    <a:pt x="0" y="12088"/>
                  </a:lnTo>
                  <a:lnTo>
                    <a:pt x="2691" y="4029"/>
                  </a:lnTo>
                  <a:lnTo>
                    <a:pt x="6727" y="0"/>
                  </a:lnTo>
                  <a:lnTo>
                    <a:pt x="12108" y="0"/>
                  </a:lnTo>
                  <a:lnTo>
                    <a:pt x="16144" y="0"/>
                  </a:lnTo>
                  <a:lnTo>
                    <a:pt x="20181" y="1343"/>
                  </a:lnTo>
                  <a:lnTo>
                    <a:pt x="24217" y="0"/>
                  </a:lnTo>
                  <a:lnTo>
                    <a:pt x="26908" y="1343"/>
                  </a:lnTo>
                  <a:lnTo>
                    <a:pt x="26908" y="4029"/>
                  </a:lnTo>
                  <a:lnTo>
                    <a:pt x="32289" y="4029"/>
                  </a:lnTo>
                  <a:lnTo>
                    <a:pt x="33634" y="2686"/>
                  </a:lnTo>
                  <a:lnTo>
                    <a:pt x="37671" y="5372"/>
                  </a:lnTo>
                  <a:lnTo>
                    <a:pt x="41707" y="5372"/>
                  </a:lnTo>
                  <a:lnTo>
                    <a:pt x="47088" y="12088"/>
                  </a:lnTo>
                  <a:lnTo>
                    <a:pt x="49779" y="14774"/>
                  </a:lnTo>
                  <a:lnTo>
                    <a:pt x="48434" y="16117"/>
                  </a:lnTo>
                  <a:lnTo>
                    <a:pt x="49779" y="18803"/>
                  </a:lnTo>
                  <a:lnTo>
                    <a:pt x="53815" y="18803"/>
                  </a:lnTo>
                  <a:lnTo>
                    <a:pt x="56506" y="16117"/>
                  </a:lnTo>
                  <a:lnTo>
                    <a:pt x="60542" y="21489"/>
                  </a:lnTo>
                  <a:lnTo>
                    <a:pt x="63233" y="22832"/>
                  </a:lnTo>
                  <a:lnTo>
                    <a:pt x="63233" y="26862"/>
                  </a:lnTo>
                  <a:lnTo>
                    <a:pt x="64578" y="29548"/>
                  </a:lnTo>
                  <a:lnTo>
                    <a:pt x="61887" y="30891"/>
                  </a:lnTo>
                  <a:lnTo>
                    <a:pt x="56506" y="29548"/>
                  </a:lnTo>
                  <a:lnTo>
                    <a:pt x="49779" y="36263"/>
                  </a:lnTo>
                  <a:lnTo>
                    <a:pt x="45743" y="36263"/>
                  </a:lnTo>
                  <a:lnTo>
                    <a:pt x="39016" y="32234"/>
                  </a:lnTo>
                  <a:lnTo>
                    <a:pt x="30944" y="32234"/>
                  </a:lnTo>
                  <a:lnTo>
                    <a:pt x="24217" y="26862"/>
                  </a:lnTo>
                  <a:lnTo>
                    <a:pt x="17490" y="26862"/>
                  </a:lnTo>
                  <a:lnTo>
                    <a:pt x="13454" y="24175"/>
                  </a:lnTo>
                  <a:lnTo>
                    <a:pt x="9418" y="20146"/>
                  </a:lnTo>
                  <a:lnTo>
                    <a:pt x="4036" y="2148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5" name="Freeform 994">
              <a:extLst>
                <a:ext uri="{FF2B5EF4-FFF2-40B4-BE49-F238E27FC236}">
                  <a16:creationId xmlns:a16="http://schemas.microsoft.com/office/drawing/2014/main" id="{43050C7B-DEF7-91B0-FD4C-EC01D72D7C21}"/>
                </a:ext>
              </a:extLst>
            </p:cNvPr>
            <p:cNvSpPr/>
            <p:nvPr/>
          </p:nvSpPr>
          <p:spPr>
            <a:xfrm>
              <a:off x="5581970" y="1628613"/>
              <a:ext cx="5381" cy="5372"/>
            </a:xfrm>
            <a:custGeom>
              <a:avLst/>
              <a:gdLst>
                <a:gd name="connsiteX0" fmla="*/ 0 w 5381"/>
                <a:gd name="connsiteY0" fmla="*/ 4029 h 5372"/>
                <a:gd name="connsiteX1" fmla="*/ 1345 w 5381"/>
                <a:gd name="connsiteY1" fmla="*/ 1343 h 5372"/>
                <a:gd name="connsiteX2" fmla="*/ 4036 w 5381"/>
                <a:gd name="connsiteY2" fmla="*/ 0 h 5372"/>
                <a:gd name="connsiteX3" fmla="*/ 5382 w 5381"/>
                <a:gd name="connsiteY3" fmla="*/ 1343 h 5372"/>
                <a:gd name="connsiteX4" fmla="*/ 4036 w 5381"/>
                <a:gd name="connsiteY4" fmla="*/ 5372 h 5372"/>
                <a:gd name="connsiteX5" fmla="*/ 1345 w 5381"/>
                <a:gd name="connsiteY5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5372">
                  <a:moveTo>
                    <a:pt x="0" y="4029"/>
                  </a:moveTo>
                  <a:lnTo>
                    <a:pt x="1345" y="1343"/>
                  </a:lnTo>
                  <a:lnTo>
                    <a:pt x="4036" y="0"/>
                  </a:lnTo>
                  <a:lnTo>
                    <a:pt x="5382" y="1343"/>
                  </a:lnTo>
                  <a:lnTo>
                    <a:pt x="4036" y="5372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6" name="Freeform 995">
              <a:extLst>
                <a:ext uri="{FF2B5EF4-FFF2-40B4-BE49-F238E27FC236}">
                  <a16:creationId xmlns:a16="http://schemas.microsoft.com/office/drawing/2014/main" id="{4C602F43-3D51-30C3-4A91-BC8AAEA21ED6}"/>
                </a:ext>
              </a:extLst>
            </p:cNvPr>
            <p:cNvSpPr/>
            <p:nvPr/>
          </p:nvSpPr>
          <p:spPr>
            <a:xfrm>
              <a:off x="5538918" y="1517137"/>
              <a:ext cx="110320" cy="159826"/>
            </a:xfrm>
            <a:custGeom>
              <a:avLst/>
              <a:gdLst>
                <a:gd name="connsiteX0" fmla="*/ 47088 w 110320"/>
                <a:gd name="connsiteY0" fmla="*/ 145052 h 159826"/>
                <a:gd name="connsiteX1" fmla="*/ 49779 w 110320"/>
                <a:gd name="connsiteY1" fmla="*/ 153111 h 159826"/>
                <a:gd name="connsiteX2" fmla="*/ 52470 w 110320"/>
                <a:gd name="connsiteY2" fmla="*/ 157140 h 159826"/>
                <a:gd name="connsiteX3" fmla="*/ 55161 w 110320"/>
                <a:gd name="connsiteY3" fmla="*/ 157140 h 159826"/>
                <a:gd name="connsiteX4" fmla="*/ 59197 w 110320"/>
                <a:gd name="connsiteY4" fmla="*/ 157140 h 159826"/>
                <a:gd name="connsiteX5" fmla="*/ 61887 w 110320"/>
                <a:gd name="connsiteY5" fmla="*/ 159826 h 159826"/>
                <a:gd name="connsiteX6" fmla="*/ 65924 w 110320"/>
                <a:gd name="connsiteY6" fmla="*/ 159826 h 159826"/>
                <a:gd name="connsiteX7" fmla="*/ 73996 w 110320"/>
                <a:gd name="connsiteY7" fmla="*/ 154454 h 159826"/>
                <a:gd name="connsiteX8" fmla="*/ 73996 w 110320"/>
                <a:gd name="connsiteY8" fmla="*/ 151768 h 159826"/>
                <a:gd name="connsiteX9" fmla="*/ 78032 w 110320"/>
                <a:gd name="connsiteY9" fmla="*/ 149082 h 159826"/>
                <a:gd name="connsiteX10" fmla="*/ 82068 w 110320"/>
                <a:gd name="connsiteY10" fmla="*/ 142366 h 159826"/>
                <a:gd name="connsiteX11" fmla="*/ 82068 w 110320"/>
                <a:gd name="connsiteY11" fmla="*/ 136994 h 159826"/>
                <a:gd name="connsiteX12" fmla="*/ 84759 w 110320"/>
                <a:gd name="connsiteY12" fmla="*/ 128935 h 159826"/>
                <a:gd name="connsiteX13" fmla="*/ 87449 w 110320"/>
                <a:gd name="connsiteY13" fmla="*/ 122220 h 159826"/>
                <a:gd name="connsiteX14" fmla="*/ 86104 w 110320"/>
                <a:gd name="connsiteY14" fmla="*/ 119534 h 159826"/>
                <a:gd name="connsiteX15" fmla="*/ 86104 w 110320"/>
                <a:gd name="connsiteY15" fmla="*/ 116848 h 159826"/>
                <a:gd name="connsiteX16" fmla="*/ 88795 w 110320"/>
                <a:gd name="connsiteY16" fmla="*/ 114162 h 159826"/>
                <a:gd name="connsiteX17" fmla="*/ 91486 w 110320"/>
                <a:gd name="connsiteY17" fmla="*/ 107446 h 159826"/>
                <a:gd name="connsiteX18" fmla="*/ 95522 w 110320"/>
                <a:gd name="connsiteY18" fmla="*/ 107446 h 159826"/>
                <a:gd name="connsiteX19" fmla="*/ 99558 w 110320"/>
                <a:gd name="connsiteY19" fmla="*/ 103417 h 159826"/>
                <a:gd name="connsiteX20" fmla="*/ 104939 w 110320"/>
                <a:gd name="connsiteY20" fmla="*/ 99388 h 159826"/>
                <a:gd name="connsiteX21" fmla="*/ 106285 w 110320"/>
                <a:gd name="connsiteY21" fmla="*/ 91329 h 159826"/>
                <a:gd name="connsiteX22" fmla="*/ 106285 w 110320"/>
                <a:gd name="connsiteY22" fmla="*/ 87300 h 159826"/>
                <a:gd name="connsiteX23" fmla="*/ 110321 w 110320"/>
                <a:gd name="connsiteY23" fmla="*/ 84614 h 159826"/>
                <a:gd name="connsiteX24" fmla="*/ 110321 w 110320"/>
                <a:gd name="connsiteY24" fmla="*/ 80585 h 159826"/>
                <a:gd name="connsiteX25" fmla="*/ 108976 w 110320"/>
                <a:gd name="connsiteY25" fmla="*/ 76555 h 159826"/>
                <a:gd name="connsiteX26" fmla="*/ 107630 w 110320"/>
                <a:gd name="connsiteY26" fmla="*/ 69840 h 159826"/>
                <a:gd name="connsiteX27" fmla="*/ 104939 w 110320"/>
                <a:gd name="connsiteY27" fmla="*/ 69840 h 159826"/>
                <a:gd name="connsiteX28" fmla="*/ 99558 w 110320"/>
                <a:gd name="connsiteY28" fmla="*/ 68497 h 159826"/>
                <a:gd name="connsiteX29" fmla="*/ 94176 w 110320"/>
                <a:gd name="connsiteY29" fmla="*/ 68497 h 159826"/>
                <a:gd name="connsiteX30" fmla="*/ 92831 w 110320"/>
                <a:gd name="connsiteY30" fmla="*/ 65811 h 159826"/>
                <a:gd name="connsiteX31" fmla="*/ 95522 w 110320"/>
                <a:gd name="connsiteY31" fmla="*/ 61782 h 159826"/>
                <a:gd name="connsiteX32" fmla="*/ 102249 w 110320"/>
                <a:gd name="connsiteY32" fmla="*/ 57752 h 159826"/>
                <a:gd name="connsiteX33" fmla="*/ 102249 w 110320"/>
                <a:gd name="connsiteY33" fmla="*/ 55066 h 159826"/>
                <a:gd name="connsiteX34" fmla="*/ 99558 w 110320"/>
                <a:gd name="connsiteY34" fmla="*/ 51037 h 159826"/>
                <a:gd name="connsiteX35" fmla="*/ 99558 w 110320"/>
                <a:gd name="connsiteY35" fmla="*/ 44322 h 159826"/>
                <a:gd name="connsiteX36" fmla="*/ 100903 w 110320"/>
                <a:gd name="connsiteY36" fmla="*/ 40292 h 159826"/>
                <a:gd name="connsiteX37" fmla="*/ 96867 w 110320"/>
                <a:gd name="connsiteY37" fmla="*/ 34920 h 159826"/>
                <a:gd name="connsiteX38" fmla="*/ 92831 w 110320"/>
                <a:gd name="connsiteY38" fmla="*/ 34920 h 159826"/>
                <a:gd name="connsiteX39" fmla="*/ 87449 w 110320"/>
                <a:gd name="connsiteY39" fmla="*/ 38949 h 159826"/>
                <a:gd name="connsiteX40" fmla="*/ 79377 w 110320"/>
                <a:gd name="connsiteY40" fmla="*/ 40292 h 159826"/>
                <a:gd name="connsiteX41" fmla="*/ 78032 w 110320"/>
                <a:gd name="connsiteY41" fmla="*/ 45665 h 159826"/>
                <a:gd name="connsiteX42" fmla="*/ 73996 w 110320"/>
                <a:gd name="connsiteY42" fmla="*/ 49694 h 159826"/>
                <a:gd name="connsiteX43" fmla="*/ 71305 w 110320"/>
                <a:gd name="connsiteY43" fmla="*/ 48351 h 159826"/>
                <a:gd name="connsiteX44" fmla="*/ 69960 w 110320"/>
                <a:gd name="connsiteY44" fmla="*/ 44322 h 159826"/>
                <a:gd name="connsiteX45" fmla="*/ 75341 w 110320"/>
                <a:gd name="connsiteY45" fmla="*/ 41635 h 159826"/>
                <a:gd name="connsiteX46" fmla="*/ 78032 w 110320"/>
                <a:gd name="connsiteY46" fmla="*/ 37606 h 159826"/>
                <a:gd name="connsiteX47" fmla="*/ 78032 w 110320"/>
                <a:gd name="connsiteY47" fmla="*/ 30891 h 159826"/>
                <a:gd name="connsiteX48" fmla="*/ 80723 w 110320"/>
                <a:gd name="connsiteY48" fmla="*/ 21489 h 159826"/>
                <a:gd name="connsiteX49" fmla="*/ 78032 w 110320"/>
                <a:gd name="connsiteY49" fmla="*/ 16117 h 159826"/>
                <a:gd name="connsiteX50" fmla="*/ 75341 w 110320"/>
                <a:gd name="connsiteY50" fmla="*/ 13431 h 159826"/>
                <a:gd name="connsiteX51" fmla="*/ 73996 w 110320"/>
                <a:gd name="connsiteY51" fmla="*/ 9402 h 159826"/>
                <a:gd name="connsiteX52" fmla="*/ 67269 w 110320"/>
                <a:gd name="connsiteY52" fmla="*/ 5372 h 159826"/>
                <a:gd name="connsiteX53" fmla="*/ 63233 w 110320"/>
                <a:gd name="connsiteY53" fmla="*/ 6715 h 159826"/>
                <a:gd name="connsiteX54" fmla="*/ 56506 w 110320"/>
                <a:gd name="connsiteY54" fmla="*/ 5372 h 159826"/>
                <a:gd name="connsiteX55" fmla="*/ 49779 w 110320"/>
                <a:gd name="connsiteY55" fmla="*/ 10745 h 159826"/>
                <a:gd name="connsiteX56" fmla="*/ 45743 w 110320"/>
                <a:gd name="connsiteY56" fmla="*/ 9402 h 159826"/>
                <a:gd name="connsiteX57" fmla="*/ 45743 w 110320"/>
                <a:gd name="connsiteY57" fmla="*/ 1343 h 159826"/>
                <a:gd name="connsiteX58" fmla="*/ 44397 w 110320"/>
                <a:gd name="connsiteY58" fmla="*/ 0 h 159826"/>
                <a:gd name="connsiteX59" fmla="*/ 40361 w 110320"/>
                <a:gd name="connsiteY59" fmla="*/ 4029 h 159826"/>
                <a:gd name="connsiteX60" fmla="*/ 39016 w 110320"/>
                <a:gd name="connsiteY60" fmla="*/ 8058 h 159826"/>
                <a:gd name="connsiteX61" fmla="*/ 33634 w 110320"/>
                <a:gd name="connsiteY61" fmla="*/ 10745 h 159826"/>
                <a:gd name="connsiteX62" fmla="*/ 32289 w 110320"/>
                <a:gd name="connsiteY62" fmla="*/ 16117 h 159826"/>
                <a:gd name="connsiteX63" fmla="*/ 26908 w 110320"/>
                <a:gd name="connsiteY63" fmla="*/ 22832 h 159826"/>
                <a:gd name="connsiteX64" fmla="*/ 26908 w 110320"/>
                <a:gd name="connsiteY64" fmla="*/ 26862 h 159826"/>
                <a:gd name="connsiteX65" fmla="*/ 30944 w 110320"/>
                <a:gd name="connsiteY65" fmla="*/ 29548 h 159826"/>
                <a:gd name="connsiteX66" fmla="*/ 33634 w 110320"/>
                <a:gd name="connsiteY66" fmla="*/ 28205 h 159826"/>
                <a:gd name="connsiteX67" fmla="*/ 39016 w 110320"/>
                <a:gd name="connsiteY67" fmla="*/ 26862 h 159826"/>
                <a:gd name="connsiteX68" fmla="*/ 40361 w 110320"/>
                <a:gd name="connsiteY68" fmla="*/ 28205 h 159826"/>
                <a:gd name="connsiteX69" fmla="*/ 34980 w 110320"/>
                <a:gd name="connsiteY69" fmla="*/ 34920 h 159826"/>
                <a:gd name="connsiteX70" fmla="*/ 28253 w 110320"/>
                <a:gd name="connsiteY70" fmla="*/ 37606 h 159826"/>
                <a:gd name="connsiteX71" fmla="*/ 22871 w 110320"/>
                <a:gd name="connsiteY71" fmla="*/ 45665 h 159826"/>
                <a:gd name="connsiteX72" fmla="*/ 24217 w 110320"/>
                <a:gd name="connsiteY72" fmla="*/ 47008 h 159826"/>
                <a:gd name="connsiteX73" fmla="*/ 30944 w 110320"/>
                <a:gd name="connsiteY73" fmla="*/ 44322 h 159826"/>
                <a:gd name="connsiteX74" fmla="*/ 39016 w 110320"/>
                <a:gd name="connsiteY74" fmla="*/ 37606 h 159826"/>
                <a:gd name="connsiteX75" fmla="*/ 40361 w 110320"/>
                <a:gd name="connsiteY75" fmla="*/ 37606 h 159826"/>
                <a:gd name="connsiteX76" fmla="*/ 44397 w 110320"/>
                <a:gd name="connsiteY76" fmla="*/ 34920 h 159826"/>
                <a:gd name="connsiteX77" fmla="*/ 47088 w 110320"/>
                <a:gd name="connsiteY77" fmla="*/ 38949 h 159826"/>
                <a:gd name="connsiteX78" fmla="*/ 45743 w 110320"/>
                <a:gd name="connsiteY78" fmla="*/ 45665 h 159826"/>
                <a:gd name="connsiteX79" fmla="*/ 43052 w 110320"/>
                <a:gd name="connsiteY79" fmla="*/ 45665 h 159826"/>
                <a:gd name="connsiteX80" fmla="*/ 36325 w 110320"/>
                <a:gd name="connsiteY80" fmla="*/ 51037 h 159826"/>
                <a:gd name="connsiteX81" fmla="*/ 34980 w 110320"/>
                <a:gd name="connsiteY81" fmla="*/ 55066 h 159826"/>
                <a:gd name="connsiteX82" fmla="*/ 36325 w 110320"/>
                <a:gd name="connsiteY82" fmla="*/ 57752 h 159826"/>
                <a:gd name="connsiteX83" fmla="*/ 44397 w 110320"/>
                <a:gd name="connsiteY83" fmla="*/ 56409 h 159826"/>
                <a:gd name="connsiteX84" fmla="*/ 48434 w 110320"/>
                <a:gd name="connsiteY84" fmla="*/ 59095 h 159826"/>
                <a:gd name="connsiteX85" fmla="*/ 43052 w 110320"/>
                <a:gd name="connsiteY85" fmla="*/ 63125 h 159826"/>
                <a:gd name="connsiteX86" fmla="*/ 34980 w 110320"/>
                <a:gd name="connsiteY86" fmla="*/ 65811 h 159826"/>
                <a:gd name="connsiteX87" fmla="*/ 30944 w 110320"/>
                <a:gd name="connsiteY87" fmla="*/ 64468 h 159826"/>
                <a:gd name="connsiteX88" fmla="*/ 30944 w 110320"/>
                <a:gd name="connsiteY88" fmla="*/ 67154 h 159826"/>
                <a:gd name="connsiteX89" fmla="*/ 36325 w 110320"/>
                <a:gd name="connsiteY89" fmla="*/ 68497 h 159826"/>
                <a:gd name="connsiteX90" fmla="*/ 36325 w 110320"/>
                <a:gd name="connsiteY90" fmla="*/ 72526 h 159826"/>
                <a:gd name="connsiteX91" fmla="*/ 28253 w 110320"/>
                <a:gd name="connsiteY91" fmla="*/ 79242 h 159826"/>
                <a:gd name="connsiteX92" fmla="*/ 25562 w 110320"/>
                <a:gd name="connsiteY92" fmla="*/ 79242 h 159826"/>
                <a:gd name="connsiteX93" fmla="*/ 22871 w 110320"/>
                <a:gd name="connsiteY93" fmla="*/ 72526 h 159826"/>
                <a:gd name="connsiteX94" fmla="*/ 18835 w 110320"/>
                <a:gd name="connsiteY94" fmla="*/ 71183 h 159826"/>
                <a:gd name="connsiteX95" fmla="*/ 14799 w 110320"/>
                <a:gd name="connsiteY95" fmla="*/ 64468 h 159826"/>
                <a:gd name="connsiteX96" fmla="*/ 5382 w 110320"/>
                <a:gd name="connsiteY96" fmla="*/ 69840 h 159826"/>
                <a:gd name="connsiteX97" fmla="*/ 5382 w 110320"/>
                <a:gd name="connsiteY97" fmla="*/ 72526 h 159826"/>
                <a:gd name="connsiteX98" fmla="*/ 0 w 110320"/>
                <a:gd name="connsiteY98" fmla="*/ 81928 h 159826"/>
                <a:gd name="connsiteX99" fmla="*/ 4036 w 110320"/>
                <a:gd name="connsiteY99" fmla="*/ 87300 h 159826"/>
                <a:gd name="connsiteX100" fmla="*/ 4036 w 110320"/>
                <a:gd name="connsiteY100" fmla="*/ 92672 h 159826"/>
                <a:gd name="connsiteX101" fmla="*/ 8072 w 110320"/>
                <a:gd name="connsiteY101" fmla="*/ 94015 h 159826"/>
                <a:gd name="connsiteX102" fmla="*/ 12109 w 110320"/>
                <a:gd name="connsiteY102" fmla="*/ 91329 h 159826"/>
                <a:gd name="connsiteX103" fmla="*/ 16144 w 110320"/>
                <a:gd name="connsiteY103" fmla="*/ 89986 h 159826"/>
                <a:gd name="connsiteX104" fmla="*/ 24217 w 110320"/>
                <a:gd name="connsiteY104" fmla="*/ 94015 h 159826"/>
                <a:gd name="connsiteX105" fmla="*/ 32289 w 110320"/>
                <a:gd name="connsiteY105" fmla="*/ 92672 h 159826"/>
                <a:gd name="connsiteX106" fmla="*/ 33634 w 110320"/>
                <a:gd name="connsiteY106" fmla="*/ 95358 h 159826"/>
                <a:gd name="connsiteX107" fmla="*/ 41707 w 110320"/>
                <a:gd name="connsiteY107" fmla="*/ 92672 h 159826"/>
                <a:gd name="connsiteX108" fmla="*/ 40361 w 110320"/>
                <a:gd name="connsiteY108" fmla="*/ 96702 h 159826"/>
                <a:gd name="connsiteX109" fmla="*/ 36325 w 110320"/>
                <a:gd name="connsiteY109" fmla="*/ 98045 h 159826"/>
                <a:gd name="connsiteX110" fmla="*/ 34980 w 110320"/>
                <a:gd name="connsiteY110" fmla="*/ 100731 h 159826"/>
                <a:gd name="connsiteX111" fmla="*/ 36325 w 110320"/>
                <a:gd name="connsiteY111" fmla="*/ 106103 h 159826"/>
                <a:gd name="connsiteX112" fmla="*/ 43052 w 110320"/>
                <a:gd name="connsiteY112" fmla="*/ 104760 h 159826"/>
                <a:gd name="connsiteX113" fmla="*/ 48434 w 110320"/>
                <a:gd name="connsiteY113" fmla="*/ 110132 h 159826"/>
                <a:gd name="connsiteX114" fmla="*/ 52470 w 110320"/>
                <a:gd name="connsiteY114" fmla="*/ 118191 h 159826"/>
                <a:gd name="connsiteX115" fmla="*/ 55161 w 110320"/>
                <a:gd name="connsiteY115" fmla="*/ 118191 h 159826"/>
                <a:gd name="connsiteX116" fmla="*/ 57851 w 110320"/>
                <a:gd name="connsiteY116" fmla="*/ 119534 h 159826"/>
                <a:gd name="connsiteX117" fmla="*/ 55161 w 110320"/>
                <a:gd name="connsiteY117" fmla="*/ 123563 h 159826"/>
                <a:gd name="connsiteX118" fmla="*/ 55161 w 110320"/>
                <a:gd name="connsiteY118" fmla="*/ 128935 h 15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110320" h="159826">
                  <a:moveTo>
                    <a:pt x="47088" y="145052"/>
                  </a:moveTo>
                  <a:lnTo>
                    <a:pt x="49779" y="153111"/>
                  </a:lnTo>
                  <a:lnTo>
                    <a:pt x="52470" y="157140"/>
                  </a:lnTo>
                  <a:lnTo>
                    <a:pt x="55161" y="157140"/>
                  </a:lnTo>
                  <a:lnTo>
                    <a:pt x="59197" y="157140"/>
                  </a:lnTo>
                  <a:lnTo>
                    <a:pt x="61887" y="159826"/>
                  </a:lnTo>
                  <a:lnTo>
                    <a:pt x="65924" y="159826"/>
                  </a:lnTo>
                  <a:lnTo>
                    <a:pt x="73996" y="154454"/>
                  </a:lnTo>
                  <a:lnTo>
                    <a:pt x="73996" y="151768"/>
                  </a:lnTo>
                  <a:lnTo>
                    <a:pt x="78032" y="149082"/>
                  </a:lnTo>
                  <a:lnTo>
                    <a:pt x="82068" y="142366"/>
                  </a:lnTo>
                  <a:lnTo>
                    <a:pt x="82068" y="136994"/>
                  </a:lnTo>
                  <a:lnTo>
                    <a:pt x="84759" y="128935"/>
                  </a:lnTo>
                  <a:lnTo>
                    <a:pt x="87449" y="122220"/>
                  </a:lnTo>
                  <a:lnTo>
                    <a:pt x="86104" y="119534"/>
                  </a:lnTo>
                  <a:lnTo>
                    <a:pt x="86104" y="116848"/>
                  </a:lnTo>
                  <a:lnTo>
                    <a:pt x="88795" y="114162"/>
                  </a:lnTo>
                  <a:lnTo>
                    <a:pt x="91486" y="107446"/>
                  </a:lnTo>
                  <a:lnTo>
                    <a:pt x="95522" y="107446"/>
                  </a:lnTo>
                  <a:lnTo>
                    <a:pt x="99558" y="103417"/>
                  </a:lnTo>
                  <a:lnTo>
                    <a:pt x="104939" y="99388"/>
                  </a:lnTo>
                  <a:lnTo>
                    <a:pt x="106285" y="91329"/>
                  </a:lnTo>
                  <a:lnTo>
                    <a:pt x="106285" y="87300"/>
                  </a:lnTo>
                  <a:lnTo>
                    <a:pt x="110321" y="84614"/>
                  </a:lnTo>
                  <a:lnTo>
                    <a:pt x="110321" y="80585"/>
                  </a:lnTo>
                  <a:lnTo>
                    <a:pt x="108976" y="76555"/>
                  </a:lnTo>
                  <a:lnTo>
                    <a:pt x="107630" y="69840"/>
                  </a:lnTo>
                  <a:lnTo>
                    <a:pt x="104939" y="69840"/>
                  </a:lnTo>
                  <a:lnTo>
                    <a:pt x="99558" y="68497"/>
                  </a:lnTo>
                  <a:lnTo>
                    <a:pt x="94176" y="68497"/>
                  </a:lnTo>
                  <a:lnTo>
                    <a:pt x="92831" y="65811"/>
                  </a:lnTo>
                  <a:lnTo>
                    <a:pt x="95522" y="61782"/>
                  </a:lnTo>
                  <a:lnTo>
                    <a:pt x="102249" y="57752"/>
                  </a:lnTo>
                  <a:lnTo>
                    <a:pt x="102249" y="55066"/>
                  </a:lnTo>
                  <a:lnTo>
                    <a:pt x="99558" y="51037"/>
                  </a:lnTo>
                  <a:lnTo>
                    <a:pt x="99558" y="44322"/>
                  </a:lnTo>
                  <a:lnTo>
                    <a:pt x="100903" y="40292"/>
                  </a:lnTo>
                  <a:lnTo>
                    <a:pt x="96867" y="34920"/>
                  </a:lnTo>
                  <a:lnTo>
                    <a:pt x="92831" y="34920"/>
                  </a:lnTo>
                  <a:lnTo>
                    <a:pt x="87449" y="38949"/>
                  </a:lnTo>
                  <a:lnTo>
                    <a:pt x="79377" y="40292"/>
                  </a:lnTo>
                  <a:lnTo>
                    <a:pt x="78032" y="45665"/>
                  </a:lnTo>
                  <a:lnTo>
                    <a:pt x="73996" y="49694"/>
                  </a:lnTo>
                  <a:lnTo>
                    <a:pt x="71305" y="48351"/>
                  </a:lnTo>
                  <a:lnTo>
                    <a:pt x="69960" y="44322"/>
                  </a:lnTo>
                  <a:lnTo>
                    <a:pt x="75341" y="41635"/>
                  </a:lnTo>
                  <a:lnTo>
                    <a:pt x="78032" y="37606"/>
                  </a:lnTo>
                  <a:lnTo>
                    <a:pt x="78032" y="30891"/>
                  </a:lnTo>
                  <a:lnTo>
                    <a:pt x="80723" y="21489"/>
                  </a:lnTo>
                  <a:lnTo>
                    <a:pt x="78032" y="16117"/>
                  </a:lnTo>
                  <a:lnTo>
                    <a:pt x="75341" y="13431"/>
                  </a:lnTo>
                  <a:lnTo>
                    <a:pt x="73996" y="9402"/>
                  </a:lnTo>
                  <a:lnTo>
                    <a:pt x="67269" y="5372"/>
                  </a:lnTo>
                  <a:lnTo>
                    <a:pt x="63233" y="6715"/>
                  </a:lnTo>
                  <a:lnTo>
                    <a:pt x="56506" y="5372"/>
                  </a:lnTo>
                  <a:lnTo>
                    <a:pt x="49779" y="10745"/>
                  </a:lnTo>
                  <a:lnTo>
                    <a:pt x="45743" y="9402"/>
                  </a:lnTo>
                  <a:lnTo>
                    <a:pt x="45743" y="1343"/>
                  </a:lnTo>
                  <a:lnTo>
                    <a:pt x="44397" y="0"/>
                  </a:lnTo>
                  <a:lnTo>
                    <a:pt x="40361" y="4029"/>
                  </a:lnTo>
                  <a:lnTo>
                    <a:pt x="39016" y="8058"/>
                  </a:lnTo>
                  <a:lnTo>
                    <a:pt x="33634" y="10745"/>
                  </a:lnTo>
                  <a:lnTo>
                    <a:pt x="32289" y="16117"/>
                  </a:lnTo>
                  <a:lnTo>
                    <a:pt x="26908" y="22832"/>
                  </a:lnTo>
                  <a:lnTo>
                    <a:pt x="26908" y="26862"/>
                  </a:lnTo>
                  <a:lnTo>
                    <a:pt x="30944" y="29548"/>
                  </a:lnTo>
                  <a:lnTo>
                    <a:pt x="33634" y="28205"/>
                  </a:lnTo>
                  <a:lnTo>
                    <a:pt x="39016" y="26862"/>
                  </a:lnTo>
                  <a:lnTo>
                    <a:pt x="40361" y="28205"/>
                  </a:lnTo>
                  <a:lnTo>
                    <a:pt x="34980" y="34920"/>
                  </a:lnTo>
                  <a:lnTo>
                    <a:pt x="28253" y="37606"/>
                  </a:lnTo>
                  <a:lnTo>
                    <a:pt x="22871" y="45665"/>
                  </a:lnTo>
                  <a:lnTo>
                    <a:pt x="24217" y="47008"/>
                  </a:lnTo>
                  <a:lnTo>
                    <a:pt x="30944" y="44322"/>
                  </a:lnTo>
                  <a:lnTo>
                    <a:pt x="39016" y="37606"/>
                  </a:lnTo>
                  <a:lnTo>
                    <a:pt x="40361" y="37606"/>
                  </a:lnTo>
                  <a:lnTo>
                    <a:pt x="44397" y="34920"/>
                  </a:lnTo>
                  <a:lnTo>
                    <a:pt x="47088" y="38949"/>
                  </a:lnTo>
                  <a:lnTo>
                    <a:pt x="45743" y="45665"/>
                  </a:lnTo>
                  <a:lnTo>
                    <a:pt x="43052" y="45665"/>
                  </a:lnTo>
                  <a:lnTo>
                    <a:pt x="36325" y="51037"/>
                  </a:lnTo>
                  <a:lnTo>
                    <a:pt x="34980" y="55066"/>
                  </a:lnTo>
                  <a:lnTo>
                    <a:pt x="36325" y="57752"/>
                  </a:lnTo>
                  <a:lnTo>
                    <a:pt x="44397" y="56409"/>
                  </a:lnTo>
                  <a:lnTo>
                    <a:pt x="48434" y="59095"/>
                  </a:lnTo>
                  <a:lnTo>
                    <a:pt x="43052" y="63125"/>
                  </a:lnTo>
                  <a:lnTo>
                    <a:pt x="34980" y="65811"/>
                  </a:lnTo>
                  <a:lnTo>
                    <a:pt x="30944" y="64468"/>
                  </a:lnTo>
                  <a:lnTo>
                    <a:pt x="30944" y="67154"/>
                  </a:lnTo>
                  <a:lnTo>
                    <a:pt x="36325" y="68497"/>
                  </a:lnTo>
                  <a:lnTo>
                    <a:pt x="36325" y="72526"/>
                  </a:lnTo>
                  <a:lnTo>
                    <a:pt x="28253" y="79242"/>
                  </a:lnTo>
                  <a:lnTo>
                    <a:pt x="25562" y="79242"/>
                  </a:lnTo>
                  <a:lnTo>
                    <a:pt x="22871" y="72526"/>
                  </a:lnTo>
                  <a:lnTo>
                    <a:pt x="18835" y="71183"/>
                  </a:lnTo>
                  <a:lnTo>
                    <a:pt x="14799" y="64468"/>
                  </a:lnTo>
                  <a:lnTo>
                    <a:pt x="5382" y="69840"/>
                  </a:lnTo>
                  <a:lnTo>
                    <a:pt x="5382" y="72526"/>
                  </a:lnTo>
                  <a:lnTo>
                    <a:pt x="0" y="81928"/>
                  </a:lnTo>
                  <a:lnTo>
                    <a:pt x="4036" y="87300"/>
                  </a:lnTo>
                  <a:lnTo>
                    <a:pt x="4036" y="92672"/>
                  </a:lnTo>
                  <a:lnTo>
                    <a:pt x="8072" y="94015"/>
                  </a:lnTo>
                  <a:lnTo>
                    <a:pt x="12109" y="91329"/>
                  </a:lnTo>
                  <a:lnTo>
                    <a:pt x="16144" y="89986"/>
                  </a:lnTo>
                  <a:lnTo>
                    <a:pt x="24217" y="94015"/>
                  </a:lnTo>
                  <a:lnTo>
                    <a:pt x="32289" y="92672"/>
                  </a:lnTo>
                  <a:lnTo>
                    <a:pt x="33634" y="95358"/>
                  </a:lnTo>
                  <a:lnTo>
                    <a:pt x="41707" y="92672"/>
                  </a:lnTo>
                  <a:lnTo>
                    <a:pt x="40361" y="96702"/>
                  </a:lnTo>
                  <a:lnTo>
                    <a:pt x="36325" y="98045"/>
                  </a:lnTo>
                  <a:lnTo>
                    <a:pt x="34980" y="100731"/>
                  </a:lnTo>
                  <a:lnTo>
                    <a:pt x="36325" y="106103"/>
                  </a:lnTo>
                  <a:lnTo>
                    <a:pt x="43052" y="104760"/>
                  </a:lnTo>
                  <a:lnTo>
                    <a:pt x="48434" y="110132"/>
                  </a:lnTo>
                  <a:lnTo>
                    <a:pt x="52470" y="118191"/>
                  </a:lnTo>
                  <a:lnTo>
                    <a:pt x="55161" y="118191"/>
                  </a:lnTo>
                  <a:lnTo>
                    <a:pt x="57851" y="119534"/>
                  </a:lnTo>
                  <a:lnTo>
                    <a:pt x="55161" y="123563"/>
                  </a:lnTo>
                  <a:lnTo>
                    <a:pt x="55161" y="12893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7" name="Freeform 996">
              <a:extLst>
                <a:ext uri="{FF2B5EF4-FFF2-40B4-BE49-F238E27FC236}">
                  <a16:creationId xmlns:a16="http://schemas.microsoft.com/office/drawing/2014/main" id="{AFD2EA22-7839-F08F-9397-F9C5AA57CD55}"/>
                </a:ext>
              </a:extLst>
            </p:cNvPr>
            <p:cNvSpPr/>
            <p:nvPr/>
          </p:nvSpPr>
          <p:spPr>
            <a:xfrm>
              <a:off x="5559098" y="1616525"/>
              <a:ext cx="12108" cy="8058"/>
            </a:xfrm>
            <a:custGeom>
              <a:avLst/>
              <a:gdLst>
                <a:gd name="connsiteX0" fmla="*/ 0 w 12108"/>
                <a:gd name="connsiteY0" fmla="*/ 8058 h 8058"/>
                <a:gd name="connsiteX1" fmla="*/ 0 w 12108"/>
                <a:gd name="connsiteY1" fmla="*/ 2686 h 8058"/>
                <a:gd name="connsiteX2" fmla="*/ 6727 w 12108"/>
                <a:gd name="connsiteY2" fmla="*/ 0 h 8058"/>
                <a:gd name="connsiteX3" fmla="*/ 12109 w 12108"/>
                <a:gd name="connsiteY3" fmla="*/ 0 h 8058"/>
                <a:gd name="connsiteX4" fmla="*/ 8072 w 12108"/>
                <a:gd name="connsiteY4" fmla="*/ 1343 h 8058"/>
                <a:gd name="connsiteX5" fmla="*/ 8072 w 12108"/>
                <a:gd name="connsiteY5" fmla="*/ 5372 h 8058"/>
                <a:gd name="connsiteX6" fmla="*/ 2691 w 12108"/>
                <a:gd name="connsiteY6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08" h="8058">
                  <a:moveTo>
                    <a:pt x="0" y="8058"/>
                  </a:moveTo>
                  <a:lnTo>
                    <a:pt x="0" y="2686"/>
                  </a:lnTo>
                  <a:lnTo>
                    <a:pt x="6727" y="0"/>
                  </a:lnTo>
                  <a:lnTo>
                    <a:pt x="12109" y="0"/>
                  </a:lnTo>
                  <a:lnTo>
                    <a:pt x="8072" y="1343"/>
                  </a:lnTo>
                  <a:lnTo>
                    <a:pt x="8072" y="5372"/>
                  </a:lnTo>
                  <a:lnTo>
                    <a:pt x="2691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8" name="Freeform 997">
              <a:extLst>
                <a:ext uri="{FF2B5EF4-FFF2-40B4-BE49-F238E27FC236}">
                  <a16:creationId xmlns:a16="http://schemas.microsoft.com/office/drawing/2014/main" id="{E91FBD61-7EC9-F488-25EB-2241E05611B8}"/>
                </a:ext>
              </a:extLst>
            </p:cNvPr>
            <p:cNvSpPr/>
            <p:nvPr/>
          </p:nvSpPr>
          <p:spPr>
            <a:xfrm>
              <a:off x="5546990" y="1647416"/>
              <a:ext cx="26907" cy="24175"/>
            </a:xfrm>
            <a:custGeom>
              <a:avLst/>
              <a:gdLst>
                <a:gd name="connsiteX0" fmla="*/ 1345 w 26907"/>
                <a:gd name="connsiteY0" fmla="*/ 5372 h 24175"/>
                <a:gd name="connsiteX1" fmla="*/ 2691 w 26907"/>
                <a:gd name="connsiteY1" fmla="*/ 0 h 24175"/>
                <a:gd name="connsiteX2" fmla="*/ 12108 w 26907"/>
                <a:gd name="connsiteY2" fmla="*/ 0 h 24175"/>
                <a:gd name="connsiteX3" fmla="*/ 18835 w 26907"/>
                <a:gd name="connsiteY3" fmla="*/ 1343 h 24175"/>
                <a:gd name="connsiteX4" fmla="*/ 26908 w 26907"/>
                <a:gd name="connsiteY4" fmla="*/ 10745 h 24175"/>
                <a:gd name="connsiteX5" fmla="*/ 25562 w 26907"/>
                <a:gd name="connsiteY5" fmla="*/ 16117 h 24175"/>
                <a:gd name="connsiteX6" fmla="*/ 26908 w 26907"/>
                <a:gd name="connsiteY6" fmla="*/ 24175 h 24175"/>
                <a:gd name="connsiteX7" fmla="*/ 22871 w 26907"/>
                <a:gd name="connsiteY7" fmla="*/ 24175 h 24175"/>
                <a:gd name="connsiteX8" fmla="*/ 17490 w 26907"/>
                <a:gd name="connsiteY8" fmla="*/ 21489 h 24175"/>
                <a:gd name="connsiteX9" fmla="*/ 13454 w 26907"/>
                <a:gd name="connsiteY9" fmla="*/ 22832 h 24175"/>
                <a:gd name="connsiteX10" fmla="*/ 9418 w 26907"/>
                <a:gd name="connsiteY10" fmla="*/ 22832 h 24175"/>
                <a:gd name="connsiteX11" fmla="*/ 5381 w 26907"/>
                <a:gd name="connsiteY11" fmla="*/ 17460 h 24175"/>
                <a:gd name="connsiteX12" fmla="*/ 0 w 26907"/>
                <a:gd name="connsiteY12" fmla="*/ 12088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907" h="24175">
                  <a:moveTo>
                    <a:pt x="1345" y="5372"/>
                  </a:moveTo>
                  <a:lnTo>
                    <a:pt x="2691" y="0"/>
                  </a:lnTo>
                  <a:lnTo>
                    <a:pt x="12108" y="0"/>
                  </a:lnTo>
                  <a:lnTo>
                    <a:pt x="18835" y="1343"/>
                  </a:lnTo>
                  <a:lnTo>
                    <a:pt x="26908" y="10745"/>
                  </a:lnTo>
                  <a:lnTo>
                    <a:pt x="25562" y="16117"/>
                  </a:lnTo>
                  <a:lnTo>
                    <a:pt x="26908" y="24175"/>
                  </a:lnTo>
                  <a:lnTo>
                    <a:pt x="22871" y="24175"/>
                  </a:lnTo>
                  <a:lnTo>
                    <a:pt x="17490" y="21489"/>
                  </a:lnTo>
                  <a:lnTo>
                    <a:pt x="13454" y="22832"/>
                  </a:lnTo>
                  <a:lnTo>
                    <a:pt x="9418" y="22832"/>
                  </a:lnTo>
                  <a:lnTo>
                    <a:pt x="5381" y="17460"/>
                  </a:lnTo>
                  <a:lnTo>
                    <a:pt x="0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9" name="Freeform 998">
              <a:extLst>
                <a:ext uri="{FF2B5EF4-FFF2-40B4-BE49-F238E27FC236}">
                  <a16:creationId xmlns:a16="http://schemas.microsoft.com/office/drawing/2014/main" id="{A79BFE07-649B-3398-FEF3-7038599F33D1}"/>
                </a:ext>
              </a:extLst>
            </p:cNvPr>
            <p:cNvSpPr/>
            <p:nvPr/>
          </p:nvSpPr>
          <p:spPr>
            <a:xfrm>
              <a:off x="5482412" y="1693080"/>
              <a:ext cx="10763" cy="6715"/>
            </a:xfrm>
            <a:custGeom>
              <a:avLst/>
              <a:gdLst>
                <a:gd name="connsiteX0" fmla="*/ 0 w 10763"/>
                <a:gd name="connsiteY0" fmla="*/ 4029 h 6715"/>
                <a:gd name="connsiteX1" fmla="*/ 4036 w 10763"/>
                <a:gd name="connsiteY1" fmla="*/ 0 h 6715"/>
                <a:gd name="connsiteX2" fmla="*/ 10763 w 10763"/>
                <a:gd name="connsiteY2" fmla="*/ 0 h 6715"/>
                <a:gd name="connsiteX3" fmla="*/ 9418 w 10763"/>
                <a:gd name="connsiteY3" fmla="*/ 4029 h 6715"/>
                <a:gd name="connsiteX4" fmla="*/ 2691 w 10763"/>
                <a:gd name="connsiteY4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63" h="6715">
                  <a:moveTo>
                    <a:pt x="0" y="4029"/>
                  </a:moveTo>
                  <a:lnTo>
                    <a:pt x="4036" y="0"/>
                  </a:lnTo>
                  <a:lnTo>
                    <a:pt x="10763" y="0"/>
                  </a:lnTo>
                  <a:lnTo>
                    <a:pt x="9418" y="4029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0" name="Freeform 999">
              <a:extLst>
                <a:ext uri="{FF2B5EF4-FFF2-40B4-BE49-F238E27FC236}">
                  <a16:creationId xmlns:a16="http://schemas.microsoft.com/office/drawing/2014/main" id="{6204CA16-01F4-208D-4BD4-F6595542B7D5}"/>
                </a:ext>
              </a:extLst>
            </p:cNvPr>
            <p:cNvSpPr/>
            <p:nvPr/>
          </p:nvSpPr>
          <p:spPr>
            <a:xfrm>
              <a:off x="5475685" y="1639357"/>
              <a:ext cx="22871" cy="51036"/>
            </a:xfrm>
            <a:custGeom>
              <a:avLst/>
              <a:gdLst>
                <a:gd name="connsiteX0" fmla="*/ 2691 w 22871"/>
                <a:gd name="connsiteY0" fmla="*/ 51037 h 51036"/>
                <a:gd name="connsiteX1" fmla="*/ 0 w 22871"/>
                <a:gd name="connsiteY1" fmla="*/ 44322 h 51036"/>
                <a:gd name="connsiteX2" fmla="*/ 1345 w 22871"/>
                <a:gd name="connsiteY2" fmla="*/ 38949 h 51036"/>
                <a:gd name="connsiteX3" fmla="*/ 4036 w 22871"/>
                <a:gd name="connsiteY3" fmla="*/ 32234 h 51036"/>
                <a:gd name="connsiteX4" fmla="*/ 4036 w 22871"/>
                <a:gd name="connsiteY4" fmla="*/ 26862 h 51036"/>
                <a:gd name="connsiteX5" fmla="*/ 9418 w 22871"/>
                <a:gd name="connsiteY5" fmla="*/ 22832 h 51036"/>
                <a:gd name="connsiteX6" fmla="*/ 9418 w 22871"/>
                <a:gd name="connsiteY6" fmla="*/ 18803 h 51036"/>
                <a:gd name="connsiteX7" fmla="*/ 10763 w 22871"/>
                <a:gd name="connsiteY7" fmla="*/ 17460 h 51036"/>
                <a:gd name="connsiteX8" fmla="*/ 10763 w 22871"/>
                <a:gd name="connsiteY8" fmla="*/ 14774 h 51036"/>
                <a:gd name="connsiteX9" fmla="*/ 14799 w 22871"/>
                <a:gd name="connsiteY9" fmla="*/ 6715 h 51036"/>
                <a:gd name="connsiteX10" fmla="*/ 14799 w 22871"/>
                <a:gd name="connsiteY10" fmla="*/ 1343 h 51036"/>
                <a:gd name="connsiteX11" fmla="*/ 17490 w 22871"/>
                <a:gd name="connsiteY11" fmla="*/ 0 h 51036"/>
                <a:gd name="connsiteX12" fmla="*/ 21526 w 22871"/>
                <a:gd name="connsiteY12" fmla="*/ 2686 h 51036"/>
                <a:gd name="connsiteX13" fmla="*/ 21526 w 22871"/>
                <a:gd name="connsiteY13" fmla="*/ 9402 h 51036"/>
                <a:gd name="connsiteX14" fmla="*/ 22871 w 22871"/>
                <a:gd name="connsiteY14" fmla="*/ 12088 h 51036"/>
                <a:gd name="connsiteX15" fmla="*/ 18835 w 22871"/>
                <a:gd name="connsiteY15" fmla="*/ 22832 h 51036"/>
                <a:gd name="connsiteX16" fmla="*/ 20181 w 22871"/>
                <a:gd name="connsiteY16" fmla="*/ 26862 h 51036"/>
                <a:gd name="connsiteX17" fmla="*/ 17490 w 22871"/>
                <a:gd name="connsiteY17" fmla="*/ 32234 h 51036"/>
                <a:gd name="connsiteX18" fmla="*/ 18835 w 22871"/>
                <a:gd name="connsiteY18" fmla="*/ 36263 h 51036"/>
                <a:gd name="connsiteX19" fmla="*/ 16144 w 22871"/>
                <a:gd name="connsiteY19" fmla="*/ 48351 h 51036"/>
                <a:gd name="connsiteX20" fmla="*/ 9418 w 22871"/>
                <a:gd name="connsiteY20" fmla="*/ 51037 h 5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871" h="51036">
                  <a:moveTo>
                    <a:pt x="2691" y="51037"/>
                  </a:moveTo>
                  <a:lnTo>
                    <a:pt x="0" y="44322"/>
                  </a:lnTo>
                  <a:lnTo>
                    <a:pt x="1345" y="38949"/>
                  </a:lnTo>
                  <a:lnTo>
                    <a:pt x="4036" y="32234"/>
                  </a:lnTo>
                  <a:lnTo>
                    <a:pt x="4036" y="26862"/>
                  </a:lnTo>
                  <a:lnTo>
                    <a:pt x="9418" y="22832"/>
                  </a:lnTo>
                  <a:lnTo>
                    <a:pt x="9418" y="18803"/>
                  </a:lnTo>
                  <a:lnTo>
                    <a:pt x="10763" y="17460"/>
                  </a:lnTo>
                  <a:lnTo>
                    <a:pt x="10763" y="14774"/>
                  </a:lnTo>
                  <a:lnTo>
                    <a:pt x="14799" y="6715"/>
                  </a:lnTo>
                  <a:lnTo>
                    <a:pt x="14799" y="1343"/>
                  </a:lnTo>
                  <a:lnTo>
                    <a:pt x="17490" y="0"/>
                  </a:lnTo>
                  <a:lnTo>
                    <a:pt x="21526" y="2686"/>
                  </a:lnTo>
                  <a:lnTo>
                    <a:pt x="21526" y="9402"/>
                  </a:lnTo>
                  <a:lnTo>
                    <a:pt x="22871" y="12088"/>
                  </a:lnTo>
                  <a:lnTo>
                    <a:pt x="18835" y="22832"/>
                  </a:lnTo>
                  <a:lnTo>
                    <a:pt x="20181" y="26862"/>
                  </a:lnTo>
                  <a:lnTo>
                    <a:pt x="17490" y="32234"/>
                  </a:lnTo>
                  <a:lnTo>
                    <a:pt x="18835" y="36263"/>
                  </a:lnTo>
                  <a:lnTo>
                    <a:pt x="16144" y="48351"/>
                  </a:lnTo>
                  <a:lnTo>
                    <a:pt x="9418" y="51037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1" name="Freeform 1000">
              <a:extLst>
                <a:ext uri="{FF2B5EF4-FFF2-40B4-BE49-F238E27FC236}">
                  <a16:creationId xmlns:a16="http://schemas.microsoft.com/office/drawing/2014/main" id="{C5D209D7-CFCA-8FC9-19CE-683E37B0EEBF}"/>
                </a:ext>
              </a:extLst>
            </p:cNvPr>
            <p:cNvSpPr/>
            <p:nvPr/>
          </p:nvSpPr>
          <p:spPr>
            <a:xfrm>
              <a:off x="5392272" y="1535940"/>
              <a:ext cx="75340" cy="47007"/>
            </a:xfrm>
            <a:custGeom>
              <a:avLst/>
              <a:gdLst>
                <a:gd name="connsiteX0" fmla="*/ 26908 w 75340"/>
                <a:gd name="connsiteY0" fmla="*/ 34920 h 47007"/>
                <a:gd name="connsiteX1" fmla="*/ 24217 w 75340"/>
                <a:gd name="connsiteY1" fmla="*/ 30891 h 47007"/>
                <a:gd name="connsiteX2" fmla="*/ 22871 w 75340"/>
                <a:gd name="connsiteY2" fmla="*/ 24175 h 47007"/>
                <a:gd name="connsiteX3" fmla="*/ 25562 w 75340"/>
                <a:gd name="connsiteY3" fmla="*/ 21489 h 47007"/>
                <a:gd name="connsiteX4" fmla="*/ 21526 w 75340"/>
                <a:gd name="connsiteY4" fmla="*/ 18803 h 47007"/>
                <a:gd name="connsiteX5" fmla="*/ 17490 w 75340"/>
                <a:gd name="connsiteY5" fmla="*/ 18803 h 47007"/>
                <a:gd name="connsiteX6" fmla="*/ 13454 w 75340"/>
                <a:gd name="connsiteY6" fmla="*/ 17460 h 47007"/>
                <a:gd name="connsiteX7" fmla="*/ 10763 w 75340"/>
                <a:gd name="connsiteY7" fmla="*/ 20146 h 47007"/>
                <a:gd name="connsiteX8" fmla="*/ 4036 w 75340"/>
                <a:gd name="connsiteY8" fmla="*/ 18803 h 47007"/>
                <a:gd name="connsiteX9" fmla="*/ 0 w 75340"/>
                <a:gd name="connsiteY9" fmla="*/ 20146 h 47007"/>
                <a:gd name="connsiteX10" fmla="*/ 0 w 75340"/>
                <a:gd name="connsiteY10" fmla="*/ 16117 h 47007"/>
                <a:gd name="connsiteX11" fmla="*/ 4036 w 75340"/>
                <a:gd name="connsiteY11" fmla="*/ 10745 h 47007"/>
                <a:gd name="connsiteX12" fmla="*/ 5381 w 75340"/>
                <a:gd name="connsiteY12" fmla="*/ 8058 h 47007"/>
                <a:gd name="connsiteX13" fmla="*/ 10763 w 75340"/>
                <a:gd name="connsiteY13" fmla="*/ 6715 h 47007"/>
                <a:gd name="connsiteX14" fmla="*/ 16144 w 75340"/>
                <a:gd name="connsiteY14" fmla="*/ 6715 h 47007"/>
                <a:gd name="connsiteX15" fmla="*/ 30944 w 75340"/>
                <a:gd name="connsiteY15" fmla="*/ 2686 h 47007"/>
                <a:gd name="connsiteX16" fmla="*/ 36325 w 75340"/>
                <a:gd name="connsiteY16" fmla="*/ 4029 h 47007"/>
                <a:gd name="connsiteX17" fmla="*/ 40361 w 75340"/>
                <a:gd name="connsiteY17" fmla="*/ 6715 h 47007"/>
                <a:gd name="connsiteX18" fmla="*/ 43052 w 75340"/>
                <a:gd name="connsiteY18" fmla="*/ 6715 h 47007"/>
                <a:gd name="connsiteX19" fmla="*/ 49779 w 75340"/>
                <a:gd name="connsiteY19" fmla="*/ 6715 h 47007"/>
                <a:gd name="connsiteX20" fmla="*/ 56506 w 75340"/>
                <a:gd name="connsiteY20" fmla="*/ 1343 h 47007"/>
                <a:gd name="connsiteX21" fmla="*/ 64578 w 75340"/>
                <a:gd name="connsiteY21" fmla="*/ 1343 h 47007"/>
                <a:gd name="connsiteX22" fmla="*/ 67269 w 75340"/>
                <a:gd name="connsiteY22" fmla="*/ 1343 h 47007"/>
                <a:gd name="connsiteX23" fmla="*/ 69960 w 75340"/>
                <a:gd name="connsiteY23" fmla="*/ 0 h 47007"/>
                <a:gd name="connsiteX24" fmla="*/ 73996 w 75340"/>
                <a:gd name="connsiteY24" fmla="*/ 1343 h 47007"/>
                <a:gd name="connsiteX25" fmla="*/ 72650 w 75340"/>
                <a:gd name="connsiteY25" fmla="*/ 4029 h 47007"/>
                <a:gd name="connsiteX26" fmla="*/ 75341 w 75340"/>
                <a:gd name="connsiteY26" fmla="*/ 10745 h 47007"/>
                <a:gd name="connsiteX27" fmla="*/ 75341 w 75340"/>
                <a:gd name="connsiteY27" fmla="*/ 14774 h 47007"/>
                <a:gd name="connsiteX28" fmla="*/ 71305 w 75340"/>
                <a:gd name="connsiteY28" fmla="*/ 21489 h 47007"/>
                <a:gd name="connsiteX29" fmla="*/ 75341 w 75340"/>
                <a:gd name="connsiteY29" fmla="*/ 28205 h 47007"/>
                <a:gd name="connsiteX30" fmla="*/ 71305 w 75340"/>
                <a:gd name="connsiteY30" fmla="*/ 38949 h 47007"/>
                <a:gd name="connsiteX31" fmla="*/ 64578 w 75340"/>
                <a:gd name="connsiteY31" fmla="*/ 41635 h 47007"/>
                <a:gd name="connsiteX32" fmla="*/ 60542 w 75340"/>
                <a:gd name="connsiteY32" fmla="*/ 47008 h 47007"/>
                <a:gd name="connsiteX33" fmla="*/ 56506 w 75340"/>
                <a:gd name="connsiteY33" fmla="*/ 45665 h 47007"/>
                <a:gd name="connsiteX34" fmla="*/ 51124 w 75340"/>
                <a:gd name="connsiteY34" fmla="*/ 45665 h 47007"/>
                <a:gd name="connsiteX35" fmla="*/ 49779 w 75340"/>
                <a:gd name="connsiteY35" fmla="*/ 42978 h 47007"/>
                <a:gd name="connsiteX36" fmla="*/ 44397 w 75340"/>
                <a:gd name="connsiteY36" fmla="*/ 44322 h 47007"/>
                <a:gd name="connsiteX37" fmla="*/ 37671 w 75340"/>
                <a:gd name="connsiteY37" fmla="*/ 36263 h 47007"/>
                <a:gd name="connsiteX38" fmla="*/ 37671 w 75340"/>
                <a:gd name="connsiteY38" fmla="*/ 30891 h 47007"/>
                <a:gd name="connsiteX39" fmla="*/ 33634 w 75340"/>
                <a:gd name="connsiteY39" fmla="*/ 24175 h 47007"/>
                <a:gd name="connsiteX40" fmla="*/ 30944 w 75340"/>
                <a:gd name="connsiteY40" fmla="*/ 26862 h 47007"/>
                <a:gd name="connsiteX41" fmla="*/ 32289 w 75340"/>
                <a:gd name="connsiteY41" fmla="*/ 30891 h 4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5340" h="47007">
                  <a:moveTo>
                    <a:pt x="26908" y="34920"/>
                  </a:moveTo>
                  <a:lnTo>
                    <a:pt x="24217" y="30891"/>
                  </a:lnTo>
                  <a:lnTo>
                    <a:pt x="22871" y="24175"/>
                  </a:lnTo>
                  <a:lnTo>
                    <a:pt x="25562" y="21489"/>
                  </a:lnTo>
                  <a:lnTo>
                    <a:pt x="21526" y="18803"/>
                  </a:lnTo>
                  <a:lnTo>
                    <a:pt x="17490" y="18803"/>
                  </a:lnTo>
                  <a:lnTo>
                    <a:pt x="13454" y="17460"/>
                  </a:lnTo>
                  <a:lnTo>
                    <a:pt x="10763" y="20146"/>
                  </a:lnTo>
                  <a:lnTo>
                    <a:pt x="4036" y="18803"/>
                  </a:lnTo>
                  <a:lnTo>
                    <a:pt x="0" y="20146"/>
                  </a:lnTo>
                  <a:lnTo>
                    <a:pt x="0" y="16117"/>
                  </a:lnTo>
                  <a:lnTo>
                    <a:pt x="4036" y="10745"/>
                  </a:lnTo>
                  <a:lnTo>
                    <a:pt x="5381" y="8058"/>
                  </a:lnTo>
                  <a:lnTo>
                    <a:pt x="10763" y="6715"/>
                  </a:lnTo>
                  <a:lnTo>
                    <a:pt x="16144" y="6715"/>
                  </a:lnTo>
                  <a:lnTo>
                    <a:pt x="30944" y="2686"/>
                  </a:lnTo>
                  <a:lnTo>
                    <a:pt x="36325" y="4029"/>
                  </a:lnTo>
                  <a:lnTo>
                    <a:pt x="40361" y="6715"/>
                  </a:lnTo>
                  <a:lnTo>
                    <a:pt x="43052" y="6715"/>
                  </a:lnTo>
                  <a:lnTo>
                    <a:pt x="49779" y="6715"/>
                  </a:lnTo>
                  <a:lnTo>
                    <a:pt x="56506" y="1343"/>
                  </a:lnTo>
                  <a:lnTo>
                    <a:pt x="64578" y="1343"/>
                  </a:lnTo>
                  <a:lnTo>
                    <a:pt x="67269" y="1343"/>
                  </a:lnTo>
                  <a:lnTo>
                    <a:pt x="69960" y="0"/>
                  </a:lnTo>
                  <a:lnTo>
                    <a:pt x="73996" y="1343"/>
                  </a:lnTo>
                  <a:lnTo>
                    <a:pt x="72650" y="4029"/>
                  </a:lnTo>
                  <a:lnTo>
                    <a:pt x="75341" y="10745"/>
                  </a:lnTo>
                  <a:lnTo>
                    <a:pt x="75341" y="14774"/>
                  </a:lnTo>
                  <a:lnTo>
                    <a:pt x="71305" y="21489"/>
                  </a:lnTo>
                  <a:lnTo>
                    <a:pt x="75341" y="28205"/>
                  </a:lnTo>
                  <a:lnTo>
                    <a:pt x="71305" y="38949"/>
                  </a:lnTo>
                  <a:lnTo>
                    <a:pt x="64578" y="41635"/>
                  </a:lnTo>
                  <a:lnTo>
                    <a:pt x="60542" y="47008"/>
                  </a:lnTo>
                  <a:lnTo>
                    <a:pt x="56506" y="45665"/>
                  </a:lnTo>
                  <a:lnTo>
                    <a:pt x="51124" y="45665"/>
                  </a:lnTo>
                  <a:lnTo>
                    <a:pt x="49779" y="42978"/>
                  </a:lnTo>
                  <a:lnTo>
                    <a:pt x="44397" y="44322"/>
                  </a:lnTo>
                  <a:lnTo>
                    <a:pt x="37671" y="36263"/>
                  </a:lnTo>
                  <a:lnTo>
                    <a:pt x="37671" y="30891"/>
                  </a:lnTo>
                  <a:lnTo>
                    <a:pt x="33634" y="24175"/>
                  </a:lnTo>
                  <a:lnTo>
                    <a:pt x="30944" y="26862"/>
                  </a:lnTo>
                  <a:lnTo>
                    <a:pt x="32289" y="3089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2" name="Freeform 1001">
              <a:extLst>
                <a:ext uri="{FF2B5EF4-FFF2-40B4-BE49-F238E27FC236}">
                  <a16:creationId xmlns:a16="http://schemas.microsoft.com/office/drawing/2014/main" id="{E8AF7BEB-D354-C7B5-79F2-8FC32FCA28C4}"/>
                </a:ext>
              </a:extLst>
            </p:cNvPr>
            <p:cNvSpPr/>
            <p:nvPr/>
          </p:nvSpPr>
          <p:spPr>
            <a:xfrm>
              <a:off x="5347874" y="1582948"/>
              <a:ext cx="87449" cy="59095"/>
            </a:xfrm>
            <a:custGeom>
              <a:avLst/>
              <a:gdLst>
                <a:gd name="connsiteX0" fmla="*/ 0 w 87449"/>
                <a:gd name="connsiteY0" fmla="*/ 28205 h 59095"/>
                <a:gd name="connsiteX1" fmla="*/ 4036 w 87449"/>
                <a:gd name="connsiteY1" fmla="*/ 22832 h 59095"/>
                <a:gd name="connsiteX2" fmla="*/ 4036 w 87449"/>
                <a:gd name="connsiteY2" fmla="*/ 20146 h 59095"/>
                <a:gd name="connsiteX3" fmla="*/ 9418 w 87449"/>
                <a:gd name="connsiteY3" fmla="*/ 13431 h 59095"/>
                <a:gd name="connsiteX4" fmla="*/ 10763 w 87449"/>
                <a:gd name="connsiteY4" fmla="*/ 8058 h 59095"/>
                <a:gd name="connsiteX5" fmla="*/ 16144 w 87449"/>
                <a:gd name="connsiteY5" fmla="*/ 6715 h 59095"/>
                <a:gd name="connsiteX6" fmla="*/ 20181 w 87449"/>
                <a:gd name="connsiteY6" fmla="*/ 2686 h 59095"/>
                <a:gd name="connsiteX7" fmla="*/ 24217 w 87449"/>
                <a:gd name="connsiteY7" fmla="*/ 2686 h 59095"/>
                <a:gd name="connsiteX8" fmla="*/ 36325 w 87449"/>
                <a:gd name="connsiteY8" fmla="*/ 0 h 59095"/>
                <a:gd name="connsiteX9" fmla="*/ 39016 w 87449"/>
                <a:gd name="connsiteY9" fmla="*/ 2686 h 59095"/>
                <a:gd name="connsiteX10" fmla="*/ 44397 w 87449"/>
                <a:gd name="connsiteY10" fmla="*/ 2686 h 59095"/>
                <a:gd name="connsiteX11" fmla="*/ 48434 w 87449"/>
                <a:gd name="connsiteY11" fmla="*/ 4029 h 59095"/>
                <a:gd name="connsiteX12" fmla="*/ 53815 w 87449"/>
                <a:gd name="connsiteY12" fmla="*/ 4029 h 59095"/>
                <a:gd name="connsiteX13" fmla="*/ 56506 w 87449"/>
                <a:gd name="connsiteY13" fmla="*/ 2686 h 59095"/>
                <a:gd name="connsiteX14" fmla="*/ 64578 w 87449"/>
                <a:gd name="connsiteY14" fmla="*/ 4029 h 59095"/>
                <a:gd name="connsiteX15" fmla="*/ 64578 w 87449"/>
                <a:gd name="connsiteY15" fmla="*/ 6715 h 59095"/>
                <a:gd name="connsiteX16" fmla="*/ 72650 w 87449"/>
                <a:gd name="connsiteY16" fmla="*/ 6715 h 59095"/>
                <a:gd name="connsiteX17" fmla="*/ 78032 w 87449"/>
                <a:gd name="connsiteY17" fmla="*/ 8058 h 59095"/>
                <a:gd name="connsiteX18" fmla="*/ 79377 w 87449"/>
                <a:gd name="connsiteY18" fmla="*/ 9402 h 59095"/>
                <a:gd name="connsiteX19" fmla="*/ 86104 w 87449"/>
                <a:gd name="connsiteY19" fmla="*/ 10745 h 59095"/>
                <a:gd name="connsiteX20" fmla="*/ 87449 w 87449"/>
                <a:gd name="connsiteY20" fmla="*/ 13431 h 59095"/>
                <a:gd name="connsiteX21" fmla="*/ 82068 w 87449"/>
                <a:gd name="connsiteY21" fmla="*/ 21489 h 59095"/>
                <a:gd name="connsiteX22" fmla="*/ 78032 w 87449"/>
                <a:gd name="connsiteY22" fmla="*/ 20146 h 59095"/>
                <a:gd name="connsiteX23" fmla="*/ 65923 w 87449"/>
                <a:gd name="connsiteY23" fmla="*/ 24175 h 59095"/>
                <a:gd name="connsiteX24" fmla="*/ 61887 w 87449"/>
                <a:gd name="connsiteY24" fmla="*/ 25518 h 59095"/>
                <a:gd name="connsiteX25" fmla="*/ 55161 w 87449"/>
                <a:gd name="connsiteY25" fmla="*/ 30891 h 59095"/>
                <a:gd name="connsiteX26" fmla="*/ 55161 w 87449"/>
                <a:gd name="connsiteY26" fmla="*/ 33577 h 59095"/>
                <a:gd name="connsiteX27" fmla="*/ 60542 w 87449"/>
                <a:gd name="connsiteY27" fmla="*/ 33577 h 59095"/>
                <a:gd name="connsiteX28" fmla="*/ 63233 w 87449"/>
                <a:gd name="connsiteY28" fmla="*/ 33577 h 59095"/>
                <a:gd name="connsiteX29" fmla="*/ 63233 w 87449"/>
                <a:gd name="connsiteY29" fmla="*/ 37606 h 59095"/>
                <a:gd name="connsiteX30" fmla="*/ 57851 w 87449"/>
                <a:gd name="connsiteY30" fmla="*/ 44322 h 59095"/>
                <a:gd name="connsiteX31" fmla="*/ 55161 w 87449"/>
                <a:gd name="connsiteY31" fmla="*/ 48351 h 59095"/>
                <a:gd name="connsiteX32" fmla="*/ 51124 w 87449"/>
                <a:gd name="connsiteY32" fmla="*/ 49694 h 59095"/>
                <a:gd name="connsiteX33" fmla="*/ 51124 w 87449"/>
                <a:gd name="connsiteY33" fmla="*/ 52380 h 59095"/>
                <a:gd name="connsiteX34" fmla="*/ 48434 w 87449"/>
                <a:gd name="connsiteY34" fmla="*/ 56409 h 59095"/>
                <a:gd name="connsiteX35" fmla="*/ 43052 w 87449"/>
                <a:gd name="connsiteY35" fmla="*/ 56409 h 59095"/>
                <a:gd name="connsiteX36" fmla="*/ 37671 w 87449"/>
                <a:gd name="connsiteY36" fmla="*/ 59095 h 59095"/>
                <a:gd name="connsiteX37" fmla="*/ 30944 w 87449"/>
                <a:gd name="connsiteY37" fmla="*/ 59095 h 59095"/>
                <a:gd name="connsiteX38" fmla="*/ 26908 w 87449"/>
                <a:gd name="connsiteY38" fmla="*/ 55066 h 59095"/>
                <a:gd name="connsiteX39" fmla="*/ 22871 w 87449"/>
                <a:gd name="connsiteY39" fmla="*/ 56409 h 59095"/>
                <a:gd name="connsiteX40" fmla="*/ 18835 w 87449"/>
                <a:gd name="connsiteY40" fmla="*/ 56409 h 59095"/>
                <a:gd name="connsiteX41" fmla="*/ 12108 w 87449"/>
                <a:gd name="connsiteY41" fmla="*/ 56409 h 59095"/>
                <a:gd name="connsiteX42" fmla="*/ 10763 w 87449"/>
                <a:gd name="connsiteY42" fmla="*/ 53723 h 59095"/>
                <a:gd name="connsiteX43" fmla="*/ 13454 w 87449"/>
                <a:gd name="connsiteY43" fmla="*/ 51037 h 59095"/>
                <a:gd name="connsiteX44" fmla="*/ 10763 w 87449"/>
                <a:gd name="connsiteY44" fmla="*/ 44322 h 59095"/>
                <a:gd name="connsiteX45" fmla="*/ 5381 w 87449"/>
                <a:gd name="connsiteY45" fmla="*/ 40292 h 59095"/>
                <a:gd name="connsiteX46" fmla="*/ 1345 w 87449"/>
                <a:gd name="connsiteY46" fmla="*/ 40292 h 59095"/>
                <a:gd name="connsiteX47" fmla="*/ 1345 w 87449"/>
                <a:gd name="connsiteY47" fmla="*/ 33577 h 5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7449" h="59095">
                  <a:moveTo>
                    <a:pt x="0" y="28205"/>
                  </a:moveTo>
                  <a:lnTo>
                    <a:pt x="4036" y="22832"/>
                  </a:lnTo>
                  <a:lnTo>
                    <a:pt x="4036" y="20146"/>
                  </a:lnTo>
                  <a:lnTo>
                    <a:pt x="9418" y="13431"/>
                  </a:lnTo>
                  <a:lnTo>
                    <a:pt x="10763" y="8058"/>
                  </a:lnTo>
                  <a:lnTo>
                    <a:pt x="16144" y="6715"/>
                  </a:lnTo>
                  <a:lnTo>
                    <a:pt x="20181" y="2686"/>
                  </a:lnTo>
                  <a:lnTo>
                    <a:pt x="24217" y="2686"/>
                  </a:lnTo>
                  <a:lnTo>
                    <a:pt x="36325" y="0"/>
                  </a:lnTo>
                  <a:lnTo>
                    <a:pt x="39016" y="2686"/>
                  </a:lnTo>
                  <a:lnTo>
                    <a:pt x="44397" y="2686"/>
                  </a:lnTo>
                  <a:lnTo>
                    <a:pt x="48434" y="4029"/>
                  </a:lnTo>
                  <a:lnTo>
                    <a:pt x="53815" y="4029"/>
                  </a:lnTo>
                  <a:lnTo>
                    <a:pt x="56506" y="2686"/>
                  </a:lnTo>
                  <a:lnTo>
                    <a:pt x="64578" y="4029"/>
                  </a:lnTo>
                  <a:lnTo>
                    <a:pt x="64578" y="6715"/>
                  </a:lnTo>
                  <a:lnTo>
                    <a:pt x="72650" y="6715"/>
                  </a:lnTo>
                  <a:lnTo>
                    <a:pt x="78032" y="8058"/>
                  </a:lnTo>
                  <a:lnTo>
                    <a:pt x="79377" y="9402"/>
                  </a:lnTo>
                  <a:lnTo>
                    <a:pt x="86104" y="10745"/>
                  </a:lnTo>
                  <a:lnTo>
                    <a:pt x="87449" y="13431"/>
                  </a:lnTo>
                  <a:lnTo>
                    <a:pt x="82068" y="21489"/>
                  </a:lnTo>
                  <a:lnTo>
                    <a:pt x="78032" y="20146"/>
                  </a:lnTo>
                  <a:lnTo>
                    <a:pt x="65923" y="24175"/>
                  </a:lnTo>
                  <a:lnTo>
                    <a:pt x="61887" y="25518"/>
                  </a:lnTo>
                  <a:lnTo>
                    <a:pt x="55161" y="30891"/>
                  </a:lnTo>
                  <a:lnTo>
                    <a:pt x="55161" y="33577"/>
                  </a:lnTo>
                  <a:lnTo>
                    <a:pt x="60542" y="33577"/>
                  </a:lnTo>
                  <a:lnTo>
                    <a:pt x="63233" y="33577"/>
                  </a:lnTo>
                  <a:lnTo>
                    <a:pt x="63233" y="37606"/>
                  </a:lnTo>
                  <a:lnTo>
                    <a:pt x="57851" y="44322"/>
                  </a:lnTo>
                  <a:lnTo>
                    <a:pt x="55161" y="48351"/>
                  </a:lnTo>
                  <a:lnTo>
                    <a:pt x="51124" y="49694"/>
                  </a:lnTo>
                  <a:lnTo>
                    <a:pt x="51124" y="52380"/>
                  </a:lnTo>
                  <a:lnTo>
                    <a:pt x="48434" y="56409"/>
                  </a:lnTo>
                  <a:lnTo>
                    <a:pt x="43052" y="56409"/>
                  </a:lnTo>
                  <a:lnTo>
                    <a:pt x="37671" y="59095"/>
                  </a:lnTo>
                  <a:lnTo>
                    <a:pt x="30944" y="59095"/>
                  </a:lnTo>
                  <a:lnTo>
                    <a:pt x="26908" y="55066"/>
                  </a:lnTo>
                  <a:lnTo>
                    <a:pt x="22871" y="56409"/>
                  </a:lnTo>
                  <a:lnTo>
                    <a:pt x="18835" y="56409"/>
                  </a:lnTo>
                  <a:lnTo>
                    <a:pt x="12108" y="56409"/>
                  </a:lnTo>
                  <a:lnTo>
                    <a:pt x="10763" y="53723"/>
                  </a:lnTo>
                  <a:lnTo>
                    <a:pt x="13454" y="51037"/>
                  </a:lnTo>
                  <a:lnTo>
                    <a:pt x="10763" y="44322"/>
                  </a:lnTo>
                  <a:lnTo>
                    <a:pt x="5381" y="40292"/>
                  </a:lnTo>
                  <a:lnTo>
                    <a:pt x="1345" y="40292"/>
                  </a:lnTo>
                  <a:lnTo>
                    <a:pt x="1345" y="33577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3" name="Freeform 1002">
              <a:extLst>
                <a:ext uri="{FF2B5EF4-FFF2-40B4-BE49-F238E27FC236}">
                  <a16:creationId xmlns:a16="http://schemas.microsoft.com/office/drawing/2014/main" id="{B60C6376-8C6F-A381-D307-FE11D991CCB1}"/>
                </a:ext>
              </a:extLst>
            </p:cNvPr>
            <p:cNvSpPr/>
            <p:nvPr/>
          </p:nvSpPr>
          <p:spPr>
            <a:xfrm>
              <a:off x="5337111" y="1565488"/>
              <a:ext cx="21526" cy="29547"/>
            </a:xfrm>
            <a:custGeom>
              <a:avLst/>
              <a:gdLst>
                <a:gd name="connsiteX0" fmla="*/ 4036 w 21526"/>
                <a:gd name="connsiteY0" fmla="*/ 26862 h 29547"/>
                <a:gd name="connsiteX1" fmla="*/ 8072 w 21526"/>
                <a:gd name="connsiteY1" fmla="*/ 29548 h 29547"/>
                <a:gd name="connsiteX2" fmla="*/ 14799 w 21526"/>
                <a:gd name="connsiteY2" fmla="*/ 26862 h 29547"/>
                <a:gd name="connsiteX3" fmla="*/ 18835 w 21526"/>
                <a:gd name="connsiteY3" fmla="*/ 21489 h 29547"/>
                <a:gd name="connsiteX4" fmla="*/ 18835 w 21526"/>
                <a:gd name="connsiteY4" fmla="*/ 14774 h 29547"/>
                <a:gd name="connsiteX5" fmla="*/ 18835 w 21526"/>
                <a:gd name="connsiteY5" fmla="*/ 12088 h 29547"/>
                <a:gd name="connsiteX6" fmla="*/ 18835 w 21526"/>
                <a:gd name="connsiteY6" fmla="*/ 8058 h 29547"/>
                <a:gd name="connsiteX7" fmla="*/ 21526 w 21526"/>
                <a:gd name="connsiteY7" fmla="*/ 1343 h 29547"/>
                <a:gd name="connsiteX8" fmla="*/ 16144 w 21526"/>
                <a:gd name="connsiteY8" fmla="*/ 2686 h 29547"/>
                <a:gd name="connsiteX9" fmla="*/ 13454 w 21526"/>
                <a:gd name="connsiteY9" fmla="*/ 2686 h 29547"/>
                <a:gd name="connsiteX10" fmla="*/ 9418 w 21526"/>
                <a:gd name="connsiteY10" fmla="*/ 0 h 29547"/>
                <a:gd name="connsiteX11" fmla="*/ 5382 w 21526"/>
                <a:gd name="connsiteY11" fmla="*/ 4029 h 29547"/>
                <a:gd name="connsiteX12" fmla="*/ 2691 w 21526"/>
                <a:gd name="connsiteY12" fmla="*/ 4029 h 29547"/>
                <a:gd name="connsiteX13" fmla="*/ 1345 w 21526"/>
                <a:gd name="connsiteY13" fmla="*/ 8058 h 29547"/>
                <a:gd name="connsiteX14" fmla="*/ 1345 w 21526"/>
                <a:gd name="connsiteY14" fmla="*/ 14774 h 29547"/>
                <a:gd name="connsiteX15" fmla="*/ 0 w 21526"/>
                <a:gd name="connsiteY15" fmla="*/ 20146 h 2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526" h="29547">
                  <a:moveTo>
                    <a:pt x="4036" y="26862"/>
                  </a:moveTo>
                  <a:lnTo>
                    <a:pt x="8072" y="29548"/>
                  </a:lnTo>
                  <a:lnTo>
                    <a:pt x="14799" y="26862"/>
                  </a:lnTo>
                  <a:lnTo>
                    <a:pt x="18835" y="21489"/>
                  </a:lnTo>
                  <a:lnTo>
                    <a:pt x="18835" y="14774"/>
                  </a:lnTo>
                  <a:lnTo>
                    <a:pt x="18835" y="12088"/>
                  </a:lnTo>
                  <a:lnTo>
                    <a:pt x="18835" y="8058"/>
                  </a:lnTo>
                  <a:lnTo>
                    <a:pt x="21526" y="1343"/>
                  </a:lnTo>
                  <a:lnTo>
                    <a:pt x="16144" y="2686"/>
                  </a:lnTo>
                  <a:lnTo>
                    <a:pt x="13454" y="2686"/>
                  </a:lnTo>
                  <a:lnTo>
                    <a:pt x="9418" y="0"/>
                  </a:lnTo>
                  <a:lnTo>
                    <a:pt x="5382" y="4029"/>
                  </a:lnTo>
                  <a:lnTo>
                    <a:pt x="2691" y="4029"/>
                  </a:lnTo>
                  <a:lnTo>
                    <a:pt x="1345" y="8058"/>
                  </a:lnTo>
                  <a:lnTo>
                    <a:pt x="1345" y="14774"/>
                  </a:lnTo>
                  <a:lnTo>
                    <a:pt x="0" y="2014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4" name="Freeform 1003">
              <a:extLst>
                <a:ext uri="{FF2B5EF4-FFF2-40B4-BE49-F238E27FC236}">
                  <a16:creationId xmlns:a16="http://schemas.microsoft.com/office/drawing/2014/main" id="{F4263226-561E-A598-0165-A54F77789542}"/>
                </a:ext>
              </a:extLst>
            </p:cNvPr>
            <p:cNvSpPr/>
            <p:nvPr/>
          </p:nvSpPr>
          <p:spPr>
            <a:xfrm>
              <a:off x="5603496" y="1741431"/>
              <a:ext cx="263693" cy="240410"/>
            </a:xfrm>
            <a:custGeom>
              <a:avLst/>
              <a:gdLst>
                <a:gd name="connsiteX0" fmla="*/ 176244 w 263693"/>
                <a:gd name="connsiteY0" fmla="*/ 233695 h 240410"/>
                <a:gd name="connsiteX1" fmla="*/ 181626 w 263693"/>
                <a:gd name="connsiteY1" fmla="*/ 235038 h 240410"/>
                <a:gd name="connsiteX2" fmla="*/ 185662 w 263693"/>
                <a:gd name="connsiteY2" fmla="*/ 233695 h 240410"/>
                <a:gd name="connsiteX3" fmla="*/ 187007 w 263693"/>
                <a:gd name="connsiteY3" fmla="*/ 239068 h 240410"/>
                <a:gd name="connsiteX4" fmla="*/ 192389 w 263693"/>
                <a:gd name="connsiteY4" fmla="*/ 239068 h 240410"/>
                <a:gd name="connsiteX5" fmla="*/ 192389 w 263693"/>
                <a:gd name="connsiteY5" fmla="*/ 240411 h 240410"/>
                <a:gd name="connsiteX6" fmla="*/ 197770 w 263693"/>
                <a:gd name="connsiteY6" fmla="*/ 240411 h 240410"/>
                <a:gd name="connsiteX7" fmla="*/ 207188 w 263693"/>
                <a:gd name="connsiteY7" fmla="*/ 235038 h 240410"/>
                <a:gd name="connsiteX8" fmla="*/ 211224 w 263693"/>
                <a:gd name="connsiteY8" fmla="*/ 233695 h 240410"/>
                <a:gd name="connsiteX9" fmla="*/ 219296 w 263693"/>
                <a:gd name="connsiteY9" fmla="*/ 237725 h 240410"/>
                <a:gd name="connsiteX10" fmla="*/ 223333 w 263693"/>
                <a:gd name="connsiteY10" fmla="*/ 237725 h 240410"/>
                <a:gd name="connsiteX11" fmla="*/ 227369 w 263693"/>
                <a:gd name="connsiteY11" fmla="*/ 239068 h 240410"/>
                <a:gd name="connsiteX12" fmla="*/ 230059 w 263693"/>
                <a:gd name="connsiteY12" fmla="*/ 236382 h 240410"/>
                <a:gd name="connsiteX13" fmla="*/ 230059 w 263693"/>
                <a:gd name="connsiteY13" fmla="*/ 233695 h 240410"/>
                <a:gd name="connsiteX14" fmla="*/ 232750 w 263693"/>
                <a:gd name="connsiteY14" fmla="*/ 226980 h 240410"/>
                <a:gd name="connsiteX15" fmla="*/ 235441 w 263693"/>
                <a:gd name="connsiteY15" fmla="*/ 226980 h 240410"/>
                <a:gd name="connsiteX16" fmla="*/ 236786 w 263693"/>
                <a:gd name="connsiteY16" fmla="*/ 224294 h 240410"/>
                <a:gd name="connsiteX17" fmla="*/ 234095 w 263693"/>
                <a:gd name="connsiteY17" fmla="*/ 218922 h 240410"/>
                <a:gd name="connsiteX18" fmla="*/ 234095 w 263693"/>
                <a:gd name="connsiteY18" fmla="*/ 212206 h 240410"/>
                <a:gd name="connsiteX19" fmla="*/ 236786 w 263693"/>
                <a:gd name="connsiteY19" fmla="*/ 216235 h 240410"/>
                <a:gd name="connsiteX20" fmla="*/ 236786 w 263693"/>
                <a:gd name="connsiteY20" fmla="*/ 218922 h 240410"/>
                <a:gd name="connsiteX21" fmla="*/ 240822 w 263693"/>
                <a:gd name="connsiteY21" fmla="*/ 225637 h 240410"/>
                <a:gd name="connsiteX22" fmla="*/ 243513 w 263693"/>
                <a:gd name="connsiteY22" fmla="*/ 221608 h 240410"/>
                <a:gd name="connsiteX23" fmla="*/ 246204 w 263693"/>
                <a:gd name="connsiteY23" fmla="*/ 222951 h 240410"/>
                <a:gd name="connsiteX24" fmla="*/ 248895 w 263693"/>
                <a:gd name="connsiteY24" fmla="*/ 221608 h 240410"/>
                <a:gd name="connsiteX25" fmla="*/ 251585 w 263693"/>
                <a:gd name="connsiteY25" fmla="*/ 222951 h 240410"/>
                <a:gd name="connsiteX26" fmla="*/ 252931 w 263693"/>
                <a:gd name="connsiteY26" fmla="*/ 220265 h 240410"/>
                <a:gd name="connsiteX27" fmla="*/ 251585 w 263693"/>
                <a:gd name="connsiteY27" fmla="*/ 214892 h 240410"/>
                <a:gd name="connsiteX28" fmla="*/ 251585 w 263693"/>
                <a:gd name="connsiteY28" fmla="*/ 210863 h 240410"/>
                <a:gd name="connsiteX29" fmla="*/ 248895 w 263693"/>
                <a:gd name="connsiteY29" fmla="*/ 208177 h 240410"/>
                <a:gd name="connsiteX30" fmla="*/ 243513 w 263693"/>
                <a:gd name="connsiteY30" fmla="*/ 210863 h 240410"/>
                <a:gd name="connsiteX31" fmla="*/ 236786 w 263693"/>
                <a:gd name="connsiteY31" fmla="*/ 210863 h 240410"/>
                <a:gd name="connsiteX32" fmla="*/ 235441 w 263693"/>
                <a:gd name="connsiteY32" fmla="*/ 206834 h 240410"/>
                <a:gd name="connsiteX33" fmla="*/ 238132 w 263693"/>
                <a:gd name="connsiteY33" fmla="*/ 205491 h 240410"/>
                <a:gd name="connsiteX34" fmla="*/ 240822 w 263693"/>
                <a:gd name="connsiteY34" fmla="*/ 206834 h 240410"/>
                <a:gd name="connsiteX35" fmla="*/ 246204 w 263693"/>
                <a:gd name="connsiteY35" fmla="*/ 204148 h 240410"/>
                <a:gd name="connsiteX36" fmla="*/ 250240 w 263693"/>
                <a:gd name="connsiteY36" fmla="*/ 200118 h 240410"/>
                <a:gd name="connsiteX37" fmla="*/ 252931 w 263693"/>
                <a:gd name="connsiteY37" fmla="*/ 202805 h 240410"/>
                <a:gd name="connsiteX38" fmla="*/ 255622 w 263693"/>
                <a:gd name="connsiteY38" fmla="*/ 201462 h 240410"/>
                <a:gd name="connsiteX39" fmla="*/ 258312 w 263693"/>
                <a:gd name="connsiteY39" fmla="*/ 197432 h 240410"/>
                <a:gd name="connsiteX40" fmla="*/ 258312 w 263693"/>
                <a:gd name="connsiteY40" fmla="*/ 194746 h 240410"/>
                <a:gd name="connsiteX41" fmla="*/ 261003 w 263693"/>
                <a:gd name="connsiteY41" fmla="*/ 189374 h 240410"/>
                <a:gd name="connsiteX42" fmla="*/ 259658 w 263693"/>
                <a:gd name="connsiteY42" fmla="*/ 186688 h 240410"/>
                <a:gd name="connsiteX43" fmla="*/ 262348 w 263693"/>
                <a:gd name="connsiteY43" fmla="*/ 185345 h 240410"/>
                <a:gd name="connsiteX44" fmla="*/ 263694 w 263693"/>
                <a:gd name="connsiteY44" fmla="*/ 182658 h 240410"/>
                <a:gd name="connsiteX45" fmla="*/ 256967 w 263693"/>
                <a:gd name="connsiteY45" fmla="*/ 181315 h 240410"/>
                <a:gd name="connsiteX46" fmla="*/ 251585 w 263693"/>
                <a:gd name="connsiteY46" fmla="*/ 182658 h 240410"/>
                <a:gd name="connsiteX47" fmla="*/ 254276 w 263693"/>
                <a:gd name="connsiteY47" fmla="*/ 178629 h 240410"/>
                <a:gd name="connsiteX48" fmla="*/ 256967 w 263693"/>
                <a:gd name="connsiteY48" fmla="*/ 177286 h 240410"/>
                <a:gd name="connsiteX49" fmla="*/ 256967 w 263693"/>
                <a:gd name="connsiteY49" fmla="*/ 171914 h 240410"/>
                <a:gd name="connsiteX50" fmla="*/ 252931 w 263693"/>
                <a:gd name="connsiteY50" fmla="*/ 169228 h 240410"/>
                <a:gd name="connsiteX51" fmla="*/ 242168 w 263693"/>
                <a:gd name="connsiteY51" fmla="*/ 169228 h 240410"/>
                <a:gd name="connsiteX52" fmla="*/ 240822 w 263693"/>
                <a:gd name="connsiteY52" fmla="*/ 166542 h 240410"/>
                <a:gd name="connsiteX53" fmla="*/ 240822 w 263693"/>
                <a:gd name="connsiteY53" fmla="*/ 163855 h 240410"/>
                <a:gd name="connsiteX54" fmla="*/ 243513 w 263693"/>
                <a:gd name="connsiteY54" fmla="*/ 162512 h 240410"/>
                <a:gd name="connsiteX55" fmla="*/ 242168 w 263693"/>
                <a:gd name="connsiteY55" fmla="*/ 157140 h 240410"/>
                <a:gd name="connsiteX56" fmla="*/ 234095 w 263693"/>
                <a:gd name="connsiteY56" fmla="*/ 150425 h 240410"/>
                <a:gd name="connsiteX57" fmla="*/ 230059 w 263693"/>
                <a:gd name="connsiteY57" fmla="*/ 150425 h 240410"/>
                <a:gd name="connsiteX58" fmla="*/ 226023 w 263693"/>
                <a:gd name="connsiteY58" fmla="*/ 153111 h 240410"/>
                <a:gd name="connsiteX59" fmla="*/ 219296 w 263693"/>
                <a:gd name="connsiteY59" fmla="*/ 153111 h 240410"/>
                <a:gd name="connsiteX60" fmla="*/ 211224 w 263693"/>
                <a:gd name="connsiteY60" fmla="*/ 155797 h 240410"/>
                <a:gd name="connsiteX61" fmla="*/ 201806 w 263693"/>
                <a:gd name="connsiteY61" fmla="*/ 149082 h 240410"/>
                <a:gd name="connsiteX62" fmla="*/ 200461 w 263693"/>
                <a:gd name="connsiteY62" fmla="*/ 145052 h 240410"/>
                <a:gd name="connsiteX63" fmla="*/ 197770 w 263693"/>
                <a:gd name="connsiteY63" fmla="*/ 143709 h 240410"/>
                <a:gd name="connsiteX64" fmla="*/ 193734 w 263693"/>
                <a:gd name="connsiteY64" fmla="*/ 146395 h 240410"/>
                <a:gd name="connsiteX65" fmla="*/ 189698 w 263693"/>
                <a:gd name="connsiteY65" fmla="*/ 146395 h 240410"/>
                <a:gd name="connsiteX66" fmla="*/ 187007 w 263693"/>
                <a:gd name="connsiteY66" fmla="*/ 147738 h 240410"/>
                <a:gd name="connsiteX67" fmla="*/ 181626 w 263693"/>
                <a:gd name="connsiteY67" fmla="*/ 147738 h 240410"/>
                <a:gd name="connsiteX68" fmla="*/ 178935 w 263693"/>
                <a:gd name="connsiteY68" fmla="*/ 153111 h 240410"/>
                <a:gd name="connsiteX69" fmla="*/ 176244 w 263693"/>
                <a:gd name="connsiteY69" fmla="*/ 149082 h 240410"/>
                <a:gd name="connsiteX70" fmla="*/ 172208 w 263693"/>
                <a:gd name="connsiteY70" fmla="*/ 146395 h 240410"/>
                <a:gd name="connsiteX71" fmla="*/ 168172 w 263693"/>
                <a:gd name="connsiteY71" fmla="*/ 149082 h 240410"/>
                <a:gd name="connsiteX72" fmla="*/ 161445 w 263693"/>
                <a:gd name="connsiteY72" fmla="*/ 150425 h 240410"/>
                <a:gd name="connsiteX73" fmla="*/ 161445 w 263693"/>
                <a:gd name="connsiteY73" fmla="*/ 153111 h 240410"/>
                <a:gd name="connsiteX74" fmla="*/ 160100 w 263693"/>
                <a:gd name="connsiteY74" fmla="*/ 154454 h 240410"/>
                <a:gd name="connsiteX75" fmla="*/ 160100 w 263693"/>
                <a:gd name="connsiteY75" fmla="*/ 151768 h 240410"/>
                <a:gd name="connsiteX76" fmla="*/ 157409 w 263693"/>
                <a:gd name="connsiteY76" fmla="*/ 149082 h 240410"/>
                <a:gd name="connsiteX77" fmla="*/ 153373 w 263693"/>
                <a:gd name="connsiteY77" fmla="*/ 150425 h 240410"/>
                <a:gd name="connsiteX78" fmla="*/ 141265 w 263693"/>
                <a:gd name="connsiteY78" fmla="*/ 149082 h 240410"/>
                <a:gd name="connsiteX79" fmla="*/ 139919 w 263693"/>
                <a:gd name="connsiteY79" fmla="*/ 150425 h 240410"/>
                <a:gd name="connsiteX80" fmla="*/ 143955 w 263693"/>
                <a:gd name="connsiteY80" fmla="*/ 154454 h 240410"/>
                <a:gd name="connsiteX81" fmla="*/ 143955 w 263693"/>
                <a:gd name="connsiteY81" fmla="*/ 158483 h 240410"/>
                <a:gd name="connsiteX82" fmla="*/ 147991 w 263693"/>
                <a:gd name="connsiteY82" fmla="*/ 161169 h 240410"/>
                <a:gd name="connsiteX83" fmla="*/ 142610 w 263693"/>
                <a:gd name="connsiteY83" fmla="*/ 159826 h 240410"/>
                <a:gd name="connsiteX84" fmla="*/ 139919 w 263693"/>
                <a:gd name="connsiteY84" fmla="*/ 157140 h 240410"/>
                <a:gd name="connsiteX85" fmla="*/ 135883 w 263693"/>
                <a:gd name="connsiteY85" fmla="*/ 155797 h 240410"/>
                <a:gd name="connsiteX86" fmla="*/ 129156 w 263693"/>
                <a:gd name="connsiteY86" fmla="*/ 158483 h 240410"/>
                <a:gd name="connsiteX87" fmla="*/ 126465 w 263693"/>
                <a:gd name="connsiteY87" fmla="*/ 155797 h 240410"/>
                <a:gd name="connsiteX88" fmla="*/ 131847 w 263693"/>
                <a:gd name="connsiteY88" fmla="*/ 154454 h 240410"/>
                <a:gd name="connsiteX89" fmla="*/ 131847 w 263693"/>
                <a:gd name="connsiteY89" fmla="*/ 150425 h 240410"/>
                <a:gd name="connsiteX90" fmla="*/ 126465 w 263693"/>
                <a:gd name="connsiteY90" fmla="*/ 143709 h 240410"/>
                <a:gd name="connsiteX91" fmla="*/ 127811 w 263693"/>
                <a:gd name="connsiteY91" fmla="*/ 141023 h 240410"/>
                <a:gd name="connsiteX92" fmla="*/ 126465 w 263693"/>
                <a:gd name="connsiteY92" fmla="*/ 138337 h 240410"/>
                <a:gd name="connsiteX93" fmla="*/ 119738 w 263693"/>
                <a:gd name="connsiteY93" fmla="*/ 141023 h 240410"/>
                <a:gd name="connsiteX94" fmla="*/ 121084 w 263693"/>
                <a:gd name="connsiteY94" fmla="*/ 145052 h 240410"/>
                <a:gd name="connsiteX95" fmla="*/ 119738 w 263693"/>
                <a:gd name="connsiteY95" fmla="*/ 147738 h 240410"/>
                <a:gd name="connsiteX96" fmla="*/ 115702 w 263693"/>
                <a:gd name="connsiteY96" fmla="*/ 146395 h 240410"/>
                <a:gd name="connsiteX97" fmla="*/ 117048 w 263693"/>
                <a:gd name="connsiteY97" fmla="*/ 143709 h 240410"/>
                <a:gd name="connsiteX98" fmla="*/ 117048 w 263693"/>
                <a:gd name="connsiteY98" fmla="*/ 139680 h 240410"/>
                <a:gd name="connsiteX99" fmla="*/ 111666 w 263693"/>
                <a:gd name="connsiteY99" fmla="*/ 138337 h 240410"/>
                <a:gd name="connsiteX100" fmla="*/ 108976 w 263693"/>
                <a:gd name="connsiteY100" fmla="*/ 141023 h 240410"/>
                <a:gd name="connsiteX101" fmla="*/ 104939 w 263693"/>
                <a:gd name="connsiteY101" fmla="*/ 141023 h 240410"/>
                <a:gd name="connsiteX102" fmla="*/ 106285 w 263693"/>
                <a:gd name="connsiteY102" fmla="*/ 136994 h 240410"/>
                <a:gd name="connsiteX103" fmla="*/ 106285 w 263693"/>
                <a:gd name="connsiteY103" fmla="*/ 134308 h 240410"/>
                <a:gd name="connsiteX104" fmla="*/ 106285 w 263693"/>
                <a:gd name="connsiteY104" fmla="*/ 128935 h 240410"/>
                <a:gd name="connsiteX105" fmla="*/ 99558 w 263693"/>
                <a:gd name="connsiteY105" fmla="*/ 130278 h 240410"/>
                <a:gd name="connsiteX106" fmla="*/ 95522 w 263693"/>
                <a:gd name="connsiteY106" fmla="*/ 135651 h 240410"/>
                <a:gd name="connsiteX107" fmla="*/ 95522 w 263693"/>
                <a:gd name="connsiteY107" fmla="*/ 142366 h 240410"/>
                <a:gd name="connsiteX108" fmla="*/ 92831 w 263693"/>
                <a:gd name="connsiteY108" fmla="*/ 142366 h 240410"/>
                <a:gd name="connsiteX109" fmla="*/ 90140 w 263693"/>
                <a:gd name="connsiteY109" fmla="*/ 136994 h 240410"/>
                <a:gd name="connsiteX110" fmla="*/ 92831 w 263693"/>
                <a:gd name="connsiteY110" fmla="*/ 132965 h 240410"/>
                <a:gd name="connsiteX111" fmla="*/ 92831 w 263693"/>
                <a:gd name="connsiteY111" fmla="*/ 130278 h 240410"/>
                <a:gd name="connsiteX112" fmla="*/ 95522 w 263693"/>
                <a:gd name="connsiteY112" fmla="*/ 122220 h 240410"/>
                <a:gd name="connsiteX113" fmla="*/ 91486 w 263693"/>
                <a:gd name="connsiteY113" fmla="*/ 118191 h 240410"/>
                <a:gd name="connsiteX114" fmla="*/ 86104 w 263693"/>
                <a:gd name="connsiteY114" fmla="*/ 120877 h 240410"/>
                <a:gd name="connsiteX115" fmla="*/ 86104 w 263693"/>
                <a:gd name="connsiteY115" fmla="*/ 118191 h 240410"/>
                <a:gd name="connsiteX116" fmla="*/ 88795 w 263693"/>
                <a:gd name="connsiteY116" fmla="*/ 116848 h 240410"/>
                <a:gd name="connsiteX117" fmla="*/ 92831 w 263693"/>
                <a:gd name="connsiteY117" fmla="*/ 111475 h 240410"/>
                <a:gd name="connsiteX118" fmla="*/ 91486 w 263693"/>
                <a:gd name="connsiteY118" fmla="*/ 107446 h 240410"/>
                <a:gd name="connsiteX119" fmla="*/ 87449 w 263693"/>
                <a:gd name="connsiteY119" fmla="*/ 108789 h 240410"/>
                <a:gd name="connsiteX120" fmla="*/ 83413 w 263693"/>
                <a:gd name="connsiteY120" fmla="*/ 107446 h 240410"/>
                <a:gd name="connsiteX121" fmla="*/ 82068 w 263693"/>
                <a:gd name="connsiteY121" fmla="*/ 108789 h 240410"/>
                <a:gd name="connsiteX122" fmla="*/ 76686 w 263693"/>
                <a:gd name="connsiteY122" fmla="*/ 108789 h 240410"/>
                <a:gd name="connsiteX123" fmla="*/ 79377 w 263693"/>
                <a:gd name="connsiteY123" fmla="*/ 106103 h 240410"/>
                <a:gd name="connsiteX124" fmla="*/ 79377 w 263693"/>
                <a:gd name="connsiteY124" fmla="*/ 104760 h 240410"/>
                <a:gd name="connsiteX125" fmla="*/ 75341 w 263693"/>
                <a:gd name="connsiteY125" fmla="*/ 104760 h 240410"/>
                <a:gd name="connsiteX126" fmla="*/ 72650 w 263693"/>
                <a:gd name="connsiteY126" fmla="*/ 107446 h 240410"/>
                <a:gd name="connsiteX127" fmla="*/ 65923 w 263693"/>
                <a:gd name="connsiteY127" fmla="*/ 108789 h 240410"/>
                <a:gd name="connsiteX128" fmla="*/ 65923 w 263693"/>
                <a:gd name="connsiteY128" fmla="*/ 106103 h 240410"/>
                <a:gd name="connsiteX129" fmla="*/ 68614 w 263693"/>
                <a:gd name="connsiteY129" fmla="*/ 104760 h 240410"/>
                <a:gd name="connsiteX130" fmla="*/ 71305 w 263693"/>
                <a:gd name="connsiteY130" fmla="*/ 100731 h 240410"/>
                <a:gd name="connsiteX131" fmla="*/ 72650 w 263693"/>
                <a:gd name="connsiteY131" fmla="*/ 96702 h 240410"/>
                <a:gd name="connsiteX132" fmla="*/ 75341 w 263693"/>
                <a:gd name="connsiteY132" fmla="*/ 96702 h 240410"/>
                <a:gd name="connsiteX133" fmla="*/ 80723 w 263693"/>
                <a:gd name="connsiteY133" fmla="*/ 100731 h 240410"/>
                <a:gd name="connsiteX134" fmla="*/ 87449 w 263693"/>
                <a:gd name="connsiteY134" fmla="*/ 100731 h 240410"/>
                <a:gd name="connsiteX135" fmla="*/ 86104 w 263693"/>
                <a:gd name="connsiteY135" fmla="*/ 98045 h 240410"/>
                <a:gd name="connsiteX136" fmla="*/ 82068 w 263693"/>
                <a:gd name="connsiteY136" fmla="*/ 92672 h 240410"/>
                <a:gd name="connsiteX137" fmla="*/ 78032 w 263693"/>
                <a:gd name="connsiteY137" fmla="*/ 92672 h 240410"/>
                <a:gd name="connsiteX138" fmla="*/ 79377 w 263693"/>
                <a:gd name="connsiteY138" fmla="*/ 89986 h 240410"/>
                <a:gd name="connsiteX139" fmla="*/ 73996 w 263693"/>
                <a:gd name="connsiteY139" fmla="*/ 84614 h 240410"/>
                <a:gd name="connsiteX140" fmla="*/ 68614 w 263693"/>
                <a:gd name="connsiteY140" fmla="*/ 81928 h 240410"/>
                <a:gd name="connsiteX141" fmla="*/ 71305 w 263693"/>
                <a:gd name="connsiteY141" fmla="*/ 80585 h 240410"/>
                <a:gd name="connsiteX142" fmla="*/ 72650 w 263693"/>
                <a:gd name="connsiteY142" fmla="*/ 77898 h 240410"/>
                <a:gd name="connsiteX143" fmla="*/ 75341 w 263693"/>
                <a:gd name="connsiteY143" fmla="*/ 77898 h 240410"/>
                <a:gd name="connsiteX144" fmla="*/ 76686 w 263693"/>
                <a:gd name="connsiteY144" fmla="*/ 81928 h 240410"/>
                <a:gd name="connsiteX145" fmla="*/ 82068 w 263693"/>
                <a:gd name="connsiteY145" fmla="*/ 87300 h 240410"/>
                <a:gd name="connsiteX146" fmla="*/ 88795 w 263693"/>
                <a:gd name="connsiteY146" fmla="*/ 88643 h 240410"/>
                <a:gd name="connsiteX147" fmla="*/ 92831 w 263693"/>
                <a:gd name="connsiteY147" fmla="*/ 94015 h 240410"/>
                <a:gd name="connsiteX148" fmla="*/ 95522 w 263693"/>
                <a:gd name="connsiteY148" fmla="*/ 89986 h 240410"/>
                <a:gd name="connsiteX149" fmla="*/ 98213 w 263693"/>
                <a:gd name="connsiteY149" fmla="*/ 94015 h 240410"/>
                <a:gd name="connsiteX150" fmla="*/ 106285 w 263693"/>
                <a:gd name="connsiteY150" fmla="*/ 95358 h 240410"/>
                <a:gd name="connsiteX151" fmla="*/ 111666 w 263693"/>
                <a:gd name="connsiteY151" fmla="*/ 95358 h 240410"/>
                <a:gd name="connsiteX152" fmla="*/ 113012 w 263693"/>
                <a:gd name="connsiteY152" fmla="*/ 91329 h 240410"/>
                <a:gd name="connsiteX153" fmla="*/ 111666 w 263693"/>
                <a:gd name="connsiteY153" fmla="*/ 85957 h 240410"/>
                <a:gd name="connsiteX154" fmla="*/ 100903 w 263693"/>
                <a:gd name="connsiteY154" fmla="*/ 77898 h 240410"/>
                <a:gd name="connsiteX155" fmla="*/ 96867 w 263693"/>
                <a:gd name="connsiteY155" fmla="*/ 72526 h 240410"/>
                <a:gd name="connsiteX156" fmla="*/ 94176 w 263693"/>
                <a:gd name="connsiteY156" fmla="*/ 73869 h 240410"/>
                <a:gd name="connsiteX157" fmla="*/ 92831 w 263693"/>
                <a:gd name="connsiteY157" fmla="*/ 69840 h 240410"/>
                <a:gd name="connsiteX158" fmla="*/ 87449 w 263693"/>
                <a:gd name="connsiteY158" fmla="*/ 64468 h 240410"/>
                <a:gd name="connsiteX159" fmla="*/ 86104 w 263693"/>
                <a:gd name="connsiteY159" fmla="*/ 64468 h 240410"/>
                <a:gd name="connsiteX160" fmla="*/ 83413 w 263693"/>
                <a:gd name="connsiteY160" fmla="*/ 61782 h 240410"/>
                <a:gd name="connsiteX161" fmla="*/ 84759 w 263693"/>
                <a:gd name="connsiteY161" fmla="*/ 59095 h 240410"/>
                <a:gd name="connsiteX162" fmla="*/ 88795 w 263693"/>
                <a:gd name="connsiteY162" fmla="*/ 60438 h 240410"/>
                <a:gd name="connsiteX163" fmla="*/ 92831 w 263693"/>
                <a:gd name="connsiteY163" fmla="*/ 64468 h 240410"/>
                <a:gd name="connsiteX164" fmla="*/ 95522 w 263693"/>
                <a:gd name="connsiteY164" fmla="*/ 64468 h 240410"/>
                <a:gd name="connsiteX165" fmla="*/ 96867 w 263693"/>
                <a:gd name="connsiteY165" fmla="*/ 68497 h 240410"/>
                <a:gd name="connsiteX166" fmla="*/ 99558 w 263693"/>
                <a:gd name="connsiteY166" fmla="*/ 69840 h 240410"/>
                <a:gd name="connsiteX167" fmla="*/ 102249 w 263693"/>
                <a:gd name="connsiteY167" fmla="*/ 65811 h 240410"/>
                <a:gd name="connsiteX168" fmla="*/ 99558 w 263693"/>
                <a:gd name="connsiteY168" fmla="*/ 57752 h 240410"/>
                <a:gd name="connsiteX169" fmla="*/ 94176 w 263693"/>
                <a:gd name="connsiteY169" fmla="*/ 49694 h 240410"/>
                <a:gd name="connsiteX170" fmla="*/ 90140 w 263693"/>
                <a:gd name="connsiteY170" fmla="*/ 49694 h 240410"/>
                <a:gd name="connsiteX171" fmla="*/ 88795 w 263693"/>
                <a:gd name="connsiteY171" fmla="*/ 48351 h 240410"/>
                <a:gd name="connsiteX172" fmla="*/ 83413 w 263693"/>
                <a:gd name="connsiteY172" fmla="*/ 49694 h 240410"/>
                <a:gd name="connsiteX173" fmla="*/ 78032 w 263693"/>
                <a:gd name="connsiteY173" fmla="*/ 52380 h 240410"/>
                <a:gd name="connsiteX174" fmla="*/ 72650 w 263693"/>
                <a:gd name="connsiteY174" fmla="*/ 52380 h 240410"/>
                <a:gd name="connsiteX175" fmla="*/ 68614 w 263693"/>
                <a:gd name="connsiteY175" fmla="*/ 49694 h 240410"/>
                <a:gd name="connsiteX176" fmla="*/ 64578 w 263693"/>
                <a:gd name="connsiteY176" fmla="*/ 49694 h 240410"/>
                <a:gd name="connsiteX177" fmla="*/ 61887 w 263693"/>
                <a:gd name="connsiteY177" fmla="*/ 45665 h 240410"/>
                <a:gd name="connsiteX178" fmla="*/ 56506 w 263693"/>
                <a:gd name="connsiteY178" fmla="*/ 53723 h 240410"/>
                <a:gd name="connsiteX179" fmla="*/ 48434 w 263693"/>
                <a:gd name="connsiteY179" fmla="*/ 57752 h 240410"/>
                <a:gd name="connsiteX180" fmla="*/ 48434 w 263693"/>
                <a:gd name="connsiteY180" fmla="*/ 61782 h 240410"/>
                <a:gd name="connsiteX181" fmla="*/ 44397 w 263693"/>
                <a:gd name="connsiteY181" fmla="*/ 63125 h 240410"/>
                <a:gd name="connsiteX182" fmla="*/ 44397 w 263693"/>
                <a:gd name="connsiteY182" fmla="*/ 60438 h 240410"/>
                <a:gd name="connsiteX183" fmla="*/ 47088 w 263693"/>
                <a:gd name="connsiteY183" fmla="*/ 55066 h 240410"/>
                <a:gd name="connsiteX184" fmla="*/ 49779 w 263693"/>
                <a:gd name="connsiteY184" fmla="*/ 53723 h 240410"/>
                <a:gd name="connsiteX185" fmla="*/ 60542 w 263693"/>
                <a:gd name="connsiteY185" fmla="*/ 44322 h 240410"/>
                <a:gd name="connsiteX186" fmla="*/ 61887 w 263693"/>
                <a:gd name="connsiteY186" fmla="*/ 41635 h 240410"/>
                <a:gd name="connsiteX187" fmla="*/ 59196 w 263693"/>
                <a:gd name="connsiteY187" fmla="*/ 36263 h 240410"/>
                <a:gd name="connsiteX188" fmla="*/ 59196 w 263693"/>
                <a:gd name="connsiteY188" fmla="*/ 24175 h 240410"/>
                <a:gd name="connsiteX189" fmla="*/ 60542 w 263693"/>
                <a:gd name="connsiteY189" fmla="*/ 22832 h 240410"/>
                <a:gd name="connsiteX190" fmla="*/ 57851 w 263693"/>
                <a:gd name="connsiteY190" fmla="*/ 18803 h 240410"/>
                <a:gd name="connsiteX191" fmla="*/ 55161 w 263693"/>
                <a:gd name="connsiteY191" fmla="*/ 21489 h 240410"/>
                <a:gd name="connsiteX192" fmla="*/ 49779 w 263693"/>
                <a:gd name="connsiteY192" fmla="*/ 21489 h 240410"/>
                <a:gd name="connsiteX193" fmla="*/ 47088 w 263693"/>
                <a:gd name="connsiteY193" fmla="*/ 18803 h 240410"/>
                <a:gd name="connsiteX194" fmla="*/ 47088 w 263693"/>
                <a:gd name="connsiteY194" fmla="*/ 13431 h 240410"/>
                <a:gd name="connsiteX195" fmla="*/ 45743 w 263693"/>
                <a:gd name="connsiteY195" fmla="*/ 10745 h 240410"/>
                <a:gd name="connsiteX196" fmla="*/ 37671 w 263693"/>
                <a:gd name="connsiteY196" fmla="*/ 8058 h 240410"/>
                <a:gd name="connsiteX197" fmla="*/ 33634 w 263693"/>
                <a:gd name="connsiteY197" fmla="*/ 2686 h 240410"/>
                <a:gd name="connsiteX198" fmla="*/ 28253 w 263693"/>
                <a:gd name="connsiteY198" fmla="*/ 2686 h 240410"/>
                <a:gd name="connsiteX199" fmla="*/ 22871 w 263693"/>
                <a:gd name="connsiteY199" fmla="*/ 0 h 240410"/>
                <a:gd name="connsiteX200" fmla="*/ 20181 w 263693"/>
                <a:gd name="connsiteY200" fmla="*/ 2686 h 240410"/>
                <a:gd name="connsiteX201" fmla="*/ 10763 w 263693"/>
                <a:gd name="connsiteY201" fmla="*/ 4029 h 240410"/>
                <a:gd name="connsiteX202" fmla="*/ 9418 w 263693"/>
                <a:gd name="connsiteY202" fmla="*/ 5372 h 240410"/>
                <a:gd name="connsiteX203" fmla="*/ 6727 w 263693"/>
                <a:gd name="connsiteY203" fmla="*/ 5372 h 240410"/>
                <a:gd name="connsiteX204" fmla="*/ 5381 w 263693"/>
                <a:gd name="connsiteY204" fmla="*/ 10745 h 240410"/>
                <a:gd name="connsiteX205" fmla="*/ 8072 w 263693"/>
                <a:gd name="connsiteY205" fmla="*/ 14774 h 240410"/>
                <a:gd name="connsiteX206" fmla="*/ 10763 w 263693"/>
                <a:gd name="connsiteY206" fmla="*/ 20146 h 240410"/>
                <a:gd name="connsiteX207" fmla="*/ 6727 w 263693"/>
                <a:gd name="connsiteY207" fmla="*/ 20146 h 240410"/>
                <a:gd name="connsiteX208" fmla="*/ 1345 w 263693"/>
                <a:gd name="connsiteY208" fmla="*/ 12088 h 240410"/>
                <a:gd name="connsiteX209" fmla="*/ 0 w 263693"/>
                <a:gd name="connsiteY209" fmla="*/ 17460 h 240410"/>
                <a:gd name="connsiteX210" fmla="*/ 1345 w 263693"/>
                <a:gd name="connsiteY210" fmla="*/ 21489 h 240410"/>
                <a:gd name="connsiteX211" fmla="*/ 6727 w 263693"/>
                <a:gd name="connsiteY211" fmla="*/ 24175 h 240410"/>
                <a:gd name="connsiteX212" fmla="*/ 12108 w 263693"/>
                <a:gd name="connsiteY212" fmla="*/ 32234 h 240410"/>
                <a:gd name="connsiteX213" fmla="*/ 16144 w 263693"/>
                <a:gd name="connsiteY213" fmla="*/ 32234 h 240410"/>
                <a:gd name="connsiteX214" fmla="*/ 13454 w 263693"/>
                <a:gd name="connsiteY214" fmla="*/ 36263 h 240410"/>
                <a:gd name="connsiteX215" fmla="*/ 9418 w 263693"/>
                <a:gd name="connsiteY215" fmla="*/ 34920 h 240410"/>
                <a:gd name="connsiteX216" fmla="*/ 8072 w 263693"/>
                <a:gd name="connsiteY216" fmla="*/ 40292 h 240410"/>
                <a:gd name="connsiteX217" fmla="*/ 14799 w 263693"/>
                <a:gd name="connsiteY217" fmla="*/ 48351 h 240410"/>
                <a:gd name="connsiteX218" fmla="*/ 20181 w 263693"/>
                <a:gd name="connsiteY218" fmla="*/ 51037 h 240410"/>
                <a:gd name="connsiteX219" fmla="*/ 20181 w 263693"/>
                <a:gd name="connsiteY219" fmla="*/ 55066 h 240410"/>
                <a:gd name="connsiteX220" fmla="*/ 17490 w 263693"/>
                <a:gd name="connsiteY220" fmla="*/ 52380 h 240410"/>
                <a:gd name="connsiteX221" fmla="*/ 9418 w 263693"/>
                <a:gd name="connsiteY221" fmla="*/ 52380 h 240410"/>
                <a:gd name="connsiteX222" fmla="*/ 9418 w 263693"/>
                <a:gd name="connsiteY222" fmla="*/ 55066 h 240410"/>
                <a:gd name="connsiteX223" fmla="*/ 6727 w 263693"/>
                <a:gd name="connsiteY223" fmla="*/ 56409 h 240410"/>
                <a:gd name="connsiteX224" fmla="*/ 5381 w 263693"/>
                <a:gd name="connsiteY224" fmla="*/ 60438 h 240410"/>
                <a:gd name="connsiteX225" fmla="*/ 12108 w 263693"/>
                <a:gd name="connsiteY225" fmla="*/ 57752 h 240410"/>
                <a:gd name="connsiteX226" fmla="*/ 16144 w 263693"/>
                <a:gd name="connsiteY226" fmla="*/ 60438 h 240410"/>
                <a:gd name="connsiteX227" fmla="*/ 24217 w 263693"/>
                <a:gd name="connsiteY227" fmla="*/ 57752 h 240410"/>
                <a:gd name="connsiteX228" fmla="*/ 24217 w 263693"/>
                <a:gd name="connsiteY228" fmla="*/ 60438 h 240410"/>
                <a:gd name="connsiteX229" fmla="*/ 30944 w 263693"/>
                <a:gd name="connsiteY229" fmla="*/ 61782 h 240410"/>
                <a:gd name="connsiteX230" fmla="*/ 30944 w 263693"/>
                <a:gd name="connsiteY230" fmla="*/ 65811 h 240410"/>
                <a:gd name="connsiteX231" fmla="*/ 37671 w 263693"/>
                <a:gd name="connsiteY231" fmla="*/ 71183 h 240410"/>
                <a:gd name="connsiteX232" fmla="*/ 40361 w 263693"/>
                <a:gd name="connsiteY232" fmla="*/ 71183 h 240410"/>
                <a:gd name="connsiteX233" fmla="*/ 41707 w 263693"/>
                <a:gd name="connsiteY233" fmla="*/ 67154 h 240410"/>
                <a:gd name="connsiteX234" fmla="*/ 43052 w 263693"/>
                <a:gd name="connsiteY234" fmla="*/ 69840 h 240410"/>
                <a:gd name="connsiteX235" fmla="*/ 48434 w 263693"/>
                <a:gd name="connsiteY235" fmla="*/ 67154 h 240410"/>
                <a:gd name="connsiteX236" fmla="*/ 51124 w 263693"/>
                <a:gd name="connsiteY236" fmla="*/ 67154 h 240410"/>
                <a:gd name="connsiteX237" fmla="*/ 52470 w 263693"/>
                <a:gd name="connsiteY237" fmla="*/ 71183 h 240410"/>
                <a:gd name="connsiteX238" fmla="*/ 51124 w 263693"/>
                <a:gd name="connsiteY238" fmla="*/ 75212 h 240410"/>
                <a:gd name="connsiteX239" fmla="*/ 51124 w 263693"/>
                <a:gd name="connsiteY239" fmla="*/ 84614 h 240410"/>
                <a:gd name="connsiteX240" fmla="*/ 48434 w 263693"/>
                <a:gd name="connsiteY240" fmla="*/ 91329 h 240410"/>
                <a:gd name="connsiteX241" fmla="*/ 48434 w 263693"/>
                <a:gd name="connsiteY241" fmla="*/ 95358 h 240410"/>
                <a:gd name="connsiteX242" fmla="*/ 52470 w 263693"/>
                <a:gd name="connsiteY242" fmla="*/ 100731 h 240410"/>
                <a:gd name="connsiteX243" fmla="*/ 49779 w 263693"/>
                <a:gd name="connsiteY243" fmla="*/ 106103 h 240410"/>
                <a:gd name="connsiteX244" fmla="*/ 49779 w 263693"/>
                <a:gd name="connsiteY244" fmla="*/ 110132 h 240410"/>
                <a:gd name="connsiteX245" fmla="*/ 48434 w 263693"/>
                <a:gd name="connsiteY245" fmla="*/ 115505 h 240410"/>
                <a:gd name="connsiteX246" fmla="*/ 41707 w 263693"/>
                <a:gd name="connsiteY246" fmla="*/ 120877 h 240410"/>
                <a:gd name="connsiteX247" fmla="*/ 34980 w 263693"/>
                <a:gd name="connsiteY247" fmla="*/ 122220 h 240410"/>
                <a:gd name="connsiteX248" fmla="*/ 33634 w 263693"/>
                <a:gd name="connsiteY248" fmla="*/ 127592 h 240410"/>
                <a:gd name="connsiteX249" fmla="*/ 28253 w 263693"/>
                <a:gd name="connsiteY249" fmla="*/ 134308 h 240410"/>
                <a:gd name="connsiteX250" fmla="*/ 28253 w 263693"/>
                <a:gd name="connsiteY250" fmla="*/ 136994 h 240410"/>
                <a:gd name="connsiteX251" fmla="*/ 24217 w 263693"/>
                <a:gd name="connsiteY251" fmla="*/ 139680 h 240410"/>
                <a:gd name="connsiteX252" fmla="*/ 21526 w 263693"/>
                <a:gd name="connsiteY252" fmla="*/ 143709 h 240410"/>
                <a:gd name="connsiteX253" fmla="*/ 21526 w 263693"/>
                <a:gd name="connsiteY253" fmla="*/ 150425 h 240410"/>
                <a:gd name="connsiteX254" fmla="*/ 25562 w 263693"/>
                <a:gd name="connsiteY254" fmla="*/ 150425 h 240410"/>
                <a:gd name="connsiteX255" fmla="*/ 25562 w 263693"/>
                <a:gd name="connsiteY255" fmla="*/ 154454 h 240410"/>
                <a:gd name="connsiteX256" fmla="*/ 20181 w 263693"/>
                <a:gd name="connsiteY256" fmla="*/ 157140 h 240410"/>
                <a:gd name="connsiteX257" fmla="*/ 18835 w 263693"/>
                <a:gd name="connsiteY257" fmla="*/ 159826 h 240410"/>
                <a:gd name="connsiteX258" fmla="*/ 21526 w 263693"/>
                <a:gd name="connsiteY258" fmla="*/ 162512 h 240410"/>
                <a:gd name="connsiteX259" fmla="*/ 18835 w 263693"/>
                <a:gd name="connsiteY259" fmla="*/ 167885 h 240410"/>
                <a:gd name="connsiteX260" fmla="*/ 17490 w 263693"/>
                <a:gd name="connsiteY260" fmla="*/ 171914 h 240410"/>
                <a:gd name="connsiteX261" fmla="*/ 18835 w 263693"/>
                <a:gd name="connsiteY261" fmla="*/ 177286 h 240410"/>
                <a:gd name="connsiteX262" fmla="*/ 22871 w 263693"/>
                <a:gd name="connsiteY262" fmla="*/ 178629 h 240410"/>
                <a:gd name="connsiteX263" fmla="*/ 22871 w 263693"/>
                <a:gd name="connsiteY263" fmla="*/ 181315 h 240410"/>
                <a:gd name="connsiteX264" fmla="*/ 26908 w 263693"/>
                <a:gd name="connsiteY264" fmla="*/ 185345 h 240410"/>
                <a:gd name="connsiteX265" fmla="*/ 29598 w 263693"/>
                <a:gd name="connsiteY265" fmla="*/ 185345 h 240410"/>
                <a:gd name="connsiteX266" fmla="*/ 29598 w 263693"/>
                <a:gd name="connsiteY266" fmla="*/ 179972 h 240410"/>
                <a:gd name="connsiteX267" fmla="*/ 30944 w 263693"/>
                <a:gd name="connsiteY267" fmla="*/ 177286 h 240410"/>
                <a:gd name="connsiteX268" fmla="*/ 33634 w 263693"/>
                <a:gd name="connsiteY268" fmla="*/ 179972 h 240410"/>
                <a:gd name="connsiteX269" fmla="*/ 36325 w 263693"/>
                <a:gd name="connsiteY269" fmla="*/ 179972 h 240410"/>
                <a:gd name="connsiteX270" fmla="*/ 40361 w 263693"/>
                <a:gd name="connsiteY270" fmla="*/ 173257 h 240410"/>
                <a:gd name="connsiteX271" fmla="*/ 43052 w 263693"/>
                <a:gd name="connsiteY271" fmla="*/ 175943 h 240410"/>
                <a:gd name="connsiteX272" fmla="*/ 40361 w 263693"/>
                <a:gd name="connsiteY272" fmla="*/ 182658 h 240410"/>
                <a:gd name="connsiteX273" fmla="*/ 34980 w 263693"/>
                <a:gd name="connsiteY273" fmla="*/ 182658 h 240410"/>
                <a:gd name="connsiteX274" fmla="*/ 34980 w 263693"/>
                <a:gd name="connsiteY274" fmla="*/ 185345 h 240410"/>
                <a:gd name="connsiteX275" fmla="*/ 36325 w 263693"/>
                <a:gd name="connsiteY275" fmla="*/ 188031 h 240410"/>
                <a:gd name="connsiteX276" fmla="*/ 37671 w 263693"/>
                <a:gd name="connsiteY276" fmla="*/ 190717 h 240410"/>
                <a:gd name="connsiteX277" fmla="*/ 41707 w 263693"/>
                <a:gd name="connsiteY277" fmla="*/ 197432 h 240410"/>
                <a:gd name="connsiteX278" fmla="*/ 47088 w 263693"/>
                <a:gd name="connsiteY278" fmla="*/ 194746 h 240410"/>
                <a:gd name="connsiteX279" fmla="*/ 48434 w 263693"/>
                <a:gd name="connsiteY279" fmla="*/ 197432 h 240410"/>
                <a:gd name="connsiteX280" fmla="*/ 55161 w 263693"/>
                <a:gd name="connsiteY280" fmla="*/ 198775 h 240410"/>
                <a:gd name="connsiteX281" fmla="*/ 57851 w 263693"/>
                <a:gd name="connsiteY281" fmla="*/ 194746 h 240410"/>
                <a:gd name="connsiteX282" fmla="*/ 63233 w 263693"/>
                <a:gd name="connsiteY282" fmla="*/ 193403 h 240410"/>
                <a:gd name="connsiteX283" fmla="*/ 63233 w 263693"/>
                <a:gd name="connsiteY283" fmla="*/ 186688 h 240410"/>
                <a:gd name="connsiteX284" fmla="*/ 65923 w 263693"/>
                <a:gd name="connsiteY284" fmla="*/ 186688 h 240410"/>
                <a:gd name="connsiteX285" fmla="*/ 68614 w 263693"/>
                <a:gd name="connsiteY285" fmla="*/ 185345 h 240410"/>
                <a:gd name="connsiteX286" fmla="*/ 68614 w 263693"/>
                <a:gd name="connsiteY286" fmla="*/ 188031 h 240410"/>
                <a:gd name="connsiteX287" fmla="*/ 68614 w 263693"/>
                <a:gd name="connsiteY287" fmla="*/ 189374 h 240410"/>
                <a:gd name="connsiteX288" fmla="*/ 68614 w 263693"/>
                <a:gd name="connsiteY288" fmla="*/ 193403 h 240410"/>
                <a:gd name="connsiteX289" fmla="*/ 71305 w 263693"/>
                <a:gd name="connsiteY289" fmla="*/ 192060 h 240410"/>
                <a:gd name="connsiteX290" fmla="*/ 73996 w 263693"/>
                <a:gd name="connsiteY290" fmla="*/ 185345 h 240410"/>
                <a:gd name="connsiteX291" fmla="*/ 76686 w 263693"/>
                <a:gd name="connsiteY291" fmla="*/ 184002 h 240410"/>
                <a:gd name="connsiteX292" fmla="*/ 79377 w 263693"/>
                <a:gd name="connsiteY292" fmla="*/ 186688 h 240410"/>
                <a:gd name="connsiteX293" fmla="*/ 78032 w 263693"/>
                <a:gd name="connsiteY293" fmla="*/ 192060 h 240410"/>
                <a:gd name="connsiteX294" fmla="*/ 69960 w 263693"/>
                <a:gd name="connsiteY294" fmla="*/ 200118 h 240410"/>
                <a:gd name="connsiteX295" fmla="*/ 67269 w 263693"/>
                <a:gd name="connsiteY295" fmla="*/ 204148 h 240410"/>
                <a:gd name="connsiteX296" fmla="*/ 67269 w 263693"/>
                <a:gd name="connsiteY296" fmla="*/ 208177 h 240410"/>
                <a:gd name="connsiteX297" fmla="*/ 72650 w 263693"/>
                <a:gd name="connsiteY297" fmla="*/ 209520 h 240410"/>
                <a:gd name="connsiteX298" fmla="*/ 78032 w 263693"/>
                <a:gd name="connsiteY298" fmla="*/ 213549 h 240410"/>
                <a:gd name="connsiteX299" fmla="*/ 82068 w 263693"/>
                <a:gd name="connsiteY299" fmla="*/ 212206 h 240410"/>
                <a:gd name="connsiteX300" fmla="*/ 83413 w 263693"/>
                <a:gd name="connsiteY300" fmla="*/ 214892 h 240410"/>
                <a:gd name="connsiteX301" fmla="*/ 88795 w 263693"/>
                <a:gd name="connsiteY301" fmla="*/ 214892 h 240410"/>
                <a:gd name="connsiteX302" fmla="*/ 90140 w 263693"/>
                <a:gd name="connsiteY302" fmla="*/ 210863 h 240410"/>
                <a:gd name="connsiteX303" fmla="*/ 95522 w 263693"/>
                <a:gd name="connsiteY303" fmla="*/ 212206 h 240410"/>
                <a:gd name="connsiteX304" fmla="*/ 94176 w 263693"/>
                <a:gd name="connsiteY304" fmla="*/ 213549 h 240410"/>
                <a:gd name="connsiteX305" fmla="*/ 94176 w 263693"/>
                <a:gd name="connsiteY305" fmla="*/ 216235 h 240410"/>
                <a:gd name="connsiteX306" fmla="*/ 98213 w 263693"/>
                <a:gd name="connsiteY306" fmla="*/ 217578 h 240410"/>
                <a:gd name="connsiteX307" fmla="*/ 102249 w 263693"/>
                <a:gd name="connsiteY307" fmla="*/ 220265 h 240410"/>
                <a:gd name="connsiteX308" fmla="*/ 104939 w 263693"/>
                <a:gd name="connsiteY308" fmla="*/ 218922 h 240410"/>
                <a:gd name="connsiteX309" fmla="*/ 103594 w 263693"/>
                <a:gd name="connsiteY309" fmla="*/ 214892 h 240410"/>
                <a:gd name="connsiteX310" fmla="*/ 103594 w 263693"/>
                <a:gd name="connsiteY310" fmla="*/ 210863 h 240410"/>
                <a:gd name="connsiteX311" fmla="*/ 106285 w 263693"/>
                <a:gd name="connsiteY311" fmla="*/ 206834 h 240410"/>
                <a:gd name="connsiteX312" fmla="*/ 107630 w 263693"/>
                <a:gd name="connsiteY312" fmla="*/ 210863 h 240410"/>
                <a:gd name="connsiteX313" fmla="*/ 106285 w 263693"/>
                <a:gd name="connsiteY313" fmla="*/ 214892 h 240410"/>
                <a:gd name="connsiteX314" fmla="*/ 107630 w 263693"/>
                <a:gd name="connsiteY314" fmla="*/ 220265 h 240410"/>
                <a:gd name="connsiteX315" fmla="*/ 111666 w 263693"/>
                <a:gd name="connsiteY315" fmla="*/ 220265 h 240410"/>
                <a:gd name="connsiteX316" fmla="*/ 113012 w 263693"/>
                <a:gd name="connsiteY316" fmla="*/ 214892 h 240410"/>
                <a:gd name="connsiteX317" fmla="*/ 114357 w 263693"/>
                <a:gd name="connsiteY317" fmla="*/ 212206 h 240410"/>
                <a:gd name="connsiteX318" fmla="*/ 118393 w 263693"/>
                <a:gd name="connsiteY318" fmla="*/ 212206 h 240410"/>
                <a:gd name="connsiteX319" fmla="*/ 118393 w 263693"/>
                <a:gd name="connsiteY319" fmla="*/ 214892 h 240410"/>
                <a:gd name="connsiteX320" fmla="*/ 115702 w 263693"/>
                <a:gd name="connsiteY320" fmla="*/ 216235 h 240410"/>
                <a:gd name="connsiteX321" fmla="*/ 115702 w 263693"/>
                <a:gd name="connsiteY321" fmla="*/ 221608 h 240410"/>
                <a:gd name="connsiteX322" fmla="*/ 122429 w 263693"/>
                <a:gd name="connsiteY322" fmla="*/ 221608 h 240410"/>
                <a:gd name="connsiteX323" fmla="*/ 126465 w 263693"/>
                <a:gd name="connsiteY323" fmla="*/ 218922 h 240410"/>
                <a:gd name="connsiteX324" fmla="*/ 130501 w 263693"/>
                <a:gd name="connsiteY324" fmla="*/ 210863 h 240410"/>
                <a:gd name="connsiteX325" fmla="*/ 130501 w 263693"/>
                <a:gd name="connsiteY325" fmla="*/ 214892 h 240410"/>
                <a:gd name="connsiteX326" fmla="*/ 129156 w 263693"/>
                <a:gd name="connsiteY326" fmla="*/ 217578 h 240410"/>
                <a:gd name="connsiteX327" fmla="*/ 129156 w 263693"/>
                <a:gd name="connsiteY327" fmla="*/ 221608 h 240410"/>
                <a:gd name="connsiteX328" fmla="*/ 134538 w 263693"/>
                <a:gd name="connsiteY328" fmla="*/ 220265 h 240410"/>
                <a:gd name="connsiteX329" fmla="*/ 135883 w 263693"/>
                <a:gd name="connsiteY329" fmla="*/ 213549 h 240410"/>
                <a:gd name="connsiteX330" fmla="*/ 138574 w 263693"/>
                <a:gd name="connsiteY330" fmla="*/ 210863 h 240410"/>
                <a:gd name="connsiteX331" fmla="*/ 137228 w 263693"/>
                <a:gd name="connsiteY331" fmla="*/ 221608 h 240410"/>
                <a:gd name="connsiteX332" fmla="*/ 138574 w 263693"/>
                <a:gd name="connsiteY332" fmla="*/ 224294 h 240410"/>
                <a:gd name="connsiteX333" fmla="*/ 142610 w 263693"/>
                <a:gd name="connsiteY333" fmla="*/ 224294 h 240410"/>
                <a:gd name="connsiteX334" fmla="*/ 150682 w 263693"/>
                <a:gd name="connsiteY334" fmla="*/ 228323 h 240410"/>
                <a:gd name="connsiteX335" fmla="*/ 154718 w 263693"/>
                <a:gd name="connsiteY335" fmla="*/ 226980 h 240410"/>
                <a:gd name="connsiteX336" fmla="*/ 158754 w 263693"/>
                <a:gd name="connsiteY336" fmla="*/ 225637 h 240410"/>
                <a:gd name="connsiteX337" fmla="*/ 158754 w 263693"/>
                <a:gd name="connsiteY337" fmla="*/ 229666 h 240410"/>
                <a:gd name="connsiteX338" fmla="*/ 165481 w 263693"/>
                <a:gd name="connsiteY338" fmla="*/ 226980 h 240410"/>
                <a:gd name="connsiteX339" fmla="*/ 169518 w 263693"/>
                <a:gd name="connsiteY339" fmla="*/ 225637 h 240410"/>
                <a:gd name="connsiteX340" fmla="*/ 169518 w 263693"/>
                <a:gd name="connsiteY340" fmla="*/ 220265 h 240410"/>
                <a:gd name="connsiteX341" fmla="*/ 173554 w 263693"/>
                <a:gd name="connsiteY341" fmla="*/ 214892 h 240410"/>
                <a:gd name="connsiteX342" fmla="*/ 176244 w 263693"/>
                <a:gd name="connsiteY342" fmla="*/ 212206 h 240410"/>
                <a:gd name="connsiteX343" fmla="*/ 173554 w 263693"/>
                <a:gd name="connsiteY343" fmla="*/ 206834 h 240410"/>
                <a:gd name="connsiteX344" fmla="*/ 174899 w 263693"/>
                <a:gd name="connsiteY344" fmla="*/ 202805 h 240410"/>
                <a:gd name="connsiteX345" fmla="*/ 177590 w 263693"/>
                <a:gd name="connsiteY345" fmla="*/ 202805 h 240410"/>
                <a:gd name="connsiteX346" fmla="*/ 177590 w 263693"/>
                <a:gd name="connsiteY346" fmla="*/ 209520 h 240410"/>
                <a:gd name="connsiteX347" fmla="*/ 180280 w 263693"/>
                <a:gd name="connsiteY347" fmla="*/ 209520 h 240410"/>
                <a:gd name="connsiteX348" fmla="*/ 181626 w 263693"/>
                <a:gd name="connsiteY348" fmla="*/ 212206 h 240410"/>
                <a:gd name="connsiteX349" fmla="*/ 177590 w 263693"/>
                <a:gd name="connsiteY349" fmla="*/ 216235 h 240410"/>
                <a:gd name="connsiteX350" fmla="*/ 174899 w 263693"/>
                <a:gd name="connsiteY350" fmla="*/ 222951 h 2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</a:cxnLst>
              <a:rect l="l" t="t" r="r" b="b"/>
              <a:pathLst>
                <a:path w="263693" h="240410">
                  <a:moveTo>
                    <a:pt x="176244" y="233695"/>
                  </a:moveTo>
                  <a:lnTo>
                    <a:pt x="181626" y="235038"/>
                  </a:lnTo>
                  <a:lnTo>
                    <a:pt x="185662" y="233695"/>
                  </a:lnTo>
                  <a:lnTo>
                    <a:pt x="187007" y="239068"/>
                  </a:lnTo>
                  <a:lnTo>
                    <a:pt x="192389" y="239068"/>
                  </a:lnTo>
                  <a:lnTo>
                    <a:pt x="192389" y="240411"/>
                  </a:lnTo>
                  <a:lnTo>
                    <a:pt x="197770" y="240411"/>
                  </a:lnTo>
                  <a:lnTo>
                    <a:pt x="207188" y="235038"/>
                  </a:lnTo>
                  <a:lnTo>
                    <a:pt x="211224" y="233695"/>
                  </a:lnTo>
                  <a:lnTo>
                    <a:pt x="219296" y="237725"/>
                  </a:lnTo>
                  <a:lnTo>
                    <a:pt x="223333" y="237725"/>
                  </a:lnTo>
                  <a:lnTo>
                    <a:pt x="227369" y="239068"/>
                  </a:lnTo>
                  <a:lnTo>
                    <a:pt x="230059" y="236382"/>
                  </a:lnTo>
                  <a:lnTo>
                    <a:pt x="230059" y="233695"/>
                  </a:lnTo>
                  <a:lnTo>
                    <a:pt x="232750" y="226980"/>
                  </a:lnTo>
                  <a:lnTo>
                    <a:pt x="235441" y="226980"/>
                  </a:lnTo>
                  <a:lnTo>
                    <a:pt x="236786" y="224294"/>
                  </a:lnTo>
                  <a:lnTo>
                    <a:pt x="234095" y="218922"/>
                  </a:lnTo>
                  <a:lnTo>
                    <a:pt x="234095" y="212206"/>
                  </a:lnTo>
                  <a:lnTo>
                    <a:pt x="236786" y="216235"/>
                  </a:lnTo>
                  <a:lnTo>
                    <a:pt x="236786" y="218922"/>
                  </a:lnTo>
                  <a:lnTo>
                    <a:pt x="240822" y="225637"/>
                  </a:lnTo>
                  <a:lnTo>
                    <a:pt x="243513" y="221608"/>
                  </a:lnTo>
                  <a:lnTo>
                    <a:pt x="246204" y="222951"/>
                  </a:lnTo>
                  <a:lnTo>
                    <a:pt x="248895" y="221608"/>
                  </a:lnTo>
                  <a:lnTo>
                    <a:pt x="251585" y="222951"/>
                  </a:lnTo>
                  <a:lnTo>
                    <a:pt x="252931" y="220265"/>
                  </a:lnTo>
                  <a:lnTo>
                    <a:pt x="251585" y="214892"/>
                  </a:lnTo>
                  <a:lnTo>
                    <a:pt x="251585" y="210863"/>
                  </a:lnTo>
                  <a:lnTo>
                    <a:pt x="248895" y="208177"/>
                  </a:lnTo>
                  <a:lnTo>
                    <a:pt x="243513" y="210863"/>
                  </a:lnTo>
                  <a:lnTo>
                    <a:pt x="236786" y="210863"/>
                  </a:lnTo>
                  <a:lnTo>
                    <a:pt x="235441" y="206834"/>
                  </a:lnTo>
                  <a:lnTo>
                    <a:pt x="238132" y="205491"/>
                  </a:lnTo>
                  <a:lnTo>
                    <a:pt x="240822" y="206834"/>
                  </a:lnTo>
                  <a:lnTo>
                    <a:pt x="246204" y="204148"/>
                  </a:lnTo>
                  <a:lnTo>
                    <a:pt x="250240" y="200118"/>
                  </a:lnTo>
                  <a:lnTo>
                    <a:pt x="252931" y="202805"/>
                  </a:lnTo>
                  <a:lnTo>
                    <a:pt x="255622" y="201462"/>
                  </a:lnTo>
                  <a:lnTo>
                    <a:pt x="258312" y="197432"/>
                  </a:lnTo>
                  <a:lnTo>
                    <a:pt x="258312" y="194746"/>
                  </a:lnTo>
                  <a:lnTo>
                    <a:pt x="261003" y="189374"/>
                  </a:lnTo>
                  <a:lnTo>
                    <a:pt x="259658" y="186688"/>
                  </a:lnTo>
                  <a:lnTo>
                    <a:pt x="262348" y="185345"/>
                  </a:lnTo>
                  <a:lnTo>
                    <a:pt x="263694" y="182658"/>
                  </a:lnTo>
                  <a:lnTo>
                    <a:pt x="256967" y="181315"/>
                  </a:lnTo>
                  <a:lnTo>
                    <a:pt x="251585" y="182658"/>
                  </a:lnTo>
                  <a:lnTo>
                    <a:pt x="254276" y="178629"/>
                  </a:lnTo>
                  <a:lnTo>
                    <a:pt x="256967" y="177286"/>
                  </a:lnTo>
                  <a:lnTo>
                    <a:pt x="256967" y="171914"/>
                  </a:lnTo>
                  <a:lnTo>
                    <a:pt x="252931" y="169228"/>
                  </a:lnTo>
                  <a:lnTo>
                    <a:pt x="242168" y="169228"/>
                  </a:lnTo>
                  <a:lnTo>
                    <a:pt x="240822" y="166542"/>
                  </a:lnTo>
                  <a:lnTo>
                    <a:pt x="240822" y="163855"/>
                  </a:lnTo>
                  <a:lnTo>
                    <a:pt x="243513" y="162512"/>
                  </a:lnTo>
                  <a:lnTo>
                    <a:pt x="242168" y="157140"/>
                  </a:lnTo>
                  <a:lnTo>
                    <a:pt x="234095" y="150425"/>
                  </a:lnTo>
                  <a:lnTo>
                    <a:pt x="230059" y="150425"/>
                  </a:lnTo>
                  <a:lnTo>
                    <a:pt x="226023" y="153111"/>
                  </a:lnTo>
                  <a:lnTo>
                    <a:pt x="219296" y="153111"/>
                  </a:lnTo>
                  <a:lnTo>
                    <a:pt x="211224" y="155797"/>
                  </a:lnTo>
                  <a:lnTo>
                    <a:pt x="201806" y="149082"/>
                  </a:lnTo>
                  <a:lnTo>
                    <a:pt x="200461" y="145052"/>
                  </a:lnTo>
                  <a:lnTo>
                    <a:pt x="197770" y="143709"/>
                  </a:lnTo>
                  <a:lnTo>
                    <a:pt x="193734" y="146395"/>
                  </a:lnTo>
                  <a:lnTo>
                    <a:pt x="189698" y="146395"/>
                  </a:lnTo>
                  <a:lnTo>
                    <a:pt x="187007" y="147738"/>
                  </a:lnTo>
                  <a:lnTo>
                    <a:pt x="181626" y="147738"/>
                  </a:lnTo>
                  <a:lnTo>
                    <a:pt x="178935" y="153111"/>
                  </a:lnTo>
                  <a:lnTo>
                    <a:pt x="176244" y="149082"/>
                  </a:lnTo>
                  <a:lnTo>
                    <a:pt x="172208" y="146395"/>
                  </a:lnTo>
                  <a:lnTo>
                    <a:pt x="168172" y="149082"/>
                  </a:lnTo>
                  <a:lnTo>
                    <a:pt x="161445" y="150425"/>
                  </a:lnTo>
                  <a:lnTo>
                    <a:pt x="161445" y="153111"/>
                  </a:lnTo>
                  <a:lnTo>
                    <a:pt x="160100" y="154454"/>
                  </a:lnTo>
                  <a:lnTo>
                    <a:pt x="160100" y="151768"/>
                  </a:lnTo>
                  <a:lnTo>
                    <a:pt x="157409" y="149082"/>
                  </a:lnTo>
                  <a:lnTo>
                    <a:pt x="153373" y="150425"/>
                  </a:lnTo>
                  <a:lnTo>
                    <a:pt x="141265" y="149082"/>
                  </a:lnTo>
                  <a:lnTo>
                    <a:pt x="139919" y="150425"/>
                  </a:lnTo>
                  <a:lnTo>
                    <a:pt x="143955" y="154454"/>
                  </a:lnTo>
                  <a:lnTo>
                    <a:pt x="143955" y="158483"/>
                  </a:lnTo>
                  <a:lnTo>
                    <a:pt x="147991" y="161169"/>
                  </a:lnTo>
                  <a:lnTo>
                    <a:pt x="142610" y="159826"/>
                  </a:lnTo>
                  <a:lnTo>
                    <a:pt x="139919" y="157140"/>
                  </a:lnTo>
                  <a:lnTo>
                    <a:pt x="135883" y="155797"/>
                  </a:lnTo>
                  <a:lnTo>
                    <a:pt x="129156" y="158483"/>
                  </a:lnTo>
                  <a:lnTo>
                    <a:pt x="126465" y="155797"/>
                  </a:lnTo>
                  <a:lnTo>
                    <a:pt x="131847" y="154454"/>
                  </a:lnTo>
                  <a:lnTo>
                    <a:pt x="131847" y="150425"/>
                  </a:lnTo>
                  <a:lnTo>
                    <a:pt x="126465" y="143709"/>
                  </a:lnTo>
                  <a:lnTo>
                    <a:pt x="127811" y="141023"/>
                  </a:lnTo>
                  <a:lnTo>
                    <a:pt x="126465" y="138337"/>
                  </a:lnTo>
                  <a:lnTo>
                    <a:pt x="119738" y="141023"/>
                  </a:lnTo>
                  <a:lnTo>
                    <a:pt x="121084" y="145052"/>
                  </a:lnTo>
                  <a:lnTo>
                    <a:pt x="119738" y="147738"/>
                  </a:lnTo>
                  <a:lnTo>
                    <a:pt x="115702" y="146395"/>
                  </a:lnTo>
                  <a:lnTo>
                    <a:pt x="117048" y="143709"/>
                  </a:lnTo>
                  <a:lnTo>
                    <a:pt x="117048" y="139680"/>
                  </a:lnTo>
                  <a:lnTo>
                    <a:pt x="111666" y="138337"/>
                  </a:lnTo>
                  <a:lnTo>
                    <a:pt x="108976" y="141023"/>
                  </a:lnTo>
                  <a:lnTo>
                    <a:pt x="104939" y="141023"/>
                  </a:lnTo>
                  <a:lnTo>
                    <a:pt x="106285" y="136994"/>
                  </a:lnTo>
                  <a:lnTo>
                    <a:pt x="106285" y="134308"/>
                  </a:lnTo>
                  <a:lnTo>
                    <a:pt x="106285" y="128935"/>
                  </a:lnTo>
                  <a:lnTo>
                    <a:pt x="99558" y="130278"/>
                  </a:lnTo>
                  <a:lnTo>
                    <a:pt x="95522" y="135651"/>
                  </a:lnTo>
                  <a:lnTo>
                    <a:pt x="95522" y="142366"/>
                  </a:lnTo>
                  <a:lnTo>
                    <a:pt x="92831" y="142366"/>
                  </a:lnTo>
                  <a:lnTo>
                    <a:pt x="90140" y="136994"/>
                  </a:lnTo>
                  <a:lnTo>
                    <a:pt x="92831" y="132965"/>
                  </a:lnTo>
                  <a:lnTo>
                    <a:pt x="92831" y="130278"/>
                  </a:lnTo>
                  <a:lnTo>
                    <a:pt x="95522" y="122220"/>
                  </a:lnTo>
                  <a:lnTo>
                    <a:pt x="91486" y="118191"/>
                  </a:lnTo>
                  <a:lnTo>
                    <a:pt x="86104" y="120877"/>
                  </a:lnTo>
                  <a:lnTo>
                    <a:pt x="86104" y="118191"/>
                  </a:lnTo>
                  <a:lnTo>
                    <a:pt x="88795" y="116848"/>
                  </a:lnTo>
                  <a:lnTo>
                    <a:pt x="92831" y="111475"/>
                  </a:lnTo>
                  <a:lnTo>
                    <a:pt x="91486" y="107446"/>
                  </a:lnTo>
                  <a:lnTo>
                    <a:pt x="87449" y="108789"/>
                  </a:lnTo>
                  <a:lnTo>
                    <a:pt x="83413" y="107446"/>
                  </a:lnTo>
                  <a:lnTo>
                    <a:pt x="82068" y="108789"/>
                  </a:lnTo>
                  <a:lnTo>
                    <a:pt x="76686" y="108789"/>
                  </a:lnTo>
                  <a:lnTo>
                    <a:pt x="79377" y="106103"/>
                  </a:lnTo>
                  <a:lnTo>
                    <a:pt x="79377" y="104760"/>
                  </a:lnTo>
                  <a:lnTo>
                    <a:pt x="75341" y="104760"/>
                  </a:lnTo>
                  <a:lnTo>
                    <a:pt x="72650" y="107446"/>
                  </a:lnTo>
                  <a:lnTo>
                    <a:pt x="65923" y="108789"/>
                  </a:lnTo>
                  <a:lnTo>
                    <a:pt x="65923" y="106103"/>
                  </a:lnTo>
                  <a:lnTo>
                    <a:pt x="68614" y="104760"/>
                  </a:lnTo>
                  <a:lnTo>
                    <a:pt x="71305" y="100731"/>
                  </a:lnTo>
                  <a:lnTo>
                    <a:pt x="72650" y="96702"/>
                  </a:lnTo>
                  <a:lnTo>
                    <a:pt x="75341" y="96702"/>
                  </a:lnTo>
                  <a:lnTo>
                    <a:pt x="80723" y="100731"/>
                  </a:lnTo>
                  <a:lnTo>
                    <a:pt x="87449" y="100731"/>
                  </a:lnTo>
                  <a:lnTo>
                    <a:pt x="86104" y="98045"/>
                  </a:lnTo>
                  <a:lnTo>
                    <a:pt x="82068" y="92672"/>
                  </a:lnTo>
                  <a:lnTo>
                    <a:pt x="78032" y="92672"/>
                  </a:lnTo>
                  <a:lnTo>
                    <a:pt x="79377" y="89986"/>
                  </a:lnTo>
                  <a:lnTo>
                    <a:pt x="73996" y="84614"/>
                  </a:lnTo>
                  <a:lnTo>
                    <a:pt x="68614" y="81928"/>
                  </a:lnTo>
                  <a:lnTo>
                    <a:pt x="71305" y="80585"/>
                  </a:lnTo>
                  <a:lnTo>
                    <a:pt x="72650" y="77898"/>
                  </a:lnTo>
                  <a:lnTo>
                    <a:pt x="75341" y="77898"/>
                  </a:lnTo>
                  <a:lnTo>
                    <a:pt x="76686" y="81928"/>
                  </a:lnTo>
                  <a:lnTo>
                    <a:pt x="82068" y="87300"/>
                  </a:lnTo>
                  <a:lnTo>
                    <a:pt x="88795" y="88643"/>
                  </a:lnTo>
                  <a:lnTo>
                    <a:pt x="92831" y="94015"/>
                  </a:lnTo>
                  <a:lnTo>
                    <a:pt x="95522" y="89986"/>
                  </a:lnTo>
                  <a:lnTo>
                    <a:pt x="98213" y="94015"/>
                  </a:lnTo>
                  <a:lnTo>
                    <a:pt x="106285" y="95358"/>
                  </a:lnTo>
                  <a:lnTo>
                    <a:pt x="111666" y="95358"/>
                  </a:lnTo>
                  <a:lnTo>
                    <a:pt x="113012" y="91329"/>
                  </a:lnTo>
                  <a:lnTo>
                    <a:pt x="111666" y="85957"/>
                  </a:lnTo>
                  <a:lnTo>
                    <a:pt x="100903" y="77898"/>
                  </a:lnTo>
                  <a:lnTo>
                    <a:pt x="96867" y="72526"/>
                  </a:lnTo>
                  <a:lnTo>
                    <a:pt x="94176" y="73869"/>
                  </a:lnTo>
                  <a:lnTo>
                    <a:pt x="92831" y="69840"/>
                  </a:lnTo>
                  <a:lnTo>
                    <a:pt x="87449" y="64468"/>
                  </a:lnTo>
                  <a:lnTo>
                    <a:pt x="86104" y="64468"/>
                  </a:lnTo>
                  <a:lnTo>
                    <a:pt x="83413" y="61782"/>
                  </a:lnTo>
                  <a:lnTo>
                    <a:pt x="84759" y="59095"/>
                  </a:lnTo>
                  <a:lnTo>
                    <a:pt x="88795" y="60438"/>
                  </a:lnTo>
                  <a:lnTo>
                    <a:pt x="92831" y="64468"/>
                  </a:lnTo>
                  <a:lnTo>
                    <a:pt x="95522" y="64468"/>
                  </a:lnTo>
                  <a:lnTo>
                    <a:pt x="96867" y="68497"/>
                  </a:lnTo>
                  <a:lnTo>
                    <a:pt x="99558" y="69840"/>
                  </a:lnTo>
                  <a:lnTo>
                    <a:pt x="102249" y="65811"/>
                  </a:lnTo>
                  <a:lnTo>
                    <a:pt x="99558" y="57752"/>
                  </a:lnTo>
                  <a:lnTo>
                    <a:pt x="94176" y="49694"/>
                  </a:lnTo>
                  <a:lnTo>
                    <a:pt x="90140" y="49694"/>
                  </a:lnTo>
                  <a:lnTo>
                    <a:pt x="88795" y="48351"/>
                  </a:lnTo>
                  <a:lnTo>
                    <a:pt x="83413" y="49694"/>
                  </a:lnTo>
                  <a:lnTo>
                    <a:pt x="78032" y="52380"/>
                  </a:lnTo>
                  <a:lnTo>
                    <a:pt x="72650" y="52380"/>
                  </a:lnTo>
                  <a:lnTo>
                    <a:pt x="68614" y="49694"/>
                  </a:lnTo>
                  <a:lnTo>
                    <a:pt x="64578" y="49694"/>
                  </a:lnTo>
                  <a:lnTo>
                    <a:pt x="61887" y="45665"/>
                  </a:lnTo>
                  <a:lnTo>
                    <a:pt x="56506" y="53723"/>
                  </a:lnTo>
                  <a:lnTo>
                    <a:pt x="48434" y="57752"/>
                  </a:lnTo>
                  <a:lnTo>
                    <a:pt x="48434" y="61782"/>
                  </a:lnTo>
                  <a:lnTo>
                    <a:pt x="44397" y="63125"/>
                  </a:lnTo>
                  <a:lnTo>
                    <a:pt x="44397" y="60438"/>
                  </a:lnTo>
                  <a:lnTo>
                    <a:pt x="47088" y="55066"/>
                  </a:lnTo>
                  <a:lnTo>
                    <a:pt x="49779" y="53723"/>
                  </a:lnTo>
                  <a:lnTo>
                    <a:pt x="60542" y="44322"/>
                  </a:lnTo>
                  <a:lnTo>
                    <a:pt x="61887" y="41635"/>
                  </a:lnTo>
                  <a:lnTo>
                    <a:pt x="59196" y="36263"/>
                  </a:lnTo>
                  <a:lnTo>
                    <a:pt x="59196" y="24175"/>
                  </a:lnTo>
                  <a:lnTo>
                    <a:pt x="60542" y="22832"/>
                  </a:lnTo>
                  <a:lnTo>
                    <a:pt x="57851" y="18803"/>
                  </a:lnTo>
                  <a:lnTo>
                    <a:pt x="55161" y="21489"/>
                  </a:lnTo>
                  <a:lnTo>
                    <a:pt x="49779" y="21489"/>
                  </a:lnTo>
                  <a:lnTo>
                    <a:pt x="47088" y="18803"/>
                  </a:lnTo>
                  <a:lnTo>
                    <a:pt x="47088" y="13431"/>
                  </a:lnTo>
                  <a:lnTo>
                    <a:pt x="45743" y="10745"/>
                  </a:lnTo>
                  <a:lnTo>
                    <a:pt x="37671" y="8058"/>
                  </a:lnTo>
                  <a:lnTo>
                    <a:pt x="33634" y="2686"/>
                  </a:lnTo>
                  <a:lnTo>
                    <a:pt x="28253" y="2686"/>
                  </a:lnTo>
                  <a:lnTo>
                    <a:pt x="22871" y="0"/>
                  </a:lnTo>
                  <a:lnTo>
                    <a:pt x="20181" y="2686"/>
                  </a:lnTo>
                  <a:lnTo>
                    <a:pt x="10763" y="4029"/>
                  </a:lnTo>
                  <a:lnTo>
                    <a:pt x="9418" y="5372"/>
                  </a:lnTo>
                  <a:lnTo>
                    <a:pt x="6727" y="5372"/>
                  </a:lnTo>
                  <a:lnTo>
                    <a:pt x="5381" y="10745"/>
                  </a:lnTo>
                  <a:lnTo>
                    <a:pt x="8072" y="14774"/>
                  </a:lnTo>
                  <a:lnTo>
                    <a:pt x="10763" y="20146"/>
                  </a:lnTo>
                  <a:lnTo>
                    <a:pt x="6727" y="20146"/>
                  </a:lnTo>
                  <a:lnTo>
                    <a:pt x="1345" y="12088"/>
                  </a:lnTo>
                  <a:lnTo>
                    <a:pt x="0" y="17460"/>
                  </a:lnTo>
                  <a:lnTo>
                    <a:pt x="1345" y="21489"/>
                  </a:lnTo>
                  <a:lnTo>
                    <a:pt x="6727" y="24175"/>
                  </a:lnTo>
                  <a:lnTo>
                    <a:pt x="12108" y="32234"/>
                  </a:lnTo>
                  <a:lnTo>
                    <a:pt x="16144" y="32234"/>
                  </a:lnTo>
                  <a:lnTo>
                    <a:pt x="13454" y="36263"/>
                  </a:lnTo>
                  <a:lnTo>
                    <a:pt x="9418" y="34920"/>
                  </a:lnTo>
                  <a:lnTo>
                    <a:pt x="8072" y="40292"/>
                  </a:lnTo>
                  <a:lnTo>
                    <a:pt x="14799" y="48351"/>
                  </a:lnTo>
                  <a:lnTo>
                    <a:pt x="20181" y="51037"/>
                  </a:lnTo>
                  <a:lnTo>
                    <a:pt x="20181" y="55066"/>
                  </a:lnTo>
                  <a:lnTo>
                    <a:pt x="17490" y="52380"/>
                  </a:lnTo>
                  <a:lnTo>
                    <a:pt x="9418" y="52380"/>
                  </a:lnTo>
                  <a:lnTo>
                    <a:pt x="9418" y="55066"/>
                  </a:lnTo>
                  <a:lnTo>
                    <a:pt x="6727" y="56409"/>
                  </a:lnTo>
                  <a:lnTo>
                    <a:pt x="5381" y="60438"/>
                  </a:lnTo>
                  <a:lnTo>
                    <a:pt x="12108" y="57752"/>
                  </a:lnTo>
                  <a:lnTo>
                    <a:pt x="16144" y="60438"/>
                  </a:lnTo>
                  <a:lnTo>
                    <a:pt x="24217" y="57752"/>
                  </a:lnTo>
                  <a:lnTo>
                    <a:pt x="24217" y="60438"/>
                  </a:lnTo>
                  <a:lnTo>
                    <a:pt x="30944" y="61782"/>
                  </a:lnTo>
                  <a:lnTo>
                    <a:pt x="30944" y="65811"/>
                  </a:lnTo>
                  <a:lnTo>
                    <a:pt x="37671" y="71183"/>
                  </a:lnTo>
                  <a:lnTo>
                    <a:pt x="40361" y="71183"/>
                  </a:lnTo>
                  <a:lnTo>
                    <a:pt x="41707" y="67154"/>
                  </a:lnTo>
                  <a:lnTo>
                    <a:pt x="43052" y="69840"/>
                  </a:lnTo>
                  <a:lnTo>
                    <a:pt x="48434" y="67154"/>
                  </a:lnTo>
                  <a:lnTo>
                    <a:pt x="51124" y="67154"/>
                  </a:lnTo>
                  <a:lnTo>
                    <a:pt x="52470" y="71183"/>
                  </a:lnTo>
                  <a:lnTo>
                    <a:pt x="51124" y="75212"/>
                  </a:lnTo>
                  <a:lnTo>
                    <a:pt x="51124" y="84614"/>
                  </a:lnTo>
                  <a:lnTo>
                    <a:pt x="48434" y="91329"/>
                  </a:lnTo>
                  <a:lnTo>
                    <a:pt x="48434" y="95358"/>
                  </a:lnTo>
                  <a:lnTo>
                    <a:pt x="52470" y="100731"/>
                  </a:lnTo>
                  <a:lnTo>
                    <a:pt x="49779" y="106103"/>
                  </a:lnTo>
                  <a:lnTo>
                    <a:pt x="49779" y="110132"/>
                  </a:lnTo>
                  <a:lnTo>
                    <a:pt x="48434" y="115505"/>
                  </a:lnTo>
                  <a:lnTo>
                    <a:pt x="41707" y="120877"/>
                  </a:lnTo>
                  <a:lnTo>
                    <a:pt x="34980" y="122220"/>
                  </a:lnTo>
                  <a:lnTo>
                    <a:pt x="33634" y="127592"/>
                  </a:lnTo>
                  <a:lnTo>
                    <a:pt x="28253" y="134308"/>
                  </a:lnTo>
                  <a:lnTo>
                    <a:pt x="28253" y="136994"/>
                  </a:lnTo>
                  <a:lnTo>
                    <a:pt x="24217" y="139680"/>
                  </a:lnTo>
                  <a:lnTo>
                    <a:pt x="21526" y="143709"/>
                  </a:lnTo>
                  <a:lnTo>
                    <a:pt x="21526" y="150425"/>
                  </a:lnTo>
                  <a:lnTo>
                    <a:pt x="25562" y="150425"/>
                  </a:lnTo>
                  <a:lnTo>
                    <a:pt x="25562" y="154454"/>
                  </a:lnTo>
                  <a:lnTo>
                    <a:pt x="20181" y="157140"/>
                  </a:lnTo>
                  <a:lnTo>
                    <a:pt x="18835" y="159826"/>
                  </a:lnTo>
                  <a:lnTo>
                    <a:pt x="21526" y="162512"/>
                  </a:lnTo>
                  <a:lnTo>
                    <a:pt x="18835" y="167885"/>
                  </a:lnTo>
                  <a:lnTo>
                    <a:pt x="17490" y="171914"/>
                  </a:lnTo>
                  <a:lnTo>
                    <a:pt x="18835" y="177286"/>
                  </a:lnTo>
                  <a:lnTo>
                    <a:pt x="22871" y="178629"/>
                  </a:lnTo>
                  <a:lnTo>
                    <a:pt x="22871" y="181315"/>
                  </a:lnTo>
                  <a:lnTo>
                    <a:pt x="26908" y="185345"/>
                  </a:lnTo>
                  <a:lnTo>
                    <a:pt x="29598" y="185345"/>
                  </a:lnTo>
                  <a:lnTo>
                    <a:pt x="29598" y="179972"/>
                  </a:lnTo>
                  <a:lnTo>
                    <a:pt x="30944" y="177286"/>
                  </a:lnTo>
                  <a:lnTo>
                    <a:pt x="33634" y="179972"/>
                  </a:lnTo>
                  <a:lnTo>
                    <a:pt x="36325" y="179972"/>
                  </a:lnTo>
                  <a:lnTo>
                    <a:pt x="40361" y="173257"/>
                  </a:lnTo>
                  <a:lnTo>
                    <a:pt x="43052" y="175943"/>
                  </a:lnTo>
                  <a:lnTo>
                    <a:pt x="40361" y="182658"/>
                  </a:lnTo>
                  <a:lnTo>
                    <a:pt x="34980" y="182658"/>
                  </a:lnTo>
                  <a:lnTo>
                    <a:pt x="34980" y="185345"/>
                  </a:lnTo>
                  <a:lnTo>
                    <a:pt x="36325" y="188031"/>
                  </a:lnTo>
                  <a:lnTo>
                    <a:pt x="37671" y="190717"/>
                  </a:lnTo>
                  <a:lnTo>
                    <a:pt x="41707" y="197432"/>
                  </a:lnTo>
                  <a:lnTo>
                    <a:pt x="47088" y="194746"/>
                  </a:lnTo>
                  <a:lnTo>
                    <a:pt x="48434" y="197432"/>
                  </a:lnTo>
                  <a:lnTo>
                    <a:pt x="55161" y="198775"/>
                  </a:lnTo>
                  <a:lnTo>
                    <a:pt x="57851" y="194746"/>
                  </a:lnTo>
                  <a:lnTo>
                    <a:pt x="63233" y="193403"/>
                  </a:lnTo>
                  <a:lnTo>
                    <a:pt x="63233" y="186688"/>
                  </a:lnTo>
                  <a:lnTo>
                    <a:pt x="65923" y="186688"/>
                  </a:lnTo>
                  <a:lnTo>
                    <a:pt x="68614" y="185345"/>
                  </a:lnTo>
                  <a:lnTo>
                    <a:pt x="68614" y="188031"/>
                  </a:lnTo>
                  <a:lnTo>
                    <a:pt x="68614" y="189374"/>
                  </a:lnTo>
                  <a:lnTo>
                    <a:pt x="68614" y="193403"/>
                  </a:lnTo>
                  <a:lnTo>
                    <a:pt x="71305" y="192060"/>
                  </a:lnTo>
                  <a:lnTo>
                    <a:pt x="73996" y="185345"/>
                  </a:lnTo>
                  <a:lnTo>
                    <a:pt x="76686" y="184002"/>
                  </a:lnTo>
                  <a:lnTo>
                    <a:pt x="79377" y="186688"/>
                  </a:lnTo>
                  <a:lnTo>
                    <a:pt x="78032" y="192060"/>
                  </a:lnTo>
                  <a:lnTo>
                    <a:pt x="69960" y="200118"/>
                  </a:lnTo>
                  <a:lnTo>
                    <a:pt x="67269" y="204148"/>
                  </a:lnTo>
                  <a:lnTo>
                    <a:pt x="67269" y="208177"/>
                  </a:lnTo>
                  <a:lnTo>
                    <a:pt x="72650" y="209520"/>
                  </a:lnTo>
                  <a:lnTo>
                    <a:pt x="78032" y="213549"/>
                  </a:lnTo>
                  <a:lnTo>
                    <a:pt x="82068" y="212206"/>
                  </a:lnTo>
                  <a:lnTo>
                    <a:pt x="83413" y="214892"/>
                  </a:lnTo>
                  <a:lnTo>
                    <a:pt x="88795" y="214892"/>
                  </a:lnTo>
                  <a:lnTo>
                    <a:pt x="90140" y="210863"/>
                  </a:lnTo>
                  <a:lnTo>
                    <a:pt x="95522" y="212206"/>
                  </a:lnTo>
                  <a:lnTo>
                    <a:pt x="94176" y="213549"/>
                  </a:lnTo>
                  <a:lnTo>
                    <a:pt x="94176" y="216235"/>
                  </a:lnTo>
                  <a:lnTo>
                    <a:pt x="98213" y="217578"/>
                  </a:lnTo>
                  <a:lnTo>
                    <a:pt x="102249" y="220265"/>
                  </a:lnTo>
                  <a:lnTo>
                    <a:pt x="104939" y="218922"/>
                  </a:lnTo>
                  <a:lnTo>
                    <a:pt x="103594" y="214892"/>
                  </a:lnTo>
                  <a:lnTo>
                    <a:pt x="103594" y="210863"/>
                  </a:lnTo>
                  <a:lnTo>
                    <a:pt x="106285" y="206834"/>
                  </a:lnTo>
                  <a:lnTo>
                    <a:pt x="107630" y="210863"/>
                  </a:lnTo>
                  <a:lnTo>
                    <a:pt x="106285" y="214892"/>
                  </a:lnTo>
                  <a:lnTo>
                    <a:pt x="107630" y="220265"/>
                  </a:lnTo>
                  <a:lnTo>
                    <a:pt x="111666" y="220265"/>
                  </a:lnTo>
                  <a:lnTo>
                    <a:pt x="113012" y="214892"/>
                  </a:lnTo>
                  <a:lnTo>
                    <a:pt x="114357" y="212206"/>
                  </a:lnTo>
                  <a:lnTo>
                    <a:pt x="118393" y="212206"/>
                  </a:lnTo>
                  <a:lnTo>
                    <a:pt x="118393" y="214892"/>
                  </a:lnTo>
                  <a:lnTo>
                    <a:pt x="115702" y="216235"/>
                  </a:lnTo>
                  <a:lnTo>
                    <a:pt x="115702" y="221608"/>
                  </a:lnTo>
                  <a:lnTo>
                    <a:pt x="122429" y="221608"/>
                  </a:lnTo>
                  <a:lnTo>
                    <a:pt x="126465" y="218922"/>
                  </a:lnTo>
                  <a:lnTo>
                    <a:pt x="130501" y="210863"/>
                  </a:lnTo>
                  <a:lnTo>
                    <a:pt x="130501" y="214892"/>
                  </a:lnTo>
                  <a:lnTo>
                    <a:pt x="129156" y="217578"/>
                  </a:lnTo>
                  <a:lnTo>
                    <a:pt x="129156" y="221608"/>
                  </a:lnTo>
                  <a:lnTo>
                    <a:pt x="134538" y="220265"/>
                  </a:lnTo>
                  <a:lnTo>
                    <a:pt x="135883" y="213549"/>
                  </a:lnTo>
                  <a:lnTo>
                    <a:pt x="138574" y="210863"/>
                  </a:lnTo>
                  <a:lnTo>
                    <a:pt x="137228" y="221608"/>
                  </a:lnTo>
                  <a:lnTo>
                    <a:pt x="138574" y="224294"/>
                  </a:lnTo>
                  <a:lnTo>
                    <a:pt x="142610" y="224294"/>
                  </a:lnTo>
                  <a:lnTo>
                    <a:pt x="150682" y="228323"/>
                  </a:lnTo>
                  <a:lnTo>
                    <a:pt x="154718" y="226980"/>
                  </a:lnTo>
                  <a:lnTo>
                    <a:pt x="158754" y="225637"/>
                  </a:lnTo>
                  <a:lnTo>
                    <a:pt x="158754" y="229666"/>
                  </a:lnTo>
                  <a:lnTo>
                    <a:pt x="165481" y="226980"/>
                  </a:lnTo>
                  <a:lnTo>
                    <a:pt x="169518" y="225637"/>
                  </a:lnTo>
                  <a:lnTo>
                    <a:pt x="169518" y="220265"/>
                  </a:lnTo>
                  <a:lnTo>
                    <a:pt x="173554" y="214892"/>
                  </a:lnTo>
                  <a:lnTo>
                    <a:pt x="176244" y="212206"/>
                  </a:lnTo>
                  <a:lnTo>
                    <a:pt x="173554" y="206834"/>
                  </a:lnTo>
                  <a:lnTo>
                    <a:pt x="174899" y="202805"/>
                  </a:lnTo>
                  <a:lnTo>
                    <a:pt x="177590" y="202805"/>
                  </a:lnTo>
                  <a:lnTo>
                    <a:pt x="177590" y="209520"/>
                  </a:lnTo>
                  <a:lnTo>
                    <a:pt x="180280" y="209520"/>
                  </a:lnTo>
                  <a:lnTo>
                    <a:pt x="181626" y="212206"/>
                  </a:lnTo>
                  <a:lnTo>
                    <a:pt x="177590" y="216235"/>
                  </a:lnTo>
                  <a:lnTo>
                    <a:pt x="174899" y="22295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5" name="Freeform 1004">
              <a:extLst>
                <a:ext uri="{FF2B5EF4-FFF2-40B4-BE49-F238E27FC236}">
                  <a16:creationId xmlns:a16="http://schemas.microsoft.com/office/drawing/2014/main" id="{29DF53A5-B901-AE62-44BD-773ADC974DFD}"/>
                </a:ext>
              </a:extLst>
            </p:cNvPr>
            <p:cNvSpPr/>
            <p:nvPr/>
          </p:nvSpPr>
          <p:spPr>
            <a:xfrm>
              <a:off x="5599460" y="1736059"/>
              <a:ext cx="5381" cy="4029"/>
            </a:xfrm>
            <a:custGeom>
              <a:avLst/>
              <a:gdLst>
                <a:gd name="connsiteX0" fmla="*/ 2691 w 5381"/>
                <a:gd name="connsiteY0" fmla="*/ 4029 h 4029"/>
                <a:gd name="connsiteX1" fmla="*/ 5382 w 5381"/>
                <a:gd name="connsiteY1" fmla="*/ 4029 h 4029"/>
                <a:gd name="connsiteX2" fmla="*/ 5382 w 5381"/>
                <a:gd name="connsiteY2" fmla="*/ 1343 h 4029"/>
                <a:gd name="connsiteX3" fmla="*/ 2691 w 5381"/>
                <a:gd name="connsiteY3" fmla="*/ 0 h 4029"/>
                <a:gd name="connsiteX4" fmla="*/ 0 w 5381"/>
                <a:gd name="connsiteY4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4029">
                  <a:moveTo>
                    <a:pt x="2691" y="4029"/>
                  </a:moveTo>
                  <a:lnTo>
                    <a:pt x="5382" y="4029"/>
                  </a:lnTo>
                  <a:lnTo>
                    <a:pt x="5382" y="1343"/>
                  </a:lnTo>
                  <a:lnTo>
                    <a:pt x="2691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6" name="Freeform 1005">
              <a:extLst>
                <a:ext uri="{FF2B5EF4-FFF2-40B4-BE49-F238E27FC236}">
                  <a16:creationId xmlns:a16="http://schemas.microsoft.com/office/drawing/2014/main" id="{27BC8688-B911-964B-C7C8-15104A2D3C9E}"/>
                </a:ext>
              </a:extLst>
            </p:cNvPr>
            <p:cNvSpPr/>
            <p:nvPr/>
          </p:nvSpPr>
          <p:spPr>
            <a:xfrm>
              <a:off x="5591387" y="1765607"/>
              <a:ext cx="5381" cy="6715"/>
            </a:xfrm>
            <a:custGeom>
              <a:avLst/>
              <a:gdLst>
                <a:gd name="connsiteX0" fmla="*/ 0 w 5381"/>
                <a:gd name="connsiteY0" fmla="*/ 6715 h 6715"/>
                <a:gd name="connsiteX1" fmla="*/ 4036 w 5381"/>
                <a:gd name="connsiteY1" fmla="*/ 2686 h 6715"/>
                <a:gd name="connsiteX2" fmla="*/ 5381 w 5381"/>
                <a:gd name="connsiteY2" fmla="*/ 0 h 6715"/>
                <a:gd name="connsiteX3" fmla="*/ 5381 w 5381"/>
                <a:gd name="connsiteY3" fmla="*/ 4029 h 6715"/>
                <a:gd name="connsiteX4" fmla="*/ 2691 w 5381"/>
                <a:gd name="connsiteY4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6715">
                  <a:moveTo>
                    <a:pt x="0" y="6715"/>
                  </a:moveTo>
                  <a:lnTo>
                    <a:pt x="4036" y="2686"/>
                  </a:lnTo>
                  <a:lnTo>
                    <a:pt x="5381" y="0"/>
                  </a:lnTo>
                  <a:lnTo>
                    <a:pt x="5381" y="4029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7" name="Freeform 1006">
              <a:extLst>
                <a:ext uri="{FF2B5EF4-FFF2-40B4-BE49-F238E27FC236}">
                  <a16:creationId xmlns:a16="http://schemas.microsoft.com/office/drawing/2014/main" id="{D87BDFBF-ED6D-BEFA-A00D-82B14A6EB874}"/>
                </a:ext>
              </a:extLst>
            </p:cNvPr>
            <p:cNvSpPr/>
            <p:nvPr/>
          </p:nvSpPr>
          <p:spPr>
            <a:xfrm>
              <a:off x="5466267" y="1816644"/>
              <a:ext cx="2690" cy="5372"/>
            </a:xfrm>
            <a:custGeom>
              <a:avLst/>
              <a:gdLst>
                <a:gd name="connsiteX0" fmla="*/ 1345 w 2690"/>
                <a:gd name="connsiteY0" fmla="*/ 0 h 5372"/>
                <a:gd name="connsiteX1" fmla="*/ 0 w 2690"/>
                <a:gd name="connsiteY1" fmla="*/ 2686 h 5372"/>
                <a:gd name="connsiteX2" fmla="*/ 1345 w 2690"/>
                <a:gd name="connsiteY2" fmla="*/ 5372 h 5372"/>
                <a:gd name="connsiteX3" fmla="*/ 2691 w 2690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5372">
                  <a:moveTo>
                    <a:pt x="1345" y="0"/>
                  </a:moveTo>
                  <a:lnTo>
                    <a:pt x="0" y="2686"/>
                  </a:lnTo>
                  <a:lnTo>
                    <a:pt x="1345" y="5372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8" name="Freeform 1007">
              <a:extLst>
                <a:ext uri="{FF2B5EF4-FFF2-40B4-BE49-F238E27FC236}">
                  <a16:creationId xmlns:a16="http://schemas.microsoft.com/office/drawing/2014/main" id="{88902128-C970-F365-7D03-607FFE42C399}"/>
                </a:ext>
              </a:extLst>
            </p:cNvPr>
            <p:cNvSpPr/>
            <p:nvPr/>
          </p:nvSpPr>
          <p:spPr>
            <a:xfrm>
              <a:off x="5548335" y="1738745"/>
              <a:ext cx="6726" cy="9401"/>
            </a:xfrm>
            <a:custGeom>
              <a:avLst/>
              <a:gdLst>
                <a:gd name="connsiteX0" fmla="*/ 0 w 6726"/>
                <a:gd name="connsiteY0" fmla="*/ 0 h 9401"/>
                <a:gd name="connsiteX1" fmla="*/ 0 w 6726"/>
                <a:gd name="connsiteY1" fmla="*/ 2686 h 9401"/>
                <a:gd name="connsiteX2" fmla="*/ 2691 w 6726"/>
                <a:gd name="connsiteY2" fmla="*/ 6715 h 9401"/>
                <a:gd name="connsiteX3" fmla="*/ 4036 w 6726"/>
                <a:gd name="connsiteY3" fmla="*/ 9402 h 9401"/>
                <a:gd name="connsiteX4" fmla="*/ 6727 w 6726"/>
                <a:gd name="connsiteY4" fmla="*/ 8058 h 9401"/>
                <a:gd name="connsiteX5" fmla="*/ 5382 w 6726"/>
                <a:gd name="connsiteY5" fmla="*/ 4029 h 9401"/>
                <a:gd name="connsiteX6" fmla="*/ 2691 w 6726"/>
                <a:gd name="connsiteY6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9401">
                  <a:moveTo>
                    <a:pt x="0" y="0"/>
                  </a:moveTo>
                  <a:lnTo>
                    <a:pt x="0" y="2686"/>
                  </a:lnTo>
                  <a:lnTo>
                    <a:pt x="2691" y="6715"/>
                  </a:lnTo>
                  <a:lnTo>
                    <a:pt x="4036" y="9402"/>
                  </a:lnTo>
                  <a:lnTo>
                    <a:pt x="6727" y="8058"/>
                  </a:lnTo>
                  <a:lnTo>
                    <a:pt x="5382" y="4029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09" name="Freeform 1008">
              <a:extLst>
                <a:ext uri="{FF2B5EF4-FFF2-40B4-BE49-F238E27FC236}">
                  <a16:creationId xmlns:a16="http://schemas.microsoft.com/office/drawing/2014/main" id="{8765BAE0-4F86-39A9-D43B-F499D9B13309}"/>
                </a:ext>
              </a:extLst>
            </p:cNvPr>
            <p:cNvSpPr/>
            <p:nvPr/>
          </p:nvSpPr>
          <p:spPr>
            <a:xfrm>
              <a:off x="5509319" y="1733373"/>
              <a:ext cx="32288" cy="12087"/>
            </a:xfrm>
            <a:custGeom>
              <a:avLst/>
              <a:gdLst>
                <a:gd name="connsiteX0" fmla="*/ 0 w 32288"/>
                <a:gd name="connsiteY0" fmla="*/ 6715 h 12087"/>
                <a:gd name="connsiteX1" fmla="*/ 0 w 32288"/>
                <a:gd name="connsiteY1" fmla="*/ 9402 h 12087"/>
                <a:gd name="connsiteX2" fmla="*/ 2691 w 32288"/>
                <a:gd name="connsiteY2" fmla="*/ 12088 h 12087"/>
                <a:gd name="connsiteX3" fmla="*/ 6727 w 32288"/>
                <a:gd name="connsiteY3" fmla="*/ 9402 h 12087"/>
                <a:gd name="connsiteX4" fmla="*/ 12108 w 32288"/>
                <a:gd name="connsiteY4" fmla="*/ 8058 h 12087"/>
                <a:gd name="connsiteX5" fmla="*/ 16144 w 32288"/>
                <a:gd name="connsiteY5" fmla="*/ 9402 h 12087"/>
                <a:gd name="connsiteX6" fmla="*/ 24217 w 32288"/>
                <a:gd name="connsiteY6" fmla="*/ 5372 h 12087"/>
                <a:gd name="connsiteX7" fmla="*/ 28253 w 32288"/>
                <a:gd name="connsiteY7" fmla="*/ 5372 h 12087"/>
                <a:gd name="connsiteX8" fmla="*/ 32289 w 32288"/>
                <a:gd name="connsiteY8" fmla="*/ 2686 h 12087"/>
                <a:gd name="connsiteX9" fmla="*/ 30944 w 32288"/>
                <a:gd name="connsiteY9" fmla="*/ 1343 h 12087"/>
                <a:gd name="connsiteX10" fmla="*/ 22871 w 32288"/>
                <a:gd name="connsiteY10" fmla="*/ 0 h 12087"/>
                <a:gd name="connsiteX11" fmla="*/ 17490 w 32288"/>
                <a:gd name="connsiteY11" fmla="*/ 1343 h 12087"/>
                <a:gd name="connsiteX12" fmla="*/ 13454 w 32288"/>
                <a:gd name="connsiteY12" fmla="*/ 4029 h 12087"/>
                <a:gd name="connsiteX13" fmla="*/ 9418 w 32288"/>
                <a:gd name="connsiteY13" fmla="*/ 2686 h 12087"/>
                <a:gd name="connsiteX14" fmla="*/ 4036 w 32288"/>
                <a:gd name="connsiteY14" fmla="*/ 4029 h 12087"/>
                <a:gd name="connsiteX15" fmla="*/ 0 w 32288"/>
                <a:gd name="connsiteY15" fmla="*/ 6715 h 12087"/>
                <a:gd name="connsiteX16" fmla="*/ 0 w 32288"/>
                <a:gd name="connsiteY16" fmla="*/ 6715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288" h="12087">
                  <a:moveTo>
                    <a:pt x="0" y="6715"/>
                  </a:moveTo>
                  <a:lnTo>
                    <a:pt x="0" y="9402"/>
                  </a:lnTo>
                  <a:lnTo>
                    <a:pt x="2691" y="12088"/>
                  </a:lnTo>
                  <a:lnTo>
                    <a:pt x="6727" y="9402"/>
                  </a:lnTo>
                  <a:lnTo>
                    <a:pt x="12108" y="8058"/>
                  </a:lnTo>
                  <a:lnTo>
                    <a:pt x="16144" y="9402"/>
                  </a:lnTo>
                  <a:lnTo>
                    <a:pt x="24217" y="5372"/>
                  </a:lnTo>
                  <a:lnTo>
                    <a:pt x="28253" y="5372"/>
                  </a:lnTo>
                  <a:lnTo>
                    <a:pt x="32289" y="2686"/>
                  </a:lnTo>
                  <a:lnTo>
                    <a:pt x="30944" y="1343"/>
                  </a:lnTo>
                  <a:lnTo>
                    <a:pt x="22871" y="0"/>
                  </a:lnTo>
                  <a:lnTo>
                    <a:pt x="17490" y="1343"/>
                  </a:lnTo>
                  <a:lnTo>
                    <a:pt x="13454" y="4029"/>
                  </a:lnTo>
                  <a:cubicBezTo>
                    <a:pt x="12108" y="4029"/>
                    <a:pt x="9418" y="2686"/>
                    <a:pt x="9418" y="2686"/>
                  </a:cubicBezTo>
                  <a:lnTo>
                    <a:pt x="4036" y="4029"/>
                  </a:lnTo>
                  <a:lnTo>
                    <a:pt x="0" y="6715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0" name="Freeform 1009">
              <a:extLst>
                <a:ext uri="{FF2B5EF4-FFF2-40B4-BE49-F238E27FC236}">
                  <a16:creationId xmlns:a16="http://schemas.microsoft.com/office/drawing/2014/main" id="{71E8816A-F521-F000-1792-1FFE11557147}"/>
                </a:ext>
              </a:extLst>
            </p:cNvPr>
            <p:cNvSpPr/>
            <p:nvPr/>
          </p:nvSpPr>
          <p:spPr>
            <a:xfrm>
              <a:off x="5452814" y="1723971"/>
              <a:ext cx="21525" cy="30890"/>
            </a:xfrm>
            <a:custGeom>
              <a:avLst/>
              <a:gdLst>
                <a:gd name="connsiteX0" fmla="*/ 16144 w 21525"/>
                <a:gd name="connsiteY0" fmla="*/ 30891 h 30890"/>
                <a:gd name="connsiteX1" fmla="*/ 13454 w 21525"/>
                <a:gd name="connsiteY1" fmla="*/ 26862 h 30890"/>
                <a:gd name="connsiteX2" fmla="*/ 6727 w 21525"/>
                <a:gd name="connsiteY2" fmla="*/ 26862 h 30890"/>
                <a:gd name="connsiteX3" fmla="*/ 1345 w 21525"/>
                <a:gd name="connsiteY3" fmla="*/ 25518 h 30890"/>
                <a:gd name="connsiteX4" fmla="*/ 0 w 21525"/>
                <a:gd name="connsiteY4" fmla="*/ 17460 h 30890"/>
                <a:gd name="connsiteX5" fmla="*/ 4036 w 21525"/>
                <a:gd name="connsiteY5" fmla="*/ 14774 h 30890"/>
                <a:gd name="connsiteX6" fmla="*/ 4036 w 21525"/>
                <a:gd name="connsiteY6" fmla="*/ 10745 h 30890"/>
                <a:gd name="connsiteX7" fmla="*/ 4036 w 21525"/>
                <a:gd name="connsiteY7" fmla="*/ 8058 h 30890"/>
                <a:gd name="connsiteX8" fmla="*/ 4036 w 21525"/>
                <a:gd name="connsiteY8" fmla="*/ 2686 h 30890"/>
                <a:gd name="connsiteX9" fmla="*/ 6727 w 21525"/>
                <a:gd name="connsiteY9" fmla="*/ 0 h 30890"/>
                <a:gd name="connsiteX10" fmla="*/ 13454 w 21525"/>
                <a:gd name="connsiteY10" fmla="*/ 0 h 30890"/>
                <a:gd name="connsiteX11" fmla="*/ 16144 w 21525"/>
                <a:gd name="connsiteY11" fmla="*/ 1343 h 30890"/>
                <a:gd name="connsiteX12" fmla="*/ 17490 w 21525"/>
                <a:gd name="connsiteY12" fmla="*/ 2686 h 30890"/>
                <a:gd name="connsiteX13" fmla="*/ 18835 w 21525"/>
                <a:gd name="connsiteY13" fmla="*/ 5372 h 30890"/>
                <a:gd name="connsiteX14" fmla="*/ 16144 w 21525"/>
                <a:gd name="connsiteY14" fmla="*/ 6715 h 30890"/>
                <a:gd name="connsiteX15" fmla="*/ 14799 w 21525"/>
                <a:gd name="connsiteY15" fmla="*/ 9402 h 30890"/>
                <a:gd name="connsiteX16" fmla="*/ 17490 w 21525"/>
                <a:gd name="connsiteY16" fmla="*/ 10745 h 30890"/>
                <a:gd name="connsiteX17" fmla="*/ 21526 w 21525"/>
                <a:gd name="connsiteY17" fmla="*/ 10745 h 30890"/>
                <a:gd name="connsiteX18" fmla="*/ 21526 w 21525"/>
                <a:gd name="connsiteY18" fmla="*/ 13431 h 30890"/>
                <a:gd name="connsiteX19" fmla="*/ 18835 w 21525"/>
                <a:gd name="connsiteY19" fmla="*/ 16117 h 30890"/>
                <a:gd name="connsiteX20" fmla="*/ 21526 w 21525"/>
                <a:gd name="connsiteY20" fmla="*/ 20146 h 30890"/>
                <a:gd name="connsiteX21" fmla="*/ 21526 w 21525"/>
                <a:gd name="connsiteY21" fmla="*/ 24175 h 30890"/>
                <a:gd name="connsiteX22" fmla="*/ 20181 w 21525"/>
                <a:gd name="connsiteY22" fmla="*/ 28205 h 3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525" h="30890">
                  <a:moveTo>
                    <a:pt x="16144" y="30891"/>
                  </a:moveTo>
                  <a:lnTo>
                    <a:pt x="13454" y="26862"/>
                  </a:lnTo>
                  <a:lnTo>
                    <a:pt x="6727" y="26862"/>
                  </a:lnTo>
                  <a:lnTo>
                    <a:pt x="1345" y="25518"/>
                  </a:lnTo>
                  <a:lnTo>
                    <a:pt x="0" y="17460"/>
                  </a:lnTo>
                  <a:lnTo>
                    <a:pt x="4036" y="14774"/>
                  </a:lnTo>
                  <a:lnTo>
                    <a:pt x="4036" y="10745"/>
                  </a:lnTo>
                  <a:lnTo>
                    <a:pt x="4036" y="8058"/>
                  </a:lnTo>
                  <a:lnTo>
                    <a:pt x="4036" y="2686"/>
                  </a:lnTo>
                  <a:lnTo>
                    <a:pt x="6727" y="0"/>
                  </a:lnTo>
                  <a:lnTo>
                    <a:pt x="13454" y="0"/>
                  </a:lnTo>
                  <a:lnTo>
                    <a:pt x="16144" y="1343"/>
                  </a:lnTo>
                  <a:lnTo>
                    <a:pt x="17490" y="2686"/>
                  </a:lnTo>
                  <a:lnTo>
                    <a:pt x="18835" y="5372"/>
                  </a:lnTo>
                  <a:lnTo>
                    <a:pt x="16144" y="6715"/>
                  </a:lnTo>
                  <a:lnTo>
                    <a:pt x="14799" y="9402"/>
                  </a:lnTo>
                  <a:lnTo>
                    <a:pt x="17490" y="10745"/>
                  </a:lnTo>
                  <a:lnTo>
                    <a:pt x="21526" y="10745"/>
                  </a:lnTo>
                  <a:lnTo>
                    <a:pt x="21526" y="13431"/>
                  </a:lnTo>
                  <a:lnTo>
                    <a:pt x="18835" y="16117"/>
                  </a:lnTo>
                  <a:lnTo>
                    <a:pt x="21526" y="20146"/>
                  </a:lnTo>
                  <a:lnTo>
                    <a:pt x="21526" y="24175"/>
                  </a:lnTo>
                  <a:lnTo>
                    <a:pt x="20181" y="2820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1" name="Freeform 1010">
              <a:extLst>
                <a:ext uri="{FF2B5EF4-FFF2-40B4-BE49-F238E27FC236}">
                  <a16:creationId xmlns:a16="http://schemas.microsoft.com/office/drawing/2014/main" id="{FB466DD5-AD8D-54EF-0D92-B1B90FA6E76F}"/>
                </a:ext>
              </a:extLst>
            </p:cNvPr>
            <p:cNvSpPr/>
            <p:nvPr/>
          </p:nvSpPr>
          <p:spPr>
            <a:xfrm>
              <a:off x="5443396" y="1756205"/>
              <a:ext cx="36325" cy="17459"/>
            </a:xfrm>
            <a:custGeom>
              <a:avLst/>
              <a:gdLst>
                <a:gd name="connsiteX0" fmla="*/ 18835 w 36325"/>
                <a:gd name="connsiteY0" fmla="*/ 17460 h 17459"/>
                <a:gd name="connsiteX1" fmla="*/ 29598 w 36325"/>
                <a:gd name="connsiteY1" fmla="*/ 17460 h 17459"/>
                <a:gd name="connsiteX2" fmla="*/ 32289 w 36325"/>
                <a:gd name="connsiteY2" fmla="*/ 14774 h 17459"/>
                <a:gd name="connsiteX3" fmla="*/ 36325 w 36325"/>
                <a:gd name="connsiteY3" fmla="*/ 6715 h 17459"/>
                <a:gd name="connsiteX4" fmla="*/ 32289 w 36325"/>
                <a:gd name="connsiteY4" fmla="*/ 2686 h 17459"/>
                <a:gd name="connsiteX5" fmla="*/ 28253 w 36325"/>
                <a:gd name="connsiteY5" fmla="*/ 2686 h 17459"/>
                <a:gd name="connsiteX6" fmla="*/ 21526 w 36325"/>
                <a:gd name="connsiteY6" fmla="*/ 0 h 17459"/>
                <a:gd name="connsiteX7" fmla="*/ 14799 w 36325"/>
                <a:gd name="connsiteY7" fmla="*/ 1343 h 17459"/>
                <a:gd name="connsiteX8" fmla="*/ 10763 w 36325"/>
                <a:gd name="connsiteY8" fmla="*/ 0 h 17459"/>
                <a:gd name="connsiteX9" fmla="*/ 6727 w 36325"/>
                <a:gd name="connsiteY9" fmla="*/ 0 h 17459"/>
                <a:gd name="connsiteX10" fmla="*/ 4036 w 36325"/>
                <a:gd name="connsiteY10" fmla="*/ 1343 h 17459"/>
                <a:gd name="connsiteX11" fmla="*/ 1345 w 36325"/>
                <a:gd name="connsiteY11" fmla="*/ 4029 h 17459"/>
                <a:gd name="connsiteX12" fmla="*/ 0 w 36325"/>
                <a:gd name="connsiteY12" fmla="*/ 6715 h 17459"/>
                <a:gd name="connsiteX13" fmla="*/ 1345 w 36325"/>
                <a:gd name="connsiteY13" fmla="*/ 9402 h 17459"/>
                <a:gd name="connsiteX14" fmla="*/ 2691 w 36325"/>
                <a:gd name="connsiteY14" fmla="*/ 9402 h 17459"/>
                <a:gd name="connsiteX15" fmla="*/ 5381 w 36325"/>
                <a:gd name="connsiteY15" fmla="*/ 13431 h 17459"/>
                <a:gd name="connsiteX16" fmla="*/ 9418 w 36325"/>
                <a:gd name="connsiteY16" fmla="*/ 13431 h 17459"/>
                <a:gd name="connsiteX17" fmla="*/ 13454 w 36325"/>
                <a:gd name="connsiteY17" fmla="*/ 16117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6325" h="17459">
                  <a:moveTo>
                    <a:pt x="18835" y="17460"/>
                  </a:moveTo>
                  <a:lnTo>
                    <a:pt x="29598" y="17460"/>
                  </a:lnTo>
                  <a:lnTo>
                    <a:pt x="32289" y="14774"/>
                  </a:lnTo>
                  <a:lnTo>
                    <a:pt x="36325" y="6715"/>
                  </a:lnTo>
                  <a:lnTo>
                    <a:pt x="32289" y="2686"/>
                  </a:lnTo>
                  <a:lnTo>
                    <a:pt x="28253" y="2686"/>
                  </a:lnTo>
                  <a:lnTo>
                    <a:pt x="21526" y="0"/>
                  </a:lnTo>
                  <a:lnTo>
                    <a:pt x="14799" y="1343"/>
                  </a:lnTo>
                  <a:lnTo>
                    <a:pt x="10763" y="0"/>
                  </a:lnTo>
                  <a:lnTo>
                    <a:pt x="6727" y="0"/>
                  </a:lnTo>
                  <a:lnTo>
                    <a:pt x="4036" y="1343"/>
                  </a:lnTo>
                  <a:lnTo>
                    <a:pt x="1345" y="4029"/>
                  </a:lnTo>
                  <a:lnTo>
                    <a:pt x="0" y="6715"/>
                  </a:lnTo>
                  <a:lnTo>
                    <a:pt x="1345" y="9402"/>
                  </a:lnTo>
                  <a:lnTo>
                    <a:pt x="2691" y="9402"/>
                  </a:lnTo>
                  <a:lnTo>
                    <a:pt x="5381" y="13431"/>
                  </a:lnTo>
                  <a:lnTo>
                    <a:pt x="9418" y="13431"/>
                  </a:lnTo>
                  <a:lnTo>
                    <a:pt x="13454" y="16117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2" name="Freeform 1011">
              <a:extLst>
                <a:ext uri="{FF2B5EF4-FFF2-40B4-BE49-F238E27FC236}">
                  <a16:creationId xmlns:a16="http://schemas.microsoft.com/office/drawing/2014/main" id="{E1F517EE-C9FA-7D6F-5EF7-4EC1B7E50B4A}"/>
                </a:ext>
              </a:extLst>
            </p:cNvPr>
            <p:cNvSpPr/>
            <p:nvPr/>
          </p:nvSpPr>
          <p:spPr>
            <a:xfrm>
              <a:off x="5442051" y="1776351"/>
              <a:ext cx="32288" cy="6715"/>
            </a:xfrm>
            <a:custGeom>
              <a:avLst/>
              <a:gdLst>
                <a:gd name="connsiteX0" fmla="*/ 1345 w 32288"/>
                <a:gd name="connsiteY0" fmla="*/ 4029 h 6715"/>
                <a:gd name="connsiteX1" fmla="*/ 13454 w 32288"/>
                <a:gd name="connsiteY1" fmla="*/ 6715 h 6715"/>
                <a:gd name="connsiteX2" fmla="*/ 17490 w 32288"/>
                <a:gd name="connsiteY2" fmla="*/ 5372 h 6715"/>
                <a:gd name="connsiteX3" fmla="*/ 22871 w 32288"/>
                <a:gd name="connsiteY3" fmla="*/ 5372 h 6715"/>
                <a:gd name="connsiteX4" fmla="*/ 24217 w 32288"/>
                <a:gd name="connsiteY4" fmla="*/ 6715 h 6715"/>
                <a:gd name="connsiteX5" fmla="*/ 28253 w 32288"/>
                <a:gd name="connsiteY5" fmla="*/ 5372 h 6715"/>
                <a:gd name="connsiteX6" fmla="*/ 32289 w 32288"/>
                <a:gd name="connsiteY6" fmla="*/ 4029 h 6715"/>
                <a:gd name="connsiteX7" fmla="*/ 32289 w 32288"/>
                <a:gd name="connsiteY7" fmla="*/ 1343 h 6715"/>
                <a:gd name="connsiteX8" fmla="*/ 29598 w 32288"/>
                <a:gd name="connsiteY8" fmla="*/ 0 h 6715"/>
                <a:gd name="connsiteX9" fmla="*/ 17490 w 32288"/>
                <a:gd name="connsiteY9" fmla="*/ 1343 h 6715"/>
                <a:gd name="connsiteX10" fmla="*/ 12108 w 32288"/>
                <a:gd name="connsiteY10" fmla="*/ 2686 h 6715"/>
                <a:gd name="connsiteX11" fmla="*/ 10763 w 32288"/>
                <a:gd name="connsiteY11" fmla="*/ 0 h 6715"/>
                <a:gd name="connsiteX12" fmla="*/ 4036 w 32288"/>
                <a:gd name="connsiteY12" fmla="*/ 0 h 6715"/>
                <a:gd name="connsiteX13" fmla="*/ 0 w 32288"/>
                <a:gd name="connsiteY13" fmla="*/ 134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288" h="6715">
                  <a:moveTo>
                    <a:pt x="1345" y="4029"/>
                  </a:moveTo>
                  <a:lnTo>
                    <a:pt x="13454" y="6715"/>
                  </a:lnTo>
                  <a:lnTo>
                    <a:pt x="17490" y="5372"/>
                  </a:lnTo>
                  <a:lnTo>
                    <a:pt x="22871" y="5372"/>
                  </a:lnTo>
                  <a:lnTo>
                    <a:pt x="24217" y="6715"/>
                  </a:lnTo>
                  <a:lnTo>
                    <a:pt x="28253" y="5372"/>
                  </a:lnTo>
                  <a:lnTo>
                    <a:pt x="32289" y="4029"/>
                  </a:lnTo>
                  <a:lnTo>
                    <a:pt x="32289" y="1343"/>
                  </a:lnTo>
                  <a:lnTo>
                    <a:pt x="29598" y="0"/>
                  </a:lnTo>
                  <a:lnTo>
                    <a:pt x="17490" y="1343"/>
                  </a:lnTo>
                  <a:lnTo>
                    <a:pt x="12108" y="2686"/>
                  </a:lnTo>
                  <a:lnTo>
                    <a:pt x="10763" y="0"/>
                  </a:lnTo>
                  <a:lnTo>
                    <a:pt x="4036" y="0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3" name="Freeform 1012">
              <a:extLst>
                <a:ext uri="{FF2B5EF4-FFF2-40B4-BE49-F238E27FC236}">
                  <a16:creationId xmlns:a16="http://schemas.microsoft.com/office/drawing/2014/main" id="{4AE10FC3-1AE2-C611-4F1C-4F374F46A1AB}"/>
                </a:ext>
              </a:extLst>
            </p:cNvPr>
            <p:cNvSpPr/>
            <p:nvPr/>
          </p:nvSpPr>
          <p:spPr>
            <a:xfrm>
              <a:off x="5440705" y="1785753"/>
              <a:ext cx="34979" cy="13430"/>
            </a:xfrm>
            <a:custGeom>
              <a:avLst/>
              <a:gdLst>
                <a:gd name="connsiteX0" fmla="*/ 1345 w 34979"/>
                <a:gd name="connsiteY0" fmla="*/ 8058 h 13430"/>
                <a:gd name="connsiteX1" fmla="*/ 4036 w 34979"/>
                <a:gd name="connsiteY1" fmla="*/ 6715 h 13430"/>
                <a:gd name="connsiteX2" fmla="*/ 8072 w 34979"/>
                <a:gd name="connsiteY2" fmla="*/ 6715 h 13430"/>
                <a:gd name="connsiteX3" fmla="*/ 14799 w 34979"/>
                <a:gd name="connsiteY3" fmla="*/ 2686 h 13430"/>
                <a:gd name="connsiteX4" fmla="*/ 25562 w 34979"/>
                <a:gd name="connsiteY4" fmla="*/ 0 h 13430"/>
                <a:gd name="connsiteX5" fmla="*/ 26908 w 34979"/>
                <a:gd name="connsiteY5" fmla="*/ 1343 h 13430"/>
                <a:gd name="connsiteX6" fmla="*/ 30944 w 34979"/>
                <a:gd name="connsiteY6" fmla="*/ 0 h 13430"/>
                <a:gd name="connsiteX7" fmla="*/ 33634 w 34979"/>
                <a:gd name="connsiteY7" fmla="*/ 0 h 13430"/>
                <a:gd name="connsiteX8" fmla="*/ 34980 w 34979"/>
                <a:gd name="connsiteY8" fmla="*/ 2686 h 13430"/>
                <a:gd name="connsiteX9" fmla="*/ 30944 w 34979"/>
                <a:gd name="connsiteY9" fmla="*/ 5372 h 13430"/>
                <a:gd name="connsiteX10" fmla="*/ 26908 w 34979"/>
                <a:gd name="connsiteY10" fmla="*/ 5372 h 13430"/>
                <a:gd name="connsiteX11" fmla="*/ 21526 w 34979"/>
                <a:gd name="connsiteY11" fmla="*/ 6715 h 13430"/>
                <a:gd name="connsiteX12" fmla="*/ 20181 w 34979"/>
                <a:gd name="connsiteY12" fmla="*/ 9402 h 13430"/>
                <a:gd name="connsiteX13" fmla="*/ 13454 w 34979"/>
                <a:gd name="connsiteY13" fmla="*/ 13431 h 13430"/>
                <a:gd name="connsiteX14" fmla="*/ 9418 w 34979"/>
                <a:gd name="connsiteY14" fmla="*/ 9402 h 13430"/>
                <a:gd name="connsiteX15" fmla="*/ 4036 w 34979"/>
                <a:gd name="connsiteY15" fmla="*/ 9402 h 13430"/>
                <a:gd name="connsiteX16" fmla="*/ 2691 w 34979"/>
                <a:gd name="connsiteY16" fmla="*/ 10745 h 13430"/>
                <a:gd name="connsiteX17" fmla="*/ 0 w 34979"/>
                <a:gd name="connsiteY17" fmla="*/ 9402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4979" h="13430">
                  <a:moveTo>
                    <a:pt x="1345" y="8058"/>
                  </a:moveTo>
                  <a:lnTo>
                    <a:pt x="4036" y="6715"/>
                  </a:lnTo>
                  <a:lnTo>
                    <a:pt x="8072" y="6715"/>
                  </a:lnTo>
                  <a:lnTo>
                    <a:pt x="14799" y="2686"/>
                  </a:lnTo>
                  <a:lnTo>
                    <a:pt x="25562" y="0"/>
                  </a:lnTo>
                  <a:lnTo>
                    <a:pt x="26908" y="1343"/>
                  </a:lnTo>
                  <a:lnTo>
                    <a:pt x="30944" y="0"/>
                  </a:lnTo>
                  <a:lnTo>
                    <a:pt x="33634" y="0"/>
                  </a:lnTo>
                  <a:lnTo>
                    <a:pt x="34980" y="2686"/>
                  </a:lnTo>
                  <a:lnTo>
                    <a:pt x="30944" y="5372"/>
                  </a:lnTo>
                  <a:lnTo>
                    <a:pt x="26908" y="5372"/>
                  </a:lnTo>
                  <a:lnTo>
                    <a:pt x="21526" y="6715"/>
                  </a:lnTo>
                  <a:lnTo>
                    <a:pt x="20181" y="9402"/>
                  </a:lnTo>
                  <a:lnTo>
                    <a:pt x="13454" y="13431"/>
                  </a:lnTo>
                  <a:lnTo>
                    <a:pt x="9418" y="9402"/>
                  </a:lnTo>
                  <a:lnTo>
                    <a:pt x="4036" y="9402"/>
                  </a:lnTo>
                  <a:lnTo>
                    <a:pt x="2691" y="10745"/>
                  </a:lnTo>
                  <a:lnTo>
                    <a:pt x="0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4" name="Freeform 1013">
              <a:extLst>
                <a:ext uri="{FF2B5EF4-FFF2-40B4-BE49-F238E27FC236}">
                  <a16:creationId xmlns:a16="http://schemas.microsoft.com/office/drawing/2014/main" id="{C499F6C2-192D-2BCB-B929-D742E51D8A05}"/>
                </a:ext>
              </a:extLst>
            </p:cNvPr>
            <p:cNvSpPr/>
            <p:nvPr/>
          </p:nvSpPr>
          <p:spPr>
            <a:xfrm>
              <a:off x="5316930" y="1632642"/>
              <a:ext cx="8072" cy="5372"/>
            </a:xfrm>
            <a:custGeom>
              <a:avLst/>
              <a:gdLst>
                <a:gd name="connsiteX0" fmla="*/ 2691 w 8072"/>
                <a:gd name="connsiteY0" fmla="*/ 5372 h 5372"/>
                <a:gd name="connsiteX1" fmla="*/ 0 w 8072"/>
                <a:gd name="connsiteY1" fmla="*/ 4029 h 5372"/>
                <a:gd name="connsiteX2" fmla="*/ 2691 w 8072"/>
                <a:gd name="connsiteY2" fmla="*/ 0 h 5372"/>
                <a:gd name="connsiteX3" fmla="*/ 8072 w 8072"/>
                <a:gd name="connsiteY3" fmla="*/ 0 h 5372"/>
                <a:gd name="connsiteX4" fmla="*/ 5382 w 8072"/>
                <a:gd name="connsiteY4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5372">
                  <a:moveTo>
                    <a:pt x="2691" y="5372"/>
                  </a:moveTo>
                  <a:lnTo>
                    <a:pt x="0" y="4029"/>
                  </a:lnTo>
                  <a:lnTo>
                    <a:pt x="2691" y="0"/>
                  </a:lnTo>
                  <a:lnTo>
                    <a:pt x="8072" y="0"/>
                  </a:lnTo>
                  <a:lnTo>
                    <a:pt x="5382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5" name="Freeform 1014">
              <a:extLst>
                <a:ext uri="{FF2B5EF4-FFF2-40B4-BE49-F238E27FC236}">
                  <a16:creationId xmlns:a16="http://schemas.microsoft.com/office/drawing/2014/main" id="{D9E44A22-420F-6369-03F5-8550AC3D4D25}"/>
                </a:ext>
              </a:extLst>
            </p:cNvPr>
            <p:cNvSpPr/>
            <p:nvPr/>
          </p:nvSpPr>
          <p:spPr>
            <a:xfrm>
              <a:off x="5284642" y="1650102"/>
              <a:ext cx="24216" cy="16116"/>
            </a:xfrm>
            <a:custGeom>
              <a:avLst/>
              <a:gdLst>
                <a:gd name="connsiteX0" fmla="*/ 0 w 24216"/>
                <a:gd name="connsiteY0" fmla="*/ 2686 h 16116"/>
                <a:gd name="connsiteX1" fmla="*/ 4036 w 24216"/>
                <a:gd name="connsiteY1" fmla="*/ 1343 h 16116"/>
                <a:gd name="connsiteX2" fmla="*/ 6727 w 24216"/>
                <a:gd name="connsiteY2" fmla="*/ 0 h 16116"/>
                <a:gd name="connsiteX3" fmla="*/ 13454 w 24216"/>
                <a:gd name="connsiteY3" fmla="*/ 2686 h 16116"/>
                <a:gd name="connsiteX4" fmla="*/ 17490 w 24216"/>
                <a:gd name="connsiteY4" fmla="*/ 1343 h 16116"/>
                <a:gd name="connsiteX5" fmla="*/ 21526 w 24216"/>
                <a:gd name="connsiteY5" fmla="*/ 2686 h 16116"/>
                <a:gd name="connsiteX6" fmla="*/ 22871 w 24216"/>
                <a:gd name="connsiteY6" fmla="*/ 6715 h 16116"/>
                <a:gd name="connsiteX7" fmla="*/ 24217 w 24216"/>
                <a:gd name="connsiteY7" fmla="*/ 9402 h 16116"/>
                <a:gd name="connsiteX8" fmla="*/ 21526 w 24216"/>
                <a:gd name="connsiteY8" fmla="*/ 13431 h 16116"/>
                <a:gd name="connsiteX9" fmla="*/ 16144 w 24216"/>
                <a:gd name="connsiteY9" fmla="*/ 16117 h 16116"/>
                <a:gd name="connsiteX10" fmla="*/ 12108 w 24216"/>
                <a:gd name="connsiteY10" fmla="*/ 13431 h 16116"/>
                <a:gd name="connsiteX11" fmla="*/ 8072 w 24216"/>
                <a:gd name="connsiteY11" fmla="*/ 13431 h 16116"/>
                <a:gd name="connsiteX12" fmla="*/ 6727 w 24216"/>
                <a:gd name="connsiteY12" fmla="*/ 8058 h 16116"/>
                <a:gd name="connsiteX13" fmla="*/ 2691 w 24216"/>
                <a:gd name="connsiteY13" fmla="*/ 4029 h 16116"/>
                <a:gd name="connsiteX14" fmla="*/ 0 w 24216"/>
                <a:gd name="connsiteY14" fmla="*/ 2686 h 16116"/>
                <a:gd name="connsiteX15" fmla="*/ 0 w 24216"/>
                <a:gd name="connsiteY15" fmla="*/ 2686 h 16116"/>
                <a:gd name="connsiteX16" fmla="*/ 0 w 24216"/>
                <a:gd name="connsiteY16" fmla="*/ 2686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216" h="16116">
                  <a:moveTo>
                    <a:pt x="0" y="2686"/>
                  </a:moveTo>
                  <a:lnTo>
                    <a:pt x="4036" y="1343"/>
                  </a:lnTo>
                  <a:lnTo>
                    <a:pt x="6727" y="0"/>
                  </a:lnTo>
                  <a:lnTo>
                    <a:pt x="13454" y="2686"/>
                  </a:lnTo>
                  <a:lnTo>
                    <a:pt x="17490" y="1343"/>
                  </a:lnTo>
                  <a:lnTo>
                    <a:pt x="21526" y="2686"/>
                  </a:lnTo>
                  <a:lnTo>
                    <a:pt x="22871" y="6715"/>
                  </a:lnTo>
                  <a:lnTo>
                    <a:pt x="24217" y="9402"/>
                  </a:lnTo>
                  <a:lnTo>
                    <a:pt x="21526" y="13431"/>
                  </a:lnTo>
                  <a:lnTo>
                    <a:pt x="16144" y="16117"/>
                  </a:lnTo>
                  <a:lnTo>
                    <a:pt x="12108" y="13431"/>
                  </a:lnTo>
                  <a:lnTo>
                    <a:pt x="8072" y="13431"/>
                  </a:lnTo>
                  <a:lnTo>
                    <a:pt x="6727" y="8058"/>
                  </a:lnTo>
                  <a:lnTo>
                    <a:pt x="2691" y="4029"/>
                  </a:lnTo>
                  <a:lnTo>
                    <a:pt x="0" y="2686"/>
                  </a:lnTo>
                  <a:cubicBezTo>
                    <a:pt x="0" y="4029"/>
                    <a:pt x="0" y="2686"/>
                    <a:pt x="0" y="2686"/>
                  </a:cubicBez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6" name="Freeform 1015">
              <a:extLst>
                <a:ext uri="{FF2B5EF4-FFF2-40B4-BE49-F238E27FC236}">
                  <a16:creationId xmlns:a16="http://schemas.microsoft.com/office/drawing/2014/main" id="{39CF592B-88D8-8B4A-752B-F3F94AC2FE06}"/>
                </a:ext>
              </a:extLst>
            </p:cNvPr>
            <p:cNvSpPr/>
            <p:nvPr/>
          </p:nvSpPr>
          <p:spPr>
            <a:xfrm>
              <a:off x="5096289" y="1656817"/>
              <a:ext cx="8072" cy="6715"/>
            </a:xfrm>
            <a:custGeom>
              <a:avLst/>
              <a:gdLst>
                <a:gd name="connsiteX0" fmla="*/ 5381 w 8072"/>
                <a:gd name="connsiteY0" fmla="*/ 6715 h 6715"/>
                <a:gd name="connsiteX1" fmla="*/ 1345 w 8072"/>
                <a:gd name="connsiteY1" fmla="*/ 4029 h 6715"/>
                <a:gd name="connsiteX2" fmla="*/ 0 w 8072"/>
                <a:gd name="connsiteY2" fmla="*/ 2686 h 6715"/>
                <a:gd name="connsiteX3" fmla="*/ 1345 w 8072"/>
                <a:gd name="connsiteY3" fmla="*/ 0 h 6715"/>
                <a:gd name="connsiteX4" fmla="*/ 6727 w 8072"/>
                <a:gd name="connsiteY4" fmla="*/ 2686 h 6715"/>
                <a:gd name="connsiteX5" fmla="*/ 8072 w 8072"/>
                <a:gd name="connsiteY5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6715">
                  <a:moveTo>
                    <a:pt x="5381" y="6715"/>
                  </a:moveTo>
                  <a:lnTo>
                    <a:pt x="1345" y="4029"/>
                  </a:lnTo>
                  <a:lnTo>
                    <a:pt x="0" y="2686"/>
                  </a:lnTo>
                  <a:lnTo>
                    <a:pt x="1345" y="0"/>
                  </a:lnTo>
                  <a:lnTo>
                    <a:pt x="6727" y="2686"/>
                  </a:lnTo>
                  <a:lnTo>
                    <a:pt x="8072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7" name="Freeform 1016">
              <a:extLst>
                <a:ext uri="{FF2B5EF4-FFF2-40B4-BE49-F238E27FC236}">
                  <a16:creationId xmlns:a16="http://schemas.microsoft.com/office/drawing/2014/main" id="{D04F6048-C7C9-3C70-1458-724D4A9BFFDA}"/>
                </a:ext>
              </a:extLst>
            </p:cNvPr>
            <p:cNvSpPr/>
            <p:nvPr/>
          </p:nvSpPr>
          <p:spPr>
            <a:xfrm>
              <a:off x="5121851" y="1683679"/>
              <a:ext cx="5381" cy="6715"/>
            </a:xfrm>
            <a:custGeom>
              <a:avLst/>
              <a:gdLst>
                <a:gd name="connsiteX0" fmla="*/ 0 w 5381"/>
                <a:gd name="connsiteY0" fmla="*/ 4029 h 6715"/>
                <a:gd name="connsiteX1" fmla="*/ 5382 w 5381"/>
                <a:gd name="connsiteY1" fmla="*/ 0 h 6715"/>
                <a:gd name="connsiteX2" fmla="*/ 5382 w 5381"/>
                <a:gd name="connsiteY2" fmla="*/ 2686 h 6715"/>
                <a:gd name="connsiteX3" fmla="*/ 0 w 5381"/>
                <a:gd name="connsiteY3" fmla="*/ 6715 h 6715"/>
                <a:gd name="connsiteX4" fmla="*/ 0 w 5381"/>
                <a:gd name="connsiteY4" fmla="*/ 4029 h 6715"/>
                <a:gd name="connsiteX5" fmla="*/ 0 w 5381"/>
                <a:gd name="connsiteY5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6715">
                  <a:moveTo>
                    <a:pt x="0" y="4029"/>
                  </a:moveTo>
                  <a:lnTo>
                    <a:pt x="5382" y="0"/>
                  </a:lnTo>
                  <a:lnTo>
                    <a:pt x="5382" y="2686"/>
                  </a:lnTo>
                  <a:lnTo>
                    <a:pt x="0" y="6715"/>
                  </a:lnTo>
                  <a:cubicBezTo>
                    <a:pt x="0" y="6715"/>
                    <a:pt x="0" y="4029"/>
                    <a:pt x="0" y="4029"/>
                  </a:cubicBezTo>
                  <a:lnTo>
                    <a:pt x="0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8" name="Freeform 1017">
              <a:extLst>
                <a:ext uri="{FF2B5EF4-FFF2-40B4-BE49-F238E27FC236}">
                  <a16:creationId xmlns:a16="http://schemas.microsoft.com/office/drawing/2014/main" id="{491D4281-E7F0-8A11-E0A6-0A23487F1FA5}"/>
                </a:ext>
              </a:extLst>
            </p:cNvPr>
            <p:cNvSpPr/>
            <p:nvPr/>
          </p:nvSpPr>
          <p:spPr>
            <a:xfrm>
              <a:off x="5100325" y="1582948"/>
              <a:ext cx="197770" cy="110132"/>
            </a:xfrm>
            <a:custGeom>
              <a:avLst/>
              <a:gdLst>
                <a:gd name="connsiteX0" fmla="*/ 30943 w 197770"/>
                <a:gd name="connsiteY0" fmla="*/ 98045 h 110132"/>
                <a:gd name="connsiteX1" fmla="*/ 32289 w 197770"/>
                <a:gd name="connsiteY1" fmla="*/ 95358 h 110132"/>
                <a:gd name="connsiteX2" fmla="*/ 33634 w 197770"/>
                <a:gd name="connsiteY2" fmla="*/ 89986 h 110132"/>
                <a:gd name="connsiteX3" fmla="*/ 34980 w 197770"/>
                <a:gd name="connsiteY3" fmla="*/ 89986 h 110132"/>
                <a:gd name="connsiteX4" fmla="*/ 36325 w 197770"/>
                <a:gd name="connsiteY4" fmla="*/ 83271 h 110132"/>
                <a:gd name="connsiteX5" fmla="*/ 39016 w 197770"/>
                <a:gd name="connsiteY5" fmla="*/ 81928 h 110132"/>
                <a:gd name="connsiteX6" fmla="*/ 45743 w 197770"/>
                <a:gd name="connsiteY6" fmla="*/ 79242 h 110132"/>
                <a:gd name="connsiteX7" fmla="*/ 48433 w 197770"/>
                <a:gd name="connsiteY7" fmla="*/ 80585 h 110132"/>
                <a:gd name="connsiteX8" fmla="*/ 48433 w 197770"/>
                <a:gd name="connsiteY8" fmla="*/ 84614 h 110132"/>
                <a:gd name="connsiteX9" fmla="*/ 43052 w 197770"/>
                <a:gd name="connsiteY9" fmla="*/ 87300 h 110132"/>
                <a:gd name="connsiteX10" fmla="*/ 40361 w 197770"/>
                <a:gd name="connsiteY10" fmla="*/ 94015 h 110132"/>
                <a:gd name="connsiteX11" fmla="*/ 41707 w 197770"/>
                <a:gd name="connsiteY11" fmla="*/ 98045 h 110132"/>
                <a:gd name="connsiteX12" fmla="*/ 39016 w 197770"/>
                <a:gd name="connsiteY12" fmla="*/ 100731 h 110132"/>
                <a:gd name="connsiteX13" fmla="*/ 37670 w 197770"/>
                <a:gd name="connsiteY13" fmla="*/ 104760 h 110132"/>
                <a:gd name="connsiteX14" fmla="*/ 39016 w 197770"/>
                <a:gd name="connsiteY14" fmla="*/ 108789 h 110132"/>
                <a:gd name="connsiteX15" fmla="*/ 41707 w 197770"/>
                <a:gd name="connsiteY15" fmla="*/ 106103 h 110132"/>
                <a:gd name="connsiteX16" fmla="*/ 45743 w 197770"/>
                <a:gd name="connsiteY16" fmla="*/ 106103 h 110132"/>
                <a:gd name="connsiteX17" fmla="*/ 45743 w 197770"/>
                <a:gd name="connsiteY17" fmla="*/ 110132 h 110132"/>
                <a:gd name="connsiteX18" fmla="*/ 47088 w 197770"/>
                <a:gd name="connsiteY18" fmla="*/ 110132 h 110132"/>
                <a:gd name="connsiteX19" fmla="*/ 56506 w 197770"/>
                <a:gd name="connsiteY19" fmla="*/ 104760 h 110132"/>
                <a:gd name="connsiteX20" fmla="*/ 59196 w 197770"/>
                <a:gd name="connsiteY20" fmla="*/ 100731 h 110132"/>
                <a:gd name="connsiteX21" fmla="*/ 61887 w 197770"/>
                <a:gd name="connsiteY21" fmla="*/ 100731 h 110132"/>
                <a:gd name="connsiteX22" fmla="*/ 65923 w 197770"/>
                <a:gd name="connsiteY22" fmla="*/ 96702 h 110132"/>
                <a:gd name="connsiteX23" fmla="*/ 64578 w 197770"/>
                <a:gd name="connsiteY23" fmla="*/ 91329 h 110132"/>
                <a:gd name="connsiteX24" fmla="*/ 68614 w 197770"/>
                <a:gd name="connsiteY24" fmla="*/ 89986 h 110132"/>
                <a:gd name="connsiteX25" fmla="*/ 71305 w 197770"/>
                <a:gd name="connsiteY25" fmla="*/ 85957 h 110132"/>
                <a:gd name="connsiteX26" fmla="*/ 71305 w 197770"/>
                <a:gd name="connsiteY26" fmla="*/ 80585 h 110132"/>
                <a:gd name="connsiteX27" fmla="*/ 73996 w 197770"/>
                <a:gd name="connsiteY27" fmla="*/ 77898 h 110132"/>
                <a:gd name="connsiteX28" fmla="*/ 75341 w 197770"/>
                <a:gd name="connsiteY28" fmla="*/ 79242 h 110132"/>
                <a:gd name="connsiteX29" fmla="*/ 73996 w 197770"/>
                <a:gd name="connsiteY29" fmla="*/ 84614 h 110132"/>
                <a:gd name="connsiteX30" fmla="*/ 75341 w 197770"/>
                <a:gd name="connsiteY30" fmla="*/ 87300 h 110132"/>
                <a:gd name="connsiteX31" fmla="*/ 73996 w 197770"/>
                <a:gd name="connsiteY31" fmla="*/ 94015 h 110132"/>
                <a:gd name="connsiteX32" fmla="*/ 76686 w 197770"/>
                <a:gd name="connsiteY32" fmla="*/ 98045 h 110132"/>
                <a:gd name="connsiteX33" fmla="*/ 78032 w 197770"/>
                <a:gd name="connsiteY33" fmla="*/ 98045 h 110132"/>
                <a:gd name="connsiteX34" fmla="*/ 83413 w 197770"/>
                <a:gd name="connsiteY34" fmla="*/ 92672 h 110132"/>
                <a:gd name="connsiteX35" fmla="*/ 83413 w 197770"/>
                <a:gd name="connsiteY35" fmla="*/ 87300 h 110132"/>
                <a:gd name="connsiteX36" fmla="*/ 84759 w 197770"/>
                <a:gd name="connsiteY36" fmla="*/ 85957 h 110132"/>
                <a:gd name="connsiteX37" fmla="*/ 88795 w 197770"/>
                <a:gd name="connsiteY37" fmla="*/ 84614 h 110132"/>
                <a:gd name="connsiteX38" fmla="*/ 94176 w 197770"/>
                <a:gd name="connsiteY38" fmla="*/ 76555 h 110132"/>
                <a:gd name="connsiteX39" fmla="*/ 95522 w 197770"/>
                <a:gd name="connsiteY39" fmla="*/ 71183 h 110132"/>
                <a:gd name="connsiteX40" fmla="*/ 94176 w 197770"/>
                <a:gd name="connsiteY40" fmla="*/ 65811 h 110132"/>
                <a:gd name="connsiteX41" fmla="*/ 96867 w 197770"/>
                <a:gd name="connsiteY41" fmla="*/ 61782 h 110132"/>
                <a:gd name="connsiteX42" fmla="*/ 99558 w 197770"/>
                <a:gd name="connsiteY42" fmla="*/ 67154 h 110132"/>
                <a:gd name="connsiteX43" fmla="*/ 108975 w 197770"/>
                <a:gd name="connsiteY43" fmla="*/ 61782 h 110132"/>
                <a:gd name="connsiteX44" fmla="*/ 111666 w 197770"/>
                <a:gd name="connsiteY44" fmla="*/ 55066 h 110132"/>
                <a:gd name="connsiteX45" fmla="*/ 111666 w 197770"/>
                <a:gd name="connsiteY45" fmla="*/ 49694 h 110132"/>
                <a:gd name="connsiteX46" fmla="*/ 117048 w 197770"/>
                <a:gd name="connsiteY46" fmla="*/ 49694 h 110132"/>
                <a:gd name="connsiteX47" fmla="*/ 119738 w 197770"/>
                <a:gd name="connsiteY47" fmla="*/ 47008 h 110132"/>
                <a:gd name="connsiteX48" fmla="*/ 122429 w 197770"/>
                <a:gd name="connsiteY48" fmla="*/ 49694 h 110132"/>
                <a:gd name="connsiteX49" fmla="*/ 127811 w 197770"/>
                <a:gd name="connsiteY49" fmla="*/ 45665 h 110132"/>
                <a:gd name="connsiteX50" fmla="*/ 129156 w 197770"/>
                <a:gd name="connsiteY50" fmla="*/ 47008 h 110132"/>
                <a:gd name="connsiteX51" fmla="*/ 127811 w 197770"/>
                <a:gd name="connsiteY51" fmla="*/ 56409 h 110132"/>
                <a:gd name="connsiteX52" fmla="*/ 121084 w 197770"/>
                <a:gd name="connsiteY52" fmla="*/ 63125 h 110132"/>
                <a:gd name="connsiteX53" fmla="*/ 119738 w 197770"/>
                <a:gd name="connsiteY53" fmla="*/ 68497 h 110132"/>
                <a:gd name="connsiteX54" fmla="*/ 115702 w 197770"/>
                <a:gd name="connsiteY54" fmla="*/ 72526 h 110132"/>
                <a:gd name="connsiteX55" fmla="*/ 115702 w 197770"/>
                <a:gd name="connsiteY55" fmla="*/ 75212 h 110132"/>
                <a:gd name="connsiteX56" fmla="*/ 111666 w 197770"/>
                <a:gd name="connsiteY56" fmla="*/ 77898 h 110132"/>
                <a:gd name="connsiteX57" fmla="*/ 104939 w 197770"/>
                <a:gd name="connsiteY57" fmla="*/ 87300 h 110132"/>
                <a:gd name="connsiteX58" fmla="*/ 104939 w 197770"/>
                <a:gd name="connsiteY58" fmla="*/ 89986 h 110132"/>
                <a:gd name="connsiteX59" fmla="*/ 107630 w 197770"/>
                <a:gd name="connsiteY59" fmla="*/ 94015 h 110132"/>
                <a:gd name="connsiteX60" fmla="*/ 106285 w 197770"/>
                <a:gd name="connsiteY60" fmla="*/ 99388 h 110132"/>
                <a:gd name="connsiteX61" fmla="*/ 110321 w 197770"/>
                <a:gd name="connsiteY61" fmla="*/ 100731 h 110132"/>
                <a:gd name="connsiteX62" fmla="*/ 114357 w 197770"/>
                <a:gd name="connsiteY62" fmla="*/ 102074 h 110132"/>
                <a:gd name="connsiteX63" fmla="*/ 118393 w 197770"/>
                <a:gd name="connsiteY63" fmla="*/ 99388 h 110132"/>
                <a:gd name="connsiteX64" fmla="*/ 122429 w 197770"/>
                <a:gd name="connsiteY64" fmla="*/ 96702 h 110132"/>
                <a:gd name="connsiteX65" fmla="*/ 123775 w 197770"/>
                <a:gd name="connsiteY65" fmla="*/ 92672 h 110132"/>
                <a:gd name="connsiteX66" fmla="*/ 123775 w 197770"/>
                <a:gd name="connsiteY66" fmla="*/ 87300 h 110132"/>
                <a:gd name="connsiteX67" fmla="*/ 127811 w 197770"/>
                <a:gd name="connsiteY67" fmla="*/ 84614 h 110132"/>
                <a:gd name="connsiteX68" fmla="*/ 130501 w 197770"/>
                <a:gd name="connsiteY68" fmla="*/ 79242 h 110132"/>
                <a:gd name="connsiteX69" fmla="*/ 134538 w 197770"/>
                <a:gd name="connsiteY69" fmla="*/ 79242 h 110132"/>
                <a:gd name="connsiteX70" fmla="*/ 135883 w 197770"/>
                <a:gd name="connsiteY70" fmla="*/ 77898 h 110132"/>
                <a:gd name="connsiteX71" fmla="*/ 138574 w 197770"/>
                <a:gd name="connsiteY71" fmla="*/ 80585 h 110132"/>
                <a:gd name="connsiteX72" fmla="*/ 143955 w 197770"/>
                <a:gd name="connsiteY72" fmla="*/ 80585 h 110132"/>
                <a:gd name="connsiteX73" fmla="*/ 146646 w 197770"/>
                <a:gd name="connsiteY73" fmla="*/ 77898 h 110132"/>
                <a:gd name="connsiteX74" fmla="*/ 154718 w 197770"/>
                <a:gd name="connsiteY74" fmla="*/ 77898 h 110132"/>
                <a:gd name="connsiteX75" fmla="*/ 157409 w 197770"/>
                <a:gd name="connsiteY75" fmla="*/ 73869 h 110132"/>
                <a:gd name="connsiteX76" fmla="*/ 160100 w 197770"/>
                <a:gd name="connsiteY76" fmla="*/ 64468 h 110132"/>
                <a:gd name="connsiteX77" fmla="*/ 165481 w 197770"/>
                <a:gd name="connsiteY77" fmla="*/ 56409 h 110132"/>
                <a:gd name="connsiteX78" fmla="*/ 165481 w 197770"/>
                <a:gd name="connsiteY78" fmla="*/ 52380 h 110132"/>
                <a:gd name="connsiteX79" fmla="*/ 165481 w 197770"/>
                <a:gd name="connsiteY79" fmla="*/ 49694 h 110132"/>
                <a:gd name="connsiteX80" fmla="*/ 170863 w 197770"/>
                <a:gd name="connsiteY80" fmla="*/ 55066 h 110132"/>
                <a:gd name="connsiteX81" fmla="*/ 174899 w 197770"/>
                <a:gd name="connsiteY81" fmla="*/ 56409 h 110132"/>
                <a:gd name="connsiteX82" fmla="*/ 176244 w 197770"/>
                <a:gd name="connsiteY82" fmla="*/ 53723 h 110132"/>
                <a:gd name="connsiteX83" fmla="*/ 176244 w 197770"/>
                <a:gd name="connsiteY83" fmla="*/ 51037 h 110132"/>
                <a:gd name="connsiteX84" fmla="*/ 170863 w 197770"/>
                <a:gd name="connsiteY84" fmla="*/ 42978 h 110132"/>
                <a:gd name="connsiteX85" fmla="*/ 170863 w 197770"/>
                <a:gd name="connsiteY85" fmla="*/ 40292 h 110132"/>
                <a:gd name="connsiteX86" fmla="*/ 176244 w 197770"/>
                <a:gd name="connsiteY86" fmla="*/ 34920 h 110132"/>
                <a:gd name="connsiteX87" fmla="*/ 181626 w 197770"/>
                <a:gd name="connsiteY87" fmla="*/ 34920 h 110132"/>
                <a:gd name="connsiteX88" fmla="*/ 187007 w 197770"/>
                <a:gd name="connsiteY88" fmla="*/ 32234 h 110132"/>
                <a:gd name="connsiteX89" fmla="*/ 189698 w 197770"/>
                <a:gd name="connsiteY89" fmla="*/ 33577 h 110132"/>
                <a:gd name="connsiteX90" fmla="*/ 193734 w 197770"/>
                <a:gd name="connsiteY90" fmla="*/ 33577 h 110132"/>
                <a:gd name="connsiteX91" fmla="*/ 197770 w 197770"/>
                <a:gd name="connsiteY91" fmla="*/ 26862 h 110132"/>
                <a:gd name="connsiteX92" fmla="*/ 196425 w 197770"/>
                <a:gd name="connsiteY92" fmla="*/ 22832 h 110132"/>
                <a:gd name="connsiteX93" fmla="*/ 196425 w 197770"/>
                <a:gd name="connsiteY93" fmla="*/ 13431 h 110132"/>
                <a:gd name="connsiteX94" fmla="*/ 197770 w 197770"/>
                <a:gd name="connsiteY94" fmla="*/ 10745 h 110132"/>
                <a:gd name="connsiteX95" fmla="*/ 196425 w 197770"/>
                <a:gd name="connsiteY95" fmla="*/ 8058 h 110132"/>
                <a:gd name="connsiteX96" fmla="*/ 195080 w 197770"/>
                <a:gd name="connsiteY96" fmla="*/ 1343 h 110132"/>
                <a:gd name="connsiteX97" fmla="*/ 192389 w 197770"/>
                <a:gd name="connsiteY97" fmla="*/ 0 h 110132"/>
                <a:gd name="connsiteX98" fmla="*/ 188353 w 197770"/>
                <a:gd name="connsiteY98" fmla="*/ 2686 h 110132"/>
                <a:gd name="connsiteX99" fmla="*/ 182971 w 197770"/>
                <a:gd name="connsiteY99" fmla="*/ 5372 h 110132"/>
                <a:gd name="connsiteX100" fmla="*/ 182971 w 197770"/>
                <a:gd name="connsiteY100" fmla="*/ 12088 h 110132"/>
                <a:gd name="connsiteX101" fmla="*/ 181626 w 197770"/>
                <a:gd name="connsiteY101" fmla="*/ 14774 h 110132"/>
                <a:gd name="connsiteX102" fmla="*/ 182971 w 197770"/>
                <a:gd name="connsiteY102" fmla="*/ 18803 h 110132"/>
                <a:gd name="connsiteX103" fmla="*/ 178935 w 197770"/>
                <a:gd name="connsiteY103" fmla="*/ 18803 h 110132"/>
                <a:gd name="connsiteX104" fmla="*/ 176244 w 197770"/>
                <a:gd name="connsiteY104" fmla="*/ 14774 h 110132"/>
                <a:gd name="connsiteX105" fmla="*/ 174899 w 197770"/>
                <a:gd name="connsiteY105" fmla="*/ 14774 h 110132"/>
                <a:gd name="connsiteX106" fmla="*/ 174899 w 197770"/>
                <a:gd name="connsiteY106" fmla="*/ 17460 h 110132"/>
                <a:gd name="connsiteX107" fmla="*/ 172208 w 197770"/>
                <a:gd name="connsiteY107" fmla="*/ 20146 h 110132"/>
                <a:gd name="connsiteX108" fmla="*/ 169517 w 197770"/>
                <a:gd name="connsiteY108" fmla="*/ 16117 h 110132"/>
                <a:gd name="connsiteX109" fmla="*/ 169517 w 197770"/>
                <a:gd name="connsiteY109" fmla="*/ 9402 h 110132"/>
                <a:gd name="connsiteX110" fmla="*/ 164136 w 197770"/>
                <a:gd name="connsiteY110" fmla="*/ 4029 h 110132"/>
                <a:gd name="connsiteX111" fmla="*/ 161445 w 197770"/>
                <a:gd name="connsiteY111" fmla="*/ 4029 h 110132"/>
                <a:gd name="connsiteX112" fmla="*/ 160100 w 197770"/>
                <a:gd name="connsiteY112" fmla="*/ 5372 h 110132"/>
                <a:gd name="connsiteX113" fmla="*/ 154718 w 197770"/>
                <a:gd name="connsiteY113" fmla="*/ 5372 h 110132"/>
                <a:gd name="connsiteX114" fmla="*/ 147991 w 197770"/>
                <a:gd name="connsiteY114" fmla="*/ 4029 h 110132"/>
                <a:gd name="connsiteX115" fmla="*/ 145301 w 197770"/>
                <a:gd name="connsiteY115" fmla="*/ 4029 h 110132"/>
                <a:gd name="connsiteX116" fmla="*/ 134538 w 197770"/>
                <a:gd name="connsiteY116" fmla="*/ 2686 h 110132"/>
                <a:gd name="connsiteX117" fmla="*/ 127811 w 197770"/>
                <a:gd name="connsiteY117" fmla="*/ 5372 h 110132"/>
                <a:gd name="connsiteX118" fmla="*/ 126465 w 197770"/>
                <a:gd name="connsiteY118" fmla="*/ 10745 h 110132"/>
                <a:gd name="connsiteX119" fmla="*/ 123775 w 197770"/>
                <a:gd name="connsiteY119" fmla="*/ 14774 h 110132"/>
                <a:gd name="connsiteX120" fmla="*/ 122429 w 197770"/>
                <a:gd name="connsiteY120" fmla="*/ 13431 h 110132"/>
                <a:gd name="connsiteX121" fmla="*/ 119738 w 197770"/>
                <a:gd name="connsiteY121" fmla="*/ 13431 h 110132"/>
                <a:gd name="connsiteX122" fmla="*/ 106285 w 197770"/>
                <a:gd name="connsiteY122" fmla="*/ 22832 h 110132"/>
                <a:gd name="connsiteX123" fmla="*/ 103594 w 197770"/>
                <a:gd name="connsiteY123" fmla="*/ 25518 h 110132"/>
                <a:gd name="connsiteX124" fmla="*/ 98212 w 197770"/>
                <a:gd name="connsiteY124" fmla="*/ 26862 h 110132"/>
                <a:gd name="connsiteX125" fmla="*/ 91485 w 197770"/>
                <a:gd name="connsiteY125" fmla="*/ 30891 h 110132"/>
                <a:gd name="connsiteX126" fmla="*/ 87449 w 197770"/>
                <a:gd name="connsiteY126" fmla="*/ 32234 h 110132"/>
                <a:gd name="connsiteX127" fmla="*/ 83413 w 197770"/>
                <a:gd name="connsiteY127" fmla="*/ 34920 h 110132"/>
                <a:gd name="connsiteX128" fmla="*/ 83413 w 197770"/>
                <a:gd name="connsiteY128" fmla="*/ 38949 h 110132"/>
                <a:gd name="connsiteX129" fmla="*/ 73996 w 197770"/>
                <a:gd name="connsiteY129" fmla="*/ 38949 h 110132"/>
                <a:gd name="connsiteX130" fmla="*/ 71305 w 197770"/>
                <a:gd name="connsiteY130" fmla="*/ 40292 h 110132"/>
                <a:gd name="connsiteX131" fmla="*/ 67269 w 197770"/>
                <a:gd name="connsiteY131" fmla="*/ 38949 h 110132"/>
                <a:gd name="connsiteX132" fmla="*/ 64578 w 197770"/>
                <a:gd name="connsiteY132" fmla="*/ 41635 h 110132"/>
                <a:gd name="connsiteX133" fmla="*/ 60542 w 197770"/>
                <a:gd name="connsiteY133" fmla="*/ 41635 h 110132"/>
                <a:gd name="connsiteX134" fmla="*/ 52470 w 197770"/>
                <a:gd name="connsiteY134" fmla="*/ 48351 h 110132"/>
                <a:gd name="connsiteX135" fmla="*/ 45743 w 197770"/>
                <a:gd name="connsiteY135" fmla="*/ 52380 h 110132"/>
                <a:gd name="connsiteX136" fmla="*/ 40361 w 197770"/>
                <a:gd name="connsiteY136" fmla="*/ 49694 h 110132"/>
                <a:gd name="connsiteX137" fmla="*/ 34980 w 197770"/>
                <a:gd name="connsiteY137" fmla="*/ 52380 h 110132"/>
                <a:gd name="connsiteX138" fmla="*/ 24217 w 197770"/>
                <a:gd name="connsiteY138" fmla="*/ 53723 h 110132"/>
                <a:gd name="connsiteX139" fmla="*/ 18835 w 197770"/>
                <a:gd name="connsiteY139" fmla="*/ 61782 h 110132"/>
                <a:gd name="connsiteX140" fmla="*/ 14799 w 197770"/>
                <a:gd name="connsiteY140" fmla="*/ 61782 h 110132"/>
                <a:gd name="connsiteX141" fmla="*/ 6727 w 197770"/>
                <a:gd name="connsiteY141" fmla="*/ 64468 h 110132"/>
                <a:gd name="connsiteX142" fmla="*/ 4036 w 197770"/>
                <a:gd name="connsiteY142" fmla="*/ 69840 h 110132"/>
                <a:gd name="connsiteX143" fmla="*/ 9418 w 197770"/>
                <a:gd name="connsiteY143" fmla="*/ 69840 h 110132"/>
                <a:gd name="connsiteX144" fmla="*/ 12108 w 197770"/>
                <a:gd name="connsiteY144" fmla="*/ 71183 h 110132"/>
                <a:gd name="connsiteX145" fmla="*/ 6727 w 197770"/>
                <a:gd name="connsiteY145" fmla="*/ 72526 h 110132"/>
                <a:gd name="connsiteX146" fmla="*/ 6727 w 197770"/>
                <a:gd name="connsiteY146" fmla="*/ 73869 h 110132"/>
                <a:gd name="connsiteX147" fmla="*/ 9418 w 197770"/>
                <a:gd name="connsiteY147" fmla="*/ 77898 h 110132"/>
                <a:gd name="connsiteX148" fmla="*/ 8072 w 197770"/>
                <a:gd name="connsiteY148" fmla="*/ 80585 h 110132"/>
                <a:gd name="connsiteX149" fmla="*/ 0 w 197770"/>
                <a:gd name="connsiteY149" fmla="*/ 83271 h 110132"/>
                <a:gd name="connsiteX150" fmla="*/ 0 w 197770"/>
                <a:gd name="connsiteY150" fmla="*/ 85957 h 110132"/>
                <a:gd name="connsiteX151" fmla="*/ 6727 w 197770"/>
                <a:gd name="connsiteY151" fmla="*/ 87300 h 110132"/>
                <a:gd name="connsiteX152" fmla="*/ 10763 w 197770"/>
                <a:gd name="connsiteY152" fmla="*/ 87300 h 110132"/>
                <a:gd name="connsiteX153" fmla="*/ 13454 w 197770"/>
                <a:gd name="connsiteY153" fmla="*/ 81928 h 110132"/>
                <a:gd name="connsiteX154" fmla="*/ 17490 w 197770"/>
                <a:gd name="connsiteY154" fmla="*/ 80585 h 110132"/>
                <a:gd name="connsiteX155" fmla="*/ 21526 w 197770"/>
                <a:gd name="connsiteY155" fmla="*/ 83271 h 110132"/>
                <a:gd name="connsiteX156" fmla="*/ 25562 w 197770"/>
                <a:gd name="connsiteY156" fmla="*/ 89986 h 110132"/>
                <a:gd name="connsiteX157" fmla="*/ 25562 w 197770"/>
                <a:gd name="connsiteY157" fmla="*/ 95358 h 11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197770" h="110132">
                  <a:moveTo>
                    <a:pt x="30943" y="98045"/>
                  </a:moveTo>
                  <a:lnTo>
                    <a:pt x="32289" y="95358"/>
                  </a:lnTo>
                  <a:lnTo>
                    <a:pt x="33634" y="89986"/>
                  </a:lnTo>
                  <a:lnTo>
                    <a:pt x="34980" y="89986"/>
                  </a:lnTo>
                  <a:lnTo>
                    <a:pt x="36325" y="83271"/>
                  </a:lnTo>
                  <a:lnTo>
                    <a:pt x="39016" y="81928"/>
                  </a:lnTo>
                  <a:lnTo>
                    <a:pt x="45743" y="79242"/>
                  </a:lnTo>
                  <a:lnTo>
                    <a:pt x="48433" y="80585"/>
                  </a:lnTo>
                  <a:lnTo>
                    <a:pt x="48433" y="84614"/>
                  </a:lnTo>
                  <a:lnTo>
                    <a:pt x="43052" y="87300"/>
                  </a:lnTo>
                  <a:lnTo>
                    <a:pt x="40361" y="94015"/>
                  </a:lnTo>
                  <a:lnTo>
                    <a:pt x="41707" y="98045"/>
                  </a:lnTo>
                  <a:lnTo>
                    <a:pt x="39016" y="100731"/>
                  </a:lnTo>
                  <a:lnTo>
                    <a:pt x="37670" y="104760"/>
                  </a:lnTo>
                  <a:lnTo>
                    <a:pt x="39016" y="108789"/>
                  </a:lnTo>
                  <a:lnTo>
                    <a:pt x="41707" y="106103"/>
                  </a:lnTo>
                  <a:lnTo>
                    <a:pt x="45743" y="106103"/>
                  </a:lnTo>
                  <a:lnTo>
                    <a:pt x="45743" y="110132"/>
                  </a:lnTo>
                  <a:lnTo>
                    <a:pt x="47088" y="110132"/>
                  </a:lnTo>
                  <a:lnTo>
                    <a:pt x="56506" y="104760"/>
                  </a:lnTo>
                  <a:lnTo>
                    <a:pt x="59196" y="100731"/>
                  </a:lnTo>
                  <a:lnTo>
                    <a:pt x="61887" y="100731"/>
                  </a:lnTo>
                  <a:lnTo>
                    <a:pt x="65923" y="96702"/>
                  </a:lnTo>
                  <a:lnTo>
                    <a:pt x="64578" y="91329"/>
                  </a:lnTo>
                  <a:lnTo>
                    <a:pt x="68614" y="89986"/>
                  </a:lnTo>
                  <a:lnTo>
                    <a:pt x="71305" y="85957"/>
                  </a:lnTo>
                  <a:lnTo>
                    <a:pt x="71305" y="80585"/>
                  </a:lnTo>
                  <a:lnTo>
                    <a:pt x="73996" y="77898"/>
                  </a:lnTo>
                  <a:lnTo>
                    <a:pt x="75341" y="79242"/>
                  </a:lnTo>
                  <a:lnTo>
                    <a:pt x="73996" y="84614"/>
                  </a:lnTo>
                  <a:lnTo>
                    <a:pt x="75341" y="87300"/>
                  </a:lnTo>
                  <a:lnTo>
                    <a:pt x="73996" y="94015"/>
                  </a:lnTo>
                  <a:lnTo>
                    <a:pt x="76686" y="98045"/>
                  </a:lnTo>
                  <a:lnTo>
                    <a:pt x="78032" y="98045"/>
                  </a:lnTo>
                  <a:lnTo>
                    <a:pt x="83413" y="92672"/>
                  </a:lnTo>
                  <a:lnTo>
                    <a:pt x="83413" y="87300"/>
                  </a:lnTo>
                  <a:lnTo>
                    <a:pt x="84759" y="85957"/>
                  </a:lnTo>
                  <a:lnTo>
                    <a:pt x="88795" y="84614"/>
                  </a:lnTo>
                  <a:lnTo>
                    <a:pt x="94176" y="76555"/>
                  </a:lnTo>
                  <a:lnTo>
                    <a:pt x="95522" y="71183"/>
                  </a:lnTo>
                  <a:lnTo>
                    <a:pt x="94176" y="65811"/>
                  </a:lnTo>
                  <a:lnTo>
                    <a:pt x="96867" y="61782"/>
                  </a:lnTo>
                  <a:lnTo>
                    <a:pt x="99558" y="67154"/>
                  </a:lnTo>
                  <a:lnTo>
                    <a:pt x="108975" y="61782"/>
                  </a:lnTo>
                  <a:lnTo>
                    <a:pt x="111666" y="55066"/>
                  </a:lnTo>
                  <a:lnTo>
                    <a:pt x="111666" y="49694"/>
                  </a:lnTo>
                  <a:lnTo>
                    <a:pt x="117048" y="49694"/>
                  </a:lnTo>
                  <a:lnTo>
                    <a:pt x="119738" y="47008"/>
                  </a:lnTo>
                  <a:lnTo>
                    <a:pt x="122429" y="49694"/>
                  </a:lnTo>
                  <a:lnTo>
                    <a:pt x="127811" y="45665"/>
                  </a:lnTo>
                  <a:lnTo>
                    <a:pt x="129156" y="47008"/>
                  </a:lnTo>
                  <a:lnTo>
                    <a:pt x="127811" y="56409"/>
                  </a:lnTo>
                  <a:lnTo>
                    <a:pt x="121084" y="63125"/>
                  </a:lnTo>
                  <a:lnTo>
                    <a:pt x="119738" y="68497"/>
                  </a:lnTo>
                  <a:lnTo>
                    <a:pt x="115702" y="72526"/>
                  </a:lnTo>
                  <a:lnTo>
                    <a:pt x="115702" y="75212"/>
                  </a:lnTo>
                  <a:lnTo>
                    <a:pt x="111666" y="77898"/>
                  </a:lnTo>
                  <a:lnTo>
                    <a:pt x="104939" y="87300"/>
                  </a:lnTo>
                  <a:lnTo>
                    <a:pt x="104939" y="89986"/>
                  </a:lnTo>
                  <a:lnTo>
                    <a:pt x="107630" y="94015"/>
                  </a:lnTo>
                  <a:lnTo>
                    <a:pt x="106285" y="99388"/>
                  </a:lnTo>
                  <a:lnTo>
                    <a:pt x="110321" y="100731"/>
                  </a:lnTo>
                  <a:lnTo>
                    <a:pt x="114357" y="102074"/>
                  </a:lnTo>
                  <a:lnTo>
                    <a:pt x="118393" y="99388"/>
                  </a:lnTo>
                  <a:lnTo>
                    <a:pt x="122429" y="96702"/>
                  </a:lnTo>
                  <a:lnTo>
                    <a:pt x="123775" y="92672"/>
                  </a:lnTo>
                  <a:lnTo>
                    <a:pt x="123775" y="87300"/>
                  </a:lnTo>
                  <a:lnTo>
                    <a:pt x="127811" y="84614"/>
                  </a:lnTo>
                  <a:lnTo>
                    <a:pt x="130501" y="79242"/>
                  </a:lnTo>
                  <a:lnTo>
                    <a:pt x="134538" y="79242"/>
                  </a:lnTo>
                  <a:lnTo>
                    <a:pt x="135883" y="77898"/>
                  </a:lnTo>
                  <a:lnTo>
                    <a:pt x="138574" y="80585"/>
                  </a:lnTo>
                  <a:lnTo>
                    <a:pt x="143955" y="80585"/>
                  </a:lnTo>
                  <a:lnTo>
                    <a:pt x="146646" y="77898"/>
                  </a:lnTo>
                  <a:lnTo>
                    <a:pt x="154718" y="77898"/>
                  </a:lnTo>
                  <a:lnTo>
                    <a:pt x="157409" y="73869"/>
                  </a:lnTo>
                  <a:lnTo>
                    <a:pt x="160100" y="64468"/>
                  </a:lnTo>
                  <a:lnTo>
                    <a:pt x="165481" y="56409"/>
                  </a:lnTo>
                  <a:lnTo>
                    <a:pt x="165481" y="52380"/>
                  </a:lnTo>
                  <a:lnTo>
                    <a:pt x="165481" y="49694"/>
                  </a:lnTo>
                  <a:lnTo>
                    <a:pt x="170863" y="55066"/>
                  </a:lnTo>
                  <a:lnTo>
                    <a:pt x="174899" y="56409"/>
                  </a:lnTo>
                  <a:lnTo>
                    <a:pt x="176244" y="53723"/>
                  </a:lnTo>
                  <a:lnTo>
                    <a:pt x="176244" y="51037"/>
                  </a:lnTo>
                  <a:lnTo>
                    <a:pt x="170863" y="42978"/>
                  </a:lnTo>
                  <a:lnTo>
                    <a:pt x="170863" y="40292"/>
                  </a:lnTo>
                  <a:lnTo>
                    <a:pt x="176244" y="34920"/>
                  </a:lnTo>
                  <a:lnTo>
                    <a:pt x="181626" y="34920"/>
                  </a:lnTo>
                  <a:lnTo>
                    <a:pt x="187007" y="32234"/>
                  </a:lnTo>
                  <a:lnTo>
                    <a:pt x="189698" y="33577"/>
                  </a:lnTo>
                  <a:lnTo>
                    <a:pt x="193734" y="33577"/>
                  </a:lnTo>
                  <a:lnTo>
                    <a:pt x="197770" y="26862"/>
                  </a:lnTo>
                  <a:lnTo>
                    <a:pt x="196425" y="22832"/>
                  </a:lnTo>
                  <a:lnTo>
                    <a:pt x="196425" y="13431"/>
                  </a:lnTo>
                  <a:lnTo>
                    <a:pt x="197770" y="10745"/>
                  </a:lnTo>
                  <a:lnTo>
                    <a:pt x="196425" y="8058"/>
                  </a:lnTo>
                  <a:lnTo>
                    <a:pt x="195080" y="1343"/>
                  </a:lnTo>
                  <a:lnTo>
                    <a:pt x="192389" y="0"/>
                  </a:lnTo>
                  <a:lnTo>
                    <a:pt x="188353" y="2686"/>
                  </a:lnTo>
                  <a:lnTo>
                    <a:pt x="182971" y="5372"/>
                  </a:lnTo>
                  <a:lnTo>
                    <a:pt x="182971" y="12088"/>
                  </a:lnTo>
                  <a:lnTo>
                    <a:pt x="181626" y="14774"/>
                  </a:lnTo>
                  <a:lnTo>
                    <a:pt x="182971" y="18803"/>
                  </a:lnTo>
                  <a:lnTo>
                    <a:pt x="178935" y="18803"/>
                  </a:lnTo>
                  <a:lnTo>
                    <a:pt x="176244" y="14774"/>
                  </a:lnTo>
                  <a:lnTo>
                    <a:pt x="174899" y="14774"/>
                  </a:lnTo>
                  <a:lnTo>
                    <a:pt x="174899" y="17460"/>
                  </a:lnTo>
                  <a:lnTo>
                    <a:pt x="172208" y="20146"/>
                  </a:lnTo>
                  <a:lnTo>
                    <a:pt x="169517" y="16117"/>
                  </a:lnTo>
                  <a:lnTo>
                    <a:pt x="169517" y="9402"/>
                  </a:lnTo>
                  <a:lnTo>
                    <a:pt x="164136" y="4029"/>
                  </a:lnTo>
                  <a:lnTo>
                    <a:pt x="161445" y="4029"/>
                  </a:lnTo>
                  <a:lnTo>
                    <a:pt x="160100" y="5372"/>
                  </a:lnTo>
                  <a:lnTo>
                    <a:pt x="154718" y="5372"/>
                  </a:lnTo>
                  <a:lnTo>
                    <a:pt x="147991" y="4029"/>
                  </a:lnTo>
                  <a:lnTo>
                    <a:pt x="145301" y="4029"/>
                  </a:lnTo>
                  <a:lnTo>
                    <a:pt x="134538" y="2686"/>
                  </a:lnTo>
                  <a:lnTo>
                    <a:pt x="127811" y="5372"/>
                  </a:lnTo>
                  <a:lnTo>
                    <a:pt x="126465" y="10745"/>
                  </a:lnTo>
                  <a:lnTo>
                    <a:pt x="123775" y="14774"/>
                  </a:lnTo>
                  <a:lnTo>
                    <a:pt x="122429" y="13431"/>
                  </a:lnTo>
                  <a:lnTo>
                    <a:pt x="119738" y="13431"/>
                  </a:lnTo>
                  <a:lnTo>
                    <a:pt x="106285" y="22832"/>
                  </a:lnTo>
                  <a:lnTo>
                    <a:pt x="103594" y="25518"/>
                  </a:lnTo>
                  <a:lnTo>
                    <a:pt x="98212" y="26862"/>
                  </a:lnTo>
                  <a:lnTo>
                    <a:pt x="91485" y="30891"/>
                  </a:lnTo>
                  <a:lnTo>
                    <a:pt x="87449" y="32234"/>
                  </a:lnTo>
                  <a:lnTo>
                    <a:pt x="83413" y="34920"/>
                  </a:lnTo>
                  <a:lnTo>
                    <a:pt x="83413" y="38949"/>
                  </a:lnTo>
                  <a:lnTo>
                    <a:pt x="73996" y="38949"/>
                  </a:lnTo>
                  <a:lnTo>
                    <a:pt x="71305" y="40292"/>
                  </a:lnTo>
                  <a:lnTo>
                    <a:pt x="67269" y="38949"/>
                  </a:lnTo>
                  <a:lnTo>
                    <a:pt x="64578" y="41635"/>
                  </a:lnTo>
                  <a:lnTo>
                    <a:pt x="60542" y="41635"/>
                  </a:lnTo>
                  <a:lnTo>
                    <a:pt x="52470" y="48351"/>
                  </a:lnTo>
                  <a:lnTo>
                    <a:pt x="45743" y="52380"/>
                  </a:lnTo>
                  <a:lnTo>
                    <a:pt x="40361" y="49694"/>
                  </a:lnTo>
                  <a:lnTo>
                    <a:pt x="34980" y="52380"/>
                  </a:lnTo>
                  <a:lnTo>
                    <a:pt x="24217" y="53723"/>
                  </a:lnTo>
                  <a:lnTo>
                    <a:pt x="18835" y="61782"/>
                  </a:lnTo>
                  <a:lnTo>
                    <a:pt x="14799" y="61782"/>
                  </a:lnTo>
                  <a:lnTo>
                    <a:pt x="6727" y="64468"/>
                  </a:lnTo>
                  <a:lnTo>
                    <a:pt x="4036" y="69840"/>
                  </a:lnTo>
                  <a:lnTo>
                    <a:pt x="9418" y="69840"/>
                  </a:lnTo>
                  <a:lnTo>
                    <a:pt x="12108" y="71183"/>
                  </a:lnTo>
                  <a:lnTo>
                    <a:pt x="6727" y="72526"/>
                  </a:lnTo>
                  <a:lnTo>
                    <a:pt x="6727" y="73869"/>
                  </a:lnTo>
                  <a:lnTo>
                    <a:pt x="9418" y="77898"/>
                  </a:lnTo>
                  <a:lnTo>
                    <a:pt x="8072" y="80585"/>
                  </a:lnTo>
                  <a:lnTo>
                    <a:pt x="0" y="83271"/>
                  </a:lnTo>
                  <a:lnTo>
                    <a:pt x="0" y="85957"/>
                  </a:lnTo>
                  <a:lnTo>
                    <a:pt x="6727" y="87300"/>
                  </a:lnTo>
                  <a:lnTo>
                    <a:pt x="10763" y="87300"/>
                  </a:lnTo>
                  <a:lnTo>
                    <a:pt x="13454" y="81928"/>
                  </a:lnTo>
                  <a:lnTo>
                    <a:pt x="17490" y="80585"/>
                  </a:lnTo>
                  <a:lnTo>
                    <a:pt x="21526" y="83271"/>
                  </a:lnTo>
                  <a:lnTo>
                    <a:pt x="25562" y="89986"/>
                  </a:lnTo>
                  <a:lnTo>
                    <a:pt x="25562" y="953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9" name="Freeform 1018">
              <a:extLst>
                <a:ext uri="{FF2B5EF4-FFF2-40B4-BE49-F238E27FC236}">
                  <a16:creationId xmlns:a16="http://schemas.microsoft.com/office/drawing/2014/main" id="{BD7E10EA-5568-99B9-3D80-680D797DB04A}"/>
                </a:ext>
              </a:extLst>
            </p:cNvPr>
            <p:cNvSpPr/>
            <p:nvPr/>
          </p:nvSpPr>
          <p:spPr>
            <a:xfrm>
              <a:off x="5626367" y="1969754"/>
              <a:ext cx="8072" cy="5372"/>
            </a:xfrm>
            <a:custGeom>
              <a:avLst/>
              <a:gdLst>
                <a:gd name="connsiteX0" fmla="*/ 0 w 8072"/>
                <a:gd name="connsiteY0" fmla="*/ 1343 h 5372"/>
                <a:gd name="connsiteX1" fmla="*/ 1345 w 8072"/>
                <a:gd name="connsiteY1" fmla="*/ 0 h 5372"/>
                <a:gd name="connsiteX2" fmla="*/ 8072 w 8072"/>
                <a:gd name="connsiteY2" fmla="*/ 1343 h 5372"/>
                <a:gd name="connsiteX3" fmla="*/ 8072 w 8072"/>
                <a:gd name="connsiteY3" fmla="*/ 4029 h 5372"/>
                <a:gd name="connsiteX4" fmla="*/ 5382 w 8072"/>
                <a:gd name="connsiteY4" fmla="*/ 5372 h 5372"/>
                <a:gd name="connsiteX5" fmla="*/ 2691 w 8072"/>
                <a:gd name="connsiteY5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5372">
                  <a:moveTo>
                    <a:pt x="0" y="1343"/>
                  </a:moveTo>
                  <a:lnTo>
                    <a:pt x="1345" y="0"/>
                  </a:lnTo>
                  <a:lnTo>
                    <a:pt x="8072" y="1343"/>
                  </a:lnTo>
                  <a:lnTo>
                    <a:pt x="8072" y="4029"/>
                  </a:lnTo>
                  <a:lnTo>
                    <a:pt x="5382" y="5372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0" name="Freeform 1019">
              <a:extLst>
                <a:ext uri="{FF2B5EF4-FFF2-40B4-BE49-F238E27FC236}">
                  <a16:creationId xmlns:a16="http://schemas.microsoft.com/office/drawing/2014/main" id="{8BF682D2-4D18-C039-BE89-B7C68C8D5115}"/>
                </a:ext>
              </a:extLst>
            </p:cNvPr>
            <p:cNvSpPr/>
            <p:nvPr/>
          </p:nvSpPr>
          <p:spPr>
            <a:xfrm>
              <a:off x="5540263" y="1847534"/>
              <a:ext cx="60541" cy="68496"/>
            </a:xfrm>
            <a:custGeom>
              <a:avLst/>
              <a:gdLst>
                <a:gd name="connsiteX0" fmla="*/ 28253 w 60541"/>
                <a:gd name="connsiteY0" fmla="*/ 10745 h 68496"/>
                <a:gd name="connsiteX1" fmla="*/ 24217 w 60541"/>
                <a:gd name="connsiteY1" fmla="*/ 6715 h 68496"/>
                <a:gd name="connsiteX2" fmla="*/ 20181 w 60541"/>
                <a:gd name="connsiteY2" fmla="*/ 6715 h 68496"/>
                <a:gd name="connsiteX3" fmla="*/ 18835 w 60541"/>
                <a:gd name="connsiteY3" fmla="*/ 9402 h 68496"/>
                <a:gd name="connsiteX4" fmla="*/ 22871 w 60541"/>
                <a:gd name="connsiteY4" fmla="*/ 9402 h 68496"/>
                <a:gd name="connsiteX5" fmla="*/ 24217 w 60541"/>
                <a:gd name="connsiteY5" fmla="*/ 12088 h 68496"/>
                <a:gd name="connsiteX6" fmla="*/ 24217 w 60541"/>
                <a:gd name="connsiteY6" fmla="*/ 13431 h 68496"/>
                <a:gd name="connsiteX7" fmla="*/ 17490 w 60541"/>
                <a:gd name="connsiteY7" fmla="*/ 14774 h 68496"/>
                <a:gd name="connsiteX8" fmla="*/ 14799 w 60541"/>
                <a:gd name="connsiteY8" fmla="*/ 16117 h 68496"/>
                <a:gd name="connsiteX9" fmla="*/ 17490 w 60541"/>
                <a:gd name="connsiteY9" fmla="*/ 21489 h 68496"/>
                <a:gd name="connsiteX10" fmla="*/ 18835 w 60541"/>
                <a:gd name="connsiteY10" fmla="*/ 21489 h 68496"/>
                <a:gd name="connsiteX11" fmla="*/ 18835 w 60541"/>
                <a:gd name="connsiteY11" fmla="*/ 22832 h 68496"/>
                <a:gd name="connsiteX12" fmla="*/ 13454 w 60541"/>
                <a:gd name="connsiteY12" fmla="*/ 21489 h 68496"/>
                <a:gd name="connsiteX13" fmla="*/ 6727 w 60541"/>
                <a:gd name="connsiteY13" fmla="*/ 22832 h 68496"/>
                <a:gd name="connsiteX14" fmla="*/ 2691 w 60541"/>
                <a:gd name="connsiteY14" fmla="*/ 26862 h 68496"/>
                <a:gd name="connsiteX15" fmla="*/ 1345 w 60541"/>
                <a:gd name="connsiteY15" fmla="*/ 32234 h 68496"/>
                <a:gd name="connsiteX16" fmla="*/ 0 w 60541"/>
                <a:gd name="connsiteY16" fmla="*/ 33577 h 68496"/>
                <a:gd name="connsiteX17" fmla="*/ 0 w 60541"/>
                <a:gd name="connsiteY17" fmla="*/ 34920 h 68496"/>
                <a:gd name="connsiteX18" fmla="*/ 2691 w 60541"/>
                <a:gd name="connsiteY18" fmla="*/ 34920 h 68496"/>
                <a:gd name="connsiteX19" fmla="*/ 1345 w 60541"/>
                <a:gd name="connsiteY19" fmla="*/ 37606 h 68496"/>
                <a:gd name="connsiteX20" fmla="*/ 1345 w 60541"/>
                <a:gd name="connsiteY20" fmla="*/ 41635 h 68496"/>
                <a:gd name="connsiteX21" fmla="*/ 2691 w 60541"/>
                <a:gd name="connsiteY21" fmla="*/ 41635 h 68496"/>
                <a:gd name="connsiteX22" fmla="*/ 5381 w 60541"/>
                <a:gd name="connsiteY22" fmla="*/ 37606 h 68496"/>
                <a:gd name="connsiteX23" fmla="*/ 6727 w 60541"/>
                <a:gd name="connsiteY23" fmla="*/ 37606 h 68496"/>
                <a:gd name="connsiteX24" fmla="*/ 5381 w 60541"/>
                <a:gd name="connsiteY24" fmla="*/ 42978 h 68496"/>
                <a:gd name="connsiteX25" fmla="*/ 5381 w 60541"/>
                <a:gd name="connsiteY25" fmla="*/ 45665 h 68496"/>
                <a:gd name="connsiteX26" fmla="*/ 9418 w 60541"/>
                <a:gd name="connsiteY26" fmla="*/ 48351 h 68496"/>
                <a:gd name="connsiteX27" fmla="*/ 12108 w 60541"/>
                <a:gd name="connsiteY27" fmla="*/ 47008 h 68496"/>
                <a:gd name="connsiteX28" fmla="*/ 13454 w 60541"/>
                <a:gd name="connsiteY28" fmla="*/ 48351 h 68496"/>
                <a:gd name="connsiteX29" fmla="*/ 13454 w 60541"/>
                <a:gd name="connsiteY29" fmla="*/ 52380 h 68496"/>
                <a:gd name="connsiteX30" fmla="*/ 14799 w 60541"/>
                <a:gd name="connsiteY30" fmla="*/ 52380 h 68496"/>
                <a:gd name="connsiteX31" fmla="*/ 17490 w 60541"/>
                <a:gd name="connsiteY31" fmla="*/ 49694 h 68496"/>
                <a:gd name="connsiteX32" fmla="*/ 20181 w 60541"/>
                <a:gd name="connsiteY32" fmla="*/ 51037 h 68496"/>
                <a:gd name="connsiteX33" fmla="*/ 20181 w 60541"/>
                <a:gd name="connsiteY33" fmla="*/ 57752 h 68496"/>
                <a:gd name="connsiteX34" fmla="*/ 21526 w 60541"/>
                <a:gd name="connsiteY34" fmla="*/ 60438 h 68496"/>
                <a:gd name="connsiteX35" fmla="*/ 25562 w 60541"/>
                <a:gd name="connsiteY35" fmla="*/ 59095 h 68496"/>
                <a:gd name="connsiteX36" fmla="*/ 26908 w 60541"/>
                <a:gd name="connsiteY36" fmla="*/ 63125 h 68496"/>
                <a:gd name="connsiteX37" fmla="*/ 32289 w 60541"/>
                <a:gd name="connsiteY37" fmla="*/ 63125 h 68496"/>
                <a:gd name="connsiteX38" fmla="*/ 37671 w 60541"/>
                <a:gd name="connsiteY38" fmla="*/ 67154 h 68496"/>
                <a:gd name="connsiteX39" fmla="*/ 43052 w 60541"/>
                <a:gd name="connsiteY39" fmla="*/ 67154 h 68496"/>
                <a:gd name="connsiteX40" fmla="*/ 44397 w 60541"/>
                <a:gd name="connsiteY40" fmla="*/ 68497 h 68496"/>
                <a:gd name="connsiteX41" fmla="*/ 45743 w 60541"/>
                <a:gd name="connsiteY41" fmla="*/ 67154 h 68496"/>
                <a:gd name="connsiteX42" fmla="*/ 44397 w 60541"/>
                <a:gd name="connsiteY42" fmla="*/ 63125 h 68496"/>
                <a:gd name="connsiteX43" fmla="*/ 48433 w 60541"/>
                <a:gd name="connsiteY43" fmla="*/ 61782 h 68496"/>
                <a:gd name="connsiteX44" fmla="*/ 51124 w 60541"/>
                <a:gd name="connsiteY44" fmla="*/ 55066 h 68496"/>
                <a:gd name="connsiteX45" fmla="*/ 49779 w 60541"/>
                <a:gd name="connsiteY45" fmla="*/ 49694 h 68496"/>
                <a:gd name="connsiteX46" fmla="*/ 53815 w 60541"/>
                <a:gd name="connsiteY46" fmla="*/ 42978 h 68496"/>
                <a:gd name="connsiteX47" fmla="*/ 56506 w 60541"/>
                <a:gd name="connsiteY47" fmla="*/ 41635 h 68496"/>
                <a:gd name="connsiteX48" fmla="*/ 57851 w 60541"/>
                <a:gd name="connsiteY48" fmla="*/ 32234 h 68496"/>
                <a:gd name="connsiteX49" fmla="*/ 59196 w 60541"/>
                <a:gd name="connsiteY49" fmla="*/ 25518 h 68496"/>
                <a:gd name="connsiteX50" fmla="*/ 60542 w 60541"/>
                <a:gd name="connsiteY50" fmla="*/ 24175 h 68496"/>
                <a:gd name="connsiteX51" fmla="*/ 59196 w 60541"/>
                <a:gd name="connsiteY51" fmla="*/ 18803 h 68496"/>
                <a:gd name="connsiteX52" fmla="*/ 55160 w 60541"/>
                <a:gd name="connsiteY52" fmla="*/ 16117 h 68496"/>
                <a:gd name="connsiteX53" fmla="*/ 55160 w 60541"/>
                <a:gd name="connsiteY53" fmla="*/ 10745 h 68496"/>
                <a:gd name="connsiteX54" fmla="*/ 52470 w 60541"/>
                <a:gd name="connsiteY54" fmla="*/ 8058 h 68496"/>
                <a:gd name="connsiteX55" fmla="*/ 51124 w 60541"/>
                <a:gd name="connsiteY55" fmla="*/ 4029 h 68496"/>
                <a:gd name="connsiteX56" fmla="*/ 44397 w 60541"/>
                <a:gd name="connsiteY56" fmla="*/ 0 h 68496"/>
                <a:gd name="connsiteX57" fmla="*/ 39016 w 60541"/>
                <a:gd name="connsiteY57" fmla="*/ 2686 h 68496"/>
                <a:gd name="connsiteX58" fmla="*/ 34980 w 60541"/>
                <a:gd name="connsiteY58" fmla="*/ 1343 h 68496"/>
                <a:gd name="connsiteX59" fmla="*/ 28253 w 60541"/>
                <a:gd name="connsiteY59" fmla="*/ 1343 h 68496"/>
                <a:gd name="connsiteX60" fmla="*/ 26908 w 60541"/>
                <a:gd name="connsiteY60" fmla="*/ 4029 h 68496"/>
                <a:gd name="connsiteX61" fmla="*/ 30944 w 60541"/>
                <a:gd name="connsiteY61" fmla="*/ 8058 h 68496"/>
                <a:gd name="connsiteX62" fmla="*/ 30944 w 60541"/>
                <a:gd name="connsiteY62" fmla="*/ 10745 h 6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541" h="68496">
                  <a:moveTo>
                    <a:pt x="28253" y="10745"/>
                  </a:moveTo>
                  <a:lnTo>
                    <a:pt x="24217" y="6715"/>
                  </a:lnTo>
                  <a:lnTo>
                    <a:pt x="20181" y="6715"/>
                  </a:lnTo>
                  <a:lnTo>
                    <a:pt x="18835" y="9402"/>
                  </a:lnTo>
                  <a:lnTo>
                    <a:pt x="22871" y="9402"/>
                  </a:lnTo>
                  <a:lnTo>
                    <a:pt x="24217" y="12088"/>
                  </a:lnTo>
                  <a:lnTo>
                    <a:pt x="24217" y="13431"/>
                  </a:lnTo>
                  <a:lnTo>
                    <a:pt x="17490" y="14774"/>
                  </a:lnTo>
                  <a:lnTo>
                    <a:pt x="14799" y="16117"/>
                  </a:lnTo>
                  <a:lnTo>
                    <a:pt x="17490" y="21489"/>
                  </a:lnTo>
                  <a:lnTo>
                    <a:pt x="18835" y="21489"/>
                  </a:lnTo>
                  <a:lnTo>
                    <a:pt x="18835" y="22832"/>
                  </a:lnTo>
                  <a:lnTo>
                    <a:pt x="13454" y="21489"/>
                  </a:lnTo>
                  <a:lnTo>
                    <a:pt x="6727" y="22832"/>
                  </a:lnTo>
                  <a:lnTo>
                    <a:pt x="2691" y="26862"/>
                  </a:lnTo>
                  <a:lnTo>
                    <a:pt x="1345" y="32234"/>
                  </a:lnTo>
                  <a:lnTo>
                    <a:pt x="0" y="33577"/>
                  </a:lnTo>
                  <a:lnTo>
                    <a:pt x="0" y="34920"/>
                  </a:lnTo>
                  <a:lnTo>
                    <a:pt x="2691" y="34920"/>
                  </a:lnTo>
                  <a:lnTo>
                    <a:pt x="1345" y="37606"/>
                  </a:lnTo>
                  <a:lnTo>
                    <a:pt x="1345" y="41635"/>
                  </a:lnTo>
                  <a:lnTo>
                    <a:pt x="2691" y="41635"/>
                  </a:lnTo>
                  <a:lnTo>
                    <a:pt x="5381" y="37606"/>
                  </a:lnTo>
                  <a:lnTo>
                    <a:pt x="6727" y="37606"/>
                  </a:lnTo>
                  <a:lnTo>
                    <a:pt x="5381" y="42978"/>
                  </a:lnTo>
                  <a:lnTo>
                    <a:pt x="5381" y="45665"/>
                  </a:lnTo>
                  <a:lnTo>
                    <a:pt x="9418" y="48351"/>
                  </a:lnTo>
                  <a:lnTo>
                    <a:pt x="12108" y="47008"/>
                  </a:lnTo>
                  <a:lnTo>
                    <a:pt x="13454" y="48351"/>
                  </a:lnTo>
                  <a:lnTo>
                    <a:pt x="13454" y="52380"/>
                  </a:lnTo>
                  <a:lnTo>
                    <a:pt x="14799" y="52380"/>
                  </a:lnTo>
                  <a:lnTo>
                    <a:pt x="17490" y="49694"/>
                  </a:lnTo>
                  <a:lnTo>
                    <a:pt x="20181" y="51037"/>
                  </a:lnTo>
                  <a:lnTo>
                    <a:pt x="20181" y="57752"/>
                  </a:lnTo>
                  <a:lnTo>
                    <a:pt x="21526" y="60438"/>
                  </a:lnTo>
                  <a:lnTo>
                    <a:pt x="25562" y="59095"/>
                  </a:lnTo>
                  <a:lnTo>
                    <a:pt x="26908" y="63125"/>
                  </a:lnTo>
                  <a:lnTo>
                    <a:pt x="32289" y="63125"/>
                  </a:lnTo>
                  <a:lnTo>
                    <a:pt x="37671" y="67154"/>
                  </a:lnTo>
                  <a:lnTo>
                    <a:pt x="43052" y="67154"/>
                  </a:lnTo>
                  <a:lnTo>
                    <a:pt x="44397" y="68497"/>
                  </a:lnTo>
                  <a:lnTo>
                    <a:pt x="45743" y="67154"/>
                  </a:lnTo>
                  <a:lnTo>
                    <a:pt x="44397" y="63125"/>
                  </a:lnTo>
                  <a:lnTo>
                    <a:pt x="48433" y="61782"/>
                  </a:lnTo>
                  <a:lnTo>
                    <a:pt x="51124" y="55066"/>
                  </a:lnTo>
                  <a:lnTo>
                    <a:pt x="49779" y="49694"/>
                  </a:lnTo>
                  <a:lnTo>
                    <a:pt x="53815" y="42978"/>
                  </a:lnTo>
                  <a:lnTo>
                    <a:pt x="56506" y="41635"/>
                  </a:lnTo>
                  <a:lnTo>
                    <a:pt x="57851" y="32234"/>
                  </a:lnTo>
                  <a:lnTo>
                    <a:pt x="59196" y="25518"/>
                  </a:lnTo>
                  <a:lnTo>
                    <a:pt x="60542" y="24175"/>
                  </a:lnTo>
                  <a:lnTo>
                    <a:pt x="59196" y="18803"/>
                  </a:lnTo>
                  <a:lnTo>
                    <a:pt x="55160" y="16117"/>
                  </a:lnTo>
                  <a:lnTo>
                    <a:pt x="55160" y="10745"/>
                  </a:lnTo>
                  <a:lnTo>
                    <a:pt x="52470" y="8058"/>
                  </a:lnTo>
                  <a:lnTo>
                    <a:pt x="51124" y="4029"/>
                  </a:lnTo>
                  <a:lnTo>
                    <a:pt x="44397" y="0"/>
                  </a:lnTo>
                  <a:lnTo>
                    <a:pt x="39016" y="2686"/>
                  </a:lnTo>
                  <a:lnTo>
                    <a:pt x="34980" y="1343"/>
                  </a:lnTo>
                  <a:lnTo>
                    <a:pt x="28253" y="1343"/>
                  </a:lnTo>
                  <a:lnTo>
                    <a:pt x="26908" y="4029"/>
                  </a:lnTo>
                  <a:lnTo>
                    <a:pt x="30944" y="8058"/>
                  </a:lnTo>
                  <a:lnTo>
                    <a:pt x="30944" y="1074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1" name="Freeform 1020">
              <a:extLst>
                <a:ext uri="{FF2B5EF4-FFF2-40B4-BE49-F238E27FC236}">
                  <a16:creationId xmlns:a16="http://schemas.microsoft.com/office/drawing/2014/main" id="{DB2645B3-5240-F415-3169-03655010CABB}"/>
                </a:ext>
              </a:extLst>
            </p:cNvPr>
            <p:cNvSpPr/>
            <p:nvPr/>
          </p:nvSpPr>
          <p:spPr>
            <a:xfrm>
              <a:off x="5599460" y="1811271"/>
              <a:ext cx="5381" cy="5372"/>
            </a:xfrm>
            <a:custGeom>
              <a:avLst/>
              <a:gdLst>
                <a:gd name="connsiteX0" fmla="*/ 2691 w 5381"/>
                <a:gd name="connsiteY0" fmla="*/ 5372 h 5372"/>
                <a:gd name="connsiteX1" fmla="*/ 0 w 5381"/>
                <a:gd name="connsiteY1" fmla="*/ 2686 h 5372"/>
                <a:gd name="connsiteX2" fmla="*/ 1345 w 5381"/>
                <a:gd name="connsiteY2" fmla="*/ 0 h 5372"/>
                <a:gd name="connsiteX3" fmla="*/ 5382 w 5381"/>
                <a:gd name="connsiteY3" fmla="*/ 0 h 5372"/>
                <a:gd name="connsiteX4" fmla="*/ 2691 w 5381"/>
                <a:gd name="connsiteY4" fmla="*/ 5372 h 5372"/>
                <a:gd name="connsiteX5" fmla="*/ 2691 w 5381"/>
                <a:gd name="connsiteY5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5372">
                  <a:moveTo>
                    <a:pt x="2691" y="5372"/>
                  </a:moveTo>
                  <a:lnTo>
                    <a:pt x="0" y="2686"/>
                  </a:lnTo>
                  <a:lnTo>
                    <a:pt x="1345" y="0"/>
                  </a:lnTo>
                  <a:lnTo>
                    <a:pt x="5382" y="0"/>
                  </a:lnTo>
                  <a:cubicBezTo>
                    <a:pt x="4036" y="1343"/>
                    <a:pt x="2691" y="5372"/>
                    <a:pt x="2691" y="5372"/>
                  </a:cubicBez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2" name="Freeform 1021">
              <a:extLst>
                <a:ext uri="{FF2B5EF4-FFF2-40B4-BE49-F238E27FC236}">
                  <a16:creationId xmlns:a16="http://schemas.microsoft.com/office/drawing/2014/main" id="{AC724B2F-0B73-457A-8ACA-203C4BD1884A}"/>
                </a:ext>
              </a:extLst>
            </p:cNvPr>
            <p:cNvSpPr/>
            <p:nvPr/>
          </p:nvSpPr>
          <p:spPr>
            <a:xfrm>
              <a:off x="5592733" y="1826045"/>
              <a:ext cx="9417" cy="17459"/>
            </a:xfrm>
            <a:custGeom>
              <a:avLst/>
              <a:gdLst>
                <a:gd name="connsiteX0" fmla="*/ 2691 w 9417"/>
                <a:gd name="connsiteY0" fmla="*/ 17460 h 17459"/>
                <a:gd name="connsiteX1" fmla="*/ 1345 w 9417"/>
                <a:gd name="connsiteY1" fmla="*/ 13431 h 17459"/>
                <a:gd name="connsiteX2" fmla="*/ 0 w 9417"/>
                <a:gd name="connsiteY2" fmla="*/ 12088 h 17459"/>
                <a:gd name="connsiteX3" fmla="*/ 0 w 9417"/>
                <a:gd name="connsiteY3" fmla="*/ 9402 h 17459"/>
                <a:gd name="connsiteX4" fmla="*/ 1345 w 9417"/>
                <a:gd name="connsiteY4" fmla="*/ 8058 h 17459"/>
                <a:gd name="connsiteX5" fmla="*/ 1345 w 9417"/>
                <a:gd name="connsiteY5" fmla="*/ 2686 h 17459"/>
                <a:gd name="connsiteX6" fmla="*/ 2691 w 9417"/>
                <a:gd name="connsiteY6" fmla="*/ 0 h 17459"/>
                <a:gd name="connsiteX7" fmla="*/ 9418 w 9417"/>
                <a:gd name="connsiteY7" fmla="*/ 0 h 17459"/>
                <a:gd name="connsiteX8" fmla="*/ 6727 w 9417"/>
                <a:gd name="connsiteY8" fmla="*/ 10745 h 17459"/>
                <a:gd name="connsiteX9" fmla="*/ 4036 w 9417"/>
                <a:gd name="connsiteY9" fmla="*/ 16117 h 17459"/>
                <a:gd name="connsiteX10" fmla="*/ 2691 w 9417"/>
                <a:gd name="connsiteY10" fmla="*/ 17460 h 17459"/>
                <a:gd name="connsiteX11" fmla="*/ 2691 w 9417"/>
                <a:gd name="connsiteY11" fmla="*/ 17460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17" h="17459">
                  <a:moveTo>
                    <a:pt x="2691" y="17460"/>
                  </a:moveTo>
                  <a:lnTo>
                    <a:pt x="1345" y="13431"/>
                  </a:lnTo>
                  <a:lnTo>
                    <a:pt x="0" y="12088"/>
                  </a:lnTo>
                  <a:lnTo>
                    <a:pt x="0" y="9402"/>
                  </a:lnTo>
                  <a:lnTo>
                    <a:pt x="1345" y="8058"/>
                  </a:lnTo>
                  <a:lnTo>
                    <a:pt x="1345" y="2686"/>
                  </a:lnTo>
                  <a:lnTo>
                    <a:pt x="2691" y="0"/>
                  </a:lnTo>
                  <a:lnTo>
                    <a:pt x="9418" y="0"/>
                  </a:lnTo>
                  <a:lnTo>
                    <a:pt x="6727" y="10745"/>
                  </a:lnTo>
                  <a:lnTo>
                    <a:pt x="4036" y="16117"/>
                  </a:lnTo>
                  <a:cubicBezTo>
                    <a:pt x="5382" y="16117"/>
                    <a:pt x="2691" y="17460"/>
                    <a:pt x="2691" y="17460"/>
                  </a:cubicBezTo>
                  <a:lnTo>
                    <a:pt x="2691" y="1746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3" name="Freeform 1022">
              <a:extLst>
                <a:ext uri="{FF2B5EF4-FFF2-40B4-BE49-F238E27FC236}">
                  <a16:creationId xmlns:a16="http://schemas.microsoft.com/office/drawing/2014/main" id="{A3F192B5-0EAA-2CE6-9563-12965A051130}"/>
                </a:ext>
              </a:extLst>
            </p:cNvPr>
            <p:cNvSpPr/>
            <p:nvPr/>
          </p:nvSpPr>
          <p:spPr>
            <a:xfrm>
              <a:off x="5557753" y="1826045"/>
              <a:ext cx="8072" cy="6715"/>
            </a:xfrm>
            <a:custGeom>
              <a:avLst/>
              <a:gdLst>
                <a:gd name="connsiteX0" fmla="*/ 2691 w 8072"/>
                <a:gd name="connsiteY0" fmla="*/ 6715 h 6715"/>
                <a:gd name="connsiteX1" fmla="*/ 0 w 8072"/>
                <a:gd name="connsiteY1" fmla="*/ 4029 h 6715"/>
                <a:gd name="connsiteX2" fmla="*/ 2691 w 8072"/>
                <a:gd name="connsiteY2" fmla="*/ 1343 h 6715"/>
                <a:gd name="connsiteX3" fmla="*/ 8072 w 8072"/>
                <a:gd name="connsiteY3" fmla="*/ 0 h 6715"/>
                <a:gd name="connsiteX4" fmla="*/ 8072 w 8072"/>
                <a:gd name="connsiteY4" fmla="*/ 1343 h 6715"/>
                <a:gd name="connsiteX5" fmla="*/ 6727 w 8072"/>
                <a:gd name="connsiteY5" fmla="*/ 2686 h 6715"/>
                <a:gd name="connsiteX6" fmla="*/ 5381 w 8072"/>
                <a:gd name="connsiteY6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6715">
                  <a:moveTo>
                    <a:pt x="2691" y="6715"/>
                  </a:moveTo>
                  <a:lnTo>
                    <a:pt x="0" y="4029"/>
                  </a:lnTo>
                  <a:lnTo>
                    <a:pt x="2691" y="1343"/>
                  </a:lnTo>
                  <a:lnTo>
                    <a:pt x="8072" y="0"/>
                  </a:lnTo>
                  <a:lnTo>
                    <a:pt x="8072" y="1343"/>
                  </a:lnTo>
                  <a:lnTo>
                    <a:pt x="6727" y="2686"/>
                  </a:lnTo>
                  <a:lnTo>
                    <a:pt x="538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42A62318-CE83-E70B-AC0F-FB8FEC26B0D9}"/>
                </a:ext>
              </a:extLst>
            </p:cNvPr>
            <p:cNvSpPr/>
            <p:nvPr/>
          </p:nvSpPr>
          <p:spPr>
            <a:xfrm>
              <a:off x="5549681" y="1834103"/>
              <a:ext cx="5381" cy="4029"/>
            </a:xfrm>
            <a:custGeom>
              <a:avLst/>
              <a:gdLst>
                <a:gd name="connsiteX0" fmla="*/ 1345 w 5381"/>
                <a:gd name="connsiteY0" fmla="*/ 4029 h 4029"/>
                <a:gd name="connsiteX1" fmla="*/ 0 w 5381"/>
                <a:gd name="connsiteY1" fmla="*/ 2686 h 4029"/>
                <a:gd name="connsiteX2" fmla="*/ 2691 w 5381"/>
                <a:gd name="connsiteY2" fmla="*/ 0 h 4029"/>
                <a:gd name="connsiteX3" fmla="*/ 5381 w 5381"/>
                <a:gd name="connsiteY3" fmla="*/ 0 h 4029"/>
                <a:gd name="connsiteX4" fmla="*/ 2691 w 5381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4029">
                  <a:moveTo>
                    <a:pt x="1345" y="4029"/>
                  </a:moveTo>
                  <a:lnTo>
                    <a:pt x="0" y="2686"/>
                  </a:lnTo>
                  <a:lnTo>
                    <a:pt x="2691" y="0"/>
                  </a:lnTo>
                  <a:lnTo>
                    <a:pt x="5381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B26F23BA-763E-7EFE-6894-5C4DB9BAFF9F}"/>
                </a:ext>
              </a:extLst>
            </p:cNvPr>
            <p:cNvSpPr/>
            <p:nvPr/>
          </p:nvSpPr>
          <p:spPr>
            <a:xfrm>
              <a:off x="5557753" y="1840819"/>
              <a:ext cx="6726" cy="9401"/>
            </a:xfrm>
            <a:custGeom>
              <a:avLst/>
              <a:gdLst>
                <a:gd name="connsiteX0" fmla="*/ 0 w 6726"/>
                <a:gd name="connsiteY0" fmla="*/ 9402 h 9401"/>
                <a:gd name="connsiteX1" fmla="*/ 1345 w 6726"/>
                <a:gd name="connsiteY1" fmla="*/ 5372 h 9401"/>
                <a:gd name="connsiteX2" fmla="*/ 0 w 6726"/>
                <a:gd name="connsiteY2" fmla="*/ 4029 h 9401"/>
                <a:gd name="connsiteX3" fmla="*/ 0 w 6726"/>
                <a:gd name="connsiteY3" fmla="*/ 0 h 9401"/>
                <a:gd name="connsiteX4" fmla="*/ 2691 w 6726"/>
                <a:gd name="connsiteY4" fmla="*/ 0 h 9401"/>
                <a:gd name="connsiteX5" fmla="*/ 4036 w 6726"/>
                <a:gd name="connsiteY5" fmla="*/ 1343 h 9401"/>
                <a:gd name="connsiteX6" fmla="*/ 6727 w 6726"/>
                <a:gd name="connsiteY6" fmla="*/ 5372 h 9401"/>
                <a:gd name="connsiteX7" fmla="*/ 2691 w 6726"/>
                <a:gd name="connsiteY7" fmla="*/ 940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9401">
                  <a:moveTo>
                    <a:pt x="0" y="9402"/>
                  </a:moveTo>
                  <a:lnTo>
                    <a:pt x="1345" y="5372"/>
                  </a:lnTo>
                  <a:lnTo>
                    <a:pt x="0" y="4029"/>
                  </a:lnTo>
                  <a:lnTo>
                    <a:pt x="0" y="0"/>
                  </a:lnTo>
                  <a:lnTo>
                    <a:pt x="2691" y="0"/>
                  </a:lnTo>
                  <a:lnTo>
                    <a:pt x="4036" y="1343"/>
                  </a:lnTo>
                  <a:lnTo>
                    <a:pt x="6727" y="5372"/>
                  </a:lnTo>
                  <a:lnTo>
                    <a:pt x="2691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6" name="Freeform 1025">
              <a:extLst>
                <a:ext uri="{FF2B5EF4-FFF2-40B4-BE49-F238E27FC236}">
                  <a16:creationId xmlns:a16="http://schemas.microsoft.com/office/drawing/2014/main" id="{A0DFC7C8-11F5-185F-67E3-BE8F0ECB9B58}"/>
                </a:ext>
              </a:extLst>
            </p:cNvPr>
            <p:cNvSpPr/>
            <p:nvPr/>
          </p:nvSpPr>
          <p:spPr>
            <a:xfrm>
              <a:off x="5544299" y="1842162"/>
              <a:ext cx="10762" cy="12087"/>
            </a:xfrm>
            <a:custGeom>
              <a:avLst/>
              <a:gdLst>
                <a:gd name="connsiteX0" fmla="*/ 4036 w 10762"/>
                <a:gd name="connsiteY0" fmla="*/ 12088 h 12087"/>
                <a:gd name="connsiteX1" fmla="*/ 0 w 10762"/>
                <a:gd name="connsiteY1" fmla="*/ 10745 h 12087"/>
                <a:gd name="connsiteX2" fmla="*/ 0 w 10762"/>
                <a:gd name="connsiteY2" fmla="*/ 4029 h 12087"/>
                <a:gd name="connsiteX3" fmla="*/ 1345 w 10762"/>
                <a:gd name="connsiteY3" fmla="*/ 2686 h 12087"/>
                <a:gd name="connsiteX4" fmla="*/ 4036 w 10762"/>
                <a:gd name="connsiteY4" fmla="*/ 1343 h 12087"/>
                <a:gd name="connsiteX5" fmla="*/ 6727 w 10762"/>
                <a:gd name="connsiteY5" fmla="*/ 0 h 12087"/>
                <a:gd name="connsiteX6" fmla="*/ 9418 w 10762"/>
                <a:gd name="connsiteY6" fmla="*/ 1343 h 12087"/>
                <a:gd name="connsiteX7" fmla="*/ 10763 w 10762"/>
                <a:gd name="connsiteY7" fmla="*/ 4029 h 12087"/>
                <a:gd name="connsiteX8" fmla="*/ 9418 w 10762"/>
                <a:gd name="connsiteY8" fmla="*/ 5372 h 12087"/>
                <a:gd name="connsiteX9" fmla="*/ 9418 w 10762"/>
                <a:gd name="connsiteY9" fmla="*/ 9401 h 12087"/>
                <a:gd name="connsiteX10" fmla="*/ 6727 w 10762"/>
                <a:gd name="connsiteY10" fmla="*/ 9401 h 12087"/>
                <a:gd name="connsiteX11" fmla="*/ 5381 w 10762"/>
                <a:gd name="connsiteY11" fmla="*/ 1208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2" h="12087">
                  <a:moveTo>
                    <a:pt x="4036" y="12088"/>
                  </a:moveTo>
                  <a:lnTo>
                    <a:pt x="0" y="10745"/>
                  </a:lnTo>
                  <a:lnTo>
                    <a:pt x="0" y="4029"/>
                  </a:lnTo>
                  <a:lnTo>
                    <a:pt x="1345" y="2686"/>
                  </a:lnTo>
                  <a:lnTo>
                    <a:pt x="4036" y="1343"/>
                  </a:lnTo>
                  <a:lnTo>
                    <a:pt x="6727" y="0"/>
                  </a:lnTo>
                  <a:lnTo>
                    <a:pt x="9418" y="1343"/>
                  </a:lnTo>
                  <a:lnTo>
                    <a:pt x="10763" y="4029"/>
                  </a:lnTo>
                  <a:lnTo>
                    <a:pt x="9418" y="5372"/>
                  </a:lnTo>
                  <a:lnTo>
                    <a:pt x="9418" y="9401"/>
                  </a:lnTo>
                  <a:lnTo>
                    <a:pt x="6727" y="9401"/>
                  </a:lnTo>
                  <a:lnTo>
                    <a:pt x="5381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7" name="Freeform 1026">
              <a:extLst>
                <a:ext uri="{FF2B5EF4-FFF2-40B4-BE49-F238E27FC236}">
                  <a16:creationId xmlns:a16="http://schemas.microsoft.com/office/drawing/2014/main" id="{5075C9B8-AA0F-B730-755E-00F33839C907}"/>
                </a:ext>
              </a:extLst>
            </p:cNvPr>
            <p:cNvSpPr/>
            <p:nvPr/>
          </p:nvSpPr>
          <p:spPr>
            <a:xfrm>
              <a:off x="5533536" y="1852907"/>
              <a:ext cx="2690" cy="4029"/>
            </a:xfrm>
            <a:custGeom>
              <a:avLst/>
              <a:gdLst>
                <a:gd name="connsiteX0" fmla="*/ 0 w 2690"/>
                <a:gd name="connsiteY0" fmla="*/ 4029 h 4029"/>
                <a:gd name="connsiteX1" fmla="*/ 0 w 2690"/>
                <a:gd name="connsiteY1" fmla="*/ 0 h 4029"/>
                <a:gd name="connsiteX2" fmla="*/ 2691 w 2690"/>
                <a:gd name="connsiteY2" fmla="*/ 0 h 4029"/>
                <a:gd name="connsiteX3" fmla="*/ 2691 w 2690"/>
                <a:gd name="connsiteY3" fmla="*/ 1343 h 4029"/>
                <a:gd name="connsiteX4" fmla="*/ 2691 w 2690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4029">
                  <a:moveTo>
                    <a:pt x="0" y="4029"/>
                  </a:moveTo>
                  <a:lnTo>
                    <a:pt x="0" y="0"/>
                  </a:lnTo>
                  <a:lnTo>
                    <a:pt x="2691" y="0"/>
                  </a:lnTo>
                  <a:lnTo>
                    <a:pt x="2691" y="1343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8" name="Freeform 1027">
              <a:extLst>
                <a:ext uri="{FF2B5EF4-FFF2-40B4-BE49-F238E27FC236}">
                  <a16:creationId xmlns:a16="http://schemas.microsoft.com/office/drawing/2014/main" id="{327773F1-725B-8DE3-0661-70A20CEB81D7}"/>
                </a:ext>
              </a:extLst>
            </p:cNvPr>
            <p:cNvSpPr/>
            <p:nvPr/>
          </p:nvSpPr>
          <p:spPr>
            <a:xfrm>
              <a:off x="5452814" y="1744117"/>
              <a:ext cx="123774" cy="123563"/>
            </a:xfrm>
            <a:custGeom>
              <a:avLst/>
              <a:gdLst>
                <a:gd name="connsiteX0" fmla="*/ 28253 w 123774"/>
                <a:gd name="connsiteY0" fmla="*/ 119534 h 123563"/>
                <a:gd name="connsiteX1" fmla="*/ 25562 w 123774"/>
                <a:gd name="connsiteY1" fmla="*/ 116848 h 123563"/>
                <a:gd name="connsiteX2" fmla="*/ 20181 w 123774"/>
                <a:gd name="connsiteY2" fmla="*/ 116848 h 123563"/>
                <a:gd name="connsiteX3" fmla="*/ 17490 w 123774"/>
                <a:gd name="connsiteY3" fmla="*/ 114162 h 123563"/>
                <a:gd name="connsiteX4" fmla="*/ 17490 w 123774"/>
                <a:gd name="connsiteY4" fmla="*/ 108789 h 123563"/>
                <a:gd name="connsiteX5" fmla="*/ 18835 w 123774"/>
                <a:gd name="connsiteY5" fmla="*/ 106103 h 123563"/>
                <a:gd name="connsiteX6" fmla="*/ 18835 w 123774"/>
                <a:gd name="connsiteY6" fmla="*/ 103417 h 123563"/>
                <a:gd name="connsiteX7" fmla="*/ 21526 w 123774"/>
                <a:gd name="connsiteY7" fmla="*/ 98045 h 123563"/>
                <a:gd name="connsiteX8" fmla="*/ 22871 w 123774"/>
                <a:gd name="connsiteY8" fmla="*/ 98045 h 123563"/>
                <a:gd name="connsiteX9" fmla="*/ 25562 w 123774"/>
                <a:gd name="connsiteY9" fmla="*/ 100731 h 123563"/>
                <a:gd name="connsiteX10" fmla="*/ 28253 w 123774"/>
                <a:gd name="connsiteY10" fmla="*/ 100731 h 123563"/>
                <a:gd name="connsiteX11" fmla="*/ 25562 w 123774"/>
                <a:gd name="connsiteY11" fmla="*/ 96702 h 123563"/>
                <a:gd name="connsiteX12" fmla="*/ 26908 w 123774"/>
                <a:gd name="connsiteY12" fmla="*/ 94015 h 123563"/>
                <a:gd name="connsiteX13" fmla="*/ 22871 w 123774"/>
                <a:gd name="connsiteY13" fmla="*/ 92672 h 123563"/>
                <a:gd name="connsiteX14" fmla="*/ 20181 w 123774"/>
                <a:gd name="connsiteY14" fmla="*/ 89986 h 123563"/>
                <a:gd name="connsiteX15" fmla="*/ 20181 w 123774"/>
                <a:gd name="connsiteY15" fmla="*/ 87300 h 123563"/>
                <a:gd name="connsiteX16" fmla="*/ 18835 w 123774"/>
                <a:gd name="connsiteY16" fmla="*/ 85957 h 123563"/>
                <a:gd name="connsiteX17" fmla="*/ 20181 w 123774"/>
                <a:gd name="connsiteY17" fmla="*/ 85957 h 123563"/>
                <a:gd name="connsiteX18" fmla="*/ 22871 w 123774"/>
                <a:gd name="connsiteY18" fmla="*/ 88643 h 123563"/>
                <a:gd name="connsiteX19" fmla="*/ 24217 w 123774"/>
                <a:gd name="connsiteY19" fmla="*/ 87300 h 123563"/>
                <a:gd name="connsiteX20" fmla="*/ 22871 w 123774"/>
                <a:gd name="connsiteY20" fmla="*/ 84614 h 123563"/>
                <a:gd name="connsiteX21" fmla="*/ 25562 w 123774"/>
                <a:gd name="connsiteY21" fmla="*/ 83271 h 123563"/>
                <a:gd name="connsiteX22" fmla="*/ 29598 w 123774"/>
                <a:gd name="connsiteY22" fmla="*/ 84614 h 123563"/>
                <a:gd name="connsiteX23" fmla="*/ 37671 w 123774"/>
                <a:gd name="connsiteY23" fmla="*/ 85957 h 123563"/>
                <a:gd name="connsiteX24" fmla="*/ 40361 w 123774"/>
                <a:gd name="connsiteY24" fmla="*/ 84614 h 123563"/>
                <a:gd name="connsiteX25" fmla="*/ 37671 w 123774"/>
                <a:gd name="connsiteY25" fmla="*/ 81928 h 123563"/>
                <a:gd name="connsiteX26" fmla="*/ 33634 w 123774"/>
                <a:gd name="connsiteY26" fmla="*/ 81928 h 123563"/>
                <a:gd name="connsiteX27" fmla="*/ 36325 w 123774"/>
                <a:gd name="connsiteY27" fmla="*/ 81928 h 123563"/>
                <a:gd name="connsiteX28" fmla="*/ 44397 w 123774"/>
                <a:gd name="connsiteY28" fmla="*/ 80585 h 123563"/>
                <a:gd name="connsiteX29" fmla="*/ 49779 w 123774"/>
                <a:gd name="connsiteY29" fmla="*/ 77899 h 123563"/>
                <a:gd name="connsiteX30" fmla="*/ 56506 w 123774"/>
                <a:gd name="connsiteY30" fmla="*/ 77899 h 123563"/>
                <a:gd name="connsiteX31" fmla="*/ 61887 w 123774"/>
                <a:gd name="connsiteY31" fmla="*/ 79242 h 123563"/>
                <a:gd name="connsiteX32" fmla="*/ 65923 w 123774"/>
                <a:gd name="connsiteY32" fmla="*/ 76555 h 123563"/>
                <a:gd name="connsiteX33" fmla="*/ 63233 w 123774"/>
                <a:gd name="connsiteY33" fmla="*/ 73869 h 123563"/>
                <a:gd name="connsiteX34" fmla="*/ 41707 w 123774"/>
                <a:gd name="connsiteY34" fmla="*/ 69840 h 123563"/>
                <a:gd name="connsiteX35" fmla="*/ 36325 w 123774"/>
                <a:gd name="connsiteY35" fmla="*/ 69840 h 123563"/>
                <a:gd name="connsiteX36" fmla="*/ 32289 w 123774"/>
                <a:gd name="connsiteY36" fmla="*/ 68497 h 123563"/>
                <a:gd name="connsiteX37" fmla="*/ 25562 w 123774"/>
                <a:gd name="connsiteY37" fmla="*/ 69840 h 123563"/>
                <a:gd name="connsiteX38" fmla="*/ 20181 w 123774"/>
                <a:gd name="connsiteY38" fmla="*/ 67154 h 123563"/>
                <a:gd name="connsiteX39" fmla="*/ 17490 w 123774"/>
                <a:gd name="connsiteY39" fmla="*/ 68497 h 123563"/>
                <a:gd name="connsiteX40" fmla="*/ 14799 w 123774"/>
                <a:gd name="connsiteY40" fmla="*/ 67154 h 123563"/>
                <a:gd name="connsiteX41" fmla="*/ 9418 w 123774"/>
                <a:gd name="connsiteY41" fmla="*/ 67154 h 123563"/>
                <a:gd name="connsiteX42" fmla="*/ 6727 w 123774"/>
                <a:gd name="connsiteY42" fmla="*/ 68497 h 123563"/>
                <a:gd name="connsiteX43" fmla="*/ 4036 w 123774"/>
                <a:gd name="connsiteY43" fmla="*/ 67154 h 123563"/>
                <a:gd name="connsiteX44" fmla="*/ 1345 w 123774"/>
                <a:gd name="connsiteY44" fmla="*/ 67154 h 123563"/>
                <a:gd name="connsiteX45" fmla="*/ 0 w 123774"/>
                <a:gd name="connsiteY45" fmla="*/ 64468 h 123563"/>
                <a:gd name="connsiteX46" fmla="*/ 0 w 123774"/>
                <a:gd name="connsiteY46" fmla="*/ 59095 h 123563"/>
                <a:gd name="connsiteX47" fmla="*/ 4036 w 123774"/>
                <a:gd name="connsiteY47" fmla="*/ 60438 h 123563"/>
                <a:gd name="connsiteX48" fmla="*/ 6727 w 123774"/>
                <a:gd name="connsiteY48" fmla="*/ 57752 h 123563"/>
                <a:gd name="connsiteX49" fmla="*/ 9418 w 123774"/>
                <a:gd name="connsiteY49" fmla="*/ 59095 h 123563"/>
                <a:gd name="connsiteX50" fmla="*/ 12108 w 123774"/>
                <a:gd name="connsiteY50" fmla="*/ 57752 h 123563"/>
                <a:gd name="connsiteX51" fmla="*/ 10763 w 123774"/>
                <a:gd name="connsiteY51" fmla="*/ 55066 h 123563"/>
                <a:gd name="connsiteX52" fmla="*/ 12108 w 123774"/>
                <a:gd name="connsiteY52" fmla="*/ 52380 h 123563"/>
                <a:gd name="connsiteX53" fmla="*/ 14799 w 123774"/>
                <a:gd name="connsiteY53" fmla="*/ 49694 h 123563"/>
                <a:gd name="connsiteX54" fmla="*/ 20181 w 123774"/>
                <a:gd name="connsiteY54" fmla="*/ 49694 h 123563"/>
                <a:gd name="connsiteX55" fmla="*/ 22871 w 123774"/>
                <a:gd name="connsiteY55" fmla="*/ 48351 h 123563"/>
                <a:gd name="connsiteX56" fmla="*/ 22871 w 123774"/>
                <a:gd name="connsiteY56" fmla="*/ 52380 h 123563"/>
                <a:gd name="connsiteX57" fmla="*/ 25562 w 123774"/>
                <a:gd name="connsiteY57" fmla="*/ 53723 h 123563"/>
                <a:gd name="connsiteX58" fmla="*/ 25562 w 123774"/>
                <a:gd name="connsiteY58" fmla="*/ 60438 h 123563"/>
                <a:gd name="connsiteX59" fmla="*/ 26908 w 123774"/>
                <a:gd name="connsiteY59" fmla="*/ 61782 h 123563"/>
                <a:gd name="connsiteX60" fmla="*/ 29598 w 123774"/>
                <a:gd name="connsiteY60" fmla="*/ 59095 h 123563"/>
                <a:gd name="connsiteX61" fmla="*/ 28253 w 123774"/>
                <a:gd name="connsiteY61" fmla="*/ 53723 h 123563"/>
                <a:gd name="connsiteX62" fmla="*/ 25562 w 123774"/>
                <a:gd name="connsiteY62" fmla="*/ 49694 h 123563"/>
                <a:gd name="connsiteX63" fmla="*/ 26908 w 123774"/>
                <a:gd name="connsiteY63" fmla="*/ 45665 h 123563"/>
                <a:gd name="connsiteX64" fmla="*/ 32289 w 123774"/>
                <a:gd name="connsiteY64" fmla="*/ 44322 h 123563"/>
                <a:gd name="connsiteX65" fmla="*/ 32289 w 123774"/>
                <a:gd name="connsiteY65" fmla="*/ 41635 h 123563"/>
                <a:gd name="connsiteX66" fmla="*/ 28253 w 123774"/>
                <a:gd name="connsiteY66" fmla="*/ 40292 h 123563"/>
                <a:gd name="connsiteX67" fmla="*/ 29598 w 123774"/>
                <a:gd name="connsiteY67" fmla="*/ 33577 h 123563"/>
                <a:gd name="connsiteX68" fmla="*/ 34980 w 123774"/>
                <a:gd name="connsiteY68" fmla="*/ 32234 h 123563"/>
                <a:gd name="connsiteX69" fmla="*/ 36325 w 123774"/>
                <a:gd name="connsiteY69" fmla="*/ 29548 h 123563"/>
                <a:gd name="connsiteX70" fmla="*/ 41707 w 123774"/>
                <a:gd name="connsiteY70" fmla="*/ 28205 h 123563"/>
                <a:gd name="connsiteX71" fmla="*/ 39016 w 123774"/>
                <a:gd name="connsiteY71" fmla="*/ 24175 h 123563"/>
                <a:gd name="connsiteX72" fmla="*/ 36325 w 123774"/>
                <a:gd name="connsiteY72" fmla="*/ 24175 h 123563"/>
                <a:gd name="connsiteX73" fmla="*/ 33634 w 123774"/>
                <a:gd name="connsiteY73" fmla="*/ 22832 h 123563"/>
                <a:gd name="connsiteX74" fmla="*/ 34980 w 123774"/>
                <a:gd name="connsiteY74" fmla="*/ 20146 h 123563"/>
                <a:gd name="connsiteX75" fmla="*/ 40361 w 123774"/>
                <a:gd name="connsiteY75" fmla="*/ 16117 h 123563"/>
                <a:gd name="connsiteX76" fmla="*/ 41707 w 123774"/>
                <a:gd name="connsiteY76" fmla="*/ 13431 h 123563"/>
                <a:gd name="connsiteX77" fmla="*/ 47088 w 123774"/>
                <a:gd name="connsiteY77" fmla="*/ 10745 h 123563"/>
                <a:gd name="connsiteX78" fmla="*/ 49779 w 123774"/>
                <a:gd name="connsiteY78" fmla="*/ 12088 h 123563"/>
                <a:gd name="connsiteX79" fmla="*/ 51124 w 123774"/>
                <a:gd name="connsiteY79" fmla="*/ 16117 h 123563"/>
                <a:gd name="connsiteX80" fmla="*/ 53815 w 123774"/>
                <a:gd name="connsiteY80" fmla="*/ 18803 h 123563"/>
                <a:gd name="connsiteX81" fmla="*/ 53815 w 123774"/>
                <a:gd name="connsiteY81" fmla="*/ 22832 h 123563"/>
                <a:gd name="connsiteX82" fmla="*/ 52470 w 123774"/>
                <a:gd name="connsiteY82" fmla="*/ 24175 h 123563"/>
                <a:gd name="connsiteX83" fmla="*/ 53815 w 123774"/>
                <a:gd name="connsiteY83" fmla="*/ 28205 h 123563"/>
                <a:gd name="connsiteX84" fmla="*/ 56506 w 123774"/>
                <a:gd name="connsiteY84" fmla="*/ 30891 h 123563"/>
                <a:gd name="connsiteX85" fmla="*/ 57851 w 123774"/>
                <a:gd name="connsiteY85" fmla="*/ 44322 h 123563"/>
                <a:gd name="connsiteX86" fmla="*/ 56506 w 123774"/>
                <a:gd name="connsiteY86" fmla="*/ 48351 h 123563"/>
                <a:gd name="connsiteX87" fmla="*/ 56506 w 123774"/>
                <a:gd name="connsiteY87" fmla="*/ 51037 h 123563"/>
                <a:gd name="connsiteX88" fmla="*/ 60542 w 123774"/>
                <a:gd name="connsiteY88" fmla="*/ 53723 h 123563"/>
                <a:gd name="connsiteX89" fmla="*/ 65923 w 123774"/>
                <a:gd name="connsiteY89" fmla="*/ 49694 h 123563"/>
                <a:gd name="connsiteX90" fmla="*/ 63233 w 123774"/>
                <a:gd name="connsiteY90" fmla="*/ 45665 h 123563"/>
                <a:gd name="connsiteX91" fmla="*/ 64578 w 123774"/>
                <a:gd name="connsiteY91" fmla="*/ 37606 h 123563"/>
                <a:gd name="connsiteX92" fmla="*/ 68614 w 123774"/>
                <a:gd name="connsiteY92" fmla="*/ 36263 h 123563"/>
                <a:gd name="connsiteX93" fmla="*/ 68614 w 123774"/>
                <a:gd name="connsiteY93" fmla="*/ 38949 h 123563"/>
                <a:gd name="connsiteX94" fmla="*/ 60542 w 123774"/>
                <a:gd name="connsiteY94" fmla="*/ 33577 h 123563"/>
                <a:gd name="connsiteX95" fmla="*/ 61887 w 123774"/>
                <a:gd name="connsiteY95" fmla="*/ 30891 h 123563"/>
                <a:gd name="connsiteX96" fmla="*/ 65923 w 123774"/>
                <a:gd name="connsiteY96" fmla="*/ 30891 h 123563"/>
                <a:gd name="connsiteX97" fmla="*/ 69960 w 123774"/>
                <a:gd name="connsiteY97" fmla="*/ 33577 h 123563"/>
                <a:gd name="connsiteX98" fmla="*/ 68614 w 123774"/>
                <a:gd name="connsiteY98" fmla="*/ 29548 h 123563"/>
                <a:gd name="connsiteX99" fmla="*/ 63233 w 123774"/>
                <a:gd name="connsiteY99" fmla="*/ 24175 h 123563"/>
                <a:gd name="connsiteX100" fmla="*/ 61887 w 123774"/>
                <a:gd name="connsiteY100" fmla="*/ 17460 h 123563"/>
                <a:gd name="connsiteX101" fmla="*/ 63233 w 123774"/>
                <a:gd name="connsiteY101" fmla="*/ 14774 h 123563"/>
                <a:gd name="connsiteX102" fmla="*/ 63233 w 123774"/>
                <a:gd name="connsiteY102" fmla="*/ 8058 h 123563"/>
                <a:gd name="connsiteX103" fmla="*/ 65923 w 123774"/>
                <a:gd name="connsiteY103" fmla="*/ 5372 h 123563"/>
                <a:gd name="connsiteX104" fmla="*/ 69960 w 123774"/>
                <a:gd name="connsiteY104" fmla="*/ 5372 h 123563"/>
                <a:gd name="connsiteX105" fmla="*/ 71305 w 123774"/>
                <a:gd name="connsiteY105" fmla="*/ 2686 h 123563"/>
                <a:gd name="connsiteX106" fmla="*/ 75341 w 123774"/>
                <a:gd name="connsiteY106" fmla="*/ 2686 h 123563"/>
                <a:gd name="connsiteX107" fmla="*/ 80723 w 123774"/>
                <a:gd name="connsiteY107" fmla="*/ 0 h 123563"/>
                <a:gd name="connsiteX108" fmla="*/ 84759 w 123774"/>
                <a:gd name="connsiteY108" fmla="*/ 0 h 123563"/>
                <a:gd name="connsiteX109" fmla="*/ 86104 w 123774"/>
                <a:gd name="connsiteY109" fmla="*/ 4029 h 123563"/>
                <a:gd name="connsiteX110" fmla="*/ 90140 w 123774"/>
                <a:gd name="connsiteY110" fmla="*/ 6715 h 123563"/>
                <a:gd name="connsiteX111" fmla="*/ 94176 w 123774"/>
                <a:gd name="connsiteY111" fmla="*/ 5372 h 123563"/>
                <a:gd name="connsiteX112" fmla="*/ 96867 w 123774"/>
                <a:gd name="connsiteY112" fmla="*/ 8058 h 123563"/>
                <a:gd name="connsiteX113" fmla="*/ 95522 w 123774"/>
                <a:gd name="connsiteY113" fmla="*/ 18803 h 123563"/>
                <a:gd name="connsiteX114" fmla="*/ 92831 w 123774"/>
                <a:gd name="connsiteY114" fmla="*/ 22832 h 123563"/>
                <a:gd name="connsiteX115" fmla="*/ 92831 w 123774"/>
                <a:gd name="connsiteY115" fmla="*/ 26862 h 123563"/>
                <a:gd name="connsiteX116" fmla="*/ 95522 w 123774"/>
                <a:gd name="connsiteY116" fmla="*/ 26862 h 123563"/>
                <a:gd name="connsiteX117" fmla="*/ 96867 w 123774"/>
                <a:gd name="connsiteY117" fmla="*/ 24175 h 123563"/>
                <a:gd name="connsiteX118" fmla="*/ 99558 w 123774"/>
                <a:gd name="connsiteY118" fmla="*/ 24175 h 123563"/>
                <a:gd name="connsiteX119" fmla="*/ 102249 w 123774"/>
                <a:gd name="connsiteY119" fmla="*/ 21489 h 123563"/>
                <a:gd name="connsiteX120" fmla="*/ 102249 w 123774"/>
                <a:gd name="connsiteY120" fmla="*/ 13431 h 123563"/>
                <a:gd name="connsiteX121" fmla="*/ 106285 w 123774"/>
                <a:gd name="connsiteY121" fmla="*/ 10745 h 123563"/>
                <a:gd name="connsiteX122" fmla="*/ 110321 w 123774"/>
                <a:gd name="connsiteY122" fmla="*/ 13431 h 123563"/>
                <a:gd name="connsiteX123" fmla="*/ 114357 w 123774"/>
                <a:gd name="connsiteY123" fmla="*/ 12088 h 123563"/>
                <a:gd name="connsiteX124" fmla="*/ 114357 w 123774"/>
                <a:gd name="connsiteY124" fmla="*/ 8058 h 123563"/>
                <a:gd name="connsiteX125" fmla="*/ 113012 w 123774"/>
                <a:gd name="connsiteY125" fmla="*/ 6715 h 123563"/>
                <a:gd name="connsiteX126" fmla="*/ 117048 w 123774"/>
                <a:gd name="connsiteY126" fmla="*/ 6715 h 123563"/>
                <a:gd name="connsiteX127" fmla="*/ 118393 w 123774"/>
                <a:gd name="connsiteY127" fmla="*/ 10745 h 123563"/>
                <a:gd name="connsiteX128" fmla="*/ 117048 w 123774"/>
                <a:gd name="connsiteY128" fmla="*/ 13431 h 123563"/>
                <a:gd name="connsiteX129" fmla="*/ 118393 w 123774"/>
                <a:gd name="connsiteY129" fmla="*/ 16117 h 123563"/>
                <a:gd name="connsiteX130" fmla="*/ 117048 w 123774"/>
                <a:gd name="connsiteY130" fmla="*/ 18803 h 123563"/>
                <a:gd name="connsiteX131" fmla="*/ 114357 w 123774"/>
                <a:gd name="connsiteY131" fmla="*/ 18803 h 123563"/>
                <a:gd name="connsiteX132" fmla="*/ 117048 w 123774"/>
                <a:gd name="connsiteY132" fmla="*/ 22832 h 123563"/>
                <a:gd name="connsiteX133" fmla="*/ 122429 w 123774"/>
                <a:gd name="connsiteY133" fmla="*/ 24175 h 123563"/>
                <a:gd name="connsiteX134" fmla="*/ 123775 w 123774"/>
                <a:gd name="connsiteY134" fmla="*/ 28205 h 123563"/>
                <a:gd name="connsiteX135" fmla="*/ 122429 w 123774"/>
                <a:gd name="connsiteY135" fmla="*/ 33577 h 123563"/>
                <a:gd name="connsiteX136" fmla="*/ 117048 w 123774"/>
                <a:gd name="connsiteY136" fmla="*/ 36263 h 123563"/>
                <a:gd name="connsiteX137" fmla="*/ 113012 w 123774"/>
                <a:gd name="connsiteY137" fmla="*/ 44322 h 123563"/>
                <a:gd name="connsiteX138" fmla="*/ 114357 w 123774"/>
                <a:gd name="connsiteY138" fmla="*/ 49694 h 123563"/>
                <a:gd name="connsiteX139" fmla="*/ 113012 w 123774"/>
                <a:gd name="connsiteY139" fmla="*/ 53723 h 123563"/>
                <a:gd name="connsiteX140" fmla="*/ 108975 w 123774"/>
                <a:gd name="connsiteY140" fmla="*/ 56409 h 123563"/>
                <a:gd name="connsiteX141" fmla="*/ 103594 w 123774"/>
                <a:gd name="connsiteY141" fmla="*/ 63125 h 123563"/>
                <a:gd name="connsiteX142" fmla="*/ 102249 w 123774"/>
                <a:gd name="connsiteY142" fmla="*/ 65811 h 123563"/>
                <a:gd name="connsiteX143" fmla="*/ 96867 w 123774"/>
                <a:gd name="connsiteY143" fmla="*/ 71183 h 123563"/>
                <a:gd name="connsiteX144" fmla="*/ 96867 w 123774"/>
                <a:gd name="connsiteY144" fmla="*/ 73869 h 123563"/>
                <a:gd name="connsiteX145" fmla="*/ 95522 w 123774"/>
                <a:gd name="connsiteY145" fmla="*/ 77899 h 123563"/>
                <a:gd name="connsiteX146" fmla="*/ 91486 w 123774"/>
                <a:gd name="connsiteY146" fmla="*/ 77899 h 123563"/>
                <a:gd name="connsiteX147" fmla="*/ 88795 w 123774"/>
                <a:gd name="connsiteY147" fmla="*/ 77899 h 123563"/>
                <a:gd name="connsiteX148" fmla="*/ 86104 w 123774"/>
                <a:gd name="connsiteY148" fmla="*/ 80585 h 123563"/>
                <a:gd name="connsiteX149" fmla="*/ 86104 w 123774"/>
                <a:gd name="connsiteY149" fmla="*/ 83271 h 123563"/>
                <a:gd name="connsiteX150" fmla="*/ 91486 w 123774"/>
                <a:gd name="connsiteY150" fmla="*/ 85957 h 123563"/>
                <a:gd name="connsiteX151" fmla="*/ 91486 w 123774"/>
                <a:gd name="connsiteY151" fmla="*/ 88643 h 123563"/>
                <a:gd name="connsiteX152" fmla="*/ 84759 w 123774"/>
                <a:gd name="connsiteY152" fmla="*/ 98045 h 123563"/>
                <a:gd name="connsiteX153" fmla="*/ 83413 w 123774"/>
                <a:gd name="connsiteY153" fmla="*/ 100731 h 123563"/>
                <a:gd name="connsiteX154" fmla="*/ 83413 w 123774"/>
                <a:gd name="connsiteY154" fmla="*/ 98045 h 123563"/>
                <a:gd name="connsiteX155" fmla="*/ 83413 w 123774"/>
                <a:gd name="connsiteY155" fmla="*/ 92672 h 123563"/>
                <a:gd name="connsiteX156" fmla="*/ 80723 w 123774"/>
                <a:gd name="connsiteY156" fmla="*/ 91329 h 123563"/>
                <a:gd name="connsiteX157" fmla="*/ 78032 w 123774"/>
                <a:gd name="connsiteY157" fmla="*/ 92672 h 123563"/>
                <a:gd name="connsiteX158" fmla="*/ 78032 w 123774"/>
                <a:gd name="connsiteY158" fmla="*/ 95358 h 123563"/>
                <a:gd name="connsiteX159" fmla="*/ 75341 w 123774"/>
                <a:gd name="connsiteY159" fmla="*/ 96702 h 123563"/>
                <a:gd name="connsiteX160" fmla="*/ 72650 w 123774"/>
                <a:gd name="connsiteY160" fmla="*/ 100731 h 123563"/>
                <a:gd name="connsiteX161" fmla="*/ 67269 w 123774"/>
                <a:gd name="connsiteY161" fmla="*/ 102074 h 123563"/>
                <a:gd name="connsiteX162" fmla="*/ 65923 w 123774"/>
                <a:gd name="connsiteY162" fmla="*/ 106103 h 123563"/>
                <a:gd name="connsiteX163" fmla="*/ 68614 w 123774"/>
                <a:gd name="connsiteY163" fmla="*/ 107446 h 123563"/>
                <a:gd name="connsiteX164" fmla="*/ 72650 w 123774"/>
                <a:gd name="connsiteY164" fmla="*/ 107446 h 123563"/>
                <a:gd name="connsiteX165" fmla="*/ 71305 w 123774"/>
                <a:gd name="connsiteY165" fmla="*/ 110132 h 123563"/>
                <a:gd name="connsiteX166" fmla="*/ 68614 w 123774"/>
                <a:gd name="connsiteY166" fmla="*/ 112818 h 123563"/>
                <a:gd name="connsiteX167" fmla="*/ 68614 w 123774"/>
                <a:gd name="connsiteY167" fmla="*/ 115505 h 123563"/>
                <a:gd name="connsiteX168" fmla="*/ 68614 w 123774"/>
                <a:gd name="connsiteY168" fmla="*/ 119534 h 123563"/>
                <a:gd name="connsiteX169" fmla="*/ 67269 w 123774"/>
                <a:gd name="connsiteY169" fmla="*/ 122220 h 123563"/>
                <a:gd name="connsiteX170" fmla="*/ 64578 w 123774"/>
                <a:gd name="connsiteY170" fmla="*/ 116848 h 123563"/>
                <a:gd name="connsiteX171" fmla="*/ 64578 w 123774"/>
                <a:gd name="connsiteY171" fmla="*/ 111475 h 123563"/>
                <a:gd name="connsiteX172" fmla="*/ 63233 w 123774"/>
                <a:gd name="connsiteY172" fmla="*/ 108789 h 123563"/>
                <a:gd name="connsiteX173" fmla="*/ 61887 w 123774"/>
                <a:gd name="connsiteY173" fmla="*/ 111475 h 123563"/>
                <a:gd name="connsiteX174" fmla="*/ 60542 w 123774"/>
                <a:gd name="connsiteY174" fmla="*/ 115505 h 123563"/>
                <a:gd name="connsiteX175" fmla="*/ 61887 w 123774"/>
                <a:gd name="connsiteY175" fmla="*/ 118191 h 123563"/>
                <a:gd name="connsiteX176" fmla="*/ 57851 w 123774"/>
                <a:gd name="connsiteY176" fmla="*/ 123563 h 123563"/>
                <a:gd name="connsiteX177" fmla="*/ 44397 w 123774"/>
                <a:gd name="connsiteY177" fmla="*/ 122220 h 123563"/>
                <a:gd name="connsiteX178" fmla="*/ 43052 w 123774"/>
                <a:gd name="connsiteY178" fmla="*/ 118191 h 123563"/>
                <a:gd name="connsiteX179" fmla="*/ 41707 w 123774"/>
                <a:gd name="connsiteY179" fmla="*/ 115505 h 123563"/>
                <a:gd name="connsiteX180" fmla="*/ 37671 w 123774"/>
                <a:gd name="connsiteY180" fmla="*/ 119534 h 123563"/>
                <a:gd name="connsiteX181" fmla="*/ 33634 w 123774"/>
                <a:gd name="connsiteY181" fmla="*/ 119534 h 123563"/>
                <a:gd name="connsiteX182" fmla="*/ 32289 w 123774"/>
                <a:gd name="connsiteY182" fmla="*/ 116848 h 123563"/>
                <a:gd name="connsiteX183" fmla="*/ 36325 w 123774"/>
                <a:gd name="connsiteY183" fmla="*/ 112818 h 123563"/>
                <a:gd name="connsiteX184" fmla="*/ 29598 w 123774"/>
                <a:gd name="connsiteY184" fmla="*/ 115505 h 123563"/>
                <a:gd name="connsiteX185" fmla="*/ 29598 w 123774"/>
                <a:gd name="connsiteY185" fmla="*/ 119534 h 123563"/>
                <a:gd name="connsiteX186" fmla="*/ 28253 w 123774"/>
                <a:gd name="connsiteY186" fmla="*/ 119534 h 123563"/>
                <a:gd name="connsiteX187" fmla="*/ 28253 w 123774"/>
                <a:gd name="connsiteY187" fmla="*/ 119534 h 123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23774" h="123563">
                  <a:moveTo>
                    <a:pt x="28253" y="119534"/>
                  </a:moveTo>
                  <a:lnTo>
                    <a:pt x="25562" y="116848"/>
                  </a:lnTo>
                  <a:lnTo>
                    <a:pt x="20181" y="116848"/>
                  </a:lnTo>
                  <a:lnTo>
                    <a:pt x="17490" y="114162"/>
                  </a:lnTo>
                  <a:lnTo>
                    <a:pt x="17490" y="108789"/>
                  </a:lnTo>
                  <a:lnTo>
                    <a:pt x="18835" y="106103"/>
                  </a:lnTo>
                  <a:lnTo>
                    <a:pt x="18835" y="103417"/>
                  </a:lnTo>
                  <a:lnTo>
                    <a:pt x="21526" y="98045"/>
                  </a:lnTo>
                  <a:lnTo>
                    <a:pt x="22871" y="98045"/>
                  </a:lnTo>
                  <a:lnTo>
                    <a:pt x="25562" y="100731"/>
                  </a:lnTo>
                  <a:lnTo>
                    <a:pt x="28253" y="100731"/>
                  </a:lnTo>
                  <a:lnTo>
                    <a:pt x="25562" y="96702"/>
                  </a:lnTo>
                  <a:lnTo>
                    <a:pt x="26908" y="94015"/>
                  </a:lnTo>
                  <a:lnTo>
                    <a:pt x="22871" y="92672"/>
                  </a:lnTo>
                  <a:lnTo>
                    <a:pt x="20181" y="89986"/>
                  </a:lnTo>
                  <a:lnTo>
                    <a:pt x="20181" y="87300"/>
                  </a:lnTo>
                  <a:lnTo>
                    <a:pt x="18835" y="85957"/>
                  </a:lnTo>
                  <a:lnTo>
                    <a:pt x="20181" y="85957"/>
                  </a:lnTo>
                  <a:lnTo>
                    <a:pt x="22871" y="88643"/>
                  </a:lnTo>
                  <a:lnTo>
                    <a:pt x="24217" y="87300"/>
                  </a:lnTo>
                  <a:lnTo>
                    <a:pt x="22871" y="84614"/>
                  </a:lnTo>
                  <a:lnTo>
                    <a:pt x="25562" y="83271"/>
                  </a:lnTo>
                  <a:lnTo>
                    <a:pt x="29598" y="84614"/>
                  </a:lnTo>
                  <a:lnTo>
                    <a:pt x="37671" y="85957"/>
                  </a:lnTo>
                  <a:lnTo>
                    <a:pt x="40361" y="84614"/>
                  </a:lnTo>
                  <a:lnTo>
                    <a:pt x="37671" y="81928"/>
                  </a:lnTo>
                  <a:lnTo>
                    <a:pt x="33634" y="81928"/>
                  </a:lnTo>
                  <a:lnTo>
                    <a:pt x="36325" y="81928"/>
                  </a:lnTo>
                  <a:lnTo>
                    <a:pt x="44397" y="80585"/>
                  </a:lnTo>
                  <a:lnTo>
                    <a:pt x="49779" y="77899"/>
                  </a:lnTo>
                  <a:lnTo>
                    <a:pt x="56506" y="77899"/>
                  </a:lnTo>
                  <a:lnTo>
                    <a:pt x="61887" y="79242"/>
                  </a:lnTo>
                  <a:lnTo>
                    <a:pt x="65923" y="76555"/>
                  </a:lnTo>
                  <a:lnTo>
                    <a:pt x="63233" y="73869"/>
                  </a:lnTo>
                  <a:lnTo>
                    <a:pt x="41707" y="69840"/>
                  </a:lnTo>
                  <a:lnTo>
                    <a:pt x="36325" y="69840"/>
                  </a:lnTo>
                  <a:lnTo>
                    <a:pt x="32289" y="68497"/>
                  </a:lnTo>
                  <a:lnTo>
                    <a:pt x="25562" y="69840"/>
                  </a:lnTo>
                  <a:lnTo>
                    <a:pt x="20181" y="67154"/>
                  </a:lnTo>
                  <a:lnTo>
                    <a:pt x="17490" y="68497"/>
                  </a:lnTo>
                  <a:lnTo>
                    <a:pt x="14799" y="67154"/>
                  </a:lnTo>
                  <a:lnTo>
                    <a:pt x="9418" y="67154"/>
                  </a:lnTo>
                  <a:lnTo>
                    <a:pt x="6727" y="68497"/>
                  </a:lnTo>
                  <a:lnTo>
                    <a:pt x="4036" y="67154"/>
                  </a:lnTo>
                  <a:lnTo>
                    <a:pt x="1345" y="67154"/>
                  </a:lnTo>
                  <a:lnTo>
                    <a:pt x="0" y="64468"/>
                  </a:lnTo>
                  <a:lnTo>
                    <a:pt x="0" y="59095"/>
                  </a:lnTo>
                  <a:lnTo>
                    <a:pt x="4036" y="60438"/>
                  </a:lnTo>
                  <a:lnTo>
                    <a:pt x="6727" y="57752"/>
                  </a:lnTo>
                  <a:lnTo>
                    <a:pt x="9418" y="59095"/>
                  </a:lnTo>
                  <a:lnTo>
                    <a:pt x="12108" y="57752"/>
                  </a:lnTo>
                  <a:lnTo>
                    <a:pt x="10763" y="55066"/>
                  </a:lnTo>
                  <a:lnTo>
                    <a:pt x="12108" y="52380"/>
                  </a:lnTo>
                  <a:lnTo>
                    <a:pt x="14799" y="49694"/>
                  </a:lnTo>
                  <a:lnTo>
                    <a:pt x="20181" y="49694"/>
                  </a:lnTo>
                  <a:lnTo>
                    <a:pt x="22871" y="48351"/>
                  </a:lnTo>
                  <a:lnTo>
                    <a:pt x="22871" y="52380"/>
                  </a:lnTo>
                  <a:lnTo>
                    <a:pt x="25562" y="53723"/>
                  </a:lnTo>
                  <a:lnTo>
                    <a:pt x="25562" y="60438"/>
                  </a:lnTo>
                  <a:lnTo>
                    <a:pt x="26908" y="61782"/>
                  </a:lnTo>
                  <a:lnTo>
                    <a:pt x="29598" y="59095"/>
                  </a:lnTo>
                  <a:lnTo>
                    <a:pt x="28253" y="53723"/>
                  </a:lnTo>
                  <a:lnTo>
                    <a:pt x="25562" y="49694"/>
                  </a:lnTo>
                  <a:lnTo>
                    <a:pt x="26908" y="45665"/>
                  </a:lnTo>
                  <a:lnTo>
                    <a:pt x="32289" y="44322"/>
                  </a:lnTo>
                  <a:lnTo>
                    <a:pt x="32289" y="41635"/>
                  </a:lnTo>
                  <a:lnTo>
                    <a:pt x="28253" y="40292"/>
                  </a:lnTo>
                  <a:lnTo>
                    <a:pt x="29598" y="33577"/>
                  </a:lnTo>
                  <a:lnTo>
                    <a:pt x="34980" y="32234"/>
                  </a:lnTo>
                  <a:lnTo>
                    <a:pt x="36325" y="29548"/>
                  </a:lnTo>
                  <a:lnTo>
                    <a:pt x="41707" y="28205"/>
                  </a:lnTo>
                  <a:lnTo>
                    <a:pt x="39016" y="24175"/>
                  </a:lnTo>
                  <a:lnTo>
                    <a:pt x="36325" y="24175"/>
                  </a:lnTo>
                  <a:lnTo>
                    <a:pt x="33634" y="22832"/>
                  </a:lnTo>
                  <a:lnTo>
                    <a:pt x="34980" y="20146"/>
                  </a:lnTo>
                  <a:lnTo>
                    <a:pt x="40361" y="16117"/>
                  </a:lnTo>
                  <a:lnTo>
                    <a:pt x="41707" y="13431"/>
                  </a:lnTo>
                  <a:lnTo>
                    <a:pt x="47088" y="10745"/>
                  </a:lnTo>
                  <a:lnTo>
                    <a:pt x="49779" y="12088"/>
                  </a:lnTo>
                  <a:lnTo>
                    <a:pt x="51124" y="16117"/>
                  </a:lnTo>
                  <a:lnTo>
                    <a:pt x="53815" y="18803"/>
                  </a:lnTo>
                  <a:lnTo>
                    <a:pt x="53815" y="22832"/>
                  </a:lnTo>
                  <a:lnTo>
                    <a:pt x="52470" y="24175"/>
                  </a:lnTo>
                  <a:lnTo>
                    <a:pt x="53815" y="28205"/>
                  </a:lnTo>
                  <a:lnTo>
                    <a:pt x="56506" y="30891"/>
                  </a:lnTo>
                  <a:lnTo>
                    <a:pt x="57851" y="44322"/>
                  </a:lnTo>
                  <a:lnTo>
                    <a:pt x="56506" y="48351"/>
                  </a:lnTo>
                  <a:lnTo>
                    <a:pt x="56506" y="51037"/>
                  </a:lnTo>
                  <a:lnTo>
                    <a:pt x="60542" y="53723"/>
                  </a:lnTo>
                  <a:lnTo>
                    <a:pt x="65923" y="49694"/>
                  </a:lnTo>
                  <a:lnTo>
                    <a:pt x="63233" y="45665"/>
                  </a:lnTo>
                  <a:lnTo>
                    <a:pt x="64578" y="37606"/>
                  </a:lnTo>
                  <a:lnTo>
                    <a:pt x="68614" y="36263"/>
                  </a:lnTo>
                  <a:lnTo>
                    <a:pt x="68614" y="38949"/>
                  </a:lnTo>
                  <a:lnTo>
                    <a:pt x="60542" y="33577"/>
                  </a:lnTo>
                  <a:lnTo>
                    <a:pt x="61887" y="30891"/>
                  </a:lnTo>
                  <a:lnTo>
                    <a:pt x="65923" y="30891"/>
                  </a:lnTo>
                  <a:lnTo>
                    <a:pt x="69960" y="33577"/>
                  </a:lnTo>
                  <a:lnTo>
                    <a:pt x="68614" y="29548"/>
                  </a:lnTo>
                  <a:lnTo>
                    <a:pt x="63233" y="24175"/>
                  </a:lnTo>
                  <a:lnTo>
                    <a:pt x="61887" y="17460"/>
                  </a:lnTo>
                  <a:lnTo>
                    <a:pt x="63233" y="14774"/>
                  </a:lnTo>
                  <a:lnTo>
                    <a:pt x="63233" y="8058"/>
                  </a:lnTo>
                  <a:lnTo>
                    <a:pt x="65923" y="5372"/>
                  </a:lnTo>
                  <a:lnTo>
                    <a:pt x="69960" y="5372"/>
                  </a:lnTo>
                  <a:lnTo>
                    <a:pt x="71305" y="2686"/>
                  </a:lnTo>
                  <a:lnTo>
                    <a:pt x="75341" y="2686"/>
                  </a:lnTo>
                  <a:lnTo>
                    <a:pt x="80723" y="0"/>
                  </a:lnTo>
                  <a:lnTo>
                    <a:pt x="84759" y="0"/>
                  </a:lnTo>
                  <a:lnTo>
                    <a:pt x="86104" y="4029"/>
                  </a:lnTo>
                  <a:lnTo>
                    <a:pt x="90140" y="6715"/>
                  </a:lnTo>
                  <a:lnTo>
                    <a:pt x="94176" y="5372"/>
                  </a:lnTo>
                  <a:lnTo>
                    <a:pt x="96867" y="8058"/>
                  </a:lnTo>
                  <a:lnTo>
                    <a:pt x="95522" y="18803"/>
                  </a:lnTo>
                  <a:lnTo>
                    <a:pt x="92831" y="22832"/>
                  </a:lnTo>
                  <a:lnTo>
                    <a:pt x="92831" y="26862"/>
                  </a:lnTo>
                  <a:lnTo>
                    <a:pt x="95522" y="26862"/>
                  </a:lnTo>
                  <a:lnTo>
                    <a:pt x="96867" y="24175"/>
                  </a:lnTo>
                  <a:lnTo>
                    <a:pt x="99558" y="24175"/>
                  </a:lnTo>
                  <a:lnTo>
                    <a:pt x="102249" y="21489"/>
                  </a:lnTo>
                  <a:lnTo>
                    <a:pt x="102249" y="13431"/>
                  </a:lnTo>
                  <a:lnTo>
                    <a:pt x="106285" y="10745"/>
                  </a:lnTo>
                  <a:lnTo>
                    <a:pt x="110321" y="13431"/>
                  </a:lnTo>
                  <a:lnTo>
                    <a:pt x="114357" y="12088"/>
                  </a:lnTo>
                  <a:lnTo>
                    <a:pt x="114357" y="8058"/>
                  </a:lnTo>
                  <a:lnTo>
                    <a:pt x="113012" y="6715"/>
                  </a:lnTo>
                  <a:lnTo>
                    <a:pt x="117048" y="6715"/>
                  </a:lnTo>
                  <a:lnTo>
                    <a:pt x="118393" y="10745"/>
                  </a:lnTo>
                  <a:lnTo>
                    <a:pt x="117048" y="13431"/>
                  </a:lnTo>
                  <a:lnTo>
                    <a:pt x="118393" y="16117"/>
                  </a:lnTo>
                  <a:lnTo>
                    <a:pt x="117048" y="18803"/>
                  </a:lnTo>
                  <a:lnTo>
                    <a:pt x="114357" y="18803"/>
                  </a:lnTo>
                  <a:lnTo>
                    <a:pt x="117048" y="22832"/>
                  </a:lnTo>
                  <a:lnTo>
                    <a:pt x="122429" y="24175"/>
                  </a:lnTo>
                  <a:lnTo>
                    <a:pt x="123775" y="28205"/>
                  </a:lnTo>
                  <a:lnTo>
                    <a:pt x="122429" y="33577"/>
                  </a:lnTo>
                  <a:lnTo>
                    <a:pt x="117048" y="36263"/>
                  </a:lnTo>
                  <a:lnTo>
                    <a:pt x="113012" y="44322"/>
                  </a:lnTo>
                  <a:lnTo>
                    <a:pt x="114357" y="49694"/>
                  </a:lnTo>
                  <a:lnTo>
                    <a:pt x="113012" y="53723"/>
                  </a:lnTo>
                  <a:lnTo>
                    <a:pt x="108975" y="56409"/>
                  </a:lnTo>
                  <a:lnTo>
                    <a:pt x="103594" y="63125"/>
                  </a:lnTo>
                  <a:lnTo>
                    <a:pt x="102249" y="65811"/>
                  </a:lnTo>
                  <a:lnTo>
                    <a:pt x="96867" y="71183"/>
                  </a:lnTo>
                  <a:lnTo>
                    <a:pt x="96867" y="73869"/>
                  </a:lnTo>
                  <a:lnTo>
                    <a:pt x="95522" y="77899"/>
                  </a:lnTo>
                  <a:lnTo>
                    <a:pt x="91486" y="77899"/>
                  </a:lnTo>
                  <a:lnTo>
                    <a:pt x="88795" y="77899"/>
                  </a:lnTo>
                  <a:lnTo>
                    <a:pt x="86104" y="80585"/>
                  </a:lnTo>
                  <a:lnTo>
                    <a:pt x="86104" y="83271"/>
                  </a:lnTo>
                  <a:lnTo>
                    <a:pt x="91486" y="85957"/>
                  </a:lnTo>
                  <a:lnTo>
                    <a:pt x="91486" y="88643"/>
                  </a:lnTo>
                  <a:lnTo>
                    <a:pt x="84759" y="98045"/>
                  </a:lnTo>
                  <a:lnTo>
                    <a:pt x="83413" y="100731"/>
                  </a:lnTo>
                  <a:lnTo>
                    <a:pt x="83413" y="98045"/>
                  </a:lnTo>
                  <a:lnTo>
                    <a:pt x="83413" y="92672"/>
                  </a:lnTo>
                  <a:lnTo>
                    <a:pt x="80723" y="91329"/>
                  </a:lnTo>
                  <a:lnTo>
                    <a:pt x="78032" y="92672"/>
                  </a:lnTo>
                  <a:lnTo>
                    <a:pt x="78032" y="95358"/>
                  </a:lnTo>
                  <a:lnTo>
                    <a:pt x="75341" y="96702"/>
                  </a:lnTo>
                  <a:lnTo>
                    <a:pt x="72650" y="100731"/>
                  </a:lnTo>
                  <a:lnTo>
                    <a:pt x="67269" y="102074"/>
                  </a:lnTo>
                  <a:lnTo>
                    <a:pt x="65923" y="106103"/>
                  </a:lnTo>
                  <a:lnTo>
                    <a:pt x="68614" y="107446"/>
                  </a:lnTo>
                  <a:lnTo>
                    <a:pt x="72650" y="107446"/>
                  </a:lnTo>
                  <a:lnTo>
                    <a:pt x="71305" y="110132"/>
                  </a:lnTo>
                  <a:lnTo>
                    <a:pt x="68614" y="112818"/>
                  </a:lnTo>
                  <a:lnTo>
                    <a:pt x="68614" y="115505"/>
                  </a:lnTo>
                  <a:lnTo>
                    <a:pt x="68614" y="119534"/>
                  </a:lnTo>
                  <a:lnTo>
                    <a:pt x="67269" y="122220"/>
                  </a:lnTo>
                  <a:lnTo>
                    <a:pt x="64578" y="116848"/>
                  </a:lnTo>
                  <a:lnTo>
                    <a:pt x="64578" y="111475"/>
                  </a:lnTo>
                  <a:lnTo>
                    <a:pt x="63233" y="108789"/>
                  </a:lnTo>
                  <a:lnTo>
                    <a:pt x="61887" y="111475"/>
                  </a:lnTo>
                  <a:lnTo>
                    <a:pt x="60542" y="115505"/>
                  </a:lnTo>
                  <a:lnTo>
                    <a:pt x="61887" y="118191"/>
                  </a:lnTo>
                  <a:lnTo>
                    <a:pt x="57851" y="123563"/>
                  </a:lnTo>
                  <a:lnTo>
                    <a:pt x="44397" y="122220"/>
                  </a:lnTo>
                  <a:lnTo>
                    <a:pt x="43052" y="118191"/>
                  </a:lnTo>
                  <a:lnTo>
                    <a:pt x="41707" y="115505"/>
                  </a:lnTo>
                  <a:lnTo>
                    <a:pt x="37671" y="119534"/>
                  </a:lnTo>
                  <a:lnTo>
                    <a:pt x="33634" y="119534"/>
                  </a:lnTo>
                  <a:lnTo>
                    <a:pt x="32289" y="116848"/>
                  </a:lnTo>
                  <a:lnTo>
                    <a:pt x="36325" y="112818"/>
                  </a:lnTo>
                  <a:lnTo>
                    <a:pt x="29598" y="115505"/>
                  </a:lnTo>
                  <a:lnTo>
                    <a:pt x="29598" y="119534"/>
                  </a:lnTo>
                  <a:lnTo>
                    <a:pt x="28253" y="119534"/>
                  </a:lnTo>
                  <a:lnTo>
                    <a:pt x="28253" y="119534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476E3AD6-8B22-ABAD-B780-A70A83B8FA7B}"/>
                </a:ext>
              </a:extLst>
            </p:cNvPr>
            <p:cNvSpPr/>
            <p:nvPr/>
          </p:nvSpPr>
          <p:spPr>
            <a:xfrm>
              <a:off x="5140686" y="1690394"/>
              <a:ext cx="60541" cy="37606"/>
            </a:xfrm>
            <a:custGeom>
              <a:avLst/>
              <a:gdLst>
                <a:gd name="connsiteX0" fmla="*/ 2691 w 60541"/>
                <a:gd name="connsiteY0" fmla="*/ 32234 h 37606"/>
                <a:gd name="connsiteX1" fmla="*/ 0 w 60541"/>
                <a:gd name="connsiteY1" fmla="*/ 30891 h 37606"/>
                <a:gd name="connsiteX2" fmla="*/ 2691 w 60541"/>
                <a:gd name="connsiteY2" fmla="*/ 24175 h 37606"/>
                <a:gd name="connsiteX3" fmla="*/ 13454 w 60541"/>
                <a:gd name="connsiteY3" fmla="*/ 16117 h 37606"/>
                <a:gd name="connsiteX4" fmla="*/ 20181 w 60541"/>
                <a:gd name="connsiteY4" fmla="*/ 13431 h 37606"/>
                <a:gd name="connsiteX5" fmla="*/ 24217 w 60541"/>
                <a:gd name="connsiteY5" fmla="*/ 9402 h 37606"/>
                <a:gd name="connsiteX6" fmla="*/ 28253 w 60541"/>
                <a:gd name="connsiteY6" fmla="*/ 9402 h 37606"/>
                <a:gd name="connsiteX7" fmla="*/ 34980 w 60541"/>
                <a:gd name="connsiteY7" fmla="*/ 5372 h 37606"/>
                <a:gd name="connsiteX8" fmla="*/ 41707 w 60541"/>
                <a:gd name="connsiteY8" fmla="*/ 4029 h 37606"/>
                <a:gd name="connsiteX9" fmla="*/ 45743 w 60541"/>
                <a:gd name="connsiteY9" fmla="*/ 1343 h 37606"/>
                <a:gd name="connsiteX10" fmla="*/ 48433 w 60541"/>
                <a:gd name="connsiteY10" fmla="*/ 1343 h 37606"/>
                <a:gd name="connsiteX11" fmla="*/ 57851 w 60541"/>
                <a:gd name="connsiteY11" fmla="*/ 0 h 37606"/>
                <a:gd name="connsiteX12" fmla="*/ 60542 w 60541"/>
                <a:gd name="connsiteY12" fmla="*/ 0 h 37606"/>
                <a:gd name="connsiteX13" fmla="*/ 57851 w 60541"/>
                <a:gd name="connsiteY13" fmla="*/ 4029 h 37606"/>
                <a:gd name="connsiteX14" fmla="*/ 51124 w 60541"/>
                <a:gd name="connsiteY14" fmla="*/ 9402 h 37606"/>
                <a:gd name="connsiteX15" fmla="*/ 43052 w 60541"/>
                <a:gd name="connsiteY15" fmla="*/ 14774 h 37606"/>
                <a:gd name="connsiteX16" fmla="*/ 26908 w 60541"/>
                <a:gd name="connsiteY16" fmla="*/ 26862 h 37606"/>
                <a:gd name="connsiteX17" fmla="*/ 21526 w 60541"/>
                <a:gd name="connsiteY17" fmla="*/ 32234 h 37606"/>
                <a:gd name="connsiteX18" fmla="*/ 17490 w 60541"/>
                <a:gd name="connsiteY18" fmla="*/ 33577 h 37606"/>
                <a:gd name="connsiteX19" fmla="*/ 14799 w 60541"/>
                <a:gd name="connsiteY19" fmla="*/ 33577 h 37606"/>
                <a:gd name="connsiteX20" fmla="*/ 12108 w 60541"/>
                <a:gd name="connsiteY20" fmla="*/ 37606 h 37606"/>
                <a:gd name="connsiteX21" fmla="*/ 10763 w 60541"/>
                <a:gd name="connsiteY21" fmla="*/ 37606 h 37606"/>
                <a:gd name="connsiteX22" fmla="*/ 8072 w 60541"/>
                <a:gd name="connsiteY22" fmla="*/ 32234 h 37606"/>
                <a:gd name="connsiteX23" fmla="*/ 5381 w 60541"/>
                <a:gd name="connsiteY23" fmla="*/ 30891 h 3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541" h="37606">
                  <a:moveTo>
                    <a:pt x="2691" y="32234"/>
                  </a:moveTo>
                  <a:lnTo>
                    <a:pt x="0" y="30891"/>
                  </a:lnTo>
                  <a:lnTo>
                    <a:pt x="2691" y="24175"/>
                  </a:lnTo>
                  <a:lnTo>
                    <a:pt x="13454" y="16117"/>
                  </a:lnTo>
                  <a:lnTo>
                    <a:pt x="20181" y="13431"/>
                  </a:lnTo>
                  <a:lnTo>
                    <a:pt x="24217" y="9402"/>
                  </a:lnTo>
                  <a:lnTo>
                    <a:pt x="28253" y="9402"/>
                  </a:lnTo>
                  <a:lnTo>
                    <a:pt x="34980" y="5372"/>
                  </a:lnTo>
                  <a:lnTo>
                    <a:pt x="41707" y="4029"/>
                  </a:lnTo>
                  <a:lnTo>
                    <a:pt x="45743" y="1343"/>
                  </a:lnTo>
                  <a:lnTo>
                    <a:pt x="48433" y="1343"/>
                  </a:lnTo>
                  <a:lnTo>
                    <a:pt x="57851" y="0"/>
                  </a:lnTo>
                  <a:lnTo>
                    <a:pt x="60542" y="0"/>
                  </a:lnTo>
                  <a:lnTo>
                    <a:pt x="57851" y="4029"/>
                  </a:lnTo>
                  <a:lnTo>
                    <a:pt x="51124" y="9402"/>
                  </a:lnTo>
                  <a:lnTo>
                    <a:pt x="43052" y="14774"/>
                  </a:lnTo>
                  <a:lnTo>
                    <a:pt x="26908" y="26862"/>
                  </a:lnTo>
                  <a:lnTo>
                    <a:pt x="21526" y="32234"/>
                  </a:lnTo>
                  <a:lnTo>
                    <a:pt x="17490" y="33577"/>
                  </a:lnTo>
                  <a:lnTo>
                    <a:pt x="14799" y="33577"/>
                  </a:lnTo>
                  <a:lnTo>
                    <a:pt x="12108" y="37606"/>
                  </a:lnTo>
                  <a:lnTo>
                    <a:pt x="10763" y="37606"/>
                  </a:lnTo>
                  <a:lnTo>
                    <a:pt x="8072" y="32234"/>
                  </a:lnTo>
                  <a:lnTo>
                    <a:pt x="5381" y="3089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0" name="Freeform 1029">
              <a:extLst>
                <a:ext uri="{FF2B5EF4-FFF2-40B4-BE49-F238E27FC236}">
                  <a16:creationId xmlns:a16="http://schemas.microsoft.com/office/drawing/2014/main" id="{2C15D8C0-08A3-F696-905F-D066C6EFFF47}"/>
                </a:ext>
              </a:extLst>
            </p:cNvPr>
            <p:cNvSpPr/>
            <p:nvPr/>
          </p:nvSpPr>
          <p:spPr>
            <a:xfrm>
              <a:off x="5392272" y="1809928"/>
              <a:ext cx="22871" cy="24175"/>
            </a:xfrm>
            <a:custGeom>
              <a:avLst/>
              <a:gdLst>
                <a:gd name="connsiteX0" fmla="*/ 1345 w 22871"/>
                <a:gd name="connsiteY0" fmla="*/ 18803 h 24175"/>
                <a:gd name="connsiteX1" fmla="*/ 0 w 22871"/>
                <a:gd name="connsiteY1" fmla="*/ 16117 h 24175"/>
                <a:gd name="connsiteX2" fmla="*/ 1345 w 22871"/>
                <a:gd name="connsiteY2" fmla="*/ 14774 h 24175"/>
                <a:gd name="connsiteX3" fmla="*/ 6727 w 22871"/>
                <a:gd name="connsiteY3" fmla="*/ 12088 h 24175"/>
                <a:gd name="connsiteX4" fmla="*/ 8072 w 22871"/>
                <a:gd name="connsiteY4" fmla="*/ 9402 h 24175"/>
                <a:gd name="connsiteX5" fmla="*/ 8072 w 22871"/>
                <a:gd name="connsiteY5" fmla="*/ 6715 h 24175"/>
                <a:gd name="connsiteX6" fmla="*/ 16144 w 22871"/>
                <a:gd name="connsiteY6" fmla="*/ 2686 h 24175"/>
                <a:gd name="connsiteX7" fmla="*/ 17490 w 22871"/>
                <a:gd name="connsiteY7" fmla="*/ 0 h 24175"/>
                <a:gd name="connsiteX8" fmla="*/ 21526 w 22871"/>
                <a:gd name="connsiteY8" fmla="*/ 0 h 24175"/>
                <a:gd name="connsiteX9" fmla="*/ 21526 w 22871"/>
                <a:gd name="connsiteY9" fmla="*/ 5372 h 24175"/>
                <a:gd name="connsiteX10" fmla="*/ 22871 w 22871"/>
                <a:gd name="connsiteY10" fmla="*/ 8058 h 24175"/>
                <a:gd name="connsiteX11" fmla="*/ 22871 w 22871"/>
                <a:gd name="connsiteY11" fmla="*/ 14774 h 24175"/>
                <a:gd name="connsiteX12" fmla="*/ 21526 w 22871"/>
                <a:gd name="connsiteY12" fmla="*/ 18803 h 24175"/>
                <a:gd name="connsiteX13" fmla="*/ 17490 w 22871"/>
                <a:gd name="connsiteY13" fmla="*/ 22832 h 24175"/>
                <a:gd name="connsiteX14" fmla="*/ 12108 w 22871"/>
                <a:gd name="connsiteY14" fmla="*/ 22832 h 24175"/>
                <a:gd name="connsiteX15" fmla="*/ 10763 w 22871"/>
                <a:gd name="connsiteY15" fmla="*/ 24175 h 24175"/>
                <a:gd name="connsiteX16" fmla="*/ 6727 w 22871"/>
                <a:gd name="connsiteY16" fmla="*/ 24175 h 24175"/>
                <a:gd name="connsiteX17" fmla="*/ 4036 w 22871"/>
                <a:gd name="connsiteY17" fmla="*/ 21489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871" h="24175">
                  <a:moveTo>
                    <a:pt x="1345" y="18803"/>
                  </a:moveTo>
                  <a:lnTo>
                    <a:pt x="0" y="16117"/>
                  </a:lnTo>
                  <a:lnTo>
                    <a:pt x="1345" y="14774"/>
                  </a:lnTo>
                  <a:lnTo>
                    <a:pt x="6727" y="12088"/>
                  </a:lnTo>
                  <a:lnTo>
                    <a:pt x="8072" y="9402"/>
                  </a:lnTo>
                  <a:lnTo>
                    <a:pt x="8072" y="6715"/>
                  </a:lnTo>
                  <a:lnTo>
                    <a:pt x="16144" y="2686"/>
                  </a:lnTo>
                  <a:lnTo>
                    <a:pt x="17490" y="0"/>
                  </a:lnTo>
                  <a:lnTo>
                    <a:pt x="21526" y="0"/>
                  </a:lnTo>
                  <a:lnTo>
                    <a:pt x="21526" y="5372"/>
                  </a:lnTo>
                  <a:lnTo>
                    <a:pt x="22871" y="8058"/>
                  </a:lnTo>
                  <a:lnTo>
                    <a:pt x="22871" y="14774"/>
                  </a:lnTo>
                  <a:lnTo>
                    <a:pt x="21526" y="18803"/>
                  </a:lnTo>
                  <a:lnTo>
                    <a:pt x="17490" y="22832"/>
                  </a:lnTo>
                  <a:lnTo>
                    <a:pt x="12108" y="22832"/>
                  </a:lnTo>
                  <a:lnTo>
                    <a:pt x="10763" y="24175"/>
                  </a:lnTo>
                  <a:lnTo>
                    <a:pt x="6727" y="24175"/>
                  </a:lnTo>
                  <a:lnTo>
                    <a:pt x="4036" y="2148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8C888B06-4EF2-68C3-BA96-F621344467D0}"/>
                </a:ext>
              </a:extLst>
            </p:cNvPr>
            <p:cNvSpPr/>
            <p:nvPr/>
          </p:nvSpPr>
          <p:spPr>
            <a:xfrm>
              <a:off x="5156831" y="1678307"/>
              <a:ext cx="256966" cy="158483"/>
            </a:xfrm>
            <a:custGeom>
              <a:avLst/>
              <a:gdLst>
                <a:gd name="connsiteX0" fmla="*/ 36325 w 256966"/>
                <a:gd name="connsiteY0" fmla="*/ 142366 h 158483"/>
                <a:gd name="connsiteX1" fmla="*/ 37671 w 256966"/>
                <a:gd name="connsiteY1" fmla="*/ 136994 h 158483"/>
                <a:gd name="connsiteX2" fmla="*/ 36325 w 256966"/>
                <a:gd name="connsiteY2" fmla="*/ 132965 h 158483"/>
                <a:gd name="connsiteX3" fmla="*/ 37671 w 256966"/>
                <a:gd name="connsiteY3" fmla="*/ 124906 h 158483"/>
                <a:gd name="connsiteX4" fmla="*/ 45743 w 256966"/>
                <a:gd name="connsiteY4" fmla="*/ 123563 h 158483"/>
                <a:gd name="connsiteX5" fmla="*/ 53815 w 256966"/>
                <a:gd name="connsiteY5" fmla="*/ 124906 h 158483"/>
                <a:gd name="connsiteX6" fmla="*/ 56506 w 256966"/>
                <a:gd name="connsiteY6" fmla="*/ 122220 h 158483"/>
                <a:gd name="connsiteX7" fmla="*/ 63233 w 256966"/>
                <a:gd name="connsiteY7" fmla="*/ 124906 h 158483"/>
                <a:gd name="connsiteX8" fmla="*/ 68614 w 256966"/>
                <a:gd name="connsiteY8" fmla="*/ 123563 h 158483"/>
                <a:gd name="connsiteX9" fmla="*/ 75341 w 256966"/>
                <a:gd name="connsiteY9" fmla="*/ 119534 h 158483"/>
                <a:gd name="connsiteX10" fmla="*/ 83413 w 256966"/>
                <a:gd name="connsiteY10" fmla="*/ 119534 h 158483"/>
                <a:gd name="connsiteX11" fmla="*/ 91486 w 256966"/>
                <a:gd name="connsiteY11" fmla="*/ 122220 h 158483"/>
                <a:gd name="connsiteX12" fmla="*/ 96867 w 256966"/>
                <a:gd name="connsiteY12" fmla="*/ 122220 h 158483"/>
                <a:gd name="connsiteX13" fmla="*/ 100903 w 256966"/>
                <a:gd name="connsiteY13" fmla="*/ 124906 h 158483"/>
                <a:gd name="connsiteX14" fmla="*/ 104939 w 256966"/>
                <a:gd name="connsiteY14" fmla="*/ 120877 h 158483"/>
                <a:gd name="connsiteX15" fmla="*/ 117048 w 256966"/>
                <a:gd name="connsiteY15" fmla="*/ 120877 h 158483"/>
                <a:gd name="connsiteX16" fmla="*/ 118393 w 256966"/>
                <a:gd name="connsiteY16" fmla="*/ 116848 h 158483"/>
                <a:gd name="connsiteX17" fmla="*/ 121084 w 256966"/>
                <a:gd name="connsiteY17" fmla="*/ 114162 h 158483"/>
                <a:gd name="connsiteX18" fmla="*/ 119738 w 256966"/>
                <a:gd name="connsiteY18" fmla="*/ 111475 h 158483"/>
                <a:gd name="connsiteX19" fmla="*/ 115702 w 256966"/>
                <a:gd name="connsiteY19" fmla="*/ 115505 h 158483"/>
                <a:gd name="connsiteX20" fmla="*/ 108975 w 256966"/>
                <a:gd name="connsiteY20" fmla="*/ 115505 h 158483"/>
                <a:gd name="connsiteX21" fmla="*/ 108975 w 256966"/>
                <a:gd name="connsiteY21" fmla="*/ 112818 h 158483"/>
                <a:gd name="connsiteX22" fmla="*/ 100903 w 256966"/>
                <a:gd name="connsiteY22" fmla="*/ 115505 h 158483"/>
                <a:gd name="connsiteX23" fmla="*/ 95522 w 256966"/>
                <a:gd name="connsiteY23" fmla="*/ 115505 h 158483"/>
                <a:gd name="connsiteX24" fmla="*/ 95522 w 256966"/>
                <a:gd name="connsiteY24" fmla="*/ 111475 h 158483"/>
                <a:gd name="connsiteX25" fmla="*/ 91486 w 256966"/>
                <a:gd name="connsiteY25" fmla="*/ 108789 h 158483"/>
                <a:gd name="connsiteX26" fmla="*/ 87449 w 256966"/>
                <a:gd name="connsiteY26" fmla="*/ 111475 h 158483"/>
                <a:gd name="connsiteX27" fmla="*/ 82068 w 256966"/>
                <a:gd name="connsiteY27" fmla="*/ 112818 h 158483"/>
                <a:gd name="connsiteX28" fmla="*/ 78032 w 256966"/>
                <a:gd name="connsiteY28" fmla="*/ 114162 h 158483"/>
                <a:gd name="connsiteX29" fmla="*/ 75341 w 256966"/>
                <a:gd name="connsiteY29" fmla="*/ 111475 h 158483"/>
                <a:gd name="connsiteX30" fmla="*/ 71305 w 256966"/>
                <a:gd name="connsiteY30" fmla="*/ 112818 h 158483"/>
                <a:gd name="connsiteX31" fmla="*/ 64578 w 256966"/>
                <a:gd name="connsiteY31" fmla="*/ 111475 h 158483"/>
                <a:gd name="connsiteX32" fmla="*/ 64578 w 256966"/>
                <a:gd name="connsiteY32" fmla="*/ 106103 h 158483"/>
                <a:gd name="connsiteX33" fmla="*/ 69960 w 256966"/>
                <a:gd name="connsiteY33" fmla="*/ 102074 h 158483"/>
                <a:gd name="connsiteX34" fmla="*/ 75341 w 256966"/>
                <a:gd name="connsiteY34" fmla="*/ 98045 h 158483"/>
                <a:gd name="connsiteX35" fmla="*/ 72650 w 256966"/>
                <a:gd name="connsiteY35" fmla="*/ 98045 h 158483"/>
                <a:gd name="connsiteX36" fmla="*/ 67269 w 256966"/>
                <a:gd name="connsiteY36" fmla="*/ 99388 h 158483"/>
                <a:gd name="connsiteX37" fmla="*/ 63233 w 256966"/>
                <a:gd name="connsiteY37" fmla="*/ 103417 h 158483"/>
                <a:gd name="connsiteX38" fmla="*/ 60542 w 256966"/>
                <a:gd name="connsiteY38" fmla="*/ 98045 h 158483"/>
                <a:gd name="connsiteX39" fmla="*/ 59196 w 256966"/>
                <a:gd name="connsiteY39" fmla="*/ 99388 h 158483"/>
                <a:gd name="connsiteX40" fmla="*/ 57851 w 256966"/>
                <a:gd name="connsiteY40" fmla="*/ 104760 h 158483"/>
                <a:gd name="connsiteX41" fmla="*/ 49779 w 256966"/>
                <a:gd name="connsiteY41" fmla="*/ 108789 h 158483"/>
                <a:gd name="connsiteX42" fmla="*/ 48433 w 256966"/>
                <a:gd name="connsiteY42" fmla="*/ 112818 h 158483"/>
                <a:gd name="connsiteX43" fmla="*/ 43052 w 256966"/>
                <a:gd name="connsiteY43" fmla="*/ 114162 h 158483"/>
                <a:gd name="connsiteX44" fmla="*/ 37671 w 256966"/>
                <a:gd name="connsiteY44" fmla="*/ 108789 h 158483"/>
                <a:gd name="connsiteX45" fmla="*/ 37671 w 256966"/>
                <a:gd name="connsiteY45" fmla="*/ 104760 h 158483"/>
                <a:gd name="connsiteX46" fmla="*/ 40361 w 256966"/>
                <a:gd name="connsiteY46" fmla="*/ 102074 h 158483"/>
                <a:gd name="connsiteX47" fmla="*/ 36325 w 256966"/>
                <a:gd name="connsiteY47" fmla="*/ 102074 h 158483"/>
                <a:gd name="connsiteX48" fmla="*/ 33634 w 256966"/>
                <a:gd name="connsiteY48" fmla="*/ 99388 h 158483"/>
                <a:gd name="connsiteX49" fmla="*/ 33634 w 256966"/>
                <a:gd name="connsiteY49" fmla="*/ 106103 h 158483"/>
                <a:gd name="connsiteX50" fmla="*/ 29598 w 256966"/>
                <a:gd name="connsiteY50" fmla="*/ 108789 h 158483"/>
                <a:gd name="connsiteX51" fmla="*/ 24217 w 256966"/>
                <a:gd name="connsiteY51" fmla="*/ 107446 h 158483"/>
                <a:gd name="connsiteX52" fmla="*/ 25562 w 256966"/>
                <a:gd name="connsiteY52" fmla="*/ 100731 h 158483"/>
                <a:gd name="connsiteX53" fmla="*/ 20181 w 256966"/>
                <a:gd name="connsiteY53" fmla="*/ 96702 h 158483"/>
                <a:gd name="connsiteX54" fmla="*/ 21526 w 256966"/>
                <a:gd name="connsiteY54" fmla="*/ 92672 h 158483"/>
                <a:gd name="connsiteX55" fmla="*/ 17490 w 256966"/>
                <a:gd name="connsiteY55" fmla="*/ 91329 h 158483"/>
                <a:gd name="connsiteX56" fmla="*/ 17490 w 256966"/>
                <a:gd name="connsiteY56" fmla="*/ 96702 h 158483"/>
                <a:gd name="connsiteX57" fmla="*/ 14799 w 256966"/>
                <a:gd name="connsiteY57" fmla="*/ 96702 h 158483"/>
                <a:gd name="connsiteX58" fmla="*/ 9418 w 256966"/>
                <a:gd name="connsiteY58" fmla="*/ 88643 h 158483"/>
                <a:gd name="connsiteX59" fmla="*/ 0 w 256966"/>
                <a:gd name="connsiteY59" fmla="*/ 83271 h 158483"/>
                <a:gd name="connsiteX60" fmla="*/ 0 w 256966"/>
                <a:gd name="connsiteY60" fmla="*/ 81928 h 158483"/>
                <a:gd name="connsiteX61" fmla="*/ 5381 w 256966"/>
                <a:gd name="connsiteY61" fmla="*/ 80585 h 158483"/>
                <a:gd name="connsiteX62" fmla="*/ 5381 w 256966"/>
                <a:gd name="connsiteY62" fmla="*/ 76555 h 158483"/>
                <a:gd name="connsiteX63" fmla="*/ 4036 w 256966"/>
                <a:gd name="connsiteY63" fmla="*/ 72526 h 158483"/>
                <a:gd name="connsiteX64" fmla="*/ 13454 w 256966"/>
                <a:gd name="connsiteY64" fmla="*/ 65811 h 158483"/>
                <a:gd name="connsiteX65" fmla="*/ 20181 w 256966"/>
                <a:gd name="connsiteY65" fmla="*/ 64468 h 158483"/>
                <a:gd name="connsiteX66" fmla="*/ 21526 w 256966"/>
                <a:gd name="connsiteY66" fmla="*/ 65811 h 158483"/>
                <a:gd name="connsiteX67" fmla="*/ 30944 w 256966"/>
                <a:gd name="connsiteY67" fmla="*/ 65811 h 158483"/>
                <a:gd name="connsiteX68" fmla="*/ 37671 w 256966"/>
                <a:gd name="connsiteY68" fmla="*/ 69840 h 158483"/>
                <a:gd name="connsiteX69" fmla="*/ 44397 w 256966"/>
                <a:gd name="connsiteY69" fmla="*/ 69840 h 158483"/>
                <a:gd name="connsiteX70" fmla="*/ 48433 w 256966"/>
                <a:gd name="connsiteY70" fmla="*/ 67154 h 158483"/>
                <a:gd name="connsiteX71" fmla="*/ 55160 w 256966"/>
                <a:gd name="connsiteY71" fmla="*/ 67154 h 158483"/>
                <a:gd name="connsiteX72" fmla="*/ 60542 w 256966"/>
                <a:gd name="connsiteY72" fmla="*/ 63125 h 158483"/>
                <a:gd name="connsiteX73" fmla="*/ 56506 w 256966"/>
                <a:gd name="connsiteY73" fmla="*/ 60438 h 158483"/>
                <a:gd name="connsiteX74" fmla="*/ 53815 w 256966"/>
                <a:gd name="connsiteY74" fmla="*/ 57752 h 158483"/>
                <a:gd name="connsiteX75" fmla="*/ 48433 w 256966"/>
                <a:gd name="connsiteY75" fmla="*/ 57752 h 158483"/>
                <a:gd name="connsiteX76" fmla="*/ 43052 w 256966"/>
                <a:gd name="connsiteY76" fmla="*/ 59095 h 158483"/>
                <a:gd name="connsiteX77" fmla="*/ 34980 w 256966"/>
                <a:gd name="connsiteY77" fmla="*/ 56409 h 158483"/>
                <a:gd name="connsiteX78" fmla="*/ 28253 w 256966"/>
                <a:gd name="connsiteY78" fmla="*/ 56409 h 158483"/>
                <a:gd name="connsiteX79" fmla="*/ 26908 w 256966"/>
                <a:gd name="connsiteY79" fmla="*/ 53723 h 158483"/>
                <a:gd name="connsiteX80" fmla="*/ 34980 w 256966"/>
                <a:gd name="connsiteY80" fmla="*/ 47008 h 158483"/>
                <a:gd name="connsiteX81" fmla="*/ 40361 w 256966"/>
                <a:gd name="connsiteY81" fmla="*/ 40292 h 158483"/>
                <a:gd name="connsiteX82" fmla="*/ 45743 w 256966"/>
                <a:gd name="connsiteY82" fmla="*/ 38949 h 158483"/>
                <a:gd name="connsiteX83" fmla="*/ 49779 w 256966"/>
                <a:gd name="connsiteY83" fmla="*/ 40292 h 158483"/>
                <a:gd name="connsiteX84" fmla="*/ 59196 w 256966"/>
                <a:gd name="connsiteY84" fmla="*/ 38949 h 158483"/>
                <a:gd name="connsiteX85" fmla="*/ 71305 w 256966"/>
                <a:gd name="connsiteY85" fmla="*/ 40292 h 158483"/>
                <a:gd name="connsiteX86" fmla="*/ 76686 w 256966"/>
                <a:gd name="connsiteY86" fmla="*/ 41635 h 158483"/>
                <a:gd name="connsiteX87" fmla="*/ 79377 w 256966"/>
                <a:gd name="connsiteY87" fmla="*/ 40292 h 158483"/>
                <a:gd name="connsiteX88" fmla="*/ 78032 w 256966"/>
                <a:gd name="connsiteY88" fmla="*/ 37606 h 158483"/>
                <a:gd name="connsiteX89" fmla="*/ 75341 w 256966"/>
                <a:gd name="connsiteY89" fmla="*/ 37606 h 158483"/>
                <a:gd name="connsiteX90" fmla="*/ 69960 w 256966"/>
                <a:gd name="connsiteY90" fmla="*/ 34920 h 158483"/>
                <a:gd name="connsiteX91" fmla="*/ 64578 w 256966"/>
                <a:gd name="connsiteY91" fmla="*/ 34920 h 158483"/>
                <a:gd name="connsiteX92" fmla="*/ 53815 w 256966"/>
                <a:gd name="connsiteY92" fmla="*/ 32234 h 158483"/>
                <a:gd name="connsiteX93" fmla="*/ 51124 w 256966"/>
                <a:gd name="connsiteY93" fmla="*/ 26862 h 158483"/>
                <a:gd name="connsiteX94" fmla="*/ 56506 w 256966"/>
                <a:gd name="connsiteY94" fmla="*/ 22832 h 158483"/>
                <a:gd name="connsiteX95" fmla="*/ 59196 w 256966"/>
                <a:gd name="connsiteY95" fmla="*/ 18803 h 158483"/>
                <a:gd name="connsiteX96" fmla="*/ 63233 w 256966"/>
                <a:gd name="connsiteY96" fmla="*/ 16117 h 158483"/>
                <a:gd name="connsiteX97" fmla="*/ 65923 w 256966"/>
                <a:gd name="connsiteY97" fmla="*/ 16117 h 158483"/>
                <a:gd name="connsiteX98" fmla="*/ 72650 w 256966"/>
                <a:gd name="connsiteY98" fmla="*/ 13431 h 158483"/>
                <a:gd name="connsiteX99" fmla="*/ 76686 w 256966"/>
                <a:gd name="connsiteY99" fmla="*/ 13431 h 158483"/>
                <a:gd name="connsiteX100" fmla="*/ 79377 w 256966"/>
                <a:gd name="connsiteY100" fmla="*/ 16117 h 158483"/>
                <a:gd name="connsiteX101" fmla="*/ 83413 w 256966"/>
                <a:gd name="connsiteY101" fmla="*/ 16117 h 158483"/>
                <a:gd name="connsiteX102" fmla="*/ 88795 w 256966"/>
                <a:gd name="connsiteY102" fmla="*/ 20146 h 158483"/>
                <a:gd name="connsiteX103" fmla="*/ 92831 w 256966"/>
                <a:gd name="connsiteY103" fmla="*/ 21489 h 158483"/>
                <a:gd name="connsiteX104" fmla="*/ 90140 w 256966"/>
                <a:gd name="connsiteY104" fmla="*/ 17460 h 158483"/>
                <a:gd name="connsiteX105" fmla="*/ 84759 w 256966"/>
                <a:gd name="connsiteY105" fmla="*/ 13431 h 158483"/>
                <a:gd name="connsiteX106" fmla="*/ 83413 w 256966"/>
                <a:gd name="connsiteY106" fmla="*/ 8058 h 158483"/>
                <a:gd name="connsiteX107" fmla="*/ 82068 w 256966"/>
                <a:gd name="connsiteY107" fmla="*/ 6715 h 158483"/>
                <a:gd name="connsiteX108" fmla="*/ 84759 w 256966"/>
                <a:gd name="connsiteY108" fmla="*/ 4029 h 158483"/>
                <a:gd name="connsiteX109" fmla="*/ 98213 w 256966"/>
                <a:gd name="connsiteY109" fmla="*/ 0 h 158483"/>
                <a:gd name="connsiteX110" fmla="*/ 102249 w 256966"/>
                <a:gd name="connsiteY110" fmla="*/ 1343 h 158483"/>
                <a:gd name="connsiteX111" fmla="*/ 111666 w 256966"/>
                <a:gd name="connsiteY111" fmla="*/ 1343 h 158483"/>
                <a:gd name="connsiteX112" fmla="*/ 115702 w 256966"/>
                <a:gd name="connsiteY112" fmla="*/ 5372 h 158483"/>
                <a:gd name="connsiteX113" fmla="*/ 118393 w 256966"/>
                <a:gd name="connsiteY113" fmla="*/ 13431 h 158483"/>
                <a:gd name="connsiteX114" fmla="*/ 114357 w 256966"/>
                <a:gd name="connsiteY114" fmla="*/ 16117 h 158483"/>
                <a:gd name="connsiteX115" fmla="*/ 110321 w 256966"/>
                <a:gd name="connsiteY115" fmla="*/ 22832 h 158483"/>
                <a:gd name="connsiteX116" fmla="*/ 111666 w 256966"/>
                <a:gd name="connsiteY116" fmla="*/ 26862 h 158483"/>
                <a:gd name="connsiteX117" fmla="*/ 122429 w 256966"/>
                <a:gd name="connsiteY117" fmla="*/ 25518 h 158483"/>
                <a:gd name="connsiteX118" fmla="*/ 125120 w 256966"/>
                <a:gd name="connsiteY118" fmla="*/ 24175 h 158483"/>
                <a:gd name="connsiteX119" fmla="*/ 127811 w 256966"/>
                <a:gd name="connsiteY119" fmla="*/ 25518 h 158483"/>
                <a:gd name="connsiteX120" fmla="*/ 131847 w 256966"/>
                <a:gd name="connsiteY120" fmla="*/ 25518 h 158483"/>
                <a:gd name="connsiteX121" fmla="*/ 133192 w 256966"/>
                <a:gd name="connsiteY121" fmla="*/ 29548 h 158483"/>
                <a:gd name="connsiteX122" fmla="*/ 133192 w 256966"/>
                <a:gd name="connsiteY122" fmla="*/ 32234 h 158483"/>
                <a:gd name="connsiteX123" fmla="*/ 137228 w 256966"/>
                <a:gd name="connsiteY123" fmla="*/ 34920 h 158483"/>
                <a:gd name="connsiteX124" fmla="*/ 135883 w 256966"/>
                <a:gd name="connsiteY124" fmla="*/ 38949 h 158483"/>
                <a:gd name="connsiteX125" fmla="*/ 133192 w 256966"/>
                <a:gd name="connsiteY125" fmla="*/ 40292 h 158483"/>
                <a:gd name="connsiteX126" fmla="*/ 131847 w 256966"/>
                <a:gd name="connsiteY126" fmla="*/ 44322 h 158483"/>
                <a:gd name="connsiteX127" fmla="*/ 135883 w 256966"/>
                <a:gd name="connsiteY127" fmla="*/ 49694 h 158483"/>
                <a:gd name="connsiteX128" fmla="*/ 135883 w 256966"/>
                <a:gd name="connsiteY128" fmla="*/ 60438 h 158483"/>
                <a:gd name="connsiteX129" fmla="*/ 134538 w 256966"/>
                <a:gd name="connsiteY129" fmla="*/ 64468 h 158483"/>
                <a:gd name="connsiteX130" fmla="*/ 129156 w 256966"/>
                <a:gd name="connsiteY130" fmla="*/ 63125 h 158483"/>
                <a:gd name="connsiteX131" fmla="*/ 125120 w 256966"/>
                <a:gd name="connsiteY131" fmla="*/ 64468 h 158483"/>
                <a:gd name="connsiteX132" fmla="*/ 126465 w 256966"/>
                <a:gd name="connsiteY132" fmla="*/ 67154 h 158483"/>
                <a:gd name="connsiteX133" fmla="*/ 130501 w 256966"/>
                <a:gd name="connsiteY133" fmla="*/ 67154 h 158483"/>
                <a:gd name="connsiteX134" fmla="*/ 135883 w 256966"/>
                <a:gd name="connsiteY134" fmla="*/ 68497 h 158483"/>
                <a:gd name="connsiteX135" fmla="*/ 139919 w 256966"/>
                <a:gd name="connsiteY135" fmla="*/ 68497 h 158483"/>
                <a:gd name="connsiteX136" fmla="*/ 135883 w 256966"/>
                <a:gd name="connsiteY136" fmla="*/ 79242 h 158483"/>
                <a:gd name="connsiteX137" fmla="*/ 133192 w 256966"/>
                <a:gd name="connsiteY137" fmla="*/ 83271 h 158483"/>
                <a:gd name="connsiteX138" fmla="*/ 131847 w 256966"/>
                <a:gd name="connsiteY138" fmla="*/ 92672 h 158483"/>
                <a:gd name="connsiteX139" fmla="*/ 134538 w 256966"/>
                <a:gd name="connsiteY139" fmla="*/ 94015 h 158483"/>
                <a:gd name="connsiteX140" fmla="*/ 141265 w 256966"/>
                <a:gd name="connsiteY140" fmla="*/ 92672 h 158483"/>
                <a:gd name="connsiteX141" fmla="*/ 143955 w 256966"/>
                <a:gd name="connsiteY141" fmla="*/ 88643 h 158483"/>
                <a:gd name="connsiteX142" fmla="*/ 146646 w 256966"/>
                <a:gd name="connsiteY142" fmla="*/ 91329 h 158483"/>
                <a:gd name="connsiteX143" fmla="*/ 146646 w 256966"/>
                <a:gd name="connsiteY143" fmla="*/ 95358 h 158483"/>
                <a:gd name="connsiteX144" fmla="*/ 153373 w 256966"/>
                <a:gd name="connsiteY144" fmla="*/ 95358 h 158483"/>
                <a:gd name="connsiteX145" fmla="*/ 156064 w 256966"/>
                <a:gd name="connsiteY145" fmla="*/ 95358 h 158483"/>
                <a:gd name="connsiteX146" fmla="*/ 165481 w 256966"/>
                <a:gd name="connsiteY146" fmla="*/ 96702 h 158483"/>
                <a:gd name="connsiteX147" fmla="*/ 169517 w 256966"/>
                <a:gd name="connsiteY147" fmla="*/ 103417 h 158483"/>
                <a:gd name="connsiteX148" fmla="*/ 172208 w 256966"/>
                <a:gd name="connsiteY148" fmla="*/ 102074 h 158483"/>
                <a:gd name="connsiteX149" fmla="*/ 172208 w 256966"/>
                <a:gd name="connsiteY149" fmla="*/ 98045 h 158483"/>
                <a:gd name="connsiteX150" fmla="*/ 169517 w 256966"/>
                <a:gd name="connsiteY150" fmla="*/ 96702 h 158483"/>
                <a:gd name="connsiteX151" fmla="*/ 177590 w 256966"/>
                <a:gd name="connsiteY151" fmla="*/ 92672 h 158483"/>
                <a:gd name="connsiteX152" fmla="*/ 176244 w 256966"/>
                <a:gd name="connsiteY152" fmla="*/ 84614 h 158483"/>
                <a:gd name="connsiteX153" fmla="*/ 170863 w 256966"/>
                <a:gd name="connsiteY153" fmla="*/ 79242 h 158483"/>
                <a:gd name="connsiteX154" fmla="*/ 172208 w 256966"/>
                <a:gd name="connsiteY154" fmla="*/ 75212 h 158483"/>
                <a:gd name="connsiteX155" fmla="*/ 168172 w 256966"/>
                <a:gd name="connsiteY155" fmla="*/ 71183 h 158483"/>
                <a:gd name="connsiteX156" fmla="*/ 170863 w 256966"/>
                <a:gd name="connsiteY156" fmla="*/ 68497 h 158483"/>
                <a:gd name="connsiteX157" fmla="*/ 174899 w 256966"/>
                <a:gd name="connsiteY157" fmla="*/ 68497 h 158483"/>
                <a:gd name="connsiteX158" fmla="*/ 181626 w 256966"/>
                <a:gd name="connsiteY158" fmla="*/ 65811 h 158483"/>
                <a:gd name="connsiteX159" fmla="*/ 187007 w 256966"/>
                <a:gd name="connsiteY159" fmla="*/ 65811 h 158483"/>
                <a:gd name="connsiteX160" fmla="*/ 189698 w 256966"/>
                <a:gd name="connsiteY160" fmla="*/ 59095 h 158483"/>
                <a:gd name="connsiteX161" fmla="*/ 185662 w 256966"/>
                <a:gd name="connsiteY161" fmla="*/ 51037 h 158483"/>
                <a:gd name="connsiteX162" fmla="*/ 184317 w 256966"/>
                <a:gd name="connsiteY162" fmla="*/ 48351 h 158483"/>
                <a:gd name="connsiteX163" fmla="*/ 184317 w 256966"/>
                <a:gd name="connsiteY163" fmla="*/ 42978 h 158483"/>
                <a:gd name="connsiteX164" fmla="*/ 181626 w 256966"/>
                <a:gd name="connsiteY164" fmla="*/ 36263 h 158483"/>
                <a:gd name="connsiteX165" fmla="*/ 187007 w 256966"/>
                <a:gd name="connsiteY165" fmla="*/ 29548 h 158483"/>
                <a:gd name="connsiteX166" fmla="*/ 191043 w 256966"/>
                <a:gd name="connsiteY166" fmla="*/ 28205 h 158483"/>
                <a:gd name="connsiteX167" fmla="*/ 193734 w 256966"/>
                <a:gd name="connsiteY167" fmla="*/ 28205 h 158483"/>
                <a:gd name="connsiteX168" fmla="*/ 199116 w 256966"/>
                <a:gd name="connsiteY168" fmla="*/ 28205 h 158483"/>
                <a:gd name="connsiteX169" fmla="*/ 197770 w 256966"/>
                <a:gd name="connsiteY169" fmla="*/ 25518 h 158483"/>
                <a:gd name="connsiteX170" fmla="*/ 199116 w 256966"/>
                <a:gd name="connsiteY170" fmla="*/ 21489 h 158483"/>
                <a:gd name="connsiteX171" fmla="*/ 205843 w 256966"/>
                <a:gd name="connsiteY171" fmla="*/ 18803 h 158483"/>
                <a:gd name="connsiteX172" fmla="*/ 216606 w 256966"/>
                <a:gd name="connsiteY172" fmla="*/ 8058 h 158483"/>
                <a:gd name="connsiteX173" fmla="*/ 220642 w 256966"/>
                <a:gd name="connsiteY173" fmla="*/ 8058 h 158483"/>
                <a:gd name="connsiteX174" fmla="*/ 227369 w 256966"/>
                <a:gd name="connsiteY174" fmla="*/ 12088 h 158483"/>
                <a:gd name="connsiteX175" fmla="*/ 226023 w 256966"/>
                <a:gd name="connsiteY175" fmla="*/ 14774 h 158483"/>
                <a:gd name="connsiteX176" fmla="*/ 228714 w 256966"/>
                <a:gd name="connsiteY176" fmla="*/ 18803 h 158483"/>
                <a:gd name="connsiteX177" fmla="*/ 227369 w 256966"/>
                <a:gd name="connsiteY177" fmla="*/ 22832 h 158483"/>
                <a:gd name="connsiteX178" fmla="*/ 221987 w 256966"/>
                <a:gd name="connsiteY178" fmla="*/ 22832 h 158483"/>
                <a:gd name="connsiteX179" fmla="*/ 219296 w 256966"/>
                <a:gd name="connsiteY179" fmla="*/ 25518 h 158483"/>
                <a:gd name="connsiteX180" fmla="*/ 219296 w 256966"/>
                <a:gd name="connsiteY180" fmla="*/ 29548 h 158483"/>
                <a:gd name="connsiteX181" fmla="*/ 217951 w 256966"/>
                <a:gd name="connsiteY181" fmla="*/ 34920 h 158483"/>
                <a:gd name="connsiteX182" fmla="*/ 217951 w 256966"/>
                <a:gd name="connsiteY182" fmla="*/ 41635 h 158483"/>
                <a:gd name="connsiteX183" fmla="*/ 219296 w 256966"/>
                <a:gd name="connsiteY183" fmla="*/ 42978 h 158483"/>
                <a:gd name="connsiteX184" fmla="*/ 219296 w 256966"/>
                <a:gd name="connsiteY184" fmla="*/ 55066 h 158483"/>
                <a:gd name="connsiteX185" fmla="*/ 216606 w 256966"/>
                <a:gd name="connsiteY185" fmla="*/ 57752 h 158483"/>
                <a:gd name="connsiteX186" fmla="*/ 213915 w 256966"/>
                <a:gd name="connsiteY186" fmla="*/ 57752 h 158483"/>
                <a:gd name="connsiteX187" fmla="*/ 207188 w 256966"/>
                <a:gd name="connsiteY187" fmla="*/ 64468 h 158483"/>
                <a:gd name="connsiteX188" fmla="*/ 203152 w 256966"/>
                <a:gd name="connsiteY188" fmla="*/ 67154 h 158483"/>
                <a:gd name="connsiteX189" fmla="*/ 203152 w 256966"/>
                <a:gd name="connsiteY189" fmla="*/ 69840 h 158483"/>
                <a:gd name="connsiteX190" fmla="*/ 205843 w 256966"/>
                <a:gd name="connsiteY190" fmla="*/ 69840 h 158483"/>
                <a:gd name="connsiteX191" fmla="*/ 209879 w 256966"/>
                <a:gd name="connsiteY191" fmla="*/ 68497 h 158483"/>
                <a:gd name="connsiteX192" fmla="*/ 217951 w 256966"/>
                <a:gd name="connsiteY192" fmla="*/ 68497 h 158483"/>
                <a:gd name="connsiteX193" fmla="*/ 219296 w 256966"/>
                <a:gd name="connsiteY193" fmla="*/ 71183 h 158483"/>
                <a:gd name="connsiteX194" fmla="*/ 215260 w 256966"/>
                <a:gd name="connsiteY194" fmla="*/ 76555 h 158483"/>
                <a:gd name="connsiteX195" fmla="*/ 207188 w 256966"/>
                <a:gd name="connsiteY195" fmla="*/ 81928 h 158483"/>
                <a:gd name="connsiteX196" fmla="*/ 199116 w 256966"/>
                <a:gd name="connsiteY196" fmla="*/ 87300 h 158483"/>
                <a:gd name="connsiteX197" fmla="*/ 197770 w 256966"/>
                <a:gd name="connsiteY197" fmla="*/ 92672 h 158483"/>
                <a:gd name="connsiteX198" fmla="*/ 200461 w 256966"/>
                <a:gd name="connsiteY198" fmla="*/ 95358 h 158483"/>
                <a:gd name="connsiteX199" fmla="*/ 203152 w 256966"/>
                <a:gd name="connsiteY199" fmla="*/ 89986 h 158483"/>
                <a:gd name="connsiteX200" fmla="*/ 211224 w 256966"/>
                <a:gd name="connsiteY200" fmla="*/ 85957 h 158483"/>
                <a:gd name="connsiteX201" fmla="*/ 215260 w 256966"/>
                <a:gd name="connsiteY201" fmla="*/ 83271 h 158483"/>
                <a:gd name="connsiteX202" fmla="*/ 217951 w 256966"/>
                <a:gd name="connsiteY202" fmla="*/ 81928 h 158483"/>
                <a:gd name="connsiteX203" fmla="*/ 224678 w 256966"/>
                <a:gd name="connsiteY203" fmla="*/ 84614 h 158483"/>
                <a:gd name="connsiteX204" fmla="*/ 224678 w 256966"/>
                <a:gd name="connsiteY204" fmla="*/ 91329 h 158483"/>
                <a:gd name="connsiteX205" fmla="*/ 220642 w 256966"/>
                <a:gd name="connsiteY205" fmla="*/ 99388 h 158483"/>
                <a:gd name="connsiteX206" fmla="*/ 221987 w 256966"/>
                <a:gd name="connsiteY206" fmla="*/ 102074 h 158483"/>
                <a:gd name="connsiteX207" fmla="*/ 226023 w 256966"/>
                <a:gd name="connsiteY207" fmla="*/ 96702 h 158483"/>
                <a:gd name="connsiteX208" fmla="*/ 230059 w 256966"/>
                <a:gd name="connsiteY208" fmla="*/ 96702 h 158483"/>
                <a:gd name="connsiteX209" fmla="*/ 231405 w 256966"/>
                <a:gd name="connsiteY209" fmla="*/ 94015 h 158483"/>
                <a:gd name="connsiteX210" fmla="*/ 230059 w 256966"/>
                <a:gd name="connsiteY210" fmla="*/ 92672 h 158483"/>
                <a:gd name="connsiteX211" fmla="*/ 232750 w 256966"/>
                <a:gd name="connsiteY211" fmla="*/ 87300 h 158483"/>
                <a:gd name="connsiteX212" fmla="*/ 234095 w 256966"/>
                <a:gd name="connsiteY212" fmla="*/ 83271 h 158483"/>
                <a:gd name="connsiteX213" fmla="*/ 242168 w 256966"/>
                <a:gd name="connsiteY213" fmla="*/ 76555 h 158483"/>
                <a:gd name="connsiteX214" fmla="*/ 244859 w 256966"/>
                <a:gd name="connsiteY214" fmla="*/ 76555 h 158483"/>
                <a:gd name="connsiteX215" fmla="*/ 251585 w 256966"/>
                <a:gd name="connsiteY215" fmla="*/ 80585 h 158483"/>
                <a:gd name="connsiteX216" fmla="*/ 254276 w 256966"/>
                <a:gd name="connsiteY216" fmla="*/ 88643 h 158483"/>
                <a:gd name="connsiteX217" fmla="*/ 256967 w 256966"/>
                <a:gd name="connsiteY217" fmla="*/ 92672 h 158483"/>
                <a:gd name="connsiteX218" fmla="*/ 255622 w 256966"/>
                <a:gd name="connsiteY218" fmla="*/ 100731 h 158483"/>
                <a:gd name="connsiteX219" fmla="*/ 248895 w 256966"/>
                <a:gd name="connsiteY219" fmla="*/ 112818 h 158483"/>
                <a:gd name="connsiteX220" fmla="*/ 243513 w 256966"/>
                <a:gd name="connsiteY220" fmla="*/ 118191 h 158483"/>
                <a:gd name="connsiteX221" fmla="*/ 238132 w 256966"/>
                <a:gd name="connsiteY221" fmla="*/ 119534 h 158483"/>
                <a:gd name="connsiteX222" fmla="*/ 234095 w 256966"/>
                <a:gd name="connsiteY222" fmla="*/ 120877 h 158483"/>
                <a:gd name="connsiteX223" fmla="*/ 232750 w 256966"/>
                <a:gd name="connsiteY223" fmla="*/ 122220 h 158483"/>
                <a:gd name="connsiteX224" fmla="*/ 234095 w 256966"/>
                <a:gd name="connsiteY224" fmla="*/ 126249 h 158483"/>
                <a:gd name="connsiteX225" fmla="*/ 228714 w 256966"/>
                <a:gd name="connsiteY225" fmla="*/ 134308 h 158483"/>
                <a:gd name="connsiteX226" fmla="*/ 224678 w 256966"/>
                <a:gd name="connsiteY226" fmla="*/ 134308 h 158483"/>
                <a:gd name="connsiteX227" fmla="*/ 219296 w 256966"/>
                <a:gd name="connsiteY227" fmla="*/ 136994 h 158483"/>
                <a:gd name="connsiteX228" fmla="*/ 219296 w 256966"/>
                <a:gd name="connsiteY228" fmla="*/ 142366 h 158483"/>
                <a:gd name="connsiteX229" fmla="*/ 217951 w 256966"/>
                <a:gd name="connsiteY229" fmla="*/ 145052 h 158483"/>
                <a:gd name="connsiteX230" fmla="*/ 215260 w 256966"/>
                <a:gd name="connsiteY230" fmla="*/ 145052 h 158483"/>
                <a:gd name="connsiteX231" fmla="*/ 212570 w 256966"/>
                <a:gd name="connsiteY231" fmla="*/ 146395 h 158483"/>
                <a:gd name="connsiteX232" fmla="*/ 212570 w 256966"/>
                <a:gd name="connsiteY232" fmla="*/ 149082 h 158483"/>
                <a:gd name="connsiteX233" fmla="*/ 209879 w 256966"/>
                <a:gd name="connsiteY233" fmla="*/ 150425 h 158483"/>
                <a:gd name="connsiteX234" fmla="*/ 205843 w 256966"/>
                <a:gd name="connsiteY234" fmla="*/ 147738 h 158483"/>
                <a:gd name="connsiteX235" fmla="*/ 201806 w 256966"/>
                <a:gd name="connsiteY235" fmla="*/ 149082 h 158483"/>
                <a:gd name="connsiteX236" fmla="*/ 197770 w 256966"/>
                <a:gd name="connsiteY236" fmla="*/ 147738 h 158483"/>
                <a:gd name="connsiteX237" fmla="*/ 189698 w 256966"/>
                <a:gd name="connsiteY237" fmla="*/ 153111 h 158483"/>
                <a:gd name="connsiteX238" fmla="*/ 181626 w 256966"/>
                <a:gd name="connsiteY238" fmla="*/ 153111 h 158483"/>
                <a:gd name="connsiteX239" fmla="*/ 176244 w 256966"/>
                <a:gd name="connsiteY239" fmla="*/ 150425 h 158483"/>
                <a:gd name="connsiteX240" fmla="*/ 174899 w 256966"/>
                <a:gd name="connsiteY240" fmla="*/ 147738 h 158483"/>
                <a:gd name="connsiteX241" fmla="*/ 177590 w 256966"/>
                <a:gd name="connsiteY241" fmla="*/ 143709 h 158483"/>
                <a:gd name="connsiteX242" fmla="*/ 177590 w 256966"/>
                <a:gd name="connsiteY242" fmla="*/ 139680 h 158483"/>
                <a:gd name="connsiteX243" fmla="*/ 176244 w 256966"/>
                <a:gd name="connsiteY243" fmla="*/ 139680 h 158483"/>
                <a:gd name="connsiteX244" fmla="*/ 169517 w 256966"/>
                <a:gd name="connsiteY244" fmla="*/ 142366 h 158483"/>
                <a:gd name="connsiteX245" fmla="*/ 169517 w 256966"/>
                <a:gd name="connsiteY245" fmla="*/ 145052 h 158483"/>
                <a:gd name="connsiteX246" fmla="*/ 165481 w 256966"/>
                <a:gd name="connsiteY246" fmla="*/ 147738 h 158483"/>
                <a:gd name="connsiteX247" fmla="*/ 158754 w 256966"/>
                <a:gd name="connsiteY247" fmla="*/ 145052 h 158483"/>
                <a:gd name="connsiteX248" fmla="*/ 158754 w 256966"/>
                <a:gd name="connsiteY248" fmla="*/ 142366 h 158483"/>
                <a:gd name="connsiteX249" fmla="*/ 160100 w 256966"/>
                <a:gd name="connsiteY249" fmla="*/ 139680 h 158483"/>
                <a:gd name="connsiteX250" fmla="*/ 158754 w 256966"/>
                <a:gd name="connsiteY250" fmla="*/ 135651 h 158483"/>
                <a:gd name="connsiteX251" fmla="*/ 156064 w 256966"/>
                <a:gd name="connsiteY251" fmla="*/ 134308 h 158483"/>
                <a:gd name="connsiteX252" fmla="*/ 156064 w 256966"/>
                <a:gd name="connsiteY252" fmla="*/ 136994 h 158483"/>
                <a:gd name="connsiteX253" fmla="*/ 152028 w 256966"/>
                <a:gd name="connsiteY253" fmla="*/ 139680 h 158483"/>
                <a:gd name="connsiteX254" fmla="*/ 147991 w 256966"/>
                <a:gd name="connsiteY254" fmla="*/ 139680 h 158483"/>
                <a:gd name="connsiteX255" fmla="*/ 139919 w 256966"/>
                <a:gd name="connsiteY255" fmla="*/ 143709 h 158483"/>
                <a:gd name="connsiteX256" fmla="*/ 138574 w 256966"/>
                <a:gd name="connsiteY256" fmla="*/ 145052 h 158483"/>
                <a:gd name="connsiteX257" fmla="*/ 131847 w 256966"/>
                <a:gd name="connsiteY257" fmla="*/ 145052 h 158483"/>
                <a:gd name="connsiteX258" fmla="*/ 130501 w 256966"/>
                <a:gd name="connsiteY258" fmla="*/ 143709 h 158483"/>
                <a:gd name="connsiteX259" fmla="*/ 123775 w 256966"/>
                <a:gd name="connsiteY259" fmla="*/ 143709 h 158483"/>
                <a:gd name="connsiteX260" fmla="*/ 121084 w 256966"/>
                <a:gd name="connsiteY260" fmla="*/ 142366 h 158483"/>
                <a:gd name="connsiteX261" fmla="*/ 118393 w 256966"/>
                <a:gd name="connsiteY261" fmla="*/ 145052 h 158483"/>
                <a:gd name="connsiteX262" fmla="*/ 114357 w 256966"/>
                <a:gd name="connsiteY262" fmla="*/ 145052 h 158483"/>
                <a:gd name="connsiteX263" fmla="*/ 111666 w 256966"/>
                <a:gd name="connsiteY263" fmla="*/ 146395 h 158483"/>
                <a:gd name="connsiteX264" fmla="*/ 110321 w 256966"/>
                <a:gd name="connsiteY264" fmla="*/ 150425 h 158483"/>
                <a:gd name="connsiteX265" fmla="*/ 107630 w 256966"/>
                <a:gd name="connsiteY265" fmla="*/ 153111 h 158483"/>
                <a:gd name="connsiteX266" fmla="*/ 102249 w 256966"/>
                <a:gd name="connsiteY266" fmla="*/ 153111 h 158483"/>
                <a:gd name="connsiteX267" fmla="*/ 100903 w 256966"/>
                <a:gd name="connsiteY267" fmla="*/ 155797 h 158483"/>
                <a:gd name="connsiteX268" fmla="*/ 95522 w 256966"/>
                <a:gd name="connsiteY268" fmla="*/ 157140 h 158483"/>
                <a:gd name="connsiteX269" fmla="*/ 92831 w 256966"/>
                <a:gd name="connsiteY269" fmla="*/ 155797 h 158483"/>
                <a:gd name="connsiteX270" fmla="*/ 87449 w 256966"/>
                <a:gd name="connsiteY270" fmla="*/ 158483 h 158483"/>
                <a:gd name="connsiteX271" fmla="*/ 82068 w 256966"/>
                <a:gd name="connsiteY271" fmla="*/ 158483 h 158483"/>
                <a:gd name="connsiteX272" fmla="*/ 80723 w 256966"/>
                <a:gd name="connsiteY272" fmla="*/ 155797 h 158483"/>
                <a:gd name="connsiteX273" fmla="*/ 72650 w 256966"/>
                <a:gd name="connsiteY273" fmla="*/ 155797 h 158483"/>
                <a:gd name="connsiteX274" fmla="*/ 65923 w 256966"/>
                <a:gd name="connsiteY274" fmla="*/ 158483 h 158483"/>
                <a:gd name="connsiteX275" fmla="*/ 59196 w 256966"/>
                <a:gd name="connsiteY275" fmla="*/ 158483 h 158483"/>
                <a:gd name="connsiteX276" fmla="*/ 51124 w 256966"/>
                <a:gd name="connsiteY276" fmla="*/ 154454 h 158483"/>
                <a:gd name="connsiteX277" fmla="*/ 44397 w 256966"/>
                <a:gd name="connsiteY277" fmla="*/ 153111 h 158483"/>
                <a:gd name="connsiteX278" fmla="*/ 41707 w 256966"/>
                <a:gd name="connsiteY278" fmla="*/ 147738 h 158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</a:cxnLst>
              <a:rect l="l" t="t" r="r" b="b"/>
              <a:pathLst>
                <a:path w="256966" h="158483">
                  <a:moveTo>
                    <a:pt x="36325" y="142366"/>
                  </a:moveTo>
                  <a:lnTo>
                    <a:pt x="37671" y="136994"/>
                  </a:lnTo>
                  <a:lnTo>
                    <a:pt x="36325" y="132965"/>
                  </a:lnTo>
                  <a:lnTo>
                    <a:pt x="37671" y="124906"/>
                  </a:lnTo>
                  <a:lnTo>
                    <a:pt x="45743" y="123563"/>
                  </a:lnTo>
                  <a:lnTo>
                    <a:pt x="53815" y="124906"/>
                  </a:lnTo>
                  <a:lnTo>
                    <a:pt x="56506" y="122220"/>
                  </a:lnTo>
                  <a:lnTo>
                    <a:pt x="63233" y="124906"/>
                  </a:lnTo>
                  <a:lnTo>
                    <a:pt x="68614" y="123563"/>
                  </a:lnTo>
                  <a:lnTo>
                    <a:pt x="75341" y="119534"/>
                  </a:lnTo>
                  <a:lnTo>
                    <a:pt x="83413" y="119534"/>
                  </a:lnTo>
                  <a:lnTo>
                    <a:pt x="91486" y="122220"/>
                  </a:lnTo>
                  <a:lnTo>
                    <a:pt x="96867" y="122220"/>
                  </a:lnTo>
                  <a:lnTo>
                    <a:pt x="100903" y="124906"/>
                  </a:lnTo>
                  <a:lnTo>
                    <a:pt x="104939" y="120877"/>
                  </a:lnTo>
                  <a:lnTo>
                    <a:pt x="117048" y="120877"/>
                  </a:lnTo>
                  <a:lnTo>
                    <a:pt x="118393" y="116848"/>
                  </a:lnTo>
                  <a:lnTo>
                    <a:pt x="121084" y="114162"/>
                  </a:lnTo>
                  <a:lnTo>
                    <a:pt x="119738" y="111475"/>
                  </a:lnTo>
                  <a:lnTo>
                    <a:pt x="115702" y="115505"/>
                  </a:lnTo>
                  <a:lnTo>
                    <a:pt x="108975" y="115505"/>
                  </a:lnTo>
                  <a:lnTo>
                    <a:pt x="108975" y="112818"/>
                  </a:lnTo>
                  <a:lnTo>
                    <a:pt x="100903" y="115505"/>
                  </a:lnTo>
                  <a:lnTo>
                    <a:pt x="95522" y="115505"/>
                  </a:lnTo>
                  <a:lnTo>
                    <a:pt x="95522" y="111475"/>
                  </a:lnTo>
                  <a:lnTo>
                    <a:pt x="91486" y="108789"/>
                  </a:lnTo>
                  <a:lnTo>
                    <a:pt x="87449" y="111475"/>
                  </a:lnTo>
                  <a:lnTo>
                    <a:pt x="82068" y="112818"/>
                  </a:lnTo>
                  <a:lnTo>
                    <a:pt x="78032" y="114162"/>
                  </a:lnTo>
                  <a:lnTo>
                    <a:pt x="75341" y="111475"/>
                  </a:lnTo>
                  <a:lnTo>
                    <a:pt x="71305" y="112818"/>
                  </a:lnTo>
                  <a:lnTo>
                    <a:pt x="64578" y="111475"/>
                  </a:lnTo>
                  <a:lnTo>
                    <a:pt x="64578" y="106103"/>
                  </a:lnTo>
                  <a:lnTo>
                    <a:pt x="69960" y="102074"/>
                  </a:lnTo>
                  <a:lnTo>
                    <a:pt x="75341" y="98045"/>
                  </a:lnTo>
                  <a:lnTo>
                    <a:pt x="72650" y="98045"/>
                  </a:lnTo>
                  <a:lnTo>
                    <a:pt x="67269" y="99388"/>
                  </a:lnTo>
                  <a:lnTo>
                    <a:pt x="63233" y="103417"/>
                  </a:lnTo>
                  <a:lnTo>
                    <a:pt x="60542" y="98045"/>
                  </a:lnTo>
                  <a:lnTo>
                    <a:pt x="59196" y="99388"/>
                  </a:lnTo>
                  <a:lnTo>
                    <a:pt x="57851" y="104760"/>
                  </a:lnTo>
                  <a:lnTo>
                    <a:pt x="49779" y="108789"/>
                  </a:lnTo>
                  <a:lnTo>
                    <a:pt x="48433" y="112818"/>
                  </a:lnTo>
                  <a:lnTo>
                    <a:pt x="43052" y="114162"/>
                  </a:lnTo>
                  <a:lnTo>
                    <a:pt x="37671" y="108789"/>
                  </a:lnTo>
                  <a:lnTo>
                    <a:pt x="37671" y="104760"/>
                  </a:lnTo>
                  <a:lnTo>
                    <a:pt x="40361" y="102074"/>
                  </a:lnTo>
                  <a:lnTo>
                    <a:pt x="36325" y="102074"/>
                  </a:lnTo>
                  <a:lnTo>
                    <a:pt x="33634" y="99388"/>
                  </a:lnTo>
                  <a:lnTo>
                    <a:pt x="33634" y="106103"/>
                  </a:lnTo>
                  <a:lnTo>
                    <a:pt x="29598" y="108789"/>
                  </a:lnTo>
                  <a:lnTo>
                    <a:pt x="24217" y="107446"/>
                  </a:lnTo>
                  <a:lnTo>
                    <a:pt x="25562" y="100731"/>
                  </a:lnTo>
                  <a:lnTo>
                    <a:pt x="20181" y="96702"/>
                  </a:lnTo>
                  <a:lnTo>
                    <a:pt x="21526" y="92672"/>
                  </a:lnTo>
                  <a:lnTo>
                    <a:pt x="17490" y="91329"/>
                  </a:lnTo>
                  <a:lnTo>
                    <a:pt x="17490" y="96702"/>
                  </a:lnTo>
                  <a:lnTo>
                    <a:pt x="14799" y="96702"/>
                  </a:lnTo>
                  <a:lnTo>
                    <a:pt x="9418" y="88643"/>
                  </a:lnTo>
                  <a:lnTo>
                    <a:pt x="0" y="83271"/>
                  </a:lnTo>
                  <a:lnTo>
                    <a:pt x="0" y="81928"/>
                  </a:lnTo>
                  <a:lnTo>
                    <a:pt x="5381" y="80585"/>
                  </a:lnTo>
                  <a:lnTo>
                    <a:pt x="5381" y="76555"/>
                  </a:lnTo>
                  <a:lnTo>
                    <a:pt x="4036" y="72526"/>
                  </a:lnTo>
                  <a:lnTo>
                    <a:pt x="13454" y="65811"/>
                  </a:lnTo>
                  <a:lnTo>
                    <a:pt x="20181" y="64468"/>
                  </a:lnTo>
                  <a:lnTo>
                    <a:pt x="21526" y="65811"/>
                  </a:lnTo>
                  <a:lnTo>
                    <a:pt x="30944" y="65811"/>
                  </a:lnTo>
                  <a:lnTo>
                    <a:pt x="37671" y="69840"/>
                  </a:lnTo>
                  <a:lnTo>
                    <a:pt x="44397" y="69840"/>
                  </a:lnTo>
                  <a:lnTo>
                    <a:pt x="48433" y="67154"/>
                  </a:lnTo>
                  <a:lnTo>
                    <a:pt x="55160" y="67154"/>
                  </a:lnTo>
                  <a:lnTo>
                    <a:pt x="60542" y="63125"/>
                  </a:lnTo>
                  <a:lnTo>
                    <a:pt x="56506" y="60438"/>
                  </a:lnTo>
                  <a:lnTo>
                    <a:pt x="53815" y="57752"/>
                  </a:lnTo>
                  <a:lnTo>
                    <a:pt x="48433" y="57752"/>
                  </a:lnTo>
                  <a:lnTo>
                    <a:pt x="43052" y="59095"/>
                  </a:lnTo>
                  <a:lnTo>
                    <a:pt x="34980" y="56409"/>
                  </a:lnTo>
                  <a:lnTo>
                    <a:pt x="28253" y="56409"/>
                  </a:lnTo>
                  <a:lnTo>
                    <a:pt x="26908" y="53723"/>
                  </a:lnTo>
                  <a:lnTo>
                    <a:pt x="34980" y="47008"/>
                  </a:lnTo>
                  <a:lnTo>
                    <a:pt x="40361" y="40292"/>
                  </a:lnTo>
                  <a:lnTo>
                    <a:pt x="45743" y="38949"/>
                  </a:lnTo>
                  <a:lnTo>
                    <a:pt x="49779" y="40292"/>
                  </a:lnTo>
                  <a:lnTo>
                    <a:pt x="59196" y="38949"/>
                  </a:lnTo>
                  <a:lnTo>
                    <a:pt x="71305" y="40292"/>
                  </a:lnTo>
                  <a:lnTo>
                    <a:pt x="76686" y="41635"/>
                  </a:lnTo>
                  <a:lnTo>
                    <a:pt x="79377" y="40292"/>
                  </a:lnTo>
                  <a:lnTo>
                    <a:pt x="78032" y="37606"/>
                  </a:lnTo>
                  <a:lnTo>
                    <a:pt x="75341" y="37606"/>
                  </a:lnTo>
                  <a:lnTo>
                    <a:pt x="69960" y="34920"/>
                  </a:lnTo>
                  <a:lnTo>
                    <a:pt x="64578" y="34920"/>
                  </a:lnTo>
                  <a:lnTo>
                    <a:pt x="53815" y="32234"/>
                  </a:lnTo>
                  <a:lnTo>
                    <a:pt x="51124" y="26862"/>
                  </a:lnTo>
                  <a:lnTo>
                    <a:pt x="56506" y="22832"/>
                  </a:lnTo>
                  <a:lnTo>
                    <a:pt x="59196" y="18803"/>
                  </a:lnTo>
                  <a:lnTo>
                    <a:pt x="63233" y="16117"/>
                  </a:lnTo>
                  <a:lnTo>
                    <a:pt x="65923" y="16117"/>
                  </a:lnTo>
                  <a:lnTo>
                    <a:pt x="72650" y="13431"/>
                  </a:lnTo>
                  <a:lnTo>
                    <a:pt x="76686" y="13431"/>
                  </a:lnTo>
                  <a:lnTo>
                    <a:pt x="79377" y="16117"/>
                  </a:lnTo>
                  <a:lnTo>
                    <a:pt x="83413" y="16117"/>
                  </a:lnTo>
                  <a:lnTo>
                    <a:pt x="88795" y="20146"/>
                  </a:lnTo>
                  <a:lnTo>
                    <a:pt x="92831" y="21489"/>
                  </a:lnTo>
                  <a:lnTo>
                    <a:pt x="90140" y="17460"/>
                  </a:lnTo>
                  <a:lnTo>
                    <a:pt x="84759" y="13431"/>
                  </a:lnTo>
                  <a:lnTo>
                    <a:pt x="83413" y="8058"/>
                  </a:lnTo>
                  <a:lnTo>
                    <a:pt x="82068" y="6715"/>
                  </a:lnTo>
                  <a:lnTo>
                    <a:pt x="84759" y="4029"/>
                  </a:lnTo>
                  <a:lnTo>
                    <a:pt x="98213" y="0"/>
                  </a:lnTo>
                  <a:lnTo>
                    <a:pt x="102249" y="1343"/>
                  </a:lnTo>
                  <a:lnTo>
                    <a:pt x="111666" y="1343"/>
                  </a:lnTo>
                  <a:lnTo>
                    <a:pt x="115702" y="5372"/>
                  </a:lnTo>
                  <a:lnTo>
                    <a:pt x="118393" y="13431"/>
                  </a:lnTo>
                  <a:lnTo>
                    <a:pt x="114357" y="16117"/>
                  </a:lnTo>
                  <a:lnTo>
                    <a:pt x="110321" y="22832"/>
                  </a:lnTo>
                  <a:lnTo>
                    <a:pt x="111666" y="26862"/>
                  </a:lnTo>
                  <a:lnTo>
                    <a:pt x="122429" y="25518"/>
                  </a:lnTo>
                  <a:lnTo>
                    <a:pt x="125120" y="24175"/>
                  </a:lnTo>
                  <a:lnTo>
                    <a:pt x="127811" y="25518"/>
                  </a:lnTo>
                  <a:lnTo>
                    <a:pt x="131847" y="25518"/>
                  </a:lnTo>
                  <a:lnTo>
                    <a:pt x="133192" y="29548"/>
                  </a:lnTo>
                  <a:lnTo>
                    <a:pt x="133192" y="32234"/>
                  </a:lnTo>
                  <a:lnTo>
                    <a:pt x="137228" y="34920"/>
                  </a:lnTo>
                  <a:lnTo>
                    <a:pt x="135883" y="38949"/>
                  </a:lnTo>
                  <a:lnTo>
                    <a:pt x="133192" y="40292"/>
                  </a:lnTo>
                  <a:lnTo>
                    <a:pt x="131847" y="44322"/>
                  </a:lnTo>
                  <a:lnTo>
                    <a:pt x="135883" y="49694"/>
                  </a:lnTo>
                  <a:lnTo>
                    <a:pt x="135883" y="60438"/>
                  </a:lnTo>
                  <a:lnTo>
                    <a:pt x="134538" y="64468"/>
                  </a:lnTo>
                  <a:lnTo>
                    <a:pt x="129156" y="63125"/>
                  </a:lnTo>
                  <a:lnTo>
                    <a:pt x="125120" y="64468"/>
                  </a:lnTo>
                  <a:lnTo>
                    <a:pt x="126465" y="67154"/>
                  </a:lnTo>
                  <a:lnTo>
                    <a:pt x="130501" y="67154"/>
                  </a:lnTo>
                  <a:lnTo>
                    <a:pt x="135883" y="68497"/>
                  </a:lnTo>
                  <a:lnTo>
                    <a:pt x="139919" y="68497"/>
                  </a:lnTo>
                  <a:lnTo>
                    <a:pt x="135883" y="79242"/>
                  </a:lnTo>
                  <a:lnTo>
                    <a:pt x="133192" y="83271"/>
                  </a:lnTo>
                  <a:lnTo>
                    <a:pt x="131847" y="92672"/>
                  </a:lnTo>
                  <a:lnTo>
                    <a:pt x="134538" y="94015"/>
                  </a:lnTo>
                  <a:lnTo>
                    <a:pt x="141265" y="92672"/>
                  </a:lnTo>
                  <a:lnTo>
                    <a:pt x="143955" y="88643"/>
                  </a:lnTo>
                  <a:lnTo>
                    <a:pt x="146646" y="91329"/>
                  </a:lnTo>
                  <a:lnTo>
                    <a:pt x="146646" y="95358"/>
                  </a:lnTo>
                  <a:lnTo>
                    <a:pt x="153373" y="95358"/>
                  </a:lnTo>
                  <a:lnTo>
                    <a:pt x="156064" y="95358"/>
                  </a:lnTo>
                  <a:lnTo>
                    <a:pt x="165481" y="96702"/>
                  </a:lnTo>
                  <a:lnTo>
                    <a:pt x="169517" y="103417"/>
                  </a:lnTo>
                  <a:lnTo>
                    <a:pt x="172208" y="102074"/>
                  </a:lnTo>
                  <a:lnTo>
                    <a:pt x="172208" y="98045"/>
                  </a:lnTo>
                  <a:lnTo>
                    <a:pt x="169517" y="96702"/>
                  </a:lnTo>
                  <a:lnTo>
                    <a:pt x="177590" y="92672"/>
                  </a:lnTo>
                  <a:lnTo>
                    <a:pt x="176244" y="84614"/>
                  </a:lnTo>
                  <a:lnTo>
                    <a:pt x="170863" y="79242"/>
                  </a:lnTo>
                  <a:lnTo>
                    <a:pt x="172208" y="75212"/>
                  </a:lnTo>
                  <a:lnTo>
                    <a:pt x="168172" y="71183"/>
                  </a:lnTo>
                  <a:lnTo>
                    <a:pt x="170863" y="68497"/>
                  </a:lnTo>
                  <a:lnTo>
                    <a:pt x="174899" y="68497"/>
                  </a:lnTo>
                  <a:lnTo>
                    <a:pt x="181626" y="65811"/>
                  </a:lnTo>
                  <a:lnTo>
                    <a:pt x="187007" y="65811"/>
                  </a:lnTo>
                  <a:lnTo>
                    <a:pt x="189698" y="59095"/>
                  </a:lnTo>
                  <a:lnTo>
                    <a:pt x="185662" y="51037"/>
                  </a:lnTo>
                  <a:lnTo>
                    <a:pt x="184317" y="48351"/>
                  </a:lnTo>
                  <a:lnTo>
                    <a:pt x="184317" y="42978"/>
                  </a:lnTo>
                  <a:lnTo>
                    <a:pt x="181626" y="36263"/>
                  </a:lnTo>
                  <a:lnTo>
                    <a:pt x="187007" y="29548"/>
                  </a:lnTo>
                  <a:lnTo>
                    <a:pt x="191043" y="28205"/>
                  </a:lnTo>
                  <a:lnTo>
                    <a:pt x="193734" y="28205"/>
                  </a:lnTo>
                  <a:lnTo>
                    <a:pt x="199116" y="28205"/>
                  </a:lnTo>
                  <a:lnTo>
                    <a:pt x="197770" y="25518"/>
                  </a:lnTo>
                  <a:lnTo>
                    <a:pt x="199116" y="21489"/>
                  </a:lnTo>
                  <a:lnTo>
                    <a:pt x="205843" y="18803"/>
                  </a:lnTo>
                  <a:lnTo>
                    <a:pt x="216606" y="8058"/>
                  </a:lnTo>
                  <a:lnTo>
                    <a:pt x="220642" y="8058"/>
                  </a:lnTo>
                  <a:lnTo>
                    <a:pt x="227369" y="12088"/>
                  </a:lnTo>
                  <a:lnTo>
                    <a:pt x="226023" y="14774"/>
                  </a:lnTo>
                  <a:lnTo>
                    <a:pt x="228714" y="18803"/>
                  </a:lnTo>
                  <a:lnTo>
                    <a:pt x="227369" y="22832"/>
                  </a:lnTo>
                  <a:lnTo>
                    <a:pt x="221987" y="22832"/>
                  </a:lnTo>
                  <a:lnTo>
                    <a:pt x="219296" y="25518"/>
                  </a:lnTo>
                  <a:lnTo>
                    <a:pt x="219296" y="29548"/>
                  </a:lnTo>
                  <a:lnTo>
                    <a:pt x="217951" y="34920"/>
                  </a:lnTo>
                  <a:lnTo>
                    <a:pt x="217951" y="41635"/>
                  </a:lnTo>
                  <a:lnTo>
                    <a:pt x="219296" y="42978"/>
                  </a:lnTo>
                  <a:lnTo>
                    <a:pt x="219296" y="55066"/>
                  </a:lnTo>
                  <a:lnTo>
                    <a:pt x="216606" y="57752"/>
                  </a:lnTo>
                  <a:lnTo>
                    <a:pt x="213915" y="57752"/>
                  </a:lnTo>
                  <a:lnTo>
                    <a:pt x="207188" y="64468"/>
                  </a:lnTo>
                  <a:lnTo>
                    <a:pt x="203152" y="67154"/>
                  </a:lnTo>
                  <a:lnTo>
                    <a:pt x="203152" y="69840"/>
                  </a:lnTo>
                  <a:lnTo>
                    <a:pt x="205843" y="69840"/>
                  </a:lnTo>
                  <a:lnTo>
                    <a:pt x="209879" y="68497"/>
                  </a:lnTo>
                  <a:lnTo>
                    <a:pt x="217951" y="68497"/>
                  </a:lnTo>
                  <a:lnTo>
                    <a:pt x="219296" y="71183"/>
                  </a:lnTo>
                  <a:lnTo>
                    <a:pt x="215260" y="76555"/>
                  </a:lnTo>
                  <a:lnTo>
                    <a:pt x="207188" y="81928"/>
                  </a:lnTo>
                  <a:lnTo>
                    <a:pt x="199116" y="87300"/>
                  </a:lnTo>
                  <a:lnTo>
                    <a:pt x="197770" y="92672"/>
                  </a:lnTo>
                  <a:lnTo>
                    <a:pt x="200461" y="95358"/>
                  </a:lnTo>
                  <a:lnTo>
                    <a:pt x="203152" y="89986"/>
                  </a:lnTo>
                  <a:lnTo>
                    <a:pt x="211224" y="85957"/>
                  </a:lnTo>
                  <a:lnTo>
                    <a:pt x="215260" y="83271"/>
                  </a:lnTo>
                  <a:lnTo>
                    <a:pt x="217951" y="81928"/>
                  </a:lnTo>
                  <a:lnTo>
                    <a:pt x="224678" y="84614"/>
                  </a:lnTo>
                  <a:lnTo>
                    <a:pt x="224678" y="91329"/>
                  </a:lnTo>
                  <a:lnTo>
                    <a:pt x="220642" y="99388"/>
                  </a:lnTo>
                  <a:lnTo>
                    <a:pt x="221987" y="102074"/>
                  </a:lnTo>
                  <a:lnTo>
                    <a:pt x="226023" y="96702"/>
                  </a:lnTo>
                  <a:lnTo>
                    <a:pt x="230059" y="96702"/>
                  </a:lnTo>
                  <a:lnTo>
                    <a:pt x="231405" y="94015"/>
                  </a:lnTo>
                  <a:lnTo>
                    <a:pt x="230059" y="92672"/>
                  </a:lnTo>
                  <a:lnTo>
                    <a:pt x="232750" y="87300"/>
                  </a:lnTo>
                  <a:lnTo>
                    <a:pt x="234095" y="83271"/>
                  </a:lnTo>
                  <a:lnTo>
                    <a:pt x="242168" y="76555"/>
                  </a:lnTo>
                  <a:lnTo>
                    <a:pt x="244859" y="76555"/>
                  </a:lnTo>
                  <a:lnTo>
                    <a:pt x="251585" y="80585"/>
                  </a:lnTo>
                  <a:lnTo>
                    <a:pt x="254276" y="88643"/>
                  </a:lnTo>
                  <a:lnTo>
                    <a:pt x="256967" y="92672"/>
                  </a:lnTo>
                  <a:lnTo>
                    <a:pt x="255622" y="100731"/>
                  </a:lnTo>
                  <a:lnTo>
                    <a:pt x="248895" y="112818"/>
                  </a:lnTo>
                  <a:lnTo>
                    <a:pt x="243513" y="118191"/>
                  </a:lnTo>
                  <a:lnTo>
                    <a:pt x="238132" y="119534"/>
                  </a:lnTo>
                  <a:lnTo>
                    <a:pt x="234095" y="120877"/>
                  </a:lnTo>
                  <a:lnTo>
                    <a:pt x="232750" y="122220"/>
                  </a:lnTo>
                  <a:lnTo>
                    <a:pt x="234095" y="126249"/>
                  </a:lnTo>
                  <a:lnTo>
                    <a:pt x="228714" y="134308"/>
                  </a:lnTo>
                  <a:lnTo>
                    <a:pt x="224678" y="134308"/>
                  </a:lnTo>
                  <a:lnTo>
                    <a:pt x="219296" y="136994"/>
                  </a:lnTo>
                  <a:lnTo>
                    <a:pt x="219296" y="142366"/>
                  </a:lnTo>
                  <a:lnTo>
                    <a:pt x="217951" y="145052"/>
                  </a:lnTo>
                  <a:lnTo>
                    <a:pt x="215260" y="145052"/>
                  </a:lnTo>
                  <a:lnTo>
                    <a:pt x="212570" y="146395"/>
                  </a:lnTo>
                  <a:lnTo>
                    <a:pt x="212570" y="149082"/>
                  </a:lnTo>
                  <a:lnTo>
                    <a:pt x="209879" y="150425"/>
                  </a:lnTo>
                  <a:lnTo>
                    <a:pt x="205843" y="147738"/>
                  </a:lnTo>
                  <a:lnTo>
                    <a:pt x="201806" y="149082"/>
                  </a:lnTo>
                  <a:lnTo>
                    <a:pt x="197770" y="147738"/>
                  </a:lnTo>
                  <a:lnTo>
                    <a:pt x="189698" y="153111"/>
                  </a:lnTo>
                  <a:lnTo>
                    <a:pt x="181626" y="153111"/>
                  </a:lnTo>
                  <a:lnTo>
                    <a:pt x="176244" y="150425"/>
                  </a:lnTo>
                  <a:lnTo>
                    <a:pt x="174899" y="147738"/>
                  </a:lnTo>
                  <a:lnTo>
                    <a:pt x="177590" y="143709"/>
                  </a:lnTo>
                  <a:lnTo>
                    <a:pt x="177590" y="139680"/>
                  </a:lnTo>
                  <a:lnTo>
                    <a:pt x="176244" y="139680"/>
                  </a:lnTo>
                  <a:lnTo>
                    <a:pt x="169517" y="142366"/>
                  </a:lnTo>
                  <a:lnTo>
                    <a:pt x="169517" y="145052"/>
                  </a:lnTo>
                  <a:lnTo>
                    <a:pt x="165481" y="147738"/>
                  </a:lnTo>
                  <a:lnTo>
                    <a:pt x="158754" y="145052"/>
                  </a:lnTo>
                  <a:lnTo>
                    <a:pt x="158754" y="142366"/>
                  </a:lnTo>
                  <a:lnTo>
                    <a:pt x="160100" y="139680"/>
                  </a:lnTo>
                  <a:lnTo>
                    <a:pt x="158754" y="135651"/>
                  </a:lnTo>
                  <a:lnTo>
                    <a:pt x="156064" y="134308"/>
                  </a:lnTo>
                  <a:lnTo>
                    <a:pt x="156064" y="136994"/>
                  </a:lnTo>
                  <a:lnTo>
                    <a:pt x="152028" y="139680"/>
                  </a:lnTo>
                  <a:lnTo>
                    <a:pt x="147991" y="139680"/>
                  </a:lnTo>
                  <a:lnTo>
                    <a:pt x="139919" y="143709"/>
                  </a:lnTo>
                  <a:lnTo>
                    <a:pt x="138574" y="145052"/>
                  </a:lnTo>
                  <a:lnTo>
                    <a:pt x="131847" y="145052"/>
                  </a:lnTo>
                  <a:lnTo>
                    <a:pt x="130501" y="143709"/>
                  </a:lnTo>
                  <a:lnTo>
                    <a:pt x="123775" y="143709"/>
                  </a:lnTo>
                  <a:lnTo>
                    <a:pt x="121084" y="142366"/>
                  </a:lnTo>
                  <a:lnTo>
                    <a:pt x="118393" y="145052"/>
                  </a:lnTo>
                  <a:lnTo>
                    <a:pt x="114357" y="145052"/>
                  </a:lnTo>
                  <a:lnTo>
                    <a:pt x="111666" y="146395"/>
                  </a:lnTo>
                  <a:lnTo>
                    <a:pt x="110321" y="150425"/>
                  </a:lnTo>
                  <a:lnTo>
                    <a:pt x="107630" y="153111"/>
                  </a:lnTo>
                  <a:lnTo>
                    <a:pt x="102249" y="153111"/>
                  </a:lnTo>
                  <a:lnTo>
                    <a:pt x="100903" y="155797"/>
                  </a:lnTo>
                  <a:lnTo>
                    <a:pt x="95522" y="157140"/>
                  </a:lnTo>
                  <a:lnTo>
                    <a:pt x="92831" y="155797"/>
                  </a:lnTo>
                  <a:lnTo>
                    <a:pt x="87449" y="158483"/>
                  </a:lnTo>
                  <a:lnTo>
                    <a:pt x="82068" y="158483"/>
                  </a:lnTo>
                  <a:lnTo>
                    <a:pt x="80723" y="155797"/>
                  </a:lnTo>
                  <a:lnTo>
                    <a:pt x="72650" y="155797"/>
                  </a:lnTo>
                  <a:lnTo>
                    <a:pt x="65923" y="158483"/>
                  </a:lnTo>
                  <a:lnTo>
                    <a:pt x="59196" y="158483"/>
                  </a:lnTo>
                  <a:lnTo>
                    <a:pt x="51124" y="154454"/>
                  </a:lnTo>
                  <a:lnTo>
                    <a:pt x="44397" y="153111"/>
                  </a:lnTo>
                  <a:lnTo>
                    <a:pt x="41707" y="14773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2" name="Freeform 1031">
              <a:extLst>
                <a:ext uri="{FF2B5EF4-FFF2-40B4-BE49-F238E27FC236}">
                  <a16:creationId xmlns:a16="http://schemas.microsoft.com/office/drawing/2014/main" id="{CC0F9934-5214-C1FD-5483-4D3040136EF6}"/>
                </a:ext>
              </a:extLst>
            </p:cNvPr>
            <p:cNvSpPr/>
            <p:nvPr/>
          </p:nvSpPr>
          <p:spPr>
            <a:xfrm>
              <a:off x="4868920" y="1784410"/>
              <a:ext cx="256967" cy="202804"/>
            </a:xfrm>
            <a:custGeom>
              <a:avLst/>
              <a:gdLst>
                <a:gd name="connsiteX0" fmla="*/ 14799 w 256967"/>
                <a:gd name="connsiteY0" fmla="*/ 198775 h 202804"/>
                <a:gd name="connsiteX1" fmla="*/ 14799 w 256967"/>
                <a:gd name="connsiteY1" fmla="*/ 189374 h 202804"/>
                <a:gd name="connsiteX2" fmla="*/ 18835 w 256967"/>
                <a:gd name="connsiteY2" fmla="*/ 181315 h 202804"/>
                <a:gd name="connsiteX3" fmla="*/ 17490 w 256967"/>
                <a:gd name="connsiteY3" fmla="*/ 174600 h 202804"/>
                <a:gd name="connsiteX4" fmla="*/ 18835 w 256967"/>
                <a:gd name="connsiteY4" fmla="*/ 167885 h 202804"/>
                <a:gd name="connsiteX5" fmla="*/ 20181 w 256967"/>
                <a:gd name="connsiteY5" fmla="*/ 161169 h 202804"/>
                <a:gd name="connsiteX6" fmla="*/ 16145 w 256967"/>
                <a:gd name="connsiteY6" fmla="*/ 158483 h 202804"/>
                <a:gd name="connsiteX7" fmla="*/ 12109 w 256967"/>
                <a:gd name="connsiteY7" fmla="*/ 145052 h 202804"/>
                <a:gd name="connsiteX8" fmla="*/ 17490 w 256967"/>
                <a:gd name="connsiteY8" fmla="*/ 146395 h 202804"/>
                <a:gd name="connsiteX9" fmla="*/ 17490 w 256967"/>
                <a:gd name="connsiteY9" fmla="*/ 142366 h 202804"/>
                <a:gd name="connsiteX10" fmla="*/ 9418 w 256967"/>
                <a:gd name="connsiteY10" fmla="*/ 142366 h 202804"/>
                <a:gd name="connsiteX11" fmla="*/ 0 w 256967"/>
                <a:gd name="connsiteY11" fmla="*/ 138337 h 202804"/>
                <a:gd name="connsiteX12" fmla="*/ 0 w 256967"/>
                <a:gd name="connsiteY12" fmla="*/ 134308 h 202804"/>
                <a:gd name="connsiteX13" fmla="*/ 4036 w 256967"/>
                <a:gd name="connsiteY13" fmla="*/ 135651 h 202804"/>
                <a:gd name="connsiteX14" fmla="*/ 9418 w 256967"/>
                <a:gd name="connsiteY14" fmla="*/ 131622 h 202804"/>
                <a:gd name="connsiteX15" fmla="*/ 16145 w 256967"/>
                <a:gd name="connsiteY15" fmla="*/ 128935 h 202804"/>
                <a:gd name="connsiteX16" fmla="*/ 17490 w 256967"/>
                <a:gd name="connsiteY16" fmla="*/ 123563 h 202804"/>
                <a:gd name="connsiteX17" fmla="*/ 20181 w 256967"/>
                <a:gd name="connsiteY17" fmla="*/ 123563 h 202804"/>
                <a:gd name="connsiteX18" fmla="*/ 24217 w 256967"/>
                <a:gd name="connsiteY18" fmla="*/ 119534 h 202804"/>
                <a:gd name="connsiteX19" fmla="*/ 28253 w 256967"/>
                <a:gd name="connsiteY19" fmla="*/ 118191 h 202804"/>
                <a:gd name="connsiteX20" fmla="*/ 30944 w 256967"/>
                <a:gd name="connsiteY20" fmla="*/ 111475 h 202804"/>
                <a:gd name="connsiteX21" fmla="*/ 40361 w 256967"/>
                <a:gd name="connsiteY21" fmla="*/ 108789 h 202804"/>
                <a:gd name="connsiteX22" fmla="*/ 41707 w 256967"/>
                <a:gd name="connsiteY22" fmla="*/ 106103 h 202804"/>
                <a:gd name="connsiteX23" fmla="*/ 45743 w 256967"/>
                <a:gd name="connsiteY23" fmla="*/ 104760 h 202804"/>
                <a:gd name="connsiteX24" fmla="*/ 49779 w 256967"/>
                <a:gd name="connsiteY24" fmla="*/ 98045 h 202804"/>
                <a:gd name="connsiteX25" fmla="*/ 49779 w 256967"/>
                <a:gd name="connsiteY25" fmla="*/ 89986 h 202804"/>
                <a:gd name="connsiteX26" fmla="*/ 51124 w 256967"/>
                <a:gd name="connsiteY26" fmla="*/ 92672 h 202804"/>
                <a:gd name="connsiteX27" fmla="*/ 65924 w 256967"/>
                <a:gd name="connsiteY27" fmla="*/ 94015 h 202804"/>
                <a:gd name="connsiteX28" fmla="*/ 65924 w 256967"/>
                <a:gd name="connsiteY28" fmla="*/ 87300 h 202804"/>
                <a:gd name="connsiteX29" fmla="*/ 63233 w 256967"/>
                <a:gd name="connsiteY29" fmla="*/ 80585 h 202804"/>
                <a:gd name="connsiteX30" fmla="*/ 63233 w 256967"/>
                <a:gd name="connsiteY30" fmla="*/ 76555 h 202804"/>
                <a:gd name="connsiteX31" fmla="*/ 68614 w 256967"/>
                <a:gd name="connsiteY31" fmla="*/ 73869 h 202804"/>
                <a:gd name="connsiteX32" fmla="*/ 80723 w 256967"/>
                <a:gd name="connsiteY32" fmla="*/ 65811 h 202804"/>
                <a:gd name="connsiteX33" fmla="*/ 86104 w 256967"/>
                <a:gd name="connsiteY33" fmla="*/ 59095 h 202804"/>
                <a:gd name="connsiteX34" fmla="*/ 95522 w 256967"/>
                <a:gd name="connsiteY34" fmla="*/ 55066 h 202804"/>
                <a:gd name="connsiteX35" fmla="*/ 98213 w 256967"/>
                <a:gd name="connsiteY35" fmla="*/ 49694 h 202804"/>
                <a:gd name="connsiteX36" fmla="*/ 104939 w 256967"/>
                <a:gd name="connsiteY36" fmla="*/ 42978 h 202804"/>
                <a:gd name="connsiteX37" fmla="*/ 110321 w 256967"/>
                <a:gd name="connsiteY37" fmla="*/ 42978 h 202804"/>
                <a:gd name="connsiteX38" fmla="*/ 114357 w 256967"/>
                <a:gd name="connsiteY38" fmla="*/ 38949 h 202804"/>
                <a:gd name="connsiteX39" fmla="*/ 110321 w 256967"/>
                <a:gd name="connsiteY39" fmla="*/ 34920 h 202804"/>
                <a:gd name="connsiteX40" fmla="*/ 111666 w 256967"/>
                <a:gd name="connsiteY40" fmla="*/ 24175 h 202804"/>
                <a:gd name="connsiteX41" fmla="*/ 111666 w 256967"/>
                <a:gd name="connsiteY41" fmla="*/ 16117 h 202804"/>
                <a:gd name="connsiteX42" fmla="*/ 114357 w 256967"/>
                <a:gd name="connsiteY42" fmla="*/ 12088 h 202804"/>
                <a:gd name="connsiteX43" fmla="*/ 113012 w 256967"/>
                <a:gd name="connsiteY43" fmla="*/ 9402 h 202804"/>
                <a:gd name="connsiteX44" fmla="*/ 114357 w 256967"/>
                <a:gd name="connsiteY44" fmla="*/ 5372 h 202804"/>
                <a:gd name="connsiteX45" fmla="*/ 122429 w 256967"/>
                <a:gd name="connsiteY45" fmla="*/ 2686 h 202804"/>
                <a:gd name="connsiteX46" fmla="*/ 126466 w 256967"/>
                <a:gd name="connsiteY46" fmla="*/ 4029 h 202804"/>
                <a:gd name="connsiteX47" fmla="*/ 142610 w 256967"/>
                <a:gd name="connsiteY47" fmla="*/ 2686 h 202804"/>
                <a:gd name="connsiteX48" fmla="*/ 145301 w 256967"/>
                <a:gd name="connsiteY48" fmla="*/ 5372 h 202804"/>
                <a:gd name="connsiteX49" fmla="*/ 162791 w 256967"/>
                <a:gd name="connsiteY49" fmla="*/ 5372 h 202804"/>
                <a:gd name="connsiteX50" fmla="*/ 174899 w 256967"/>
                <a:gd name="connsiteY50" fmla="*/ 0 h 202804"/>
                <a:gd name="connsiteX51" fmla="*/ 189698 w 256967"/>
                <a:gd name="connsiteY51" fmla="*/ 4029 h 202804"/>
                <a:gd name="connsiteX52" fmla="*/ 188353 w 256967"/>
                <a:gd name="connsiteY52" fmla="*/ 9402 h 202804"/>
                <a:gd name="connsiteX53" fmla="*/ 191044 w 256967"/>
                <a:gd name="connsiteY53" fmla="*/ 12088 h 202804"/>
                <a:gd name="connsiteX54" fmla="*/ 195080 w 256967"/>
                <a:gd name="connsiteY54" fmla="*/ 18803 h 202804"/>
                <a:gd name="connsiteX55" fmla="*/ 208533 w 256967"/>
                <a:gd name="connsiteY55" fmla="*/ 25518 h 202804"/>
                <a:gd name="connsiteX56" fmla="*/ 208533 w 256967"/>
                <a:gd name="connsiteY56" fmla="*/ 29548 h 202804"/>
                <a:gd name="connsiteX57" fmla="*/ 205843 w 256967"/>
                <a:gd name="connsiteY57" fmla="*/ 32234 h 202804"/>
                <a:gd name="connsiteX58" fmla="*/ 209879 w 256967"/>
                <a:gd name="connsiteY58" fmla="*/ 32234 h 202804"/>
                <a:gd name="connsiteX59" fmla="*/ 213915 w 256967"/>
                <a:gd name="connsiteY59" fmla="*/ 29548 h 202804"/>
                <a:gd name="connsiteX60" fmla="*/ 219296 w 256967"/>
                <a:gd name="connsiteY60" fmla="*/ 32234 h 202804"/>
                <a:gd name="connsiteX61" fmla="*/ 217951 w 256967"/>
                <a:gd name="connsiteY61" fmla="*/ 38949 h 202804"/>
                <a:gd name="connsiteX62" fmla="*/ 209879 w 256967"/>
                <a:gd name="connsiteY62" fmla="*/ 47008 h 202804"/>
                <a:gd name="connsiteX63" fmla="*/ 211224 w 256967"/>
                <a:gd name="connsiteY63" fmla="*/ 49694 h 202804"/>
                <a:gd name="connsiteX64" fmla="*/ 220642 w 256967"/>
                <a:gd name="connsiteY64" fmla="*/ 42978 h 202804"/>
                <a:gd name="connsiteX65" fmla="*/ 220642 w 256967"/>
                <a:gd name="connsiteY65" fmla="*/ 37606 h 202804"/>
                <a:gd name="connsiteX66" fmla="*/ 224678 w 256967"/>
                <a:gd name="connsiteY66" fmla="*/ 33577 h 202804"/>
                <a:gd name="connsiteX67" fmla="*/ 231405 w 256967"/>
                <a:gd name="connsiteY67" fmla="*/ 34920 h 202804"/>
                <a:gd name="connsiteX68" fmla="*/ 238132 w 256967"/>
                <a:gd name="connsiteY68" fmla="*/ 32234 h 202804"/>
                <a:gd name="connsiteX69" fmla="*/ 242168 w 256967"/>
                <a:gd name="connsiteY69" fmla="*/ 33577 h 202804"/>
                <a:gd name="connsiteX70" fmla="*/ 243513 w 256967"/>
                <a:gd name="connsiteY70" fmla="*/ 38949 h 202804"/>
                <a:gd name="connsiteX71" fmla="*/ 252931 w 256967"/>
                <a:gd name="connsiteY71" fmla="*/ 48351 h 202804"/>
                <a:gd name="connsiteX72" fmla="*/ 254276 w 256967"/>
                <a:gd name="connsiteY72" fmla="*/ 61782 h 202804"/>
                <a:gd name="connsiteX73" fmla="*/ 251586 w 256967"/>
                <a:gd name="connsiteY73" fmla="*/ 65811 h 202804"/>
                <a:gd name="connsiteX74" fmla="*/ 255622 w 256967"/>
                <a:gd name="connsiteY74" fmla="*/ 75212 h 202804"/>
                <a:gd name="connsiteX75" fmla="*/ 255622 w 256967"/>
                <a:gd name="connsiteY75" fmla="*/ 81928 h 202804"/>
                <a:gd name="connsiteX76" fmla="*/ 252931 w 256967"/>
                <a:gd name="connsiteY76" fmla="*/ 84614 h 202804"/>
                <a:gd name="connsiteX77" fmla="*/ 255622 w 256967"/>
                <a:gd name="connsiteY77" fmla="*/ 88643 h 202804"/>
                <a:gd name="connsiteX78" fmla="*/ 255622 w 256967"/>
                <a:gd name="connsiteY78" fmla="*/ 94015 h 202804"/>
                <a:gd name="connsiteX79" fmla="*/ 256967 w 256967"/>
                <a:gd name="connsiteY79" fmla="*/ 98045 h 202804"/>
                <a:gd name="connsiteX80" fmla="*/ 252931 w 256967"/>
                <a:gd name="connsiteY80" fmla="*/ 104760 h 202804"/>
                <a:gd name="connsiteX81" fmla="*/ 242168 w 256967"/>
                <a:gd name="connsiteY81" fmla="*/ 106103 h 202804"/>
                <a:gd name="connsiteX82" fmla="*/ 239477 w 256967"/>
                <a:gd name="connsiteY82" fmla="*/ 108789 h 202804"/>
                <a:gd name="connsiteX83" fmla="*/ 227369 w 256967"/>
                <a:gd name="connsiteY83" fmla="*/ 110132 h 202804"/>
                <a:gd name="connsiteX84" fmla="*/ 220642 w 256967"/>
                <a:gd name="connsiteY84" fmla="*/ 110132 h 202804"/>
                <a:gd name="connsiteX85" fmla="*/ 205843 w 256967"/>
                <a:gd name="connsiteY85" fmla="*/ 115505 h 202804"/>
                <a:gd name="connsiteX86" fmla="*/ 196425 w 256967"/>
                <a:gd name="connsiteY86" fmla="*/ 116848 h 202804"/>
                <a:gd name="connsiteX87" fmla="*/ 185662 w 256967"/>
                <a:gd name="connsiteY87" fmla="*/ 122220 h 202804"/>
                <a:gd name="connsiteX88" fmla="*/ 181626 w 256967"/>
                <a:gd name="connsiteY88" fmla="*/ 122220 h 202804"/>
                <a:gd name="connsiteX89" fmla="*/ 174899 w 256967"/>
                <a:gd name="connsiteY89" fmla="*/ 126249 h 202804"/>
                <a:gd name="connsiteX90" fmla="*/ 166827 w 256967"/>
                <a:gd name="connsiteY90" fmla="*/ 126249 h 202804"/>
                <a:gd name="connsiteX91" fmla="*/ 162791 w 256967"/>
                <a:gd name="connsiteY91" fmla="*/ 128935 h 202804"/>
                <a:gd name="connsiteX92" fmla="*/ 160100 w 256967"/>
                <a:gd name="connsiteY92" fmla="*/ 126249 h 202804"/>
                <a:gd name="connsiteX93" fmla="*/ 157409 w 256967"/>
                <a:gd name="connsiteY93" fmla="*/ 127592 h 202804"/>
                <a:gd name="connsiteX94" fmla="*/ 147991 w 256967"/>
                <a:gd name="connsiteY94" fmla="*/ 128935 h 202804"/>
                <a:gd name="connsiteX95" fmla="*/ 145301 w 256967"/>
                <a:gd name="connsiteY95" fmla="*/ 135651 h 202804"/>
                <a:gd name="connsiteX96" fmla="*/ 141265 w 256967"/>
                <a:gd name="connsiteY96" fmla="*/ 141023 h 202804"/>
                <a:gd name="connsiteX97" fmla="*/ 138574 w 256967"/>
                <a:gd name="connsiteY97" fmla="*/ 141023 h 202804"/>
                <a:gd name="connsiteX98" fmla="*/ 135883 w 256967"/>
                <a:gd name="connsiteY98" fmla="*/ 149082 h 202804"/>
                <a:gd name="connsiteX99" fmla="*/ 129156 w 256967"/>
                <a:gd name="connsiteY99" fmla="*/ 150425 h 202804"/>
                <a:gd name="connsiteX100" fmla="*/ 123775 w 256967"/>
                <a:gd name="connsiteY100" fmla="*/ 155797 h 202804"/>
                <a:gd name="connsiteX101" fmla="*/ 117048 w 256967"/>
                <a:gd name="connsiteY101" fmla="*/ 154454 h 202804"/>
                <a:gd name="connsiteX102" fmla="*/ 111666 w 256967"/>
                <a:gd name="connsiteY102" fmla="*/ 147738 h 202804"/>
                <a:gd name="connsiteX103" fmla="*/ 108976 w 256967"/>
                <a:gd name="connsiteY103" fmla="*/ 154454 h 202804"/>
                <a:gd name="connsiteX104" fmla="*/ 108976 w 256967"/>
                <a:gd name="connsiteY104" fmla="*/ 159826 h 202804"/>
                <a:gd name="connsiteX105" fmla="*/ 102249 w 256967"/>
                <a:gd name="connsiteY105" fmla="*/ 162512 h 202804"/>
                <a:gd name="connsiteX106" fmla="*/ 95522 w 256967"/>
                <a:gd name="connsiteY106" fmla="*/ 169228 h 202804"/>
                <a:gd name="connsiteX107" fmla="*/ 94176 w 256967"/>
                <a:gd name="connsiteY107" fmla="*/ 173257 h 202804"/>
                <a:gd name="connsiteX108" fmla="*/ 88795 w 256967"/>
                <a:gd name="connsiteY108" fmla="*/ 179972 h 202804"/>
                <a:gd name="connsiteX109" fmla="*/ 90140 w 256967"/>
                <a:gd name="connsiteY109" fmla="*/ 182659 h 202804"/>
                <a:gd name="connsiteX110" fmla="*/ 82068 w 256967"/>
                <a:gd name="connsiteY110" fmla="*/ 189374 h 202804"/>
                <a:gd name="connsiteX111" fmla="*/ 78032 w 256967"/>
                <a:gd name="connsiteY111" fmla="*/ 194746 h 202804"/>
                <a:gd name="connsiteX112" fmla="*/ 69960 w 256967"/>
                <a:gd name="connsiteY112" fmla="*/ 194746 h 202804"/>
                <a:gd name="connsiteX113" fmla="*/ 63233 w 256967"/>
                <a:gd name="connsiteY113" fmla="*/ 198775 h 202804"/>
                <a:gd name="connsiteX114" fmla="*/ 59197 w 256967"/>
                <a:gd name="connsiteY114" fmla="*/ 198775 h 202804"/>
                <a:gd name="connsiteX115" fmla="*/ 55161 w 256967"/>
                <a:gd name="connsiteY115" fmla="*/ 193403 h 202804"/>
                <a:gd name="connsiteX116" fmla="*/ 59197 w 256967"/>
                <a:gd name="connsiteY116" fmla="*/ 190717 h 202804"/>
                <a:gd name="connsiteX117" fmla="*/ 59197 w 256967"/>
                <a:gd name="connsiteY117" fmla="*/ 184002 h 202804"/>
                <a:gd name="connsiteX118" fmla="*/ 56506 w 256967"/>
                <a:gd name="connsiteY118" fmla="*/ 181315 h 202804"/>
                <a:gd name="connsiteX119" fmla="*/ 52470 w 256967"/>
                <a:gd name="connsiteY119" fmla="*/ 185345 h 202804"/>
                <a:gd name="connsiteX120" fmla="*/ 52470 w 256967"/>
                <a:gd name="connsiteY120" fmla="*/ 188031 h 202804"/>
                <a:gd name="connsiteX121" fmla="*/ 49779 w 256967"/>
                <a:gd name="connsiteY121" fmla="*/ 189374 h 202804"/>
                <a:gd name="connsiteX122" fmla="*/ 41707 w 256967"/>
                <a:gd name="connsiteY122" fmla="*/ 196089 h 202804"/>
                <a:gd name="connsiteX123" fmla="*/ 34980 w 256967"/>
                <a:gd name="connsiteY123" fmla="*/ 197432 h 202804"/>
                <a:gd name="connsiteX124" fmla="*/ 30944 w 256967"/>
                <a:gd name="connsiteY124" fmla="*/ 197432 h 202804"/>
                <a:gd name="connsiteX125" fmla="*/ 24217 w 256967"/>
                <a:gd name="connsiteY125" fmla="*/ 198775 h 202804"/>
                <a:gd name="connsiteX126" fmla="*/ 20181 w 256967"/>
                <a:gd name="connsiteY126" fmla="*/ 202805 h 202804"/>
                <a:gd name="connsiteX127" fmla="*/ 18835 w 256967"/>
                <a:gd name="connsiteY127" fmla="*/ 201462 h 202804"/>
                <a:gd name="connsiteX128" fmla="*/ 14799 w 256967"/>
                <a:gd name="connsiteY128" fmla="*/ 201462 h 20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256967" h="202804">
                  <a:moveTo>
                    <a:pt x="14799" y="198775"/>
                  </a:moveTo>
                  <a:lnTo>
                    <a:pt x="14799" y="189374"/>
                  </a:lnTo>
                  <a:lnTo>
                    <a:pt x="18835" y="181315"/>
                  </a:lnTo>
                  <a:lnTo>
                    <a:pt x="17490" y="174600"/>
                  </a:lnTo>
                  <a:lnTo>
                    <a:pt x="18835" y="167885"/>
                  </a:lnTo>
                  <a:lnTo>
                    <a:pt x="20181" y="161169"/>
                  </a:lnTo>
                  <a:lnTo>
                    <a:pt x="16145" y="158483"/>
                  </a:lnTo>
                  <a:lnTo>
                    <a:pt x="12109" y="145052"/>
                  </a:lnTo>
                  <a:lnTo>
                    <a:pt x="17490" y="146395"/>
                  </a:lnTo>
                  <a:lnTo>
                    <a:pt x="17490" y="142366"/>
                  </a:lnTo>
                  <a:lnTo>
                    <a:pt x="9418" y="142366"/>
                  </a:lnTo>
                  <a:lnTo>
                    <a:pt x="0" y="138337"/>
                  </a:lnTo>
                  <a:lnTo>
                    <a:pt x="0" y="134308"/>
                  </a:lnTo>
                  <a:lnTo>
                    <a:pt x="4036" y="135651"/>
                  </a:lnTo>
                  <a:lnTo>
                    <a:pt x="9418" y="131622"/>
                  </a:lnTo>
                  <a:lnTo>
                    <a:pt x="16145" y="128935"/>
                  </a:lnTo>
                  <a:lnTo>
                    <a:pt x="17490" y="123563"/>
                  </a:lnTo>
                  <a:lnTo>
                    <a:pt x="20181" y="123563"/>
                  </a:lnTo>
                  <a:lnTo>
                    <a:pt x="24217" y="119534"/>
                  </a:lnTo>
                  <a:lnTo>
                    <a:pt x="28253" y="118191"/>
                  </a:lnTo>
                  <a:lnTo>
                    <a:pt x="30944" y="111475"/>
                  </a:lnTo>
                  <a:lnTo>
                    <a:pt x="40361" y="108789"/>
                  </a:lnTo>
                  <a:lnTo>
                    <a:pt x="41707" y="106103"/>
                  </a:lnTo>
                  <a:lnTo>
                    <a:pt x="45743" y="104760"/>
                  </a:lnTo>
                  <a:lnTo>
                    <a:pt x="49779" y="98045"/>
                  </a:lnTo>
                  <a:lnTo>
                    <a:pt x="49779" y="89986"/>
                  </a:lnTo>
                  <a:lnTo>
                    <a:pt x="51124" y="92672"/>
                  </a:lnTo>
                  <a:lnTo>
                    <a:pt x="65924" y="94015"/>
                  </a:lnTo>
                  <a:lnTo>
                    <a:pt x="65924" y="87300"/>
                  </a:lnTo>
                  <a:lnTo>
                    <a:pt x="63233" y="80585"/>
                  </a:lnTo>
                  <a:lnTo>
                    <a:pt x="63233" y="76555"/>
                  </a:lnTo>
                  <a:lnTo>
                    <a:pt x="68614" y="73869"/>
                  </a:lnTo>
                  <a:lnTo>
                    <a:pt x="80723" y="65811"/>
                  </a:lnTo>
                  <a:lnTo>
                    <a:pt x="86104" y="59095"/>
                  </a:lnTo>
                  <a:lnTo>
                    <a:pt x="95522" y="55066"/>
                  </a:lnTo>
                  <a:lnTo>
                    <a:pt x="98213" y="49694"/>
                  </a:lnTo>
                  <a:lnTo>
                    <a:pt x="104939" y="42978"/>
                  </a:lnTo>
                  <a:lnTo>
                    <a:pt x="110321" y="42978"/>
                  </a:lnTo>
                  <a:lnTo>
                    <a:pt x="114357" y="38949"/>
                  </a:lnTo>
                  <a:lnTo>
                    <a:pt x="110321" y="34920"/>
                  </a:lnTo>
                  <a:lnTo>
                    <a:pt x="111666" y="24175"/>
                  </a:lnTo>
                  <a:lnTo>
                    <a:pt x="111666" y="16117"/>
                  </a:lnTo>
                  <a:lnTo>
                    <a:pt x="114357" y="12088"/>
                  </a:lnTo>
                  <a:lnTo>
                    <a:pt x="113012" y="9402"/>
                  </a:lnTo>
                  <a:lnTo>
                    <a:pt x="114357" y="5372"/>
                  </a:lnTo>
                  <a:lnTo>
                    <a:pt x="122429" y="2686"/>
                  </a:lnTo>
                  <a:lnTo>
                    <a:pt x="126466" y="4029"/>
                  </a:lnTo>
                  <a:lnTo>
                    <a:pt x="142610" y="2686"/>
                  </a:lnTo>
                  <a:lnTo>
                    <a:pt x="145301" y="5372"/>
                  </a:lnTo>
                  <a:lnTo>
                    <a:pt x="162791" y="5372"/>
                  </a:lnTo>
                  <a:lnTo>
                    <a:pt x="174899" y="0"/>
                  </a:lnTo>
                  <a:lnTo>
                    <a:pt x="189698" y="4029"/>
                  </a:lnTo>
                  <a:lnTo>
                    <a:pt x="188353" y="9402"/>
                  </a:lnTo>
                  <a:lnTo>
                    <a:pt x="191044" y="12088"/>
                  </a:lnTo>
                  <a:lnTo>
                    <a:pt x="195080" y="18803"/>
                  </a:lnTo>
                  <a:lnTo>
                    <a:pt x="208533" y="25518"/>
                  </a:lnTo>
                  <a:lnTo>
                    <a:pt x="208533" y="29548"/>
                  </a:lnTo>
                  <a:lnTo>
                    <a:pt x="205843" y="32234"/>
                  </a:lnTo>
                  <a:lnTo>
                    <a:pt x="209879" y="32234"/>
                  </a:lnTo>
                  <a:lnTo>
                    <a:pt x="213915" y="29548"/>
                  </a:lnTo>
                  <a:lnTo>
                    <a:pt x="219296" y="32234"/>
                  </a:lnTo>
                  <a:lnTo>
                    <a:pt x="217951" y="38949"/>
                  </a:lnTo>
                  <a:lnTo>
                    <a:pt x="209879" y="47008"/>
                  </a:lnTo>
                  <a:lnTo>
                    <a:pt x="211224" y="49694"/>
                  </a:lnTo>
                  <a:lnTo>
                    <a:pt x="220642" y="42978"/>
                  </a:lnTo>
                  <a:lnTo>
                    <a:pt x="220642" y="37606"/>
                  </a:lnTo>
                  <a:lnTo>
                    <a:pt x="224678" y="33577"/>
                  </a:lnTo>
                  <a:lnTo>
                    <a:pt x="231405" y="34920"/>
                  </a:lnTo>
                  <a:lnTo>
                    <a:pt x="238132" y="32234"/>
                  </a:lnTo>
                  <a:lnTo>
                    <a:pt x="242168" y="33577"/>
                  </a:lnTo>
                  <a:lnTo>
                    <a:pt x="243513" y="38949"/>
                  </a:lnTo>
                  <a:lnTo>
                    <a:pt x="252931" y="48351"/>
                  </a:lnTo>
                  <a:lnTo>
                    <a:pt x="254276" y="61782"/>
                  </a:lnTo>
                  <a:lnTo>
                    <a:pt x="251586" y="65811"/>
                  </a:lnTo>
                  <a:lnTo>
                    <a:pt x="255622" y="75212"/>
                  </a:lnTo>
                  <a:lnTo>
                    <a:pt x="255622" y="81928"/>
                  </a:lnTo>
                  <a:lnTo>
                    <a:pt x="252931" y="84614"/>
                  </a:lnTo>
                  <a:lnTo>
                    <a:pt x="255622" y="88643"/>
                  </a:lnTo>
                  <a:lnTo>
                    <a:pt x="255622" y="94015"/>
                  </a:lnTo>
                  <a:lnTo>
                    <a:pt x="256967" y="98045"/>
                  </a:lnTo>
                  <a:lnTo>
                    <a:pt x="252931" y="104760"/>
                  </a:lnTo>
                  <a:lnTo>
                    <a:pt x="242168" y="106103"/>
                  </a:lnTo>
                  <a:lnTo>
                    <a:pt x="239477" y="108789"/>
                  </a:lnTo>
                  <a:lnTo>
                    <a:pt x="227369" y="110132"/>
                  </a:lnTo>
                  <a:lnTo>
                    <a:pt x="220642" y="110132"/>
                  </a:lnTo>
                  <a:lnTo>
                    <a:pt x="205843" y="115505"/>
                  </a:lnTo>
                  <a:lnTo>
                    <a:pt x="196425" y="116848"/>
                  </a:lnTo>
                  <a:lnTo>
                    <a:pt x="185662" y="122220"/>
                  </a:lnTo>
                  <a:lnTo>
                    <a:pt x="181626" y="122220"/>
                  </a:lnTo>
                  <a:lnTo>
                    <a:pt x="174899" y="126249"/>
                  </a:lnTo>
                  <a:lnTo>
                    <a:pt x="166827" y="126249"/>
                  </a:lnTo>
                  <a:lnTo>
                    <a:pt x="162791" y="128935"/>
                  </a:lnTo>
                  <a:lnTo>
                    <a:pt x="160100" y="126249"/>
                  </a:lnTo>
                  <a:lnTo>
                    <a:pt x="157409" y="127592"/>
                  </a:lnTo>
                  <a:lnTo>
                    <a:pt x="147991" y="128935"/>
                  </a:lnTo>
                  <a:lnTo>
                    <a:pt x="145301" y="135651"/>
                  </a:lnTo>
                  <a:lnTo>
                    <a:pt x="141265" y="141023"/>
                  </a:lnTo>
                  <a:lnTo>
                    <a:pt x="138574" y="141023"/>
                  </a:lnTo>
                  <a:lnTo>
                    <a:pt x="135883" y="149082"/>
                  </a:lnTo>
                  <a:lnTo>
                    <a:pt x="129156" y="150425"/>
                  </a:lnTo>
                  <a:lnTo>
                    <a:pt x="123775" y="155797"/>
                  </a:lnTo>
                  <a:lnTo>
                    <a:pt x="117048" y="154454"/>
                  </a:lnTo>
                  <a:lnTo>
                    <a:pt x="111666" y="147738"/>
                  </a:lnTo>
                  <a:lnTo>
                    <a:pt x="108976" y="154454"/>
                  </a:lnTo>
                  <a:lnTo>
                    <a:pt x="108976" y="159826"/>
                  </a:lnTo>
                  <a:lnTo>
                    <a:pt x="102249" y="162512"/>
                  </a:lnTo>
                  <a:lnTo>
                    <a:pt x="95522" y="169228"/>
                  </a:lnTo>
                  <a:lnTo>
                    <a:pt x="94176" y="173257"/>
                  </a:lnTo>
                  <a:lnTo>
                    <a:pt x="88795" y="179972"/>
                  </a:lnTo>
                  <a:lnTo>
                    <a:pt x="90140" y="182659"/>
                  </a:lnTo>
                  <a:lnTo>
                    <a:pt x="82068" y="189374"/>
                  </a:lnTo>
                  <a:lnTo>
                    <a:pt x="78032" y="194746"/>
                  </a:lnTo>
                  <a:lnTo>
                    <a:pt x="69960" y="194746"/>
                  </a:lnTo>
                  <a:lnTo>
                    <a:pt x="63233" y="198775"/>
                  </a:lnTo>
                  <a:lnTo>
                    <a:pt x="59197" y="198775"/>
                  </a:lnTo>
                  <a:lnTo>
                    <a:pt x="55161" y="193403"/>
                  </a:lnTo>
                  <a:lnTo>
                    <a:pt x="59197" y="190717"/>
                  </a:lnTo>
                  <a:lnTo>
                    <a:pt x="59197" y="184002"/>
                  </a:lnTo>
                  <a:lnTo>
                    <a:pt x="56506" y="181315"/>
                  </a:lnTo>
                  <a:lnTo>
                    <a:pt x="52470" y="185345"/>
                  </a:lnTo>
                  <a:lnTo>
                    <a:pt x="52470" y="188031"/>
                  </a:lnTo>
                  <a:lnTo>
                    <a:pt x="49779" y="189374"/>
                  </a:lnTo>
                  <a:lnTo>
                    <a:pt x="41707" y="196089"/>
                  </a:lnTo>
                  <a:lnTo>
                    <a:pt x="34980" y="197432"/>
                  </a:lnTo>
                  <a:lnTo>
                    <a:pt x="30944" y="197432"/>
                  </a:lnTo>
                  <a:lnTo>
                    <a:pt x="24217" y="198775"/>
                  </a:lnTo>
                  <a:lnTo>
                    <a:pt x="20181" y="202805"/>
                  </a:lnTo>
                  <a:lnTo>
                    <a:pt x="18835" y="201462"/>
                  </a:lnTo>
                  <a:lnTo>
                    <a:pt x="14799" y="20146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3" name="Freeform 1032">
              <a:extLst>
                <a:ext uri="{FF2B5EF4-FFF2-40B4-BE49-F238E27FC236}">
                  <a16:creationId xmlns:a16="http://schemas.microsoft.com/office/drawing/2014/main" id="{4CC66720-1F17-3E92-2B69-8A750D754EEE}"/>
                </a:ext>
              </a:extLst>
            </p:cNvPr>
            <p:cNvSpPr/>
            <p:nvPr/>
          </p:nvSpPr>
          <p:spPr>
            <a:xfrm>
              <a:off x="5541608" y="1905287"/>
              <a:ext cx="6726" cy="10744"/>
            </a:xfrm>
            <a:custGeom>
              <a:avLst/>
              <a:gdLst>
                <a:gd name="connsiteX0" fmla="*/ 2691 w 6726"/>
                <a:gd name="connsiteY0" fmla="*/ 0 h 10744"/>
                <a:gd name="connsiteX1" fmla="*/ 5382 w 6726"/>
                <a:gd name="connsiteY1" fmla="*/ 1343 h 10744"/>
                <a:gd name="connsiteX2" fmla="*/ 6727 w 6726"/>
                <a:gd name="connsiteY2" fmla="*/ 5372 h 10744"/>
                <a:gd name="connsiteX3" fmla="*/ 5382 w 6726"/>
                <a:gd name="connsiteY3" fmla="*/ 9402 h 10744"/>
                <a:gd name="connsiteX4" fmla="*/ 4036 w 6726"/>
                <a:gd name="connsiteY4" fmla="*/ 10745 h 10744"/>
                <a:gd name="connsiteX5" fmla="*/ 2691 w 6726"/>
                <a:gd name="connsiteY5" fmla="*/ 8058 h 10744"/>
                <a:gd name="connsiteX6" fmla="*/ 0 w 6726"/>
                <a:gd name="connsiteY6" fmla="*/ 2686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10744">
                  <a:moveTo>
                    <a:pt x="2691" y="0"/>
                  </a:moveTo>
                  <a:lnTo>
                    <a:pt x="5382" y="1343"/>
                  </a:lnTo>
                  <a:lnTo>
                    <a:pt x="6727" y="5372"/>
                  </a:lnTo>
                  <a:lnTo>
                    <a:pt x="5382" y="9402"/>
                  </a:lnTo>
                  <a:lnTo>
                    <a:pt x="4036" y="10745"/>
                  </a:lnTo>
                  <a:lnTo>
                    <a:pt x="2691" y="8058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4" name="Freeform 1033">
              <a:extLst>
                <a:ext uri="{FF2B5EF4-FFF2-40B4-BE49-F238E27FC236}">
                  <a16:creationId xmlns:a16="http://schemas.microsoft.com/office/drawing/2014/main" id="{1B4C9CA2-3E4B-D596-BA33-2540DBEFEBEC}"/>
                </a:ext>
              </a:extLst>
            </p:cNvPr>
            <p:cNvSpPr/>
            <p:nvPr/>
          </p:nvSpPr>
          <p:spPr>
            <a:xfrm>
              <a:off x="5493175" y="1898571"/>
              <a:ext cx="13453" cy="8058"/>
            </a:xfrm>
            <a:custGeom>
              <a:avLst/>
              <a:gdLst>
                <a:gd name="connsiteX0" fmla="*/ 0 w 13453"/>
                <a:gd name="connsiteY0" fmla="*/ 8058 h 8058"/>
                <a:gd name="connsiteX1" fmla="*/ 4036 w 13453"/>
                <a:gd name="connsiteY1" fmla="*/ 2686 h 8058"/>
                <a:gd name="connsiteX2" fmla="*/ 9418 w 13453"/>
                <a:gd name="connsiteY2" fmla="*/ 0 h 8058"/>
                <a:gd name="connsiteX3" fmla="*/ 13454 w 13453"/>
                <a:gd name="connsiteY3" fmla="*/ 2686 h 8058"/>
                <a:gd name="connsiteX4" fmla="*/ 12108 w 13453"/>
                <a:gd name="connsiteY4" fmla="*/ 5372 h 8058"/>
                <a:gd name="connsiteX5" fmla="*/ 8072 w 13453"/>
                <a:gd name="connsiteY5" fmla="*/ 5372 h 8058"/>
                <a:gd name="connsiteX6" fmla="*/ 4036 w 13453"/>
                <a:gd name="connsiteY6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53" h="8058">
                  <a:moveTo>
                    <a:pt x="0" y="8058"/>
                  </a:moveTo>
                  <a:lnTo>
                    <a:pt x="4036" y="2686"/>
                  </a:lnTo>
                  <a:lnTo>
                    <a:pt x="9418" y="0"/>
                  </a:lnTo>
                  <a:lnTo>
                    <a:pt x="13454" y="2686"/>
                  </a:lnTo>
                  <a:lnTo>
                    <a:pt x="12108" y="5372"/>
                  </a:lnTo>
                  <a:lnTo>
                    <a:pt x="8072" y="5372"/>
                  </a:lnTo>
                  <a:lnTo>
                    <a:pt x="4036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5" name="Freeform 1034">
              <a:extLst>
                <a:ext uri="{FF2B5EF4-FFF2-40B4-BE49-F238E27FC236}">
                  <a16:creationId xmlns:a16="http://schemas.microsoft.com/office/drawing/2014/main" id="{EBCFACB3-2DD3-A648-5FC1-8E3661B5D8DE}"/>
                </a:ext>
              </a:extLst>
            </p:cNvPr>
            <p:cNvSpPr/>
            <p:nvPr/>
          </p:nvSpPr>
          <p:spPr>
            <a:xfrm>
              <a:off x="5444741" y="1929462"/>
              <a:ext cx="45742" cy="14773"/>
            </a:xfrm>
            <a:custGeom>
              <a:avLst/>
              <a:gdLst>
                <a:gd name="connsiteX0" fmla="*/ 0 w 45742"/>
                <a:gd name="connsiteY0" fmla="*/ 5372 h 14773"/>
                <a:gd name="connsiteX1" fmla="*/ 1345 w 45742"/>
                <a:gd name="connsiteY1" fmla="*/ 8058 h 14773"/>
                <a:gd name="connsiteX2" fmla="*/ 8072 w 45742"/>
                <a:gd name="connsiteY2" fmla="*/ 10745 h 14773"/>
                <a:gd name="connsiteX3" fmla="*/ 14799 w 45742"/>
                <a:gd name="connsiteY3" fmla="*/ 14774 h 14773"/>
                <a:gd name="connsiteX4" fmla="*/ 17490 w 45742"/>
                <a:gd name="connsiteY4" fmla="*/ 12088 h 14773"/>
                <a:gd name="connsiteX5" fmla="*/ 21526 w 45742"/>
                <a:gd name="connsiteY5" fmla="*/ 14774 h 14773"/>
                <a:gd name="connsiteX6" fmla="*/ 28253 w 45742"/>
                <a:gd name="connsiteY6" fmla="*/ 10745 h 14773"/>
                <a:gd name="connsiteX7" fmla="*/ 32289 w 45742"/>
                <a:gd name="connsiteY7" fmla="*/ 12088 h 14773"/>
                <a:gd name="connsiteX8" fmla="*/ 34980 w 45742"/>
                <a:gd name="connsiteY8" fmla="*/ 12088 h 14773"/>
                <a:gd name="connsiteX9" fmla="*/ 39016 w 45742"/>
                <a:gd name="connsiteY9" fmla="*/ 8058 h 14773"/>
                <a:gd name="connsiteX10" fmla="*/ 45743 w 45742"/>
                <a:gd name="connsiteY10" fmla="*/ 8058 h 14773"/>
                <a:gd name="connsiteX11" fmla="*/ 44397 w 45742"/>
                <a:gd name="connsiteY11" fmla="*/ 4029 h 14773"/>
                <a:gd name="connsiteX12" fmla="*/ 37671 w 45742"/>
                <a:gd name="connsiteY12" fmla="*/ 0 h 14773"/>
                <a:gd name="connsiteX13" fmla="*/ 33634 w 45742"/>
                <a:gd name="connsiteY13" fmla="*/ 2686 h 14773"/>
                <a:gd name="connsiteX14" fmla="*/ 26908 w 45742"/>
                <a:gd name="connsiteY14" fmla="*/ 2686 h 14773"/>
                <a:gd name="connsiteX15" fmla="*/ 24217 w 45742"/>
                <a:gd name="connsiteY15" fmla="*/ 1343 h 14773"/>
                <a:gd name="connsiteX16" fmla="*/ 18835 w 45742"/>
                <a:gd name="connsiteY16" fmla="*/ 4029 h 14773"/>
                <a:gd name="connsiteX17" fmla="*/ 12109 w 45742"/>
                <a:gd name="connsiteY17" fmla="*/ 1343 h 14773"/>
                <a:gd name="connsiteX18" fmla="*/ 6727 w 45742"/>
                <a:gd name="connsiteY18" fmla="*/ 5372 h 14773"/>
                <a:gd name="connsiteX19" fmla="*/ 1345 w 45742"/>
                <a:gd name="connsiteY19" fmla="*/ 4029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5742" h="14773">
                  <a:moveTo>
                    <a:pt x="0" y="5372"/>
                  </a:moveTo>
                  <a:lnTo>
                    <a:pt x="1345" y="8058"/>
                  </a:lnTo>
                  <a:lnTo>
                    <a:pt x="8072" y="10745"/>
                  </a:lnTo>
                  <a:lnTo>
                    <a:pt x="14799" y="14774"/>
                  </a:lnTo>
                  <a:lnTo>
                    <a:pt x="17490" y="12088"/>
                  </a:lnTo>
                  <a:lnTo>
                    <a:pt x="21526" y="14774"/>
                  </a:lnTo>
                  <a:lnTo>
                    <a:pt x="28253" y="10745"/>
                  </a:lnTo>
                  <a:lnTo>
                    <a:pt x="32289" y="12088"/>
                  </a:lnTo>
                  <a:lnTo>
                    <a:pt x="34980" y="12088"/>
                  </a:lnTo>
                  <a:lnTo>
                    <a:pt x="39016" y="8058"/>
                  </a:lnTo>
                  <a:lnTo>
                    <a:pt x="45743" y="8058"/>
                  </a:lnTo>
                  <a:lnTo>
                    <a:pt x="44397" y="4029"/>
                  </a:lnTo>
                  <a:lnTo>
                    <a:pt x="37671" y="0"/>
                  </a:lnTo>
                  <a:lnTo>
                    <a:pt x="33634" y="2686"/>
                  </a:lnTo>
                  <a:lnTo>
                    <a:pt x="26908" y="2686"/>
                  </a:lnTo>
                  <a:lnTo>
                    <a:pt x="24217" y="1343"/>
                  </a:lnTo>
                  <a:lnTo>
                    <a:pt x="18835" y="4029"/>
                  </a:lnTo>
                  <a:lnTo>
                    <a:pt x="12109" y="1343"/>
                  </a:lnTo>
                  <a:lnTo>
                    <a:pt x="6727" y="5372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6" name="Freeform 1035">
              <a:extLst>
                <a:ext uri="{FF2B5EF4-FFF2-40B4-BE49-F238E27FC236}">
                  <a16:creationId xmlns:a16="http://schemas.microsoft.com/office/drawing/2014/main" id="{80BE883C-483A-CA6D-D574-AA5399FF8A2F}"/>
                </a:ext>
              </a:extLst>
            </p:cNvPr>
            <p:cNvSpPr/>
            <p:nvPr/>
          </p:nvSpPr>
          <p:spPr>
            <a:xfrm>
              <a:off x="5413798" y="2109434"/>
              <a:ext cx="2690" cy="6715"/>
            </a:xfrm>
            <a:custGeom>
              <a:avLst/>
              <a:gdLst>
                <a:gd name="connsiteX0" fmla="*/ 1345 w 2690"/>
                <a:gd name="connsiteY0" fmla="*/ 6715 h 6715"/>
                <a:gd name="connsiteX1" fmla="*/ 0 w 2690"/>
                <a:gd name="connsiteY1" fmla="*/ 4029 h 6715"/>
                <a:gd name="connsiteX2" fmla="*/ 1345 w 2690"/>
                <a:gd name="connsiteY2" fmla="*/ 1343 h 6715"/>
                <a:gd name="connsiteX3" fmla="*/ 2691 w 2690"/>
                <a:gd name="connsiteY3" fmla="*/ 0 h 6715"/>
                <a:gd name="connsiteX4" fmla="*/ 2691 w 2690"/>
                <a:gd name="connsiteY4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6715">
                  <a:moveTo>
                    <a:pt x="1345" y="6715"/>
                  </a:moveTo>
                  <a:lnTo>
                    <a:pt x="0" y="4029"/>
                  </a:lnTo>
                  <a:lnTo>
                    <a:pt x="1345" y="1343"/>
                  </a:lnTo>
                  <a:lnTo>
                    <a:pt x="2691" y="0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1832813E-EBF5-BD05-CA01-47ED347575BF}"/>
                </a:ext>
              </a:extLst>
            </p:cNvPr>
            <p:cNvSpPr/>
            <p:nvPr/>
          </p:nvSpPr>
          <p:spPr>
            <a:xfrm>
              <a:off x="5342493" y="1930805"/>
              <a:ext cx="153372" cy="179972"/>
            </a:xfrm>
            <a:custGeom>
              <a:avLst/>
              <a:gdLst>
                <a:gd name="connsiteX0" fmla="*/ 41707 w 153372"/>
                <a:gd name="connsiteY0" fmla="*/ 179972 h 179972"/>
                <a:gd name="connsiteX1" fmla="*/ 39016 w 153372"/>
                <a:gd name="connsiteY1" fmla="*/ 177286 h 179972"/>
                <a:gd name="connsiteX2" fmla="*/ 39016 w 153372"/>
                <a:gd name="connsiteY2" fmla="*/ 171914 h 179972"/>
                <a:gd name="connsiteX3" fmla="*/ 37670 w 153372"/>
                <a:gd name="connsiteY3" fmla="*/ 169228 h 179972"/>
                <a:gd name="connsiteX4" fmla="*/ 34980 w 153372"/>
                <a:gd name="connsiteY4" fmla="*/ 171914 h 179972"/>
                <a:gd name="connsiteX5" fmla="*/ 33634 w 153372"/>
                <a:gd name="connsiteY5" fmla="*/ 169228 h 179972"/>
                <a:gd name="connsiteX6" fmla="*/ 34980 w 153372"/>
                <a:gd name="connsiteY6" fmla="*/ 163855 h 179972"/>
                <a:gd name="connsiteX7" fmla="*/ 33634 w 153372"/>
                <a:gd name="connsiteY7" fmla="*/ 158483 h 179972"/>
                <a:gd name="connsiteX8" fmla="*/ 29598 w 153372"/>
                <a:gd name="connsiteY8" fmla="*/ 154454 h 179972"/>
                <a:gd name="connsiteX9" fmla="*/ 32289 w 153372"/>
                <a:gd name="connsiteY9" fmla="*/ 149082 h 179972"/>
                <a:gd name="connsiteX10" fmla="*/ 30943 w 153372"/>
                <a:gd name="connsiteY10" fmla="*/ 141023 h 179972"/>
                <a:gd name="connsiteX11" fmla="*/ 32289 w 153372"/>
                <a:gd name="connsiteY11" fmla="*/ 138337 h 179972"/>
                <a:gd name="connsiteX12" fmla="*/ 28253 w 153372"/>
                <a:gd name="connsiteY12" fmla="*/ 136994 h 179972"/>
                <a:gd name="connsiteX13" fmla="*/ 25562 w 153372"/>
                <a:gd name="connsiteY13" fmla="*/ 132965 h 179972"/>
                <a:gd name="connsiteX14" fmla="*/ 25562 w 153372"/>
                <a:gd name="connsiteY14" fmla="*/ 128935 h 179972"/>
                <a:gd name="connsiteX15" fmla="*/ 21526 w 153372"/>
                <a:gd name="connsiteY15" fmla="*/ 123563 h 179972"/>
                <a:gd name="connsiteX16" fmla="*/ 21526 w 153372"/>
                <a:gd name="connsiteY16" fmla="*/ 115505 h 179972"/>
                <a:gd name="connsiteX17" fmla="*/ 18835 w 153372"/>
                <a:gd name="connsiteY17" fmla="*/ 108789 h 179972"/>
                <a:gd name="connsiteX18" fmla="*/ 16144 w 153372"/>
                <a:gd name="connsiteY18" fmla="*/ 108789 h 179972"/>
                <a:gd name="connsiteX19" fmla="*/ 14799 w 153372"/>
                <a:gd name="connsiteY19" fmla="*/ 106103 h 179972"/>
                <a:gd name="connsiteX20" fmla="*/ 14799 w 153372"/>
                <a:gd name="connsiteY20" fmla="*/ 100731 h 179972"/>
                <a:gd name="connsiteX21" fmla="*/ 12108 w 153372"/>
                <a:gd name="connsiteY21" fmla="*/ 99388 h 179972"/>
                <a:gd name="connsiteX22" fmla="*/ 8072 w 153372"/>
                <a:gd name="connsiteY22" fmla="*/ 102074 h 179972"/>
                <a:gd name="connsiteX23" fmla="*/ 6727 w 153372"/>
                <a:gd name="connsiteY23" fmla="*/ 99388 h 179972"/>
                <a:gd name="connsiteX24" fmla="*/ 2691 w 153372"/>
                <a:gd name="connsiteY24" fmla="*/ 100731 h 179972"/>
                <a:gd name="connsiteX25" fmla="*/ 0 w 153372"/>
                <a:gd name="connsiteY25" fmla="*/ 98045 h 179972"/>
                <a:gd name="connsiteX26" fmla="*/ 0 w 153372"/>
                <a:gd name="connsiteY26" fmla="*/ 92672 h 179972"/>
                <a:gd name="connsiteX27" fmla="*/ 5381 w 153372"/>
                <a:gd name="connsiteY27" fmla="*/ 89986 h 179972"/>
                <a:gd name="connsiteX28" fmla="*/ 6727 w 153372"/>
                <a:gd name="connsiteY28" fmla="*/ 83271 h 179972"/>
                <a:gd name="connsiteX29" fmla="*/ 4036 w 153372"/>
                <a:gd name="connsiteY29" fmla="*/ 79242 h 179972"/>
                <a:gd name="connsiteX30" fmla="*/ 5381 w 153372"/>
                <a:gd name="connsiteY30" fmla="*/ 76555 h 179972"/>
                <a:gd name="connsiteX31" fmla="*/ 5381 w 153372"/>
                <a:gd name="connsiteY31" fmla="*/ 67154 h 179972"/>
                <a:gd name="connsiteX32" fmla="*/ 4036 w 153372"/>
                <a:gd name="connsiteY32" fmla="*/ 63125 h 179972"/>
                <a:gd name="connsiteX33" fmla="*/ 10763 w 153372"/>
                <a:gd name="connsiteY33" fmla="*/ 55066 h 179972"/>
                <a:gd name="connsiteX34" fmla="*/ 16144 w 153372"/>
                <a:gd name="connsiteY34" fmla="*/ 53723 h 179972"/>
                <a:gd name="connsiteX35" fmla="*/ 17490 w 153372"/>
                <a:gd name="connsiteY35" fmla="*/ 51037 h 179972"/>
                <a:gd name="connsiteX36" fmla="*/ 20181 w 153372"/>
                <a:gd name="connsiteY36" fmla="*/ 49694 h 179972"/>
                <a:gd name="connsiteX37" fmla="*/ 21526 w 153372"/>
                <a:gd name="connsiteY37" fmla="*/ 52380 h 179972"/>
                <a:gd name="connsiteX38" fmla="*/ 29598 w 153372"/>
                <a:gd name="connsiteY38" fmla="*/ 49694 h 179972"/>
                <a:gd name="connsiteX39" fmla="*/ 33634 w 153372"/>
                <a:gd name="connsiteY39" fmla="*/ 51037 h 179972"/>
                <a:gd name="connsiteX40" fmla="*/ 36325 w 153372"/>
                <a:gd name="connsiteY40" fmla="*/ 53723 h 179972"/>
                <a:gd name="connsiteX41" fmla="*/ 34980 w 153372"/>
                <a:gd name="connsiteY41" fmla="*/ 56409 h 179972"/>
                <a:gd name="connsiteX42" fmla="*/ 32289 w 153372"/>
                <a:gd name="connsiteY42" fmla="*/ 57752 h 179972"/>
                <a:gd name="connsiteX43" fmla="*/ 32289 w 153372"/>
                <a:gd name="connsiteY43" fmla="*/ 60438 h 179972"/>
                <a:gd name="connsiteX44" fmla="*/ 36325 w 153372"/>
                <a:gd name="connsiteY44" fmla="*/ 61782 h 179972"/>
                <a:gd name="connsiteX45" fmla="*/ 37670 w 153372"/>
                <a:gd name="connsiteY45" fmla="*/ 64468 h 179972"/>
                <a:gd name="connsiteX46" fmla="*/ 37670 w 153372"/>
                <a:gd name="connsiteY46" fmla="*/ 68497 h 179972"/>
                <a:gd name="connsiteX47" fmla="*/ 44397 w 153372"/>
                <a:gd name="connsiteY47" fmla="*/ 75212 h 179972"/>
                <a:gd name="connsiteX48" fmla="*/ 44397 w 153372"/>
                <a:gd name="connsiteY48" fmla="*/ 79242 h 179972"/>
                <a:gd name="connsiteX49" fmla="*/ 47088 w 153372"/>
                <a:gd name="connsiteY49" fmla="*/ 83271 h 179972"/>
                <a:gd name="connsiteX50" fmla="*/ 52470 w 153372"/>
                <a:gd name="connsiteY50" fmla="*/ 84614 h 179972"/>
                <a:gd name="connsiteX51" fmla="*/ 55160 w 153372"/>
                <a:gd name="connsiteY51" fmla="*/ 83271 h 179972"/>
                <a:gd name="connsiteX52" fmla="*/ 53815 w 153372"/>
                <a:gd name="connsiteY52" fmla="*/ 79242 h 179972"/>
                <a:gd name="connsiteX53" fmla="*/ 56506 w 153372"/>
                <a:gd name="connsiteY53" fmla="*/ 76555 h 179972"/>
                <a:gd name="connsiteX54" fmla="*/ 59196 w 153372"/>
                <a:gd name="connsiteY54" fmla="*/ 71183 h 179972"/>
                <a:gd name="connsiteX55" fmla="*/ 57851 w 153372"/>
                <a:gd name="connsiteY55" fmla="*/ 68497 h 179972"/>
                <a:gd name="connsiteX56" fmla="*/ 61887 w 153372"/>
                <a:gd name="connsiteY56" fmla="*/ 65811 h 179972"/>
                <a:gd name="connsiteX57" fmla="*/ 63233 w 153372"/>
                <a:gd name="connsiteY57" fmla="*/ 61782 h 179972"/>
                <a:gd name="connsiteX58" fmla="*/ 61887 w 153372"/>
                <a:gd name="connsiteY58" fmla="*/ 57752 h 179972"/>
                <a:gd name="connsiteX59" fmla="*/ 63233 w 153372"/>
                <a:gd name="connsiteY59" fmla="*/ 55066 h 179972"/>
                <a:gd name="connsiteX60" fmla="*/ 68614 w 153372"/>
                <a:gd name="connsiteY60" fmla="*/ 53723 h 179972"/>
                <a:gd name="connsiteX61" fmla="*/ 71305 w 153372"/>
                <a:gd name="connsiteY61" fmla="*/ 55066 h 179972"/>
                <a:gd name="connsiteX62" fmla="*/ 73996 w 153372"/>
                <a:gd name="connsiteY62" fmla="*/ 60438 h 179972"/>
                <a:gd name="connsiteX63" fmla="*/ 78032 w 153372"/>
                <a:gd name="connsiteY63" fmla="*/ 60438 h 179972"/>
                <a:gd name="connsiteX64" fmla="*/ 78032 w 153372"/>
                <a:gd name="connsiteY64" fmla="*/ 57752 h 179972"/>
                <a:gd name="connsiteX65" fmla="*/ 73996 w 153372"/>
                <a:gd name="connsiteY65" fmla="*/ 51037 h 179972"/>
                <a:gd name="connsiteX66" fmla="*/ 72650 w 153372"/>
                <a:gd name="connsiteY66" fmla="*/ 45665 h 179972"/>
                <a:gd name="connsiteX67" fmla="*/ 71305 w 153372"/>
                <a:gd name="connsiteY67" fmla="*/ 45665 h 179972"/>
                <a:gd name="connsiteX68" fmla="*/ 68614 w 153372"/>
                <a:gd name="connsiteY68" fmla="*/ 49694 h 179972"/>
                <a:gd name="connsiteX69" fmla="*/ 63233 w 153372"/>
                <a:gd name="connsiteY69" fmla="*/ 49694 h 179972"/>
                <a:gd name="connsiteX70" fmla="*/ 59196 w 153372"/>
                <a:gd name="connsiteY70" fmla="*/ 42978 h 179972"/>
                <a:gd name="connsiteX71" fmla="*/ 59196 w 153372"/>
                <a:gd name="connsiteY71" fmla="*/ 40292 h 179972"/>
                <a:gd name="connsiteX72" fmla="*/ 55160 w 153372"/>
                <a:gd name="connsiteY72" fmla="*/ 34920 h 179972"/>
                <a:gd name="connsiteX73" fmla="*/ 55160 w 153372"/>
                <a:gd name="connsiteY73" fmla="*/ 28205 h 179972"/>
                <a:gd name="connsiteX74" fmla="*/ 57851 w 153372"/>
                <a:gd name="connsiteY74" fmla="*/ 25518 h 179972"/>
                <a:gd name="connsiteX75" fmla="*/ 61887 w 153372"/>
                <a:gd name="connsiteY75" fmla="*/ 25518 h 179972"/>
                <a:gd name="connsiteX76" fmla="*/ 63233 w 153372"/>
                <a:gd name="connsiteY76" fmla="*/ 21489 h 179972"/>
                <a:gd name="connsiteX77" fmla="*/ 67269 w 153372"/>
                <a:gd name="connsiteY77" fmla="*/ 24175 h 179972"/>
                <a:gd name="connsiteX78" fmla="*/ 69960 w 153372"/>
                <a:gd name="connsiteY78" fmla="*/ 28205 h 179972"/>
                <a:gd name="connsiteX79" fmla="*/ 71305 w 153372"/>
                <a:gd name="connsiteY79" fmla="*/ 38949 h 179972"/>
                <a:gd name="connsiteX80" fmla="*/ 72650 w 153372"/>
                <a:gd name="connsiteY80" fmla="*/ 38949 h 179972"/>
                <a:gd name="connsiteX81" fmla="*/ 73996 w 153372"/>
                <a:gd name="connsiteY81" fmla="*/ 33577 h 179972"/>
                <a:gd name="connsiteX82" fmla="*/ 75341 w 153372"/>
                <a:gd name="connsiteY82" fmla="*/ 30891 h 179972"/>
                <a:gd name="connsiteX83" fmla="*/ 75341 w 153372"/>
                <a:gd name="connsiteY83" fmla="*/ 25518 h 179972"/>
                <a:gd name="connsiteX84" fmla="*/ 71305 w 153372"/>
                <a:gd name="connsiteY84" fmla="*/ 22832 h 179972"/>
                <a:gd name="connsiteX85" fmla="*/ 71305 w 153372"/>
                <a:gd name="connsiteY85" fmla="*/ 17460 h 179972"/>
                <a:gd name="connsiteX86" fmla="*/ 69960 w 153372"/>
                <a:gd name="connsiteY86" fmla="*/ 12088 h 179972"/>
                <a:gd name="connsiteX87" fmla="*/ 72650 w 153372"/>
                <a:gd name="connsiteY87" fmla="*/ 10745 h 179972"/>
                <a:gd name="connsiteX88" fmla="*/ 73996 w 153372"/>
                <a:gd name="connsiteY88" fmla="*/ 5372 h 179972"/>
                <a:gd name="connsiteX89" fmla="*/ 79377 w 153372"/>
                <a:gd name="connsiteY89" fmla="*/ 4029 h 179972"/>
                <a:gd name="connsiteX90" fmla="*/ 82068 w 153372"/>
                <a:gd name="connsiteY90" fmla="*/ 5372 h 179972"/>
                <a:gd name="connsiteX91" fmla="*/ 84759 w 153372"/>
                <a:gd name="connsiteY91" fmla="*/ 4029 h 179972"/>
                <a:gd name="connsiteX92" fmla="*/ 88795 w 153372"/>
                <a:gd name="connsiteY92" fmla="*/ 9402 h 179972"/>
                <a:gd name="connsiteX93" fmla="*/ 95522 w 153372"/>
                <a:gd name="connsiteY93" fmla="*/ 10745 h 179972"/>
                <a:gd name="connsiteX94" fmla="*/ 98212 w 153372"/>
                <a:gd name="connsiteY94" fmla="*/ 6715 h 179972"/>
                <a:gd name="connsiteX95" fmla="*/ 92831 w 153372"/>
                <a:gd name="connsiteY95" fmla="*/ 6715 h 179972"/>
                <a:gd name="connsiteX96" fmla="*/ 90140 w 153372"/>
                <a:gd name="connsiteY96" fmla="*/ 4029 h 179972"/>
                <a:gd name="connsiteX97" fmla="*/ 92831 w 153372"/>
                <a:gd name="connsiteY97" fmla="*/ 1343 h 179972"/>
                <a:gd name="connsiteX98" fmla="*/ 96867 w 153372"/>
                <a:gd name="connsiteY98" fmla="*/ 0 h 179972"/>
                <a:gd name="connsiteX99" fmla="*/ 103594 w 153372"/>
                <a:gd name="connsiteY99" fmla="*/ 1343 h 179972"/>
                <a:gd name="connsiteX100" fmla="*/ 104939 w 153372"/>
                <a:gd name="connsiteY100" fmla="*/ 4029 h 179972"/>
                <a:gd name="connsiteX101" fmla="*/ 102249 w 153372"/>
                <a:gd name="connsiteY101" fmla="*/ 5372 h 179972"/>
                <a:gd name="connsiteX102" fmla="*/ 102249 w 153372"/>
                <a:gd name="connsiteY102" fmla="*/ 8058 h 179972"/>
                <a:gd name="connsiteX103" fmla="*/ 106285 w 153372"/>
                <a:gd name="connsiteY103" fmla="*/ 10745 h 179972"/>
                <a:gd name="connsiteX104" fmla="*/ 110321 w 153372"/>
                <a:gd name="connsiteY104" fmla="*/ 16117 h 179972"/>
                <a:gd name="connsiteX105" fmla="*/ 114357 w 153372"/>
                <a:gd name="connsiteY105" fmla="*/ 14774 h 179972"/>
                <a:gd name="connsiteX106" fmla="*/ 119738 w 153372"/>
                <a:gd name="connsiteY106" fmla="*/ 17460 h 179972"/>
                <a:gd name="connsiteX107" fmla="*/ 126465 w 153372"/>
                <a:gd name="connsiteY107" fmla="*/ 17460 h 179972"/>
                <a:gd name="connsiteX108" fmla="*/ 129156 w 153372"/>
                <a:gd name="connsiteY108" fmla="*/ 14774 h 179972"/>
                <a:gd name="connsiteX109" fmla="*/ 133192 w 153372"/>
                <a:gd name="connsiteY109" fmla="*/ 16117 h 179972"/>
                <a:gd name="connsiteX110" fmla="*/ 145301 w 153372"/>
                <a:gd name="connsiteY110" fmla="*/ 16117 h 179972"/>
                <a:gd name="connsiteX111" fmla="*/ 149337 w 153372"/>
                <a:gd name="connsiteY111" fmla="*/ 20146 h 179972"/>
                <a:gd name="connsiteX112" fmla="*/ 152027 w 153372"/>
                <a:gd name="connsiteY112" fmla="*/ 18803 h 179972"/>
                <a:gd name="connsiteX113" fmla="*/ 153373 w 153372"/>
                <a:gd name="connsiteY113" fmla="*/ 21489 h 179972"/>
                <a:gd name="connsiteX114" fmla="*/ 152027 w 153372"/>
                <a:gd name="connsiteY114" fmla="*/ 24175 h 179972"/>
                <a:gd name="connsiteX115" fmla="*/ 153373 w 153372"/>
                <a:gd name="connsiteY115" fmla="*/ 28205 h 179972"/>
                <a:gd name="connsiteX116" fmla="*/ 150682 w 153372"/>
                <a:gd name="connsiteY116" fmla="*/ 32234 h 179972"/>
                <a:gd name="connsiteX117" fmla="*/ 143955 w 153372"/>
                <a:gd name="connsiteY117" fmla="*/ 36263 h 179972"/>
                <a:gd name="connsiteX118" fmla="*/ 139919 w 153372"/>
                <a:gd name="connsiteY118" fmla="*/ 34920 h 179972"/>
                <a:gd name="connsiteX119" fmla="*/ 138574 w 153372"/>
                <a:gd name="connsiteY119" fmla="*/ 32234 h 179972"/>
                <a:gd name="connsiteX120" fmla="*/ 135883 w 153372"/>
                <a:gd name="connsiteY120" fmla="*/ 34920 h 179972"/>
                <a:gd name="connsiteX121" fmla="*/ 133192 w 153372"/>
                <a:gd name="connsiteY121" fmla="*/ 36263 h 179972"/>
                <a:gd name="connsiteX122" fmla="*/ 134538 w 153372"/>
                <a:gd name="connsiteY122" fmla="*/ 38949 h 179972"/>
                <a:gd name="connsiteX123" fmla="*/ 139919 w 153372"/>
                <a:gd name="connsiteY123" fmla="*/ 42978 h 179972"/>
                <a:gd name="connsiteX124" fmla="*/ 138574 w 153372"/>
                <a:gd name="connsiteY124" fmla="*/ 45665 h 179972"/>
                <a:gd name="connsiteX125" fmla="*/ 137228 w 153372"/>
                <a:gd name="connsiteY125" fmla="*/ 52380 h 179972"/>
                <a:gd name="connsiteX126" fmla="*/ 134538 w 153372"/>
                <a:gd name="connsiteY126" fmla="*/ 53723 h 179972"/>
                <a:gd name="connsiteX127" fmla="*/ 126465 w 153372"/>
                <a:gd name="connsiteY127" fmla="*/ 53723 h 179972"/>
                <a:gd name="connsiteX128" fmla="*/ 122429 w 153372"/>
                <a:gd name="connsiteY128" fmla="*/ 53723 h 179972"/>
                <a:gd name="connsiteX129" fmla="*/ 117048 w 153372"/>
                <a:gd name="connsiteY129" fmla="*/ 55066 h 179972"/>
                <a:gd name="connsiteX130" fmla="*/ 115702 w 153372"/>
                <a:gd name="connsiteY130" fmla="*/ 57752 h 179972"/>
                <a:gd name="connsiteX131" fmla="*/ 106285 w 153372"/>
                <a:gd name="connsiteY131" fmla="*/ 60438 h 179972"/>
                <a:gd name="connsiteX132" fmla="*/ 100903 w 153372"/>
                <a:gd name="connsiteY132" fmla="*/ 65811 h 179972"/>
                <a:gd name="connsiteX133" fmla="*/ 98212 w 153372"/>
                <a:gd name="connsiteY133" fmla="*/ 65811 h 179972"/>
                <a:gd name="connsiteX134" fmla="*/ 94176 w 153372"/>
                <a:gd name="connsiteY134" fmla="*/ 72526 h 179972"/>
                <a:gd name="connsiteX135" fmla="*/ 94176 w 153372"/>
                <a:gd name="connsiteY135" fmla="*/ 75212 h 179972"/>
                <a:gd name="connsiteX136" fmla="*/ 96867 w 153372"/>
                <a:gd name="connsiteY136" fmla="*/ 75212 h 179972"/>
                <a:gd name="connsiteX137" fmla="*/ 98212 w 153372"/>
                <a:gd name="connsiteY137" fmla="*/ 72526 h 179972"/>
                <a:gd name="connsiteX138" fmla="*/ 106285 w 153372"/>
                <a:gd name="connsiteY138" fmla="*/ 71183 h 179972"/>
                <a:gd name="connsiteX139" fmla="*/ 108975 w 153372"/>
                <a:gd name="connsiteY139" fmla="*/ 69840 h 179972"/>
                <a:gd name="connsiteX140" fmla="*/ 117048 w 153372"/>
                <a:gd name="connsiteY140" fmla="*/ 73869 h 179972"/>
                <a:gd name="connsiteX141" fmla="*/ 118393 w 153372"/>
                <a:gd name="connsiteY141" fmla="*/ 79242 h 179972"/>
                <a:gd name="connsiteX142" fmla="*/ 115702 w 153372"/>
                <a:gd name="connsiteY142" fmla="*/ 80585 h 179972"/>
                <a:gd name="connsiteX143" fmla="*/ 113012 w 153372"/>
                <a:gd name="connsiteY143" fmla="*/ 80585 h 179972"/>
                <a:gd name="connsiteX144" fmla="*/ 117048 w 153372"/>
                <a:gd name="connsiteY144" fmla="*/ 81928 h 179972"/>
                <a:gd name="connsiteX145" fmla="*/ 118393 w 153372"/>
                <a:gd name="connsiteY145" fmla="*/ 85957 h 179972"/>
                <a:gd name="connsiteX146" fmla="*/ 118393 w 153372"/>
                <a:gd name="connsiteY146" fmla="*/ 91329 h 179972"/>
                <a:gd name="connsiteX147" fmla="*/ 114357 w 153372"/>
                <a:gd name="connsiteY147" fmla="*/ 94015 h 179972"/>
                <a:gd name="connsiteX148" fmla="*/ 114357 w 153372"/>
                <a:gd name="connsiteY148" fmla="*/ 99388 h 179972"/>
                <a:gd name="connsiteX149" fmla="*/ 115702 w 153372"/>
                <a:gd name="connsiteY149" fmla="*/ 102074 h 179972"/>
                <a:gd name="connsiteX150" fmla="*/ 118393 w 153372"/>
                <a:gd name="connsiteY150" fmla="*/ 96702 h 179972"/>
                <a:gd name="connsiteX151" fmla="*/ 123775 w 153372"/>
                <a:gd name="connsiteY151" fmla="*/ 94015 h 179972"/>
                <a:gd name="connsiteX152" fmla="*/ 125120 w 153372"/>
                <a:gd name="connsiteY152" fmla="*/ 91329 h 179972"/>
                <a:gd name="connsiteX153" fmla="*/ 127811 w 153372"/>
                <a:gd name="connsiteY153" fmla="*/ 91329 h 179972"/>
                <a:gd name="connsiteX154" fmla="*/ 125120 w 153372"/>
                <a:gd name="connsiteY154" fmla="*/ 94015 h 179972"/>
                <a:gd name="connsiteX155" fmla="*/ 125120 w 153372"/>
                <a:gd name="connsiteY155" fmla="*/ 102074 h 179972"/>
                <a:gd name="connsiteX156" fmla="*/ 122429 w 153372"/>
                <a:gd name="connsiteY156" fmla="*/ 110132 h 179972"/>
                <a:gd name="connsiteX157" fmla="*/ 122429 w 153372"/>
                <a:gd name="connsiteY157" fmla="*/ 114162 h 179972"/>
                <a:gd name="connsiteX158" fmla="*/ 113012 w 153372"/>
                <a:gd name="connsiteY158" fmla="*/ 120877 h 179972"/>
                <a:gd name="connsiteX159" fmla="*/ 108975 w 153372"/>
                <a:gd name="connsiteY159" fmla="*/ 120877 h 179972"/>
                <a:gd name="connsiteX160" fmla="*/ 107630 w 153372"/>
                <a:gd name="connsiteY160" fmla="*/ 123563 h 179972"/>
                <a:gd name="connsiteX161" fmla="*/ 108975 w 153372"/>
                <a:gd name="connsiteY161" fmla="*/ 126249 h 179972"/>
                <a:gd name="connsiteX162" fmla="*/ 106285 w 153372"/>
                <a:gd name="connsiteY162" fmla="*/ 132965 h 179972"/>
                <a:gd name="connsiteX163" fmla="*/ 103594 w 153372"/>
                <a:gd name="connsiteY163" fmla="*/ 134308 h 179972"/>
                <a:gd name="connsiteX164" fmla="*/ 102249 w 153372"/>
                <a:gd name="connsiteY164" fmla="*/ 131622 h 179972"/>
                <a:gd name="connsiteX165" fmla="*/ 99558 w 153372"/>
                <a:gd name="connsiteY165" fmla="*/ 132965 h 179972"/>
                <a:gd name="connsiteX166" fmla="*/ 99558 w 153372"/>
                <a:gd name="connsiteY166" fmla="*/ 135651 h 179972"/>
                <a:gd name="connsiteX167" fmla="*/ 106285 w 153372"/>
                <a:gd name="connsiteY167" fmla="*/ 139680 h 179972"/>
                <a:gd name="connsiteX168" fmla="*/ 104939 w 153372"/>
                <a:gd name="connsiteY168" fmla="*/ 142366 h 179972"/>
                <a:gd name="connsiteX169" fmla="*/ 99558 w 153372"/>
                <a:gd name="connsiteY169" fmla="*/ 142366 h 179972"/>
                <a:gd name="connsiteX170" fmla="*/ 102249 w 153372"/>
                <a:gd name="connsiteY170" fmla="*/ 146395 h 179972"/>
                <a:gd name="connsiteX171" fmla="*/ 96867 w 153372"/>
                <a:gd name="connsiteY171" fmla="*/ 151768 h 179972"/>
                <a:gd name="connsiteX172" fmla="*/ 94176 w 153372"/>
                <a:gd name="connsiteY172" fmla="*/ 149082 h 179972"/>
                <a:gd name="connsiteX173" fmla="*/ 91485 w 153372"/>
                <a:gd name="connsiteY173" fmla="*/ 151768 h 179972"/>
                <a:gd name="connsiteX174" fmla="*/ 86104 w 153372"/>
                <a:gd name="connsiteY174" fmla="*/ 151768 h 179972"/>
                <a:gd name="connsiteX175" fmla="*/ 80723 w 153372"/>
                <a:gd name="connsiteY175" fmla="*/ 154454 h 179972"/>
                <a:gd name="connsiteX176" fmla="*/ 80723 w 153372"/>
                <a:gd name="connsiteY176" fmla="*/ 158483 h 179972"/>
                <a:gd name="connsiteX177" fmla="*/ 72650 w 153372"/>
                <a:gd name="connsiteY177" fmla="*/ 161169 h 179972"/>
                <a:gd name="connsiteX178" fmla="*/ 67269 w 153372"/>
                <a:gd name="connsiteY178" fmla="*/ 157140 h 179972"/>
                <a:gd name="connsiteX179" fmla="*/ 61887 w 153372"/>
                <a:gd name="connsiteY179" fmla="*/ 159826 h 179972"/>
                <a:gd name="connsiteX180" fmla="*/ 59196 w 153372"/>
                <a:gd name="connsiteY180" fmla="*/ 158483 h 179972"/>
                <a:gd name="connsiteX181" fmla="*/ 57851 w 153372"/>
                <a:gd name="connsiteY181" fmla="*/ 147738 h 179972"/>
                <a:gd name="connsiteX182" fmla="*/ 61887 w 153372"/>
                <a:gd name="connsiteY182" fmla="*/ 141023 h 179972"/>
                <a:gd name="connsiteX183" fmla="*/ 61887 w 153372"/>
                <a:gd name="connsiteY183" fmla="*/ 136994 h 179972"/>
                <a:gd name="connsiteX184" fmla="*/ 53815 w 153372"/>
                <a:gd name="connsiteY184" fmla="*/ 145052 h 179972"/>
                <a:gd name="connsiteX185" fmla="*/ 52470 w 153372"/>
                <a:gd name="connsiteY185" fmla="*/ 150425 h 179972"/>
                <a:gd name="connsiteX186" fmla="*/ 56506 w 153372"/>
                <a:gd name="connsiteY186" fmla="*/ 159826 h 179972"/>
                <a:gd name="connsiteX187" fmla="*/ 59196 w 153372"/>
                <a:gd name="connsiteY187" fmla="*/ 162512 h 179972"/>
                <a:gd name="connsiteX188" fmla="*/ 57851 w 153372"/>
                <a:gd name="connsiteY188" fmla="*/ 166542 h 179972"/>
                <a:gd name="connsiteX189" fmla="*/ 52470 w 153372"/>
                <a:gd name="connsiteY189" fmla="*/ 170571 h 179972"/>
                <a:gd name="connsiteX190" fmla="*/ 49779 w 153372"/>
                <a:gd name="connsiteY190" fmla="*/ 175943 h 179972"/>
                <a:gd name="connsiteX191" fmla="*/ 41707 w 153372"/>
                <a:gd name="connsiteY191" fmla="*/ 179972 h 179972"/>
                <a:gd name="connsiteX192" fmla="*/ 41707 w 153372"/>
                <a:gd name="connsiteY192" fmla="*/ 179972 h 17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</a:cxnLst>
              <a:rect l="l" t="t" r="r" b="b"/>
              <a:pathLst>
                <a:path w="153372" h="179972">
                  <a:moveTo>
                    <a:pt x="41707" y="179972"/>
                  </a:moveTo>
                  <a:lnTo>
                    <a:pt x="39016" y="177286"/>
                  </a:lnTo>
                  <a:lnTo>
                    <a:pt x="39016" y="171914"/>
                  </a:lnTo>
                  <a:lnTo>
                    <a:pt x="37670" y="169228"/>
                  </a:lnTo>
                  <a:lnTo>
                    <a:pt x="34980" y="171914"/>
                  </a:lnTo>
                  <a:lnTo>
                    <a:pt x="33634" y="169228"/>
                  </a:lnTo>
                  <a:lnTo>
                    <a:pt x="34980" y="163855"/>
                  </a:lnTo>
                  <a:lnTo>
                    <a:pt x="33634" y="158483"/>
                  </a:lnTo>
                  <a:lnTo>
                    <a:pt x="29598" y="154454"/>
                  </a:lnTo>
                  <a:lnTo>
                    <a:pt x="32289" y="149082"/>
                  </a:lnTo>
                  <a:lnTo>
                    <a:pt x="30943" y="141023"/>
                  </a:lnTo>
                  <a:lnTo>
                    <a:pt x="32289" y="138337"/>
                  </a:lnTo>
                  <a:lnTo>
                    <a:pt x="28253" y="136994"/>
                  </a:lnTo>
                  <a:lnTo>
                    <a:pt x="25562" y="132965"/>
                  </a:lnTo>
                  <a:lnTo>
                    <a:pt x="25562" y="128935"/>
                  </a:lnTo>
                  <a:lnTo>
                    <a:pt x="21526" y="123563"/>
                  </a:lnTo>
                  <a:lnTo>
                    <a:pt x="21526" y="115505"/>
                  </a:lnTo>
                  <a:lnTo>
                    <a:pt x="18835" y="108789"/>
                  </a:lnTo>
                  <a:lnTo>
                    <a:pt x="16144" y="108789"/>
                  </a:lnTo>
                  <a:lnTo>
                    <a:pt x="14799" y="106103"/>
                  </a:lnTo>
                  <a:lnTo>
                    <a:pt x="14799" y="100731"/>
                  </a:lnTo>
                  <a:lnTo>
                    <a:pt x="12108" y="99388"/>
                  </a:lnTo>
                  <a:lnTo>
                    <a:pt x="8072" y="102074"/>
                  </a:lnTo>
                  <a:lnTo>
                    <a:pt x="6727" y="99388"/>
                  </a:lnTo>
                  <a:lnTo>
                    <a:pt x="2691" y="100731"/>
                  </a:lnTo>
                  <a:lnTo>
                    <a:pt x="0" y="98045"/>
                  </a:lnTo>
                  <a:lnTo>
                    <a:pt x="0" y="92672"/>
                  </a:lnTo>
                  <a:lnTo>
                    <a:pt x="5381" y="89986"/>
                  </a:lnTo>
                  <a:lnTo>
                    <a:pt x="6727" y="83271"/>
                  </a:lnTo>
                  <a:lnTo>
                    <a:pt x="4036" y="79242"/>
                  </a:lnTo>
                  <a:lnTo>
                    <a:pt x="5381" y="76555"/>
                  </a:lnTo>
                  <a:lnTo>
                    <a:pt x="5381" y="67154"/>
                  </a:lnTo>
                  <a:lnTo>
                    <a:pt x="4036" y="63125"/>
                  </a:lnTo>
                  <a:lnTo>
                    <a:pt x="10763" y="55066"/>
                  </a:lnTo>
                  <a:lnTo>
                    <a:pt x="16144" y="53723"/>
                  </a:lnTo>
                  <a:lnTo>
                    <a:pt x="17490" y="51037"/>
                  </a:lnTo>
                  <a:lnTo>
                    <a:pt x="20181" y="49694"/>
                  </a:lnTo>
                  <a:lnTo>
                    <a:pt x="21526" y="52380"/>
                  </a:lnTo>
                  <a:lnTo>
                    <a:pt x="29598" y="49694"/>
                  </a:lnTo>
                  <a:lnTo>
                    <a:pt x="33634" y="51037"/>
                  </a:lnTo>
                  <a:lnTo>
                    <a:pt x="36325" y="53723"/>
                  </a:lnTo>
                  <a:lnTo>
                    <a:pt x="34980" y="56409"/>
                  </a:lnTo>
                  <a:lnTo>
                    <a:pt x="32289" y="57752"/>
                  </a:lnTo>
                  <a:lnTo>
                    <a:pt x="32289" y="60438"/>
                  </a:lnTo>
                  <a:lnTo>
                    <a:pt x="36325" y="61782"/>
                  </a:lnTo>
                  <a:lnTo>
                    <a:pt x="37670" y="64468"/>
                  </a:lnTo>
                  <a:lnTo>
                    <a:pt x="37670" y="68497"/>
                  </a:lnTo>
                  <a:lnTo>
                    <a:pt x="44397" y="75212"/>
                  </a:lnTo>
                  <a:lnTo>
                    <a:pt x="44397" y="79242"/>
                  </a:lnTo>
                  <a:lnTo>
                    <a:pt x="47088" y="83271"/>
                  </a:lnTo>
                  <a:lnTo>
                    <a:pt x="52470" y="84614"/>
                  </a:lnTo>
                  <a:lnTo>
                    <a:pt x="55160" y="83271"/>
                  </a:lnTo>
                  <a:lnTo>
                    <a:pt x="53815" y="79242"/>
                  </a:lnTo>
                  <a:lnTo>
                    <a:pt x="56506" y="76555"/>
                  </a:lnTo>
                  <a:lnTo>
                    <a:pt x="59196" y="71183"/>
                  </a:lnTo>
                  <a:lnTo>
                    <a:pt x="57851" y="68497"/>
                  </a:lnTo>
                  <a:lnTo>
                    <a:pt x="61887" y="65811"/>
                  </a:lnTo>
                  <a:lnTo>
                    <a:pt x="63233" y="61782"/>
                  </a:lnTo>
                  <a:lnTo>
                    <a:pt x="61887" y="57752"/>
                  </a:lnTo>
                  <a:lnTo>
                    <a:pt x="63233" y="55066"/>
                  </a:lnTo>
                  <a:lnTo>
                    <a:pt x="68614" y="53723"/>
                  </a:lnTo>
                  <a:lnTo>
                    <a:pt x="71305" y="55066"/>
                  </a:lnTo>
                  <a:lnTo>
                    <a:pt x="73996" y="60438"/>
                  </a:lnTo>
                  <a:lnTo>
                    <a:pt x="78032" y="60438"/>
                  </a:lnTo>
                  <a:lnTo>
                    <a:pt x="78032" y="57752"/>
                  </a:lnTo>
                  <a:lnTo>
                    <a:pt x="73996" y="51037"/>
                  </a:lnTo>
                  <a:lnTo>
                    <a:pt x="72650" y="45665"/>
                  </a:lnTo>
                  <a:lnTo>
                    <a:pt x="71305" y="45665"/>
                  </a:lnTo>
                  <a:lnTo>
                    <a:pt x="68614" y="49694"/>
                  </a:lnTo>
                  <a:lnTo>
                    <a:pt x="63233" y="49694"/>
                  </a:lnTo>
                  <a:lnTo>
                    <a:pt x="59196" y="42978"/>
                  </a:lnTo>
                  <a:lnTo>
                    <a:pt x="59196" y="40292"/>
                  </a:lnTo>
                  <a:lnTo>
                    <a:pt x="55160" y="34920"/>
                  </a:lnTo>
                  <a:lnTo>
                    <a:pt x="55160" y="28205"/>
                  </a:lnTo>
                  <a:lnTo>
                    <a:pt x="57851" y="25518"/>
                  </a:lnTo>
                  <a:lnTo>
                    <a:pt x="61887" y="25518"/>
                  </a:lnTo>
                  <a:lnTo>
                    <a:pt x="63233" y="21489"/>
                  </a:lnTo>
                  <a:lnTo>
                    <a:pt x="67269" y="24175"/>
                  </a:lnTo>
                  <a:lnTo>
                    <a:pt x="69960" y="28205"/>
                  </a:lnTo>
                  <a:lnTo>
                    <a:pt x="71305" y="38949"/>
                  </a:lnTo>
                  <a:lnTo>
                    <a:pt x="72650" y="38949"/>
                  </a:lnTo>
                  <a:lnTo>
                    <a:pt x="73996" y="33577"/>
                  </a:lnTo>
                  <a:lnTo>
                    <a:pt x="75341" y="30891"/>
                  </a:lnTo>
                  <a:lnTo>
                    <a:pt x="75341" y="25518"/>
                  </a:lnTo>
                  <a:lnTo>
                    <a:pt x="71305" y="22832"/>
                  </a:lnTo>
                  <a:lnTo>
                    <a:pt x="71305" y="17460"/>
                  </a:lnTo>
                  <a:lnTo>
                    <a:pt x="69960" y="12088"/>
                  </a:lnTo>
                  <a:lnTo>
                    <a:pt x="72650" y="10745"/>
                  </a:lnTo>
                  <a:lnTo>
                    <a:pt x="73996" y="5372"/>
                  </a:lnTo>
                  <a:lnTo>
                    <a:pt x="79377" y="4029"/>
                  </a:lnTo>
                  <a:lnTo>
                    <a:pt x="82068" y="5372"/>
                  </a:lnTo>
                  <a:lnTo>
                    <a:pt x="84759" y="4029"/>
                  </a:lnTo>
                  <a:lnTo>
                    <a:pt x="88795" y="9402"/>
                  </a:lnTo>
                  <a:lnTo>
                    <a:pt x="95522" y="10745"/>
                  </a:lnTo>
                  <a:lnTo>
                    <a:pt x="98212" y="6715"/>
                  </a:lnTo>
                  <a:lnTo>
                    <a:pt x="92831" y="6715"/>
                  </a:lnTo>
                  <a:lnTo>
                    <a:pt x="90140" y="4029"/>
                  </a:lnTo>
                  <a:lnTo>
                    <a:pt x="92831" y="1343"/>
                  </a:lnTo>
                  <a:lnTo>
                    <a:pt x="96867" y="0"/>
                  </a:lnTo>
                  <a:lnTo>
                    <a:pt x="103594" y="1343"/>
                  </a:lnTo>
                  <a:lnTo>
                    <a:pt x="104939" y="4029"/>
                  </a:lnTo>
                  <a:lnTo>
                    <a:pt x="102249" y="5372"/>
                  </a:lnTo>
                  <a:lnTo>
                    <a:pt x="102249" y="8058"/>
                  </a:lnTo>
                  <a:lnTo>
                    <a:pt x="106285" y="10745"/>
                  </a:lnTo>
                  <a:lnTo>
                    <a:pt x="110321" y="16117"/>
                  </a:lnTo>
                  <a:lnTo>
                    <a:pt x="114357" y="14774"/>
                  </a:lnTo>
                  <a:lnTo>
                    <a:pt x="119738" y="17460"/>
                  </a:lnTo>
                  <a:lnTo>
                    <a:pt x="126465" y="17460"/>
                  </a:lnTo>
                  <a:lnTo>
                    <a:pt x="129156" y="14774"/>
                  </a:lnTo>
                  <a:lnTo>
                    <a:pt x="133192" y="16117"/>
                  </a:lnTo>
                  <a:lnTo>
                    <a:pt x="145301" y="16117"/>
                  </a:lnTo>
                  <a:lnTo>
                    <a:pt x="149337" y="20146"/>
                  </a:lnTo>
                  <a:lnTo>
                    <a:pt x="152027" y="18803"/>
                  </a:lnTo>
                  <a:lnTo>
                    <a:pt x="153373" y="21489"/>
                  </a:lnTo>
                  <a:lnTo>
                    <a:pt x="152027" y="24175"/>
                  </a:lnTo>
                  <a:lnTo>
                    <a:pt x="153373" y="28205"/>
                  </a:lnTo>
                  <a:lnTo>
                    <a:pt x="150682" y="32234"/>
                  </a:lnTo>
                  <a:lnTo>
                    <a:pt x="143955" y="36263"/>
                  </a:lnTo>
                  <a:lnTo>
                    <a:pt x="139919" y="34920"/>
                  </a:lnTo>
                  <a:lnTo>
                    <a:pt x="138574" y="32234"/>
                  </a:lnTo>
                  <a:lnTo>
                    <a:pt x="135883" y="34920"/>
                  </a:lnTo>
                  <a:lnTo>
                    <a:pt x="133192" y="36263"/>
                  </a:lnTo>
                  <a:lnTo>
                    <a:pt x="134538" y="38949"/>
                  </a:lnTo>
                  <a:lnTo>
                    <a:pt x="139919" y="42978"/>
                  </a:lnTo>
                  <a:lnTo>
                    <a:pt x="138574" y="45665"/>
                  </a:lnTo>
                  <a:lnTo>
                    <a:pt x="137228" y="52380"/>
                  </a:lnTo>
                  <a:lnTo>
                    <a:pt x="134538" y="53723"/>
                  </a:lnTo>
                  <a:lnTo>
                    <a:pt x="126465" y="53723"/>
                  </a:lnTo>
                  <a:lnTo>
                    <a:pt x="122429" y="53723"/>
                  </a:lnTo>
                  <a:lnTo>
                    <a:pt x="117048" y="55066"/>
                  </a:lnTo>
                  <a:lnTo>
                    <a:pt x="115702" y="57752"/>
                  </a:lnTo>
                  <a:lnTo>
                    <a:pt x="106285" y="60438"/>
                  </a:lnTo>
                  <a:lnTo>
                    <a:pt x="100903" y="65811"/>
                  </a:lnTo>
                  <a:lnTo>
                    <a:pt x="98212" y="65811"/>
                  </a:lnTo>
                  <a:lnTo>
                    <a:pt x="94176" y="72526"/>
                  </a:lnTo>
                  <a:lnTo>
                    <a:pt x="94176" y="75212"/>
                  </a:lnTo>
                  <a:lnTo>
                    <a:pt x="96867" y="75212"/>
                  </a:lnTo>
                  <a:lnTo>
                    <a:pt x="98212" y="72526"/>
                  </a:lnTo>
                  <a:lnTo>
                    <a:pt x="106285" y="71183"/>
                  </a:lnTo>
                  <a:lnTo>
                    <a:pt x="108975" y="69840"/>
                  </a:lnTo>
                  <a:lnTo>
                    <a:pt x="117048" y="73869"/>
                  </a:lnTo>
                  <a:lnTo>
                    <a:pt x="118393" y="79242"/>
                  </a:lnTo>
                  <a:lnTo>
                    <a:pt x="115702" y="80585"/>
                  </a:lnTo>
                  <a:lnTo>
                    <a:pt x="113012" y="80585"/>
                  </a:lnTo>
                  <a:lnTo>
                    <a:pt x="117048" y="81928"/>
                  </a:lnTo>
                  <a:lnTo>
                    <a:pt x="118393" y="85957"/>
                  </a:lnTo>
                  <a:lnTo>
                    <a:pt x="118393" y="91329"/>
                  </a:lnTo>
                  <a:lnTo>
                    <a:pt x="114357" y="94015"/>
                  </a:lnTo>
                  <a:lnTo>
                    <a:pt x="114357" y="99388"/>
                  </a:lnTo>
                  <a:lnTo>
                    <a:pt x="115702" y="102074"/>
                  </a:lnTo>
                  <a:lnTo>
                    <a:pt x="118393" y="96702"/>
                  </a:lnTo>
                  <a:lnTo>
                    <a:pt x="123775" y="94015"/>
                  </a:lnTo>
                  <a:lnTo>
                    <a:pt x="125120" y="91329"/>
                  </a:lnTo>
                  <a:lnTo>
                    <a:pt x="127811" y="91329"/>
                  </a:lnTo>
                  <a:lnTo>
                    <a:pt x="125120" y="94015"/>
                  </a:lnTo>
                  <a:lnTo>
                    <a:pt x="125120" y="102074"/>
                  </a:lnTo>
                  <a:lnTo>
                    <a:pt x="122429" y="110132"/>
                  </a:lnTo>
                  <a:lnTo>
                    <a:pt x="122429" y="114162"/>
                  </a:lnTo>
                  <a:lnTo>
                    <a:pt x="113012" y="120877"/>
                  </a:lnTo>
                  <a:lnTo>
                    <a:pt x="108975" y="120877"/>
                  </a:lnTo>
                  <a:lnTo>
                    <a:pt x="107630" y="123563"/>
                  </a:lnTo>
                  <a:lnTo>
                    <a:pt x="108975" y="126249"/>
                  </a:lnTo>
                  <a:lnTo>
                    <a:pt x="106285" y="132965"/>
                  </a:lnTo>
                  <a:lnTo>
                    <a:pt x="103594" y="134308"/>
                  </a:lnTo>
                  <a:lnTo>
                    <a:pt x="102249" y="131622"/>
                  </a:lnTo>
                  <a:lnTo>
                    <a:pt x="99558" y="132965"/>
                  </a:lnTo>
                  <a:lnTo>
                    <a:pt x="99558" y="135651"/>
                  </a:lnTo>
                  <a:lnTo>
                    <a:pt x="106285" y="139680"/>
                  </a:lnTo>
                  <a:lnTo>
                    <a:pt x="104939" y="142366"/>
                  </a:lnTo>
                  <a:lnTo>
                    <a:pt x="99558" y="142366"/>
                  </a:lnTo>
                  <a:lnTo>
                    <a:pt x="102249" y="146395"/>
                  </a:lnTo>
                  <a:lnTo>
                    <a:pt x="96867" y="151768"/>
                  </a:lnTo>
                  <a:lnTo>
                    <a:pt x="94176" y="149082"/>
                  </a:lnTo>
                  <a:lnTo>
                    <a:pt x="91485" y="151768"/>
                  </a:lnTo>
                  <a:lnTo>
                    <a:pt x="86104" y="151768"/>
                  </a:lnTo>
                  <a:lnTo>
                    <a:pt x="80723" y="154454"/>
                  </a:lnTo>
                  <a:lnTo>
                    <a:pt x="80723" y="158483"/>
                  </a:lnTo>
                  <a:lnTo>
                    <a:pt x="72650" y="161169"/>
                  </a:lnTo>
                  <a:lnTo>
                    <a:pt x="67269" y="157140"/>
                  </a:lnTo>
                  <a:lnTo>
                    <a:pt x="61887" y="159826"/>
                  </a:lnTo>
                  <a:lnTo>
                    <a:pt x="59196" y="158483"/>
                  </a:lnTo>
                  <a:lnTo>
                    <a:pt x="57851" y="147738"/>
                  </a:lnTo>
                  <a:lnTo>
                    <a:pt x="61887" y="141023"/>
                  </a:lnTo>
                  <a:lnTo>
                    <a:pt x="61887" y="136994"/>
                  </a:lnTo>
                  <a:lnTo>
                    <a:pt x="53815" y="145052"/>
                  </a:lnTo>
                  <a:lnTo>
                    <a:pt x="52470" y="150425"/>
                  </a:lnTo>
                  <a:lnTo>
                    <a:pt x="56506" y="159826"/>
                  </a:lnTo>
                  <a:lnTo>
                    <a:pt x="59196" y="162512"/>
                  </a:lnTo>
                  <a:lnTo>
                    <a:pt x="57851" y="166542"/>
                  </a:lnTo>
                  <a:lnTo>
                    <a:pt x="52470" y="170571"/>
                  </a:lnTo>
                  <a:lnTo>
                    <a:pt x="49779" y="175943"/>
                  </a:lnTo>
                  <a:cubicBezTo>
                    <a:pt x="48433" y="177286"/>
                    <a:pt x="41707" y="179972"/>
                    <a:pt x="41707" y="179972"/>
                  </a:cubicBezTo>
                  <a:lnTo>
                    <a:pt x="41707" y="1799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4556B1AB-6854-B920-029F-1D185BBE0CE5}"/>
                </a:ext>
              </a:extLst>
            </p:cNvPr>
            <p:cNvSpPr/>
            <p:nvPr/>
          </p:nvSpPr>
          <p:spPr>
            <a:xfrm>
              <a:off x="5470304" y="1989900"/>
              <a:ext cx="4035" cy="2686"/>
            </a:xfrm>
            <a:custGeom>
              <a:avLst/>
              <a:gdLst>
                <a:gd name="connsiteX0" fmla="*/ 1345 w 4035"/>
                <a:gd name="connsiteY0" fmla="*/ 0 h 2686"/>
                <a:gd name="connsiteX1" fmla="*/ 0 w 4035"/>
                <a:gd name="connsiteY1" fmla="*/ 2686 h 2686"/>
                <a:gd name="connsiteX2" fmla="*/ 2691 w 4035"/>
                <a:gd name="connsiteY2" fmla="*/ 2686 h 2686"/>
                <a:gd name="connsiteX3" fmla="*/ 4036 w 4035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2686">
                  <a:moveTo>
                    <a:pt x="1345" y="0"/>
                  </a:moveTo>
                  <a:lnTo>
                    <a:pt x="0" y="2686"/>
                  </a:lnTo>
                  <a:lnTo>
                    <a:pt x="2691" y="2686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9E8663C9-E343-1EAB-EC6C-B51B982F6D9C}"/>
                </a:ext>
              </a:extLst>
            </p:cNvPr>
            <p:cNvSpPr/>
            <p:nvPr/>
          </p:nvSpPr>
          <p:spPr>
            <a:xfrm>
              <a:off x="5464922" y="1995273"/>
              <a:ext cx="9417" cy="16116"/>
            </a:xfrm>
            <a:custGeom>
              <a:avLst/>
              <a:gdLst>
                <a:gd name="connsiteX0" fmla="*/ 2691 w 9417"/>
                <a:gd name="connsiteY0" fmla="*/ 16117 h 16116"/>
                <a:gd name="connsiteX1" fmla="*/ 5382 w 9417"/>
                <a:gd name="connsiteY1" fmla="*/ 14774 h 16116"/>
                <a:gd name="connsiteX2" fmla="*/ 9418 w 9417"/>
                <a:gd name="connsiteY2" fmla="*/ 9402 h 16116"/>
                <a:gd name="connsiteX3" fmla="*/ 9418 w 9417"/>
                <a:gd name="connsiteY3" fmla="*/ 5372 h 16116"/>
                <a:gd name="connsiteX4" fmla="*/ 8072 w 9417"/>
                <a:gd name="connsiteY4" fmla="*/ 4029 h 16116"/>
                <a:gd name="connsiteX5" fmla="*/ 6727 w 9417"/>
                <a:gd name="connsiteY5" fmla="*/ 0 h 16116"/>
                <a:gd name="connsiteX6" fmla="*/ 4036 w 9417"/>
                <a:gd name="connsiteY6" fmla="*/ 1343 h 16116"/>
                <a:gd name="connsiteX7" fmla="*/ 2691 w 9417"/>
                <a:gd name="connsiteY7" fmla="*/ 5372 h 16116"/>
                <a:gd name="connsiteX8" fmla="*/ 0 w 9417"/>
                <a:gd name="connsiteY8" fmla="*/ 6715 h 16116"/>
                <a:gd name="connsiteX9" fmla="*/ 0 w 9417"/>
                <a:gd name="connsiteY9" fmla="*/ 12088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17" h="16116">
                  <a:moveTo>
                    <a:pt x="2691" y="16117"/>
                  </a:moveTo>
                  <a:lnTo>
                    <a:pt x="5382" y="14774"/>
                  </a:lnTo>
                  <a:lnTo>
                    <a:pt x="9418" y="9402"/>
                  </a:lnTo>
                  <a:lnTo>
                    <a:pt x="9418" y="5372"/>
                  </a:lnTo>
                  <a:lnTo>
                    <a:pt x="8072" y="4029"/>
                  </a:lnTo>
                  <a:lnTo>
                    <a:pt x="6727" y="0"/>
                  </a:lnTo>
                  <a:lnTo>
                    <a:pt x="4036" y="1343"/>
                  </a:lnTo>
                  <a:lnTo>
                    <a:pt x="2691" y="5372"/>
                  </a:lnTo>
                  <a:lnTo>
                    <a:pt x="0" y="6715"/>
                  </a:lnTo>
                  <a:lnTo>
                    <a:pt x="0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0" name="Freeform 1039">
              <a:extLst>
                <a:ext uri="{FF2B5EF4-FFF2-40B4-BE49-F238E27FC236}">
                  <a16:creationId xmlns:a16="http://schemas.microsoft.com/office/drawing/2014/main" id="{F1B40AE7-6B44-2430-2257-14CF96AF3F8A}"/>
                </a:ext>
              </a:extLst>
            </p:cNvPr>
            <p:cNvSpPr/>
            <p:nvPr/>
          </p:nvSpPr>
          <p:spPr>
            <a:xfrm>
              <a:off x="5460886" y="2014076"/>
              <a:ext cx="8072" cy="8058"/>
            </a:xfrm>
            <a:custGeom>
              <a:avLst/>
              <a:gdLst>
                <a:gd name="connsiteX0" fmla="*/ 4036 w 8072"/>
                <a:gd name="connsiteY0" fmla="*/ 8058 h 8058"/>
                <a:gd name="connsiteX1" fmla="*/ 5382 w 8072"/>
                <a:gd name="connsiteY1" fmla="*/ 6715 h 8058"/>
                <a:gd name="connsiteX2" fmla="*/ 8072 w 8072"/>
                <a:gd name="connsiteY2" fmla="*/ 0 h 8058"/>
                <a:gd name="connsiteX3" fmla="*/ 4036 w 8072"/>
                <a:gd name="connsiteY3" fmla="*/ 0 h 8058"/>
                <a:gd name="connsiteX4" fmla="*/ 1345 w 8072"/>
                <a:gd name="connsiteY4" fmla="*/ 2686 h 8058"/>
                <a:gd name="connsiteX5" fmla="*/ 0 w 8072"/>
                <a:gd name="connsiteY5" fmla="*/ 6715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8058">
                  <a:moveTo>
                    <a:pt x="4036" y="8058"/>
                  </a:moveTo>
                  <a:lnTo>
                    <a:pt x="5382" y="6715"/>
                  </a:lnTo>
                  <a:lnTo>
                    <a:pt x="8072" y="0"/>
                  </a:lnTo>
                  <a:lnTo>
                    <a:pt x="4036" y="0"/>
                  </a:lnTo>
                  <a:lnTo>
                    <a:pt x="1345" y="2686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1" name="Freeform 1040">
              <a:extLst>
                <a:ext uri="{FF2B5EF4-FFF2-40B4-BE49-F238E27FC236}">
                  <a16:creationId xmlns:a16="http://schemas.microsoft.com/office/drawing/2014/main" id="{8012123A-FFF8-87EC-3C79-8C04AA374227}"/>
                </a:ext>
              </a:extLst>
            </p:cNvPr>
            <p:cNvSpPr/>
            <p:nvPr/>
          </p:nvSpPr>
          <p:spPr>
            <a:xfrm>
              <a:off x="5265806" y="1910659"/>
              <a:ext cx="10763" cy="5372"/>
            </a:xfrm>
            <a:custGeom>
              <a:avLst/>
              <a:gdLst>
                <a:gd name="connsiteX0" fmla="*/ 0 w 10763"/>
                <a:gd name="connsiteY0" fmla="*/ 0 h 5372"/>
                <a:gd name="connsiteX1" fmla="*/ 0 w 10763"/>
                <a:gd name="connsiteY1" fmla="*/ 4029 h 5372"/>
                <a:gd name="connsiteX2" fmla="*/ 2691 w 10763"/>
                <a:gd name="connsiteY2" fmla="*/ 5372 h 5372"/>
                <a:gd name="connsiteX3" fmla="*/ 5382 w 10763"/>
                <a:gd name="connsiteY3" fmla="*/ 4029 h 5372"/>
                <a:gd name="connsiteX4" fmla="*/ 9418 w 10763"/>
                <a:gd name="connsiteY4" fmla="*/ 5372 h 5372"/>
                <a:gd name="connsiteX5" fmla="*/ 10763 w 10763"/>
                <a:gd name="connsiteY5" fmla="*/ 4029 h 5372"/>
                <a:gd name="connsiteX6" fmla="*/ 8072 w 10763"/>
                <a:gd name="connsiteY6" fmla="*/ 0 h 5372"/>
                <a:gd name="connsiteX7" fmla="*/ 2691 w 10763"/>
                <a:gd name="connsiteY7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63" h="5372">
                  <a:moveTo>
                    <a:pt x="0" y="0"/>
                  </a:moveTo>
                  <a:lnTo>
                    <a:pt x="0" y="4029"/>
                  </a:lnTo>
                  <a:lnTo>
                    <a:pt x="2691" y="5372"/>
                  </a:lnTo>
                  <a:lnTo>
                    <a:pt x="5382" y="4029"/>
                  </a:lnTo>
                  <a:lnTo>
                    <a:pt x="9418" y="5372"/>
                  </a:lnTo>
                  <a:lnTo>
                    <a:pt x="10763" y="4029"/>
                  </a:lnTo>
                  <a:lnTo>
                    <a:pt x="8072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2" name="Freeform 1041">
              <a:extLst>
                <a:ext uri="{FF2B5EF4-FFF2-40B4-BE49-F238E27FC236}">
                  <a16:creationId xmlns:a16="http://schemas.microsoft.com/office/drawing/2014/main" id="{2CFBF0B2-06DC-2488-1C21-3CAA8B7EF3EF}"/>
                </a:ext>
              </a:extLst>
            </p:cNvPr>
            <p:cNvSpPr/>
            <p:nvPr/>
          </p:nvSpPr>
          <p:spPr>
            <a:xfrm>
              <a:off x="5283296" y="1910659"/>
              <a:ext cx="56505" cy="65810"/>
            </a:xfrm>
            <a:custGeom>
              <a:avLst/>
              <a:gdLst>
                <a:gd name="connsiteX0" fmla="*/ 16144 w 56505"/>
                <a:gd name="connsiteY0" fmla="*/ 65811 h 65810"/>
                <a:gd name="connsiteX1" fmla="*/ 12109 w 56505"/>
                <a:gd name="connsiteY1" fmla="*/ 60438 h 65810"/>
                <a:gd name="connsiteX2" fmla="*/ 12109 w 56505"/>
                <a:gd name="connsiteY2" fmla="*/ 49694 h 65810"/>
                <a:gd name="connsiteX3" fmla="*/ 9418 w 56505"/>
                <a:gd name="connsiteY3" fmla="*/ 44322 h 65810"/>
                <a:gd name="connsiteX4" fmla="*/ 9418 w 56505"/>
                <a:gd name="connsiteY4" fmla="*/ 40292 h 65810"/>
                <a:gd name="connsiteX5" fmla="*/ 9418 w 56505"/>
                <a:gd name="connsiteY5" fmla="*/ 37606 h 65810"/>
                <a:gd name="connsiteX6" fmla="*/ 8072 w 56505"/>
                <a:gd name="connsiteY6" fmla="*/ 32234 h 65810"/>
                <a:gd name="connsiteX7" fmla="*/ 8072 w 56505"/>
                <a:gd name="connsiteY7" fmla="*/ 25518 h 65810"/>
                <a:gd name="connsiteX8" fmla="*/ 4036 w 56505"/>
                <a:gd name="connsiteY8" fmla="*/ 20146 h 65810"/>
                <a:gd name="connsiteX9" fmla="*/ 0 w 56505"/>
                <a:gd name="connsiteY9" fmla="*/ 16117 h 65810"/>
                <a:gd name="connsiteX10" fmla="*/ 0 w 56505"/>
                <a:gd name="connsiteY10" fmla="*/ 13431 h 65810"/>
                <a:gd name="connsiteX11" fmla="*/ 8072 w 56505"/>
                <a:gd name="connsiteY11" fmla="*/ 6715 h 65810"/>
                <a:gd name="connsiteX12" fmla="*/ 12109 w 56505"/>
                <a:gd name="connsiteY12" fmla="*/ 5372 h 65810"/>
                <a:gd name="connsiteX13" fmla="*/ 16144 w 56505"/>
                <a:gd name="connsiteY13" fmla="*/ 0 h 65810"/>
                <a:gd name="connsiteX14" fmla="*/ 24217 w 56505"/>
                <a:gd name="connsiteY14" fmla="*/ 0 h 65810"/>
                <a:gd name="connsiteX15" fmla="*/ 28253 w 56505"/>
                <a:gd name="connsiteY15" fmla="*/ 2686 h 65810"/>
                <a:gd name="connsiteX16" fmla="*/ 30944 w 56505"/>
                <a:gd name="connsiteY16" fmla="*/ 2686 h 65810"/>
                <a:gd name="connsiteX17" fmla="*/ 36325 w 56505"/>
                <a:gd name="connsiteY17" fmla="*/ 6715 h 65810"/>
                <a:gd name="connsiteX18" fmla="*/ 39016 w 56505"/>
                <a:gd name="connsiteY18" fmla="*/ 5372 h 65810"/>
                <a:gd name="connsiteX19" fmla="*/ 43052 w 56505"/>
                <a:gd name="connsiteY19" fmla="*/ 6715 h 65810"/>
                <a:gd name="connsiteX20" fmla="*/ 47088 w 56505"/>
                <a:gd name="connsiteY20" fmla="*/ 6715 h 65810"/>
                <a:gd name="connsiteX21" fmla="*/ 51124 w 56505"/>
                <a:gd name="connsiteY21" fmla="*/ 6715 h 65810"/>
                <a:gd name="connsiteX22" fmla="*/ 55161 w 56505"/>
                <a:gd name="connsiteY22" fmla="*/ 13431 h 65810"/>
                <a:gd name="connsiteX23" fmla="*/ 55161 w 56505"/>
                <a:gd name="connsiteY23" fmla="*/ 17460 h 65810"/>
                <a:gd name="connsiteX24" fmla="*/ 53815 w 56505"/>
                <a:gd name="connsiteY24" fmla="*/ 18803 h 65810"/>
                <a:gd name="connsiteX25" fmla="*/ 56506 w 56505"/>
                <a:gd name="connsiteY25" fmla="*/ 24175 h 65810"/>
                <a:gd name="connsiteX26" fmla="*/ 56506 w 56505"/>
                <a:gd name="connsiteY26" fmla="*/ 26862 h 65810"/>
                <a:gd name="connsiteX27" fmla="*/ 53815 w 56505"/>
                <a:gd name="connsiteY27" fmla="*/ 29548 h 65810"/>
                <a:gd name="connsiteX28" fmla="*/ 53815 w 56505"/>
                <a:gd name="connsiteY28" fmla="*/ 33577 h 65810"/>
                <a:gd name="connsiteX29" fmla="*/ 48434 w 56505"/>
                <a:gd name="connsiteY29" fmla="*/ 38949 h 65810"/>
                <a:gd name="connsiteX30" fmla="*/ 45743 w 56505"/>
                <a:gd name="connsiteY30" fmla="*/ 38949 h 65810"/>
                <a:gd name="connsiteX31" fmla="*/ 39016 w 56505"/>
                <a:gd name="connsiteY31" fmla="*/ 47008 h 65810"/>
                <a:gd name="connsiteX32" fmla="*/ 32289 w 56505"/>
                <a:gd name="connsiteY32" fmla="*/ 51037 h 65810"/>
                <a:gd name="connsiteX33" fmla="*/ 25562 w 56505"/>
                <a:gd name="connsiteY33" fmla="*/ 57752 h 65810"/>
                <a:gd name="connsiteX34" fmla="*/ 21526 w 56505"/>
                <a:gd name="connsiteY34" fmla="*/ 57752 h 65810"/>
                <a:gd name="connsiteX35" fmla="*/ 17490 w 56505"/>
                <a:gd name="connsiteY35" fmla="*/ 60438 h 65810"/>
                <a:gd name="connsiteX36" fmla="*/ 18835 w 56505"/>
                <a:gd name="connsiteY36" fmla="*/ 63125 h 65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6505" h="65810">
                  <a:moveTo>
                    <a:pt x="16144" y="65811"/>
                  </a:moveTo>
                  <a:lnTo>
                    <a:pt x="12109" y="60438"/>
                  </a:lnTo>
                  <a:lnTo>
                    <a:pt x="12109" y="49694"/>
                  </a:lnTo>
                  <a:lnTo>
                    <a:pt x="9418" y="44322"/>
                  </a:lnTo>
                  <a:lnTo>
                    <a:pt x="9418" y="40292"/>
                  </a:lnTo>
                  <a:lnTo>
                    <a:pt x="9418" y="37606"/>
                  </a:lnTo>
                  <a:lnTo>
                    <a:pt x="8072" y="32234"/>
                  </a:lnTo>
                  <a:lnTo>
                    <a:pt x="8072" y="25518"/>
                  </a:lnTo>
                  <a:lnTo>
                    <a:pt x="4036" y="20146"/>
                  </a:lnTo>
                  <a:lnTo>
                    <a:pt x="0" y="16117"/>
                  </a:lnTo>
                  <a:lnTo>
                    <a:pt x="0" y="13431"/>
                  </a:lnTo>
                  <a:lnTo>
                    <a:pt x="8072" y="6715"/>
                  </a:lnTo>
                  <a:lnTo>
                    <a:pt x="12109" y="5372"/>
                  </a:lnTo>
                  <a:lnTo>
                    <a:pt x="16144" y="0"/>
                  </a:lnTo>
                  <a:lnTo>
                    <a:pt x="24217" y="0"/>
                  </a:lnTo>
                  <a:lnTo>
                    <a:pt x="28253" y="2686"/>
                  </a:lnTo>
                  <a:lnTo>
                    <a:pt x="30944" y="2686"/>
                  </a:lnTo>
                  <a:lnTo>
                    <a:pt x="36325" y="6715"/>
                  </a:lnTo>
                  <a:lnTo>
                    <a:pt x="39016" y="5372"/>
                  </a:lnTo>
                  <a:lnTo>
                    <a:pt x="43052" y="6715"/>
                  </a:lnTo>
                  <a:lnTo>
                    <a:pt x="47088" y="6715"/>
                  </a:lnTo>
                  <a:lnTo>
                    <a:pt x="51124" y="6715"/>
                  </a:lnTo>
                  <a:lnTo>
                    <a:pt x="55161" y="13431"/>
                  </a:lnTo>
                  <a:lnTo>
                    <a:pt x="55161" y="17460"/>
                  </a:lnTo>
                  <a:lnTo>
                    <a:pt x="53815" y="18803"/>
                  </a:lnTo>
                  <a:lnTo>
                    <a:pt x="56506" y="24175"/>
                  </a:lnTo>
                  <a:lnTo>
                    <a:pt x="56506" y="26862"/>
                  </a:lnTo>
                  <a:lnTo>
                    <a:pt x="53815" y="29548"/>
                  </a:lnTo>
                  <a:lnTo>
                    <a:pt x="53815" y="33577"/>
                  </a:lnTo>
                  <a:lnTo>
                    <a:pt x="48434" y="38949"/>
                  </a:lnTo>
                  <a:lnTo>
                    <a:pt x="45743" y="38949"/>
                  </a:lnTo>
                  <a:lnTo>
                    <a:pt x="39016" y="47008"/>
                  </a:lnTo>
                  <a:lnTo>
                    <a:pt x="32289" y="51037"/>
                  </a:lnTo>
                  <a:lnTo>
                    <a:pt x="25562" y="57752"/>
                  </a:lnTo>
                  <a:lnTo>
                    <a:pt x="21526" y="57752"/>
                  </a:lnTo>
                  <a:lnTo>
                    <a:pt x="17490" y="60438"/>
                  </a:lnTo>
                  <a:lnTo>
                    <a:pt x="18835" y="6312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3" name="Freeform 1042">
              <a:extLst>
                <a:ext uri="{FF2B5EF4-FFF2-40B4-BE49-F238E27FC236}">
                  <a16:creationId xmlns:a16="http://schemas.microsoft.com/office/drawing/2014/main" id="{15A56D98-3693-6BB6-BBA5-1330598C00A6}"/>
                </a:ext>
              </a:extLst>
            </p:cNvPr>
            <p:cNvSpPr/>
            <p:nvPr/>
          </p:nvSpPr>
          <p:spPr>
            <a:xfrm>
              <a:off x="5464922" y="1950951"/>
              <a:ext cx="157409" cy="132964"/>
            </a:xfrm>
            <a:custGeom>
              <a:avLst/>
              <a:gdLst>
                <a:gd name="connsiteX0" fmla="*/ 21526 w 157409"/>
                <a:gd name="connsiteY0" fmla="*/ 131622 h 132964"/>
                <a:gd name="connsiteX1" fmla="*/ 13454 w 157409"/>
                <a:gd name="connsiteY1" fmla="*/ 124906 h 132964"/>
                <a:gd name="connsiteX2" fmla="*/ 9418 w 157409"/>
                <a:gd name="connsiteY2" fmla="*/ 126249 h 132964"/>
                <a:gd name="connsiteX3" fmla="*/ 0 w 157409"/>
                <a:gd name="connsiteY3" fmla="*/ 124906 h 132964"/>
                <a:gd name="connsiteX4" fmla="*/ 4036 w 157409"/>
                <a:gd name="connsiteY4" fmla="*/ 119534 h 132964"/>
                <a:gd name="connsiteX5" fmla="*/ 8072 w 157409"/>
                <a:gd name="connsiteY5" fmla="*/ 118191 h 132964"/>
                <a:gd name="connsiteX6" fmla="*/ 10763 w 157409"/>
                <a:gd name="connsiteY6" fmla="*/ 119534 h 132964"/>
                <a:gd name="connsiteX7" fmla="*/ 12109 w 157409"/>
                <a:gd name="connsiteY7" fmla="*/ 118191 h 132964"/>
                <a:gd name="connsiteX8" fmla="*/ 10763 w 157409"/>
                <a:gd name="connsiteY8" fmla="*/ 115505 h 132964"/>
                <a:gd name="connsiteX9" fmla="*/ 6727 w 157409"/>
                <a:gd name="connsiteY9" fmla="*/ 115505 h 132964"/>
                <a:gd name="connsiteX10" fmla="*/ 5382 w 157409"/>
                <a:gd name="connsiteY10" fmla="*/ 114162 h 132964"/>
                <a:gd name="connsiteX11" fmla="*/ 12109 w 157409"/>
                <a:gd name="connsiteY11" fmla="*/ 106103 h 132964"/>
                <a:gd name="connsiteX12" fmla="*/ 14799 w 157409"/>
                <a:gd name="connsiteY12" fmla="*/ 98045 h 132964"/>
                <a:gd name="connsiteX13" fmla="*/ 14799 w 157409"/>
                <a:gd name="connsiteY13" fmla="*/ 94015 h 132964"/>
                <a:gd name="connsiteX14" fmla="*/ 17490 w 157409"/>
                <a:gd name="connsiteY14" fmla="*/ 92672 h 132964"/>
                <a:gd name="connsiteX15" fmla="*/ 17490 w 157409"/>
                <a:gd name="connsiteY15" fmla="*/ 87300 h 132964"/>
                <a:gd name="connsiteX16" fmla="*/ 13454 w 157409"/>
                <a:gd name="connsiteY16" fmla="*/ 84614 h 132964"/>
                <a:gd name="connsiteX17" fmla="*/ 16144 w 157409"/>
                <a:gd name="connsiteY17" fmla="*/ 80585 h 132964"/>
                <a:gd name="connsiteX18" fmla="*/ 16144 w 157409"/>
                <a:gd name="connsiteY18" fmla="*/ 75212 h 132964"/>
                <a:gd name="connsiteX19" fmla="*/ 21526 w 157409"/>
                <a:gd name="connsiteY19" fmla="*/ 64468 h 132964"/>
                <a:gd name="connsiteX20" fmla="*/ 25562 w 157409"/>
                <a:gd name="connsiteY20" fmla="*/ 61782 h 132964"/>
                <a:gd name="connsiteX21" fmla="*/ 25562 w 157409"/>
                <a:gd name="connsiteY21" fmla="*/ 57752 h 132964"/>
                <a:gd name="connsiteX22" fmla="*/ 29598 w 157409"/>
                <a:gd name="connsiteY22" fmla="*/ 55066 h 132964"/>
                <a:gd name="connsiteX23" fmla="*/ 32289 w 157409"/>
                <a:gd name="connsiteY23" fmla="*/ 49694 h 132964"/>
                <a:gd name="connsiteX24" fmla="*/ 33634 w 157409"/>
                <a:gd name="connsiteY24" fmla="*/ 47008 h 132964"/>
                <a:gd name="connsiteX25" fmla="*/ 34980 w 157409"/>
                <a:gd name="connsiteY25" fmla="*/ 41635 h 132964"/>
                <a:gd name="connsiteX26" fmla="*/ 41707 w 157409"/>
                <a:gd name="connsiteY26" fmla="*/ 34920 h 132964"/>
                <a:gd name="connsiteX27" fmla="*/ 43052 w 157409"/>
                <a:gd name="connsiteY27" fmla="*/ 28205 h 132964"/>
                <a:gd name="connsiteX28" fmla="*/ 47088 w 157409"/>
                <a:gd name="connsiteY28" fmla="*/ 28205 h 132964"/>
                <a:gd name="connsiteX29" fmla="*/ 47088 w 157409"/>
                <a:gd name="connsiteY29" fmla="*/ 25518 h 132964"/>
                <a:gd name="connsiteX30" fmla="*/ 45743 w 157409"/>
                <a:gd name="connsiteY30" fmla="*/ 22832 h 132964"/>
                <a:gd name="connsiteX31" fmla="*/ 49779 w 157409"/>
                <a:gd name="connsiteY31" fmla="*/ 16117 h 132964"/>
                <a:gd name="connsiteX32" fmla="*/ 52470 w 157409"/>
                <a:gd name="connsiteY32" fmla="*/ 17460 h 132964"/>
                <a:gd name="connsiteX33" fmla="*/ 56506 w 157409"/>
                <a:gd name="connsiteY33" fmla="*/ 24175 h 132964"/>
                <a:gd name="connsiteX34" fmla="*/ 57851 w 157409"/>
                <a:gd name="connsiteY34" fmla="*/ 29548 h 132964"/>
                <a:gd name="connsiteX35" fmla="*/ 63233 w 157409"/>
                <a:gd name="connsiteY35" fmla="*/ 29548 h 132964"/>
                <a:gd name="connsiteX36" fmla="*/ 61887 w 157409"/>
                <a:gd name="connsiteY36" fmla="*/ 24175 h 132964"/>
                <a:gd name="connsiteX37" fmla="*/ 57851 w 157409"/>
                <a:gd name="connsiteY37" fmla="*/ 20146 h 132964"/>
                <a:gd name="connsiteX38" fmla="*/ 59197 w 157409"/>
                <a:gd name="connsiteY38" fmla="*/ 17460 h 132964"/>
                <a:gd name="connsiteX39" fmla="*/ 63233 w 157409"/>
                <a:gd name="connsiteY39" fmla="*/ 16117 h 132964"/>
                <a:gd name="connsiteX40" fmla="*/ 59197 w 157409"/>
                <a:gd name="connsiteY40" fmla="*/ 10745 h 132964"/>
                <a:gd name="connsiteX41" fmla="*/ 63233 w 157409"/>
                <a:gd name="connsiteY41" fmla="*/ 4029 h 132964"/>
                <a:gd name="connsiteX42" fmla="*/ 75341 w 157409"/>
                <a:gd name="connsiteY42" fmla="*/ 1343 h 132964"/>
                <a:gd name="connsiteX43" fmla="*/ 83413 w 157409"/>
                <a:gd name="connsiteY43" fmla="*/ 1343 h 132964"/>
                <a:gd name="connsiteX44" fmla="*/ 87449 w 157409"/>
                <a:gd name="connsiteY44" fmla="*/ 0 h 132964"/>
                <a:gd name="connsiteX45" fmla="*/ 90140 w 157409"/>
                <a:gd name="connsiteY45" fmla="*/ 1343 h 132964"/>
                <a:gd name="connsiteX46" fmla="*/ 95522 w 157409"/>
                <a:gd name="connsiteY46" fmla="*/ 1343 h 132964"/>
                <a:gd name="connsiteX47" fmla="*/ 96867 w 157409"/>
                <a:gd name="connsiteY47" fmla="*/ 5372 h 132964"/>
                <a:gd name="connsiteX48" fmla="*/ 100903 w 157409"/>
                <a:gd name="connsiteY48" fmla="*/ 2686 h 132964"/>
                <a:gd name="connsiteX49" fmla="*/ 107630 w 157409"/>
                <a:gd name="connsiteY49" fmla="*/ 2686 h 132964"/>
                <a:gd name="connsiteX50" fmla="*/ 110321 w 157409"/>
                <a:gd name="connsiteY50" fmla="*/ 8058 h 132964"/>
                <a:gd name="connsiteX51" fmla="*/ 115702 w 157409"/>
                <a:gd name="connsiteY51" fmla="*/ 9402 h 132964"/>
                <a:gd name="connsiteX52" fmla="*/ 117048 w 157409"/>
                <a:gd name="connsiteY52" fmla="*/ 10745 h 132964"/>
                <a:gd name="connsiteX53" fmla="*/ 119739 w 157409"/>
                <a:gd name="connsiteY53" fmla="*/ 10745 h 132964"/>
                <a:gd name="connsiteX54" fmla="*/ 122429 w 157409"/>
                <a:gd name="connsiteY54" fmla="*/ 16117 h 132964"/>
                <a:gd name="connsiteX55" fmla="*/ 122429 w 157409"/>
                <a:gd name="connsiteY55" fmla="*/ 20146 h 132964"/>
                <a:gd name="connsiteX56" fmla="*/ 123775 w 157409"/>
                <a:gd name="connsiteY56" fmla="*/ 21489 h 132964"/>
                <a:gd name="connsiteX57" fmla="*/ 127811 w 157409"/>
                <a:gd name="connsiteY57" fmla="*/ 20146 h 132964"/>
                <a:gd name="connsiteX58" fmla="*/ 134538 w 157409"/>
                <a:gd name="connsiteY58" fmla="*/ 21489 h 132964"/>
                <a:gd name="connsiteX59" fmla="*/ 146646 w 157409"/>
                <a:gd name="connsiteY59" fmla="*/ 22832 h 132964"/>
                <a:gd name="connsiteX60" fmla="*/ 153373 w 157409"/>
                <a:gd name="connsiteY60" fmla="*/ 26862 h 132964"/>
                <a:gd name="connsiteX61" fmla="*/ 153373 w 157409"/>
                <a:gd name="connsiteY61" fmla="*/ 30891 h 132964"/>
                <a:gd name="connsiteX62" fmla="*/ 156064 w 157409"/>
                <a:gd name="connsiteY62" fmla="*/ 33577 h 132964"/>
                <a:gd name="connsiteX63" fmla="*/ 157409 w 157409"/>
                <a:gd name="connsiteY63" fmla="*/ 37606 h 132964"/>
                <a:gd name="connsiteX64" fmla="*/ 156064 w 157409"/>
                <a:gd name="connsiteY64" fmla="*/ 36263 h 132964"/>
                <a:gd name="connsiteX65" fmla="*/ 153373 w 157409"/>
                <a:gd name="connsiteY65" fmla="*/ 36263 h 132964"/>
                <a:gd name="connsiteX66" fmla="*/ 150682 w 157409"/>
                <a:gd name="connsiteY66" fmla="*/ 41635 h 132964"/>
                <a:gd name="connsiteX67" fmla="*/ 142610 w 157409"/>
                <a:gd name="connsiteY67" fmla="*/ 48351 h 132964"/>
                <a:gd name="connsiteX68" fmla="*/ 138574 w 157409"/>
                <a:gd name="connsiteY68" fmla="*/ 53723 h 132964"/>
                <a:gd name="connsiteX69" fmla="*/ 134538 w 157409"/>
                <a:gd name="connsiteY69" fmla="*/ 55066 h 132964"/>
                <a:gd name="connsiteX70" fmla="*/ 134538 w 157409"/>
                <a:gd name="connsiteY70" fmla="*/ 57752 h 132964"/>
                <a:gd name="connsiteX71" fmla="*/ 123775 w 157409"/>
                <a:gd name="connsiteY71" fmla="*/ 65811 h 132964"/>
                <a:gd name="connsiteX72" fmla="*/ 118393 w 157409"/>
                <a:gd name="connsiteY72" fmla="*/ 73869 h 132964"/>
                <a:gd name="connsiteX73" fmla="*/ 111666 w 157409"/>
                <a:gd name="connsiteY73" fmla="*/ 73869 h 132964"/>
                <a:gd name="connsiteX74" fmla="*/ 110321 w 157409"/>
                <a:gd name="connsiteY74" fmla="*/ 76555 h 132964"/>
                <a:gd name="connsiteX75" fmla="*/ 111666 w 157409"/>
                <a:gd name="connsiteY75" fmla="*/ 77898 h 132964"/>
                <a:gd name="connsiteX76" fmla="*/ 108976 w 157409"/>
                <a:gd name="connsiteY76" fmla="*/ 81928 h 132964"/>
                <a:gd name="connsiteX77" fmla="*/ 100903 w 157409"/>
                <a:gd name="connsiteY77" fmla="*/ 87300 h 132964"/>
                <a:gd name="connsiteX78" fmla="*/ 94176 w 157409"/>
                <a:gd name="connsiteY78" fmla="*/ 94015 h 132964"/>
                <a:gd name="connsiteX79" fmla="*/ 84759 w 157409"/>
                <a:gd name="connsiteY79" fmla="*/ 100731 h 132964"/>
                <a:gd name="connsiteX80" fmla="*/ 79377 w 157409"/>
                <a:gd name="connsiteY80" fmla="*/ 103417 h 132964"/>
                <a:gd name="connsiteX81" fmla="*/ 76686 w 157409"/>
                <a:gd name="connsiteY81" fmla="*/ 102074 h 132964"/>
                <a:gd name="connsiteX82" fmla="*/ 75341 w 157409"/>
                <a:gd name="connsiteY82" fmla="*/ 99388 h 132964"/>
                <a:gd name="connsiteX83" fmla="*/ 72650 w 157409"/>
                <a:gd name="connsiteY83" fmla="*/ 99388 h 132964"/>
                <a:gd name="connsiteX84" fmla="*/ 65924 w 157409"/>
                <a:gd name="connsiteY84" fmla="*/ 94015 h 132964"/>
                <a:gd name="connsiteX85" fmla="*/ 64578 w 157409"/>
                <a:gd name="connsiteY85" fmla="*/ 89986 h 132964"/>
                <a:gd name="connsiteX86" fmla="*/ 60542 w 157409"/>
                <a:gd name="connsiteY86" fmla="*/ 88643 h 132964"/>
                <a:gd name="connsiteX87" fmla="*/ 56506 w 157409"/>
                <a:gd name="connsiteY87" fmla="*/ 89986 h 132964"/>
                <a:gd name="connsiteX88" fmla="*/ 51124 w 157409"/>
                <a:gd name="connsiteY88" fmla="*/ 88643 h 132964"/>
                <a:gd name="connsiteX89" fmla="*/ 47088 w 157409"/>
                <a:gd name="connsiteY89" fmla="*/ 88643 h 132964"/>
                <a:gd name="connsiteX90" fmla="*/ 43052 w 157409"/>
                <a:gd name="connsiteY90" fmla="*/ 85957 h 132964"/>
                <a:gd name="connsiteX91" fmla="*/ 39016 w 157409"/>
                <a:gd name="connsiteY91" fmla="*/ 85957 h 132964"/>
                <a:gd name="connsiteX92" fmla="*/ 37671 w 157409"/>
                <a:gd name="connsiteY92" fmla="*/ 88643 h 132964"/>
                <a:gd name="connsiteX93" fmla="*/ 39016 w 157409"/>
                <a:gd name="connsiteY93" fmla="*/ 91329 h 132964"/>
                <a:gd name="connsiteX94" fmla="*/ 48434 w 157409"/>
                <a:gd name="connsiteY94" fmla="*/ 91329 h 132964"/>
                <a:gd name="connsiteX95" fmla="*/ 47088 w 157409"/>
                <a:gd name="connsiteY95" fmla="*/ 95358 h 132964"/>
                <a:gd name="connsiteX96" fmla="*/ 43052 w 157409"/>
                <a:gd name="connsiteY96" fmla="*/ 99388 h 132964"/>
                <a:gd name="connsiteX97" fmla="*/ 45743 w 157409"/>
                <a:gd name="connsiteY97" fmla="*/ 102074 h 132964"/>
                <a:gd name="connsiteX98" fmla="*/ 45743 w 157409"/>
                <a:gd name="connsiteY98" fmla="*/ 107446 h 132964"/>
                <a:gd name="connsiteX99" fmla="*/ 43052 w 157409"/>
                <a:gd name="connsiteY99" fmla="*/ 111475 h 132964"/>
                <a:gd name="connsiteX100" fmla="*/ 40361 w 157409"/>
                <a:gd name="connsiteY100" fmla="*/ 114162 h 132964"/>
                <a:gd name="connsiteX101" fmla="*/ 37671 w 157409"/>
                <a:gd name="connsiteY101" fmla="*/ 116848 h 132964"/>
                <a:gd name="connsiteX102" fmla="*/ 32289 w 157409"/>
                <a:gd name="connsiteY102" fmla="*/ 116848 h 132964"/>
                <a:gd name="connsiteX103" fmla="*/ 29598 w 157409"/>
                <a:gd name="connsiteY103" fmla="*/ 119534 h 132964"/>
                <a:gd name="connsiteX104" fmla="*/ 26908 w 157409"/>
                <a:gd name="connsiteY104" fmla="*/ 124906 h 132964"/>
                <a:gd name="connsiteX105" fmla="*/ 22871 w 157409"/>
                <a:gd name="connsiteY105" fmla="*/ 128935 h 132964"/>
                <a:gd name="connsiteX106" fmla="*/ 18835 w 157409"/>
                <a:gd name="connsiteY106" fmla="*/ 128935 h 132964"/>
                <a:gd name="connsiteX107" fmla="*/ 18835 w 157409"/>
                <a:gd name="connsiteY107" fmla="*/ 132965 h 132964"/>
                <a:gd name="connsiteX108" fmla="*/ 21526 w 157409"/>
                <a:gd name="connsiteY108" fmla="*/ 131622 h 132964"/>
                <a:gd name="connsiteX109" fmla="*/ 21526 w 157409"/>
                <a:gd name="connsiteY109" fmla="*/ 131622 h 13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57409" h="132964">
                  <a:moveTo>
                    <a:pt x="21526" y="131622"/>
                  </a:moveTo>
                  <a:lnTo>
                    <a:pt x="13454" y="124906"/>
                  </a:lnTo>
                  <a:lnTo>
                    <a:pt x="9418" y="126249"/>
                  </a:lnTo>
                  <a:lnTo>
                    <a:pt x="0" y="124906"/>
                  </a:lnTo>
                  <a:lnTo>
                    <a:pt x="4036" y="119534"/>
                  </a:lnTo>
                  <a:lnTo>
                    <a:pt x="8072" y="118191"/>
                  </a:lnTo>
                  <a:lnTo>
                    <a:pt x="10763" y="119534"/>
                  </a:lnTo>
                  <a:lnTo>
                    <a:pt x="12109" y="118191"/>
                  </a:lnTo>
                  <a:lnTo>
                    <a:pt x="10763" y="115505"/>
                  </a:lnTo>
                  <a:lnTo>
                    <a:pt x="6727" y="115505"/>
                  </a:lnTo>
                  <a:lnTo>
                    <a:pt x="5382" y="114162"/>
                  </a:lnTo>
                  <a:lnTo>
                    <a:pt x="12109" y="106103"/>
                  </a:lnTo>
                  <a:lnTo>
                    <a:pt x="14799" y="98045"/>
                  </a:lnTo>
                  <a:lnTo>
                    <a:pt x="14799" y="94015"/>
                  </a:lnTo>
                  <a:lnTo>
                    <a:pt x="17490" y="92672"/>
                  </a:lnTo>
                  <a:lnTo>
                    <a:pt x="17490" y="87300"/>
                  </a:lnTo>
                  <a:lnTo>
                    <a:pt x="13454" y="84614"/>
                  </a:lnTo>
                  <a:lnTo>
                    <a:pt x="16144" y="80585"/>
                  </a:lnTo>
                  <a:lnTo>
                    <a:pt x="16144" y="75212"/>
                  </a:lnTo>
                  <a:lnTo>
                    <a:pt x="21526" y="64468"/>
                  </a:lnTo>
                  <a:lnTo>
                    <a:pt x="25562" y="61782"/>
                  </a:lnTo>
                  <a:lnTo>
                    <a:pt x="25562" y="57752"/>
                  </a:lnTo>
                  <a:lnTo>
                    <a:pt x="29598" y="55066"/>
                  </a:lnTo>
                  <a:lnTo>
                    <a:pt x="32289" y="49694"/>
                  </a:lnTo>
                  <a:lnTo>
                    <a:pt x="33634" y="47008"/>
                  </a:lnTo>
                  <a:lnTo>
                    <a:pt x="34980" y="41635"/>
                  </a:lnTo>
                  <a:lnTo>
                    <a:pt x="41707" y="34920"/>
                  </a:lnTo>
                  <a:lnTo>
                    <a:pt x="43052" y="28205"/>
                  </a:lnTo>
                  <a:lnTo>
                    <a:pt x="47088" y="28205"/>
                  </a:lnTo>
                  <a:lnTo>
                    <a:pt x="47088" y="25518"/>
                  </a:lnTo>
                  <a:lnTo>
                    <a:pt x="45743" y="22832"/>
                  </a:lnTo>
                  <a:lnTo>
                    <a:pt x="49779" y="16117"/>
                  </a:lnTo>
                  <a:lnTo>
                    <a:pt x="52470" y="17460"/>
                  </a:lnTo>
                  <a:lnTo>
                    <a:pt x="56506" y="24175"/>
                  </a:lnTo>
                  <a:lnTo>
                    <a:pt x="57851" y="29548"/>
                  </a:lnTo>
                  <a:lnTo>
                    <a:pt x="63233" y="29548"/>
                  </a:lnTo>
                  <a:lnTo>
                    <a:pt x="61887" y="24175"/>
                  </a:lnTo>
                  <a:lnTo>
                    <a:pt x="57851" y="20146"/>
                  </a:lnTo>
                  <a:lnTo>
                    <a:pt x="59197" y="17460"/>
                  </a:lnTo>
                  <a:lnTo>
                    <a:pt x="63233" y="16117"/>
                  </a:lnTo>
                  <a:lnTo>
                    <a:pt x="59197" y="10745"/>
                  </a:lnTo>
                  <a:lnTo>
                    <a:pt x="63233" y="4029"/>
                  </a:lnTo>
                  <a:lnTo>
                    <a:pt x="75341" y="1343"/>
                  </a:lnTo>
                  <a:lnTo>
                    <a:pt x="83413" y="1343"/>
                  </a:lnTo>
                  <a:lnTo>
                    <a:pt x="87449" y="0"/>
                  </a:lnTo>
                  <a:lnTo>
                    <a:pt x="90140" y="1343"/>
                  </a:lnTo>
                  <a:lnTo>
                    <a:pt x="95522" y="1343"/>
                  </a:lnTo>
                  <a:lnTo>
                    <a:pt x="96867" y="5372"/>
                  </a:lnTo>
                  <a:lnTo>
                    <a:pt x="100903" y="2686"/>
                  </a:lnTo>
                  <a:lnTo>
                    <a:pt x="107630" y="2686"/>
                  </a:lnTo>
                  <a:lnTo>
                    <a:pt x="110321" y="8058"/>
                  </a:lnTo>
                  <a:lnTo>
                    <a:pt x="115702" y="9402"/>
                  </a:lnTo>
                  <a:lnTo>
                    <a:pt x="117048" y="10745"/>
                  </a:lnTo>
                  <a:lnTo>
                    <a:pt x="119739" y="10745"/>
                  </a:lnTo>
                  <a:lnTo>
                    <a:pt x="122429" y="16117"/>
                  </a:lnTo>
                  <a:lnTo>
                    <a:pt x="122429" y="20146"/>
                  </a:lnTo>
                  <a:lnTo>
                    <a:pt x="123775" y="21489"/>
                  </a:lnTo>
                  <a:lnTo>
                    <a:pt x="127811" y="20146"/>
                  </a:lnTo>
                  <a:lnTo>
                    <a:pt x="134538" y="21489"/>
                  </a:lnTo>
                  <a:lnTo>
                    <a:pt x="146646" y="22832"/>
                  </a:lnTo>
                  <a:lnTo>
                    <a:pt x="153373" y="26862"/>
                  </a:lnTo>
                  <a:lnTo>
                    <a:pt x="153373" y="30891"/>
                  </a:lnTo>
                  <a:lnTo>
                    <a:pt x="156064" y="33577"/>
                  </a:lnTo>
                  <a:lnTo>
                    <a:pt x="157409" y="37606"/>
                  </a:lnTo>
                  <a:lnTo>
                    <a:pt x="156064" y="36263"/>
                  </a:lnTo>
                  <a:lnTo>
                    <a:pt x="153373" y="36263"/>
                  </a:lnTo>
                  <a:lnTo>
                    <a:pt x="150682" y="41635"/>
                  </a:lnTo>
                  <a:lnTo>
                    <a:pt x="142610" y="48351"/>
                  </a:lnTo>
                  <a:lnTo>
                    <a:pt x="138574" y="53723"/>
                  </a:lnTo>
                  <a:lnTo>
                    <a:pt x="134538" y="55066"/>
                  </a:lnTo>
                  <a:lnTo>
                    <a:pt x="134538" y="57752"/>
                  </a:lnTo>
                  <a:lnTo>
                    <a:pt x="123775" y="65811"/>
                  </a:lnTo>
                  <a:lnTo>
                    <a:pt x="118393" y="73869"/>
                  </a:lnTo>
                  <a:lnTo>
                    <a:pt x="111666" y="73869"/>
                  </a:lnTo>
                  <a:lnTo>
                    <a:pt x="110321" y="76555"/>
                  </a:lnTo>
                  <a:lnTo>
                    <a:pt x="111666" y="77898"/>
                  </a:lnTo>
                  <a:lnTo>
                    <a:pt x="108976" y="81928"/>
                  </a:lnTo>
                  <a:lnTo>
                    <a:pt x="100903" y="87300"/>
                  </a:lnTo>
                  <a:lnTo>
                    <a:pt x="94176" y="94015"/>
                  </a:lnTo>
                  <a:lnTo>
                    <a:pt x="84759" y="100731"/>
                  </a:lnTo>
                  <a:lnTo>
                    <a:pt x="79377" y="103417"/>
                  </a:lnTo>
                  <a:lnTo>
                    <a:pt x="76686" y="102074"/>
                  </a:lnTo>
                  <a:lnTo>
                    <a:pt x="75341" y="99388"/>
                  </a:lnTo>
                  <a:lnTo>
                    <a:pt x="72650" y="99388"/>
                  </a:lnTo>
                  <a:lnTo>
                    <a:pt x="65924" y="94015"/>
                  </a:lnTo>
                  <a:lnTo>
                    <a:pt x="64578" y="89986"/>
                  </a:lnTo>
                  <a:lnTo>
                    <a:pt x="60542" y="88643"/>
                  </a:lnTo>
                  <a:lnTo>
                    <a:pt x="56506" y="89986"/>
                  </a:lnTo>
                  <a:lnTo>
                    <a:pt x="51124" y="88643"/>
                  </a:lnTo>
                  <a:lnTo>
                    <a:pt x="47088" y="88643"/>
                  </a:lnTo>
                  <a:lnTo>
                    <a:pt x="43052" y="85957"/>
                  </a:lnTo>
                  <a:lnTo>
                    <a:pt x="39016" y="85957"/>
                  </a:lnTo>
                  <a:lnTo>
                    <a:pt x="37671" y="88643"/>
                  </a:lnTo>
                  <a:lnTo>
                    <a:pt x="39016" y="91329"/>
                  </a:lnTo>
                  <a:lnTo>
                    <a:pt x="48434" y="91329"/>
                  </a:lnTo>
                  <a:lnTo>
                    <a:pt x="47088" y="95358"/>
                  </a:lnTo>
                  <a:lnTo>
                    <a:pt x="43052" y="99388"/>
                  </a:lnTo>
                  <a:lnTo>
                    <a:pt x="45743" y="102074"/>
                  </a:lnTo>
                  <a:lnTo>
                    <a:pt x="45743" y="107446"/>
                  </a:lnTo>
                  <a:lnTo>
                    <a:pt x="43052" y="111475"/>
                  </a:lnTo>
                  <a:lnTo>
                    <a:pt x="40361" y="114162"/>
                  </a:lnTo>
                  <a:lnTo>
                    <a:pt x="37671" y="116848"/>
                  </a:lnTo>
                  <a:lnTo>
                    <a:pt x="32289" y="116848"/>
                  </a:lnTo>
                  <a:lnTo>
                    <a:pt x="29598" y="119534"/>
                  </a:lnTo>
                  <a:lnTo>
                    <a:pt x="26908" y="124906"/>
                  </a:lnTo>
                  <a:lnTo>
                    <a:pt x="22871" y="128935"/>
                  </a:lnTo>
                  <a:lnTo>
                    <a:pt x="18835" y="128935"/>
                  </a:lnTo>
                  <a:lnTo>
                    <a:pt x="18835" y="132965"/>
                  </a:lnTo>
                  <a:cubicBezTo>
                    <a:pt x="22871" y="128935"/>
                    <a:pt x="21526" y="131622"/>
                    <a:pt x="21526" y="131622"/>
                  </a:cubicBezTo>
                  <a:lnTo>
                    <a:pt x="21526" y="13162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4" name="Freeform 1043">
              <a:extLst>
                <a:ext uri="{FF2B5EF4-FFF2-40B4-BE49-F238E27FC236}">
                  <a16:creationId xmlns:a16="http://schemas.microsoft.com/office/drawing/2014/main" id="{0DEB917C-C68F-E783-814F-03E3B9AAFFD0}"/>
                </a:ext>
              </a:extLst>
            </p:cNvPr>
            <p:cNvSpPr/>
            <p:nvPr/>
          </p:nvSpPr>
          <p:spPr>
            <a:xfrm>
              <a:off x="5785122" y="2028850"/>
              <a:ext cx="82068" cy="79241"/>
            </a:xfrm>
            <a:custGeom>
              <a:avLst/>
              <a:gdLst>
                <a:gd name="connsiteX0" fmla="*/ 20181 w 82068"/>
                <a:gd name="connsiteY0" fmla="*/ 75212 h 79241"/>
                <a:gd name="connsiteX1" fmla="*/ 13454 w 82068"/>
                <a:gd name="connsiteY1" fmla="*/ 71183 h 79241"/>
                <a:gd name="connsiteX2" fmla="*/ 8072 w 82068"/>
                <a:gd name="connsiteY2" fmla="*/ 69840 h 79241"/>
                <a:gd name="connsiteX3" fmla="*/ 5381 w 82068"/>
                <a:gd name="connsiteY3" fmla="*/ 64468 h 79241"/>
                <a:gd name="connsiteX4" fmla="*/ 2691 w 82068"/>
                <a:gd name="connsiteY4" fmla="*/ 61782 h 79241"/>
                <a:gd name="connsiteX5" fmla="*/ 0 w 82068"/>
                <a:gd name="connsiteY5" fmla="*/ 57752 h 79241"/>
                <a:gd name="connsiteX6" fmla="*/ 2691 w 82068"/>
                <a:gd name="connsiteY6" fmla="*/ 51037 h 79241"/>
                <a:gd name="connsiteX7" fmla="*/ 8072 w 82068"/>
                <a:gd name="connsiteY7" fmla="*/ 47008 h 79241"/>
                <a:gd name="connsiteX8" fmla="*/ 6727 w 82068"/>
                <a:gd name="connsiteY8" fmla="*/ 42978 h 79241"/>
                <a:gd name="connsiteX9" fmla="*/ 9418 w 82068"/>
                <a:gd name="connsiteY9" fmla="*/ 40292 h 79241"/>
                <a:gd name="connsiteX10" fmla="*/ 8072 w 82068"/>
                <a:gd name="connsiteY10" fmla="*/ 36263 h 79241"/>
                <a:gd name="connsiteX11" fmla="*/ 4036 w 82068"/>
                <a:gd name="connsiteY11" fmla="*/ 34920 h 79241"/>
                <a:gd name="connsiteX12" fmla="*/ 0 w 82068"/>
                <a:gd name="connsiteY12" fmla="*/ 30891 h 79241"/>
                <a:gd name="connsiteX13" fmla="*/ 4036 w 82068"/>
                <a:gd name="connsiteY13" fmla="*/ 20146 h 79241"/>
                <a:gd name="connsiteX14" fmla="*/ 8072 w 82068"/>
                <a:gd name="connsiteY14" fmla="*/ 21489 h 79241"/>
                <a:gd name="connsiteX15" fmla="*/ 9418 w 82068"/>
                <a:gd name="connsiteY15" fmla="*/ 17460 h 79241"/>
                <a:gd name="connsiteX16" fmla="*/ 8072 w 82068"/>
                <a:gd name="connsiteY16" fmla="*/ 13431 h 79241"/>
                <a:gd name="connsiteX17" fmla="*/ 10763 w 82068"/>
                <a:gd name="connsiteY17" fmla="*/ 9402 h 79241"/>
                <a:gd name="connsiteX18" fmla="*/ 13454 w 82068"/>
                <a:gd name="connsiteY18" fmla="*/ 2686 h 79241"/>
                <a:gd name="connsiteX19" fmla="*/ 17490 w 82068"/>
                <a:gd name="connsiteY19" fmla="*/ 0 h 79241"/>
                <a:gd name="connsiteX20" fmla="*/ 20181 w 82068"/>
                <a:gd name="connsiteY20" fmla="*/ 4029 h 79241"/>
                <a:gd name="connsiteX21" fmla="*/ 21526 w 82068"/>
                <a:gd name="connsiteY21" fmla="*/ 8058 h 79241"/>
                <a:gd name="connsiteX22" fmla="*/ 32289 w 82068"/>
                <a:gd name="connsiteY22" fmla="*/ 12088 h 79241"/>
                <a:gd name="connsiteX23" fmla="*/ 34980 w 82068"/>
                <a:gd name="connsiteY23" fmla="*/ 14774 h 79241"/>
                <a:gd name="connsiteX24" fmla="*/ 41707 w 82068"/>
                <a:gd name="connsiteY24" fmla="*/ 17460 h 79241"/>
                <a:gd name="connsiteX25" fmla="*/ 43052 w 82068"/>
                <a:gd name="connsiteY25" fmla="*/ 14774 h 79241"/>
                <a:gd name="connsiteX26" fmla="*/ 52470 w 82068"/>
                <a:gd name="connsiteY26" fmla="*/ 17460 h 79241"/>
                <a:gd name="connsiteX27" fmla="*/ 60542 w 82068"/>
                <a:gd name="connsiteY27" fmla="*/ 17460 h 79241"/>
                <a:gd name="connsiteX28" fmla="*/ 63233 w 82068"/>
                <a:gd name="connsiteY28" fmla="*/ 20146 h 79241"/>
                <a:gd name="connsiteX29" fmla="*/ 64578 w 82068"/>
                <a:gd name="connsiteY29" fmla="*/ 25518 h 79241"/>
                <a:gd name="connsiteX30" fmla="*/ 72650 w 82068"/>
                <a:gd name="connsiteY30" fmla="*/ 29548 h 79241"/>
                <a:gd name="connsiteX31" fmla="*/ 73996 w 82068"/>
                <a:gd name="connsiteY31" fmla="*/ 34920 h 79241"/>
                <a:gd name="connsiteX32" fmla="*/ 72650 w 82068"/>
                <a:gd name="connsiteY32" fmla="*/ 40292 h 79241"/>
                <a:gd name="connsiteX33" fmla="*/ 72650 w 82068"/>
                <a:gd name="connsiteY33" fmla="*/ 42978 h 79241"/>
                <a:gd name="connsiteX34" fmla="*/ 76686 w 82068"/>
                <a:gd name="connsiteY34" fmla="*/ 47008 h 79241"/>
                <a:gd name="connsiteX35" fmla="*/ 75341 w 82068"/>
                <a:gd name="connsiteY35" fmla="*/ 49694 h 79241"/>
                <a:gd name="connsiteX36" fmla="*/ 76686 w 82068"/>
                <a:gd name="connsiteY36" fmla="*/ 53723 h 79241"/>
                <a:gd name="connsiteX37" fmla="*/ 76686 w 82068"/>
                <a:gd name="connsiteY37" fmla="*/ 57752 h 79241"/>
                <a:gd name="connsiteX38" fmla="*/ 79377 w 82068"/>
                <a:gd name="connsiteY38" fmla="*/ 63125 h 79241"/>
                <a:gd name="connsiteX39" fmla="*/ 78032 w 82068"/>
                <a:gd name="connsiteY39" fmla="*/ 67154 h 79241"/>
                <a:gd name="connsiteX40" fmla="*/ 75341 w 82068"/>
                <a:gd name="connsiteY40" fmla="*/ 69840 h 79241"/>
                <a:gd name="connsiteX41" fmla="*/ 82068 w 82068"/>
                <a:gd name="connsiteY41" fmla="*/ 72526 h 79241"/>
                <a:gd name="connsiteX42" fmla="*/ 82068 w 82068"/>
                <a:gd name="connsiteY42" fmla="*/ 75212 h 79241"/>
                <a:gd name="connsiteX43" fmla="*/ 79377 w 82068"/>
                <a:gd name="connsiteY43" fmla="*/ 76555 h 79241"/>
                <a:gd name="connsiteX44" fmla="*/ 78032 w 82068"/>
                <a:gd name="connsiteY44" fmla="*/ 79242 h 79241"/>
                <a:gd name="connsiteX45" fmla="*/ 67269 w 82068"/>
                <a:gd name="connsiteY45" fmla="*/ 77898 h 79241"/>
                <a:gd name="connsiteX46" fmla="*/ 65923 w 82068"/>
                <a:gd name="connsiteY46" fmla="*/ 76555 h 79241"/>
                <a:gd name="connsiteX47" fmla="*/ 56506 w 82068"/>
                <a:gd name="connsiteY47" fmla="*/ 73869 h 79241"/>
                <a:gd name="connsiteX48" fmla="*/ 53815 w 82068"/>
                <a:gd name="connsiteY48" fmla="*/ 71183 h 79241"/>
                <a:gd name="connsiteX49" fmla="*/ 47088 w 82068"/>
                <a:gd name="connsiteY49" fmla="*/ 69840 h 79241"/>
                <a:gd name="connsiteX50" fmla="*/ 44397 w 82068"/>
                <a:gd name="connsiteY50" fmla="*/ 69840 h 79241"/>
                <a:gd name="connsiteX51" fmla="*/ 40361 w 82068"/>
                <a:gd name="connsiteY51" fmla="*/ 67154 h 79241"/>
                <a:gd name="connsiteX52" fmla="*/ 32289 w 82068"/>
                <a:gd name="connsiteY52" fmla="*/ 69840 h 79241"/>
                <a:gd name="connsiteX53" fmla="*/ 28253 w 82068"/>
                <a:gd name="connsiteY53" fmla="*/ 69840 h 79241"/>
                <a:gd name="connsiteX54" fmla="*/ 22871 w 82068"/>
                <a:gd name="connsiteY54" fmla="*/ 73869 h 79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2068" h="79241">
                  <a:moveTo>
                    <a:pt x="20181" y="75212"/>
                  </a:moveTo>
                  <a:lnTo>
                    <a:pt x="13454" y="71183"/>
                  </a:lnTo>
                  <a:lnTo>
                    <a:pt x="8072" y="69840"/>
                  </a:lnTo>
                  <a:lnTo>
                    <a:pt x="5381" y="64468"/>
                  </a:lnTo>
                  <a:lnTo>
                    <a:pt x="2691" y="61782"/>
                  </a:lnTo>
                  <a:lnTo>
                    <a:pt x="0" y="57752"/>
                  </a:lnTo>
                  <a:lnTo>
                    <a:pt x="2691" y="51037"/>
                  </a:lnTo>
                  <a:lnTo>
                    <a:pt x="8072" y="47008"/>
                  </a:lnTo>
                  <a:lnTo>
                    <a:pt x="6727" y="42978"/>
                  </a:lnTo>
                  <a:lnTo>
                    <a:pt x="9418" y="40292"/>
                  </a:lnTo>
                  <a:lnTo>
                    <a:pt x="8072" y="36263"/>
                  </a:lnTo>
                  <a:lnTo>
                    <a:pt x="4036" y="34920"/>
                  </a:lnTo>
                  <a:lnTo>
                    <a:pt x="0" y="30891"/>
                  </a:lnTo>
                  <a:lnTo>
                    <a:pt x="4036" y="20146"/>
                  </a:lnTo>
                  <a:lnTo>
                    <a:pt x="8072" y="21489"/>
                  </a:lnTo>
                  <a:lnTo>
                    <a:pt x="9418" y="17460"/>
                  </a:lnTo>
                  <a:lnTo>
                    <a:pt x="8072" y="13431"/>
                  </a:lnTo>
                  <a:lnTo>
                    <a:pt x="10763" y="9402"/>
                  </a:lnTo>
                  <a:lnTo>
                    <a:pt x="13454" y="2686"/>
                  </a:lnTo>
                  <a:lnTo>
                    <a:pt x="17490" y="0"/>
                  </a:lnTo>
                  <a:lnTo>
                    <a:pt x="20181" y="4029"/>
                  </a:lnTo>
                  <a:lnTo>
                    <a:pt x="21526" y="8058"/>
                  </a:lnTo>
                  <a:lnTo>
                    <a:pt x="32289" y="12088"/>
                  </a:lnTo>
                  <a:lnTo>
                    <a:pt x="34980" y="14774"/>
                  </a:lnTo>
                  <a:lnTo>
                    <a:pt x="41707" y="17460"/>
                  </a:lnTo>
                  <a:lnTo>
                    <a:pt x="43052" y="14774"/>
                  </a:lnTo>
                  <a:lnTo>
                    <a:pt x="52470" y="17460"/>
                  </a:lnTo>
                  <a:lnTo>
                    <a:pt x="60542" y="17460"/>
                  </a:lnTo>
                  <a:lnTo>
                    <a:pt x="63233" y="20146"/>
                  </a:lnTo>
                  <a:lnTo>
                    <a:pt x="64578" y="25518"/>
                  </a:lnTo>
                  <a:lnTo>
                    <a:pt x="72650" y="29548"/>
                  </a:lnTo>
                  <a:lnTo>
                    <a:pt x="73996" y="34920"/>
                  </a:lnTo>
                  <a:lnTo>
                    <a:pt x="72650" y="40292"/>
                  </a:lnTo>
                  <a:lnTo>
                    <a:pt x="72650" y="42978"/>
                  </a:lnTo>
                  <a:lnTo>
                    <a:pt x="76686" y="47008"/>
                  </a:lnTo>
                  <a:lnTo>
                    <a:pt x="75341" y="49694"/>
                  </a:lnTo>
                  <a:lnTo>
                    <a:pt x="76686" y="53723"/>
                  </a:lnTo>
                  <a:lnTo>
                    <a:pt x="76686" y="57752"/>
                  </a:lnTo>
                  <a:lnTo>
                    <a:pt x="79377" y="63125"/>
                  </a:lnTo>
                  <a:lnTo>
                    <a:pt x="78032" y="67154"/>
                  </a:lnTo>
                  <a:lnTo>
                    <a:pt x="75341" y="69840"/>
                  </a:lnTo>
                  <a:lnTo>
                    <a:pt x="82068" y="72526"/>
                  </a:lnTo>
                  <a:lnTo>
                    <a:pt x="82068" y="75212"/>
                  </a:lnTo>
                  <a:lnTo>
                    <a:pt x="79377" y="76555"/>
                  </a:lnTo>
                  <a:lnTo>
                    <a:pt x="78032" y="79242"/>
                  </a:lnTo>
                  <a:lnTo>
                    <a:pt x="67269" y="77898"/>
                  </a:lnTo>
                  <a:lnTo>
                    <a:pt x="65923" y="76555"/>
                  </a:lnTo>
                  <a:lnTo>
                    <a:pt x="56506" y="73869"/>
                  </a:lnTo>
                  <a:lnTo>
                    <a:pt x="53815" y="71183"/>
                  </a:lnTo>
                  <a:lnTo>
                    <a:pt x="47088" y="69840"/>
                  </a:lnTo>
                  <a:lnTo>
                    <a:pt x="44397" y="69840"/>
                  </a:lnTo>
                  <a:lnTo>
                    <a:pt x="40361" y="67154"/>
                  </a:lnTo>
                  <a:lnTo>
                    <a:pt x="32289" y="69840"/>
                  </a:lnTo>
                  <a:lnTo>
                    <a:pt x="28253" y="69840"/>
                  </a:lnTo>
                  <a:lnTo>
                    <a:pt x="22871" y="7386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5" name="Freeform 1044">
              <a:extLst>
                <a:ext uri="{FF2B5EF4-FFF2-40B4-BE49-F238E27FC236}">
                  <a16:creationId xmlns:a16="http://schemas.microsoft.com/office/drawing/2014/main" id="{BA5A371B-33FB-3FC5-D9E6-64DD9EBB0B66}"/>
                </a:ext>
              </a:extLst>
            </p:cNvPr>
            <p:cNvSpPr/>
            <p:nvPr/>
          </p:nvSpPr>
          <p:spPr>
            <a:xfrm>
              <a:off x="5775704" y="2104062"/>
              <a:ext cx="2690" cy="8058"/>
            </a:xfrm>
            <a:custGeom>
              <a:avLst/>
              <a:gdLst>
                <a:gd name="connsiteX0" fmla="*/ 0 w 2690"/>
                <a:gd name="connsiteY0" fmla="*/ 8058 h 8058"/>
                <a:gd name="connsiteX1" fmla="*/ 0 w 2690"/>
                <a:gd name="connsiteY1" fmla="*/ 2686 h 8058"/>
                <a:gd name="connsiteX2" fmla="*/ 1345 w 2690"/>
                <a:gd name="connsiteY2" fmla="*/ 0 h 8058"/>
                <a:gd name="connsiteX3" fmla="*/ 2691 w 2690"/>
                <a:gd name="connsiteY3" fmla="*/ 2686 h 8058"/>
                <a:gd name="connsiteX4" fmla="*/ 2691 w 2690"/>
                <a:gd name="connsiteY4" fmla="*/ 5372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8058">
                  <a:moveTo>
                    <a:pt x="0" y="8058"/>
                  </a:moveTo>
                  <a:lnTo>
                    <a:pt x="0" y="2686"/>
                  </a:lnTo>
                  <a:lnTo>
                    <a:pt x="1345" y="0"/>
                  </a:lnTo>
                  <a:lnTo>
                    <a:pt x="2691" y="2686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6" name="Freeform 1045">
              <a:extLst>
                <a:ext uri="{FF2B5EF4-FFF2-40B4-BE49-F238E27FC236}">
                  <a16:creationId xmlns:a16="http://schemas.microsoft.com/office/drawing/2014/main" id="{B3F5DA80-D034-B538-CEA7-394B4CACE512}"/>
                </a:ext>
              </a:extLst>
            </p:cNvPr>
            <p:cNvSpPr/>
            <p:nvPr/>
          </p:nvSpPr>
          <p:spPr>
            <a:xfrm>
              <a:off x="5782431" y="2112120"/>
              <a:ext cx="4036" cy="4029"/>
            </a:xfrm>
            <a:custGeom>
              <a:avLst/>
              <a:gdLst>
                <a:gd name="connsiteX0" fmla="*/ 1345 w 4036"/>
                <a:gd name="connsiteY0" fmla="*/ 4029 h 4029"/>
                <a:gd name="connsiteX1" fmla="*/ 0 w 4036"/>
                <a:gd name="connsiteY1" fmla="*/ 1343 h 4029"/>
                <a:gd name="connsiteX2" fmla="*/ 1345 w 4036"/>
                <a:gd name="connsiteY2" fmla="*/ 0 h 4029"/>
                <a:gd name="connsiteX3" fmla="*/ 4036 w 4036"/>
                <a:gd name="connsiteY3" fmla="*/ 0 h 4029"/>
                <a:gd name="connsiteX4" fmla="*/ 4036 w 4036"/>
                <a:gd name="connsiteY4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4029">
                  <a:moveTo>
                    <a:pt x="1345" y="4029"/>
                  </a:moveTo>
                  <a:lnTo>
                    <a:pt x="0" y="1343"/>
                  </a:lnTo>
                  <a:lnTo>
                    <a:pt x="1345" y="0"/>
                  </a:lnTo>
                  <a:lnTo>
                    <a:pt x="4036" y="0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7" name="Freeform 1046">
              <a:extLst>
                <a:ext uri="{FF2B5EF4-FFF2-40B4-BE49-F238E27FC236}">
                  <a16:creationId xmlns:a16="http://schemas.microsoft.com/office/drawing/2014/main" id="{970832C6-6D30-9E78-2029-3B622A3123A7}"/>
                </a:ext>
              </a:extLst>
            </p:cNvPr>
            <p:cNvSpPr/>
            <p:nvPr/>
          </p:nvSpPr>
          <p:spPr>
            <a:xfrm>
              <a:off x="5793194" y="2112120"/>
              <a:ext cx="5381" cy="4029"/>
            </a:xfrm>
            <a:custGeom>
              <a:avLst/>
              <a:gdLst>
                <a:gd name="connsiteX0" fmla="*/ 4036 w 5381"/>
                <a:gd name="connsiteY0" fmla="*/ 4029 h 4029"/>
                <a:gd name="connsiteX1" fmla="*/ 0 w 5381"/>
                <a:gd name="connsiteY1" fmla="*/ 4029 h 4029"/>
                <a:gd name="connsiteX2" fmla="*/ 0 w 5381"/>
                <a:gd name="connsiteY2" fmla="*/ 0 h 4029"/>
                <a:gd name="connsiteX3" fmla="*/ 2691 w 5381"/>
                <a:gd name="connsiteY3" fmla="*/ 0 h 4029"/>
                <a:gd name="connsiteX4" fmla="*/ 5381 w 5381"/>
                <a:gd name="connsiteY4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4029">
                  <a:moveTo>
                    <a:pt x="4036" y="4029"/>
                  </a:moveTo>
                  <a:lnTo>
                    <a:pt x="0" y="4029"/>
                  </a:lnTo>
                  <a:lnTo>
                    <a:pt x="0" y="0"/>
                  </a:lnTo>
                  <a:lnTo>
                    <a:pt x="2691" y="0"/>
                  </a:lnTo>
                  <a:lnTo>
                    <a:pt x="5381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8" name="Freeform 1047">
              <a:extLst>
                <a:ext uri="{FF2B5EF4-FFF2-40B4-BE49-F238E27FC236}">
                  <a16:creationId xmlns:a16="http://schemas.microsoft.com/office/drawing/2014/main" id="{1EAAA6A9-9BA6-EAA8-4D5B-E07AFBA12F8A}"/>
                </a:ext>
              </a:extLst>
            </p:cNvPr>
            <p:cNvSpPr/>
            <p:nvPr/>
          </p:nvSpPr>
          <p:spPr>
            <a:xfrm>
              <a:off x="5474339" y="2222253"/>
              <a:ext cx="6726" cy="4029"/>
            </a:xfrm>
            <a:custGeom>
              <a:avLst/>
              <a:gdLst>
                <a:gd name="connsiteX0" fmla="*/ 0 w 6726"/>
                <a:gd name="connsiteY0" fmla="*/ 4029 h 4029"/>
                <a:gd name="connsiteX1" fmla="*/ 0 w 6726"/>
                <a:gd name="connsiteY1" fmla="*/ 1343 h 4029"/>
                <a:gd name="connsiteX2" fmla="*/ 1345 w 6726"/>
                <a:gd name="connsiteY2" fmla="*/ 0 h 4029"/>
                <a:gd name="connsiteX3" fmla="*/ 5382 w 6726"/>
                <a:gd name="connsiteY3" fmla="*/ 0 h 4029"/>
                <a:gd name="connsiteX4" fmla="*/ 6727 w 6726"/>
                <a:gd name="connsiteY4" fmla="*/ 1343 h 4029"/>
                <a:gd name="connsiteX5" fmla="*/ 5382 w 6726"/>
                <a:gd name="connsiteY5" fmla="*/ 4029 h 4029"/>
                <a:gd name="connsiteX6" fmla="*/ 2691 w 6726"/>
                <a:gd name="connsiteY6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4029">
                  <a:moveTo>
                    <a:pt x="0" y="4029"/>
                  </a:moveTo>
                  <a:lnTo>
                    <a:pt x="0" y="1343"/>
                  </a:lnTo>
                  <a:lnTo>
                    <a:pt x="1345" y="0"/>
                  </a:lnTo>
                  <a:lnTo>
                    <a:pt x="5382" y="0"/>
                  </a:lnTo>
                  <a:lnTo>
                    <a:pt x="6727" y="1343"/>
                  </a:lnTo>
                  <a:lnTo>
                    <a:pt x="5382" y="4029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9" name="Freeform 1048">
              <a:extLst>
                <a:ext uri="{FF2B5EF4-FFF2-40B4-BE49-F238E27FC236}">
                  <a16:creationId xmlns:a16="http://schemas.microsoft.com/office/drawing/2014/main" id="{72C5E216-85C5-62C3-B982-8F3C07E6EFA8}"/>
                </a:ext>
              </a:extLst>
            </p:cNvPr>
            <p:cNvSpPr/>
            <p:nvPr/>
          </p:nvSpPr>
          <p:spPr>
            <a:xfrm>
              <a:off x="5490484" y="2250457"/>
              <a:ext cx="5381" cy="8058"/>
            </a:xfrm>
            <a:custGeom>
              <a:avLst/>
              <a:gdLst>
                <a:gd name="connsiteX0" fmla="*/ 0 w 5381"/>
                <a:gd name="connsiteY0" fmla="*/ 2686 h 8058"/>
                <a:gd name="connsiteX1" fmla="*/ 0 w 5381"/>
                <a:gd name="connsiteY1" fmla="*/ 8058 h 8058"/>
                <a:gd name="connsiteX2" fmla="*/ 2691 w 5381"/>
                <a:gd name="connsiteY2" fmla="*/ 5372 h 8058"/>
                <a:gd name="connsiteX3" fmla="*/ 4036 w 5381"/>
                <a:gd name="connsiteY3" fmla="*/ 5372 h 8058"/>
                <a:gd name="connsiteX4" fmla="*/ 5381 w 5381"/>
                <a:gd name="connsiteY4" fmla="*/ 1343 h 8058"/>
                <a:gd name="connsiteX5" fmla="*/ 2691 w 5381"/>
                <a:gd name="connsiteY5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8058">
                  <a:moveTo>
                    <a:pt x="0" y="2686"/>
                  </a:moveTo>
                  <a:lnTo>
                    <a:pt x="0" y="8058"/>
                  </a:lnTo>
                  <a:lnTo>
                    <a:pt x="2691" y="5372"/>
                  </a:lnTo>
                  <a:lnTo>
                    <a:pt x="4036" y="5372"/>
                  </a:lnTo>
                  <a:lnTo>
                    <a:pt x="5381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0" name="Freeform 1049">
              <a:extLst>
                <a:ext uri="{FF2B5EF4-FFF2-40B4-BE49-F238E27FC236}">
                  <a16:creationId xmlns:a16="http://schemas.microsoft.com/office/drawing/2014/main" id="{4148CA31-0843-0D70-52BD-B88948AC47D9}"/>
                </a:ext>
              </a:extLst>
            </p:cNvPr>
            <p:cNvSpPr/>
            <p:nvPr/>
          </p:nvSpPr>
          <p:spPr>
            <a:xfrm>
              <a:off x="5483757" y="2251800"/>
              <a:ext cx="5381" cy="10744"/>
            </a:xfrm>
            <a:custGeom>
              <a:avLst/>
              <a:gdLst>
                <a:gd name="connsiteX0" fmla="*/ 1345 w 5381"/>
                <a:gd name="connsiteY0" fmla="*/ 1343 h 10744"/>
                <a:gd name="connsiteX1" fmla="*/ 0 w 5381"/>
                <a:gd name="connsiteY1" fmla="*/ 4029 h 10744"/>
                <a:gd name="connsiteX2" fmla="*/ 2691 w 5381"/>
                <a:gd name="connsiteY2" fmla="*/ 6715 h 10744"/>
                <a:gd name="connsiteX3" fmla="*/ 2691 w 5381"/>
                <a:gd name="connsiteY3" fmla="*/ 9401 h 10744"/>
                <a:gd name="connsiteX4" fmla="*/ 4036 w 5381"/>
                <a:gd name="connsiteY4" fmla="*/ 10745 h 10744"/>
                <a:gd name="connsiteX5" fmla="*/ 5381 w 5381"/>
                <a:gd name="connsiteY5" fmla="*/ 9401 h 10744"/>
                <a:gd name="connsiteX6" fmla="*/ 5381 w 5381"/>
                <a:gd name="connsiteY6" fmla="*/ 2686 h 10744"/>
                <a:gd name="connsiteX7" fmla="*/ 2691 w 5381"/>
                <a:gd name="connsiteY7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10744">
                  <a:moveTo>
                    <a:pt x="1345" y="1343"/>
                  </a:moveTo>
                  <a:lnTo>
                    <a:pt x="0" y="4029"/>
                  </a:lnTo>
                  <a:lnTo>
                    <a:pt x="2691" y="6715"/>
                  </a:lnTo>
                  <a:lnTo>
                    <a:pt x="2691" y="9401"/>
                  </a:lnTo>
                  <a:lnTo>
                    <a:pt x="4036" y="10745"/>
                  </a:lnTo>
                  <a:lnTo>
                    <a:pt x="5381" y="9401"/>
                  </a:lnTo>
                  <a:lnTo>
                    <a:pt x="5381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1" name="Freeform 1050">
              <a:extLst>
                <a:ext uri="{FF2B5EF4-FFF2-40B4-BE49-F238E27FC236}">
                  <a16:creationId xmlns:a16="http://schemas.microsoft.com/office/drawing/2014/main" id="{8ED6989B-4448-BF61-3755-09D8E2ABB053}"/>
                </a:ext>
              </a:extLst>
            </p:cNvPr>
            <p:cNvSpPr/>
            <p:nvPr/>
          </p:nvSpPr>
          <p:spPr>
            <a:xfrm>
              <a:off x="5571207" y="2223596"/>
              <a:ext cx="20180" cy="12087"/>
            </a:xfrm>
            <a:custGeom>
              <a:avLst/>
              <a:gdLst>
                <a:gd name="connsiteX0" fmla="*/ 14799 w 20180"/>
                <a:gd name="connsiteY0" fmla="*/ 12088 h 12087"/>
                <a:gd name="connsiteX1" fmla="*/ 13454 w 20180"/>
                <a:gd name="connsiteY1" fmla="*/ 9401 h 12087"/>
                <a:gd name="connsiteX2" fmla="*/ 9418 w 20180"/>
                <a:gd name="connsiteY2" fmla="*/ 9401 h 12087"/>
                <a:gd name="connsiteX3" fmla="*/ 6727 w 20180"/>
                <a:gd name="connsiteY3" fmla="*/ 6715 h 12087"/>
                <a:gd name="connsiteX4" fmla="*/ 5381 w 20180"/>
                <a:gd name="connsiteY4" fmla="*/ 9401 h 12087"/>
                <a:gd name="connsiteX5" fmla="*/ 2691 w 20180"/>
                <a:gd name="connsiteY5" fmla="*/ 8058 h 12087"/>
                <a:gd name="connsiteX6" fmla="*/ 2691 w 20180"/>
                <a:gd name="connsiteY6" fmla="*/ 4029 h 12087"/>
                <a:gd name="connsiteX7" fmla="*/ 0 w 20180"/>
                <a:gd name="connsiteY7" fmla="*/ 2686 h 12087"/>
                <a:gd name="connsiteX8" fmla="*/ 5381 w 20180"/>
                <a:gd name="connsiteY8" fmla="*/ 1343 h 12087"/>
                <a:gd name="connsiteX9" fmla="*/ 6727 w 20180"/>
                <a:gd name="connsiteY9" fmla="*/ 0 h 12087"/>
                <a:gd name="connsiteX10" fmla="*/ 10763 w 20180"/>
                <a:gd name="connsiteY10" fmla="*/ 0 h 12087"/>
                <a:gd name="connsiteX11" fmla="*/ 13454 w 20180"/>
                <a:gd name="connsiteY11" fmla="*/ 4029 h 12087"/>
                <a:gd name="connsiteX12" fmla="*/ 18835 w 20180"/>
                <a:gd name="connsiteY12" fmla="*/ 5372 h 12087"/>
                <a:gd name="connsiteX13" fmla="*/ 20181 w 20180"/>
                <a:gd name="connsiteY13" fmla="*/ 9401 h 12087"/>
                <a:gd name="connsiteX14" fmla="*/ 18835 w 20180"/>
                <a:gd name="connsiteY14" fmla="*/ 12088 h 12087"/>
                <a:gd name="connsiteX15" fmla="*/ 14799 w 20180"/>
                <a:gd name="connsiteY15" fmla="*/ 12088 h 12087"/>
                <a:gd name="connsiteX16" fmla="*/ 14799 w 20180"/>
                <a:gd name="connsiteY16" fmla="*/ 1208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80" h="12087">
                  <a:moveTo>
                    <a:pt x="14799" y="12088"/>
                  </a:moveTo>
                  <a:lnTo>
                    <a:pt x="13454" y="9401"/>
                  </a:lnTo>
                  <a:lnTo>
                    <a:pt x="9418" y="9401"/>
                  </a:lnTo>
                  <a:lnTo>
                    <a:pt x="6727" y="6715"/>
                  </a:lnTo>
                  <a:lnTo>
                    <a:pt x="5381" y="9401"/>
                  </a:lnTo>
                  <a:lnTo>
                    <a:pt x="2691" y="8058"/>
                  </a:lnTo>
                  <a:lnTo>
                    <a:pt x="2691" y="4029"/>
                  </a:lnTo>
                  <a:lnTo>
                    <a:pt x="0" y="2686"/>
                  </a:lnTo>
                  <a:lnTo>
                    <a:pt x="5381" y="1343"/>
                  </a:lnTo>
                  <a:lnTo>
                    <a:pt x="6727" y="0"/>
                  </a:lnTo>
                  <a:lnTo>
                    <a:pt x="10763" y="0"/>
                  </a:lnTo>
                  <a:lnTo>
                    <a:pt x="13454" y="4029"/>
                  </a:lnTo>
                  <a:lnTo>
                    <a:pt x="18835" y="5372"/>
                  </a:lnTo>
                  <a:lnTo>
                    <a:pt x="20181" y="9401"/>
                  </a:lnTo>
                  <a:lnTo>
                    <a:pt x="18835" y="12088"/>
                  </a:lnTo>
                  <a:cubicBezTo>
                    <a:pt x="17490" y="10745"/>
                    <a:pt x="13454" y="12088"/>
                    <a:pt x="14799" y="12088"/>
                  </a:cubicBezTo>
                  <a:lnTo>
                    <a:pt x="14799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2" name="Freeform 1051">
              <a:extLst>
                <a:ext uri="{FF2B5EF4-FFF2-40B4-BE49-F238E27FC236}">
                  <a16:creationId xmlns:a16="http://schemas.microsoft.com/office/drawing/2014/main" id="{57093FA7-FC44-ABD5-3B30-351C5D7F0B4D}"/>
                </a:ext>
              </a:extLst>
            </p:cNvPr>
            <p:cNvSpPr/>
            <p:nvPr/>
          </p:nvSpPr>
          <p:spPr>
            <a:xfrm>
              <a:off x="5637130" y="2253144"/>
              <a:ext cx="6726" cy="4029"/>
            </a:xfrm>
            <a:custGeom>
              <a:avLst/>
              <a:gdLst>
                <a:gd name="connsiteX0" fmla="*/ 5381 w 6726"/>
                <a:gd name="connsiteY0" fmla="*/ 4029 h 4029"/>
                <a:gd name="connsiteX1" fmla="*/ 1345 w 6726"/>
                <a:gd name="connsiteY1" fmla="*/ 4029 h 4029"/>
                <a:gd name="connsiteX2" fmla="*/ 0 w 6726"/>
                <a:gd name="connsiteY2" fmla="*/ 0 h 4029"/>
                <a:gd name="connsiteX3" fmla="*/ 2691 w 6726"/>
                <a:gd name="connsiteY3" fmla="*/ 0 h 4029"/>
                <a:gd name="connsiteX4" fmla="*/ 5381 w 6726"/>
                <a:gd name="connsiteY4" fmla="*/ 0 h 4029"/>
                <a:gd name="connsiteX5" fmla="*/ 6727 w 6726"/>
                <a:gd name="connsiteY5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4029">
                  <a:moveTo>
                    <a:pt x="5381" y="4029"/>
                  </a:moveTo>
                  <a:lnTo>
                    <a:pt x="1345" y="4029"/>
                  </a:lnTo>
                  <a:lnTo>
                    <a:pt x="0" y="0"/>
                  </a:lnTo>
                  <a:lnTo>
                    <a:pt x="2691" y="0"/>
                  </a:lnTo>
                  <a:lnTo>
                    <a:pt x="5381" y="0"/>
                  </a:lnTo>
                  <a:lnTo>
                    <a:pt x="6727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3" name="Freeform 1052">
              <a:extLst>
                <a:ext uri="{FF2B5EF4-FFF2-40B4-BE49-F238E27FC236}">
                  <a16:creationId xmlns:a16="http://schemas.microsoft.com/office/drawing/2014/main" id="{B5E5BB12-5395-070A-A34E-1C3A94D0FA0E}"/>
                </a:ext>
              </a:extLst>
            </p:cNvPr>
            <p:cNvSpPr/>
            <p:nvPr/>
          </p:nvSpPr>
          <p:spPr>
            <a:xfrm>
              <a:off x="5647893" y="2257173"/>
              <a:ext cx="4036" cy="2686"/>
            </a:xfrm>
            <a:custGeom>
              <a:avLst/>
              <a:gdLst>
                <a:gd name="connsiteX0" fmla="*/ 0 w 4036"/>
                <a:gd name="connsiteY0" fmla="*/ 1343 h 2686"/>
                <a:gd name="connsiteX1" fmla="*/ 4036 w 4036"/>
                <a:gd name="connsiteY1" fmla="*/ 2686 h 2686"/>
                <a:gd name="connsiteX2" fmla="*/ 2691 w 4036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2686">
                  <a:moveTo>
                    <a:pt x="0" y="1343"/>
                  </a:moveTo>
                  <a:lnTo>
                    <a:pt x="4036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4" name="Freeform 1053">
              <a:extLst>
                <a:ext uri="{FF2B5EF4-FFF2-40B4-BE49-F238E27FC236}">
                  <a16:creationId xmlns:a16="http://schemas.microsoft.com/office/drawing/2014/main" id="{B777D4A2-566F-EE0E-53D2-CDD0910C4AEE}"/>
                </a:ext>
              </a:extLst>
            </p:cNvPr>
            <p:cNvSpPr/>
            <p:nvPr/>
          </p:nvSpPr>
          <p:spPr>
            <a:xfrm>
              <a:off x="5654620" y="2257173"/>
              <a:ext cx="10763" cy="6715"/>
            </a:xfrm>
            <a:custGeom>
              <a:avLst/>
              <a:gdLst>
                <a:gd name="connsiteX0" fmla="*/ 1345 w 10763"/>
                <a:gd name="connsiteY0" fmla="*/ 4029 h 6715"/>
                <a:gd name="connsiteX1" fmla="*/ 5381 w 10763"/>
                <a:gd name="connsiteY1" fmla="*/ 4029 h 6715"/>
                <a:gd name="connsiteX2" fmla="*/ 6727 w 10763"/>
                <a:gd name="connsiteY2" fmla="*/ 6715 h 6715"/>
                <a:gd name="connsiteX3" fmla="*/ 10763 w 10763"/>
                <a:gd name="connsiteY3" fmla="*/ 5372 h 6715"/>
                <a:gd name="connsiteX4" fmla="*/ 9418 w 10763"/>
                <a:gd name="connsiteY4" fmla="*/ 4029 h 6715"/>
                <a:gd name="connsiteX5" fmla="*/ 5381 w 10763"/>
                <a:gd name="connsiteY5" fmla="*/ 1343 h 6715"/>
                <a:gd name="connsiteX6" fmla="*/ 5381 w 10763"/>
                <a:gd name="connsiteY6" fmla="*/ 0 h 6715"/>
                <a:gd name="connsiteX7" fmla="*/ 1345 w 10763"/>
                <a:gd name="connsiteY7" fmla="*/ 0 h 6715"/>
                <a:gd name="connsiteX8" fmla="*/ 0 w 10763"/>
                <a:gd name="connsiteY8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" h="6715">
                  <a:moveTo>
                    <a:pt x="1345" y="4029"/>
                  </a:moveTo>
                  <a:lnTo>
                    <a:pt x="5381" y="4029"/>
                  </a:lnTo>
                  <a:lnTo>
                    <a:pt x="6727" y="6715"/>
                  </a:lnTo>
                  <a:lnTo>
                    <a:pt x="10763" y="5372"/>
                  </a:lnTo>
                  <a:lnTo>
                    <a:pt x="9418" y="4029"/>
                  </a:lnTo>
                  <a:lnTo>
                    <a:pt x="5381" y="1343"/>
                  </a:lnTo>
                  <a:lnTo>
                    <a:pt x="5381" y="0"/>
                  </a:lnTo>
                  <a:lnTo>
                    <a:pt x="1345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5" name="Freeform 1054">
              <a:extLst>
                <a:ext uri="{FF2B5EF4-FFF2-40B4-BE49-F238E27FC236}">
                  <a16:creationId xmlns:a16="http://schemas.microsoft.com/office/drawing/2014/main" id="{B433A98A-CEF0-49F5-E460-53840F25BB5F}"/>
                </a:ext>
              </a:extLst>
            </p:cNvPr>
            <p:cNvSpPr/>
            <p:nvPr/>
          </p:nvSpPr>
          <p:spPr>
            <a:xfrm>
              <a:off x="5716507" y="2332385"/>
              <a:ext cx="5381" cy="9401"/>
            </a:xfrm>
            <a:custGeom>
              <a:avLst/>
              <a:gdLst>
                <a:gd name="connsiteX0" fmla="*/ 0 w 5381"/>
                <a:gd name="connsiteY0" fmla="*/ 9401 h 9401"/>
                <a:gd name="connsiteX1" fmla="*/ 0 w 5381"/>
                <a:gd name="connsiteY1" fmla="*/ 6715 h 9401"/>
                <a:gd name="connsiteX2" fmla="*/ 2691 w 5381"/>
                <a:gd name="connsiteY2" fmla="*/ 4029 h 9401"/>
                <a:gd name="connsiteX3" fmla="*/ 0 w 5381"/>
                <a:gd name="connsiteY3" fmla="*/ 0 h 9401"/>
                <a:gd name="connsiteX4" fmla="*/ 2691 w 5381"/>
                <a:gd name="connsiteY4" fmla="*/ 0 h 9401"/>
                <a:gd name="connsiteX5" fmla="*/ 5382 w 5381"/>
                <a:gd name="connsiteY5" fmla="*/ 2686 h 9401"/>
                <a:gd name="connsiteX6" fmla="*/ 5382 w 5381"/>
                <a:gd name="connsiteY6" fmla="*/ 5372 h 9401"/>
                <a:gd name="connsiteX7" fmla="*/ 4036 w 5381"/>
                <a:gd name="connsiteY7" fmla="*/ 9401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9401">
                  <a:moveTo>
                    <a:pt x="0" y="9401"/>
                  </a:moveTo>
                  <a:lnTo>
                    <a:pt x="0" y="6715"/>
                  </a:lnTo>
                  <a:lnTo>
                    <a:pt x="2691" y="4029"/>
                  </a:lnTo>
                  <a:lnTo>
                    <a:pt x="0" y="0"/>
                  </a:lnTo>
                  <a:lnTo>
                    <a:pt x="2691" y="0"/>
                  </a:lnTo>
                  <a:lnTo>
                    <a:pt x="5382" y="2686"/>
                  </a:lnTo>
                  <a:lnTo>
                    <a:pt x="5382" y="5372"/>
                  </a:lnTo>
                  <a:lnTo>
                    <a:pt x="4036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6" name="Freeform 1055">
              <a:extLst>
                <a:ext uri="{FF2B5EF4-FFF2-40B4-BE49-F238E27FC236}">
                  <a16:creationId xmlns:a16="http://schemas.microsoft.com/office/drawing/2014/main" id="{0B6117B4-52E6-68B7-454D-2500AF75A899}"/>
                </a:ext>
              </a:extLst>
            </p:cNvPr>
            <p:cNvSpPr/>
            <p:nvPr/>
          </p:nvSpPr>
          <p:spPr>
            <a:xfrm>
              <a:off x="5709780" y="2347159"/>
              <a:ext cx="8072" cy="10744"/>
            </a:xfrm>
            <a:custGeom>
              <a:avLst/>
              <a:gdLst>
                <a:gd name="connsiteX0" fmla="*/ 2691 w 8072"/>
                <a:gd name="connsiteY0" fmla="*/ 10745 h 10744"/>
                <a:gd name="connsiteX1" fmla="*/ 0 w 8072"/>
                <a:gd name="connsiteY1" fmla="*/ 4029 h 10744"/>
                <a:gd name="connsiteX2" fmla="*/ 2691 w 8072"/>
                <a:gd name="connsiteY2" fmla="*/ 0 h 10744"/>
                <a:gd name="connsiteX3" fmla="*/ 4036 w 8072"/>
                <a:gd name="connsiteY3" fmla="*/ 1343 h 10744"/>
                <a:gd name="connsiteX4" fmla="*/ 8072 w 8072"/>
                <a:gd name="connsiteY4" fmla="*/ 1343 h 10744"/>
                <a:gd name="connsiteX5" fmla="*/ 8072 w 8072"/>
                <a:gd name="connsiteY5" fmla="*/ 5372 h 10744"/>
                <a:gd name="connsiteX6" fmla="*/ 4036 w 8072"/>
                <a:gd name="connsiteY6" fmla="*/ 5372 h 10744"/>
                <a:gd name="connsiteX7" fmla="*/ 4036 w 8072"/>
                <a:gd name="connsiteY7" fmla="*/ 9401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" h="10744">
                  <a:moveTo>
                    <a:pt x="2691" y="10745"/>
                  </a:moveTo>
                  <a:lnTo>
                    <a:pt x="0" y="4029"/>
                  </a:lnTo>
                  <a:lnTo>
                    <a:pt x="2691" y="0"/>
                  </a:lnTo>
                  <a:lnTo>
                    <a:pt x="4036" y="1343"/>
                  </a:lnTo>
                  <a:lnTo>
                    <a:pt x="8072" y="1343"/>
                  </a:lnTo>
                  <a:lnTo>
                    <a:pt x="8072" y="5372"/>
                  </a:lnTo>
                  <a:lnTo>
                    <a:pt x="4036" y="5372"/>
                  </a:lnTo>
                  <a:lnTo>
                    <a:pt x="4036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7" name="Freeform 1056">
              <a:extLst>
                <a:ext uri="{FF2B5EF4-FFF2-40B4-BE49-F238E27FC236}">
                  <a16:creationId xmlns:a16="http://schemas.microsoft.com/office/drawing/2014/main" id="{AF6B9F90-4C22-3F25-C082-C23476A99A8F}"/>
                </a:ext>
              </a:extLst>
            </p:cNvPr>
            <p:cNvSpPr/>
            <p:nvPr/>
          </p:nvSpPr>
          <p:spPr>
            <a:xfrm>
              <a:off x="5673455" y="2277319"/>
              <a:ext cx="2690" cy="2686"/>
            </a:xfrm>
            <a:custGeom>
              <a:avLst/>
              <a:gdLst>
                <a:gd name="connsiteX0" fmla="*/ 2691 w 2690"/>
                <a:gd name="connsiteY0" fmla="*/ 2686 h 2686"/>
                <a:gd name="connsiteX1" fmla="*/ 0 w 2690"/>
                <a:gd name="connsiteY1" fmla="*/ 0 h 2686"/>
                <a:gd name="connsiteX2" fmla="*/ 2691 w 2690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2691" y="2686"/>
                  </a:moveTo>
                  <a:lnTo>
                    <a:pt x="0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8" name="Freeform 1057">
              <a:extLst>
                <a:ext uri="{FF2B5EF4-FFF2-40B4-BE49-F238E27FC236}">
                  <a16:creationId xmlns:a16="http://schemas.microsoft.com/office/drawing/2014/main" id="{A70C3B08-A051-FAFC-18F2-D0D5DBEB0638}"/>
                </a:ext>
              </a:extLst>
            </p:cNvPr>
            <p:cNvSpPr/>
            <p:nvPr/>
          </p:nvSpPr>
          <p:spPr>
            <a:xfrm>
              <a:off x="5665383" y="2275976"/>
              <a:ext cx="4035" cy="4029"/>
            </a:xfrm>
            <a:custGeom>
              <a:avLst/>
              <a:gdLst>
                <a:gd name="connsiteX0" fmla="*/ 2691 w 4035"/>
                <a:gd name="connsiteY0" fmla="*/ 4029 h 4029"/>
                <a:gd name="connsiteX1" fmla="*/ 0 w 4035"/>
                <a:gd name="connsiteY1" fmla="*/ 0 h 4029"/>
                <a:gd name="connsiteX2" fmla="*/ 4036 w 4035"/>
                <a:gd name="connsiteY2" fmla="*/ 1343 h 4029"/>
                <a:gd name="connsiteX3" fmla="*/ 4036 w 4035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4029">
                  <a:moveTo>
                    <a:pt x="2691" y="4029"/>
                  </a:moveTo>
                  <a:lnTo>
                    <a:pt x="0" y="0"/>
                  </a:lnTo>
                  <a:lnTo>
                    <a:pt x="4036" y="1343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9" name="Freeform 1058">
              <a:extLst>
                <a:ext uri="{FF2B5EF4-FFF2-40B4-BE49-F238E27FC236}">
                  <a16:creationId xmlns:a16="http://schemas.microsoft.com/office/drawing/2014/main" id="{86943A31-7AFD-9F50-6909-14D999375606}"/>
                </a:ext>
              </a:extLst>
            </p:cNvPr>
            <p:cNvSpPr/>
            <p:nvPr/>
          </p:nvSpPr>
          <p:spPr>
            <a:xfrm>
              <a:off x="5669419" y="2282691"/>
              <a:ext cx="8072" cy="4029"/>
            </a:xfrm>
            <a:custGeom>
              <a:avLst/>
              <a:gdLst>
                <a:gd name="connsiteX0" fmla="*/ 0 w 8072"/>
                <a:gd name="connsiteY0" fmla="*/ 1343 h 4029"/>
                <a:gd name="connsiteX1" fmla="*/ 2691 w 8072"/>
                <a:gd name="connsiteY1" fmla="*/ 4029 h 4029"/>
                <a:gd name="connsiteX2" fmla="*/ 5382 w 8072"/>
                <a:gd name="connsiteY2" fmla="*/ 2686 h 4029"/>
                <a:gd name="connsiteX3" fmla="*/ 8072 w 8072"/>
                <a:gd name="connsiteY3" fmla="*/ 4029 h 4029"/>
                <a:gd name="connsiteX4" fmla="*/ 8072 w 8072"/>
                <a:gd name="connsiteY4" fmla="*/ 1343 h 4029"/>
                <a:gd name="connsiteX5" fmla="*/ 5382 w 8072"/>
                <a:gd name="connsiteY5" fmla="*/ 0 h 4029"/>
                <a:gd name="connsiteX6" fmla="*/ 1345 w 8072"/>
                <a:gd name="connsiteY6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4029">
                  <a:moveTo>
                    <a:pt x="0" y="1343"/>
                  </a:moveTo>
                  <a:lnTo>
                    <a:pt x="2691" y="4029"/>
                  </a:lnTo>
                  <a:lnTo>
                    <a:pt x="5382" y="2686"/>
                  </a:lnTo>
                  <a:lnTo>
                    <a:pt x="8072" y="4029"/>
                  </a:lnTo>
                  <a:lnTo>
                    <a:pt x="8072" y="1343"/>
                  </a:lnTo>
                  <a:lnTo>
                    <a:pt x="5382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0" name="Freeform 1059">
              <a:extLst>
                <a:ext uri="{FF2B5EF4-FFF2-40B4-BE49-F238E27FC236}">
                  <a16:creationId xmlns:a16="http://schemas.microsoft.com/office/drawing/2014/main" id="{31578516-28AA-F463-7EEE-888549257C86}"/>
                </a:ext>
              </a:extLst>
            </p:cNvPr>
            <p:cNvSpPr/>
            <p:nvPr/>
          </p:nvSpPr>
          <p:spPr>
            <a:xfrm>
              <a:off x="5703054" y="2263888"/>
              <a:ext cx="20180" cy="17459"/>
            </a:xfrm>
            <a:custGeom>
              <a:avLst/>
              <a:gdLst>
                <a:gd name="connsiteX0" fmla="*/ 0 w 20180"/>
                <a:gd name="connsiteY0" fmla="*/ 6715 h 17459"/>
                <a:gd name="connsiteX1" fmla="*/ 4036 w 20180"/>
                <a:gd name="connsiteY1" fmla="*/ 8058 h 17459"/>
                <a:gd name="connsiteX2" fmla="*/ 5382 w 20180"/>
                <a:gd name="connsiteY2" fmla="*/ 10745 h 17459"/>
                <a:gd name="connsiteX3" fmla="*/ 6727 w 20180"/>
                <a:gd name="connsiteY3" fmla="*/ 12088 h 17459"/>
                <a:gd name="connsiteX4" fmla="*/ 5382 w 20180"/>
                <a:gd name="connsiteY4" fmla="*/ 14774 h 17459"/>
                <a:gd name="connsiteX5" fmla="*/ 6727 w 20180"/>
                <a:gd name="connsiteY5" fmla="*/ 17460 h 17459"/>
                <a:gd name="connsiteX6" fmla="*/ 9418 w 20180"/>
                <a:gd name="connsiteY6" fmla="*/ 16117 h 17459"/>
                <a:gd name="connsiteX7" fmla="*/ 9418 w 20180"/>
                <a:gd name="connsiteY7" fmla="*/ 12088 h 17459"/>
                <a:gd name="connsiteX8" fmla="*/ 12109 w 20180"/>
                <a:gd name="connsiteY8" fmla="*/ 13431 h 17459"/>
                <a:gd name="connsiteX9" fmla="*/ 16145 w 20180"/>
                <a:gd name="connsiteY9" fmla="*/ 12088 h 17459"/>
                <a:gd name="connsiteX10" fmla="*/ 17490 w 20180"/>
                <a:gd name="connsiteY10" fmla="*/ 12088 h 17459"/>
                <a:gd name="connsiteX11" fmla="*/ 20181 w 20180"/>
                <a:gd name="connsiteY11" fmla="*/ 9401 h 17459"/>
                <a:gd name="connsiteX12" fmla="*/ 17490 w 20180"/>
                <a:gd name="connsiteY12" fmla="*/ 6715 h 17459"/>
                <a:gd name="connsiteX13" fmla="*/ 10763 w 20180"/>
                <a:gd name="connsiteY13" fmla="*/ 5372 h 17459"/>
                <a:gd name="connsiteX14" fmla="*/ 6727 w 20180"/>
                <a:gd name="connsiteY14" fmla="*/ 1343 h 17459"/>
                <a:gd name="connsiteX15" fmla="*/ 2691 w 20180"/>
                <a:gd name="connsiteY15" fmla="*/ 0 h 17459"/>
                <a:gd name="connsiteX16" fmla="*/ 2691 w 20180"/>
                <a:gd name="connsiteY16" fmla="*/ 2686 h 17459"/>
                <a:gd name="connsiteX17" fmla="*/ 0 w 20180"/>
                <a:gd name="connsiteY17" fmla="*/ 6715 h 17459"/>
                <a:gd name="connsiteX18" fmla="*/ 0 w 20180"/>
                <a:gd name="connsiteY18" fmla="*/ 6715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180" h="17459">
                  <a:moveTo>
                    <a:pt x="0" y="6715"/>
                  </a:moveTo>
                  <a:lnTo>
                    <a:pt x="4036" y="8058"/>
                  </a:lnTo>
                  <a:lnTo>
                    <a:pt x="5382" y="10745"/>
                  </a:lnTo>
                  <a:lnTo>
                    <a:pt x="6727" y="12088"/>
                  </a:lnTo>
                  <a:lnTo>
                    <a:pt x="5382" y="14774"/>
                  </a:lnTo>
                  <a:lnTo>
                    <a:pt x="6727" y="17460"/>
                  </a:lnTo>
                  <a:lnTo>
                    <a:pt x="9418" y="16117"/>
                  </a:lnTo>
                  <a:lnTo>
                    <a:pt x="9418" y="12088"/>
                  </a:lnTo>
                  <a:lnTo>
                    <a:pt x="12109" y="13431"/>
                  </a:lnTo>
                  <a:lnTo>
                    <a:pt x="16145" y="12088"/>
                  </a:lnTo>
                  <a:lnTo>
                    <a:pt x="17490" y="12088"/>
                  </a:lnTo>
                  <a:lnTo>
                    <a:pt x="20181" y="9401"/>
                  </a:lnTo>
                  <a:lnTo>
                    <a:pt x="17490" y="6715"/>
                  </a:lnTo>
                  <a:lnTo>
                    <a:pt x="10763" y="5372"/>
                  </a:lnTo>
                  <a:lnTo>
                    <a:pt x="6727" y="1343"/>
                  </a:lnTo>
                  <a:lnTo>
                    <a:pt x="2691" y="0"/>
                  </a:lnTo>
                  <a:lnTo>
                    <a:pt x="2691" y="2686"/>
                  </a:lnTo>
                  <a:cubicBezTo>
                    <a:pt x="4036" y="4029"/>
                    <a:pt x="0" y="6715"/>
                    <a:pt x="0" y="6715"/>
                  </a:cubicBezTo>
                  <a:lnTo>
                    <a:pt x="0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1" name="Freeform 1060">
              <a:extLst>
                <a:ext uri="{FF2B5EF4-FFF2-40B4-BE49-F238E27FC236}">
                  <a16:creationId xmlns:a16="http://schemas.microsoft.com/office/drawing/2014/main" id="{4E00FF18-54A1-1B85-26F3-9E85AA237AA5}"/>
                </a:ext>
              </a:extLst>
            </p:cNvPr>
            <p:cNvSpPr/>
            <p:nvPr/>
          </p:nvSpPr>
          <p:spPr>
            <a:xfrm>
              <a:off x="5762250" y="2261202"/>
              <a:ext cx="2690" cy="5372"/>
            </a:xfrm>
            <a:custGeom>
              <a:avLst/>
              <a:gdLst>
                <a:gd name="connsiteX0" fmla="*/ 0 w 2690"/>
                <a:gd name="connsiteY0" fmla="*/ 5372 h 5372"/>
                <a:gd name="connsiteX1" fmla="*/ 1345 w 2690"/>
                <a:gd name="connsiteY1" fmla="*/ 1343 h 5372"/>
                <a:gd name="connsiteX2" fmla="*/ 2691 w 2690"/>
                <a:gd name="connsiteY2" fmla="*/ 0 h 5372"/>
                <a:gd name="connsiteX3" fmla="*/ 1345 w 2690"/>
                <a:gd name="connsiteY3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5372">
                  <a:moveTo>
                    <a:pt x="0" y="5372"/>
                  </a:moveTo>
                  <a:lnTo>
                    <a:pt x="1345" y="1343"/>
                  </a:lnTo>
                  <a:lnTo>
                    <a:pt x="2691" y="0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2" name="Freeform 1061">
              <a:extLst>
                <a:ext uri="{FF2B5EF4-FFF2-40B4-BE49-F238E27FC236}">
                  <a16:creationId xmlns:a16="http://schemas.microsoft.com/office/drawing/2014/main" id="{A75CC290-7982-97D2-9C48-4552C8960D19}"/>
                </a:ext>
              </a:extLst>
            </p:cNvPr>
            <p:cNvSpPr/>
            <p:nvPr/>
          </p:nvSpPr>
          <p:spPr>
            <a:xfrm>
              <a:off x="5742070" y="2278662"/>
              <a:ext cx="14799" cy="10744"/>
            </a:xfrm>
            <a:custGeom>
              <a:avLst/>
              <a:gdLst>
                <a:gd name="connsiteX0" fmla="*/ 0 w 14799"/>
                <a:gd name="connsiteY0" fmla="*/ 10745 h 10744"/>
                <a:gd name="connsiteX1" fmla="*/ 2691 w 14799"/>
                <a:gd name="connsiteY1" fmla="*/ 8058 h 10744"/>
                <a:gd name="connsiteX2" fmla="*/ 5381 w 14799"/>
                <a:gd name="connsiteY2" fmla="*/ 4029 h 10744"/>
                <a:gd name="connsiteX3" fmla="*/ 9418 w 14799"/>
                <a:gd name="connsiteY3" fmla="*/ 4029 h 10744"/>
                <a:gd name="connsiteX4" fmla="*/ 10763 w 14799"/>
                <a:gd name="connsiteY4" fmla="*/ 0 h 10744"/>
                <a:gd name="connsiteX5" fmla="*/ 13454 w 14799"/>
                <a:gd name="connsiteY5" fmla="*/ 0 h 10744"/>
                <a:gd name="connsiteX6" fmla="*/ 14799 w 14799"/>
                <a:gd name="connsiteY6" fmla="*/ 2686 h 10744"/>
                <a:gd name="connsiteX7" fmla="*/ 14799 w 14799"/>
                <a:gd name="connsiteY7" fmla="*/ 5372 h 10744"/>
                <a:gd name="connsiteX8" fmla="*/ 10763 w 14799"/>
                <a:gd name="connsiteY8" fmla="*/ 6715 h 10744"/>
                <a:gd name="connsiteX9" fmla="*/ 5381 w 14799"/>
                <a:gd name="connsiteY9" fmla="*/ 10745 h 10744"/>
                <a:gd name="connsiteX10" fmla="*/ 2691 w 14799"/>
                <a:gd name="connsiteY10" fmla="*/ 1074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99" h="10744">
                  <a:moveTo>
                    <a:pt x="0" y="10745"/>
                  </a:moveTo>
                  <a:lnTo>
                    <a:pt x="2691" y="8058"/>
                  </a:lnTo>
                  <a:lnTo>
                    <a:pt x="5381" y="4029"/>
                  </a:lnTo>
                  <a:lnTo>
                    <a:pt x="9418" y="4029"/>
                  </a:lnTo>
                  <a:lnTo>
                    <a:pt x="10763" y="0"/>
                  </a:lnTo>
                  <a:lnTo>
                    <a:pt x="13454" y="0"/>
                  </a:lnTo>
                  <a:lnTo>
                    <a:pt x="14799" y="2686"/>
                  </a:lnTo>
                  <a:lnTo>
                    <a:pt x="14799" y="5372"/>
                  </a:lnTo>
                  <a:lnTo>
                    <a:pt x="10763" y="6715"/>
                  </a:lnTo>
                  <a:lnTo>
                    <a:pt x="5381" y="10745"/>
                  </a:lnTo>
                  <a:lnTo>
                    <a:pt x="2691" y="1074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3" name="Freeform 1062">
              <a:extLst>
                <a:ext uri="{FF2B5EF4-FFF2-40B4-BE49-F238E27FC236}">
                  <a16:creationId xmlns:a16="http://schemas.microsoft.com/office/drawing/2014/main" id="{4B25A693-5118-802D-EDE4-7D4EFE5B5FF5}"/>
                </a:ext>
              </a:extLst>
            </p:cNvPr>
            <p:cNvSpPr/>
            <p:nvPr/>
          </p:nvSpPr>
          <p:spPr>
            <a:xfrm>
              <a:off x="5711126" y="2296122"/>
              <a:ext cx="34979" cy="25518"/>
            </a:xfrm>
            <a:custGeom>
              <a:avLst/>
              <a:gdLst>
                <a:gd name="connsiteX0" fmla="*/ 12108 w 34979"/>
                <a:gd name="connsiteY0" fmla="*/ 25518 h 25518"/>
                <a:gd name="connsiteX1" fmla="*/ 21526 w 34979"/>
                <a:gd name="connsiteY1" fmla="*/ 17460 h 25518"/>
                <a:gd name="connsiteX2" fmla="*/ 22871 w 34979"/>
                <a:gd name="connsiteY2" fmla="*/ 13431 h 25518"/>
                <a:gd name="connsiteX3" fmla="*/ 25562 w 34979"/>
                <a:gd name="connsiteY3" fmla="*/ 13431 h 25518"/>
                <a:gd name="connsiteX4" fmla="*/ 29598 w 34979"/>
                <a:gd name="connsiteY4" fmla="*/ 9402 h 25518"/>
                <a:gd name="connsiteX5" fmla="*/ 34980 w 34979"/>
                <a:gd name="connsiteY5" fmla="*/ 6715 h 25518"/>
                <a:gd name="connsiteX6" fmla="*/ 33634 w 34979"/>
                <a:gd name="connsiteY6" fmla="*/ 1343 h 25518"/>
                <a:gd name="connsiteX7" fmla="*/ 32289 w 34979"/>
                <a:gd name="connsiteY7" fmla="*/ 0 h 25518"/>
                <a:gd name="connsiteX8" fmla="*/ 28253 w 34979"/>
                <a:gd name="connsiteY8" fmla="*/ 1343 h 25518"/>
                <a:gd name="connsiteX9" fmla="*/ 26908 w 34979"/>
                <a:gd name="connsiteY9" fmla="*/ 5372 h 25518"/>
                <a:gd name="connsiteX10" fmla="*/ 24217 w 34979"/>
                <a:gd name="connsiteY10" fmla="*/ 5372 h 25518"/>
                <a:gd name="connsiteX11" fmla="*/ 20181 w 34979"/>
                <a:gd name="connsiteY11" fmla="*/ 9402 h 25518"/>
                <a:gd name="connsiteX12" fmla="*/ 16144 w 34979"/>
                <a:gd name="connsiteY12" fmla="*/ 12088 h 25518"/>
                <a:gd name="connsiteX13" fmla="*/ 9418 w 34979"/>
                <a:gd name="connsiteY13" fmla="*/ 10745 h 25518"/>
                <a:gd name="connsiteX14" fmla="*/ 5381 w 34979"/>
                <a:gd name="connsiteY14" fmla="*/ 13431 h 25518"/>
                <a:gd name="connsiteX15" fmla="*/ 4036 w 34979"/>
                <a:gd name="connsiteY15" fmla="*/ 17460 h 25518"/>
                <a:gd name="connsiteX16" fmla="*/ 0 w 34979"/>
                <a:gd name="connsiteY16" fmla="*/ 20146 h 25518"/>
                <a:gd name="connsiteX17" fmla="*/ 1345 w 34979"/>
                <a:gd name="connsiteY17" fmla="*/ 25518 h 25518"/>
                <a:gd name="connsiteX18" fmla="*/ 2691 w 34979"/>
                <a:gd name="connsiteY18" fmla="*/ 24175 h 25518"/>
                <a:gd name="connsiteX19" fmla="*/ 8072 w 34979"/>
                <a:gd name="connsiteY19" fmla="*/ 25518 h 2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4979" h="25518">
                  <a:moveTo>
                    <a:pt x="12108" y="25518"/>
                  </a:moveTo>
                  <a:lnTo>
                    <a:pt x="21526" y="17460"/>
                  </a:lnTo>
                  <a:lnTo>
                    <a:pt x="22871" y="13431"/>
                  </a:lnTo>
                  <a:lnTo>
                    <a:pt x="25562" y="13431"/>
                  </a:lnTo>
                  <a:lnTo>
                    <a:pt x="29598" y="9402"/>
                  </a:lnTo>
                  <a:lnTo>
                    <a:pt x="34980" y="6715"/>
                  </a:lnTo>
                  <a:lnTo>
                    <a:pt x="33634" y="1343"/>
                  </a:lnTo>
                  <a:lnTo>
                    <a:pt x="32289" y="0"/>
                  </a:lnTo>
                  <a:lnTo>
                    <a:pt x="28253" y="1343"/>
                  </a:lnTo>
                  <a:lnTo>
                    <a:pt x="26908" y="5372"/>
                  </a:lnTo>
                  <a:lnTo>
                    <a:pt x="24217" y="5372"/>
                  </a:lnTo>
                  <a:lnTo>
                    <a:pt x="20181" y="9402"/>
                  </a:lnTo>
                  <a:lnTo>
                    <a:pt x="16144" y="12088"/>
                  </a:lnTo>
                  <a:lnTo>
                    <a:pt x="9418" y="10745"/>
                  </a:lnTo>
                  <a:lnTo>
                    <a:pt x="5381" y="13431"/>
                  </a:lnTo>
                  <a:lnTo>
                    <a:pt x="4036" y="17460"/>
                  </a:lnTo>
                  <a:lnTo>
                    <a:pt x="0" y="20146"/>
                  </a:lnTo>
                  <a:lnTo>
                    <a:pt x="1345" y="25518"/>
                  </a:lnTo>
                  <a:lnTo>
                    <a:pt x="2691" y="24175"/>
                  </a:lnTo>
                  <a:lnTo>
                    <a:pt x="8072" y="2551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4" name="Freeform 1063">
              <a:extLst>
                <a:ext uri="{FF2B5EF4-FFF2-40B4-BE49-F238E27FC236}">
                  <a16:creationId xmlns:a16="http://schemas.microsoft.com/office/drawing/2014/main" id="{54F97725-D25B-DFD3-3647-E91DD47A5EC7}"/>
                </a:ext>
              </a:extLst>
            </p:cNvPr>
            <p:cNvSpPr/>
            <p:nvPr/>
          </p:nvSpPr>
          <p:spPr>
            <a:xfrm>
              <a:off x="5763595" y="2301494"/>
              <a:ext cx="13453" cy="16116"/>
            </a:xfrm>
            <a:custGeom>
              <a:avLst/>
              <a:gdLst>
                <a:gd name="connsiteX0" fmla="*/ 1345 w 13453"/>
                <a:gd name="connsiteY0" fmla="*/ 14774 h 16116"/>
                <a:gd name="connsiteX1" fmla="*/ 0 w 13453"/>
                <a:gd name="connsiteY1" fmla="*/ 8058 h 16116"/>
                <a:gd name="connsiteX2" fmla="*/ 1345 w 13453"/>
                <a:gd name="connsiteY2" fmla="*/ 5372 h 16116"/>
                <a:gd name="connsiteX3" fmla="*/ 4036 w 13453"/>
                <a:gd name="connsiteY3" fmla="*/ 0 h 16116"/>
                <a:gd name="connsiteX4" fmla="*/ 6727 w 13453"/>
                <a:gd name="connsiteY4" fmla="*/ 1343 h 16116"/>
                <a:gd name="connsiteX5" fmla="*/ 12109 w 13453"/>
                <a:gd name="connsiteY5" fmla="*/ 1343 h 16116"/>
                <a:gd name="connsiteX6" fmla="*/ 13454 w 13453"/>
                <a:gd name="connsiteY6" fmla="*/ 6715 h 16116"/>
                <a:gd name="connsiteX7" fmla="*/ 10763 w 13453"/>
                <a:gd name="connsiteY7" fmla="*/ 12088 h 16116"/>
                <a:gd name="connsiteX8" fmla="*/ 8072 w 13453"/>
                <a:gd name="connsiteY8" fmla="*/ 12088 h 16116"/>
                <a:gd name="connsiteX9" fmla="*/ 5382 w 13453"/>
                <a:gd name="connsiteY9" fmla="*/ 16117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53" h="16116">
                  <a:moveTo>
                    <a:pt x="1345" y="14774"/>
                  </a:moveTo>
                  <a:lnTo>
                    <a:pt x="0" y="8058"/>
                  </a:lnTo>
                  <a:lnTo>
                    <a:pt x="1345" y="5372"/>
                  </a:lnTo>
                  <a:lnTo>
                    <a:pt x="4036" y="0"/>
                  </a:lnTo>
                  <a:lnTo>
                    <a:pt x="6727" y="1343"/>
                  </a:lnTo>
                  <a:lnTo>
                    <a:pt x="12109" y="1343"/>
                  </a:lnTo>
                  <a:lnTo>
                    <a:pt x="13454" y="6715"/>
                  </a:lnTo>
                  <a:lnTo>
                    <a:pt x="10763" y="12088"/>
                  </a:lnTo>
                  <a:lnTo>
                    <a:pt x="8072" y="12088"/>
                  </a:lnTo>
                  <a:lnTo>
                    <a:pt x="5382" y="16117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5" name="Freeform 1064">
              <a:extLst>
                <a:ext uri="{FF2B5EF4-FFF2-40B4-BE49-F238E27FC236}">
                  <a16:creationId xmlns:a16="http://schemas.microsoft.com/office/drawing/2014/main" id="{11166F6D-CC90-7726-A609-088B98483FFB}"/>
                </a:ext>
              </a:extLst>
            </p:cNvPr>
            <p:cNvSpPr/>
            <p:nvPr/>
          </p:nvSpPr>
          <p:spPr>
            <a:xfrm>
              <a:off x="5790503" y="2340444"/>
              <a:ext cx="8072" cy="21489"/>
            </a:xfrm>
            <a:custGeom>
              <a:avLst/>
              <a:gdLst>
                <a:gd name="connsiteX0" fmla="*/ 8072 w 8072"/>
                <a:gd name="connsiteY0" fmla="*/ 18803 h 21489"/>
                <a:gd name="connsiteX1" fmla="*/ 6727 w 8072"/>
                <a:gd name="connsiteY1" fmla="*/ 10745 h 21489"/>
                <a:gd name="connsiteX2" fmla="*/ 8072 w 8072"/>
                <a:gd name="connsiteY2" fmla="*/ 4029 h 21489"/>
                <a:gd name="connsiteX3" fmla="*/ 5382 w 8072"/>
                <a:gd name="connsiteY3" fmla="*/ 0 h 21489"/>
                <a:gd name="connsiteX4" fmla="*/ 2691 w 8072"/>
                <a:gd name="connsiteY4" fmla="*/ 1343 h 21489"/>
                <a:gd name="connsiteX5" fmla="*/ 2691 w 8072"/>
                <a:gd name="connsiteY5" fmla="*/ 5372 h 21489"/>
                <a:gd name="connsiteX6" fmla="*/ 0 w 8072"/>
                <a:gd name="connsiteY6" fmla="*/ 10745 h 21489"/>
                <a:gd name="connsiteX7" fmla="*/ 0 w 8072"/>
                <a:gd name="connsiteY7" fmla="*/ 16117 h 21489"/>
                <a:gd name="connsiteX8" fmla="*/ 2691 w 8072"/>
                <a:gd name="connsiteY8" fmla="*/ 17460 h 21489"/>
                <a:gd name="connsiteX9" fmla="*/ 2691 w 8072"/>
                <a:gd name="connsiteY9" fmla="*/ 21489 h 21489"/>
                <a:gd name="connsiteX10" fmla="*/ 5382 w 8072"/>
                <a:gd name="connsiteY10" fmla="*/ 20146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072" h="21489">
                  <a:moveTo>
                    <a:pt x="8072" y="18803"/>
                  </a:moveTo>
                  <a:lnTo>
                    <a:pt x="6727" y="10745"/>
                  </a:lnTo>
                  <a:lnTo>
                    <a:pt x="8072" y="4029"/>
                  </a:lnTo>
                  <a:lnTo>
                    <a:pt x="5382" y="0"/>
                  </a:lnTo>
                  <a:lnTo>
                    <a:pt x="2691" y="1343"/>
                  </a:lnTo>
                  <a:lnTo>
                    <a:pt x="2691" y="5372"/>
                  </a:lnTo>
                  <a:lnTo>
                    <a:pt x="0" y="10745"/>
                  </a:lnTo>
                  <a:lnTo>
                    <a:pt x="0" y="16117"/>
                  </a:lnTo>
                  <a:lnTo>
                    <a:pt x="2691" y="17460"/>
                  </a:lnTo>
                  <a:lnTo>
                    <a:pt x="2691" y="21489"/>
                  </a:lnTo>
                  <a:lnTo>
                    <a:pt x="5382" y="2014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6" name="Freeform 1065">
              <a:extLst>
                <a:ext uri="{FF2B5EF4-FFF2-40B4-BE49-F238E27FC236}">
                  <a16:creationId xmlns:a16="http://schemas.microsoft.com/office/drawing/2014/main" id="{61872DDE-8316-81CA-21E5-2C1CAAABD12D}"/>
                </a:ext>
              </a:extLst>
            </p:cNvPr>
            <p:cNvSpPr/>
            <p:nvPr/>
          </p:nvSpPr>
          <p:spPr>
            <a:xfrm>
              <a:off x="5801266" y="2345816"/>
              <a:ext cx="4036" cy="9401"/>
            </a:xfrm>
            <a:custGeom>
              <a:avLst/>
              <a:gdLst>
                <a:gd name="connsiteX0" fmla="*/ 1345 w 4036"/>
                <a:gd name="connsiteY0" fmla="*/ 9401 h 9401"/>
                <a:gd name="connsiteX1" fmla="*/ 0 w 4036"/>
                <a:gd name="connsiteY1" fmla="*/ 5372 h 9401"/>
                <a:gd name="connsiteX2" fmla="*/ 1345 w 4036"/>
                <a:gd name="connsiteY2" fmla="*/ 0 h 9401"/>
                <a:gd name="connsiteX3" fmla="*/ 2691 w 4036"/>
                <a:gd name="connsiteY3" fmla="*/ 5372 h 9401"/>
                <a:gd name="connsiteX4" fmla="*/ 4036 w 4036"/>
                <a:gd name="connsiteY4" fmla="*/ 8058 h 9401"/>
                <a:gd name="connsiteX5" fmla="*/ 2691 w 4036"/>
                <a:gd name="connsiteY5" fmla="*/ 9401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6" h="9401">
                  <a:moveTo>
                    <a:pt x="1345" y="9401"/>
                  </a:moveTo>
                  <a:lnTo>
                    <a:pt x="0" y="5372"/>
                  </a:lnTo>
                  <a:lnTo>
                    <a:pt x="1345" y="0"/>
                  </a:lnTo>
                  <a:lnTo>
                    <a:pt x="2691" y="5372"/>
                  </a:lnTo>
                  <a:lnTo>
                    <a:pt x="4036" y="8058"/>
                  </a:lnTo>
                  <a:lnTo>
                    <a:pt x="2691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7" name="Freeform 1066">
              <a:extLst>
                <a:ext uri="{FF2B5EF4-FFF2-40B4-BE49-F238E27FC236}">
                  <a16:creationId xmlns:a16="http://schemas.microsoft.com/office/drawing/2014/main" id="{2D11C4EC-26AF-F581-91AD-94FE7C7BE73B}"/>
                </a:ext>
              </a:extLst>
            </p:cNvPr>
            <p:cNvSpPr/>
            <p:nvPr/>
          </p:nvSpPr>
          <p:spPr>
            <a:xfrm>
              <a:off x="5807993" y="2359247"/>
              <a:ext cx="2690" cy="6715"/>
            </a:xfrm>
            <a:custGeom>
              <a:avLst/>
              <a:gdLst>
                <a:gd name="connsiteX0" fmla="*/ 1345 w 2690"/>
                <a:gd name="connsiteY0" fmla="*/ 6715 h 6715"/>
                <a:gd name="connsiteX1" fmla="*/ 0 w 2690"/>
                <a:gd name="connsiteY1" fmla="*/ 4029 h 6715"/>
                <a:gd name="connsiteX2" fmla="*/ 1345 w 2690"/>
                <a:gd name="connsiteY2" fmla="*/ 0 h 6715"/>
                <a:gd name="connsiteX3" fmla="*/ 2691 w 2690"/>
                <a:gd name="connsiteY3" fmla="*/ 1343 h 6715"/>
                <a:gd name="connsiteX4" fmla="*/ 2691 w 2690"/>
                <a:gd name="connsiteY4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6715">
                  <a:moveTo>
                    <a:pt x="1345" y="6715"/>
                  </a:moveTo>
                  <a:lnTo>
                    <a:pt x="0" y="4029"/>
                  </a:lnTo>
                  <a:lnTo>
                    <a:pt x="1345" y="0"/>
                  </a:lnTo>
                  <a:lnTo>
                    <a:pt x="2691" y="1343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8" name="Freeform 1067">
              <a:extLst>
                <a:ext uri="{FF2B5EF4-FFF2-40B4-BE49-F238E27FC236}">
                  <a16:creationId xmlns:a16="http://schemas.microsoft.com/office/drawing/2014/main" id="{E1F67263-4349-94A6-DAB6-7E7BE034902C}"/>
                </a:ext>
              </a:extLst>
            </p:cNvPr>
            <p:cNvSpPr/>
            <p:nvPr/>
          </p:nvSpPr>
          <p:spPr>
            <a:xfrm>
              <a:off x="5791848" y="2372677"/>
              <a:ext cx="24216" cy="20146"/>
            </a:xfrm>
            <a:custGeom>
              <a:avLst/>
              <a:gdLst>
                <a:gd name="connsiteX0" fmla="*/ 0 w 24216"/>
                <a:gd name="connsiteY0" fmla="*/ 4029 h 20146"/>
                <a:gd name="connsiteX1" fmla="*/ 0 w 24216"/>
                <a:gd name="connsiteY1" fmla="*/ 5372 h 20146"/>
                <a:gd name="connsiteX2" fmla="*/ 1345 w 24216"/>
                <a:gd name="connsiteY2" fmla="*/ 10745 h 20146"/>
                <a:gd name="connsiteX3" fmla="*/ 1345 w 24216"/>
                <a:gd name="connsiteY3" fmla="*/ 17460 h 20146"/>
                <a:gd name="connsiteX4" fmla="*/ 4036 w 24216"/>
                <a:gd name="connsiteY4" fmla="*/ 18803 h 20146"/>
                <a:gd name="connsiteX5" fmla="*/ 6727 w 24216"/>
                <a:gd name="connsiteY5" fmla="*/ 17460 h 20146"/>
                <a:gd name="connsiteX6" fmla="*/ 12108 w 24216"/>
                <a:gd name="connsiteY6" fmla="*/ 18803 h 20146"/>
                <a:gd name="connsiteX7" fmla="*/ 14799 w 24216"/>
                <a:gd name="connsiteY7" fmla="*/ 20146 h 20146"/>
                <a:gd name="connsiteX8" fmla="*/ 18835 w 24216"/>
                <a:gd name="connsiteY8" fmla="*/ 18803 h 20146"/>
                <a:gd name="connsiteX9" fmla="*/ 22871 w 24216"/>
                <a:gd name="connsiteY9" fmla="*/ 20146 h 20146"/>
                <a:gd name="connsiteX10" fmla="*/ 24217 w 24216"/>
                <a:gd name="connsiteY10" fmla="*/ 17460 h 20146"/>
                <a:gd name="connsiteX11" fmla="*/ 22871 w 24216"/>
                <a:gd name="connsiteY11" fmla="*/ 14774 h 20146"/>
                <a:gd name="connsiteX12" fmla="*/ 24217 w 24216"/>
                <a:gd name="connsiteY12" fmla="*/ 9401 h 20146"/>
                <a:gd name="connsiteX13" fmla="*/ 18835 w 24216"/>
                <a:gd name="connsiteY13" fmla="*/ 8058 h 20146"/>
                <a:gd name="connsiteX14" fmla="*/ 16144 w 24216"/>
                <a:gd name="connsiteY14" fmla="*/ 5372 h 20146"/>
                <a:gd name="connsiteX15" fmla="*/ 12108 w 24216"/>
                <a:gd name="connsiteY15" fmla="*/ 4029 h 20146"/>
                <a:gd name="connsiteX16" fmla="*/ 10763 w 24216"/>
                <a:gd name="connsiteY16" fmla="*/ 5372 h 20146"/>
                <a:gd name="connsiteX17" fmla="*/ 10763 w 24216"/>
                <a:gd name="connsiteY17" fmla="*/ 2686 h 20146"/>
                <a:gd name="connsiteX18" fmla="*/ 9418 w 24216"/>
                <a:gd name="connsiteY18" fmla="*/ 0 h 20146"/>
                <a:gd name="connsiteX19" fmla="*/ 8072 w 24216"/>
                <a:gd name="connsiteY19" fmla="*/ 0 h 20146"/>
                <a:gd name="connsiteX20" fmla="*/ 6727 w 24216"/>
                <a:gd name="connsiteY20" fmla="*/ 4029 h 20146"/>
                <a:gd name="connsiteX21" fmla="*/ 4036 w 24216"/>
                <a:gd name="connsiteY21" fmla="*/ 4029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216" h="20146">
                  <a:moveTo>
                    <a:pt x="0" y="4029"/>
                  </a:moveTo>
                  <a:lnTo>
                    <a:pt x="0" y="5372"/>
                  </a:lnTo>
                  <a:lnTo>
                    <a:pt x="1345" y="10745"/>
                  </a:lnTo>
                  <a:lnTo>
                    <a:pt x="1345" y="17460"/>
                  </a:lnTo>
                  <a:lnTo>
                    <a:pt x="4036" y="18803"/>
                  </a:lnTo>
                  <a:lnTo>
                    <a:pt x="6727" y="17460"/>
                  </a:lnTo>
                  <a:lnTo>
                    <a:pt x="12108" y="18803"/>
                  </a:lnTo>
                  <a:lnTo>
                    <a:pt x="14799" y="20146"/>
                  </a:lnTo>
                  <a:lnTo>
                    <a:pt x="18835" y="18803"/>
                  </a:lnTo>
                  <a:lnTo>
                    <a:pt x="22871" y="20146"/>
                  </a:lnTo>
                  <a:lnTo>
                    <a:pt x="24217" y="17460"/>
                  </a:lnTo>
                  <a:lnTo>
                    <a:pt x="22871" y="14774"/>
                  </a:lnTo>
                  <a:lnTo>
                    <a:pt x="24217" y="9401"/>
                  </a:lnTo>
                  <a:lnTo>
                    <a:pt x="18835" y="8058"/>
                  </a:lnTo>
                  <a:lnTo>
                    <a:pt x="16144" y="5372"/>
                  </a:lnTo>
                  <a:lnTo>
                    <a:pt x="12108" y="4029"/>
                  </a:lnTo>
                  <a:lnTo>
                    <a:pt x="10763" y="5372"/>
                  </a:lnTo>
                  <a:lnTo>
                    <a:pt x="10763" y="2686"/>
                  </a:lnTo>
                  <a:lnTo>
                    <a:pt x="9418" y="0"/>
                  </a:lnTo>
                  <a:lnTo>
                    <a:pt x="8072" y="0"/>
                  </a:lnTo>
                  <a:lnTo>
                    <a:pt x="6727" y="4029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9" name="Freeform 1068">
              <a:extLst>
                <a:ext uri="{FF2B5EF4-FFF2-40B4-BE49-F238E27FC236}">
                  <a16:creationId xmlns:a16="http://schemas.microsoft.com/office/drawing/2014/main" id="{4B40D46A-AD3C-C391-4ADC-15C124AD27DC}"/>
                </a:ext>
              </a:extLst>
            </p:cNvPr>
            <p:cNvSpPr/>
            <p:nvPr/>
          </p:nvSpPr>
          <p:spPr>
            <a:xfrm>
              <a:off x="5655965" y="2563394"/>
              <a:ext cx="8072" cy="4029"/>
            </a:xfrm>
            <a:custGeom>
              <a:avLst/>
              <a:gdLst>
                <a:gd name="connsiteX0" fmla="*/ 0 w 8072"/>
                <a:gd name="connsiteY0" fmla="*/ 4029 h 4029"/>
                <a:gd name="connsiteX1" fmla="*/ 5382 w 8072"/>
                <a:gd name="connsiteY1" fmla="*/ 4029 h 4029"/>
                <a:gd name="connsiteX2" fmla="*/ 8072 w 8072"/>
                <a:gd name="connsiteY2" fmla="*/ 2686 h 4029"/>
                <a:gd name="connsiteX3" fmla="*/ 5382 w 8072"/>
                <a:gd name="connsiteY3" fmla="*/ 0 h 4029"/>
                <a:gd name="connsiteX4" fmla="*/ 1345 w 8072"/>
                <a:gd name="connsiteY4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4029">
                  <a:moveTo>
                    <a:pt x="0" y="4029"/>
                  </a:moveTo>
                  <a:lnTo>
                    <a:pt x="5382" y="4029"/>
                  </a:lnTo>
                  <a:lnTo>
                    <a:pt x="8072" y="2686"/>
                  </a:lnTo>
                  <a:lnTo>
                    <a:pt x="5382" y="0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0" name="Freeform 1069">
              <a:extLst>
                <a:ext uri="{FF2B5EF4-FFF2-40B4-BE49-F238E27FC236}">
                  <a16:creationId xmlns:a16="http://schemas.microsoft.com/office/drawing/2014/main" id="{B59687C2-0427-34CD-399D-02D27DFF5286}"/>
                </a:ext>
              </a:extLst>
            </p:cNvPr>
            <p:cNvSpPr/>
            <p:nvPr/>
          </p:nvSpPr>
          <p:spPr>
            <a:xfrm>
              <a:off x="5580624" y="2439831"/>
              <a:ext cx="6726" cy="4029"/>
            </a:xfrm>
            <a:custGeom>
              <a:avLst/>
              <a:gdLst>
                <a:gd name="connsiteX0" fmla="*/ 0 w 6726"/>
                <a:gd name="connsiteY0" fmla="*/ 1343 h 4029"/>
                <a:gd name="connsiteX1" fmla="*/ 2691 w 6726"/>
                <a:gd name="connsiteY1" fmla="*/ 4029 h 4029"/>
                <a:gd name="connsiteX2" fmla="*/ 5381 w 6726"/>
                <a:gd name="connsiteY2" fmla="*/ 4029 h 4029"/>
                <a:gd name="connsiteX3" fmla="*/ 6727 w 6726"/>
                <a:gd name="connsiteY3" fmla="*/ 2686 h 4029"/>
                <a:gd name="connsiteX4" fmla="*/ 2691 w 6726"/>
                <a:gd name="connsiteY4" fmla="*/ 0 h 4029"/>
                <a:gd name="connsiteX5" fmla="*/ 1345 w 6726"/>
                <a:gd name="connsiteY5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4029">
                  <a:moveTo>
                    <a:pt x="0" y="1343"/>
                  </a:moveTo>
                  <a:lnTo>
                    <a:pt x="2691" y="4029"/>
                  </a:lnTo>
                  <a:lnTo>
                    <a:pt x="5381" y="4029"/>
                  </a:lnTo>
                  <a:lnTo>
                    <a:pt x="6727" y="2686"/>
                  </a:lnTo>
                  <a:lnTo>
                    <a:pt x="2691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1" name="Freeform 1070">
              <a:extLst>
                <a:ext uri="{FF2B5EF4-FFF2-40B4-BE49-F238E27FC236}">
                  <a16:creationId xmlns:a16="http://schemas.microsoft.com/office/drawing/2014/main" id="{ACD9E670-6914-CE91-38BF-A7E272C7DDBA}"/>
                </a:ext>
              </a:extLst>
            </p:cNvPr>
            <p:cNvSpPr/>
            <p:nvPr/>
          </p:nvSpPr>
          <p:spPr>
            <a:xfrm>
              <a:off x="5551026" y="2441174"/>
              <a:ext cx="21525" cy="28204"/>
            </a:xfrm>
            <a:custGeom>
              <a:avLst/>
              <a:gdLst>
                <a:gd name="connsiteX0" fmla="*/ 12108 w 21525"/>
                <a:gd name="connsiteY0" fmla="*/ 28205 h 28204"/>
                <a:gd name="connsiteX1" fmla="*/ 12108 w 21525"/>
                <a:gd name="connsiteY1" fmla="*/ 25518 h 28204"/>
                <a:gd name="connsiteX2" fmla="*/ 9418 w 21525"/>
                <a:gd name="connsiteY2" fmla="*/ 21489 h 28204"/>
                <a:gd name="connsiteX3" fmla="*/ 4036 w 21525"/>
                <a:gd name="connsiteY3" fmla="*/ 18803 h 28204"/>
                <a:gd name="connsiteX4" fmla="*/ 5381 w 21525"/>
                <a:gd name="connsiteY4" fmla="*/ 16117 h 28204"/>
                <a:gd name="connsiteX5" fmla="*/ 4036 w 21525"/>
                <a:gd name="connsiteY5" fmla="*/ 12088 h 28204"/>
                <a:gd name="connsiteX6" fmla="*/ 0 w 21525"/>
                <a:gd name="connsiteY6" fmla="*/ 9401 h 28204"/>
                <a:gd name="connsiteX7" fmla="*/ 1345 w 21525"/>
                <a:gd name="connsiteY7" fmla="*/ 2686 h 28204"/>
                <a:gd name="connsiteX8" fmla="*/ 2691 w 21525"/>
                <a:gd name="connsiteY8" fmla="*/ 0 h 28204"/>
                <a:gd name="connsiteX9" fmla="*/ 4036 w 21525"/>
                <a:gd name="connsiteY9" fmla="*/ 5372 h 28204"/>
                <a:gd name="connsiteX10" fmla="*/ 8072 w 21525"/>
                <a:gd name="connsiteY10" fmla="*/ 8058 h 28204"/>
                <a:gd name="connsiteX11" fmla="*/ 9418 w 21525"/>
                <a:gd name="connsiteY11" fmla="*/ 10745 h 28204"/>
                <a:gd name="connsiteX12" fmla="*/ 12108 w 21525"/>
                <a:gd name="connsiteY12" fmla="*/ 13431 h 28204"/>
                <a:gd name="connsiteX13" fmla="*/ 12108 w 21525"/>
                <a:gd name="connsiteY13" fmla="*/ 20146 h 28204"/>
                <a:gd name="connsiteX14" fmla="*/ 17490 w 21525"/>
                <a:gd name="connsiteY14" fmla="*/ 22832 h 28204"/>
                <a:gd name="connsiteX15" fmla="*/ 21526 w 21525"/>
                <a:gd name="connsiteY15" fmla="*/ 24175 h 28204"/>
                <a:gd name="connsiteX16" fmla="*/ 20181 w 21525"/>
                <a:gd name="connsiteY16" fmla="*/ 28205 h 28204"/>
                <a:gd name="connsiteX17" fmla="*/ 16144 w 21525"/>
                <a:gd name="connsiteY17" fmla="*/ 28205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525" h="28204">
                  <a:moveTo>
                    <a:pt x="12108" y="28205"/>
                  </a:moveTo>
                  <a:lnTo>
                    <a:pt x="12108" y="25518"/>
                  </a:lnTo>
                  <a:lnTo>
                    <a:pt x="9418" y="21489"/>
                  </a:lnTo>
                  <a:lnTo>
                    <a:pt x="4036" y="18803"/>
                  </a:lnTo>
                  <a:lnTo>
                    <a:pt x="5381" y="16117"/>
                  </a:lnTo>
                  <a:lnTo>
                    <a:pt x="4036" y="12088"/>
                  </a:lnTo>
                  <a:lnTo>
                    <a:pt x="0" y="9401"/>
                  </a:lnTo>
                  <a:lnTo>
                    <a:pt x="1345" y="2686"/>
                  </a:lnTo>
                  <a:lnTo>
                    <a:pt x="2691" y="0"/>
                  </a:lnTo>
                  <a:lnTo>
                    <a:pt x="4036" y="5372"/>
                  </a:lnTo>
                  <a:lnTo>
                    <a:pt x="8072" y="8058"/>
                  </a:lnTo>
                  <a:lnTo>
                    <a:pt x="9418" y="10745"/>
                  </a:lnTo>
                  <a:lnTo>
                    <a:pt x="12108" y="13431"/>
                  </a:lnTo>
                  <a:lnTo>
                    <a:pt x="12108" y="20146"/>
                  </a:lnTo>
                  <a:lnTo>
                    <a:pt x="17490" y="22832"/>
                  </a:lnTo>
                  <a:lnTo>
                    <a:pt x="21526" y="24175"/>
                  </a:lnTo>
                  <a:lnTo>
                    <a:pt x="20181" y="28205"/>
                  </a:lnTo>
                  <a:lnTo>
                    <a:pt x="16144" y="2820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2" name="Freeform 1071">
              <a:extLst>
                <a:ext uri="{FF2B5EF4-FFF2-40B4-BE49-F238E27FC236}">
                  <a16:creationId xmlns:a16="http://schemas.microsoft.com/office/drawing/2014/main" id="{8890FC44-B3F6-C1BD-0161-1ACC2D63DEF8}"/>
                </a:ext>
              </a:extLst>
            </p:cNvPr>
            <p:cNvSpPr/>
            <p:nvPr/>
          </p:nvSpPr>
          <p:spPr>
            <a:xfrm>
              <a:off x="5532191" y="2446547"/>
              <a:ext cx="6726" cy="21489"/>
            </a:xfrm>
            <a:custGeom>
              <a:avLst/>
              <a:gdLst>
                <a:gd name="connsiteX0" fmla="*/ 1345 w 6726"/>
                <a:gd name="connsiteY0" fmla="*/ 21489 h 21489"/>
                <a:gd name="connsiteX1" fmla="*/ 1345 w 6726"/>
                <a:gd name="connsiteY1" fmla="*/ 17460 h 21489"/>
                <a:gd name="connsiteX2" fmla="*/ 0 w 6726"/>
                <a:gd name="connsiteY2" fmla="*/ 13431 h 21489"/>
                <a:gd name="connsiteX3" fmla="*/ 1345 w 6726"/>
                <a:gd name="connsiteY3" fmla="*/ 10745 h 21489"/>
                <a:gd name="connsiteX4" fmla="*/ 1345 w 6726"/>
                <a:gd name="connsiteY4" fmla="*/ 4029 h 21489"/>
                <a:gd name="connsiteX5" fmla="*/ 2691 w 6726"/>
                <a:gd name="connsiteY5" fmla="*/ 0 h 21489"/>
                <a:gd name="connsiteX6" fmla="*/ 5382 w 6726"/>
                <a:gd name="connsiteY6" fmla="*/ 0 h 21489"/>
                <a:gd name="connsiteX7" fmla="*/ 6727 w 6726"/>
                <a:gd name="connsiteY7" fmla="*/ 4029 h 21489"/>
                <a:gd name="connsiteX8" fmla="*/ 5382 w 6726"/>
                <a:gd name="connsiteY8" fmla="*/ 5372 h 21489"/>
                <a:gd name="connsiteX9" fmla="*/ 5382 w 6726"/>
                <a:gd name="connsiteY9" fmla="*/ 8058 h 21489"/>
                <a:gd name="connsiteX10" fmla="*/ 6727 w 6726"/>
                <a:gd name="connsiteY10" fmla="*/ 12088 h 21489"/>
                <a:gd name="connsiteX11" fmla="*/ 4036 w 6726"/>
                <a:gd name="connsiteY11" fmla="*/ 20146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26" h="21489">
                  <a:moveTo>
                    <a:pt x="1345" y="21489"/>
                  </a:moveTo>
                  <a:lnTo>
                    <a:pt x="1345" y="17460"/>
                  </a:lnTo>
                  <a:lnTo>
                    <a:pt x="0" y="13431"/>
                  </a:lnTo>
                  <a:lnTo>
                    <a:pt x="1345" y="10745"/>
                  </a:lnTo>
                  <a:lnTo>
                    <a:pt x="1345" y="4029"/>
                  </a:lnTo>
                  <a:lnTo>
                    <a:pt x="2691" y="0"/>
                  </a:lnTo>
                  <a:lnTo>
                    <a:pt x="5382" y="0"/>
                  </a:lnTo>
                  <a:lnTo>
                    <a:pt x="6727" y="4029"/>
                  </a:lnTo>
                  <a:lnTo>
                    <a:pt x="5382" y="5372"/>
                  </a:lnTo>
                  <a:lnTo>
                    <a:pt x="5382" y="8058"/>
                  </a:lnTo>
                  <a:lnTo>
                    <a:pt x="6727" y="12088"/>
                  </a:lnTo>
                  <a:lnTo>
                    <a:pt x="4036" y="2014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3" name="Freeform 1072">
              <a:extLst>
                <a:ext uri="{FF2B5EF4-FFF2-40B4-BE49-F238E27FC236}">
                  <a16:creationId xmlns:a16="http://schemas.microsoft.com/office/drawing/2014/main" id="{8E3DCC59-7872-FE76-1F78-5A99F014E4C5}"/>
                </a:ext>
              </a:extLst>
            </p:cNvPr>
            <p:cNvSpPr/>
            <p:nvPr/>
          </p:nvSpPr>
          <p:spPr>
            <a:xfrm>
              <a:off x="5530845" y="2344473"/>
              <a:ext cx="9417" cy="6715"/>
            </a:xfrm>
            <a:custGeom>
              <a:avLst/>
              <a:gdLst>
                <a:gd name="connsiteX0" fmla="*/ 0 w 9417"/>
                <a:gd name="connsiteY0" fmla="*/ 1343 h 6715"/>
                <a:gd name="connsiteX1" fmla="*/ 0 w 9417"/>
                <a:gd name="connsiteY1" fmla="*/ 5372 h 6715"/>
                <a:gd name="connsiteX2" fmla="*/ 1345 w 9417"/>
                <a:gd name="connsiteY2" fmla="*/ 6715 h 6715"/>
                <a:gd name="connsiteX3" fmla="*/ 6727 w 9417"/>
                <a:gd name="connsiteY3" fmla="*/ 6715 h 6715"/>
                <a:gd name="connsiteX4" fmla="*/ 9418 w 9417"/>
                <a:gd name="connsiteY4" fmla="*/ 4029 h 6715"/>
                <a:gd name="connsiteX5" fmla="*/ 8072 w 9417"/>
                <a:gd name="connsiteY5" fmla="*/ 1343 h 6715"/>
                <a:gd name="connsiteX6" fmla="*/ 4036 w 9417"/>
                <a:gd name="connsiteY6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6715">
                  <a:moveTo>
                    <a:pt x="0" y="1343"/>
                  </a:moveTo>
                  <a:lnTo>
                    <a:pt x="0" y="5372"/>
                  </a:lnTo>
                  <a:lnTo>
                    <a:pt x="1345" y="6715"/>
                  </a:lnTo>
                  <a:lnTo>
                    <a:pt x="6727" y="6715"/>
                  </a:lnTo>
                  <a:lnTo>
                    <a:pt x="9418" y="4029"/>
                  </a:lnTo>
                  <a:lnTo>
                    <a:pt x="8072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4" name="Freeform 1073">
              <a:extLst>
                <a:ext uri="{FF2B5EF4-FFF2-40B4-BE49-F238E27FC236}">
                  <a16:creationId xmlns:a16="http://schemas.microsoft.com/office/drawing/2014/main" id="{83CB2F1C-F68E-2234-A5CA-198DEFD49D2A}"/>
                </a:ext>
              </a:extLst>
            </p:cNvPr>
            <p:cNvSpPr/>
            <p:nvPr/>
          </p:nvSpPr>
          <p:spPr>
            <a:xfrm>
              <a:off x="5532191" y="2325670"/>
              <a:ext cx="12108" cy="17459"/>
            </a:xfrm>
            <a:custGeom>
              <a:avLst/>
              <a:gdLst>
                <a:gd name="connsiteX0" fmla="*/ 0 w 12108"/>
                <a:gd name="connsiteY0" fmla="*/ 17460 h 17459"/>
                <a:gd name="connsiteX1" fmla="*/ 2691 w 12108"/>
                <a:gd name="connsiteY1" fmla="*/ 13431 h 17459"/>
                <a:gd name="connsiteX2" fmla="*/ 1345 w 12108"/>
                <a:gd name="connsiteY2" fmla="*/ 8058 h 17459"/>
                <a:gd name="connsiteX3" fmla="*/ 8072 w 12108"/>
                <a:gd name="connsiteY3" fmla="*/ 2686 h 17459"/>
                <a:gd name="connsiteX4" fmla="*/ 10763 w 12108"/>
                <a:gd name="connsiteY4" fmla="*/ 0 h 17459"/>
                <a:gd name="connsiteX5" fmla="*/ 12109 w 12108"/>
                <a:gd name="connsiteY5" fmla="*/ 1343 h 17459"/>
                <a:gd name="connsiteX6" fmla="*/ 12109 w 12108"/>
                <a:gd name="connsiteY6" fmla="*/ 6715 h 17459"/>
                <a:gd name="connsiteX7" fmla="*/ 10763 w 12108"/>
                <a:gd name="connsiteY7" fmla="*/ 12088 h 17459"/>
                <a:gd name="connsiteX8" fmla="*/ 10763 w 12108"/>
                <a:gd name="connsiteY8" fmla="*/ 16117 h 17459"/>
                <a:gd name="connsiteX9" fmla="*/ 6727 w 12108"/>
                <a:gd name="connsiteY9" fmla="*/ 17460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08" h="17459">
                  <a:moveTo>
                    <a:pt x="0" y="17460"/>
                  </a:moveTo>
                  <a:lnTo>
                    <a:pt x="2691" y="13431"/>
                  </a:lnTo>
                  <a:lnTo>
                    <a:pt x="1345" y="8058"/>
                  </a:lnTo>
                  <a:lnTo>
                    <a:pt x="8072" y="2686"/>
                  </a:lnTo>
                  <a:lnTo>
                    <a:pt x="10763" y="0"/>
                  </a:lnTo>
                  <a:lnTo>
                    <a:pt x="12109" y="1343"/>
                  </a:lnTo>
                  <a:lnTo>
                    <a:pt x="12109" y="6715"/>
                  </a:lnTo>
                  <a:lnTo>
                    <a:pt x="10763" y="12088"/>
                  </a:lnTo>
                  <a:lnTo>
                    <a:pt x="10763" y="16117"/>
                  </a:lnTo>
                  <a:lnTo>
                    <a:pt x="6727" y="1746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5" name="Freeform 1074">
              <a:extLst>
                <a:ext uri="{FF2B5EF4-FFF2-40B4-BE49-F238E27FC236}">
                  <a16:creationId xmlns:a16="http://schemas.microsoft.com/office/drawing/2014/main" id="{7F59F7FA-B683-0CC8-4FFA-BD52C056A34E}"/>
                </a:ext>
              </a:extLst>
            </p:cNvPr>
            <p:cNvSpPr/>
            <p:nvPr/>
          </p:nvSpPr>
          <p:spPr>
            <a:xfrm>
              <a:off x="5280605" y="2285377"/>
              <a:ext cx="4036" cy="6715"/>
            </a:xfrm>
            <a:custGeom>
              <a:avLst/>
              <a:gdLst>
                <a:gd name="connsiteX0" fmla="*/ 1345 w 4036"/>
                <a:gd name="connsiteY0" fmla="*/ 6715 h 6715"/>
                <a:gd name="connsiteX1" fmla="*/ 4036 w 4036"/>
                <a:gd name="connsiteY1" fmla="*/ 4029 h 6715"/>
                <a:gd name="connsiteX2" fmla="*/ 4036 w 4036"/>
                <a:gd name="connsiteY2" fmla="*/ 0 h 6715"/>
                <a:gd name="connsiteX3" fmla="*/ 0 w 4036"/>
                <a:gd name="connsiteY3" fmla="*/ 0 h 6715"/>
                <a:gd name="connsiteX4" fmla="*/ 0 w 4036"/>
                <a:gd name="connsiteY4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6715">
                  <a:moveTo>
                    <a:pt x="1345" y="6715"/>
                  </a:moveTo>
                  <a:lnTo>
                    <a:pt x="4036" y="4029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6" name="Freeform 1075">
              <a:extLst>
                <a:ext uri="{FF2B5EF4-FFF2-40B4-BE49-F238E27FC236}">
                  <a16:creationId xmlns:a16="http://schemas.microsoft.com/office/drawing/2014/main" id="{EB921042-7EDB-9731-37DD-21E5475C72EC}"/>
                </a:ext>
              </a:extLst>
            </p:cNvPr>
            <p:cNvSpPr/>
            <p:nvPr/>
          </p:nvSpPr>
          <p:spPr>
            <a:xfrm>
              <a:off x="5069381" y="2228968"/>
              <a:ext cx="6726" cy="2686"/>
            </a:xfrm>
            <a:custGeom>
              <a:avLst/>
              <a:gdLst>
                <a:gd name="connsiteX0" fmla="*/ 0 w 6726"/>
                <a:gd name="connsiteY0" fmla="*/ 2686 h 2686"/>
                <a:gd name="connsiteX1" fmla="*/ 2691 w 6726"/>
                <a:gd name="connsiteY1" fmla="*/ 0 h 2686"/>
                <a:gd name="connsiteX2" fmla="*/ 6727 w 6726"/>
                <a:gd name="connsiteY2" fmla="*/ 0 h 2686"/>
                <a:gd name="connsiteX3" fmla="*/ 4036 w 6726"/>
                <a:gd name="connsiteY3" fmla="*/ 2686 h 2686"/>
                <a:gd name="connsiteX4" fmla="*/ 0 w 6726"/>
                <a:gd name="connsiteY4" fmla="*/ 2686 h 2686"/>
                <a:gd name="connsiteX5" fmla="*/ 0 w 6726"/>
                <a:gd name="connsiteY5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2686">
                  <a:moveTo>
                    <a:pt x="0" y="2686"/>
                  </a:moveTo>
                  <a:lnTo>
                    <a:pt x="2691" y="0"/>
                  </a:lnTo>
                  <a:lnTo>
                    <a:pt x="6727" y="0"/>
                  </a:lnTo>
                  <a:lnTo>
                    <a:pt x="4036" y="2686"/>
                  </a:lnTo>
                  <a:lnTo>
                    <a:pt x="0" y="2686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7" name="Freeform 1076">
              <a:extLst>
                <a:ext uri="{FF2B5EF4-FFF2-40B4-BE49-F238E27FC236}">
                  <a16:creationId xmlns:a16="http://schemas.microsoft.com/office/drawing/2014/main" id="{EBA7F0B3-D333-0DAE-2DF7-92011805953E}"/>
                </a:ext>
              </a:extLst>
            </p:cNvPr>
            <p:cNvSpPr/>
            <p:nvPr/>
          </p:nvSpPr>
          <p:spPr>
            <a:xfrm>
              <a:off x="5053237" y="2237027"/>
              <a:ext cx="5381" cy="2686"/>
            </a:xfrm>
            <a:custGeom>
              <a:avLst/>
              <a:gdLst>
                <a:gd name="connsiteX0" fmla="*/ 0 w 5381"/>
                <a:gd name="connsiteY0" fmla="*/ 2686 h 2686"/>
                <a:gd name="connsiteX1" fmla="*/ 5381 w 5381"/>
                <a:gd name="connsiteY1" fmla="*/ 2686 h 2686"/>
                <a:gd name="connsiteX2" fmla="*/ 4036 w 5381"/>
                <a:gd name="connsiteY2" fmla="*/ 0 h 2686"/>
                <a:gd name="connsiteX3" fmla="*/ 1345 w 5381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2686">
                  <a:moveTo>
                    <a:pt x="0" y="2686"/>
                  </a:moveTo>
                  <a:lnTo>
                    <a:pt x="5381" y="2686"/>
                  </a:lnTo>
                  <a:lnTo>
                    <a:pt x="4036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8" name="Freeform 1077">
              <a:extLst>
                <a:ext uri="{FF2B5EF4-FFF2-40B4-BE49-F238E27FC236}">
                  <a16:creationId xmlns:a16="http://schemas.microsoft.com/office/drawing/2014/main" id="{6C1E264A-98F5-AE16-D215-A76EE03E817D}"/>
                </a:ext>
              </a:extLst>
            </p:cNvPr>
            <p:cNvSpPr/>
            <p:nvPr/>
          </p:nvSpPr>
          <p:spPr>
            <a:xfrm>
              <a:off x="5059964" y="2254487"/>
              <a:ext cx="2690" cy="4029"/>
            </a:xfrm>
            <a:custGeom>
              <a:avLst/>
              <a:gdLst>
                <a:gd name="connsiteX0" fmla="*/ 0 w 2690"/>
                <a:gd name="connsiteY0" fmla="*/ 4029 h 4029"/>
                <a:gd name="connsiteX1" fmla="*/ 0 w 2690"/>
                <a:gd name="connsiteY1" fmla="*/ 1343 h 4029"/>
                <a:gd name="connsiteX2" fmla="*/ 1345 w 2690"/>
                <a:gd name="connsiteY2" fmla="*/ 0 h 4029"/>
                <a:gd name="connsiteX3" fmla="*/ 2691 w 2690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0" y="4029"/>
                  </a:moveTo>
                  <a:lnTo>
                    <a:pt x="0" y="1343"/>
                  </a:lnTo>
                  <a:lnTo>
                    <a:pt x="1345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9" name="Freeform 1078">
              <a:extLst>
                <a:ext uri="{FF2B5EF4-FFF2-40B4-BE49-F238E27FC236}">
                  <a16:creationId xmlns:a16="http://schemas.microsoft.com/office/drawing/2014/main" id="{1CD98479-7A24-CC75-57B2-E0474A77E7DB}"/>
                </a:ext>
              </a:extLst>
            </p:cNvPr>
            <p:cNvSpPr/>
            <p:nvPr/>
          </p:nvSpPr>
          <p:spPr>
            <a:xfrm>
              <a:off x="5055927" y="2254487"/>
              <a:ext cx="4036" cy="6715"/>
            </a:xfrm>
            <a:custGeom>
              <a:avLst/>
              <a:gdLst>
                <a:gd name="connsiteX0" fmla="*/ 4036 w 4036"/>
                <a:gd name="connsiteY0" fmla="*/ 6715 h 6715"/>
                <a:gd name="connsiteX1" fmla="*/ 1345 w 4036"/>
                <a:gd name="connsiteY1" fmla="*/ 0 h 6715"/>
                <a:gd name="connsiteX2" fmla="*/ 0 w 4036"/>
                <a:gd name="connsiteY2" fmla="*/ 1343 h 6715"/>
                <a:gd name="connsiteX3" fmla="*/ 1345 w 4036"/>
                <a:gd name="connsiteY3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6715">
                  <a:moveTo>
                    <a:pt x="4036" y="6715"/>
                  </a:moveTo>
                  <a:lnTo>
                    <a:pt x="1345" y="0"/>
                  </a:lnTo>
                  <a:lnTo>
                    <a:pt x="0" y="1343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0" name="Freeform 1079">
              <a:extLst>
                <a:ext uri="{FF2B5EF4-FFF2-40B4-BE49-F238E27FC236}">
                  <a16:creationId xmlns:a16="http://schemas.microsoft.com/office/drawing/2014/main" id="{1F8407B3-139C-95AF-0983-DA5D7E44BB06}"/>
                </a:ext>
              </a:extLst>
            </p:cNvPr>
            <p:cNvSpPr/>
            <p:nvPr/>
          </p:nvSpPr>
          <p:spPr>
            <a:xfrm>
              <a:off x="5068036" y="2270604"/>
              <a:ext cx="9417" cy="9401"/>
            </a:xfrm>
            <a:custGeom>
              <a:avLst/>
              <a:gdLst>
                <a:gd name="connsiteX0" fmla="*/ 0 w 9417"/>
                <a:gd name="connsiteY0" fmla="*/ 1343 h 9401"/>
                <a:gd name="connsiteX1" fmla="*/ 2691 w 9417"/>
                <a:gd name="connsiteY1" fmla="*/ 8058 h 9401"/>
                <a:gd name="connsiteX2" fmla="*/ 5382 w 9417"/>
                <a:gd name="connsiteY2" fmla="*/ 9401 h 9401"/>
                <a:gd name="connsiteX3" fmla="*/ 8072 w 9417"/>
                <a:gd name="connsiteY3" fmla="*/ 4029 h 9401"/>
                <a:gd name="connsiteX4" fmla="*/ 6727 w 9417"/>
                <a:gd name="connsiteY4" fmla="*/ 2686 h 9401"/>
                <a:gd name="connsiteX5" fmla="*/ 9418 w 9417"/>
                <a:gd name="connsiteY5" fmla="*/ 0 h 9401"/>
                <a:gd name="connsiteX6" fmla="*/ 6727 w 9417"/>
                <a:gd name="connsiteY6" fmla="*/ 0 h 9401"/>
                <a:gd name="connsiteX7" fmla="*/ 4036 w 9417"/>
                <a:gd name="connsiteY7" fmla="*/ 2686 h 9401"/>
                <a:gd name="connsiteX8" fmla="*/ 2691 w 9417"/>
                <a:gd name="connsiteY8" fmla="*/ 1343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17" h="9401">
                  <a:moveTo>
                    <a:pt x="0" y="1343"/>
                  </a:moveTo>
                  <a:lnTo>
                    <a:pt x="2691" y="8058"/>
                  </a:lnTo>
                  <a:lnTo>
                    <a:pt x="5382" y="9401"/>
                  </a:lnTo>
                  <a:lnTo>
                    <a:pt x="8072" y="4029"/>
                  </a:lnTo>
                  <a:lnTo>
                    <a:pt x="6727" y="2686"/>
                  </a:lnTo>
                  <a:lnTo>
                    <a:pt x="9418" y="0"/>
                  </a:lnTo>
                  <a:lnTo>
                    <a:pt x="6727" y="0"/>
                  </a:lnTo>
                  <a:lnTo>
                    <a:pt x="4036" y="2686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1" name="Freeform 1080">
              <a:extLst>
                <a:ext uri="{FF2B5EF4-FFF2-40B4-BE49-F238E27FC236}">
                  <a16:creationId xmlns:a16="http://schemas.microsoft.com/office/drawing/2014/main" id="{9511D96C-8909-1399-4E08-982B3F211DC3}"/>
                </a:ext>
              </a:extLst>
            </p:cNvPr>
            <p:cNvSpPr/>
            <p:nvPr/>
          </p:nvSpPr>
          <p:spPr>
            <a:xfrm>
              <a:off x="5059964" y="2282691"/>
              <a:ext cx="8072" cy="21489"/>
            </a:xfrm>
            <a:custGeom>
              <a:avLst/>
              <a:gdLst>
                <a:gd name="connsiteX0" fmla="*/ 1345 w 8072"/>
                <a:gd name="connsiteY0" fmla="*/ 21489 h 21489"/>
                <a:gd name="connsiteX1" fmla="*/ 0 w 8072"/>
                <a:gd name="connsiteY1" fmla="*/ 13431 h 21489"/>
                <a:gd name="connsiteX2" fmla="*/ 2691 w 8072"/>
                <a:gd name="connsiteY2" fmla="*/ 10745 h 21489"/>
                <a:gd name="connsiteX3" fmla="*/ 2691 w 8072"/>
                <a:gd name="connsiteY3" fmla="*/ 6715 h 21489"/>
                <a:gd name="connsiteX4" fmla="*/ 6727 w 8072"/>
                <a:gd name="connsiteY4" fmla="*/ 0 h 21489"/>
                <a:gd name="connsiteX5" fmla="*/ 8072 w 8072"/>
                <a:gd name="connsiteY5" fmla="*/ 2686 h 21489"/>
                <a:gd name="connsiteX6" fmla="*/ 6727 w 8072"/>
                <a:gd name="connsiteY6" fmla="*/ 6715 h 21489"/>
                <a:gd name="connsiteX7" fmla="*/ 8072 w 8072"/>
                <a:gd name="connsiteY7" fmla="*/ 9402 h 21489"/>
                <a:gd name="connsiteX8" fmla="*/ 6727 w 8072"/>
                <a:gd name="connsiteY8" fmla="*/ 12088 h 21489"/>
                <a:gd name="connsiteX9" fmla="*/ 8072 w 8072"/>
                <a:gd name="connsiteY9" fmla="*/ 14774 h 21489"/>
                <a:gd name="connsiteX10" fmla="*/ 5381 w 8072"/>
                <a:gd name="connsiteY10" fmla="*/ 16117 h 21489"/>
                <a:gd name="connsiteX11" fmla="*/ 4036 w 8072"/>
                <a:gd name="connsiteY11" fmla="*/ 20146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72" h="21489">
                  <a:moveTo>
                    <a:pt x="1345" y="21489"/>
                  </a:moveTo>
                  <a:lnTo>
                    <a:pt x="0" y="13431"/>
                  </a:lnTo>
                  <a:lnTo>
                    <a:pt x="2691" y="10745"/>
                  </a:lnTo>
                  <a:lnTo>
                    <a:pt x="2691" y="6715"/>
                  </a:lnTo>
                  <a:lnTo>
                    <a:pt x="6727" y="0"/>
                  </a:lnTo>
                  <a:lnTo>
                    <a:pt x="8072" y="2686"/>
                  </a:lnTo>
                  <a:lnTo>
                    <a:pt x="6727" y="6715"/>
                  </a:lnTo>
                  <a:lnTo>
                    <a:pt x="8072" y="9402"/>
                  </a:lnTo>
                  <a:lnTo>
                    <a:pt x="6727" y="12088"/>
                  </a:lnTo>
                  <a:lnTo>
                    <a:pt x="8072" y="14774"/>
                  </a:lnTo>
                  <a:lnTo>
                    <a:pt x="5381" y="16117"/>
                  </a:lnTo>
                  <a:lnTo>
                    <a:pt x="4036" y="2014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2" name="Freeform 1081">
              <a:extLst>
                <a:ext uri="{FF2B5EF4-FFF2-40B4-BE49-F238E27FC236}">
                  <a16:creationId xmlns:a16="http://schemas.microsoft.com/office/drawing/2014/main" id="{85A03416-C42C-AEE2-A767-5124D3B9BB94}"/>
                </a:ext>
              </a:extLst>
            </p:cNvPr>
            <p:cNvSpPr/>
            <p:nvPr/>
          </p:nvSpPr>
          <p:spPr>
            <a:xfrm>
              <a:off x="5255043" y="2181960"/>
              <a:ext cx="1345" cy="4029"/>
            </a:xfrm>
            <a:custGeom>
              <a:avLst/>
              <a:gdLst>
                <a:gd name="connsiteX0" fmla="*/ 0 w 1345"/>
                <a:gd name="connsiteY0" fmla="*/ 4029 h 4029"/>
                <a:gd name="connsiteX1" fmla="*/ 0 w 1345"/>
                <a:gd name="connsiteY1" fmla="*/ 1343 h 4029"/>
                <a:gd name="connsiteX2" fmla="*/ 1345 w 1345"/>
                <a:gd name="connsiteY2" fmla="*/ 0 h 4029"/>
                <a:gd name="connsiteX3" fmla="*/ 1345 w 1345"/>
                <a:gd name="connsiteY3" fmla="*/ 1343 h 4029"/>
                <a:gd name="connsiteX4" fmla="*/ 1345 w 1345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5" h="4029">
                  <a:moveTo>
                    <a:pt x="0" y="4029"/>
                  </a:moveTo>
                  <a:lnTo>
                    <a:pt x="0" y="1343"/>
                  </a:lnTo>
                  <a:lnTo>
                    <a:pt x="1345" y="0"/>
                  </a:lnTo>
                  <a:lnTo>
                    <a:pt x="1345" y="1343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3" name="Freeform 1082">
              <a:extLst>
                <a:ext uri="{FF2B5EF4-FFF2-40B4-BE49-F238E27FC236}">
                  <a16:creationId xmlns:a16="http://schemas.microsoft.com/office/drawing/2014/main" id="{03133828-A9A2-01B8-791B-C8A675191202}"/>
                </a:ext>
              </a:extLst>
            </p:cNvPr>
            <p:cNvSpPr/>
            <p:nvPr/>
          </p:nvSpPr>
          <p:spPr>
            <a:xfrm>
              <a:off x="5315585" y="2130924"/>
              <a:ext cx="8072" cy="16116"/>
            </a:xfrm>
            <a:custGeom>
              <a:avLst/>
              <a:gdLst>
                <a:gd name="connsiteX0" fmla="*/ 2691 w 8072"/>
                <a:gd name="connsiteY0" fmla="*/ 16117 h 16116"/>
                <a:gd name="connsiteX1" fmla="*/ 2691 w 8072"/>
                <a:gd name="connsiteY1" fmla="*/ 9401 h 16116"/>
                <a:gd name="connsiteX2" fmla="*/ 0 w 8072"/>
                <a:gd name="connsiteY2" fmla="*/ 6715 h 16116"/>
                <a:gd name="connsiteX3" fmla="*/ 1345 w 8072"/>
                <a:gd name="connsiteY3" fmla="*/ 1343 h 16116"/>
                <a:gd name="connsiteX4" fmla="*/ 4036 w 8072"/>
                <a:gd name="connsiteY4" fmla="*/ 0 h 16116"/>
                <a:gd name="connsiteX5" fmla="*/ 6727 w 8072"/>
                <a:gd name="connsiteY5" fmla="*/ 1343 h 16116"/>
                <a:gd name="connsiteX6" fmla="*/ 5381 w 8072"/>
                <a:gd name="connsiteY6" fmla="*/ 4029 h 16116"/>
                <a:gd name="connsiteX7" fmla="*/ 8072 w 8072"/>
                <a:gd name="connsiteY7" fmla="*/ 6715 h 16116"/>
                <a:gd name="connsiteX8" fmla="*/ 5381 w 8072"/>
                <a:gd name="connsiteY8" fmla="*/ 10745 h 16116"/>
                <a:gd name="connsiteX9" fmla="*/ 5381 w 8072"/>
                <a:gd name="connsiteY9" fmla="*/ 14774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2" h="16116">
                  <a:moveTo>
                    <a:pt x="2691" y="16117"/>
                  </a:moveTo>
                  <a:lnTo>
                    <a:pt x="2691" y="9401"/>
                  </a:lnTo>
                  <a:lnTo>
                    <a:pt x="0" y="6715"/>
                  </a:lnTo>
                  <a:lnTo>
                    <a:pt x="1345" y="1343"/>
                  </a:lnTo>
                  <a:lnTo>
                    <a:pt x="4036" y="0"/>
                  </a:lnTo>
                  <a:lnTo>
                    <a:pt x="6727" y="1343"/>
                  </a:lnTo>
                  <a:lnTo>
                    <a:pt x="5381" y="4029"/>
                  </a:lnTo>
                  <a:lnTo>
                    <a:pt x="8072" y="6715"/>
                  </a:lnTo>
                  <a:lnTo>
                    <a:pt x="5381" y="10745"/>
                  </a:lnTo>
                  <a:lnTo>
                    <a:pt x="5381" y="14774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4" name="Freeform 1083">
              <a:extLst>
                <a:ext uri="{FF2B5EF4-FFF2-40B4-BE49-F238E27FC236}">
                  <a16:creationId xmlns:a16="http://schemas.microsoft.com/office/drawing/2014/main" id="{BADB41AB-BB55-3F01-F546-7AA21AA82868}"/>
                </a:ext>
              </a:extLst>
            </p:cNvPr>
            <p:cNvSpPr/>
            <p:nvPr/>
          </p:nvSpPr>
          <p:spPr>
            <a:xfrm>
              <a:off x="4953679" y="1895885"/>
              <a:ext cx="341725" cy="333083"/>
            </a:xfrm>
            <a:custGeom>
              <a:avLst/>
              <a:gdLst>
                <a:gd name="connsiteX0" fmla="*/ 293292 w 341725"/>
                <a:gd name="connsiteY0" fmla="*/ 329054 h 333083"/>
                <a:gd name="connsiteX1" fmla="*/ 293292 w 341725"/>
                <a:gd name="connsiteY1" fmla="*/ 326368 h 333083"/>
                <a:gd name="connsiteX2" fmla="*/ 291947 w 341725"/>
                <a:gd name="connsiteY2" fmla="*/ 323682 h 333083"/>
                <a:gd name="connsiteX3" fmla="*/ 295983 w 341725"/>
                <a:gd name="connsiteY3" fmla="*/ 319652 h 333083"/>
                <a:gd name="connsiteX4" fmla="*/ 295983 w 341725"/>
                <a:gd name="connsiteY4" fmla="*/ 318309 h 333083"/>
                <a:gd name="connsiteX5" fmla="*/ 298674 w 341725"/>
                <a:gd name="connsiteY5" fmla="*/ 315623 h 333083"/>
                <a:gd name="connsiteX6" fmla="*/ 297328 w 341725"/>
                <a:gd name="connsiteY6" fmla="*/ 311594 h 333083"/>
                <a:gd name="connsiteX7" fmla="*/ 293292 w 341725"/>
                <a:gd name="connsiteY7" fmla="*/ 311594 h 333083"/>
                <a:gd name="connsiteX8" fmla="*/ 293292 w 341725"/>
                <a:gd name="connsiteY8" fmla="*/ 307565 h 333083"/>
                <a:gd name="connsiteX9" fmla="*/ 294638 w 341725"/>
                <a:gd name="connsiteY9" fmla="*/ 303535 h 333083"/>
                <a:gd name="connsiteX10" fmla="*/ 298674 w 341725"/>
                <a:gd name="connsiteY10" fmla="*/ 302192 h 333083"/>
                <a:gd name="connsiteX11" fmla="*/ 298674 w 341725"/>
                <a:gd name="connsiteY11" fmla="*/ 298163 h 333083"/>
                <a:gd name="connsiteX12" fmla="*/ 293292 w 341725"/>
                <a:gd name="connsiteY12" fmla="*/ 295477 h 333083"/>
                <a:gd name="connsiteX13" fmla="*/ 290601 w 341725"/>
                <a:gd name="connsiteY13" fmla="*/ 296820 h 333083"/>
                <a:gd name="connsiteX14" fmla="*/ 290601 w 341725"/>
                <a:gd name="connsiteY14" fmla="*/ 299506 h 333083"/>
                <a:gd name="connsiteX15" fmla="*/ 287911 w 341725"/>
                <a:gd name="connsiteY15" fmla="*/ 302192 h 333083"/>
                <a:gd name="connsiteX16" fmla="*/ 285220 w 341725"/>
                <a:gd name="connsiteY16" fmla="*/ 299506 h 333083"/>
                <a:gd name="connsiteX17" fmla="*/ 278493 w 341725"/>
                <a:gd name="connsiteY17" fmla="*/ 299506 h 333083"/>
                <a:gd name="connsiteX18" fmla="*/ 273112 w 341725"/>
                <a:gd name="connsiteY18" fmla="*/ 306221 h 333083"/>
                <a:gd name="connsiteX19" fmla="*/ 267730 w 341725"/>
                <a:gd name="connsiteY19" fmla="*/ 308908 h 333083"/>
                <a:gd name="connsiteX20" fmla="*/ 267730 w 341725"/>
                <a:gd name="connsiteY20" fmla="*/ 307565 h 333083"/>
                <a:gd name="connsiteX21" fmla="*/ 273112 w 341725"/>
                <a:gd name="connsiteY21" fmla="*/ 303535 h 333083"/>
                <a:gd name="connsiteX22" fmla="*/ 275802 w 341725"/>
                <a:gd name="connsiteY22" fmla="*/ 299506 h 333083"/>
                <a:gd name="connsiteX23" fmla="*/ 275802 w 341725"/>
                <a:gd name="connsiteY23" fmla="*/ 294134 h 333083"/>
                <a:gd name="connsiteX24" fmla="*/ 274457 w 341725"/>
                <a:gd name="connsiteY24" fmla="*/ 296820 h 333083"/>
                <a:gd name="connsiteX25" fmla="*/ 271766 w 341725"/>
                <a:gd name="connsiteY25" fmla="*/ 296820 h 333083"/>
                <a:gd name="connsiteX26" fmla="*/ 271766 w 341725"/>
                <a:gd name="connsiteY26" fmla="*/ 292791 h 333083"/>
                <a:gd name="connsiteX27" fmla="*/ 275802 w 341725"/>
                <a:gd name="connsiteY27" fmla="*/ 288762 h 333083"/>
                <a:gd name="connsiteX28" fmla="*/ 273112 w 341725"/>
                <a:gd name="connsiteY28" fmla="*/ 283389 h 333083"/>
                <a:gd name="connsiteX29" fmla="*/ 275802 w 341725"/>
                <a:gd name="connsiteY29" fmla="*/ 279360 h 333083"/>
                <a:gd name="connsiteX30" fmla="*/ 278493 w 341725"/>
                <a:gd name="connsiteY30" fmla="*/ 279360 h 333083"/>
                <a:gd name="connsiteX31" fmla="*/ 278493 w 341725"/>
                <a:gd name="connsiteY31" fmla="*/ 282046 h 333083"/>
                <a:gd name="connsiteX32" fmla="*/ 281184 w 341725"/>
                <a:gd name="connsiteY32" fmla="*/ 288762 h 333083"/>
                <a:gd name="connsiteX33" fmla="*/ 283875 w 341725"/>
                <a:gd name="connsiteY33" fmla="*/ 292791 h 333083"/>
                <a:gd name="connsiteX34" fmla="*/ 286565 w 341725"/>
                <a:gd name="connsiteY34" fmla="*/ 291448 h 333083"/>
                <a:gd name="connsiteX35" fmla="*/ 291947 w 341725"/>
                <a:gd name="connsiteY35" fmla="*/ 291448 h 333083"/>
                <a:gd name="connsiteX36" fmla="*/ 294638 w 341725"/>
                <a:gd name="connsiteY36" fmla="*/ 284732 h 333083"/>
                <a:gd name="connsiteX37" fmla="*/ 291947 w 341725"/>
                <a:gd name="connsiteY37" fmla="*/ 283389 h 333083"/>
                <a:gd name="connsiteX38" fmla="*/ 291947 w 341725"/>
                <a:gd name="connsiteY38" fmla="*/ 280703 h 333083"/>
                <a:gd name="connsiteX39" fmla="*/ 294638 w 341725"/>
                <a:gd name="connsiteY39" fmla="*/ 280703 h 333083"/>
                <a:gd name="connsiteX40" fmla="*/ 297328 w 341725"/>
                <a:gd name="connsiteY40" fmla="*/ 282046 h 333083"/>
                <a:gd name="connsiteX41" fmla="*/ 298674 w 341725"/>
                <a:gd name="connsiteY41" fmla="*/ 282046 h 333083"/>
                <a:gd name="connsiteX42" fmla="*/ 302710 w 341725"/>
                <a:gd name="connsiteY42" fmla="*/ 278017 h 333083"/>
                <a:gd name="connsiteX43" fmla="*/ 305400 w 341725"/>
                <a:gd name="connsiteY43" fmla="*/ 272645 h 333083"/>
                <a:gd name="connsiteX44" fmla="*/ 305400 w 341725"/>
                <a:gd name="connsiteY44" fmla="*/ 276674 h 333083"/>
                <a:gd name="connsiteX45" fmla="*/ 308091 w 341725"/>
                <a:gd name="connsiteY45" fmla="*/ 276674 h 333083"/>
                <a:gd name="connsiteX46" fmla="*/ 312127 w 341725"/>
                <a:gd name="connsiteY46" fmla="*/ 272645 h 333083"/>
                <a:gd name="connsiteX47" fmla="*/ 308091 w 341725"/>
                <a:gd name="connsiteY47" fmla="*/ 280703 h 333083"/>
                <a:gd name="connsiteX48" fmla="*/ 309437 w 341725"/>
                <a:gd name="connsiteY48" fmla="*/ 287418 h 333083"/>
                <a:gd name="connsiteX49" fmla="*/ 310782 w 341725"/>
                <a:gd name="connsiteY49" fmla="*/ 286075 h 333083"/>
                <a:gd name="connsiteX50" fmla="*/ 313473 w 341725"/>
                <a:gd name="connsiteY50" fmla="*/ 287418 h 333083"/>
                <a:gd name="connsiteX51" fmla="*/ 310782 w 341725"/>
                <a:gd name="connsiteY51" fmla="*/ 291448 h 333083"/>
                <a:gd name="connsiteX52" fmla="*/ 313473 w 341725"/>
                <a:gd name="connsiteY52" fmla="*/ 291448 h 333083"/>
                <a:gd name="connsiteX53" fmla="*/ 316164 w 341725"/>
                <a:gd name="connsiteY53" fmla="*/ 286075 h 333083"/>
                <a:gd name="connsiteX54" fmla="*/ 318854 w 341725"/>
                <a:gd name="connsiteY54" fmla="*/ 284732 h 333083"/>
                <a:gd name="connsiteX55" fmla="*/ 322890 w 341725"/>
                <a:gd name="connsiteY55" fmla="*/ 276674 h 333083"/>
                <a:gd name="connsiteX56" fmla="*/ 325581 w 341725"/>
                <a:gd name="connsiteY56" fmla="*/ 275331 h 333083"/>
                <a:gd name="connsiteX57" fmla="*/ 325581 w 341725"/>
                <a:gd name="connsiteY57" fmla="*/ 280703 h 333083"/>
                <a:gd name="connsiteX58" fmla="*/ 321545 w 341725"/>
                <a:gd name="connsiteY58" fmla="*/ 286075 h 333083"/>
                <a:gd name="connsiteX59" fmla="*/ 321545 w 341725"/>
                <a:gd name="connsiteY59" fmla="*/ 294134 h 333083"/>
                <a:gd name="connsiteX60" fmla="*/ 325581 w 341725"/>
                <a:gd name="connsiteY60" fmla="*/ 294134 h 333083"/>
                <a:gd name="connsiteX61" fmla="*/ 328272 w 341725"/>
                <a:gd name="connsiteY61" fmla="*/ 296820 h 333083"/>
                <a:gd name="connsiteX62" fmla="*/ 330963 w 341725"/>
                <a:gd name="connsiteY62" fmla="*/ 292791 h 333083"/>
                <a:gd name="connsiteX63" fmla="*/ 336344 w 341725"/>
                <a:gd name="connsiteY63" fmla="*/ 287418 h 333083"/>
                <a:gd name="connsiteX64" fmla="*/ 339035 w 341725"/>
                <a:gd name="connsiteY64" fmla="*/ 280703 h 333083"/>
                <a:gd name="connsiteX65" fmla="*/ 341726 w 341725"/>
                <a:gd name="connsiteY65" fmla="*/ 275331 h 333083"/>
                <a:gd name="connsiteX66" fmla="*/ 340380 w 341725"/>
                <a:gd name="connsiteY66" fmla="*/ 268615 h 333083"/>
                <a:gd name="connsiteX67" fmla="*/ 341726 w 341725"/>
                <a:gd name="connsiteY67" fmla="*/ 267272 h 333083"/>
                <a:gd name="connsiteX68" fmla="*/ 341726 w 341725"/>
                <a:gd name="connsiteY68" fmla="*/ 264586 h 333083"/>
                <a:gd name="connsiteX69" fmla="*/ 337690 w 341725"/>
                <a:gd name="connsiteY69" fmla="*/ 264586 h 333083"/>
                <a:gd name="connsiteX70" fmla="*/ 334999 w 341725"/>
                <a:gd name="connsiteY70" fmla="*/ 263243 h 333083"/>
                <a:gd name="connsiteX71" fmla="*/ 332308 w 341725"/>
                <a:gd name="connsiteY71" fmla="*/ 265929 h 333083"/>
                <a:gd name="connsiteX72" fmla="*/ 332308 w 341725"/>
                <a:gd name="connsiteY72" fmla="*/ 260557 h 333083"/>
                <a:gd name="connsiteX73" fmla="*/ 334999 w 341725"/>
                <a:gd name="connsiteY73" fmla="*/ 257871 h 333083"/>
                <a:gd name="connsiteX74" fmla="*/ 332308 w 341725"/>
                <a:gd name="connsiteY74" fmla="*/ 255185 h 333083"/>
                <a:gd name="connsiteX75" fmla="*/ 328272 w 341725"/>
                <a:gd name="connsiteY75" fmla="*/ 256528 h 333083"/>
                <a:gd name="connsiteX76" fmla="*/ 326927 w 341725"/>
                <a:gd name="connsiteY76" fmla="*/ 253842 h 333083"/>
                <a:gd name="connsiteX77" fmla="*/ 322890 w 341725"/>
                <a:gd name="connsiteY77" fmla="*/ 249812 h 333083"/>
                <a:gd name="connsiteX78" fmla="*/ 322890 w 341725"/>
                <a:gd name="connsiteY78" fmla="*/ 247126 h 333083"/>
                <a:gd name="connsiteX79" fmla="*/ 318854 w 341725"/>
                <a:gd name="connsiteY79" fmla="*/ 239068 h 333083"/>
                <a:gd name="connsiteX80" fmla="*/ 318854 w 341725"/>
                <a:gd name="connsiteY80" fmla="*/ 232352 h 333083"/>
                <a:gd name="connsiteX81" fmla="*/ 320200 w 341725"/>
                <a:gd name="connsiteY81" fmla="*/ 226980 h 333083"/>
                <a:gd name="connsiteX82" fmla="*/ 318854 w 341725"/>
                <a:gd name="connsiteY82" fmla="*/ 218921 h 333083"/>
                <a:gd name="connsiteX83" fmla="*/ 314818 w 341725"/>
                <a:gd name="connsiteY83" fmla="*/ 225637 h 333083"/>
                <a:gd name="connsiteX84" fmla="*/ 316164 w 341725"/>
                <a:gd name="connsiteY84" fmla="*/ 229666 h 333083"/>
                <a:gd name="connsiteX85" fmla="*/ 312127 w 341725"/>
                <a:gd name="connsiteY85" fmla="*/ 224294 h 333083"/>
                <a:gd name="connsiteX86" fmla="*/ 306746 w 341725"/>
                <a:gd name="connsiteY86" fmla="*/ 221608 h 333083"/>
                <a:gd name="connsiteX87" fmla="*/ 305400 w 341725"/>
                <a:gd name="connsiteY87" fmla="*/ 210863 h 333083"/>
                <a:gd name="connsiteX88" fmla="*/ 301364 w 341725"/>
                <a:gd name="connsiteY88" fmla="*/ 209520 h 333083"/>
                <a:gd name="connsiteX89" fmla="*/ 301364 w 341725"/>
                <a:gd name="connsiteY89" fmla="*/ 201462 h 333083"/>
                <a:gd name="connsiteX90" fmla="*/ 297328 w 341725"/>
                <a:gd name="connsiteY90" fmla="*/ 196089 h 333083"/>
                <a:gd name="connsiteX91" fmla="*/ 297328 w 341725"/>
                <a:gd name="connsiteY91" fmla="*/ 190717 h 333083"/>
                <a:gd name="connsiteX92" fmla="*/ 294638 w 341725"/>
                <a:gd name="connsiteY92" fmla="*/ 188031 h 333083"/>
                <a:gd name="connsiteX93" fmla="*/ 294638 w 341725"/>
                <a:gd name="connsiteY93" fmla="*/ 184002 h 333083"/>
                <a:gd name="connsiteX94" fmla="*/ 300019 w 341725"/>
                <a:gd name="connsiteY94" fmla="*/ 184002 h 333083"/>
                <a:gd name="connsiteX95" fmla="*/ 301364 w 341725"/>
                <a:gd name="connsiteY95" fmla="*/ 178629 h 333083"/>
                <a:gd name="connsiteX96" fmla="*/ 305400 w 341725"/>
                <a:gd name="connsiteY96" fmla="*/ 178629 h 333083"/>
                <a:gd name="connsiteX97" fmla="*/ 306746 w 341725"/>
                <a:gd name="connsiteY97" fmla="*/ 179972 h 333083"/>
                <a:gd name="connsiteX98" fmla="*/ 309437 w 341725"/>
                <a:gd name="connsiteY98" fmla="*/ 177286 h 333083"/>
                <a:gd name="connsiteX99" fmla="*/ 309437 w 341725"/>
                <a:gd name="connsiteY99" fmla="*/ 173257 h 333083"/>
                <a:gd name="connsiteX100" fmla="*/ 314818 w 341725"/>
                <a:gd name="connsiteY100" fmla="*/ 162512 h 333083"/>
                <a:gd name="connsiteX101" fmla="*/ 314818 w 341725"/>
                <a:gd name="connsiteY101" fmla="*/ 155797 h 333083"/>
                <a:gd name="connsiteX102" fmla="*/ 316164 w 341725"/>
                <a:gd name="connsiteY102" fmla="*/ 153111 h 333083"/>
                <a:gd name="connsiteX103" fmla="*/ 312127 w 341725"/>
                <a:gd name="connsiteY103" fmla="*/ 145052 h 333083"/>
                <a:gd name="connsiteX104" fmla="*/ 313473 w 341725"/>
                <a:gd name="connsiteY104" fmla="*/ 139680 h 333083"/>
                <a:gd name="connsiteX105" fmla="*/ 317509 w 341725"/>
                <a:gd name="connsiteY105" fmla="*/ 138337 h 333083"/>
                <a:gd name="connsiteX106" fmla="*/ 317509 w 341725"/>
                <a:gd name="connsiteY106" fmla="*/ 131622 h 333083"/>
                <a:gd name="connsiteX107" fmla="*/ 322890 w 341725"/>
                <a:gd name="connsiteY107" fmla="*/ 123563 h 333083"/>
                <a:gd name="connsiteX108" fmla="*/ 322890 w 341725"/>
                <a:gd name="connsiteY108" fmla="*/ 119534 h 333083"/>
                <a:gd name="connsiteX109" fmla="*/ 325581 w 341725"/>
                <a:gd name="connsiteY109" fmla="*/ 116848 h 333083"/>
                <a:gd name="connsiteX110" fmla="*/ 325581 w 341725"/>
                <a:gd name="connsiteY110" fmla="*/ 106103 h 333083"/>
                <a:gd name="connsiteX111" fmla="*/ 329617 w 341725"/>
                <a:gd name="connsiteY111" fmla="*/ 104760 h 333083"/>
                <a:gd name="connsiteX112" fmla="*/ 329617 w 341725"/>
                <a:gd name="connsiteY112" fmla="*/ 100731 h 333083"/>
                <a:gd name="connsiteX113" fmla="*/ 334999 w 341725"/>
                <a:gd name="connsiteY113" fmla="*/ 94015 h 333083"/>
                <a:gd name="connsiteX114" fmla="*/ 334999 w 341725"/>
                <a:gd name="connsiteY114" fmla="*/ 88643 h 333083"/>
                <a:gd name="connsiteX115" fmla="*/ 334999 w 341725"/>
                <a:gd name="connsiteY115" fmla="*/ 84614 h 333083"/>
                <a:gd name="connsiteX116" fmla="*/ 337690 w 341725"/>
                <a:gd name="connsiteY116" fmla="*/ 83271 h 333083"/>
                <a:gd name="connsiteX117" fmla="*/ 339035 w 341725"/>
                <a:gd name="connsiteY117" fmla="*/ 79242 h 333083"/>
                <a:gd name="connsiteX118" fmla="*/ 336344 w 341725"/>
                <a:gd name="connsiteY118" fmla="*/ 73869 h 333083"/>
                <a:gd name="connsiteX119" fmla="*/ 336344 w 341725"/>
                <a:gd name="connsiteY119" fmla="*/ 69840 h 333083"/>
                <a:gd name="connsiteX120" fmla="*/ 336344 w 341725"/>
                <a:gd name="connsiteY120" fmla="*/ 65811 h 333083"/>
                <a:gd name="connsiteX121" fmla="*/ 332308 w 341725"/>
                <a:gd name="connsiteY121" fmla="*/ 63125 h 333083"/>
                <a:gd name="connsiteX122" fmla="*/ 329617 w 341725"/>
                <a:gd name="connsiteY122" fmla="*/ 56409 h 333083"/>
                <a:gd name="connsiteX123" fmla="*/ 332308 w 341725"/>
                <a:gd name="connsiteY123" fmla="*/ 53723 h 333083"/>
                <a:gd name="connsiteX124" fmla="*/ 328272 w 341725"/>
                <a:gd name="connsiteY124" fmla="*/ 45665 h 333083"/>
                <a:gd name="connsiteX125" fmla="*/ 322890 w 341725"/>
                <a:gd name="connsiteY125" fmla="*/ 44322 h 333083"/>
                <a:gd name="connsiteX126" fmla="*/ 321545 w 341725"/>
                <a:gd name="connsiteY126" fmla="*/ 41635 h 333083"/>
                <a:gd name="connsiteX127" fmla="*/ 318854 w 341725"/>
                <a:gd name="connsiteY127" fmla="*/ 41635 h 333083"/>
                <a:gd name="connsiteX128" fmla="*/ 318854 w 341725"/>
                <a:gd name="connsiteY128" fmla="*/ 48351 h 333083"/>
                <a:gd name="connsiteX129" fmla="*/ 316164 w 341725"/>
                <a:gd name="connsiteY129" fmla="*/ 48351 h 333083"/>
                <a:gd name="connsiteX130" fmla="*/ 310782 w 341725"/>
                <a:gd name="connsiteY130" fmla="*/ 38949 h 333083"/>
                <a:gd name="connsiteX131" fmla="*/ 306746 w 341725"/>
                <a:gd name="connsiteY131" fmla="*/ 38949 h 333083"/>
                <a:gd name="connsiteX132" fmla="*/ 304055 w 341725"/>
                <a:gd name="connsiteY132" fmla="*/ 33577 h 333083"/>
                <a:gd name="connsiteX133" fmla="*/ 300019 w 341725"/>
                <a:gd name="connsiteY133" fmla="*/ 36263 h 333083"/>
                <a:gd name="connsiteX134" fmla="*/ 301364 w 341725"/>
                <a:gd name="connsiteY134" fmla="*/ 42978 h 333083"/>
                <a:gd name="connsiteX135" fmla="*/ 298674 w 341725"/>
                <a:gd name="connsiteY135" fmla="*/ 44322 h 333083"/>
                <a:gd name="connsiteX136" fmla="*/ 295983 w 341725"/>
                <a:gd name="connsiteY136" fmla="*/ 42978 h 333083"/>
                <a:gd name="connsiteX137" fmla="*/ 293292 w 341725"/>
                <a:gd name="connsiteY137" fmla="*/ 49694 h 333083"/>
                <a:gd name="connsiteX138" fmla="*/ 293292 w 341725"/>
                <a:gd name="connsiteY138" fmla="*/ 52380 h 333083"/>
                <a:gd name="connsiteX139" fmla="*/ 289256 w 341725"/>
                <a:gd name="connsiteY139" fmla="*/ 53723 h 333083"/>
                <a:gd name="connsiteX140" fmla="*/ 285220 w 341725"/>
                <a:gd name="connsiteY140" fmla="*/ 67154 h 333083"/>
                <a:gd name="connsiteX141" fmla="*/ 285220 w 341725"/>
                <a:gd name="connsiteY141" fmla="*/ 72526 h 333083"/>
                <a:gd name="connsiteX142" fmla="*/ 282529 w 341725"/>
                <a:gd name="connsiteY142" fmla="*/ 76555 h 333083"/>
                <a:gd name="connsiteX143" fmla="*/ 282529 w 341725"/>
                <a:gd name="connsiteY143" fmla="*/ 81928 h 333083"/>
                <a:gd name="connsiteX144" fmla="*/ 281184 w 341725"/>
                <a:gd name="connsiteY144" fmla="*/ 83271 h 333083"/>
                <a:gd name="connsiteX145" fmla="*/ 281184 w 341725"/>
                <a:gd name="connsiteY145" fmla="*/ 88643 h 333083"/>
                <a:gd name="connsiteX146" fmla="*/ 277148 w 341725"/>
                <a:gd name="connsiteY146" fmla="*/ 89986 h 333083"/>
                <a:gd name="connsiteX147" fmla="*/ 275802 w 341725"/>
                <a:gd name="connsiteY147" fmla="*/ 100731 h 333083"/>
                <a:gd name="connsiteX148" fmla="*/ 271766 w 341725"/>
                <a:gd name="connsiteY148" fmla="*/ 103417 h 333083"/>
                <a:gd name="connsiteX149" fmla="*/ 270421 w 341725"/>
                <a:gd name="connsiteY149" fmla="*/ 102074 h 333083"/>
                <a:gd name="connsiteX150" fmla="*/ 266385 w 341725"/>
                <a:gd name="connsiteY150" fmla="*/ 111475 h 333083"/>
                <a:gd name="connsiteX151" fmla="*/ 267730 w 341725"/>
                <a:gd name="connsiteY151" fmla="*/ 114162 h 333083"/>
                <a:gd name="connsiteX152" fmla="*/ 266385 w 341725"/>
                <a:gd name="connsiteY152" fmla="*/ 119534 h 333083"/>
                <a:gd name="connsiteX153" fmla="*/ 266385 w 341725"/>
                <a:gd name="connsiteY153" fmla="*/ 123563 h 333083"/>
                <a:gd name="connsiteX154" fmla="*/ 262348 w 341725"/>
                <a:gd name="connsiteY154" fmla="*/ 128935 h 333083"/>
                <a:gd name="connsiteX155" fmla="*/ 265039 w 341725"/>
                <a:gd name="connsiteY155" fmla="*/ 132965 h 333083"/>
                <a:gd name="connsiteX156" fmla="*/ 263694 w 341725"/>
                <a:gd name="connsiteY156" fmla="*/ 136994 h 333083"/>
                <a:gd name="connsiteX157" fmla="*/ 258312 w 341725"/>
                <a:gd name="connsiteY157" fmla="*/ 136994 h 333083"/>
                <a:gd name="connsiteX158" fmla="*/ 261003 w 341725"/>
                <a:gd name="connsiteY158" fmla="*/ 139680 h 333083"/>
                <a:gd name="connsiteX159" fmla="*/ 265039 w 341725"/>
                <a:gd name="connsiteY159" fmla="*/ 141023 h 333083"/>
                <a:gd name="connsiteX160" fmla="*/ 265039 w 341725"/>
                <a:gd name="connsiteY160" fmla="*/ 145052 h 333083"/>
                <a:gd name="connsiteX161" fmla="*/ 262348 w 341725"/>
                <a:gd name="connsiteY161" fmla="*/ 143709 h 333083"/>
                <a:gd name="connsiteX162" fmla="*/ 258312 w 341725"/>
                <a:gd name="connsiteY162" fmla="*/ 145052 h 333083"/>
                <a:gd name="connsiteX163" fmla="*/ 254276 w 341725"/>
                <a:gd name="connsiteY163" fmla="*/ 147738 h 333083"/>
                <a:gd name="connsiteX164" fmla="*/ 251585 w 341725"/>
                <a:gd name="connsiteY164" fmla="*/ 146395 h 333083"/>
                <a:gd name="connsiteX165" fmla="*/ 248895 w 341725"/>
                <a:gd name="connsiteY165" fmla="*/ 149082 h 333083"/>
                <a:gd name="connsiteX166" fmla="*/ 250240 w 341725"/>
                <a:gd name="connsiteY166" fmla="*/ 154454 h 333083"/>
                <a:gd name="connsiteX167" fmla="*/ 247549 w 341725"/>
                <a:gd name="connsiteY167" fmla="*/ 155797 h 333083"/>
                <a:gd name="connsiteX168" fmla="*/ 243513 w 341725"/>
                <a:gd name="connsiteY168" fmla="*/ 154454 h 333083"/>
                <a:gd name="connsiteX169" fmla="*/ 243513 w 341725"/>
                <a:gd name="connsiteY169" fmla="*/ 149082 h 333083"/>
                <a:gd name="connsiteX170" fmla="*/ 244859 w 341725"/>
                <a:gd name="connsiteY170" fmla="*/ 145052 h 333083"/>
                <a:gd name="connsiteX171" fmla="*/ 242168 w 341725"/>
                <a:gd name="connsiteY171" fmla="*/ 141023 h 333083"/>
                <a:gd name="connsiteX172" fmla="*/ 242168 w 341725"/>
                <a:gd name="connsiteY172" fmla="*/ 134308 h 333083"/>
                <a:gd name="connsiteX173" fmla="*/ 244859 w 341725"/>
                <a:gd name="connsiteY173" fmla="*/ 126249 h 333083"/>
                <a:gd name="connsiteX174" fmla="*/ 246204 w 341725"/>
                <a:gd name="connsiteY174" fmla="*/ 119534 h 333083"/>
                <a:gd name="connsiteX175" fmla="*/ 250240 w 341725"/>
                <a:gd name="connsiteY175" fmla="*/ 116848 h 333083"/>
                <a:gd name="connsiteX176" fmla="*/ 250240 w 341725"/>
                <a:gd name="connsiteY176" fmla="*/ 112818 h 333083"/>
                <a:gd name="connsiteX177" fmla="*/ 251585 w 341725"/>
                <a:gd name="connsiteY177" fmla="*/ 108789 h 333083"/>
                <a:gd name="connsiteX178" fmla="*/ 254276 w 341725"/>
                <a:gd name="connsiteY178" fmla="*/ 98045 h 333083"/>
                <a:gd name="connsiteX179" fmla="*/ 261003 w 341725"/>
                <a:gd name="connsiteY179" fmla="*/ 94015 h 333083"/>
                <a:gd name="connsiteX180" fmla="*/ 261003 w 341725"/>
                <a:gd name="connsiteY180" fmla="*/ 88643 h 333083"/>
                <a:gd name="connsiteX181" fmla="*/ 258312 w 341725"/>
                <a:gd name="connsiteY181" fmla="*/ 88643 h 333083"/>
                <a:gd name="connsiteX182" fmla="*/ 255622 w 341725"/>
                <a:gd name="connsiteY182" fmla="*/ 88643 h 333083"/>
                <a:gd name="connsiteX183" fmla="*/ 255622 w 341725"/>
                <a:gd name="connsiteY183" fmla="*/ 84614 h 333083"/>
                <a:gd name="connsiteX184" fmla="*/ 259658 w 341725"/>
                <a:gd name="connsiteY184" fmla="*/ 80585 h 333083"/>
                <a:gd name="connsiteX185" fmla="*/ 259658 w 341725"/>
                <a:gd name="connsiteY185" fmla="*/ 69840 h 333083"/>
                <a:gd name="connsiteX186" fmla="*/ 256967 w 341725"/>
                <a:gd name="connsiteY186" fmla="*/ 68497 h 333083"/>
                <a:gd name="connsiteX187" fmla="*/ 254276 w 341725"/>
                <a:gd name="connsiteY187" fmla="*/ 61782 h 333083"/>
                <a:gd name="connsiteX188" fmla="*/ 256967 w 341725"/>
                <a:gd name="connsiteY188" fmla="*/ 60438 h 333083"/>
                <a:gd name="connsiteX189" fmla="*/ 256967 w 341725"/>
                <a:gd name="connsiteY189" fmla="*/ 53723 h 333083"/>
                <a:gd name="connsiteX190" fmla="*/ 254276 w 341725"/>
                <a:gd name="connsiteY190" fmla="*/ 53723 h 333083"/>
                <a:gd name="connsiteX191" fmla="*/ 248895 w 341725"/>
                <a:gd name="connsiteY191" fmla="*/ 47008 h 333083"/>
                <a:gd name="connsiteX192" fmla="*/ 242168 w 341725"/>
                <a:gd name="connsiteY192" fmla="*/ 49694 h 333083"/>
                <a:gd name="connsiteX193" fmla="*/ 239477 w 341725"/>
                <a:gd name="connsiteY193" fmla="*/ 55066 h 333083"/>
                <a:gd name="connsiteX194" fmla="*/ 244859 w 341725"/>
                <a:gd name="connsiteY194" fmla="*/ 59095 h 333083"/>
                <a:gd name="connsiteX195" fmla="*/ 244859 w 341725"/>
                <a:gd name="connsiteY195" fmla="*/ 63125 h 333083"/>
                <a:gd name="connsiteX196" fmla="*/ 247549 w 341725"/>
                <a:gd name="connsiteY196" fmla="*/ 67154 h 333083"/>
                <a:gd name="connsiteX197" fmla="*/ 247549 w 341725"/>
                <a:gd name="connsiteY197" fmla="*/ 71183 h 333083"/>
                <a:gd name="connsiteX198" fmla="*/ 243513 w 341725"/>
                <a:gd name="connsiteY198" fmla="*/ 71183 h 333083"/>
                <a:gd name="connsiteX199" fmla="*/ 242168 w 341725"/>
                <a:gd name="connsiteY199" fmla="*/ 65811 h 333083"/>
                <a:gd name="connsiteX200" fmla="*/ 238132 w 341725"/>
                <a:gd name="connsiteY200" fmla="*/ 65811 h 333083"/>
                <a:gd name="connsiteX201" fmla="*/ 236786 w 341725"/>
                <a:gd name="connsiteY201" fmla="*/ 71183 h 333083"/>
                <a:gd name="connsiteX202" fmla="*/ 239477 w 341725"/>
                <a:gd name="connsiteY202" fmla="*/ 72526 h 333083"/>
                <a:gd name="connsiteX203" fmla="*/ 240823 w 341725"/>
                <a:gd name="connsiteY203" fmla="*/ 77898 h 333083"/>
                <a:gd name="connsiteX204" fmla="*/ 242168 w 341725"/>
                <a:gd name="connsiteY204" fmla="*/ 83271 h 333083"/>
                <a:gd name="connsiteX205" fmla="*/ 239477 w 341725"/>
                <a:gd name="connsiteY205" fmla="*/ 85957 h 333083"/>
                <a:gd name="connsiteX206" fmla="*/ 238132 w 341725"/>
                <a:gd name="connsiteY206" fmla="*/ 83271 h 333083"/>
                <a:gd name="connsiteX207" fmla="*/ 236786 w 341725"/>
                <a:gd name="connsiteY207" fmla="*/ 80585 h 333083"/>
                <a:gd name="connsiteX208" fmla="*/ 235441 w 341725"/>
                <a:gd name="connsiteY208" fmla="*/ 87300 h 333083"/>
                <a:gd name="connsiteX209" fmla="*/ 231405 w 341725"/>
                <a:gd name="connsiteY209" fmla="*/ 83271 h 333083"/>
                <a:gd name="connsiteX210" fmla="*/ 231405 w 341725"/>
                <a:gd name="connsiteY210" fmla="*/ 79242 h 333083"/>
                <a:gd name="connsiteX211" fmla="*/ 227369 w 341725"/>
                <a:gd name="connsiteY211" fmla="*/ 80585 h 333083"/>
                <a:gd name="connsiteX212" fmla="*/ 224678 w 341725"/>
                <a:gd name="connsiteY212" fmla="*/ 84614 h 333083"/>
                <a:gd name="connsiteX213" fmla="*/ 223333 w 341725"/>
                <a:gd name="connsiteY213" fmla="*/ 84614 h 333083"/>
                <a:gd name="connsiteX214" fmla="*/ 223333 w 341725"/>
                <a:gd name="connsiteY214" fmla="*/ 79242 h 333083"/>
                <a:gd name="connsiteX215" fmla="*/ 226023 w 341725"/>
                <a:gd name="connsiteY215" fmla="*/ 75212 h 333083"/>
                <a:gd name="connsiteX216" fmla="*/ 224678 w 341725"/>
                <a:gd name="connsiteY216" fmla="*/ 73869 h 333083"/>
                <a:gd name="connsiteX217" fmla="*/ 217951 w 341725"/>
                <a:gd name="connsiteY217" fmla="*/ 76555 h 333083"/>
                <a:gd name="connsiteX218" fmla="*/ 212570 w 341725"/>
                <a:gd name="connsiteY218" fmla="*/ 83271 h 333083"/>
                <a:gd name="connsiteX219" fmla="*/ 208533 w 341725"/>
                <a:gd name="connsiteY219" fmla="*/ 76555 h 333083"/>
                <a:gd name="connsiteX220" fmla="*/ 204497 w 341725"/>
                <a:gd name="connsiteY220" fmla="*/ 76555 h 333083"/>
                <a:gd name="connsiteX221" fmla="*/ 201806 w 341725"/>
                <a:gd name="connsiteY221" fmla="*/ 80585 h 333083"/>
                <a:gd name="connsiteX222" fmla="*/ 196425 w 341725"/>
                <a:gd name="connsiteY222" fmla="*/ 80585 h 333083"/>
                <a:gd name="connsiteX223" fmla="*/ 195080 w 341725"/>
                <a:gd name="connsiteY223" fmla="*/ 77898 h 333083"/>
                <a:gd name="connsiteX224" fmla="*/ 189698 w 341725"/>
                <a:gd name="connsiteY224" fmla="*/ 77898 h 333083"/>
                <a:gd name="connsiteX225" fmla="*/ 187007 w 341725"/>
                <a:gd name="connsiteY225" fmla="*/ 76555 h 333083"/>
                <a:gd name="connsiteX226" fmla="*/ 191043 w 341725"/>
                <a:gd name="connsiteY226" fmla="*/ 72526 h 333083"/>
                <a:gd name="connsiteX227" fmla="*/ 197770 w 341725"/>
                <a:gd name="connsiteY227" fmla="*/ 71183 h 333083"/>
                <a:gd name="connsiteX228" fmla="*/ 200461 w 341725"/>
                <a:gd name="connsiteY228" fmla="*/ 72526 h 333083"/>
                <a:gd name="connsiteX229" fmla="*/ 207188 w 341725"/>
                <a:gd name="connsiteY229" fmla="*/ 71183 h 333083"/>
                <a:gd name="connsiteX230" fmla="*/ 207188 w 341725"/>
                <a:gd name="connsiteY230" fmla="*/ 68497 h 333083"/>
                <a:gd name="connsiteX231" fmla="*/ 209879 w 341725"/>
                <a:gd name="connsiteY231" fmla="*/ 67154 h 333083"/>
                <a:gd name="connsiteX232" fmla="*/ 213915 w 341725"/>
                <a:gd name="connsiteY232" fmla="*/ 68497 h 333083"/>
                <a:gd name="connsiteX233" fmla="*/ 219296 w 341725"/>
                <a:gd name="connsiteY233" fmla="*/ 63125 h 333083"/>
                <a:gd name="connsiteX234" fmla="*/ 219296 w 341725"/>
                <a:gd name="connsiteY234" fmla="*/ 59095 h 333083"/>
                <a:gd name="connsiteX235" fmla="*/ 220642 w 341725"/>
                <a:gd name="connsiteY235" fmla="*/ 56409 h 333083"/>
                <a:gd name="connsiteX236" fmla="*/ 216606 w 341725"/>
                <a:gd name="connsiteY236" fmla="*/ 53723 h 333083"/>
                <a:gd name="connsiteX237" fmla="*/ 212570 w 341725"/>
                <a:gd name="connsiteY237" fmla="*/ 44322 h 333083"/>
                <a:gd name="connsiteX238" fmla="*/ 207188 w 341725"/>
                <a:gd name="connsiteY238" fmla="*/ 42978 h 333083"/>
                <a:gd name="connsiteX239" fmla="*/ 205843 w 341725"/>
                <a:gd name="connsiteY239" fmla="*/ 38949 h 333083"/>
                <a:gd name="connsiteX240" fmla="*/ 197770 w 341725"/>
                <a:gd name="connsiteY240" fmla="*/ 32234 h 333083"/>
                <a:gd name="connsiteX241" fmla="*/ 196425 w 341725"/>
                <a:gd name="connsiteY241" fmla="*/ 29548 h 333083"/>
                <a:gd name="connsiteX242" fmla="*/ 192389 w 341725"/>
                <a:gd name="connsiteY242" fmla="*/ 29548 h 333083"/>
                <a:gd name="connsiteX243" fmla="*/ 187007 w 341725"/>
                <a:gd name="connsiteY243" fmla="*/ 33577 h 333083"/>
                <a:gd name="connsiteX244" fmla="*/ 182971 w 341725"/>
                <a:gd name="connsiteY244" fmla="*/ 33577 h 333083"/>
                <a:gd name="connsiteX245" fmla="*/ 174899 w 341725"/>
                <a:gd name="connsiteY245" fmla="*/ 41635 h 333083"/>
                <a:gd name="connsiteX246" fmla="*/ 177590 w 341725"/>
                <a:gd name="connsiteY246" fmla="*/ 44322 h 333083"/>
                <a:gd name="connsiteX247" fmla="*/ 177590 w 341725"/>
                <a:gd name="connsiteY247" fmla="*/ 47008 h 333083"/>
                <a:gd name="connsiteX248" fmla="*/ 173554 w 341725"/>
                <a:gd name="connsiteY248" fmla="*/ 48351 h 333083"/>
                <a:gd name="connsiteX249" fmla="*/ 170863 w 341725"/>
                <a:gd name="connsiteY249" fmla="*/ 49694 h 333083"/>
                <a:gd name="connsiteX250" fmla="*/ 170863 w 341725"/>
                <a:gd name="connsiteY250" fmla="*/ 48351 h 333083"/>
                <a:gd name="connsiteX251" fmla="*/ 166827 w 341725"/>
                <a:gd name="connsiteY251" fmla="*/ 48351 h 333083"/>
                <a:gd name="connsiteX252" fmla="*/ 162791 w 341725"/>
                <a:gd name="connsiteY252" fmla="*/ 45665 h 333083"/>
                <a:gd name="connsiteX253" fmla="*/ 157409 w 341725"/>
                <a:gd name="connsiteY253" fmla="*/ 47008 h 333083"/>
                <a:gd name="connsiteX254" fmla="*/ 154718 w 341725"/>
                <a:gd name="connsiteY254" fmla="*/ 48351 h 333083"/>
                <a:gd name="connsiteX255" fmla="*/ 149337 w 341725"/>
                <a:gd name="connsiteY255" fmla="*/ 48351 h 333083"/>
                <a:gd name="connsiteX256" fmla="*/ 147991 w 341725"/>
                <a:gd name="connsiteY256" fmla="*/ 47008 h 333083"/>
                <a:gd name="connsiteX257" fmla="*/ 149337 w 341725"/>
                <a:gd name="connsiteY257" fmla="*/ 44322 h 333083"/>
                <a:gd name="connsiteX258" fmla="*/ 157409 w 341725"/>
                <a:gd name="connsiteY258" fmla="*/ 42978 h 333083"/>
                <a:gd name="connsiteX259" fmla="*/ 158754 w 341725"/>
                <a:gd name="connsiteY259" fmla="*/ 38949 h 333083"/>
                <a:gd name="connsiteX260" fmla="*/ 164136 w 341725"/>
                <a:gd name="connsiteY260" fmla="*/ 36263 h 333083"/>
                <a:gd name="connsiteX261" fmla="*/ 166827 w 341725"/>
                <a:gd name="connsiteY261" fmla="*/ 37606 h 333083"/>
                <a:gd name="connsiteX262" fmla="*/ 170863 w 341725"/>
                <a:gd name="connsiteY262" fmla="*/ 32234 h 333083"/>
                <a:gd name="connsiteX263" fmla="*/ 170863 w 341725"/>
                <a:gd name="connsiteY263" fmla="*/ 26862 h 333083"/>
                <a:gd name="connsiteX264" fmla="*/ 172208 w 341725"/>
                <a:gd name="connsiteY264" fmla="*/ 24175 h 333083"/>
                <a:gd name="connsiteX265" fmla="*/ 177590 w 341725"/>
                <a:gd name="connsiteY265" fmla="*/ 24175 h 333083"/>
                <a:gd name="connsiteX266" fmla="*/ 180281 w 341725"/>
                <a:gd name="connsiteY266" fmla="*/ 16117 h 333083"/>
                <a:gd name="connsiteX267" fmla="*/ 180281 w 341725"/>
                <a:gd name="connsiteY267" fmla="*/ 8058 h 333083"/>
                <a:gd name="connsiteX268" fmla="*/ 181626 w 341725"/>
                <a:gd name="connsiteY268" fmla="*/ 4029 h 333083"/>
                <a:gd name="connsiteX269" fmla="*/ 180281 w 341725"/>
                <a:gd name="connsiteY269" fmla="*/ 0 h 333083"/>
                <a:gd name="connsiteX270" fmla="*/ 176244 w 341725"/>
                <a:gd name="connsiteY270" fmla="*/ 0 h 333083"/>
                <a:gd name="connsiteX271" fmla="*/ 168172 w 341725"/>
                <a:gd name="connsiteY271" fmla="*/ 2686 h 333083"/>
                <a:gd name="connsiteX272" fmla="*/ 158754 w 341725"/>
                <a:gd name="connsiteY272" fmla="*/ 4029 h 333083"/>
                <a:gd name="connsiteX273" fmla="*/ 147991 w 341725"/>
                <a:gd name="connsiteY273" fmla="*/ 8058 h 333083"/>
                <a:gd name="connsiteX274" fmla="*/ 129156 w 341725"/>
                <a:gd name="connsiteY274" fmla="*/ 10745 h 333083"/>
                <a:gd name="connsiteX275" fmla="*/ 106285 w 341725"/>
                <a:gd name="connsiteY275" fmla="*/ 20146 h 333083"/>
                <a:gd name="connsiteX276" fmla="*/ 99558 w 341725"/>
                <a:gd name="connsiteY276" fmla="*/ 25518 h 333083"/>
                <a:gd name="connsiteX277" fmla="*/ 86104 w 341725"/>
                <a:gd name="connsiteY277" fmla="*/ 28205 h 333083"/>
                <a:gd name="connsiteX278" fmla="*/ 67269 w 341725"/>
                <a:gd name="connsiteY278" fmla="*/ 37606 h 333083"/>
                <a:gd name="connsiteX279" fmla="*/ 60542 w 341725"/>
                <a:gd name="connsiteY279" fmla="*/ 42978 h 333083"/>
                <a:gd name="connsiteX280" fmla="*/ 59197 w 341725"/>
                <a:gd name="connsiteY280" fmla="*/ 47008 h 333083"/>
                <a:gd name="connsiteX281" fmla="*/ 64578 w 341725"/>
                <a:gd name="connsiteY281" fmla="*/ 47008 h 333083"/>
                <a:gd name="connsiteX282" fmla="*/ 67269 w 341725"/>
                <a:gd name="connsiteY282" fmla="*/ 49694 h 333083"/>
                <a:gd name="connsiteX283" fmla="*/ 61887 w 341725"/>
                <a:gd name="connsiteY283" fmla="*/ 53723 h 333083"/>
                <a:gd name="connsiteX284" fmla="*/ 56506 w 341725"/>
                <a:gd name="connsiteY284" fmla="*/ 53723 h 333083"/>
                <a:gd name="connsiteX285" fmla="*/ 48434 w 341725"/>
                <a:gd name="connsiteY285" fmla="*/ 60438 h 333083"/>
                <a:gd name="connsiteX286" fmla="*/ 41707 w 341725"/>
                <a:gd name="connsiteY286" fmla="*/ 61782 h 333083"/>
                <a:gd name="connsiteX287" fmla="*/ 37671 w 341725"/>
                <a:gd name="connsiteY287" fmla="*/ 64468 h 333083"/>
                <a:gd name="connsiteX288" fmla="*/ 36325 w 341725"/>
                <a:gd name="connsiteY288" fmla="*/ 68497 h 333083"/>
                <a:gd name="connsiteX289" fmla="*/ 29598 w 341725"/>
                <a:gd name="connsiteY289" fmla="*/ 73869 h 333083"/>
                <a:gd name="connsiteX290" fmla="*/ 26908 w 341725"/>
                <a:gd name="connsiteY290" fmla="*/ 77898 h 333083"/>
                <a:gd name="connsiteX291" fmla="*/ 26908 w 341725"/>
                <a:gd name="connsiteY291" fmla="*/ 84614 h 333083"/>
                <a:gd name="connsiteX292" fmla="*/ 29598 w 341725"/>
                <a:gd name="connsiteY292" fmla="*/ 83271 h 333083"/>
                <a:gd name="connsiteX293" fmla="*/ 33634 w 341725"/>
                <a:gd name="connsiteY293" fmla="*/ 85957 h 333083"/>
                <a:gd name="connsiteX294" fmla="*/ 30944 w 341725"/>
                <a:gd name="connsiteY294" fmla="*/ 88643 h 333083"/>
                <a:gd name="connsiteX295" fmla="*/ 33634 w 341725"/>
                <a:gd name="connsiteY295" fmla="*/ 89986 h 333083"/>
                <a:gd name="connsiteX296" fmla="*/ 36325 w 341725"/>
                <a:gd name="connsiteY296" fmla="*/ 89986 h 333083"/>
                <a:gd name="connsiteX297" fmla="*/ 40361 w 341725"/>
                <a:gd name="connsiteY297" fmla="*/ 87300 h 333083"/>
                <a:gd name="connsiteX298" fmla="*/ 45743 w 341725"/>
                <a:gd name="connsiteY298" fmla="*/ 87300 h 333083"/>
                <a:gd name="connsiteX299" fmla="*/ 49779 w 341725"/>
                <a:gd name="connsiteY299" fmla="*/ 89986 h 333083"/>
                <a:gd name="connsiteX300" fmla="*/ 47088 w 341725"/>
                <a:gd name="connsiteY300" fmla="*/ 94015 h 333083"/>
                <a:gd name="connsiteX301" fmla="*/ 41707 w 341725"/>
                <a:gd name="connsiteY301" fmla="*/ 96702 h 333083"/>
                <a:gd name="connsiteX302" fmla="*/ 36325 w 341725"/>
                <a:gd name="connsiteY302" fmla="*/ 92672 h 333083"/>
                <a:gd name="connsiteX303" fmla="*/ 32289 w 341725"/>
                <a:gd name="connsiteY303" fmla="*/ 95358 h 333083"/>
                <a:gd name="connsiteX304" fmla="*/ 33634 w 341725"/>
                <a:gd name="connsiteY304" fmla="*/ 99388 h 333083"/>
                <a:gd name="connsiteX305" fmla="*/ 43052 w 341725"/>
                <a:gd name="connsiteY305" fmla="*/ 104760 h 333083"/>
                <a:gd name="connsiteX306" fmla="*/ 45743 w 341725"/>
                <a:gd name="connsiteY306" fmla="*/ 103417 h 333083"/>
                <a:gd name="connsiteX307" fmla="*/ 45743 w 341725"/>
                <a:gd name="connsiteY307" fmla="*/ 99388 h 333083"/>
                <a:gd name="connsiteX308" fmla="*/ 49779 w 341725"/>
                <a:gd name="connsiteY308" fmla="*/ 99388 h 333083"/>
                <a:gd name="connsiteX309" fmla="*/ 51124 w 341725"/>
                <a:gd name="connsiteY309" fmla="*/ 100731 h 333083"/>
                <a:gd name="connsiteX310" fmla="*/ 49779 w 341725"/>
                <a:gd name="connsiteY310" fmla="*/ 104760 h 333083"/>
                <a:gd name="connsiteX311" fmla="*/ 53815 w 341725"/>
                <a:gd name="connsiteY311" fmla="*/ 104760 h 333083"/>
                <a:gd name="connsiteX312" fmla="*/ 61887 w 341725"/>
                <a:gd name="connsiteY312" fmla="*/ 106103 h 333083"/>
                <a:gd name="connsiteX313" fmla="*/ 69960 w 341725"/>
                <a:gd name="connsiteY313" fmla="*/ 103417 h 333083"/>
                <a:gd name="connsiteX314" fmla="*/ 75341 w 341725"/>
                <a:gd name="connsiteY314" fmla="*/ 103417 h 333083"/>
                <a:gd name="connsiteX315" fmla="*/ 82068 w 341725"/>
                <a:gd name="connsiteY315" fmla="*/ 107446 h 333083"/>
                <a:gd name="connsiteX316" fmla="*/ 87449 w 341725"/>
                <a:gd name="connsiteY316" fmla="*/ 106103 h 333083"/>
                <a:gd name="connsiteX317" fmla="*/ 92831 w 341725"/>
                <a:gd name="connsiteY317" fmla="*/ 107446 h 333083"/>
                <a:gd name="connsiteX318" fmla="*/ 95522 w 341725"/>
                <a:gd name="connsiteY318" fmla="*/ 112818 h 333083"/>
                <a:gd name="connsiteX319" fmla="*/ 99558 w 341725"/>
                <a:gd name="connsiteY319" fmla="*/ 112818 h 333083"/>
                <a:gd name="connsiteX320" fmla="*/ 98213 w 341725"/>
                <a:gd name="connsiteY320" fmla="*/ 115505 h 333083"/>
                <a:gd name="connsiteX321" fmla="*/ 94176 w 341725"/>
                <a:gd name="connsiteY321" fmla="*/ 115505 h 333083"/>
                <a:gd name="connsiteX322" fmla="*/ 87449 w 341725"/>
                <a:gd name="connsiteY322" fmla="*/ 111475 h 333083"/>
                <a:gd name="connsiteX323" fmla="*/ 76686 w 341725"/>
                <a:gd name="connsiteY323" fmla="*/ 110132 h 333083"/>
                <a:gd name="connsiteX324" fmla="*/ 75341 w 341725"/>
                <a:gd name="connsiteY324" fmla="*/ 112818 h 333083"/>
                <a:gd name="connsiteX325" fmla="*/ 82068 w 341725"/>
                <a:gd name="connsiteY325" fmla="*/ 114162 h 333083"/>
                <a:gd name="connsiteX326" fmla="*/ 83413 w 341725"/>
                <a:gd name="connsiteY326" fmla="*/ 118191 h 333083"/>
                <a:gd name="connsiteX327" fmla="*/ 73996 w 341725"/>
                <a:gd name="connsiteY327" fmla="*/ 118191 h 333083"/>
                <a:gd name="connsiteX328" fmla="*/ 71305 w 341725"/>
                <a:gd name="connsiteY328" fmla="*/ 114162 h 333083"/>
                <a:gd name="connsiteX329" fmla="*/ 59197 w 341725"/>
                <a:gd name="connsiteY329" fmla="*/ 115505 h 333083"/>
                <a:gd name="connsiteX330" fmla="*/ 56506 w 341725"/>
                <a:gd name="connsiteY330" fmla="*/ 118191 h 333083"/>
                <a:gd name="connsiteX331" fmla="*/ 52470 w 341725"/>
                <a:gd name="connsiteY331" fmla="*/ 116848 h 333083"/>
                <a:gd name="connsiteX332" fmla="*/ 49779 w 341725"/>
                <a:gd name="connsiteY332" fmla="*/ 116848 h 333083"/>
                <a:gd name="connsiteX333" fmla="*/ 45743 w 341725"/>
                <a:gd name="connsiteY333" fmla="*/ 118191 h 333083"/>
                <a:gd name="connsiteX334" fmla="*/ 41707 w 341725"/>
                <a:gd name="connsiteY334" fmla="*/ 116848 h 333083"/>
                <a:gd name="connsiteX335" fmla="*/ 29598 w 341725"/>
                <a:gd name="connsiteY335" fmla="*/ 118191 h 333083"/>
                <a:gd name="connsiteX336" fmla="*/ 28253 w 341725"/>
                <a:gd name="connsiteY336" fmla="*/ 119534 h 333083"/>
                <a:gd name="connsiteX337" fmla="*/ 18835 w 341725"/>
                <a:gd name="connsiteY337" fmla="*/ 120877 h 333083"/>
                <a:gd name="connsiteX338" fmla="*/ 16144 w 341725"/>
                <a:gd name="connsiteY338" fmla="*/ 126249 h 333083"/>
                <a:gd name="connsiteX339" fmla="*/ 17490 w 341725"/>
                <a:gd name="connsiteY339" fmla="*/ 141023 h 333083"/>
                <a:gd name="connsiteX340" fmla="*/ 18835 w 341725"/>
                <a:gd name="connsiteY340" fmla="*/ 143709 h 333083"/>
                <a:gd name="connsiteX341" fmla="*/ 18835 w 341725"/>
                <a:gd name="connsiteY341" fmla="*/ 149082 h 333083"/>
                <a:gd name="connsiteX342" fmla="*/ 17490 w 341725"/>
                <a:gd name="connsiteY342" fmla="*/ 150425 h 333083"/>
                <a:gd name="connsiteX343" fmla="*/ 17490 w 341725"/>
                <a:gd name="connsiteY343" fmla="*/ 154454 h 333083"/>
                <a:gd name="connsiteX344" fmla="*/ 20181 w 341725"/>
                <a:gd name="connsiteY344" fmla="*/ 155797 h 333083"/>
                <a:gd name="connsiteX345" fmla="*/ 24217 w 341725"/>
                <a:gd name="connsiteY345" fmla="*/ 155797 h 333083"/>
                <a:gd name="connsiteX346" fmla="*/ 26908 w 341725"/>
                <a:gd name="connsiteY346" fmla="*/ 155797 h 333083"/>
                <a:gd name="connsiteX347" fmla="*/ 29598 w 341725"/>
                <a:gd name="connsiteY347" fmla="*/ 158483 h 333083"/>
                <a:gd name="connsiteX348" fmla="*/ 34980 w 341725"/>
                <a:gd name="connsiteY348" fmla="*/ 158483 h 333083"/>
                <a:gd name="connsiteX349" fmla="*/ 36325 w 341725"/>
                <a:gd name="connsiteY349" fmla="*/ 155797 h 333083"/>
                <a:gd name="connsiteX350" fmla="*/ 37671 w 341725"/>
                <a:gd name="connsiteY350" fmla="*/ 155797 h 333083"/>
                <a:gd name="connsiteX351" fmla="*/ 40361 w 341725"/>
                <a:gd name="connsiteY351" fmla="*/ 157140 h 333083"/>
                <a:gd name="connsiteX352" fmla="*/ 43052 w 341725"/>
                <a:gd name="connsiteY352" fmla="*/ 158483 h 333083"/>
                <a:gd name="connsiteX353" fmla="*/ 45743 w 341725"/>
                <a:gd name="connsiteY353" fmla="*/ 158483 h 333083"/>
                <a:gd name="connsiteX354" fmla="*/ 48434 w 341725"/>
                <a:gd name="connsiteY354" fmla="*/ 161169 h 333083"/>
                <a:gd name="connsiteX355" fmla="*/ 48434 w 341725"/>
                <a:gd name="connsiteY355" fmla="*/ 163855 h 333083"/>
                <a:gd name="connsiteX356" fmla="*/ 51124 w 341725"/>
                <a:gd name="connsiteY356" fmla="*/ 165198 h 333083"/>
                <a:gd name="connsiteX357" fmla="*/ 55161 w 341725"/>
                <a:gd name="connsiteY357" fmla="*/ 163855 h 333083"/>
                <a:gd name="connsiteX358" fmla="*/ 59197 w 341725"/>
                <a:gd name="connsiteY358" fmla="*/ 163855 h 333083"/>
                <a:gd name="connsiteX359" fmla="*/ 60542 w 341725"/>
                <a:gd name="connsiteY359" fmla="*/ 165198 h 333083"/>
                <a:gd name="connsiteX360" fmla="*/ 65924 w 341725"/>
                <a:gd name="connsiteY360" fmla="*/ 165198 h 333083"/>
                <a:gd name="connsiteX361" fmla="*/ 69960 w 341725"/>
                <a:gd name="connsiteY361" fmla="*/ 165198 h 333083"/>
                <a:gd name="connsiteX362" fmla="*/ 75341 w 341725"/>
                <a:gd name="connsiteY362" fmla="*/ 166542 h 333083"/>
                <a:gd name="connsiteX363" fmla="*/ 79377 w 341725"/>
                <a:gd name="connsiteY363" fmla="*/ 165198 h 333083"/>
                <a:gd name="connsiteX364" fmla="*/ 82068 w 341725"/>
                <a:gd name="connsiteY364" fmla="*/ 166542 h 333083"/>
                <a:gd name="connsiteX365" fmla="*/ 88795 w 341725"/>
                <a:gd name="connsiteY365" fmla="*/ 166542 h 333083"/>
                <a:gd name="connsiteX366" fmla="*/ 94176 w 341725"/>
                <a:gd name="connsiteY366" fmla="*/ 165198 h 333083"/>
                <a:gd name="connsiteX367" fmla="*/ 98213 w 341725"/>
                <a:gd name="connsiteY367" fmla="*/ 167885 h 333083"/>
                <a:gd name="connsiteX368" fmla="*/ 99558 w 341725"/>
                <a:gd name="connsiteY368" fmla="*/ 170571 h 333083"/>
                <a:gd name="connsiteX369" fmla="*/ 102249 w 341725"/>
                <a:gd name="connsiteY369" fmla="*/ 169228 h 333083"/>
                <a:gd name="connsiteX370" fmla="*/ 103594 w 341725"/>
                <a:gd name="connsiteY370" fmla="*/ 173257 h 333083"/>
                <a:gd name="connsiteX371" fmla="*/ 107630 w 341725"/>
                <a:gd name="connsiteY371" fmla="*/ 177286 h 333083"/>
                <a:gd name="connsiteX372" fmla="*/ 107630 w 341725"/>
                <a:gd name="connsiteY372" fmla="*/ 178629 h 333083"/>
                <a:gd name="connsiteX373" fmla="*/ 110321 w 341725"/>
                <a:gd name="connsiteY373" fmla="*/ 181315 h 333083"/>
                <a:gd name="connsiteX374" fmla="*/ 114357 w 341725"/>
                <a:gd name="connsiteY374" fmla="*/ 181315 h 333083"/>
                <a:gd name="connsiteX375" fmla="*/ 117048 w 341725"/>
                <a:gd name="connsiteY375" fmla="*/ 182658 h 333083"/>
                <a:gd name="connsiteX376" fmla="*/ 118393 w 341725"/>
                <a:gd name="connsiteY376" fmla="*/ 186688 h 333083"/>
                <a:gd name="connsiteX377" fmla="*/ 121084 w 341725"/>
                <a:gd name="connsiteY377" fmla="*/ 186688 h 333083"/>
                <a:gd name="connsiteX378" fmla="*/ 123775 w 341725"/>
                <a:gd name="connsiteY378" fmla="*/ 190717 h 333083"/>
                <a:gd name="connsiteX379" fmla="*/ 123775 w 341725"/>
                <a:gd name="connsiteY379" fmla="*/ 192060 h 333083"/>
                <a:gd name="connsiteX380" fmla="*/ 123775 w 341725"/>
                <a:gd name="connsiteY380" fmla="*/ 196089 h 333083"/>
                <a:gd name="connsiteX381" fmla="*/ 127811 w 341725"/>
                <a:gd name="connsiteY381" fmla="*/ 200118 h 333083"/>
                <a:gd name="connsiteX382" fmla="*/ 134538 w 341725"/>
                <a:gd name="connsiteY382" fmla="*/ 205491 h 333083"/>
                <a:gd name="connsiteX383" fmla="*/ 134538 w 341725"/>
                <a:gd name="connsiteY383" fmla="*/ 208177 h 333083"/>
                <a:gd name="connsiteX384" fmla="*/ 133192 w 341725"/>
                <a:gd name="connsiteY384" fmla="*/ 209520 h 333083"/>
                <a:gd name="connsiteX385" fmla="*/ 134538 w 341725"/>
                <a:gd name="connsiteY385" fmla="*/ 212206 h 333083"/>
                <a:gd name="connsiteX386" fmla="*/ 131847 w 341725"/>
                <a:gd name="connsiteY386" fmla="*/ 210863 h 333083"/>
                <a:gd name="connsiteX387" fmla="*/ 122429 w 341725"/>
                <a:gd name="connsiteY387" fmla="*/ 208177 h 333083"/>
                <a:gd name="connsiteX388" fmla="*/ 115702 w 341725"/>
                <a:gd name="connsiteY388" fmla="*/ 206834 h 333083"/>
                <a:gd name="connsiteX389" fmla="*/ 111666 w 341725"/>
                <a:gd name="connsiteY389" fmla="*/ 208177 h 333083"/>
                <a:gd name="connsiteX390" fmla="*/ 107630 w 341725"/>
                <a:gd name="connsiteY390" fmla="*/ 206834 h 333083"/>
                <a:gd name="connsiteX391" fmla="*/ 106285 w 341725"/>
                <a:gd name="connsiteY391" fmla="*/ 206834 h 333083"/>
                <a:gd name="connsiteX392" fmla="*/ 103594 w 341725"/>
                <a:gd name="connsiteY392" fmla="*/ 206834 h 333083"/>
                <a:gd name="connsiteX393" fmla="*/ 99558 w 341725"/>
                <a:gd name="connsiteY393" fmla="*/ 202805 h 333083"/>
                <a:gd name="connsiteX394" fmla="*/ 95522 w 341725"/>
                <a:gd name="connsiteY394" fmla="*/ 202805 h 333083"/>
                <a:gd name="connsiteX395" fmla="*/ 92831 w 341725"/>
                <a:gd name="connsiteY395" fmla="*/ 198775 h 333083"/>
                <a:gd name="connsiteX396" fmla="*/ 90140 w 341725"/>
                <a:gd name="connsiteY396" fmla="*/ 197432 h 333083"/>
                <a:gd name="connsiteX397" fmla="*/ 84759 w 341725"/>
                <a:gd name="connsiteY397" fmla="*/ 198775 h 333083"/>
                <a:gd name="connsiteX398" fmla="*/ 82068 w 341725"/>
                <a:gd name="connsiteY398" fmla="*/ 197432 h 333083"/>
                <a:gd name="connsiteX399" fmla="*/ 79377 w 341725"/>
                <a:gd name="connsiteY399" fmla="*/ 196089 h 333083"/>
                <a:gd name="connsiteX400" fmla="*/ 73996 w 341725"/>
                <a:gd name="connsiteY400" fmla="*/ 193403 h 333083"/>
                <a:gd name="connsiteX401" fmla="*/ 72650 w 341725"/>
                <a:gd name="connsiteY401" fmla="*/ 189374 h 333083"/>
                <a:gd name="connsiteX402" fmla="*/ 71305 w 341725"/>
                <a:gd name="connsiteY402" fmla="*/ 189374 h 333083"/>
                <a:gd name="connsiteX403" fmla="*/ 68614 w 341725"/>
                <a:gd name="connsiteY403" fmla="*/ 188031 h 333083"/>
                <a:gd name="connsiteX404" fmla="*/ 63233 w 341725"/>
                <a:gd name="connsiteY404" fmla="*/ 188031 h 333083"/>
                <a:gd name="connsiteX405" fmla="*/ 60542 w 341725"/>
                <a:gd name="connsiteY405" fmla="*/ 186688 h 333083"/>
                <a:gd name="connsiteX406" fmla="*/ 49779 w 341725"/>
                <a:gd name="connsiteY406" fmla="*/ 188031 h 333083"/>
                <a:gd name="connsiteX407" fmla="*/ 41707 w 341725"/>
                <a:gd name="connsiteY407" fmla="*/ 186688 h 333083"/>
                <a:gd name="connsiteX408" fmla="*/ 37671 w 341725"/>
                <a:gd name="connsiteY408" fmla="*/ 185345 h 333083"/>
                <a:gd name="connsiteX409" fmla="*/ 16144 w 341725"/>
                <a:gd name="connsiteY409" fmla="*/ 185345 h 333083"/>
                <a:gd name="connsiteX410" fmla="*/ 13454 w 341725"/>
                <a:gd name="connsiteY410" fmla="*/ 186688 h 333083"/>
                <a:gd name="connsiteX411" fmla="*/ 6727 w 341725"/>
                <a:gd name="connsiteY411" fmla="*/ 188031 h 333083"/>
                <a:gd name="connsiteX412" fmla="*/ 5382 w 341725"/>
                <a:gd name="connsiteY412" fmla="*/ 192060 h 333083"/>
                <a:gd name="connsiteX413" fmla="*/ 4036 w 341725"/>
                <a:gd name="connsiteY413" fmla="*/ 200118 h 333083"/>
                <a:gd name="connsiteX414" fmla="*/ 0 w 341725"/>
                <a:gd name="connsiteY414" fmla="*/ 206834 h 333083"/>
                <a:gd name="connsiteX415" fmla="*/ 1345 w 341725"/>
                <a:gd name="connsiteY415" fmla="*/ 214892 h 333083"/>
                <a:gd name="connsiteX416" fmla="*/ 0 w 341725"/>
                <a:gd name="connsiteY416" fmla="*/ 217578 h 333083"/>
                <a:gd name="connsiteX417" fmla="*/ 1345 w 341725"/>
                <a:gd name="connsiteY417" fmla="*/ 220265 h 333083"/>
                <a:gd name="connsiteX418" fmla="*/ 4036 w 341725"/>
                <a:gd name="connsiteY418" fmla="*/ 222951 h 333083"/>
                <a:gd name="connsiteX419" fmla="*/ 2691 w 341725"/>
                <a:gd name="connsiteY419" fmla="*/ 225637 h 333083"/>
                <a:gd name="connsiteX420" fmla="*/ 1345 w 341725"/>
                <a:gd name="connsiteY420" fmla="*/ 226980 h 333083"/>
                <a:gd name="connsiteX421" fmla="*/ 5382 w 341725"/>
                <a:gd name="connsiteY421" fmla="*/ 237725 h 333083"/>
                <a:gd name="connsiteX422" fmla="*/ 9418 w 341725"/>
                <a:gd name="connsiteY422" fmla="*/ 240411 h 333083"/>
                <a:gd name="connsiteX423" fmla="*/ 9418 w 341725"/>
                <a:gd name="connsiteY423" fmla="*/ 243097 h 333083"/>
                <a:gd name="connsiteX424" fmla="*/ 17490 w 341725"/>
                <a:gd name="connsiteY424" fmla="*/ 247126 h 333083"/>
                <a:gd name="connsiteX425" fmla="*/ 18835 w 341725"/>
                <a:gd name="connsiteY425" fmla="*/ 249812 h 333083"/>
                <a:gd name="connsiteX426" fmla="*/ 24217 w 341725"/>
                <a:gd name="connsiteY426" fmla="*/ 248469 h 333083"/>
                <a:gd name="connsiteX427" fmla="*/ 26908 w 341725"/>
                <a:gd name="connsiteY427" fmla="*/ 251155 h 333083"/>
                <a:gd name="connsiteX428" fmla="*/ 29598 w 341725"/>
                <a:gd name="connsiteY428" fmla="*/ 252498 h 333083"/>
                <a:gd name="connsiteX429" fmla="*/ 34980 w 341725"/>
                <a:gd name="connsiteY429" fmla="*/ 249812 h 333083"/>
                <a:gd name="connsiteX430" fmla="*/ 39016 w 341725"/>
                <a:gd name="connsiteY430" fmla="*/ 249812 h 333083"/>
                <a:gd name="connsiteX431" fmla="*/ 41707 w 341725"/>
                <a:gd name="connsiteY431" fmla="*/ 253842 h 333083"/>
                <a:gd name="connsiteX432" fmla="*/ 47088 w 341725"/>
                <a:gd name="connsiteY432" fmla="*/ 253842 h 333083"/>
                <a:gd name="connsiteX433" fmla="*/ 51124 w 341725"/>
                <a:gd name="connsiteY433" fmla="*/ 259214 h 333083"/>
                <a:gd name="connsiteX434" fmla="*/ 53815 w 341725"/>
                <a:gd name="connsiteY434" fmla="*/ 260557 h 333083"/>
                <a:gd name="connsiteX435" fmla="*/ 55161 w 341725"/>
                <a:gd name="connsiteY435" fmla="*/ 263243 h 333083"/>
                <a:gd name="connsiteX436" fmla="*/ 49779 w 341725"/>
                <a:gd name="connsiteY436" fmla="*/ 265929 h 333083"/>
                <a:gd name="connsiteX437" fmla="*/ 49779 w 341725"/>
                <a:gd name="connsiteY437" fmla="*/ 268615 h 333083"/>
                <a:gd name="connsiteX438" fmla="*/ 47088 w 341725"/>
                <a:gd name="connsiteY438" fmla="*/ 271302 h 333083"/>
                <a:gd name="connsiteX439" fmla="*/ 48434 w 341725"/>
                <a:gd name="connsiteY439" fmla="*/ 273988 h 333083"/>
                <a:gd name="connsiteX440" fmla="*/ 45743 w 341725"/>
                <a:gd name="connsiteY440" fmla="*/ 276674 h 333083"/>
                <a:gd name="connsiteX441" fmla="*/ 40361 w 341725"/>
                <a:gd name="connsiteY441" fmla="*/ 280703 h 333083"/>
                <a:gd name="connsiteX442" fmla="*/ 39016 w 341725"/>
                <a:gd name="connsiteY442" fmla="*/ 283389 h 333083"/>
                <a:gd name="connsiteX443" fmla="*/ 37671 w 341725"/>
                <a:gd name="connsiteY443" fmla="*/ 286075 h 333083"/>
                <a:gd name="connsiteX444" fmla="*/ 41707 w 341725"/>
                <a:gd name="connsiteY444" fmla="*/ 288762 h 333083"/>
                <a:gd name="connsiteX445" fmla="*/ 41707 w 341725"/>
                <a:gd name="connsiteY445" fmla="*/ 295477 h 333083"/>
                <a:gd name="connsiteX446" fmla="*/ 44397 w 341725"/>
                <a:gd name="connsiteY446" fmla="*/ 300849 h 333083"/>
                <a:gd name="connsiteX447" fmla="*/ 44397 w 341725"/>
                <a:gd name="connsiteY447" fmla="*/ 303535 h 333083"/>
                <a:gd name="connsiteX448" fmla="*/ 37671 w 341725"/>
                <a:gd name="connsiteY448" fmla="*/ 306221 h 333083"/>
                <a:gd name="connsiteX449" fmla="*/ 40361 w 341725"/>
                <a:gd name="connsiteY449" fmla="*/ 307565 h 333083"/>
                <a:gd name="connsiteX450" fmla="*/ 48434 w 341725"/>
                <a:gd name="connsiteY450" fmla="*/ 308908 h 333083"/>
                <a:gd name="connsiteX451" fmla="*/ 52470 w 341725"/>
                <a:gd name="connsiteY451" fmla="*/ 308908 h 333083"/>
                <a:gd name="connsiteX452" fmla="*/ 53815 w 341725"/>
                <a:gd name="connsiteY452" fmla="*/ 308908 h 333083"/>
                <a:gd name="connsiteX453" fmla="*/ 56506 w 341725"/>
                <a:gd name="connsiteY453" fmla="*/ 310251 h 333083"/>
                <a:gd name="connsiteX454" fmla="*/ 57851 w 341725"/>
                <a:gd name="connsiteY454" fmla="*/ 307565 h 333083"/>
                <a:gd name="connsiteX455" fmla="*/ 60542 w 341725"/>
                <a:gd name="connsiteY455" fmla="*/ 307565 h 333083"/>
                <a:gd name="connsiteX456" fmla="*/ 63233 w 341725"/>
                <a:gd name="connsiteY456" fmla="*/ 308908 h 333083"/>
                <a:gd name="connsiteX457" fmla="*/ 69960 w 341725"/>
                <a:gd name="connsiteY457" fmla="*/ 308908 h 333083"/>
                <a:gd name="connsiteX458" fmla="*/ 78032 w 341725"/>
                <a:gd name="connsiteY458" fmla="*/ 311594 h 333083"/>
                <a:gd name="connsiteX459" fmla="*/ 80723 w 341725"/>
                <a:gd name="connsiteY459" fmla="*/ 308908 h 333083"/>
                <a:gd name="connsiteX460" fmla="*/ 87449 w 341725"/>
                <a:gd name="connsiteY460" fmla="*/ 308908 h 333083"/>
                <a:gd name="connsiteX461" fmla="*/ 88795 w 341725"/>
                <a:gd name="connsiteY461" fmla="*/ 311594 h 333083"/>
                <a:gd name="connsiteX462" fmla="*/ 90140 w 341725"/>
                <a:gd name="connsiteY462" fmla="*/ 311594 h 333083"/>
                <a:gd name="connsiteX463" fmla="*/ 92831 w 341725"/>
                <a:gd name="connsiteY463" fmla="*/ 310251 h 333083"/>
                <a:gd name="connsiteX464" fmla="*/ 95522 w 341725"/>
                <a:gd name="connsiteY464" fmla="*/ 308908 h 333083"/>
                <a:gd name="connsiteX465" fmla="*/ 98213 w 341725"/>
                <a:gd name="connsiteY465" fmla="*/ 310251 h 333083"/>
                <a:gd name="connsiteX466" fmla="*/ 99558 w 341725"/>
                <a:gd name="connsiteY466" fmla="*/ 312937 h 333083"/>
                <a:gd name="connsiteX467" fmla="*/ 102249 w 341725"/>
                <a:gd name="connsiteY467" fmla="*/ 312937 h 333083"/>
                <a:gd name="connsiteX468" fmla="*/ 103594 w 341725"/>
                <a:gd name="connsiteY468" fmla="*/ 311594 h 333083"/>
                <a:gd name="connsiteX469" fmla="*/ 106285 w 341725"/>
                <a:gd name="connsiteY469" fmla="*/ 312937 h 333083"/>
                <a:gd name="connsiteX470" fmla="*/ 107630 w 341725"/>
                <a:gd name="connsiteY470" fmla="*/ 316966 h 333083"/>
                <a:gd name="connsiteX471" fmla="*/ 110321 w 341725"/>
                <a:gd name="connsiteY471" fmla="*/ 316966 h 333083"/>
                <a:gd name="connsiteX472" fmla="*/ 111666 w 341725"/>
                <a:gd name="connsiteY472" fmla="*/ 314280 h 333083"/>
                <a:gd name="connsiteX473" fmla="*/ 118393 w 341725"/>
                <a:gd name="connsiteY473" fmla="*/ 314280 h 333083"/>
                <a:gd name="connsiteX474" fmla="*/ 121084 w 341725"/>
                <a:gd name="connsiteY474" fmla="*/ 310251 h 333083"/>
                <a:gd name="connsiteX475" fmla="*/ 125120 w 341725"/>
                <a:gd name="connsiteY475" fmla="*/ 308908 h 333083"/>
                <a:gd name="connsiteX476" fmla="*/ 129156 w 341725"/>
                <a:gd name="connsiteY476" fmla="*/ 308908 h 333083"/>
                <a:gd name="connsiteX477" fmla="*/ 134538 w 341725"/>
                <a:gd name="connsiteY477" fmla="*/ 304878 h 333083"/>
                <a:gd name="connsiteX478" fmla="*/ 141265 w 341725"/>
                <a:gd name="connsiteY478" fmla="*/ 302192 h 333083"/>
                <a:gd name="connsiteX479" fmla="*/ 145301 w 341725"/>
                <a:gd name="connsiteY479" fmla="*/ 300849 h 333083"/>
                <a:gd name="connsiteX480" fmla="*/ 146646 w 341725"/>
                <a:gd name="connsiteY480" fmla="*/ 298163 h 333083"/>
                <a:gd name="connsiteX481" fmla="*/ 149337 w 341725"/>
                <a:gd name="connsiteY481" fmla="*/ 298163 h 333083"/>
                <a:gd name="connsiteX482" fmla="*/ 154718 w 341725"/>
                <a:gd name="connsiteY482" fmla="*/ 299506 h 333083"/>
                <a:gd name="connsiteX483" fmla="*/ 158754 w 341725"/>
                <a:gd name="connsiteY483" fmla="*/ 298163 h 333083"/>
                <a:gd name="connsiteX484" fmla="*/ 161445 w 341725"/>
                <a:gd name="connsiteY484" fmla="*/ 300849 h 333083"/>
                <a:gd name="connsiteX485" fmla="*/ 172208 w 341725"/>
                <a:gd name="connsiteY485" fmla="*/ 300849 h 333083"/>
                <a:gd name="connsiteX486" fmla="*/ 181626 w 341725"/>
                <a:gd name="connsiteY486" fmla="*/ 294134 h 333083"/>
                <a:gd name="connsiteX487" fmla="*/ 184317 w 341725"/>
                <a:gd name="connsiteY487" fmla="*/ 291448 h 333083"/>
                <a:gd name="connsiteX488" fmla="*/ 185662 w 341725"/>
                <a:gd name="connsiteY488" fmla="*/ 290105 h 333083"/>
                <a:gd name="connsiteX489" fmla="*/ 187007 w 341725"/>
                <a:gd name="connsiteY489" fmla="*/ 292791 h 333083"/>
                <a:gd name="connsiteX490" fmla="*/ 188353 w 341725"/>
                <a:gd name="connsiteY490" fmla="*/ 290105 h 333083"/>
                <a:gd name="connsiteX491" fmla="*/ 192389 w 341725"/>
                <a:gd name="connsiteY491" fmla="*/ 287418 h 333083"/>
                <a:gd name="connsiteX492" fmla="*/ 192389 w 341725"/>
                <a:gd name="connsiteY492" fmla="*/ 284732 h 333083"/>
                <a:gd name="connsiteX493" fmla="*/ 193734 w 341725"/>
                <a:gd name="connsiteY493" fmla="*/ 282046 h 333083"/>
                <a:gd name="connsiteX494" fmla="*/ 196425 w 341725"/>
                <a:gd name="connsiteY494" fmla="*/ 283389 h 333083"/>
                <a:gd name="connsiteX495" fmla="*/ 199116 w 341725"/>
                <a:gd name="connsiteY495" fmla="*/ 282046 h 333083"/>
                <a:gd name="connsiteX496" fmla="*/ 200461 w 341725"/>
                <a:gd name="connsiteY496" fmla="*/ 279360 h 333083"/>
                <a:gd name="connsiteX497" fmla="*/ 200461 w 341725"/>
                <a:gd name="connsiteY497" fmla="*/ 276674 h 333083"/>
                <a:gd name="connsiteX498" fmla="*/ 203152 w 341725"/>
                <a:gd name="connsiteY498" fmla="*/ 278017 h 333083"/>
                <a:gd name="connsiteX499" fmla="*/ 205843 w 341725"/>
                <a:gd name="connsiteY499" fmla="*/ 278017 h 333083"/>
                <a:gd name="connsiteX500" fmla="*/ 207188 w 341725"/>
                <a:gd name="connsiteY500" fmla="*/ 280703 h 333083"/>
                <a:gd name="connsiteX501" fmla="*/ 207188 w 341725"/>
                <a:gd name="connsiteY501" fmla="*/ 283389 h 333083"/>
                <a:gd name="connsiteX502" fmla="*/ 208533 w 341725"/>
                <a:gd name="connsiteY502" fmla="*/ 286075 h 333083"/>
                <a:gd name="connsiteX503" fmla="*/ 204497 w 341725"/>
                <a:gd name="connsiteY503" fmla="*/ 287418 h 333083"/>
                <a:gd name="connsiteX504" fmla="*/ 204497 w 341725"/>
                <a:gd name="connsiteY504" fmla="*/ 291448 h 333083"/>
                <a:gd name="connsiteX505" fmla="*/ 203152 w 341725"/>
                <a:gd name="connsiteY505" fmla="*/ 294134 h 333083"/>
                <a:gd name="connsiteX506" fmla="*/ 200461 w 341725"/>
                <a:gd name="connsiteY506" fmla="*/ 296820 h 333083"/>
                <a:gd name="connsiteX507" fmla="*/ 200461 w 341725"/>
                <a:gd name="connsiteY507" fmla="*/ 298163 h 333083"/>
                <a:gd name="connsiteX508" fmla="*/ 204497 w 341725"/>
                <a:gd name="connsiteY508" fmla="*/ 298163 h 333083"/>
                <a:gd name="connsiteX509" fmla="*/ 208533 w 341725"/>
                <a:gd name="connsiteY509" fmla="*/ 302192 h 333083"/>
                <a:gd name="connsiteX510" fmla="*/ 209879 w 341725"/>
                <a:gd name="connsiteY510" fmla="*/ 300849 h 333083"/>
                <a:gd name="connsiteX511" fmla="*/ 212570 w 341725"/>
                <a:gd name="connsiteY511" fmla="*/ 300849 h 333083"/>
                <a:gd name="connsiteX512" fmla="*/ 216606 w 341725"/>
                <a:gd name="connsiteY512" fmla="*/ 302192 h 333083"/>
                <a:gd name="connsiteX513" fmla="*/ 217951 w 341725"/>
                <a:gd name="connsiteY513" fmla="*/ 306221 h 333083"/>
                <a:gd name="connsiteX514" fmla="*/ 220642 w 341725"/>
                <a:gd name="connsiteY514" fmla="*/ 308908 h 333083"/>
                <a:gd name="connsiteX515" fmla="*/ 220642 w 341725"/>
                <a:gd name="connsiteY515" fmla="*/ 306221 h 333083"/>
                <a:gd name="connsiteX516" fmla="*/ 221987 w 341725"/>
                <a:gd name="connsiteY516" fmla="*/ 304878 h 333083"/>
                <a:gd name="connsiteX517" fmla="*/ 226023 w 341725"/>
                <a:gd name="connsiteY517" fmla="*/ 306221 h 333083"/>
                <a:gd name="connsiteX518" fmla="*/ 226023 w 341725"/>
                <a:gd name="connsiteY518" fmla="*/ 310251 h 333083"/>
                <a:gd name="connsiteX519" fmla="*/ 221987 w 341725"/>
                <a:gd name="connsiteY519" fmla="*/ 312937 h 333083"/>
                <a:gd name="connsiteX520" fmla="*/ 217951 w 341725"/>
                <a:gd name="connsiteY520" fmla="*/ 312937 h 333083"/>
                <a:gd name="connsiteX521" fmla="*/ 215260 w 341725"/>
                <a:gd name="connsiteY521" fmla="*/ 316966 h 333083"/>
                <a:gd name="connsiteX522" fmla="*/ 216606 w 341725"/>
                <a:gd name="connsiteY522" fmla="*/ 318309 h 333083"/>
                <a:gd name="connsiteX523" fmla="*/ 219296 w 341725"/>
                <a:gd name="connsiteY523" fmla="*/ 318309 h 333083"/>
                <a:gd name="connsiteX524" fmla="*/ 221987 w 341725"/>
                <a:gd name="connsiteY524" fmla="*/ 319652 h 333083"/>
                <a:gd name="connsiteX525" fmla="*/ 226023 w 341725"/>
                <a:gd name="connsiteY525" fmla="*/ 322338 h 333083"/>
                <a:gd name="connsiteX526" fmla="*/ 230059 w 341725"/>
                <a:gd name="connsiteY526" fmla="*/ 322338 h 333083"/>
                <a:gd name="connsiteX527" fmla="*/ 232750 w 341725"/>
                <a:gd name="connsiteY527" fmla="*/ 316966 h 333083"/>
                <a:gd name="connsiteX528" fmla="*/ 235441 w 341725"/>
                <a:gd name="connsiteY528" fmla="*/ 316966 h 333083"/>
                <a:gd name="connsiteX529" fmla="*/ 234096 w 341725"/>
                <a:gd name="connsiteY529" fmla="*/ 320995 h 333083"/>
                <a:gd name="connsiteX530" fmla="*/ 236786 w 341725"/>
                <a:gd name="connsiteY530" fmla="*/ 326368 h 333083"/>
                <a:gd name="connsiteX531" fmla="*/ 240823 w 341725"/>
                <a:gd name="connsiteY531" fmla="*/ 327711 h 333083"/>
                <a:gd name="connsiteX532" fmla="*/ 243513 w 341725"/>
                <a:gd name="connsiteY532" fmla="*/ 325025 h 333083"/>
                <a:gd name="connsiteX533" fmla="*/ 247549 w 341725"/>
                <a:gd name="connsiteY533" fmla="*/ 326368 h 333083"/>
                <a:gd name="connsiteX534" fmla="*/ 248895 w 341725"/>
                <a:gd name="connsiteY534" fmla="*/ 329054 h 333083"/>
                <a:gd name="connsiteX535" fmla="*/ 252931 w 341725"/>
                <a:gd name="connsiteY535" fmla="*/ 329054 h 333083"/>
                <a:gd name="connsiteX536" fmla="*/ 255622 w 341725"/>
                <a:gd name="connsiteY536" fmla="*/ 331740 h 333083"/>
                <a:gd name="connsiteX537" fmla="*/ 256967 w 341725"/>
                <a:gd name="connsiteY537" fmla="*/ 331740 h 333083"/>
                <a:gd name="connsiteX538" fmla="*/ 256967 w 341725"/>
                <a:gd name="connsiteY538" fmla="*/ 327711 h 333083"/>
                <a:gd name="connsiteX539" fmla="*/ 259658 w 341725"/>
                <a:gd name="connsiteY539" fmla="*/ 327711 h 333083"/>
                <a:gd name="connsiteX540" fmla="*/ 263694 w 341725"/>
                <a:gd name="connsiteY540" fmla="*/ 326368 h 333083"/>
                <a:gd name="connsiteX541" fmla="*/ 265039 w 341725"/>
                <a:gd name="connsiteY541" fmla="*/ 329054 h 333083"/>
                <a:gd name="connsiteX542" fmla="*/ 265039 w 341725"/>
                <a:gd name="connsiteY542" fmla="*/ 331740 h 333083"/>
                <a:gd name="connsiteX543" fmla="*/ 266385 w 341725"/>
                <a:gd name="connsiteY543" fmla="*/ 333083 h 333083"/>
                <a:gd name="connsiteX544" fmla="*/ 270421 w 341725"/>
                <a:gd name="connsiteY544" fmla="*/ 331740 h 333083"/>
                <a:gd name="connsiteX545" fmla="*/ 273112 w 341725"/>
                <a:gd name="connsiteY545" fmla="*/ 327711 h 333083"/>
                <a:gd name="connsiteX546" fmla="*/ 275802 w 341725"/>
                <a:gd name="connsiteY546" fmla="*/ 329054 h 333083"/>
                <a:gd name="connsiteX547" fmla="*/ 275802 w 341725"/>
                <a:gd name="connsiteY547" fmla="*/ 333083 h 333083"/>
                <a:gd name="connsiteX548" fmla="*/ 278493 w 341725"/>
                <a:gd name="connsiteY548" fmla="*/ 333083 h 333083"/>
                <a:gd name="connsiteX549" fmla="*/ 279838 w 341725"/>
                <a:gd name="connsiteY549" fmla="*/ 330397 h 333083"/>
                <a:gd name="connsiteX550" fmla="*/ 281184 w 341725"/>
                <a:gd name="connsiteY550" fmla="*/ 329054 h 333083"/>
                <a:gd name="connsiteX551" fmla="*/ 283875 w 341725"/>
                <a:gd name="connsiteY551" fmla="*/ 326368 h 333083"/>
                <a:gd name="connsiteX552" fmla="*/ 287911 w 341725"/>
                <a:gd name="connsiteY552" fmla="*/ 326368 h 333083"/>
                <a:gd name="connsiteX553" fmla="*/ 287911 w 341725"/>
                <a:gd name="connsiteY553" fmla="*/ 329054 h 333083"/>
                <a:gd name="connsiteX554" fmla="*/ 290601 w 341725"/>
                <a:gd name="connsiteY554" fmla="*/ 329054 h 333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</a:cxnLst>
              <a:rect l="l" t="t" r="r" b="b"/>
              <a:pathLst>
                <a:path w="341725" h="333083">
                  <a:moveTo>
                    <a:pt x="293292" y="329054"/>
                  </a:moveTo>
                  <a:lnTo>
                    <a:pt x="293292" y="326368"/>
                  </a:lnTo>
                  <a:lnTo>
                    <a:pt x="291947" y="323682"/>
                  </a:lnTo>
                  <a:lnTo>
                    <a:pt x="295983" y="319652"/>
                  </a:lnTo>
                  <a:lnTo>
                    <a:pt x="295983" y="318309"/>
                  </a:lnTo>
                  <a:lnTo>
                    <a:pt x="298674" y="315623"/>
                  </a:lnTo>
                  <a:lnTo>
                    <a:pt x="297328" y="311594"/>
                  </a:lnTo>
                  <a:lnTo>
                    <a:pt x="293292" y="311594"/>
                  </a:lnTo>
                  <a:lnTo>
                    <a:pt x="293292" y="307565"/>
                  </a:lnTo>
                  <a:lnTo>
                    <a:pt x="294638" y="303535"/>
                  </a:lnTo>
                  <a:lnTo>
                    <a:pt x="298674" y="302192"/>
                  </a:lnTo>
                  <a:lnTo>
                    <a:pt x="298674" y="298163"/>
                  </a:lnTo>
                  <a:lnTo>
                    <a:pt x="293292" y="295477"/>
                  </a:lnTo>
                  <a:lnTo>
                    <a:pt x="290601" y="296820"/>
                  </a:lnTo>
                  <a:lnTo>
                    <a:pt x="290601" y="299506"/>
                  </a:lnTo>
                  <a:lnTo>
                    <a:pt x="287911" y="302192"/>
                  </a:lnTo>
                  <a:lnTo>
                    <a:pt x="285220" y="299506"/>
                  </a:lnTo>
                  <a:lnTo>
                    <a:pt x="278493" y="299506"/>
                  </a:lnTo>
                  <a:lnTo>
                    <a:pt x="273112" y="306221"/>
                  </a:lnTo>
                  <a:lnTo>
                    <a:pt x="267730" y="308908"/>
                  </a:lnTo>
                  <a:lnTo>
                    <a:pt x="267730" y="307565"/>
                  </a:lnTo>
                  <a:lnTo>
                    <a:pt x="273112" y="303535"/>
                  </a:lnTo>
                  <a:lnTo>
                    <a:pt x="275802" y="299506"/>
                  </a:lnTo>
                  <a:lnTo>
                    <a:pt x="275802" y="294134"/>
                  </a:lnTo>
                  <a:lnTo>
                    <a:pt x="274457" y="296820"/>
                  </a:lnTo>
                  <a:lnTo>
                    <a:pt x="271766" y="296820"/>
                  </a:lnTo>
                  <a:lnTo>
                    <a:pt x="271766" y="292791"/>
                  </a:lnTo>
                  <a:lnTo>
                    <a:pt x="275802" y="288762"/>
                  </a:lnTo>
                  <a:lnTo>
                    <a:pt x="273112" y="283389"/>
                  </a:lnTo>
                  <a:lnTo>
                    <a:pt x="275802" y="279360"/>
                  </a:lnTo>
                  <a:lnTo>
                    <a:pt x="278493" y="279360"/>
                  </a:lnTo>
                  <a:lnTo>
                    <a:pt x="278493" y="282046"/>
                  </a:lnTo>
                  <a:lnTo>
                    <a:pt x="281184" y="288762"/>
                  </a:lnTo>
                  <a:lnTo>
                    <a:pt x="283875" y="292791"/>
                  </a:lnTo>
                  <a:lnTo>
                    <a:pt x="286565" y="291448"/>
                  </a:lnTo>
                  <a:lnTo>
                    <a:pt x="291947" y="291448"/>
                  </a:lnTo>
                  <a:lnTo>
                    <a:pt x="294638" y="284732"/>
                  </a:lnTo>
                  <a:lnTo>
                    <a:pt x="291947" y="283389"/>
                  </a:lnTo>
                  <a:lnTo>
                    <a:pt x="291947" y="280703"/>
                  </a:lnTo>
                  <a:lnTo>
                    <a:pt x="294638" y="280703"/>
                  </a:lnTo>
                  <a:lnTo>
                    <a:pt x="297328" y="282046"/>
                  </a:lnTo>
                  <a:lnTo>
                    <a:pt x="298674" y="282046"/>
                  </a:lnTo>
                  <a:lnTo>
                    <a:pt x="302710" y="278017"/>
                  </a:lnTo>
                  <a:lnTo>
                    <a:pt x="305400" y="272645"/>
                  </a:lnTo>
                  <a:lnTo>
                    <a:pt x="305400" y="276674"/>
                  </a:lnTo>
                  <a:lnTo>
                    <a:pt x="308091" y="276674"/>
                  </a:lnTo>
                  <a:lnTo>
                    <a:pt x="312127" y="272645"/>
                  </a:lnTo>
                  <a:lnTo>
                    <a:pt x="308091" y="280703"/>
                  </a:lnTo>
                  <a:lnTo>
                    <a:pt x="309437" y="287418"/>
                  </a:lnTo>
                  <a:lnTo>
                    <a:pt x="310782" y="286075"/>
                  </a:lnTo>
                  <a:lnTo>
                    <a:pt x="313473" y="287418"/>
                  </a:lnTo>
                  <a:lnTo>
                    <a:pt x="310782" y="291448"/>
                  </a:lnTo>
                  <a:lnTo>
                    <a:pt x="313473" y="291448"/>
                  </a:lnTo>
                  <a:lnTo>
                    <a:pt x="316164" y="286075"/>
                  </a:lnTo>
                  <a:lnTo>
                    <a:pt x="318854" y="284732"/>
                  </a:lnTo>
                  <a:lnTo>
                    <a:pt x="322890" y="276674"/>
                  </a:lnTo>
                  <a:lnTo>
                    <a:pt x="325581" y="275331"/>
                  </a:lnTo>
                  <a:lnTo>
                    <a:pt x="325581" y="280703"/>
                  </a:lnTo>
                  <a:lnTo>
                    <a:pt x="321545" y="286075"/>
                  </a:lnTo>
                  <a:lnTo>
                    <a:pt x="321545" y="294134"/>
                  </a:lnTo>
                  <a:lnTo>
                    <a:pt x="325581" y="294134"/>
                  </a:lnTo>
                  <a:lnTo>
                    <a:pt x="328272" y="296820"/>
                  </a:lnTo>
                  <a:lnTo>
                    <a:pt x="330963" y="292791"/>
                  </a:lnTo>
                  <a:lnTo>
                    <a:pt x="336344" y="287418"/>
                  </a:lnTo>
                  <a:lnTo>
                    <a:pt x="339035" y="280703"/>
                  </a:lnTo>
                  <a:lnTo>
                    <a:pt x="341726" y="275331"/>
                  </a:lnTo>
                  <a:lnTo>
                    <a:pt x="340380" y="268615"/>
                  </a:lnTo>
                  <a:lnTo>
                    <a:pt x="341726" y="267272"/>
                  </a:lnTo>
                  <a:lnTo>
                    <a:pt x="341726" y="264586"/>
                  </a:lnTo>
                  <a:lnTo>
                    <a:pt x="337690" y="264586"/>
                  </a:lnTo>
                  <a:lnTo>
                    <a:pt x="334999" y="263243"/>
                  </a:lnTo>
                  <a:lnTo>
                    <a:pt x="332308" y="265929"/>
                  </a:lnTo>
                  <a:lnTo>
                    <a:pt x="332308" y="260557"/>
                  </a:lnTo>
                  <a:lnTo>
                    <a:pt x="334999" y="257871"/>
                  </a:lnTo>
                  <a:lnTo>
                    <a:pt x="332308" y="255185"/>
                  </a:lnTo>
                  <a:lnTo>
                    <a:pt x="328272" y="256528"/>
                  </a:lnTo>
                  <a:lnTo>
                    <a:pt x="326927" y="253842"/>
                  </a:lnTo>
                  <a:lnTo>
                    <a:pt x="322890" y="249812"/>
                  </a:lnTo>
                  <a:lnTo>
                    <a:pt x="322890" y="247126"/>
                  </a:lnTo>
                  <a:lnTo>
                    <a:pt x="318854" y="239068"/>
                  </a:lnTo>
                  <a:lnTo>
                    <a:pt x="318854" y="232352"/>
                  </a:lnTo>
                  <a:lnTo>
                    <a:pt x="320200" y="226980"/>
                  </a:lnTo>
                  <a:lnTo>
                    <a:pt x="318854" y="218921"/>
                  </a:lnTo>
                  <a:lnTo>
                    <a:pt x="314818" y="225637"/>
                  </a:lnTo>
                  <a:lnTo>
                    <a:pt x="316164" y="229666"/>
                  </a:lnTo>
                  <a:lnTo>
                    <a:pt x="312127" y="224294"/>
                  </a:lnTo>
                  <a:lnTo>
                    <a:pt x="306746" y="221608"/>
                  </a:lnTo>
                  <a:lnTo>
                    <a:pt x="305400" y="210863"/>
                  </a:lnTo>
                  <a:lnTo>
                    <a:pt x="301364" y="209520"/>
                  </a:lnTo>
                  <a:lnTo>
                    <a:pt x="301364" y="201462"/>
                  </a:lnTo>
                  <a:lnTo>
                    <a:pt x="297328" y="196089"/>
                  </a:lnTo>
                  <a:lnTo>
                    <a:pt x="297328" y="190717"/>
                  </a:lnTo>
                  <a:lnTo>
                    <a:pt x="294638" y="188031"/>
                  </a:lnTo>
                  <a:lnTo>
                    <a:pt x="294638" y="184002"/>
                  </a:lnTo>
                  <a:lnTo>
                    <a:pt x="300019" y="184002"/>
                  </a:lnTo>
                  <a:lnTo>
                    <a:pt x="301364" y="178629"/>
                  </a:lnTo>
                  <a:lnTo>
                    <a:pt x="305400" y="178629"/>
                  </a:lnTo>
                  <a:lnTo>
                    <a:pt x="306746" y="179972"/>
                  </a:lnTo>
                  <a:lnTo>
                    <a:pt x="309437" y="177286"/>
                  </a:lnTo>
                  <a:lnTo>
                    <a:pt x="309437" y="173257"/>
                  </a:lnTo>
                  <a:lnTo>
                    <a:pt x="314818" y="162512"/>
                  </a:lnTo>
                  <a:lnTo>
                    <a:pt x="314818" y="155797"/>
                  </a:lnTo>
                  <a:lnTo>
                    <a:pt x="316164" y="153111"/>
                  </a:lnTo>
                  <a:lnTo>
                    <a:pt x="312127" y="145052"/>
                  </a:lnTo>
                  <a:lnTo>
                    <a:pt x="313473" y="139680"/>
                  </a:lnTo>
                  <a:lnTo>
                    <a:pt x="317509" y="138337"/>
                  </a:lnTo>
                  <a:lnTo>
                    <a:pt x="317509" y="131622"/>
                  </a:lnTo>
                  <a:lnTo>
                    <a:pt x="322890" y="123563"/>
                  </a:lnTo>
                  <a:lnTo>
                    <a:pt x="322890" y="119534"/>
                  </a:lnTo>
                  <a:lnTo>
                    <a:pt x="325581" y="116848"/>
                  </a:lnTo>
                  <a:lnTo>
                    <a:pt x="325581" y="106103"/>
                  </a:lnTo>
                  <a:lnTo>
                    <a:pt x="329617" y="104760"/>
                  </a:lnTo>
                  <a:lnTo>
                    <a:pt x="329617" y="100731"/>
                  </a:lnTo>
                  <a:lnTo>
                    <a:pt x="334999" y="94015"/>
                  </a:lnTo>
                  <a:lnTo>
                    <a:pt x="334999" y="88643"/>
                  </a:lnTo>
                  <a:lnTo>
                    <a:pt x="334999" y="84614"/>
                  </a:lnTo>
                  <a:lnTo>
                    <a:pt x="337690" y="83271"/>
                  </a:lnTo>
                  <a:lnTo>
                    <a:pt x="339035" y="79242"/>
                  </a:lnTo>
                  <a:lnTo>
                    <a:pt x="336344" y="73869"/>
                  </a:lnTo>
                  <a:lnTo>
                    <a:pt x="336344" y="69840"/>
                  </a:lnTo>
                  <a:lnTo>
                    <a:pt x="336344" y="65811"/>
                  </a:lnTo>
                  <a:lnTo>
                    <a:pt x="332308" y="63125"/>
                  </a:lnTo>
                  <a:lnTo>
                    <a:pt x="329617" y="56409"/>
                  </a:lnTo>
                  <a:lnTo>
                    <a:pt x="332308" y="53723"/>
                  </a:lnTo>
                  <a:lnTo>
                    <a:pt x="328272" y="45665"/>
                  </a:lnTo>
                  <a:lnTo>
                    <a:pt x="322890" y="44322"/>
                  </a:lnTo>
                  <a:lnTo>
                    <a:pt x="321545" y="41635"/>
                  </a:lnTo>
                  <a:lnTo>
                    <a:pt x="318854" y="41635"/>
                  </a:lnTo>
                  <a:lnTo>
                    <a:pt x="318854" y="48351"/>
                  </a:lnTo>
                  <a:lnTo>
                    <a:pt x="316164" y="48351"/>
                  </a:lnTo>
                  <a:lnTo>
                    <a:pt x="310782" y="38949"/>
                  </a:lnTo>
                  <a:lnTo>
                    <a:pt x="306746" y="38949"/>
                  </a:lnTo>
                  <a:lnTo>
                    <a:pt x="304055" y="33577"/>
                  </a:lnTo>
                  <a:lnTo>
                    <a:pt x="300019" y="36263"/>
                  </a:lnTo>
                  <a:lnTo>
                    <a:pt x="301364" y="42978"/>
                  </a:lnTo>
                  <a:lnTo>
                    <a:pt x="298674" y="44322"/>
                  </a:lnTo>
                  <a:lnTo>
                    <a:pt x="295983" y="42978"/>
                  </a:lnTo>
                  <a:lnTo>
                    <a:pt x="293292" y="49694"/>
                  </a:lnTo>
                  <a:lnTo>
                    <a:pt x="293292" y="52380"/>
                  </a:lnTo>
                  <a:lnTo>
                    <a:pt x="289256" y="53723"/>
                  </a:lnTo>
                  <a:lnTo>
                    <a:pt x="285220" y="67154"/>
                  </a:lnTo>
                  <a:lnTo>
                    <a:pt x="285220" y="72526"/>
                  </a:lnTo>
                  <a:lnTo>
                    <a:pt x="282529" y="76555"/>
                  </a:lnTo>
                  <a:lnTo>
                    <a:pt x="282529" y="81928"/>
                  </a:lnTo>
                  <a:lnTo>
                    <a:pt x="281184" y="83271"/>
                  </a:lnTo>
                  <a:lnTo>
                    <a:pt x="281184" y="88643"/>
                  </a:lnTo>
                  <a:lnTo>
                    <a:pt x="277148" y="89986"/>
                  </a:lnTo>
                  <a:lnTo>
                    <a:pt x="275802" y="100731"/>
                  </a:lnTo>
                  <a:lnTo>
                    <a:pt x="271766" y="103417"/>
                  </a:lnTo>
                  <a:lnTo>
                    <a:pt x="270421" y="102074"/>
                  </a:lnTo>
                  <a:lnTo>
                    <a:pt x="266385" y="111475"/>
                  </a:lnTo>
                  <a:lnTo>
                    <a:pt x="267730" y="114162"/>
                  </a:lnTo>
                  <a:lnTo>
                    <a:pt x="266385" y="119534"/>
                  </a:lnTo>
                  <a:lnTo>
                    <a:pt x="266385" y="123563"/>
                  </a:lnTo>
                  <a:lnTo>
                    <a:pt x="262348" y="128935"/>
                  </a:lnTo>
                  <a:lnTo>
                    <a:pt x="265039" y="132965"/>
                  </a:lnTo>
                  <a:lnTo>
                    <a:pt x="263694" y="136994"/>
                  </a:lnTo>
                  <a:lnTo>
                    <a:pt x="258312" y="136994"/>
                  </a:lnTo>
                  <a:lnTo>
                    <a:pt x="261003" y="139680"/>
                  </a:lnTo>
                  <a:lnTo>
                    <a:pt x="265039" y="141023"/>
                  </a:lnTo>
                  <a:lnTo>
                    <a:pt x="265039" y="145052"/>
                  </a:lnTo>
                  <a:lnTo>
                    <a:pt x="262348" y="143709"/>
                  </a:lnTo>
                  <a:lnTo>
                    <a:pt x="258312" y="145052"/>
                  </a:lnTo>
                  <a:lnTo>
                    <a:pt x="254276" y="147738"/>
                  </a:lnTo>
                  <a:lnTo>
                    <a:pt x="251585" y="146395"/>
                  </a:lnTo>
                  <a:lnTo>
                    <a:pt x="248895" y="149082"/>
                  </a:lnTo>
                  <a:lnTo>
                    <a:pt x="250240" y="154454"/>
                  </a:lnTo>
                  <a:lnTo>
                    <a:pt x="247549" y="155797"/>
                  </a:lnTo>
                  <a:lnTo>
                    <a:pt x="243513" y="154454"/>
                  </a:lnTo>
                  <a:lnTo>
                    <a:pt x="243513" y="149082"/>
                  </a:lnTo>
                  <a:lnTo>
                    <a:pt x="244859" y="145052"/>
                  </a:lnTo>
                  <a:lnTo>
                    <a:pt x="242168" y="141023"/>
                  </a:lnTo>
                  <a:lnTo>
                    <a:pt x="242168" y="134308"/>
                  </a:lnTo>
                  <a:lnTo>
                    <a:pt x="244859" y="126249"/>
                  </a:lnTo>
                  <a:lnTo>
                    <a:pt x="246204" y="119534"/>
                  </a:lnTo>
                  <a:lnTo>
                    <a:pt x="250240" y="116848"/>
                  </a:lnTo>
                  <a:lnTo>
                    <a:pt x="250240" y="112818"/>
                  </a:lnTo>
                  <a:lnTo>
                    <a:pt x="251585" y="108789"/>
                  </a:lnTo>
                  <a:lnTo>
                    <a:pt x="254276" y="98045"/>
                  </a:lnTo>
                  <a:lnTo>
                    <a:pt x="261003" y="94015"/>
                  </a:lnTo>
                  <a:lnTo>
                    <a:pt x="261003" y="88643"/>
                  </a:lnTo>
                  <a:lnTo>
                    <a:pt x="258312" y="88643"/>
                  </a:lnTo>
                  <a:lnTo>
                    <a:pt x="255622" y="88643"/>
                  </a:lnTo>
                  <a:lnTo>
                    <a:pt x="255622" y="84614"/>
                  </a:lnTo>
                  <a:lnTo>
                    <a:pt x="259658" y="80585"/>
                  </a:lnTo>
                  <a:lnTo>
                    <a:pt x="259658" y="69840"/>
                  </a:lnTo>
                  <a:lnTo>
                    <a:pt x="256967" y="68497"/>
                  </a:lnTo>
                  <a:lnTo>
                    <a:pt x="254276" y="61782"/>
                  </a:lnTo>
                  <a:lnTo>
                    <a:pt x="256967" y="60438"/>
                  </a:lnTo>
                  <a:lnTo>
                    <a:pt x="256967" y="53723"/>
                  </a:lnTo>
                  <a:lnTo>
                    <a:pt x="254276" y="53723"/>
                  </a:lnTo>
                  <a:lnTo>
                    <a:pt x="248895" y="47008"/>
                  </a:lnTo>
                  <a:lnTo>
                    <a:pt x="242168" y="49694"/>
                  </a:lnTo>
                  <a:lnTo>
                    <a:pt x="239477" y="55066"/>
                  </a:lnTo>
                  <a:lnTo>
                    <a:pt x="244859" y="59095"/>
                  </a:lnTo>
                  <a:lnTo>
                    <a:pt x="244859" y="63125"/>
                  </a:lnTo>
                  <a:lnTo>
                    <a:pt x="247549" y="67154"/>
                  </a:lnTo>
                  <a:lnTo>
                    <a:pt x="247549" y="71183"/>
                  </a:lnTo>
                  <a:lnTo>
                    <a:pt x="243513" y="71183"/>
                  </a:lnTo>
                  <a:lnTo>
                    <a:pt x="242168" y="65811"/>
                  </a:lnTo>
                  <a:lnTo>
                    <a:pt x="238132" y="65811"/>
                  </a:lnTo>
                  <a:lnTo>
                    <a:pt x="236786" y="71183"/>
                  </a:lnTo>
                  <a:lnTo>
                    <a:pt x="239477" y="72526"/>
                  </a:lnTo>
                  <a:lnTo>
                    <a:pt x="240823" y="77898"/>
                  </a:lnTo>
                  <a:lnTo>
                    <a:pt x="242168" y="83271"/>
                  </a:lnTo>
                  <a:lnTo>
                    <a:pt x="239477" y="85957"/>
                  </a:lnTo>
                  <a:lnTo>
                    <a:pt x="238132" y="83271"/>
                  </a:lnTo>
                  <a:lnTo>
                    <a:pt x="236786" y="80585"/>
                  </a:lnTo>
                  <a:lnTo>
                    <a:pt x="235441" y="87300"/>
                  </a:lnTo>
                  <a:lnTo>
                    <a:pt x="231405" y="83271"/>
                  </a:lnTo>
                  <a:lnTo>
                    <a:pt x="231405" y="79242"/>
                  </a:lnTo>
                  <a:lnTo>
                    <a:pt x="227369" y="80585"/>
                  </a:lnTo>
                  <a:lnTo>
                    <a:pt x="224678" y="84614"/>
                  </a:lnTo>
                  <a:lnTo>
                    <a:pt x="223333" y="84614"/>
                  </a:lnTo>
                  <a:lnTo>
                    <a:pt x="223333" y="79242"/>
                  </a:lnTo>
                  <a:lnTo>
                    <a:pt x="226023" y="75212"/>
                  </a:lnTo>
                  <a:lnTo>
                    <a:pt x="224678" y="73869"/>
                  </a:lnTo>
                  <a:lnTo>
                    <a:pt x="217951" y="76555"/>
                  </a:lnTo>
                  <a:lnTo>
                    <a:pt x="212570" y="83271"/>
                  </a:lnTo>
                  <a:lnTo>
                    <a:pt x="208533" y="76555"/>
                  </a:lnTo>
                  <a:lnTo>
                    <a:pt x="204497" y="76555"/>
                  </a:lnTo>
                  <a:lnTo>
                    <a:pt x="201806" y="80585"/>
                  </a:lnTo>
                  <a:lnTo>
                    <a:pt x="196425" y="80585"/>
                  </a:lnTo>
                  <a:lnTo>
                    <a:pt x="195080" y="77898"/>
                  </a:lnTo>
                  <a:lnTo>
                    <a:pt x="189698" y="77898"/>
                  </a:lnTo>
                  <a:lnTo>
                    <a:pt x="187007" y="76555"/>
                  </a:lnTo>
                  <a:lnTo>
                    <a:pt x="191043" y="72526"/>
                  </a:lnTo>
                  <a:lnTo>
                    <a:pt x="197770" y="71183"/>
                  </a:lnTo>
                  <a:lnTo>
                    <a:pt x="200461" y="72526"/>
                  </a:lnTo>
                  <a:lnTo>
                    <a:pt x="207188" y="71183"/>
                  </a:lnTo>
                  <a:lnTo>
                    <a:pt x="207188" y="68497"/>
                  </a:lnTo>
                  <a:lnTo>
                    <a:pt x="209879" y="67154"/>
                  </a:lnTo>
                  <a:lnTo>
                    <a:pt x="213915" y="68497"/>
                  </a:lnTo>
                  <a:lnTo>
                    <a:pt x="219296" y="63125"/>
                  </a:lnTo>
                  <a:lnTo>
                    <a:pt x="219296" y="59095"/>
                  </a:lnTo>
                  <a:lnTo>
                    <a:pt x="220642" y="56409"/>
                  </a:lnTo>
                  <a:lnTo>
                    <a:pt x="216606" y="53723"/>
                  </a:lnTo>
                  <a:lnTo>
                    <a:pt x="212570" y="44322"/>
                  </a:lnTo>
                  <a:lnTo>
                    <a:pt x="207188" y="42978"/>
                  </a:lnTo>
                  <a:lnTo>
                    <a:pt x="205843" y="38949"/>
                  </a:lnTo>
                  <a:lnTo>
                    <a:pt x="197770" y="32234"/>
                  </a:lnTo>
                  <a:lnTo>
                    <a:pt x="196425" y="29548"/>
                  </a:lnTo>
                  <a:lnTo>
                    <a:pt x="192389" y="29548"/>
                  </a:lnTo>
                  <a:lnTo>
                    <a:pt x="187007" y="33577"/>
                  </a:lnTo>
                  <a:lnTo>
                    <a:pt x="182971" y="33577"/>
                  </a:lnTo>
                  <a:lnTo>
                    <a:pt x="174899" y="41635"/>
                  </a:lnTo>
                  <a:lnTo>
                    <a:pt x="177590" y="44322"/>
                  </a:lnTo>
                  <a:lnTo>
                    <a:pt x="177590" y="47008"/>
                  </a:lnTo>
                  <a:lnTo>
                    <a:pt x="173554" y="48351"/>
                  </a:lnTo>
                  <a:lnTo>
                    <a:pt x="170863" y="49694"/>
                  </a:lnTo>
                  <a:lnTo>
                    <a:pt x="170863" y="48351"/>
                  </a:lnTo>
                  <a:lnTo>
                    <a:pt x="166827" y="48351"/>
                  </a:lnTo>
                  <a:lnTo>
                    <a:pt x="162791" y="45665"/>
                  </a:lnTo>
                  <a:lnTo>
                    <a:pt x="157409" y="47008"/>
                  </a:lnTo>
                  <a:lnTo>
                    <a:pt x="154718" y="48351"/>
                  </a:lnTo>
                  <a:lnTo>
                    <a:pt x="149337" y="48351"/>
                  </a:lnTo>
                  <a:lnTo>
                    <a:pt x="147991" y="47008"/>
                  </a:lnTo>
                  <a:lnTo>
                    <a:pt x="149337" y="44322"/>
                  </a:lnTo>
                  <a:lnTo>
                    <a:pt x="157409" y="42978"/>
                  </a:lnTo>
                  <a:lnTo>
                    <a:pt x="158754" y="38949"/>
                  </a:lnTo>
                  <a:lnTo>
                    <a:pt x="164136" y="36263"/>
                  </a:lnTo>
                  <a:lnTo>
                    <a:pt x="166827" y="37606"/>
                  </a:lnTo>
                  <a:lnTo>
                    <a:pt x="170863" y="32234"/>
                  </a:lnTo>
                  <a:lnTo>
                    <a:pt x="170863" y="26862"/>
                  </a:lnTo>
                  <a:lnTo>
                    <a:pt x="172208" y="24175"/>
                  </a:lnTo>
                  <a:lnTo>
                    <a:pt x="177590" y="24175"/>
                  </a:lnTo>
                  <a:lnTo>
                    <a:pt x="180281" y="16117"/>
                  </a:lnTo>
                  <a:lnTo>
                    <a:pt x="180281" y="8058"/>
                  </a:lnTo>
                  <a:lnTo>
                    <a:pt x="181626" y="4029"/>
                  </a:lnTo>
                  <a:lnTo>
                    <a:pt x="180281" y="0"/>
                  </a:lnTo>
                  <a:lnTo>
                    <a:pt x="176244" y="0"/>
                  </a:lnTo>
                  <a:lnTo>
                    <a:pt x="168172" y="2686"/>
                  </a:lnTo>
                  <a:lnTo>
                    <a:pt x="158754" y="4029"/>
                  </a:lnTo>
                  <a:lnTo>
                    <a:pt x="147991" y="8058"/>
                  </a:lnTo>
                  <a:lnTo>
                    <a:pt x="129156" y="10745"/>
                  </a:lnTo>
                  <a:lnTo>
                    <a:pt x="106285" y="20146"/>
                  </a:lnTo>
                  <a:lnTo>
                    <a:pt x="99558" y="25518"/>
                  </a:lnTo>
                  <a:lnTo>
                    <a:pt x="86104" y="28205"/>
                  </a:lnTo>
                  <a:lnTo>
                    <a:pt x="67269" y="37606"/>
                  </a:lnTo>
                  <a:lnTo>
                    <a:pt x="60542" y="42978"/>
                  </a:lnTo>
                  <a:lnTo>
                    <a:pt x="59197" y="47008"/>
                  </a:lnTo>
                  <a:lnTo>
                    <a:pt x="64578" y="47008"/>
                  </a:lnTo>
                  <a:lnTo>
                    <a:pt x="67269" y="49694"/>
                  </a:lnTo>
                  <a:lnTo>
                    <a:pt x="61887" y="53723"/>
                  </a:lnTo>
                  <a:lnTo>
                    <a:pt x="56506" y="53723"/>
                  </a:lnTo>
                  <a:lnTo>
                    <a:pt x="48434" y="60438"/>
                  </a:lnTo>
                  <a:lnTo>
                    <a:pt x="41707" y="61782"/>
                  </a:lnTo>
                  <a:lnTo>
                    <a:pt x="37671" y="64468"/>
                  </a:lnTo>
                  <a:lnTo>
                    <a:pt x="36325" y="68497"/>
                  </a:lnTo>
                  <a:lnTo>
                    <a:pt x="29598" y="73869"/>
                  </a:lnTo>
                  <a:lnTo>
                    <a:pt x="26908" y="77898"/>
                  </a:lnTo>
                  <a:lnTo>
                    <a:pt x="26908" y="84614"/>
                  </a:lnTo>
                  <a:lnTo>
                    <a:pt x="29598" y="83271"/>
                  </a:lnTo>
                  <a:lnTo>
                    <a:pt x="33634" y="85957"/>
                  </a:lnTo>
                  <a:lnTo>
                    <a:pt x="30944" y="88643"/>
                  </a:lnTo>
                  <a:lnTo>
                    <a:pt x="33634" y="89986"/>
                  </a:lnTo>
                  <a:lnTo>
                    <a:pt x="36325" y="89986"/>
                  </a:lnTo>
                  <a:lnTo>
                    <a:pt x="40361" y="87300"/>
                  </a:lnTo>
                  <a:lnTo>
                    <a:pt x="45743" y="87300"/>
                  </a:lnTo>
                  <a:lnTo>
                    <a:pt x="49779" y="89986"/>
                  </a:lnTo>
                  <a:lnTo>
                    <a:pt x="47088" y="94015"/>
                  </a:lnTo>
                  <a:lnTo>
                    <a:pt x="41707" y="96702"/>
                  </a:lnTo>
                  <a:lnTo>
                    <a:pt x="36325" y="92672"/>
                  </a:lnTo>
                  <a:lnTo>
                    <a:pt x="32289" y="95358"/>
                  </a:lnTo>
                  <a:lnTo>
                    <a:pt x="33634" y="99388"/>
                  </a:lnTo>
                  <a:lnTo>
                    <a:pt x="43052" y="104760"/>
                  </a:lnTo>
                  <a:lnTo>
                    <a:pt x="45743" y="103417"/>
                  </a:lnTo>
                  <a:lnTo>
                    <a:pt x="45743" y="99388"/>
                  </a:lnTo>
                  <a:lnTo>
                    <a:pt x="49779" y="99388"/>
                  </a:lnTo>
                  <a:lnTo>
                    <a:pt x="51124" y="100731"/>
                  </a:lnTo>
                  <a:lnTo>
                    <a:pt x="49779" y="104760"/>
                  </a:lnTo>
                  <a:lnTo>
                    <a:pt x="53815" y="104760"/>
                  </a:lnTo>
                  <a:lnTo>
                    <a:pt x="61887" y="106103"/>
                  </a:lnTo>
                  <a:lnTo>
                    <a:pt x="69960" y="103417"/>
                  </a:lnTo>
                  <a:lnTo>
                    <a:pt x="75341" y="103417"/>
                  </a:lnTo>
                  <a:lnTo>
                    <a:pt x="82068" y="107446"/>
                  </a:lnTo>
                  <a:lnTo>
                    <a:pt x="87449" y="106103"/>
                  </a:lnTo>
                  <a:lnTo>
                    <a:pt x="92831" y="107446"/>
                  </a:lnTo>
                  <a:lnTo>
                    <a:pt x="95522" y="112818"/>
                  </a:lnTo>
                  <a:lnTo>
                    <a:pt x="99558" y="112818"/>
                  </a:lnTo>
                  <a:lnTo>
                    <a:pt x="98213" y="115505"/>
                  </a:lnTo>
                  <a:lnTo>
                    <a:pt x="94176" y="115505"/>
                  </a:lnTo>
                  <a:lnTo>
                    <a:pt x="87449" y="111475"/>
                  </a:lnTo>
                  <a:lnTo>
                    <a:pt x="76686" y="110132"/>
                  </a:lnTo>
                  <a:lnTo>
                    <a:pt x="75341" y="112818"/>
                  </a:lnTo>
                  <a:lnTo>
                    <a:pt x="82068" y="114162"/>
                  </a:lnTo>
                  <a:lnTo>
                    <a:pt x="83413" y="118191"/>
                  </a:lnTo>
                  <a:lnTo>
                    <a:pt x="73996" y="118191"/>
                  </a:lnTo>
                  <a:lnTo>
                    <a:pt x="71305" y="114162"/>
                  </a:lnTo>
                  <a:lnTo>
                    <a:pt x="59197" y="115505"/>
                  </a:lnTo>
                  <a:lnTo>
                    <a:pt x="56506" y="118191"/>
                  </a:lnTo>
                  <a:lnTo>
                    <a:pt x="52470" y="116848"/>
                  </a:lnTo>
                  <a:lnTo>
                    <a:pt x="49779" y="116848"/>
                  </a:lnTo>
                  <a:lnTo>
                    <a:pt x="45743" y="118191"/>
                  </a:lnTo>
                  <a:lnTo>
                    <a:pt x="41707" y="116848"/>
                  </a:lnTo>
                  <a:lnTo>
                    <a:pt x="29598" y="118191"/>
                  </a:lnTo>
                  <a:lnTo>
                    <a:pt x="28253" y="119534"/>
                  </a:lnTo>
                  <a:lnTo>
                    <a:pt x="18835" y="120877"/>
                  </a:lnTo>
                  <a:lnTo>
                    <a:pt x="16144" y="126249"/>
                  </a:lnTo>
                  <a:lnTo>
                    <a:pt x="17490" y="141023"/>
                  </a:lnTo>
                  <a:lnTo>
                    <a:pt x="18835" y="143709"/>
                  </a:lnTo>
                  <a:lnTo>
                    <a:pt x="18835" y="149082"/>
                  </a:lnTo>
                  <a:lnTo>
                    <a:pt x="17490" y="150425"/>
                  </a:lnTo>
                  <a:lnTo>
                    <a:pt x="17490" y="154454"/>
                  </a:lnTo>
                  <a:lnTo>
                    <a:pt x="20181" y="155797"/>
                  </a:lnTo>
                  <a:lnTo>
                    <a:pt x="24217" y="155797"/>
                  </a:lnTo>
                  <a:lnTo>
                    <a:pt x="26908" y="155797"/>
                  </a:lnTo>
                  <a:lnTo>
                    <a:pt x="29598" y="158483"/>
                  </a:lnTo>
                  <a:lnTo>
                    <a:pt x="34980" y="158483"/>
                  </a:lnTo>
                  <a:lnTo>
                    <a:pt x="36325" y="155797"/>
                  </a:lnTo>
                  <a:lnTo>
                    <a:pt x="37671" y="155797"/>
                  </a:lnTo>
                  <a:lnTo>
                    <a:pt x="40361" y="157140"/>
                  </a:lnTo>
                  <a:lnTo>
                    <a:pt x="43052" y="158483"/>
                  </a:lnTo>
                  <a:lnTo>
                    <a:pt x="45743" y="158483"/>
                  </a:lnTo>
                  <a:lnTo>
                    <a:pt x="48434" y="161169"/>
                  </a:lnTo>
                  <a:lnTo>
                    <a:pt x="48434" y="163855"/>
                  </a:lnTo>
                  <a:lnTo>
                    <a:pt x="51124" y="165198"/>
                  </a:lnTo>
                  <a:lnTo>
                    <a:pt x="55161" y="163855"/>
                  </a:lnTo>
                  <a:lnTo>
                    <a:pt x="59197" y="163855"/>
                  </a:lnTo>
                  <a:lnTo>
                    <a:pt x="60542" y="165198"/>
                  </a:lnTo>
                  <a:lnTo>
                    <a:pt x="65924" y="165198"/>
                  </a:lnTo>
                  <a:lnTo>
                    <a:pt x="69960" y="165198"/>
                  </a:lnTo>
                  <a:lnTo>
                    <a:pt x="75341" y="166542"/>
                  </a:lnTo>
                  <a:lnTo>
                    <a:pt x="79377" y="165198"/>
                  </a:lnTo>
                  <a:lnTo>
                    <a:pt x="82068" y="166542"/>
                  </a:lnTo>
                  <a:lnTo>
                    <a:pt x="88795" y="166542"/>
                  </a:lnTo>
                  <a:lnTo>
                    <a:pt x="94176" y="165198"/>
                  </a:lnTo>
                  <a:lnTo>
                    <a:pt x="98213" y="167885"/>
                  </a:lnTo>
                  <a:lnTo>
                    <a:pt x="99558" y="170571"/>
                  </a:lnTo>
                  <a:lnTo>
                    <a:pt x="102249" y="169228"/>
                  </a:lnTo>
                  <a:lnTo>
                    <a:pt x="103594" y="173257"/>
                  </a:lnTo>
                  <a:lnTo>
                    <a:pt x="107630" y="177286"/>
                  </a:lnTo>
                  <a:lnTo>
                    <a:pt x="107630" y="178629"/>
                  </a:lnTo>
                  <a:lnTo>
                    <a:pt x="110321" y="181315"/>
                  </a:lnTo>
                  <a:lnTo>
                    <a:pt x="114357" y="181315"/>
                  </a:lnTo>
                  <a:lnTo>
                    <a:pt x="117048" y="182658"/>
                  </a:lnTo>
                  <a:lnTo>
                    <a:pt x="118393" y="186688"/>
                  </a:lnTo>
                  <a:lnTo>
                    <a:pt x="121084" y="186688"/>
                  </a:lnTo>
                  <a:lnTo>
                    <a:pt x="123775" y="190717"/>
                  </a:lnTo>
                  <a:lnTo>
                    <a:pt x="123775" y="192060"/>
                  </a:lnTo>
                  <a:lnTo>
                    <a:pt x="123775" y="196089"/>
                  </a:lnTo>
                  <a:lnTo>
                    <a:pt x="127811" y="200118"/>
                  </a:lnTo>
                  <a:lnTo>
                    <a:pt x="134538" y="205491"/>
                  </a:lnTo>
                  <a:lnTo>
                    <a:pt x="134538" y="208177"/>
                  </a:lnTo>
                  <a:lnTo>
                    <a:pt x="133192" y="209520"/>
                  </a:lnTo>
                  <a:lnTo>
                    <a:pt x="134538" y="212206"/>
                  </a:lnTo>
                  <a:lnTo>
                    <a:pt x="131847" y="210863"/>
                  </a:lnTo>
                  <a:lnTo>
                    <a:pt x="122429" y="208177"/>
                  </a:lnTo>
                  <a:lnTo>
                    <a:pt x="115702" y="206834"/>
                  </a:lnTo>
                  <a:lnTo>
                    <a:pt x="111666" y="208177"/>
                  </a:lnTo>
                  <a:lnTo>
                    <a:pt x="107630" y="206834"/>
                  </a:lnTo>
                  <a:lnTo>
                    <a:pt x="106285" y="206834"/>
                  </a:lnTo>
                  <a:lnTo>
                    <a:pt x="103594" y="206834"/>
                  </a:lnTo>
                  <a:lnTo>
                    <a:pt x="99558" y="202805"/>
                  </a:lnTo>
                  <a:lnTo>
                    <a:pt x="95522" y="202805"/>
                  </a:lnTo>
                  <a:lnTo>
                    <a:pt x="92831" y="198775"/>
                  </a:lnTo>
                  <a:lnTo>
                    <a:pt x="90140" y="197432"/>
                  </a:lnTo>
                  <a:lnTo>
                    <a:pt x="84759" y="198775"/>
                  </a:lnTo>
                  <a:lnTo>
                    <a:pt x="82068" y="197432"/>
                  </a:lnTo>
                  <a:lnTo>
                    <a:pt x="79377" y="196089"/>
                  </a:lnTo>
                  <a:lnTo>
                    <a:pt x="73996" y="193403"/>
                  </a:lnTo>
                  <a:lnTo>
                    <a:pt x="72650" y="189374"/>
                  </a:lnTo>
                  <a:lnTo>
                    <a:pt x="71305" y="189374"/>
                  </a:lnTo>
                  <a:lnTo>
                    <a:pt x="68614" y="188031"/>
                  </a:lnTo>
                  <a:lnTo>
                    <a:pt x="63233" y="188031"/>
                  </a:lnTo>
                  <a:lnTo>
                    <a:pt x="60542" y="186688"/>
                  </a:lnTo>
                  <a:lnTo>
                    <a:pt x="49779" y="188031"/>
                  </a:lnTo>
                  <a:lnTo>
                    <a:pt x="41707" y="186688"/>
                  </a:lnTo>
                  <a:lnTo>
                    <a:pt x="37671" y="185345"/>
                  </a:lnTo>
                  <a:lnTo>
                    <a:pt x="16144" y="185345"/>
                  </a:lnTo>
                  <a:lnTo>
                    <a:pt x="13454" y="186688"/>
                  </a:lnTo>
                  <a:lnTo>
                    <a:pt x="6727" y="188031"/>
                  </a:lnTo>
                  <a:lnTo>
                    <a:pt x="5382" y="192060"/>
                  </a:lnTo>
                  <a:lnTo>
                    <a:pt x="4036" y="200118"/>
                  </a:lnTo>
                  <a:lnTo>
                    <a:pt x="0" y="206834"/>
                  </a:lnTo>
                  <a:lnTo>
                    <a:pt x="1345" y="214892"/>
                  </a:lnTo>
                  <a:lnTo>
                    <a:pt x="0" y="217578"/>
                  </a:lnTo>
                  <a:lnTo>
                    <a:pt x="1345" y="220265"/>
                  </a:lnTo>
                  <a:lnTo>
                    <a:pt x="4036" y="222951"/>
                  </a:lnTo>
                  <a:lnTo>
                    <a:pt x="2691" y="225637"/>
                  </a:lnTo>
                  <a:lnTo>
                    <a:pt x="1345" y="226980"/>
                  </a:lnTo>
                  <a:lnTo>
                    <a:pt x="5382" y="237725"/>
                  </a:lnTo>
                  <a:lnTo>
                    <a:pt x="9418" y="240411"/>
                  </a:lnTo>
                  <a:lnTo>
                    <a:pt x="9418" y="243097"/>
                  </a:lnTo>
                  <a:lnTo>
                    <a:pt x="17490" y="247126"/>
                  </a:lnTo>
                  <a:lnTo>
                    <a:pt x="18835" y="249812"/>
                  </a:lnTo>
                  <a:lnTo>
                    <a:pt x="24217" y="248469"/>
                  </a:lnTo>
                  <a:lnTo>
                    <a:pt x="26908" y="251155"/>
                  </a:lnTo>
                  <a:lnTo>
                    <a:pt x="29598" y="252498"/>
                  </a:lnTo>
                  <a:lnTo>
                    <a:pt x="34980" y="249812"/>
                  </a:lnTo>
                  <a:lnTo>
                    <a:pt x="39016" y="249812"/>
                  </a:lnTo>
                  <a:lnTo>
                    <a:pt x="41707" y="253842"/>
                  </a:lnTo>
                  <a:lnTo>
                    <a:pt x="47088" y="253842"/>
                  </a:lnTo>
                  <a:lnTo>
                    <a:pt x="51124" y="259214"/>
                  </a:lnTo>
                  <a:lnTo>
                    <a:pt x="53815" y="260557"/>
                  </a:lnTo>
                  <a:lnTo>
                    <a:pt x="55161" y="263243"/>
                  </a:lnTo>
                  <a:lnTo>
                    <a:pt x="49779" y="265929"/>
                  </a:lnTo>
                  <a:lnTo>
                    <a:pt x="49779" y="268615"/>
                  </a:lnTo>
                  <a:lnTo>
                    <a:pt x="47088" y="271302"/>
                  </a:lnTo>
                  <a:lnTo>
                    <a:pt x="48434" y="273988"/>
                  </a:lnTo>
                  <a:lnTo>
                    <a:pt x="45743" y="276674"/>
                  </a:lnTo>
                  <a:lnTo>
                    <a:pt x="40361" y="280703"/>
                  </a:lnTo>
                  <a:lnTo>
                    <a:pt x="39016" y="283389"/>
                  </a:lnTo>
                  <a:lnTo>
                    <a:pt x="37671" y="286075"/>
                  </a:lnTo>
                  <a:lnTo>
                    <a:pt x="41707" y="288762"/>
                  </a:lnTo>
                  <a:lnTo>
                    <a:pt x="41707" y="295477"/>
                  </a:lnTo>
                  <a:lnTo>
                    <a:pt x="44397" y="300849"/>
                  </a:lnTo>
                  <a:lnTo>
                    <a:pt x="44397" y="303535"/>
                  </a:lnTo>
                  <a:lnTo>
                    <a:pt x="37671" y="306221"/>
                  </a:lnTo>
                  <a:lnTo>
                    <a:pt x="40361" y="307565"/>
                  </a:lnTo>
                  <a:lnTo>
                    <a:pt x="48434" y="308908"/>
                  </a:lnTo>
                  <a:lnTo>
                    <a:pt x="52470" y="308908"/>
                  </a:lnTo>
                  <a:lnTo>
                    <a:pt x="53815" y="308908"/>
                  </a:lnTo>
                  <a:lnTo>
                    <a:pt x="56506" y="310251"/>
                  </a:lnTo>
                  <a:lnTo>
                    <a:pt x="57851" y="307565"/>
                  </a:lnTo>
                  <a:lnTo>
                    <a:pt x="60542" y="307565"/>
                  </a:lnTo>
                  <a:lnTo>
                    <a:pt x="63233" y="308908"/>
                  </a:lnTo>
                  <a:lnTo>
                    <a:pt x="69960" y="308908"/>
                  </a:lnTo>
                  <a:lnTo>
                    <a:pt x="78032" y="311594"/>
                  </a:lnTo>
                  <a:lnTo>
                    <a:pt x="80723" y="308908"/>
                  </a:lnTo>
                  <a:lnTo>
                    <a:pt x="87449" y="308908"/>
                  </a:lnTo>
                  <a:lnTo>
                    <a:pt x="88795" y="311594"/>
                  </a:lnTo>
                  <a:lnTo>
                    <a:pt x="90140" y="311594"/>
                  </a:lnTo>
                  <a:lnTo>
                    <a:pt x="92831" y="310251"/>
                  </a:lnTo>
                  <a:lnTo>
                    <a:pt x="95522" y="308908"/>
                  </a:lnTo>
                  <a:lnTo>
                    <a:pt x="98213" y="310251"/>
                  </a:lnTo>
                  <a:lnTo>
                    <a:pt x="99558" y="312937"/>
                  </a:lnTo>
                  <a:lnTo>
                    <a:pt x="102249" y="312937"/>
                  </a:lnTo>
                  <a:lnTo>
                    <a:pt x="103594" y="311594"/>
                  </a:lnTo>
                  <a:lnTo>
                    <a:pt x="106285" y="312937"/>
                  </a:lnTo>
                  <a:lnTo>
                    <a:pt x="107630" y="316966"/>
                  </a:lnTo>
                  <a:lnTo>
                    <a:pt x="110321" y="316966"/>
                  </a:lnTo>
                  <a:lnTo>
                    <a:pt x="111666" y="314280"/>
                  </a:lnTo>
                  <a:lnTo>
                    <a:pt x="118393" y="314280"/>
                  </a:lnTo>
                  <a:lnTo>
                    <a:pt x="121084" y="310251"/>
                  </a:lnTo>
                  <a:lnTo>
                    <a:pt x="125120" y="308908"/>
                  </a:lnTo>
                  <a:lnTo>
                    <a:pt x="129156" y="308908"/>
                  </a:lnTo>
                  <a:lnTo>
                    <a:pt x="134538" y="304878"/>
                  </a:lnTo>
                  <a:lnTo>
                    <a:pt x="141265" y="302192"/>
                  </a:lnTo>
                  <a:lnTo>
                    <a:pt x="145301" y="300849"/>
                  </a:lnTo>
                  <a:lnTo>
                    <a:pt x="146646" y="298163"/>
                  </a:lnTo>
                  <a:lnTo>
                    <a:pt x="149337" y="298163"/>
                  </a:lnTo>
                  <a:lnTo>
                    <a:pt x="154718" y="299506"/>
                  </a:lnTo>
                  <a:lnTo>
                    <a:pt x="158754" y="298163"/>
                  </a:lnTo>
                  <a:lnTo>
                    <a:pt x="161445" y="300849"/>
                  </a:lnTo>
                  <a:lnTo>
                    <a:pt x="172208" y="300849"/>
                  </a:lnTo>
                  <a:lnTo>
                    <a:pt x="181626" y="294134"/>
                  </a:lnTo>
                  <a:lnTo>
                    <a:pt x="184317" y="291448"/>
                  </a:lnTo>
                  <a:lnTo>
                    <a:pt x="185662" y="290105"/>
                  </a:lnTo>
                  <a:lnTo>
                    <a:pt x="187007" y="292791"/>
                  </a:lnTo>
                  <a:lnTo>
                    <a:pt x="188353" y="290105"/>
                  </a:lnTo>
                  <a:lnTo>
                    <a:pt x="192389" y="287418"/>
                  </a:lnTo>
                  <a:lnTo>
                    <a:pt x="192389" y="284732"/>
                  </a:lnTo>
                  <a:lnTo>
                    <a:pt x="193734" y="282046"/>
                  </a:lnTo>
                  <a:lnTo>
                    <a:pt x="196425" y="283389"/>
                  </a:lnTo>
                  <a:lnTo>
                    <a:pt x="199116" y="282046"/>
                  </a:lnTo>
                  <a:lnTo>
                    <a:pt x="200461" y="279360"/>
                  </a:lnTo>
                  <a:lnTo>
                    <a:pt x="200461" y="276674"/>
                  </a:lnTo>
                  <a:lnTo>
                    <a:pt x="203152" y="278017"/>
                  </a:lnTo>
                  <a:lnTo>
                    <a:pt x="205843" y="278017"/>
                  </a:lnTo>
                  <a:lnTo>
                    <a:pt x="207188" y="280703"/>
                  </a:lnTo>
                  <a:lnTo>
                    <a:pt x="207188" y="283389"/>
                  </a:lnTo>
                  <a:lnTo>
                    <a:pt x="208533" y="286075"/>
                  </a:lnTo>
                  <a:lnTo>
                    <a:pt x="204497" y="287418"/>
                  </a:lnTo>
                  <a:lnTo>
                    <a:pt x="204497" y="291448"/>
                  </a:lnTo>
                  <a:lnTo>
                    <a:pt x="203152" y="294134"/>
                  </a:lnTo>
                  <a:lnTo>
                    <a:pt x="200461" y="296820"/>
                  </a:lnTo>
                  <a:lnTo>
                    <a:pt x="200461" y="298163"/>
                  </a:lnTo>
                  <a:lnTo>
                    <a:pt x="204497" y="298163"/>
                  </a:lnTo>
                  <a:lnTo>
                    <a:pt x="208533" y="302192"/>
                  </a:lnTo>
                  <a:lnTo>
                    <a:pt x="209879" y="300849"/>
                  </a:lnTo>
                  <a:lnTo>
                    <a:pt x="212570" y="300849"/>
                  </a:lnTo>
                  <a:lnTo>
                    <a:pt x="216606" y="302192"/>
                  </a:lnTo>
                  <a:lnTo>
                    <a:pt x="217951" y="306221"/>
                  </a:lnTo>
                  <a:lnTo>
                    <a:pt x="220642" y="308908"/>
                  </a:lnTo>
                  <a:lnTo>
                    <a:pt x="220642" y="306221"/>
                  </a:lnTo>
                  <a:lnTo>
                    <a:pt x="221987" y="304878"/>
                  </a:lnTo>
                  <a:lnTo>
                    <a:pt x="226023" y="306221"/>
                  </a:lnTo>
                  <a:lnTo>
                    <a:pt x="226023" y="310251"/>
                  </a:lnTo>
                  <a:lnTo>
                    <a:pt x="221987" y="312937"/>
                  </a:lnTo>
                  <a:lnTo>
                    <a:pt x="217951" y="312937"/>
                  </a:lnTo>
                  <a:lnTo>
                    <a:pt x="215260" y="316966"/>
                  </a:lnTo>
                  <a:lnTo>
                    <a:pt x="216606" y="318309"/>
                  </a:lnTo>
                  <a:lnTo>
                    <a:pt x="219296" y="318309"/>
                  </a:lnTo>
                  <a:lnTo>
                    <a:pt x="221987" y="319652"/>
                  </a:lnTo>
                  <a:lnTo>
                    <a:pt x="226023" y="322338"/>
                  </a:lnTo>
                  <a:lnTo>
                    <a:pt x="230059" y="322338"/>
                  </a:lnTo>
                  <a:lnTo>
                    <a:pt x="232750" y="316966"/>
                  </a:lnTo>
                  <a:lnTo>
                    <a:pt x="235441" y="316966"/>
                  </a:lnTo>
                  <a:lnTo>
                    <a:pt x="234096" y="320995"/>
                  </a:lnTo>
                  <a:lnTo>
                    <a:pt x="236786" y="326368"/>
                  </a:lnTo>
                  <a:lnTo>
                    <a:pt x="240823" y="327711"/>
                  </a:lnTo>
                  <a:lnTo>
                    <a:pt x="243513" y="325025"/>
                  </a:lnTo>
                  <a:lnTo>
                    <a:pt x="247549" y="326368"/>
                  </a:lnTo>
                  <a:lnTo>
                    <a:pt x="248895" y="329054"/>
                  </a:lnTo>
                  <a:lnTo>
                    <a:pt x="252931" y="329054"/>
                  </a:lnTo>
                  <a:lnTo>
                    <a:pt x="255622" y="331740"/>
                  </a:lnTo>
                  <a:lnTo>
                    <a:pt x="256967" y="331740"/>
                  </a:lnTo>
                  <a:lnTo>
                    <a:pt x="256967" y="327711"/>
                  </a:lnTo>
                  <a:lnTo>
                    <a:pt x="259658" y="327711"/>
                  </a:lnTo>
                  <a:lnTo>
                    <a:pt x="263694" y="326368"/>
                  </a:lnTo>
                  <a:lnTo>
                    <a:pt x="265039" y="329054"/>
                  </a:lnTo>
                  <a:lnTo>
                    <a:pt x="265039" y="331740"/>
                  </a:lnTo>
                  <a:lnTo>
                    <a:pt x="266385" y="333083"/>
                  </a:lnTo>
                  <a:lnTo>
                    <a:pt x="270421" y="331740"/>
                  </a:lnTo>
                  <a:lnTo>
                    <a:pt x="273112" y="327711"/>
                  </a:lnTo>
                  <a:lnTo>
                    <a:pt x="275802" y="329054"/>
                  </a:lnTo>
                  <a:lnTo>
                    <a:pt x="275802" y="333083"/>
                  </a:lnTo>
                  <a:lnTo>
                    <a:pt x="278493" y="333083"/>
                  </a:lnTo>
                  <a:lnTo>
                    <a:pt x="279838" y="330397"/>
                  </a:lnTo>
                  <a:lnTo>
                    <a:pt x="281184" y="329054"/>
                  </a:lnTo>
                  <a:lnTo>
                    <a:pt x="283875" y="326368"/>
                  </a:lnTo>
                  <a:lnTo>
                    <a:pt x="287911" y="326368"/>
                  </a:lnTo>
                  <a:lnTo>
                    <a:pt x="287911" y="329054"/>
                  </a:lnTo>
                  <a:lnTo>
                    <a:pt x="290601" y="329054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5" name="Freeform 1084">
              <a:extLst>
                <a:ext uri="{FF2B5EF4-FFF2-40B4-BE49-F238E27FC236}">
                  <a16:creationId xmlns:a16="http://schemas.microsoft.com/office/drawing/2014/main" id="{1BCCC0BC-A9F7-8653-0781-B895F5FFDD6C}"/>
                </a:ext>
              </a:extLst>
            </p:cNvPr>
            <p:cNvSpPr/>
            <p:nvPr/>
          </p:nvSpPr>
          <p:spPr>
            <a:xfrm>
              <a:off x="5731306" y="2355217"/>
              <a:ext cx="56505" cy="55066"/>
            </a:xfrm>
            <a:custGeom>
              <a:avLst/>
              <a:gdLst>
                <a:gd name="connsiteX0" fmla="*/ 0 w 56505"/>
                <a:gd name="connsiteY0" fmla="*/ 52380 h 55066"/>
                <a:gd name="connsiteX1" fmla="*/ 1345 w 56505"/>
                <a:gd name="connsiteY1" fmla="*/ 45665 h 55066"/>
                <a:gd name="connsiteX2" fmla="*/ 0 w 56505"/>
                <a:gd name="connsiteY2" fmla="*/ 44322 h 55066"/>
                <a:gd name="connsiteX3" fmla="*/ 1345 w 56505"/>
                <a:gd name="connsiteY3" fmla="*/ 38949 h 55066"/>
                <a:gd name="connsiteX4" fmla="*/ 1345 w 56505"/>
                <a:gd name="connsiteY4" fmla="*/ 32234 h 55066"/>
                <a:gd name="connsiteX5" fmla="*/ 8072 w 56505"/>
                <a:gd name="connsiteY5" fmla="*/ 25518 h 55066"/>
                <a:gd name="connsiteX6" fmla="*/ 10763 w 56505"/>
                <a:gd name="connsiteY6" fmla="*/ 20146 h 55066"/>
                <a:gd name="connsiteX7" fmla="*/ 14799 w 56505"/>
                <a:gd name="connsiteY7" fmla="*/ 17460 h 55066"/>
                <a:gd name="connsiteX8" fmla="*/ 22871 w 56505"/>
                <a:gd name="connsiteY8" fmla="*/ 6715 h 55066"/>
                <a:gd name="connsiteX9" fmla="*/ 26908 w 56505"/>
                <a:gd name="connsiteY9" fmla="*/ 4029 h 55066"/>
                <a:gd name="connsiteX10" fmla="*/ 29598 w 56505"/>
                <a:gd name="connsiteY10" fmla="*/ 4029 h 55066"/>
                <a:gd name="connsiteX11" fmla="*/ 32289 w 56505"/>
                <a:gd name="connsiteY11" fmla="*/ 1343 h 55066"/>
                <a:gd name="connsiteX12" fmla="*/ 34980 w 56505"/>
                <a:gd name="connsiteY12" fmla="*/ 2686 h 55066"/>
                <a:gd name="connsiteX13" fmla="*/ 40361 w 56505"/>
                <a:gd name="connsiteY13" fmla="*/ 0 h 55066"/>
                <a:gd name="connsiteX14" fmla="*/ 45743 w 56505"/>
                <a:gd name="connsiteY14" fmla="*/ 1343 h 55066"/>
                <a:gd name="connsiteX15" fmla="*/ 48434 w 56505"/>
                <a:gd name="connsiteY15" fmla="*/ 5372 h 55066"/>
                <a:gd name="connsiteX16" fmla="*/ 51124 w 56505"/>
                <a:gd name="connsiteY16" fmla="*/ 5372 h 55066"/>
                <a:gd name="connsiteX17" fmla="*/ 53815 w 56505"/>
                <a:gd name="connsiteY17" fmla="*/ 9402 h 55066"/>
                <a:gd name="connsiteX18" fmla="*/ 56506 w 56505"/>
                <a:gd name="connsiteY18" fmla="*/ 14774 h 55066"/>
                <a:gd name="connsiteX19" fmla="*/ 55161 w 56505"/>
                <a:gd name="connsiteY19" fmla="*/ 17460 h 55066"/>
                <a:gd name="connsiteX20" fmla="*/ 51124 w 56505"/>
                <a:gd name="connsiteY20" fmla="*/ 21489 h 55066"/>
                <a:gd name="connsiteX21" fmla="*/ 48434 w 56505"/>
                <a:gd name="connsiteY21" fmla="*/ 26862 h 55066"/>
                <a:gd name="connsiteX22" fmla="*/ 48434 w 56505"/>
                <a:gd name="connsiteY22" fmla="*/ 32234 h 55066"/>
                <a:gd name="connsiteX23" fmla="*/ 41707 w 56505"/>
                <a:gd name="connsiteY23" fmla="*/ 42979 h 55066"/>
                <a:gd name="connsiteX24" fmla="*/ 40361 w 56505"/>
                <a:gd name="connsiteY24" fmla="*/ 47008 h 55066"/>
                <a:gd name="connsiteX25" fmla="*/ 34980 w 56505"/>
                <a:gd name="connsiteY25" fmla="*/ 48351 h 55066"/>
                <a:gd name="connsiteX26" fmla="*/ 29598 w 56505"/>
                <a:gd name="connsiteY26" fmla="*/ 51037 h 55066"/>
                <a:gd name="connsiteX27" fmla="*/ 28253 w 56505"/>
                <a:gd name="connsiteY27" fmla="*/ 52380 h 55066"/>
                <a:gd name="connsiteX28" fmla="*/ 24217 w 56505"/>
                <a:gd name="connsiteY28" fmla="*/ 53723 h 55066"/>
                <a:gd name="connsiteX29" fmla="*/ 18835 w 56505"/>
                <a:gd name="connsiteY29" fmla="*/ 55066 h 55066"/>
                <a:gd name="connsiteX30" fmla="*/ 14799 w 56505"/>
                <a:gd name="connsiteY30" fmla="*/ 53723 h 55066"/>
                <a:gd name="connsiteX31" fmla="*/ 8072 w 56505"/>
                <a:gd name="connsiteY31" fmla="*/ 55066 h 55066"/>
                <a:gd name="connsiteX32" fmla="*/ 4036 w 56505"/>
                <a:gd name="connsiteY32" fmla="*/ 53723 h 55066"/>
                <a:gd name="connsiteX33" fmla="*/ 1345 w 56505"/>
                <a:gd name="connsiteY33" fmla="*/ 53723 h 55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6505" h="55066">
                  <a:moveTo>
                    <a:pt x="0" y="52380"/>
                  </a:moveTo>
                  <a:lnTo>
                    <a:pt x="1345" y="45665"/>
                  </a:lnTo>
                  <a:lnTo>
                    <a:pt x="0" y="44322"/>
                  </a:lnTo>
                  <a:lnTo>
                    <a:pt x="1345" y="38949"/>
                  </a:lnTo>
                  <a:lnTo>
                    <a:pt x="1345" y="32234"/>
                  </a:lnTo>
                  <a:lnTo>
                    <a:pt x="8072" y="25518"/>
                  </a:lnTo>
                  <a:lnTo>
                    <a:pt x="10763" y="20146"/>
                  </a:lnTo>
                  <a:lnTo>
                    <a:pt x="14799" y="17460"/>
                  </a:lnTo>
                  <a:lnTo>
                    <a:pt x="22871" y="6715"/>
                  </a:lnTo>
                  <a:lnTo>
                    <a:pt x="26908" y="4029"/>
                  </a:lnTo>
                  <a:lnTo>
                    <a:pt x="29598" y="4029"/>
                  </a:lnTo>
                  <a:lnTo>
                    <a:pt x="32289" y="1343"/>
                  </a:lnTo>
                  <a:lnTo>
                    <a:pt x="34980" y="2686"/>
                  </a:lnTo>
                  <a:lnTo>
                    <a:pt x="40361" y="0"/>
                  </a:lnTo>
                  <a:lnTo>
                    <a:pt x="45743" y="1343"/>
                  </a:lnTo>
                  <a:lnTo>
                    <a:pt x="48434" y="5372"/>
                  </a:lnTo>
                  <a:lnTo>
                    <a:pt x="51124" y="5372"/>
                  </a:lnTo>
                  <a:lnTo>
                    <a:pt x="53815" y="9402"/>
                  </a:lnTo>
                  <a:lnTo>
                    <a:pt x="56506" y="14774"/>
                  </a:lnTo>
                  <a:lnTo>
                    <a:pt x="55161" y="17460"/>
                  </a:lnTo>
                  <a:lnTo>
                    <a:pt x="51124" y="21489"/>
                  </a:lnTo>
                  <a:lnTo>
                    <a:pt x="48434" y="26862"/>
                  </a:lnTo>
                  <a:lnTo>
                    <a:pt x="48434" y="32234"/>
                  </a:lnTo>
                  <a:lnTo>
                    <a:pt x="41707" y="42979"/>
                  </a:lnTo>
                  <a:lnTo>
                    <a:pt x="40361" y="47008"/>
                  </a:lnTo>
                  <a:lnTo>
                    <a:pt x="34980" y="48351"/>
                  </a:lnTo>
                  <a:lnTo>
                    <a:pt x="29598" y="51037"/>
                  </a:lnTo>
                  <a:lnTo>
                    <a:pt x="28253" y="52380"/>
                  </a:lnTo>
                  <a:lnTo>
                    <a:pt x="24217" y="53723"/>
                  </a:lnTo>
                  <a:lnTo>
                    <a:pt x="18835" y="55066"/>
                  </a:lnTo>
                  <a:lnTo>
                    <a:pt x="14799" y="53723"/>
                  </a:lnTo>
                  <a:lnTo>
                    <a:pt x="8072" y="55066"/>
                  </a:lnTo>
                  <a:lnTo>
                    <a:pt x="4036" y="53723"/>
                  </a:lnTo>
                  <a:lnTo>
                    <a:pt x="1345" y="5372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6" name="Freeform 1085">
              <a:extLst>
                <a:ext uri="{FF2B5EF4-FFF2-40B4-BE49-F238E27FC236}">
                  <a16:creationId xmlns:a16="http://schemas.microsoft.com/office/drawing/2014/main" id="{0DCEAEA1-B366-8E9D-F47D-494712425798}"/>
                </a:ext>
              </a:extLst>
            </p:cNvPr>
            <p:cNvSpPr/>
            <p:nvPr/>
          </p:nvSpPr>
          <p:spPr>
            <a:xfrm>
              <a:off x="5269842" y="2194048"/>
              <a:ext cx="8072" cy="14773"/>
            </a:xfrm>
            <a:custGeom>
              <a:avLst/>
              <a:gdLst>
                <a:gd name="connsiteX0" fmla="*/ 1345 w 8072"/>
                <a:gd name="connsiteY0" fmla="*/ 14774 h 14773"/>
                <a:gd name="connsiteX1" fmla="*/ 0 w 8072"/>
                <a:gd name="connsiteY1" fmla="*/ 12088 h 14773"/>
                <a:gd name="connsiteX2" fmla="*/ 1345 w 8072"/>
                <a:gd name="connsiteY2" fmla="*/ 8058 h 14773"/>
                <a:gd name="connsiteX3" fmla="*/ 4036 w 8072"/>
                <a:gd name="connsiteY3" fmla="*/ 8058 h 14773"/>
                <a:gd name="connsiteX4" fmla="*/ 1345 w 8072"/>
                <a:gd name="connsiteY4" fmla="*/ 4029 h 14773"/>
                <a:gd name="connsiteX5" fmla="*/ 4036 w 8072"/>
                <a:gd name="connsiteY5" fmla="*/ 1343 h 14773"/>
                <a:gd name="connsiteX6" fmla="*/ 5382 w 8072"/>
                <a:gd name="connsiteY6" fmla="*/ 0 h 14773"/>
                <a:gd name="connsiteX7" fmla="*/ 5382 w 8072"/>
                <a:gd name="connsiteY7" fmla="*/ 4029 h 14773"/>
                <a:gd name="connsiteX8" fmla="*/ 8072 w 8072"/>
                <a:gd name="connsiteY8" fmla="*/ 6715 h 14773"/>
                <a:gd name="connsiteX9" fmla="*/ 8072 w 8072"/>
                <a:gd name="connsiteY9" fmla="*/ 9402 h 14773"/>
                <a:gd name="connsiteX10" fmla="*/ 6727 w 8072"/>
                <a:gd name="connsiteY10" fmla="*/ 12088 h 14773"/>
                <a:gd name="connsiteX11" fmla="*/ 4036 w 8072"/>
                <a:gd name="connsiteY11" fmla="*/ 12088 h 14773"/>
                <a:gd name="connsiteX12" fmla="*/ 2691 w 8072"/>
                <a:gd name="connsiteY12" fmla="*/ 14774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072" h="14773">
                  <a:moveTo>
                    <a:pt x="1345" y="14774"/>
                  </a:moveTo>
                  <a:lnTo>
                    <a:pt x="0" y="12088"/>
                  </a:lnTo>
                  <a:lnTo>
                    <a:pt x="1345" y="8058"/>
                  </a:lnTo>
                  <a:lnTo>
                    <a:pt x="4036" y="8058"/>
                  </a:lnTo>
                  <a:lnTo>
                    <a:pt x="1345" y="4029"/>
                  </a:lnTo>
                  <a:lnTo>
                    <a:pt x="4036" y="1343"/>
                  </a:lnTo>
                  <a:lnTo>
                    <a:pt x="5382" y="0"/>
                  </a:lnTo>
                  <a:lnTo>
                    <a:pt x="5382" y="4029"/>
                  </a:lnTo>
                  <a:lnTo>
                    <a:pt x="8072" y="6715"/>
                  </a:lnTo>
                  <a:lnTo>
                    <a:pt x="8072" y="9402"/>
                  </a:lnTo>
                  <a:lnTo>
                    <a:pt x="6727" y="12088"/>
                  </a:lnTo>
                  <a:lnTo>
                    <a:pt x="4036" y="12088"/>
                  </a:lnTo>
                  <a:lnTo>
                    <a:pt x="2691" y="14774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7" name="Freeform 1086">
              <a:extLst>
                <a:ext uri="{FF2B5EF4-FFF2-40B4-BE49-F238E27FC236}">
                  <a16:creationId xmlns:a16="http://schemas.microsoft.com/office/drawing/2014/main" id="{C674735C-9B89-4432-DEE1-BCBDDBA4A9D5}"/>
                </a:ext>
              </a:extLst>
            </p:cNvPr>
            <p:cNvSpPr/>
            <p:nvPr/>
          </p:nvSpPr>
          <p:spPr>
            <a:xfrm>
              <a:off x="5221409" y="2235683"/>
              <a:ext cx="10762" cy="12087"/>
            </a:xfrm>
            <a:custGeom>
              <a:avLst/>
              <a:gdLst>
                <a:gd name="connsiteX0" fmla="*/ 5381 w 10762"/>
                <a:gd name="connsiteY0" fmla="*/ 12088 h 12087"/>
                <a:gd name="connsiteX1" fmla="*/ 9418 w 10762"/>
                <a:gd name="connsiteY1" fmla="*/ 10745 h 12087"/>
                <a:gd name="connsiteX2" fmla="*/ 10763 w 10762"/>
                <a:gd name="connsiteY2" fmla="*/ 6715 h 12087"/>
                <a:gd name="connsiteX3" fmla="*/ 10763 w 10762"/>
                <a:gd name="connsiteY3" fmla="*/ 4029 h 12087"/>
                <a:gd name="connsiteX4" fmla="*/ 10763 w 10762"/>
                <a:gd name="connsiteY4" fmla="*/ 1343 h 12087"/>
                <a:gd name="connsiteX5" fmla="*/ 9418 w 10762"/>
                <a:gd name="connsiteY5" fmla="*/ 0 h 12087"/>
                <a:gd name="connsiteX6" fmla="*/ 6727 w 10762"/>
                <a:gd name="connsiteY6" fmla="*/ 2686 h 12087"/>
                <a:gd name="connsiteX7" fmla="*/ 5381 w 10762"/>
                <a:gd name="connsiteY7" fmla="*/ 5372 h 12087"/>
                <a:gd name="connsiteX8" fmla="*/ 0 w 10762"/>
                <a:gd name="connsiteY8" fmla="*/ 4029 h 12087"/>
                <a:gd name="connsiteX9" fmla="*/ 0 w 10762"/>
                <a:gd name="connsiteY9" fmla="*/ 6715 h 12087"/>
                <a:gd name="connsiteX10" fmla="*/ 2691 w 10762"/>
                <a:gd name="connsiteY10" fmla="*/ 10745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62" h="12087">
                  <a:moveTo>
                    <a:pt x="5381" y="12088"/>
                  </a:moveTo>
                  <a:lnTo>
                    <a:pt x="9418" y="10745"/>
                  </a:lnTo>
                  <a:lnTo>
                    <a:pt x="10763" y="6715"/>
                  </a:lnTo>
                  <a:lnTo>
                    <a:pt x="10763" y="4029"/>
                  </a:lnTo>
                  <a:lnTo>
                    <a:pt x="10763" y="1343"/>
                  </a:lnTo>
                  <a:lnTo>
                    <a:pt x="9418" y="0"/>
                  </a:lnTo>
                  <a:lnTo>
                    <a:pt x="6727" y="2686"/>
                  </a:lnTo>
                  <a:lnTo>
                    <a:pt x="5381" y="5372"/>
                  </a:lnTo>
                  <a:lnTo>
                    <a:pt x="0" y="4029"/>
                  </a:lnTo>
                  <a:lnTo>
                    <a:pt x="0" y="6715"/>
                  </a:lnTo>
                  <a:lnTo>
                    <a:pt x="2691" y="1074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8" name="Freeform 1087">
              <a:extLst>
                <a:ext uri="{FF2B5EF4-FFF2-40B4-BE49-F238E27FC236}">
                  <a16:creationId xmlns:a16="http://schemas.microsoft.com/office/drawing/2014/main" id="{EB037D84-072E-5B17-C5A6-5AAF04D83A24}"/>
                </a:ext>
              </a:extLst>
            </p:cNvPr>
            <p:cNvSpPr/>
            <p:nvPr/>
          </p:nvSpPr>
          <p:spPr>
            <a:xfrm>
              <a:off x="5268497" y="2226282"/>
              <a:ext cx="13453" cy="21489"/>
            </a:xfrm>
            <a:custGeom>
              <a:avLst/>
              <a:gdLst>
                <a:gd name="connsiteX0" fmla="*/ 10763 w 13453"/>
                <a:gd name="connsiteY0" fmla="*/ 13431 h 21489"/>
                <a:gd name="connsiteX1" fmla="*/ 5381 w 13453"/>
                <a:gd name="connsiteY1" fmla="*/ 16117 h 21489"/>
                <a:gd name="connsiteX2" fmla="*/ 4036 w 13453"/>
                <a:gd name="connsiteY2" fmla="*/ 18803 h 21489"/>
                <a:gd name="connsiteX3" fmla="*/ 2691 w 13453"/>
                <a:gd name="connsiteY3" fmla="*/ 21489 h 21489"/>
                <a:gd name="connsiteX4" fmla="*/ 0 w 13453"/>
                <a:gd name="connsiteY4" fmla="*/ 16117 h 21489"/>
                <a:gd name="connsiteX5" fmla="*/ 0 w 13453"/>
                <a:gd name="connsiteY5" fmla="*/ 13431 h 21489"/>
                <a:gd name="connsiteX6" fmla="*/ 4036 w 13453"/>
                <a:gd name="connsiteY6" fmla="*/ 6715 h 21489"/>
                <a:gd name="connsiteX7" fmla="*/ 4036 w 13453"/>
                <a:gd name="connsiteY7" fmla="*/ 2686 h 21489"/>
                <a:gd name="connsiteX8" fmla="*/ 6727 w 13453"/>
                <a:gd name="connsiteY8" fmla="*/ 0 h 21489"/>
                <a:gd name="connsiteX9" fmla="*/ 9418 w 13453"/>
                <a:gd name="connsiteY9" fmla="*/ 0 h 21489"/>
                <a:gd name="connsiteX10" fmla="*/ 9418 w 13453"/>
                <a:gd name="connsiteY10" fmla="*/ 4029 h 21489"/>
                <a:gd name="connsiteX11" fmla="*/ 13454 w 13453"/>
                <a:gd name="connsiteY11" fmla="*/ 8058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453" h="21489">
                  <a:moveTo>
                    <a:pt x="10763" y="13431"/>
                  </a:moveTo>
                  <a:lnTo>
                    <a:pt x="5381" y="16117"/>
                  </a:lnTo>
                  <a:lnTo>
                    <a:pt x="4036" y="18803"/>
                  </a:lnTo>
                  <a:lnTo>
                    <a:pt x="2691" y="21489"/>
                  </a:lnTo>
                  <a:lnTo>
                    <a:pt x="0" y="16117"/>
                  </a:lnTo>
                  <a:lnTo>
                    <a:pt x="0" y="13431"/>
                  </a:lnTo>
                  <a:lnTo>
                    <a:pt x="4036" y="6715"/>
                  </a:lnTo>
                  <a:lnTo>
                    <a:pt x="4036" y="2686"/>
                  </a:lnTo>
                  <a:lnTo>
                    <a:pt x="6727" y="0"/>
                  </a:lnTo>
                  <a:lnTo>
                    <a:pt x="9418" y="0"/>
                  </a:lnTo>
                  <a:lnTo>
                    <a:pt x="9418" y="4029"/>
                  </a:lnTo>
                  <a:lnTo>
                    <a:pt x="13454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9" name="Freeform 1088">
              <a:extLst>
                <a:ext uri="{FF2B5EF4-FFF2-40B4-BE49-F238E27FC236}">
                  <a16:creationId xmlns:a16="http://schemas.microsoft.com/office/drawing/2014/main" id="{E3572D73-2EE8-5352-91BF-21D6B016C65C}"/>
                </a:ext>
              </a:extLst>
            </p:cNvPr>
            <p:cNvSpPr/>
            <p:nvPr/>
          </p:nvSpPr>
          <p:spPr>
            <a:xfrm>
              <a:off x="5281951" y="2220910"/>
              <a:ext cx="9417" cy="12087"/>
            </a:xfrm>
            <a:custGeom>
              <a:avLst/>
              <a:gdLst>
                <a:gd name="connsiteX0" fmla="*/ 2691 w 9417"/>
                <a:gd name="connsiteY0" fmla="*/ 12088 h 12087"/>
                <a:gd name="connsiteX1" fmla="*/ 1345 w 9417"/>
                <a:gd name="connsiteY1" fmla="*/ 9402 h 12087"/>
                <a:gd name="connsiteX2" fmla="*/ 0 w 9417"/>
                <a:gd name="connsiteY2" fmla="*/ 8058 h 12087"/>
                <a:gd name="connsiteX3" fmla="*/ 4036 w 9417"/>
                <a:gd name="connsiteY3" fmla="*/ 1343 h 12087"/>
                <a:gd name="connsiteX4" fmla="*/ 6727 w 9417"/>
                <a:gd name="connsiteY4" fmla="*/ 0 h 12087"/>
                <a:gd name="connsiteX5" fmla="*/ 9418 w 9417"/>
                <a:gd name="connsiteY5" fmla="*/ 5372 h 12087"/>
                <a:gd name="connsiteX6" fmla="*/ 6727 w 9417"/>
                <a:gd name="connsiteY6" fmla="*/ 8058 h 12087"/>
                <a:gd name="connsiteX7" fmla="*/ 5381 w 9417"/>
                <a:gd name="connsiteY7" fmla="*/ 12088 h 12087"/>
                <a:gd name="connsiteX8" fmla="*/ 2691 w 9417"/>
                <a:gd name="connsiteY8" fmla="*/ 12088 h 12087"/>
                <a:gd name="connsiteX9" fmla="*/ 2691 w 9417"/>
                <a:gd name="connsiteY9" fmla="*/ 1208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17" h="12087">
                  <a:moveTo>
                    <a:pt x="2691" y="12088"/>
                  </a:moveTo>
                  <a:lnTo>
                    <a:pt x="1345" y="9402"/>
                  </a:lnTo>
                  <a:lnTo>
                    <a:pt x="0" y="8058"/>
                  </a:lnTo>
                  <a:lnTo>
                    <a:pt x="4036" y="1343"/>
                  </a:lnTo>
                  <a:lnTo>
                    <a:pt x="6727" y="0"/>
                  </a:lnTo>
                  <a:lnTo>
                    <a:pt x="9418" y="5372"/>
                  </a:lnTo>
                  <a:lnTo>
                    <a:pt x="6727" y="8058"/>
                  </a:lnTo>
                  <a:lnTo>
                    <a:pt x="5381" y="12088"/>
                  </a:lnTo>
                  <a:cubicBezTo>
                    <a:pt x="5381" y="10745"/>
                    <a:pt x="2691" y="12088"/>
                    <a:pt x="2691" y="12088"/>
                  </a:cubicBezTo>
                  <a:lnTo>
                    <a:pt x="2691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0" name="Freeform 1089">
              <a:extLst>
                <a:ext uri="{FF2B5EF4-FFF2-40B4-BE49-F238E27FC236}">
                  <a16:creationId xmlns:a16="http://schemas.microsoft.com/office/drawing/2014/main" id="{A4F9396F-EF7E-77D7-0F39-25E0296C07E4}"/>
                </a:ext>
              </a:extLst>
            </p:cNvPr>
            <p:cNvSpPr/>
            <p:nvPr/>
          </p:nvSpPr>
          <p:spPr>
            <a:xfrm>
              <a:off x="5380163" y="2220910"/>
              <a:ext cx="14799" cy="16116"/>
            </a:xfrm>
            <a:custGeom>
              <a:avLst/>
              <a:gdLst>
                <a:gd name="connsiteX0" fmla="*/ 0 w 14799"/>
                <a:gd name="connsiteY0" fmla="*/ 13431 h 16116"/>
                <a:gd name="connsiteX1" fmla="*/ 2691 w 14799"/>
                <a:gd name="connsiteY1" fmla="*/ 5372 h 16116"/>
                <a:gd name="connsiteX2" fmla="*/ 8072 w 14799"/>
                <a:gd name="connsiteY2" fmla="*/ 0 h 16116"/>
                <a:gd name="connsiteX3" fmla="*/ 14799 w 14799"/>
                <a:gd name="connsiteY3" fmla="*/ 2686 h 16116"/>
                <a:gd name="connsiteX4" fmla="*/ 14799 w 14799"/>
                <a:gd name="connsiteY4" fmla="*/ 6715 h 16116"/>
                <a:gd name="connsiteX5" fmla="*/ 9418 w 14799"/>
                <a:gd name="connsiteY5" fmla="*/ 14774 h 16116"/>
                <a:gd name="connsiteX6" fmla="*/ 5382 w 14799"/>
                <a:gd name="connsiteY6" fmla="*/ 16117 h 16116"/>
                <a:gd name="connsiteX7" fmla="*/ 6727 w 14799"/>
                <a:gd name="connsiteY7" fmla="*/ 12088 h 16116"/>
                <a:gd name="connsiteX8" fmla="*/ 6727 w 14799"/>
                <a:gd name="connsiteY8" fmla="*/ 8058 h 16116"/>
                <a:gd name="connsiteX9" fmla="*/ 5382 w 14799"/>
                <a:gd name="connsiteY9" fmla="*/ 10745 h 16116"/>
                <a:gd name="connsiteX10" fmla="*/ 4036 w 14799"/>
                <a:gd name="connsiteY10" fmla="*/ 13431 h 16116"/>
                <a:gd name="connsiteX11" fmla="*/ 0 w 14799"/>
                <a:gd name="connsiteY11" fmla="*/ 13431 h 16116"/>
                <a:gd name="connsiteX12" fmla="*/ 0 w 14799"/>
                <a:gd name="connsiteY12" fmla="*/ 13431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99" h="16116">
                  <a:moveTo>
                    <a:pt x="0" y="13431"/>
                  </a:moveTo>
                  <a:lnTo>
                    <a:pt x="2691" y="5372"/>
                  </a:lnTo>
                  <a:lnTo>
                    <a:pt x="8072" y="0"/>
                  </a:lnTo>
                  <a:lnTo>
                    <a:pt x="14799" y="2686"/>
                  </a:lnTo>
                  <a:lnTo>
                    <a:pt x="14799" y="6715"/>
                  </a:lnTo>
                  <a:lnTo>
                    <a:pt x="9418" y="14774"/>
                  </a:lnTo>
                  <a:lnTo>
                    <a:pt x="5382" y="16117"/>
                  </a:lnTo>
                  <a:lnTo>
                    <a:pt x="6727" y="12088"/>
                  </a:lnTo>
                  <a:lnTo>
                    <a:pt x="6727" y="8058"/>
                  </a:lnTo>
                  <a:lnTo>
                    <a:pt x="5382" y="10745"/>
                  </a:lnTo>
                  <a:lnTo>
                    <a:pt x="4036" y="13431"/>
                  </a:lnTo>
                  <a:cubicBezTo>
                    <a:pt x="4036" y="13431"/>
                    <a:pt x="0" y="13431"/>
                    <a:pt x="0" y="13431"/>
                  </a:cubicBezTo>
                  <a:lnTo>
                    <a:pt x="0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1" name="Freeform 1090">
              <a:extLst>
                <a:ext uri="{FF2B5EF4-FFF2-40B4-BE49-F238E27FC236}">
                  <a16:creationId xmlns:a16="http://schemas.microsoft.com/office/drawing/2014/main" id="{CD626DB8-0D67-C2A0-1BAC-01006F7B0B41}"/>
                </a:ext>
              </a:extLst>
            </p:cNvPr>
            <p:cNvSpPr/>
            <p:nvPr/>
          </p:nvSpPr>
          <p:spPr>
            <a:xfrm>
              <a:off x="5376127" y="2216880"/>
              <a:ext cx="5381" cy="12087"/>
            </a:xfrm>
            <a:custGeom>
              <a:avLst/>
              <a:gdLst>
                <a:gd name="connsiteX0" fmla="*/ 0 w 5381"/>
                <a:gd name="connsiteY0" fmla="*/ 10745 h 12087"/>
                <a:gd name="connsiteX1" fmla="*/ 2691 w 5381"/>
                <a:gd name="connsiteY1" fmla="*/ 12088 h 12087"/>
                <a:gd name="connsiteX2" fmla="*/ 5381 w 5381"/>
                <a:gd name="connsiteY2" fmla="*/ 6715 h 12087"/>
                <a:gd name="connsiteX3" fmla="*/ 2691 w 5381"/>
                <a:gd name="connsiteY3" fmla="*/ 0 h 12087"/>
                <a:gd name="connsiteX4" fmla="*/ 0 w 5381"/>
                <a:gd name="connsiteY4" fmla="*/ 4029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12087">
                  <a:moveTo>
                    <a:pt x="0" y="10745"/>
                  </a:moveTo>
                  <a:lnTo>
                    <a:pt x="2691" y="12088"/>
                  </a:lnTo>
                  <a:lnTo>
                    <a:pt x="5381" y="6715"/>
                  </a:lnTo>
                  <a:lnTo>
                    <a:pt x="2691" y="0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2" name="Freeform 1091">
              <a:extLst>
                <a:ext uri="{FF2B5EF4-FFF2-40B4-BE49-F238E27FC236}">
                  <a16:creationId xmlns:a16="http://schemas.microsoft.com/office/drawing/2014/main" id="{A278C444-D2CC-1CC9-B7DD-9F8E31FBA6AC}"/>
                </a:ext>
              </a:extLst>
            </p:cNvPr>
            <p:cNvSpPr/>
            <p:nvPr/>
          </p:nvSpPr>
          <p:spPr>
            <a:xfrm>
              <a:off x="5296750" y="2191362"/>
              <a:ext cx="86104" cy="88643"/>
            </a:xfrm>
            <a:custGeom>
              <a:avLst/>
              <a:gdLst>
                <a:gd name="connsiteX0" fmla="*/ 76686 w 86104"/>
                <a:gd name="connsiteY0" fmla="*/ 81928 h 88643"/>
                <a:gd name="connsiteX1" fmla="*/ 79377 w 86104"/>
                <a:gd name="connsiteY1" fmla="*/ 79242 h 88643"/>
                <a:gd name="connsiteX2" fmla="*/ 86104 w 86104"/>
                <a:gd name="connsiteY2" fmla="*/ 73869 h 88643"/>
                <a:gd name="connsiteX3" fmla="*/ 86104 w 86104"/>
                <a:gd name="connsiteY3" fmla="*/ 69840 h 88643"/>
                <a:gd name="connsiteX4" fmla="*/ 80723 w 86104"/>
                <a:gd name="connsiteY4" fmla="*/ 72526 h 88643"/>
                <a:gd name="connsiteX5" fmla="*/ 78032 w 86104"/>
                <a:gd name="connsiteY5" fmla="*/ 68497 h 88643"/>
                <a:gd name="connsiteX6" fmla="*/ 83413 w 86104"/>
                <a:gd name="connsiteY6" fmla="*/ 57752 h 88643"/>
                <a:gd name="connsiteX7" fmla="*/ 84759 w 86104"/>
                <a:gd name="connsiteY7" fmla="*/ 52380 h 88643"/>
                <a:gd name="connsiteX8" fmla="*/ 78032 w 86104"/>
                <a:gd name="connsiteY8" fmla="*/ 56409 h 88643"/>
                <a:gd name="connsiteX9" fmla="*/ 75341 w 86104"/>
                <a:gd name="connsiteY9" fmla="*/ 63125 h 88643"/>
                <a:gd name="connsiteX10" fmla="*/ 75341 w 86104"/>
                <a:gd name="connsiteY10" fmla="*/ 59095 h 88643"/>
                <a:gd name="connsiteX11" fmla="*/ 78032 w 86104"/>
                <a:gd name="connsiteY11" fmla="*/ 47008 h 88643"/>
                <a:gd name="connsiteX12" fmla="*/ 75341 w 86104"/>
                <a:gd name="connsiteY12" fmla="*/ 29548 h 88643"/>
                <a:gd name="connsiteX13" fmla="*/ 68614 w 86104"/>
                <a:gd name="connsiteY13" fmla="*/ 24175 h 88643"/>
                <a:gd name="connsiteX14" fmla="*/ 68614 w 86104"/>
                <a:gd name="connsiteY14" fmla="*/ 18803 h 88643"/>
                <a:gd name="connsiteX15" fmla="*/ 64578 w 86104"/>
                <a:gd name="connsiteY15" fmla="*/ 18803 h 88643"/>
                <a:gd name="connsiteX16" fmla="*/ 60542 w 86104"/>
                <a:gd name="connsiteY16" fmla="*/ 24175 h 88643"/>
                <a:gd name="connsiteX17" fmla="*/ 60542 w 86104"/>
                <a:gd name="connsiteY17" fmla="*/ 18803 h 88643"/>
                <a:gd name="connsiteX18" fmla="*/ 64578 w 86104"/>
                <a:gd name="connsiteY18" fmla="*/ 14774 h 88643"/>
                <a:gd name="connsiteX19" fmla="*/ 61887 w 86104"/>
                <a:gd name="connsiteY19" fmla="*/ 9401 h 88643"/>
                <a:gd name="connsiteX20" fmla="*/ 63233 w 86104"/>
                <a:gd name="connsiteY20" fmla="*/ 5372 h 88643"/>
                <a:gd name="connsiteX21" fmla="*/ 63233 w 86104"/>
                <a:gd name="connsiteY21" fmla="*/ 0 h 88643"/>
                <a:gd name="connsiteX22" fmla="*/ 55161 w 86104"/>
                <a:gd name="connsiteY22" fmla="*/ 2686 h 88643"/>
                <a:gd name="connsiteX23" fmla="*/ 48434 w 86104"/>
                <a:gd name="connsiteY23" fmla="*/ 8058 h 88643"/>
                <a:gd name="connsiteX24" fmla="*/ 44397 w 86104"/>
                <a:gd name="connsiteY24" fmla="*/ 17460 h 88643"/>
                <a:gd name="connsiteX25" fmla="*/ 47088 w 86104"/>
                <a:gd name="connsiteY25" fmla="*/ 25518 h 88643"/>
                <a:gd name="connsiteX26" fmla="*/ 43052 w 86104"/>
                <a:gd name="connsiteY26" fmla="*/ 24175 h 88643"/>
                <a:gd name="connsiteX27" fmla="*/ 40361 w 86104"/>
                <a:gd name="connsiteY27" fmla="*/ 17460 h 88643"/>
                <a:gd name="connsiteX28" fmla="*/ 37671 w 86104"/>
                <a:gd name="connsiteY28" fmla="*/ 16117 h 88643"/>
                <a:gd name="connsiteX29" fmla="*/ 37671 w 86104"/>
                <a:gd name="connsiteY29" fmla="*/ 22832 h 88643"/>
                <a:gd name="connsiteX30" fmla="*/ 33634 w 86104"/>
                <a:gd name="connsiteY30" fmla="*/ 22832 h 88643"/>
                <a:gd name="connsiteX31" fmla="*/ 36325 w 86104"/>
                <a:gd name="connsiteY31" fmla="*/ 28205 h 88643"/>
                <a:gd name="connsiteX32" fmla="*/ 33634 w 86104"/>
                <a:gd name="connsiteY32" fmla="*/ 32234 h 88643"/>
                <a:gd name="connsiteX33" fmla="*/ 29598 w 86104"/>
                <a:gd name="connsiteY33" fmla="*/ 32234 h 88643"/>
                <a:gd name="connsiteX34" fmla="*/ 25562 w 86104"/>
                <a:gd name="connsiteY34" fmla="*/ 36263 h 88643"/>
                <a:gd name="connsiteX35" fmla="*/ 17490 w 86104"/>
                <a:gd name="connsiteY35" fmla="*/ 36263 h 88643"/>
                <a:gd name="connsiteX36" fmla="*/ 14799 w 86104"/>
                <a:gd name="connsiteY36" fmla="*/ 37606 h 88643"/>
                <a:gd name="connsiteX37" fmla="*/ 10763 w 86104"/>
                <a:gd name="connsiteY37" fmla="*/ 36263 h 88643"/>
                <a:gd name="connsiteX38" fmla="*/ 0 w 86104"/>
                <a:gd name="connsiteY38" fmla="*/ 44321 h 88643"/>
                <a:gd name="connsiteX39" fmla="*/ 1345 w 86104"/>
                <a:gd name="connsiteY39" fmla="*/ 49694 h 88643"/>
                <a:gd name="connsiteX40" fmla="*/ 5382 w 86104"/>
                <a:gd name="connsiteY40" fmla="*/ 56409 h 88643"/>
                <a:gd name="connsiteX41" fmla="*/ 10763 w 86104"/>
                <a:gd name="connsiteY41" fmla="*/ 53723 h 88643"/>
                <a:gd name="connsiteX42" fmla="*/ 9418 w 86104"/>
                <a:gd name="connsiteY42" fmla="*/ 49694 h 88643"/>
                <a:gd name="connsiteX43" fmla="*/ 10763 w 86104"/>
                <a:gd name="connsiteY43" fmla="*/ 47008 h 88643"/>
                <a:gd name="connsiteX44" fmla="*/ 16144 w 86104"/>
                <a:gd name="connsiteY44" fmla="*/ 51037 h 88643"/>
                <a:gd name="connsiteX45" fmla="*/ 13454 w 86104"/>
                <a:gd name="connsiteY45" fmla="*/ 57752 h 88643"/>
                <a:gd name="connsiteX46" fmla="*/ 18835 w 86104"/>
                <a:gd name="connsiteY46" fmla="*/ 61782 h 88643"/>
                <a:gd name="connsiteX47" fmla="*/ 22871 w 86104"/>
                <a:gd name="connsiteY47" fmla="*/ 56409 h 88643"/>
                <a:gd name="connsiteX48" fmla="*/ 24217 w 86104"/>
                <a:gd name="connsiteY48" fmla="*/ 60438 h 88643"/>
                <a:gd name="connsiteX49" fmla="*/ 22871 w 86104"/>
                <a:gd name="connsiteY49" fmla="*/ 64468 h 88643"/>
                <a:gd name="connsiteX50" fmla="*/ 28253 w 86104"/>
                <a:gd name="connsiteY50" fmla="*/ 71183 h 88643"/>
                <a:gd name="connsiteX51" fmla="*/ 33634 w 86104"/>
                <a:gd name="connsiteY51" fmla="*/ 72526 h 88643"/>
                <a:gd name="connsiteX52" fmla="*/ 36325 w 86104"/>
                <a:gd name="connsiteY52" fmla="*/ 80585 h 88643"/>
                <a:gd name="connsiteX53" fmla="*/ 39016 w 86104"/>
                <a:gd name="connsiteY53" fmla="*/ 84614 h 88643"/>
                <a:gd name="connsiteX54" fmla="*/ 43052 w 86104"/>
                <a:gd name="connsiteY54" fmla="*/ 77898 h 88643"/>
                <a:gd name="connsiteX55" fmla="*/ 44397 w 86104"/>
                <a:gd name="connsiteY55" fmla="*/ 81928 h 88643"/>
                <a:gd name="connsiteX56" fmla="*/ 51124 w 86104"/>
                <a:gd name="connsiteY56" fmla="*/ 88643 h 88643"/>
                <a:gd name="connsiteX57" fmla="*/ 53815 w 86104"/>
                <a:gd name="connsiteY57" fmla="*/ 87300 h 88643"/>
                <a:gd name="connsiteX58" fmla="*/ 59197 w 86104"/>
                <a:gd name="connsiteY58" fmla="*/ 87300 h 88643"/>
                <a:gd name="connsiteX59" fmla="*/ 64578 w 86104"/>
                <a:gd name="connsiteY59" fmla="*/ 81928 h 88643"/>
                <a:gd name="connsiteX60" fmla="*/ 68614 w 86104"/>
                <a:gd name="connsiteY60" fmla="*/ 81928 h 88643"/>
                <a:gd name="connsiteX61" fmla="*/ 73996 w 86104"/>
                <a:gd name="connsiteY61" fmla="*/ 77898 h 8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6104" h="88643">
                  <a:moveTo>
                    <a:pt x="76686" y="81928"/>
                  </a:moveTo>
                  <a:lnTo>
                    <a:pt x="79377" y="79242"/>
                  </a:lnTo>
                  <a:lnTo>
                    <a:pt x="86104" y="73869"/>
                  </a:lnTo>
                  <a:lnTo>
                    <a:pt x="86104" y="69840"/>
                  </a:lnTo>
                  <a:lnTo>
                    <a:pt x="80723" y="72526"/>
                  </a:lnTo>
                  <a:lnTo>
                    <a:pt x="78032" y="68497"/>
                  </a:lnTo>
                  <a:lnTo>
                    <a:pt x="83413" y="57752"/>
                  </a:lnTo>
                  <a:lnTo>
                    <a:pt x="84759" y="52380"/>
                  </a:lnTo>
                  <a:lnTo>
                    <a:pt x="78032" y="56409"/>
                  </a:lnTo>
                  <a:lnTo>
                    <a:pt x="75341" y="63125"/>
                  </a:lnTo>
                  <a:lnTo>
                    <a:pt x="75341" y="59095"/>
                  </a:lnTo>
                  <a:lnTo>
                    <a:pt x="78032" y="47008"/>
                  </a:lnTo>
                  <a:lnTo>
                    <a:pt x="75341" y="29548"/>
                  </a:lnTo>
                  <a:lnTo>
                    <a:pt x="68614" y="24175"/>
                  </a:lnTo>
                  <a:lnTo>
                    <a:pt x="68614" y="18803"/>
                  </a:lnTo>
                  <a:lnTo>
                    <a:pt x="64578" y="18803"/>
                  </a:lnTo>
                  <a:lnTo>
                    <a:pt x="60542" y="24175"/>
                  </a:lnTo>
                  <a:lnTo>
                    <a:pt x="60542" y="18803"/>
                  </a:lnTo>
                  <a:lnTo>
                    <a:pt x="64578" y="14774"/>
                  </a:lnTo>
                  <a:lnTo>
                    <a:pt x="61887" y="9401"/>
                  </a:lnTo>
                  <a:lnTo>
                    <a:pt x="63233" y="5372"/>
                  </a:lnTo>
                  <a:lnTo>
                    <a:pt x="63233" y="0"/>
                  </a:lnTo>
                  <a:lnTo>
                    <a:pt x="55161" y="2686"/>
                  </a:lnTo>
                  <a:lnTo>
                    <a:pt x="48434" y="8058"/>
                  </a:lnTo>
                  <a:lnTo>
                    <a:pt x="44397" y="17460"/>
                  </a:lnTo>
                  <a:lnTo>
                    <a:pt x="47088" y="25518"/>
                  </a:lnTo>
                  <a:lnTo>
                    <a:pt x="43052" y="24175"/>
                  </a:lnTo>
                  <a:lnTo>
                    <a:pt x="40361" y="17460"/>
                  </a:lnTo>
                  <a:lnTo>
                    <a:pt x="37671" y="16117"/>
                  </a:lnTo>
                  <a:lnTo>
                    <a:pt x="37671" y="22832"/>
                  </a:lnTo>
                  <a:lnTo>
                    <a:pt x="33634" y="22832"/>
                  </a:lnTo>
                  <a:lnTo>
                    <a:pt x="36325" y="28205"/>
                  </a:lnTo>
                  <a:lnTo>
                    <a:pt x="33634" y="32234"/>
                  </a:lnTo>
                  <a:lnTo>
                    <a:pt x="29598" y="32234"/>
                  </a:lnTo>
                  <a:lnTo>
                    <a:pt x="25562" y="36263"/>
                  </a:lnTo>
                  <a:lnTo>
                    <a:pt x="17490" y="36263"/>
                  </a:lnTo>
                  <a:lnTo>
                    <a:pt x="14799" y="37606"/>
                  </a:lnTo>
                  <a:lnTo>
                    <a:pt x="10763" y="36263"/>
                  </a:lnTo>
                  <a:lnTo>
                    <a:pt x="0" y="44321"/>
                  </a:lnTo>
                  <a:lnTo>
                    <a:pt x="1345" y="49694"/>
                  </a:lnTo>
                  <a:lnTo>
                    <a:pt x="5382" y="56409"/>
                  </a:lnTo>
                  <a:lnTo>
                    <a:pt x="10763" y="53723"/>
                  </a:lnTo>
                  <a:lnTo>
                    <a:pt x="9418" y="49694"/>
                  </a:lnTo>
                  <a:lnTo>
                    <a:pt x="10763" y="47008"/>
                  </a:lnTo>
                  <a:lnTo>
                    <a:pt x="16144" y="51037"/>
                  </a:lnTo>
                  <a:lnTo>
                    <a:pt x="13454" y="57752"/>
                  </a:lnTo>
                  <a:lnTo>
                    <a:pt x="18835" y="61782"/>
                  </a:lnTo>
                  <a:lnTo>
                    <a:pt x="22871" y="56409"/>
                  </a:lnTo>
                  <a:lnTo>
                    <a:pt x="24217" y="60438"/>
                  </a:lnTo>
                  <a:lnTo>
                    <a:pt x="22871" y="64468"/>
                  </a:lnTo>
                  <a:lnTo>
                    <a:pt x="28253" y="71183"/>
                  </a:lnTo>
                  <a:lnTo>
                    <a:pt x="33634" y="72526"/>
                  </a:lnTo>
                  <a:lnTo>
                    <a:pt x="36325" y="80585"/>
                  </a:lnTo>
                  <a:lnTo>
                    <a:pt x="39016" y="84614"/>
                  </a:lnTo>
                  <a:lnTo>
                    <a:pt x="43052" y="77898"/>
                  </a:lnTo>
                  <a:lnTo>
                    <a:pt x="44397" y="81928"/>
                  </a:lnTo>
                  <a:lnTo>
                    <a:pt x="51124" y="88643"/>
                  </a:lnTo>
                  <a:lnTo>
                    <a:pt x="53815" y="87300"/>
                  </a:lnTo>
                  <a:lnTo>
                    <a:pt x="59197" y="87300"/>
                  </a:lnTo>
                  <a:lnTo>
                    <a:pt x="64578" y="81928"/>
                  </a:lnTo>
                  <a:lnTo>
                    <a:pt x="68614" y="81928"/>
                  </a:lnTo>
                  <a:lnTo>
                    <a:pt x="73996" y="7789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3" name="Freeform 1092">
              <a:extLst>
                <a:ext uri="{FF2B5EF4-FFF2-40B4-BE49-F238E27FC236}">
                  <a16:creationId xmlns:a16="http://schemas.microsoft.com/office/drawing/2014/main" id="{8CD72DB5-EDF2-78A3-11D7-1C650759EC2B}"/>
                </a:ext>
              </a:extLst>
            </p:cNvPr>
            <p:cNvSpPr/>
            <p:nvPr/>
          </p:nvSpPr>
          <p:spPr>
            <a:xfrm>
              <a:off x="5903515" y="2223596"/>
              <a:ext cx="17489" cy="14027"/>
            </a:xfrm>
            <a:custGeom>
              <a:avLst/>
              <a:gdLst>
                <a:gd name="connsiteX0" fmla="*/ 1345 w 17489"/>
                <a:gd name="connsiteY0" fmla="*/ 13431 h 14027"/>
                <a:gd name="connsiteX1" fmla="*/ 1345 w 17489"/>
                <a:gd name="connsiteY1" fmla="*/ 9401 h 14027"/>
                <a:gd name="connsiteX2" fmla="*/ 0 w 17489"/>
                <a:gd name="connsiteY2" fmla="*/ 6715 h 14027"/>
                <a:gd name="connsiteX3" fmla="*/ 2691 w 17489"/>
                <a:gd name="connsiteY3" fmla="*/ 2686 h 14027"/>
                <a:gd name="connsiteX4" fmla="*/ 6727 w 17489"/>
                <a:gd name="connsiteY4" fmla="*/ 0 h 14027"/>
                <a:gd name="connsiteX5" fmla="*/ 10763 w 17489"/>
                <a:gd name="connsiteY5" fmla="*/ 1343 h 14027"/>
                <a:gd name="connsiteX6" fmla="*/ 12108 w 17489"/>
                <a:gd name="connsiteY6" fmla="*/ 5372 h 14027"/>
                <a:gd name="connsiteX7" fmla="*/ 14799 w 17489"/>
                <a:gd name="connsiteY7" fmla="*/ 5372 h 14027"/>
                <a:gd name="connsiteX8" fmla="*/ 17490 w 17489"/>
                <a:gd name="connsiteY8" fmla="*/ 8058 h 14027"/>
                <a:gd name="connsiteX9" fmla="*/ 14799 w 17489"/>
                <a:gd name="connsiteY9" fmla="*/ 12088 h 14027"/>
                <a:gd name="connsiteX10" fmla="*/ 10763 w 17489"/>
                <a:gd name="connsiteY10" fmla="*/ 13431 h 14027"/>
                <a:gd name="connsiteX11" fmla="*/ 8072 w 17489"/>
                <a:gd name="connsiteY11" fmla="*/ 12088 h 14027"/>
                <a:gd name="connsiteX12" fmla="*/ 5381 w 17489"/>
                <a:gd name="connsiteY12" fmla="*/ 13431 h 14027"/>
                <a:gd name="connsiteX13" fmla="*/ 1345 w 17489"/>
                <a:gd name="connsiteY13" fmla="*/ 13431 h 14027"/>
                <a:gd name="connsiteX14" fmla="*/ 1345 w 17489"/>
                <a:gd name="connsiteY14" fmla="*/ 13431 h 14027"/>
                <a:gd name="connsiteX15" fmla="*/ 1345 w 17489"/>
                <a:gd name="connsiteY15" fmla="*/ 13431 h 1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89" h="14027">
                  <a:moveTo>
                    <a:pt x="1345" y="13431"/>
                  </a:moveTo>
                  <a:lnTo>
                    <a:pt x="1345" y="9401"/>
                  </a:lnTo>
                  <a:lnTo>
                    <a:pt x="0" y="6715"/>
                  </a:lnTo>
                  <a:lnTo>
                    <a:pt x="2691" y="2686"/>
                  </a:lnTo>
                  <a:lnTo>
                    <a:pt x="6727" y="0"/>
                  </a:lnTo>
                  <a:lnTo>
                    <a:pt x="10763" y="1343"/>
                  </a:lnTo>
                  <a:lnTo>
                    <a:pt x="12108" y="5372"/>
                  </a:lnTo>
                  <a:lnTo>
                    <a:pt x="14799" y="5372"/>
                  </a:lnTo>
                  <a:lnTo>
                    <a:pt x="17490" y="8058"/>
                  </a:lnTo>
                  <a:lnTo>
                    <a:pt x="14799" y="12088"/>
                  </a:lnTo>
                  <a:lnTo>
                    <a:pt x="10763" y="13431"/>
                  </a:lnTo>
                  <a:lnTo>
                    <a:pt x="8072" y="12088"/>
                  </a:lnTo>
                  <a:lnTo>
                    <a:pt x="5381" y="13431"/>
                  </a:lnTo>
                  <a:lnTo>
                    <a:pt x="1345" y="13431"/>
                  </a:lnTo>
                  <a:cubicBezTo>
                    <a:pt x="2691" y="14774"/>
                    <a:pt x="0" y="13431"/>
                    <a:pt x="1345" y="13431"/>
                  </a:cubicBezTo>
                  <a:lnTo>
                    <a:pt x="1345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4" name="Freeform 1093">
              <a:extLst>
                <a:ext uri="{FF2B5EF4-FFF2-40B4-BE49-F238E27FC236}">
                  <a16:creationId xmlns:a16="http://schemas.microsoft.com/office/drawing/2014/main" id="{13548D70-84BF-7898-2E42-B56080CE2B52}"/>
                </a:ext>
              </a:extLst>
            </p:cNvPr>
            <p:cNvSpPr/>
            <p:nvPr/>
          </p:nvSpPr>
          <p:spPr>
            <a:xfrm>
              <a:off x="5546990" y="2001988"/>
              <a:ext cx="508552" cy="688998"/>
            </a:xfrm>
            <a:custGeom>
              <a:avLst/>
              <a:gdLst>
                <a:gd name="connsiteX0" fmla="*/ 345762 w 508552"/>
                <a:gd name="connsiteY0" fmla="*/ 688998 h 688998"/>
                <a:gd name="connsiteX1" fmla="*/ 340380 w 508552"/>
                <a:gd name="connsiteY1" fmla="*/ 688998 h 688998"/>
                <a:gd name="connsiteX2" fmla="*/ 336344 w 508552"/>
                <a:gd name="connsiteY2" fmla="*/ 686312 h 688998"/>
                <a:gd name="connsiteX3" fmla="*/ 328272 w 508552"/>
                <a:gd name="connsiteY3" fmla="*/ 683626 h 688998"/>
                <a:gd name="connsiteX4" fmla="*/ 324236 w 508552"/>
                <a:gd name="connsiteY4" fmla="*/ 680940 h 688998"/>
                <a:gd name="connsiteX5" fmla="*/ 321545 w 508552"/>
                <a:gd name="connsiteY5" fmla="*/ 680940 h 688998"/>
                <a:gd name="connsiteX6" fmla="*/ 314818 w 508552"/>
                <a:gd name="connsiteY6" fmla="*/ 674225 h 688998"/>
                <a:gd name="connsiteX7" fmla="*/ 313473 w 508552"/>
                <a:gd name="connsiteY7" fmla="*/ 671539 h 688998"/>
                <a:gd name="connsiteX8" fmla="*/ 309437 w 508552"/>
                <a:gd name="connsiteY8" fmla="*/ 668852 h 688998"/>
                <a:gd name="connsiteX9" fmla="*/ 306746 w 508552"/>
                <a:gd name="connsiteY9" fmla="*/ 670195 h 688998"/>
                <a:gd name="connsiteX10" fmla="*/ 304055 w 508552"/>
                <a:gd name="connsiteY10" fmla="*/ 668852 h 688998"/>
                <a:gd name="connsiteX11" fmla="*/ 301364 w 508552"/>
                <a:gd name="connsiteY11" fmla="*/ 670195 h 688998"/>
                <a:gd name="connsiteX12" fmla="*/ 293292 w 508552"/>
                <a:gd name="connsiteY12" fmla="*/ 667509 h 688998"/>
                <a:gd name="connsiteX13" fmla="*/ 293292 w 508552"/>
                <a:gd name="connsiteY13" fmla="*/ 664823 h 688998"/>
                <a:gd name="connsiteX14" fmla="*/ 290601 w 508552"/>
                <a:gd name="connsiteY14" fmla="*/ 662137 h 688998"/>
                <a:gd name="connsiteX15" fmla="*/ 286565 w 508552"/>
                <a:gd name="connsiteY15" fmla="*/ 662137 h 688998"/>
                <a:gd name="connsiteX16" fmla="*/ 281184 w 508552"/>
                <a:gd name="connsiteY16" fmla="*/ 655422 h 688998"/>
                <a:gd name="connsiteX17" fmla="*/ 281184 w 508552"/>
                <a:gd name="connsiteY17" fmla="*/ 651392 h 688998"/>
                <a:gd name="connsiteX18" fmla="*/ 278493 w 508552"/>
                <a:gd name="connsiteY18" fmla="*/ 652735 h 688998"/>
                <a:gd name="connsiteX19" fmla="*/ 275802 w 508552"/>
                <a:gd name="connsiteY19" fmla="*/ 650049 h 688998"/>
                <a:gd name="connsiteX20" fmla="*/ 273112 w 508552"/>
                <a:gd name="connsiteY20" fmla="*/ 646020 h 688998"/>
                <a:gd name="connsiteX21" fmla="*/ 275802 w 508552"/>
                <a:gd name="connsiteY21" fmla="*/ 643334 h 688998"/>
                <a:gd name="connsiteX22" fmla="*/ 278493 w 508552"/>
                <a:gd name="connsiteY22" fmla="*/ 641991 h 688998"/>
                <a:gd name="connsiteX23" fmla="*/ 273112 w 508552"/>
                <a:gd name="connsiteY23" fmla="*/ 640648 h 688998"/>
                <a:gd name="connsiteX24" fmla="*/ 271766 w 508552"/>
                <a:gd name="connsiteY24" fmla="*/ 640648 h 688998"/>
                <a:gd name="connsiteX25" fmla="*/ 270421 w 508552"/>
                <a:gd name="connsiteY25" fmla="*/ 643334 h 688998"/>
                <a:gd name="connsiteX26" fmla="*/ 267730 w 508552"/>
                <a:gd name="connsiteY26" fmla="*/ 641991 h 688998"/>
                <a:gd name="connsiteX27" fmla="*/ 267730 w 508552"/>
                <a:gd name="connsiteY27" fmla="*/ 639305 h 688998"/>
                <a:gd name="connsiteX28" fmla="*/ 263694 w 508552"/>
                <a:gd name="connsiteY28" fmla="*/ 639305 h 688998"/>
                <a:gd name="connsiteX29" fmla="*/ 255622 w 508552"/>
                <a:gd name="connsiteY29" fmla="*/ 633932 h 688998"/>
                <a:gd name="connsiteX30" fmla="*/ 252931 w 508552"/>
                <a:gd name="connsiteY30" fmla="*/ 633932 h 688998"/>
                <a:gd name="connsiteX31" fmla="*/ 250240 w 508552"/>
                <a:gd name="connsiteY31" fmla="*/ 631246 h 688998"/>
                <a:gd name="connsiteX32" fmla="*/ 244859 w 508552"/>
                <a:gd name="connsiteY32" fmla="*/ 627217 h 688998"/>
                <a:gd name="connsiteX33" fmla="*/ 244859 w 508552"/>
                <a:gd name="connsiteY33" fmla="*/ 624531 h 688998"/>
                <a:gd name="connsiteX34" fmla="*/ 242168 w 508552"/>
                <a:gd name="connsiteY34" fmla="*/ 624531 h 688998"/>
                <a:gd name="connsiteX35" fmla="*/ 239477 w 508552"/>
                <a:gd name="connsiteY35" fmla="*/ 620502 h 688998"/>
                <a:gd name="connsiteX36" fmla="*/ 235441 w 508552"/>
                <a:gd name="connsiteY36" fmla="*/ 616472 h 688998"/>
                <a:gd name="connsiteX37" fmla="*/ 235441 w 508552"/>
                <a:gd name="connsiteY37" fmla="*/ 609757 h 688998"/>
                <a:gd name="connsiteX38" fmla="*/ 230059 w 508552"/>
                <a:gd name="connsiteY38" fmla="*/ 607071 h 688998"/>
                <a:gd name="connsiteX39" fmla="*/ 232750 w 508552"/>
                <a:gd name="connsiteY39" fmla="*/ 605728 h 688998"/>
                <a:gd name="connsiteX40" fmla="*/ 239477 w 508552"/>
                <a:gd name="connsiteY40" fmla="*/ 605728 h 688998"/>
                <a:gd name="connsiteX41" fmla="*/ 248895 w 508552"/>
                <a:gd name="connsiteY41" fmla="*/ 599012 h 688998"/>
                <a:gd name="connsiteX42" fmla="*/ 250240 w 508552"/>
                <a:gd name="connsiteY42" fmla="*/ 597669 h 688998"/>
                <a:gd name="connsiteX43" fmla="*/ 243513 w 508552"/>
                <a:gd name="connsiteY43" fmla="*/ 597669 h 688998"/>
                <a:gd name="connsiteX44" fmla="*/ 239477 w 508552"/>
                <a:gd name="connsiteY44" fmla="*/ 592297 h 688998"/>
                <a:gd name="connsiteX45" fmla="*/ 238132 w 508552"/>
                <a:gd name="connsiteY45" fmla="*/ 586925 h 688998"/>
                <a:gd name="connsiteX46" fmla="*/ 238132 w 508552"/>
                <a:gd name="connsiteY46" fmla="*/ 584239 h 688998"/>
                <a:gd name="connsiteX47" fmla="*/ 235441 w 508552"/>
                <a:gd name="connsiteY47" fmla="*/ 585582 h 688998"/>
                <a:gd name="connsiteX48" fmla="*/ 232750 w 508552"/>
                <a:gd name="connsiteY48" fmla="*/ 590954 h 688998"/>
                <a:gd name="connsiteX49" fmla="*/ 232750 w 508552"/>
                <a:gd name="connsiteY49" fmla="*/ 594983 h 688998"/>
                <a:gd name="connsiteX50" fmla="*/ 228714 w 508552"/>
                <a:gd name="connsiteY50" fmla="*/ 590954 h 688998"/>
                <a:gd name="connsiteX51" fmla="*/ 231405 w 508552"/>
                <a:gd name="connsiteY51" fmla="*/ 586925 h 688998"/>
                <a:gd name="connsiteX52" fmla="*/ 232750 w 508552"/>
                <a:gd name="connsiteY52" fmla="*/ 578866 h 688998"/>
                <a:gd name="connsiteX53" fmla="*/ 228714 w 508552"/>
                <a:gd name="connsiteY53" fmla="*/ 584239 h 688998"/>
                <a:gd name="connsiteX54" fmla="*/ 227369 w 508552"/>
                <a:gd name="connsiteY54" fmla="*/ 581552 h 688998"/>
                <a:gd name="connsiteX55" fmla="*/ 227369 w 508552"/>
                <a:gd name="connsiteY55" fmla="*/ 576180 h 688998"/>
                <a:gd name="connsiteX56" fmla="*/ 223332 w 508552"/>
                <a:gd name="connsiteY56" fmla="*/ 577523 h 688998"/>
                <a:gd name="connsiteX57" fmla="*/ 221987 w 508552"/>
                <a:gd name="connsiteY57" fmla="*/ 572151 h 688998"/>
                <a:gd name="connsiteX58" fmla="*/ 221987 w 508552"/>
                <a:gd name="connsiteY58" fmla="*/ 568122 h 688998"/>
                <a:gd name="connsiteX59" fmla="*/ 219296 w 508552"/>
                <a:gd name="connsiteY59" fmla="*/ 561406 h 688998"/>
                <a:gd name="connsiteX60" fmla="*/ 215260 w 508552"/>
                <a:gd name="connsiteY60" fmla="*/ 558720 h 688998"/>
                <a:gd name="connsiteX61" fmla="*/ 216606 w 508552"/>
                <a:gd name="connsiteY61" fmla="*/ 554691 h 688998"/>
                <a:gd name="connsiteX62" fmla="*/ 221987 w 508552"/>
                <a:gd name="connsiteY62" fmla="*/ 549318 h 688998"/>
                <a:gd name="connsiteX63" fmla="*/ 220642 w 508552"/>
                <a:gd name="connsiteY63" fmla="*/ 547975 h 688998"/>
                <a:gd name="connsiteX64" fmla="*/ 211224 w 508552"/>
                <a:gd name="connsiteY64" fmla="*/ 554691 h 688998"/>
                <a:gd name="connsiteX65" fmla="*/ 211224 w 508552"/>
                <a:gd name="connsiteY65" fmla="*/ 560063 h 688998"/>
                <a:gd name="connsiteX66" fmla="*/ 209879 w 508552"/>
                <a:gd name="connsiteY66" fmla="*/ 556034 h 688998"/>
                <a:gd name="connsiteX67" fmla="*/ 212570 w 508552"/>
                <a:gd name="connsiteY67" fmla="*/ 549318 h 688998"/>
                <a:gd name="connsiteX68" fmla="*/ 208533 w 508552"/>
                <a:gd name="connsiteY68" fmla="*/ 547975 h 688998"/>
                <a:gd name="connsiteX69" fmla="*/ 205843 w 508552"/>
                <a:gd name="connsiteY69" fmla="*/ 550662 h 688998"/>
                <a:gd name="connsiteX70" fmla="*/ 204497 w 508552"/>
                <a:gd name="connsiteY70" fmla="*/ 549318 h 688998"/>
                <a:gd name="connsiteX71" fmla="*/ 201806 w 508552"/>
                <a:gd name="connsiteY71" fmla="*/ 557377 h 688998"/>
                <a:gd name="connsiteX72" fmla="*/ 197770 w 508552"/>
                <a:gd name="connsiteY72" fmla="*/ 560063 h 688998"/>
                <a:gd name="connsiteX73" fmla="*/ 197770 w 508552"/>
                <a:gd name="connsiteY73" fmla="*/ 554691 h 688998"/>
                <a:gd name="connsiteX74" fmla="*/ 200461 w 508552"/>
                <a:gd name="connsiteY74" fmla="*/ 550662 h 688998"/>
                <a:gd name="connsiteX75" fmla="*/ 200461 w 508552"/>
                <a:gd name="connsiteY75" fmla="*/ 545289 h 688998"/>
                <a:gd name="connsiteX76" fmla="*/ 201806 w 508552"/>
                <a:gd name="connsiteY76" fmla="*/ 542603 h 688998"/>
                <a:gd name="connsiteX77" fmla="*/ 196425 w 508552"/>
                <a:gd name="connsiteY77" fmla="*/ 543946 h 688998"/>
                <a:gd name="connsiteX78" fmla="*/ 193734 w 508552"/>
                <a:gd name="connsiteY78" fmla="*/ 547975 h 688998"/>
                <a:gd name="connsiteX79" fmla="*/ 191043 w 508552"/>
                <a:gd name="connsiteY79" fmla="*/ 547975 h 688998"/>
                <a:gd name="connsiteX80" fmla="*/ 188353 w 508552"/>
                <a:gd name="connsiteY80" fmla="*/ 552005 h 688998"/>
                <a:gd name="connsiteX81" fmla="*/ 185662 w 508552"/>
                <a:gd name="connsiteY81" fmla="*/ 554691 h 688998"/>
                <a:gd name="connsiteX82" fmla="*/ 180280 w 508552"/>
                <a:gd name="connsiteY82" fmla="*/ 553348 h 688998"/>
                <a:gd name="connsiteX83" fmla="*/ 176244 w 508552"/>
                <a:gd name="connsiteY83" fmla="*/ 549318 h 688998"/>
                <a:gd name="connsiteX84" fmla="*/ 173554 w 508552"/>
                <a:gd name="connsiteY84" fmla="*/ 549318 h 688998"/>
                <a:gd name="connsiteX85" fmla="*/ 168172 w 508552"/>
                <a:gd name="connsiteY85" fmla="*/ 541260 h 688998"/>
                <a:gd name="connsiteX86" fmla="*/ 165481 w 508552"/>
                <a:gd name="connsiteY86" fmla="*/ 541260 h 688998"/>
                <a:gd name="connsiteX87" fmla="*/ 164136 w 508552"/>
                <a:gd name="connsiteY87" fmla="*/ 545289 h 688998"/>
                <a:gd name="connsiteX88" fmla="*/ 164136 w 508552"/>
                <a:gd name="connsiteY88" fmla="*/ 549318 h 688998"/>
                <a:gd name="connsiteX89" fmla="*/ 161445 w 508552"/>
                <a:gd name="connsiteY89" fmla="*/ 552005 h 688998"/>
                <a:gd name="connsiteX90" fmla="*/ 157409 w 508552"/>
                <a:gd name="connsiteY90" fmla="*/ 550662 h 688998"/>
                <a:gd name="connsiteX91" fmla="*/ 154718 w 508552"/>
                <a:gd name="connsiteY91" fmla="*/ 552005 h 688998"/>
                <a:gd name="connsiteX92" fmla="*/ 149337 w 508552"/>
                <a:gd name="connsiteY92" fmla="*/ 552005 h 688998"/>
                <a:gd name="connsiteX93" fmla="*/ 147991 w 508552"/>
                <a:gd name="connsiteY93" fmla="*/ 554691 h 688998"/>
                <a:gd name="connsiteX94" fmla="*/ 142610 w 508552"/>
                <a:gd name="connsiteY94" fmla="*/ 554691 h 688998"/>
                <a:gd name="connsiteX95" fmla="*/ 139919 w 508552"/>
                <a:gd name="connsiteY95" fmla="*/ 557377 h 688998"/>
                <a:gd name="connsiteX96" fmla="*/ 135883 w 508552"/>
                <a:gd name="connsiteY96" fmla="*/ 556034 h 688998"/>
                <a:gd name="connsiteX97" fmla="*/ 127811 w 508552"/>
                <a:gd name="connsiteY97" fmla="*/ 554691 h 688998"/>
                <a:gd name="connsiteX98" fmla="*/ 129156 w 508552"/>
                <a:gd name="connsiteY98" fmla="*/ 552005 h 688998"/>
                <a:gd name="connsiteX99" fmla="*/ 123775 w 508552"/>
                <a:gd name="connsiteY99" fmla="*/ 545289 h 688998"/>
                <a:gd name="connsiteX100" fmla="*/ 121084 w 508552"/>
                <a:gd name="connsiteY100" fmla="*/ 547975 h 688998"/>
                <a:gd name="connsiteX101" fmla="*/ 117048 w 508552"/>
                <a:gd name="connsiteY101" fmla="*/ 542603 h 688998"/>
                <a:gd name="connsiteX102" fmla="*/ 113012 w 508552"/>
                <a:gd name="connsiteY102" fmla="*/ 533202 h 688998"/>
                <a:gd name="connsiteX103" fmla="*/ 114357 w 508552"/>
                <a:gd name="connsiteY103" fmla="*/ 527829 h 688998"/>
                <a:gd name="connsiteX104" fmla="*/ 118393 w 508552"/>
                <a:gd name="connsiteY104" fmla="*/ 525143 h 688998"/>
                <a:gd name="connsiteX105" fmla="*/ 118393 w 508552"/>
                <a:gd name="connsiteY105" fmla="*/ 519771 h 688998"/>
                <a:gd name="connsiteX106" fmla="*/ 122429 w 508552"/>
                <a:gd name="connsiteY106" fmla="*/ 515742 h 688998"/>
                <a:gd name="connsiteX107" fmla="*/ 127811 w 508552"/>
                <a:gd name="connsiteY107" fmla="*/ 515742 h 688998"/>
                <a:gd name="connsiteX108" fmla="*/ 131847 w 508552"/>
                <a:gd name="connsiteY108" fmla="*/ 511712 h 688998"/>
                <a:gd name="connsiteX109" fmla="*/ 135883 w 508552"/>
                <a:gd name="connsiteY109" fmla="*/ 511712 h 688998"/>
                <a:gd name="connsiteX110" fmla="*/ 138574 w 508552"/>
                <a:gd name="connsiteY110" fmla="*/ 511712 h 688998"/>
                <a:gd name="connsiteX111" fmla="*/ 138574 w 508552"/>
                <a:gd name="connsiteY111" fmla="*/ 507683 h 688998"/>
                <a:gd name="connsiteX112" fmla="*/ 137228 w 508552"/>
                <a:gd name="connsiteY112" fmla="*/ 503654 h 688998"/>
                <a:gd name="connsiteX113" fmla="*/ 137228 w 508552"/>
                <a:gd name="connsiteY113" fmla="*/ 500968 h 688998"/>
                <a:gd name="connsiteX114" fmla="*/ 138574 w 508552"/>
                <a:gd name="connsiteY114" fmla="*/ 499625 h 688998"/>
                <a:gd name="connsiteX115" fmla="*/ 141265 w 508552"/>
                <a:gd name="connsiteY115" fmla="*/ 500968 h 688998"/>
                <a:gd name="connsiteX116" fmla="*/ 141265 w 508552"/>
                <a:gd name="connsiteY116" fmla="*/ 498282 h 688998"/>
                <a:gd name="connsiteX117" fmla="*/ 141265 w 508552"/>
                <a:gd name="connsiteY117" fmla="*/ 495595 h 688998"/>
                <a:gd name="connsiteX118" fmla="*/ 142610 w 508552"/>
                <a:gd name="connsiteY118" fmla="*/ 492909 h 688998"/>
                <a:gd name="connsiteX119" fmla="*/ 147991 w 508552"/>
                <a:gd name="connsiteY119" fmla="*/ 500968 h 688998"/>
                <a:gd name="connsiteX120" fmla="*/ 153373 w 508552"/>
                <a:gd name="connsiteY120" fmla="*/ 502311 h 688998"/>
                <a:gd name="connsiteX121" fmla="*/ 158754 w 508552"/>
                <a:gd name="connsiteY121" fmla="*/ 506340 h 688998"/>
                <a:gd name="connsiteX122" fmla="*/ 162790 w 508552"/>
                <a:gd name="connsiteY122" fmla="*/ 510369 h 688998"/>
                <a:gd name="connsiteX123" fmla="*/ 165481 w 508552"/>
                <a:gd name="connsiteY123" fmla="*/ 511712 h 688998"/>
                <a:gd name="connsiteX124" fmla="*/ 170863 w 508552"/>
                <a:gd name="connsiteY124" fmla="*/ 514398 h 688998"/>
                <a:gd name="connsiteX125" fmla="*/ 174899 w 508552"/>
                <a:gd name="connsiteY125" fmla="*/ 510369 h 688998"/>
                <a:gd name="connsiteX126" fmla="*/ 177590 w 508552"/>
                <a:gd name="connsiteY126" fmla="*/ 510369 h 688998"/>
                <a:gd name="connsiteX127" fmla="*/ 180280 w 508552"/>
                <a:gd name="connsiteY127" fmla="*/ 514398 h 688998"/>
                <a:gd name="connsiteX128" fmla="*/ 182971 w 508552"/>
                <a:gd name="connsiteY128" fmla="*/ 514398 h 688998"/>
                <a:gd name="connsiteX129" fmla="*/ 189698 w 508552"/>
                <a:gd name="connsiteY129" fmla="*/ 515742 h 688998"/>
                <a:gd name="connsiteX130" fmla="*/ 192389 w 508552"/>
                <a:gd name="connsiteY130" fmla="*/ 511712 h 688998"/>
                <a:gd name="connsiteX131" fmla="*/ 195080 w 508552"/>
                <a:gd name="connsiteY131" fmla="*/ 506340 h 688998"/>
                <a:gd name="connsiteX132" fmla="*/ 201806 w 508552"/>
                <a:gd name="connsiteY132" fmla="*/ 506340 h 688998"/>
                <a:gd name="connsiteX133" fmla="*/ 201806 w 508552"/>
                <a:gd name="connsiteY133" fmla="*/ 509026 h 688998"/>
                <a:gd name="connsiteX134" fmla="*/ 200461 w 508552"/>
                <a:gd name="connsiteY134" fmla="*/ 510369 h 688998"/>
                <a:gd name="connsiteX135" fmla="*/ 203152 w 508552"/>
                <a:gd name="connsiteY135" fmla="*/ 513055 h 688998"/>
                <a:gd name="connsiteX136" fmla="*/ 208533 w 508552"/>
                <a:gd name="connsiteY136" fmla="*/ 509026 h 688998"/>
                <a:gd name="connsiteX137" fmla="*/ 211224 w 508552"/>
                <a:gd name="connsiteY137" fmla="*/ 503654 h 688998"/>
                <a:gd name="connsiteX138" fmla="*/ 215260 w 508552"/>
                <a:gd name="connsiteY138" fmla="*/ 500968 h 688998"/>
                <a:gd name="connsiteX139" fmla="*/ 217951 w 508552"/>
                <a:gd name="connsiteY139" fmla="*/ 503654 h 688998"/>
                <a:gd name="connsiteX140" fmla="*/ 217951 w 508552"/>
                <a:gd name="connsiteY140" fmla="*/ 510369 h 688998"/>
                <a:gd name="connsiteX141" fmla="*/ 219296 w 508552"/>
                <a:gd name="connsiteY141" fmla="*/ 515742 h 688998"/>
                <a:gd name="connsiteX142" fmla="*/ 220642 w 508552"/>
                <a:gd name="connsiteY142" fmla="*/ 510369 h 688998"/>
                <a:gd name="connsiteX143" fmla="*/ 223332 w 508552"/>
                <a:gd name="connsiteY143" fmla="*/ 507683 h 688998"/>
                <a:gd name="connsiteX144" fmla="*/ 226023 w 508552"/>
                <a:gd name="connsiteY144" fmla="*/ 509026 h 688998"/>
                <a:gd name="connsiteX145" fmla="*/ 228714 w 508552"/>
                <a:gd name="connsiteY145" fmla="*/ 506340 h 688998"/>
                <a:gd name="connsiteX146" fmla="*/ 226023 w 508552"/>
                <a:gd name="connsiteY146" fmla="*/ 494252 h 688998"/>
                <a:gd name="connsiteX147" fmla="*/ 221987 w 508552"/>
                <a:gd name="connsiteY147" fmla="*/ 487537 h 688998"/>
                <a:gd name="connsiteX148" fmla="*/ 221987 w 508552"/>
                <a:gd name="connsiteY148" fmla="*/ 483508 h 688998"/>
                <a:gd name="connsiteX149" fmla="*/ 217951 w 508552"/>
                <a:gd name="connsiteY149" fmla="*/ 478135 h 688998"/>
                <a:gd name="connsiteX150" fmla="*/ 219296 w 508552"/>
                <a:gd name="connsiteY150" fmla="*/ 472763 h 688998"/>
                <a:gd name="connsiteX151" fmla="*/ 221987 w 508552"/>
                <a:gd name="connsiteY151" fmla="*/ 470077 h 688998"/>
                <a:gd name="connsiteX152" fmla="*/ 224678 w 508552"/>
                <a:gd name="connsiteY152" fmla="*/ 470077 h 688998"/>
                <a:gd name="connsiteX153" fmla="*/ 232750 w 508552"/>
                <a:gd name="connsiteY153" fmla="*/ 463362 h 688998"/>
                <a:gd name="connsiteX154" fmla="*/ 242168 w 508552"/>
                <a:gd name="connsiteY154" fmla="*/ 457989 h 688998"/>
                <a:gd name="connsiteX155" fmla="*/ 244859 w 508552"/>
                <a:gd name="connsiteY155" fmla="*/ 456646 h 688998"/>
                <a:gd name="connsiteX156" fmla="*/ 251585 w 508552"/>
                <a:gd name="connsiteY156" fmla="*/ 449931 h 688998"/>
                <a:gd name="connsiteX157" fmla="*/ 254276 w 508552"/>
                <a:gd name="connsiteY157" fmla="*/ 449931 h 688998"/>
                <a:gd name="connsiteX158" fmla="*/ 256967 w 508552"/>
                <a:gd name="connsiteY158" fmla="*/ 452617 h 688998"/>
                <a:gd name="connsiteX159" fmla="*/ 261003 w 508552"/>
                <a:gd name="connsiteY159" fmla="*/ 451274 h 688998"/>
                <a:gd name="connsiteX160" fmla="*/ 263694 w 508552"/>
                <a:gd name="connsiteY160" fmla="*/ 451274 h 688998"/>
                <a:gd name="connsiteX161" fmla="*/ 256967 w 508552"/>
                <a:gd name="connsiteY161" fmla="*/ 447245 h 688998"/>
                <a:gd name="connsiteX162" fmla="*/ 256967 w 508552"/>
                <a:gd name="connsiteY162" fmla="*/ 443215 h 688998"/>
                <a:gd name="connsiteX163" fmla="*/ 265039 w 508552"/>
                <a:gd name="connsiteY163" fmla="*/ 435157 h 688998"/>
                <a:gd name="connsiteX164" fmla="*/ 266385 w 508552"/>
                <a:gd name="connsiteY164" fmla="*/ 432471 h 688998"/>
                <a:gd name="connsiteX165" fmla="*/ 269075 w 508552"/>
                <a:gd name="connsiteY165" fmla="*/ 429785 h 688998"/>
                <a:gd name="connsiteX166" fmla="*/ 277147 w 508552"/>
                <a:gd name="connsiteY166" fmla="*/ 432471 h 688998"/>
                <a:gd name="connsiteX167" fmla="*/ 285220 w 508552"/>
                <a:gd name="connsiteY167" fmla="*/ 429785 h 688998"/>
                <a:gd name="connsiteX168" fmla="*/ 285220 w 508552"/>
                <a:gd name="connsiteY168" fmla="*/ 425755 h 688998"/>
                <a:gd name="connsiteX169" fmla="*/ 282529 w 508552"/>
                <a:gd name="connsiteY169" fmla="*/ 420383 h 688998"/>
                <a:gd name="connsiteX170" fmla="*/ 285220 w 508552"/>
                <a:gd name="connsiteY170" fmla="*/ 417697 h 688998"/>
                <a:gd name="connsiteX171" fmla="*/ 286565 w 508552"/>
                <a:gd name="connsiteY171" fmla="*/ 408295 h 688998"/>
                <a:gd name="connsiteX172" fmla="*/ 286565 w 508552"/>
                <a:gd name="connsiteY172" fmla="*/ 405609 h 688998"/>
                <a:gd name="connsiteX173" fmla="*/ 286565 w 508552"/>
                <a:gd name="connsiteY173" fmla="*/ 404266 h 688998"/>
                <a:gd name="connsiteX174" fmla="*/ 286565 w 508552"/>
                <a:gd name="connsiteY174" fmla="*/ 400237 h 688998"/>
                <a:gd name="connsiteX175" fmla="*/ 289256 w 508552"/>
                <a:gd name="connsiteY175" fmla="*/ 396208 h 688998"/>
                <a:gd name="connsiteX176" fmla="*/ 289256 w 508552"/>
                <a:gd name="connsiteY176" fmla="*/ 390835 h 688998"/>
                <a:gd name="connsiteX177" fmla="*/ 285220 w 508552"/>
                <a:gd name="connsiteY177" fmla="*/ 389492 h 688998"/>
                <a:gd name="connsiteX178" fmla="*/ 285220 w 508552"/>
                <a:gd name="connsiteY178" fmla="*/ 388149 h 688998"/>
                <a:gd name="connsiteX179" fmla="*/ 286565 w 508552"/>
                <a:gd name="connsiteY179" fmla="*/ 380091 h 688998"/>
                <a:gd name="connsiteX180" fmla="*/ 290601 w 508552"/>
                <a:gd name="connsiteY180" fmla="*/ 380091 h 688998"/>
                <a:gd name="connsiteX181" fmla="*/ 291947 w 508552"/>
                <a:gd name="connsiteY181" fmla="*/ 376062 h 688998"/>
                <a:gd name="connsiteX182" fmla="*/ 293292 w 508552"/>
                <a:gd name="connsiteY182" fmla="*/ 372032 h 688998"/>
                <a:gd name="connsiteX183" fmla="*/ 293292 w 508552"/>
                <a:gd name="connsiteY183" fmla="*/ 369346 h 688998"/>
                <a:gd name="connsiteX184" fmla="*/ 290601 w 508552"/>
                <a:gd name="connsiteY184" fmla="*/ 369346 h 688998"/>
                <a:gd name="connsiteX185" fmla="*/ 287911 w 508552"/>
                <a:gd name="connsiteY185" fmla="*/ 372032 h 688998"/>
                <a:gd name="connsiteX186" fmla="*/ 287911 w 508552"/>
                <a:gd name="connsiteY186" fmla="*/ 376062 h 688998"/>
                <a:gd name="connsiteX187" fmla="*/ 286565 w 508552"/>
                <a:gd name="connsiteY187" fmla="*/ 376062 h 688998"/>
                <a:gd name="connsiteX188" fmla="*/ 285220 w 508552"/>
                <a:gd name="connsiteY188" fmla="*/ 373375 h 688998"/>
                <a:gd name="connsiteX189" fmla="*/ 286565 w 508552"/>
                <a:gd name="connsiteY189" fmla="*/ 368003 h 688998"/>
                <a:gd name="connsiteX190" fmla="*/ 283874 w 508552"/>
                <a:gd name="connsiteY190" fmla="*/ 368003 h 688998"/>
                <a:gd name="connsiteX191" fmla="*/ 273112 w 508552"/>
                <a:gd name="connsiteY191" fmla="*/ 366660 h 688998"/>
                <a:gd name="connsiteX192" fmla="*/ 270421 w 508552"/>
                <a:gd name="connsiteY192" fmla="*/ 363974 h 688998"/>
                <a:gd name="connsiteX193" fmla="*/ 271766 w 508552"/>
                <a:gd name="connsiteY193" fmla="*/ 361288 h 688998"/>
                <a:gd name="connsiteX194" fmla="*/ 278493 w 508552"/>
                <a:gd name="connsiteY194" fmla="*/ 358602 h 688998"/>
                <a:gd name="connsiteX195" fmla="*/ 277147 w 508552"/>
                <a:gd name="connsiteY195" fmla="*/ 355915 h 688998"/>
                <a:gd name="connsiteX196" fmla="*/ 274457 w 508552"/>
                <a:gd name="connsiteY196" fmla="*/ 354572 h 688998"/>
                <a:gd name="connsiteX197" fmla="*/ 277147 w 508552"/>
                <a:gd name="connsiteY197" fmla="*/ 349200 h 688998"/>
                <a:gd name="connsiteX198" fmla="*/ 277147 w 508552"/>
                <a:gd name="connsiteY198" fmla="*/ 345171 h 688998"/>
                <a:gd name="connsiteX199" fmla="*/ 271766 w 508552"/>
                <a:gd name="connsiteY199" fmla="*/ 341142 h 688998"/>
                <a:gd name="connsiteX200" fmla="*/ 269075 w 508552"/>
                <a:gd name="connsiteY200" fmla="*/ 342485 h 688998"/>
                <a:gd name="connsiteX201" fmla="*/ 269075 w 508552"/>
                <a:gd name="connsiteY201" fmla="*/ 345171 h 688998"/>
                <a:gd name="connsiteX202" fmla="*/ 270421 w 508552"/>
                <a:gd name="connsiteY202" fmla="*/ 349200 h 688998"/>
                <a:gd name="connsiteX203" fmla="*/ 269075 w 508552"/>
                <a:gd name="connsiteY203" fmla="*/ 351886 h 688998"/>
                <a:gd name="connsiteX204" fmla="*/ 263694 w 508552"/>
                <a:gd name="connsiteY204" fmla="*/ 353229 h 688998"/>
                <a:gd name="connsiteX205" fmla="*/ 261003 w 508552"/>
                <a:gd name="connsiteY205" fmla="*/ 347857 h 688998"/>
                <a:gd name="connsiteX206" fmla="*/ 258312 w 508552"/>
                <a:gd name="connsiteY206" fmla="*/ 347857 h 688998"/>
                <a:gd name="connsiteX207" fmla="*/ 258312 w 508552"/>
                <a:gd name="connsiteY207" fmla="*/ 341142 h 688998"/>
                <a:gd name="connsiteX208" fmla="*/ 262348 w 508552"/>
                <a:gd name="connsiteY208" fmla="*/ 337112 h 688998"/>
                <a:gd name="connsiteX209" fmla="*/ 261003 w 508552"/>
                <a:gd name="connsiteY209" fmla="*/ 334426 h 688998"/>
                <a:gd name="connsiteX210" fmla="*/ 254276 w 508552"/>
                <a:gd name="connsiteY210" fmla="*/ 335769 h 688998"/>
                <a:gd name="connsiteX211" fmla="*/ 254276 w 508552"/>
                <a:gd name="connsiteY211" fmla="*/ 333083 h 688998"/>
                <a:gd name="connsiteX212" fmla="*/ 259658 w 508552"/>
                <a:gd name="connsiteY212" fmla="*/ 331740 h 688998"/>
                <a:gd name="connsiteX213" fmla="*/ 261003 w 508552"/>
                <a:gd name="connsiteY213" fmla="*/ 329054 h 688998"/>
                <a:gd name="connsiteX214" fmla="*/ 256967 w 508552"/>
                <a:gd name="connsiteY214" fmla="*/ 329054 h 688998"/>
                <a:gd name="connsiteX215" fmla="*/ 259658 w 508552"/>
                <a:gd name="connsiteY215" fmla="*/ 326368 h 688998"/>
                <a:gd name="connsiteX216" fmla="*/ 263694 w 508552"/>
                <a:gd name="connsiteY216" fmla="*/ 325025 h 688998"/>
                <a:gd name="connsiteX217" fmla="*/ 263694 w 508552"/>
                <a:gd name="connsiteY217" fmla="*/ 322339 h 688998"/>
                <a:gd name="connsiteX218" fmla="*/ 261003 w 508552"/>
                <a:gd name="connsiteY218" fmla="*/ 319652 h 688998"/>
                <a:gd name="connsiteX219" fmla="*/ 256967 w 508552"/>
                <a:gd name="connsiteY219" fmla="*/ 323682 h 688998"/>
                <a:gd name="connsiteX220" fmla="*/ 252931 w 508552"/>
                <a:gd name="connsiteY220" fmla="*/ 329054 h 688998"/>
                <a:gd name="connsiteX221" fmla="*/ 250240 w 508552"/>
                <a:gd name="connsiteY221" fmla="*/ 331740 h 688998"/>
                <a:gd name="connsiteX222" fmla="*/ 247549 w 508552"/>
                <a:gd name="connsiteY222" fmla="*/ 330397 h 688998"/>
                <a:gd name="connsiteX223" fmla="*/ 247549 w 508552"/>
                <a:gd name="connsiteY223" fmla="*/ 323682 h 688998"/>
                <a:gd name="connsiteX224" fmla="*/ 244859 w 508552"/>
                <a:gd name="connsiteY224" fmla="*/ 325025 h 688998"/>
                <a:gd name="connsiteX225" fmla="*/ 242168 w 508552"/>
                <a:gd name="connsiteY225" fmla="*/ 330397 h 688998"/>
                <a:gd name="connsiteX226" fmla="*/ 238132 w 508552"/>
                <a:gd name="connsiteY226" fmla="*/ 330397 h 688998"/>
                <a:gd name="connsiteX227" fmla="*/ 235441 w 508552"/>
                <a:gd name="connsiteY227" fmla="*/ 331740 h 688998"/>
                <a:gd name="connsiteX228" fmla="*/ 231405 w 508552"/>
                <a:gd name="connsiteY228" fmla="*/ 331740 h 688998"/>
                <a:gd name="connsiteX229" fmla="*/ 227369 w 508552"/>
                <a:gd name="connsiteY229" fmla="*/ 333083 h 688998"/>
                <a:gd name="connsiteX230" fmla="*/ 227369 w 508552"/>
                <a:gd name="connsiteY230" fmla="*/ 335769 h 688998"/>
                <a:gd name="connsiteX231" fmla="*/ 224678 w 508552"/>
                <a:gd name="connsiteY231" fmla="*/ 335769 h 688998"/>
                <a:gd name="connsiteX232" fmla="*/ 223332 w 508552"/>
                <a:gd name="connsiteY232" fmla="*/ 333083 h 688998"/>
                <a:gd name="connsiteX233" fmla="*/ 226023 w 508552"/>
                <a:gd name="connsiteY233" fmla="*/ 329054 h 688998"/>
                <a:gd name="connsiteX234" fmla="*/ 226023 w 508552"/>
                <a:gd name="connsiteY234" fmla="*/ 326368 h 688998"/>
                <a:gd name="connsiteX235" fmla="*/ 223332 w 508552"/>
                <a:gd name="connsiteY235" fmla="*/ 325025 h 688998"/>
                <a:gd name="connsiteX236" fmla="*/ 227369 w 508552"/>
                <a:gd name="connsiteY236" fmla="*/ 319652 h 688998"/>
                <a:gd name="connsiteX237" fmla="*/ 230059 w 508552"/>
                <a:gd name="connsiteY237" fmla="*/ 319652 h 688998"/>
                <a:gd name="connsiteX238" fmla="*/ 232750 w 508552"/>
                <a:gd name="connsiteY238" fmla="*/ 320995 h 688998"/>
                <a:gd name="connsiteX239" fmla="*/ 235441 w 508552"/>
                <a:gd name="connsiteY239" fmla="*/ 322339 h 688998"/>
                <a:gd name="connsiteX240" fmla="*/ 238132 w 508552"/>
                <a:gd name="connsiteY240" fmla="*/ 320995 h 688998"/>
                <a:gd name="connsiteX241" fmla="*/ 240822 w 508552"/>
                <a:gd name="connsiteY241" fmla="*/ 320995 h 688998"/>
                <a:gd name="connsiteX242" fmla="*/ 244859 w 508552"/>
                <a:gd name="connsiteY242" fmla="*/ 316966 h 688998"/>
                <a:gd name="connsiteX243" fmla="*/ 246204 w 508552"/>
                <a:gd name="connsiteY243" fmla="*/ 312937 h 688998"/>
                <a:gd name="connsiteX244" fmla="*/ 244859 w 508552"/>
                <a:gd name="connsiteY244" fmla="*/ 310251 h 688998"/>
                <a:gd name="connsiteX245" fmla="*/ 242168 w 508552"/>
                <a:gd name="connsiteY245" fmla="*/ 306222 h 688998"/>
                <a:gd name="connsiteX246" fmla="*/ 236786 w 508552"/>
                <a:gd name="connsiteY246" fmla="*/ 304878 h 688998"/>
                <a:gd name="connsiteX247" fmla="*/ 235441 w 508552"/>
                <a:gd name="connsiteY247" fmla="*/ 300849 h 688998"/>
                <a:gd name="connsiteX248" fmla="*/ 235441 w 508552"/>
                <a:gd name="connsiteY248" fmla="*/ 298163 h 688998"/>
                <a:gd name="connsiteX249" fmla="*/ 232750 w 508552"/>
                <a:gd name="connsiteY249" fmla="*/ 295477 h 688998"/>
                <a:gd name="connsiteX250" fmla="*/ 232750 w 508552"/>
                <a:gd name="connsiteY250" fmla="*/ 292791 h 688998"/>
                <a:gd name="connsiteX251" fmla="*/ 228714 w 508552"/>
                <a:gd name="connsiteY251" fmla="*/ 291448 h 688998"/>
                <a:gd name="connsiteX252" fmla="*/ 227369 w 508552"/>
                <a:gd name="connsiteY252" fmla="*/ 290105 h 688998"/>
                <a:gd name="connsiteX253" fmla="*/ 224678 w 508552"/>
                <a:gd name="connsiteY253" fmla="*/ 288762 h 688998"/>
                <a:gd name="connsiteX254" fmla="*/ 223332 w 508552"/>
                <a:gd name="connsiteY254" fmla="*/ 286075 h 688998"/>
                <a:gd name="connsiteX255" fmla="*/ 227369 w 508552"/>
                <a:gd name="connsiteY255" fmla="*/ 284732 h 688998"/>
                <a:gd name="connsiteX256" fmla="*/ 230059 w 508552"/>
                <a:gd name="connsiteY256" fmla="*/ 286075 h 688998"/>
                <a:gd name="connsiteX257" fmla="*/ 231405 w 508552"/>
                <a:gd name="connsiteY257" fmla="*/ 284732 h 688998"/>
                <a:gd name="connsiteX258" fmla="*/ 232750 w 508552"/>
                <a:gd name="connsiteY258" fmla="*/ 282046 h 688998"/>
                <a:gd name="connsiteX259" fmla="*/ 236786 w 508552"/>
                <a:gd name="connsiteY259" fmla="*/ 280703 h 688998"/>
                <a:gd name="connsiteX260" fmla="*/ 230059 w 508552"/>
                <a:gd name="connsiteY260" fmla="*/ 279360 h 688998"/>
                <a:gd name="connsiteX261" fmla="*/ 227369 w 508552"/>
                <a:gd name="connsiteY261" fmla="*/ 275331 h 688998"/>
                <a:gd name="connsiteX262" fmla="*/ 224678 w 508552"/>
                <a:gd name="connsiteY262" fmla="*/ 275331 h 688998"/>
                <a:gd name="connsiteX263" fmla="*/ 223332 w 508552"/>
                <a:gd name="connsiteY263" fmla="*/ 273988 h 688998"/>
                <a:gd name="connsiteX264" fmla="*/ 219296 w 508552"/>
                <a:gd name="connsiteY264" fmla="*/ 272645 h 688998"/>
                <a:gd name="connsiteX265" fmla="*/ 217951 w 508552"/>
                <a:gd name="connsiteY265" fmla="*/ 278017 h 688998"/>
                <a:gd name="connsiteX266" fmla="*/ 216606 w 508552"/>
                <a:gd name="connsiteY266" fmla="*/ 278017 h 688998"/>
                <a:gd name="connsiteX267" fmla="*/ 216606 w 508552"/>
                <a:gd name="connsiteY267" fmla="*/ 275331 h 688998"/>
                <a:gd name="connsiteX268" fmla="*/ 219296 w 508552"/>
                <a:gd name="connsiteY268" fmla="*/ 267272 h 688998"/>
                <a:gd name="connsiteX269" fmla="*/ 223332 w 508552"/>
                <a:gd name="connsiteY269" fmla="*/ 260557 h 688998"/>
                <a:gd name="connsiteX270" fmla="*/ 224678 w 508552"/>
                <a:gd name="connsiteY270" fmla="*/ 257871 h 688998"/>
                <a:gd name="connsiteX271" fmla="*/ 227369 w 508552"/>
                <a:gd name="connsiteY271" fmla="*/ 251155 h 688998"/>
                <a:gd name="connsiteX272" fmla="*/ 227369 w 508552"/>
                <a:gd name="connsiteY272" fmla="*/ 245783 h 688998"/>
                <a:gd name="connsiteX273" fmla="*/ 228714 w 508552"/>
                <a:gd name="connsiteY273" fmla="*/ 243097 h 688998"/>
                <a:gd name="connsiteX274" fmla="*/ 227369 w 508552"/>
                <a:gd name="connsiteY274" fmla="*/ 240411 h 688998"/>
                <a:gd name="connsiteX275" fmla="*/ 221987 w 508552"/>
                <a:gd name="connsiteY275" fmla="*/ 243097 h 688998"/>
                <a:gd name="connsiteX276" fmla="*/ 219296 w 508552"/>
                <a:gd name="connsiteY276" fmla="*/ 241754 h 688998"/>
                <a:gd name="connsiteX277" fmla="*/ 217951 w 508552"/>
                <a:gd name="connsiteY277" fmla="*/ 241754 h 688998"/>
                <a:gd name="connsiteX278" fmla="*/ 217951 w 508552"/>
                <a:gd name="connsiteY278" fmla="*/ 245783 h 688998"/>
                <a:gd name="connsiteX279" fmla="*/ 215260 w 508552"/>
                <a:gd name="connsiteY279" fmla="*/ 244440 h 688998"/>
                <a:gd name="connsiteX280" fmla="*/ 208533 w 508552"/>
                <a:gd name="connsiteY280" fmla="*/ 237725 h 688998"/>
                <a:gd name="connsiteX281" fmla="*/ 208533 w 508552"/>
                <a:gd name="connsiteY281" fmla="*/ 233695 h 688998"/>
                <a:gd name="connsiteX282" fmla="*/ 205843 w 508552"/>
                <a:gd name="connsiteY282" fmla="*/ 231009 h 688998"/>
                <a:gd name="connsiteX283" fmla="*/ 203152 w 508552"/>
                <a:gd name="connsiteY283" fmla="*/ 229666 h 688998"/>
                <a:gd name="connsiteX284" fmla="*/ 204497 w 508552"/>
                <a:gd name="connsiteY284" fmla="*/ 224294 h 688998"/>
                <a:gd name="connsiteX285" fmla="*/ 209879 w 508552"/>
                <a:gd name="connsiteY285" fmla="*/ 221608 h 688998"/>
                <a:gd name="connsiteX286" fmla="*/ 209879 w 508552"/>
                <a:gd name="connsiteY286" fmla="*/ 220265 h 688998"/>
                <a:gd name="connsiteX287" fmla="*/ 208533 w 508552"/>
                <a:gd name="connsiteY287" fmla="*/ 216235 h 688998"/>
                <a:gd name="connsiteX288" fmla="*/ 208533 w 508552"/>
                <a:gd name="connsiteY288" fmla="*/ 212206 h 688998"/>
                <a:gd name="connsiteX289" fmla="*/ 205843 w 508552"/>
                <a:gd name="connsiteY289" fmla="*/ 212206 h 688998"/>
                <a:gd name="connsiteX290" fmla="*/ 203152 w 508552"/>
                <a:gd name="connsiteY290" fmla="*/ 214892 h 688998"/>
                <a:gd name="connsiteX291" fmla="*/ 201806 w 508552"/>
                <a:gd name="connsiteY291" fmla="*/ 222951 h 688998"/>
                <a:gd name="connsiteX292" fmla="*/ 199116 w 508552"/>
                <a:gd name="connsiteY292" fmla="*/ 226980 h 688998"/>
                <a:gd name="connsiteX293" fmla="*/ 197770 w 508552"/>
                <a:gd name="connsiteY293" fmla="*/ 221608 h 688998"/>
                <a:gd name="connsiteX294" fmla="*/ 196425 w 508552"/>
                <a:gd name="connsiteY294" fmla="*/ 220265 h 688998"/>
                <a:gd name="connsiteX295" fmla="*/ 195080 w 508552"/>
                <a:gd name="connsiteY295" fmla="*/ 221608 h 688998"/>
                <a:gd name="connsiteX296" fmla="*/ 193734 w 508552"/>
                <a:gd name="connsiteY296" fmla="*/ 224294 h 688998"/>
                <a:gd name="connsiteX297" fmla="*/ 192389 w 508552"/>
                <a:gd name="connsiteY297" fmla="*/ 225637 h 688998"/>
                <a:gd name="connsiteX298" fmla="*/ 191043 w 508552"/>
                <a:gd name="connsiteY298" fmla="*/ 231009 h 688998"/>
                <a:gd name="connsiteX299" fmla="*/ 195080 w 508552"/>
                <a:gd name="connsiteY299" fmla="*/ 236382 h 688998"/>
                <a:gd name="connsiteX300" fmla="*/ 197770 w 508552"/>
                <a:gd name="connsiteY300" fmla="*/ 236382 h 688998"/>
                <a:gd name="connsiteX301" fmla="*/ 201806 w 508552"/>
                <a:gd name="connsiteY301" fmla="*/ 245783 h 688998"/>
                <a:gd name="connsiteX302" fmla="*/ 204497 w 508552"/>
                <a:gd name="connsiteY302" fmla="*/ 248469 h 688998"/>
                <a:gd name="connsiteX303" fmla="*/ 203152 w 508552"/>
                <a:gd name="connsiteY303" fmla="*/ 252498 h 688998"/>
                <a:gd name="connsiteX304" fmla="*/ 203152 w 508552"/>
                <a:gd name="connsiteY304" fmla="*/ 256528 h 688998"/>
                <a:gd name="connsiteX305" fmla="*/ 199116 w 508552"/>
                <a:gd name="connsiteY305" fmla="*/ 261900 h 688998"/>
                <a:gd name="connsiteX306" fmla="*/ 195080 w 508552"/>
                <a:gd name="connsiteY306" fmla="*/ 264586 h 688998"/>
                <a:gd name="connsiteX307" fmla="*/ 184317 w 508552"/>
                <a:gd name="connsiteY307" fmla="*/ 264586 h 688998"/>
                <a:gd name="connsiteX308" fmla="*/ 182971 w 508552"/>
                <a:gd name="connsiteY308" fmla="*/ 263243 h 688998"/>
                <a:gd name="connsiteX309" fmla="*/ 177590 w 508552"/>
                <a:gd name="connsiteY309" fmla="*/ 263243 h 688998"/>
                <a:gd name="connsiteX310" fmla="*/ 173554 w 508552"/>
                <a:gd name="connsiteY310" fmla="*/ 260557 h 688998"/>
                <a:gd name="connsiteX311" fmla="*/ 174899 w 508552"/>
                <a:gd name="connsiteY311" fmla="*/ 257871 h 688998"/>
                <a:gd name="connsiteX312" fmla="*/ 174899 w 508552"/>
                <a:gd name="connsiteY312" fmla="*/ 253842 h 688998"/>
                <a:gd name="connsiteX313" fmla="*/ 165481 w 508552"/>
                <a:gd name="connsiteY313" fmla="*/ 253842 h 688998"/>
                <a:gd name="connsiteX314" fmla="*/ 157409 w 508552"/>
                <a:gd name="connsiteY314" fmla="*/ 249812 h 688998"/>
                <a:gd name="connsiteX315" fmla="*/ 150682 w 508552"/>
                <a:gd name="connsiteY315" fmla="*/ 248469 h 688998"/>
                <a:gd name="connsiteX316" fmla="*/ 153373 w 508552"/>
                <a:gd name="connsiteY316" fmla="*/ 257871 h 688998"/>
                <a:gd name="connsiteX317" fmla="*/ 156064 w 508552"/>
                <a:gd name="connsiteY317" fmla="*/ 263243 h 688998"/>
                <a:gd name="connsiteX318" fmla="*/ 154718 w 508552"/>
                <a:gd name="connsiteY318" fmla="*/ 264586 h 688998"/>
                <a:gd name="connsiteX319" fmla="*/ 150682 w 508552"/>
                <a:gd name="connsiteY319" fmla="*/ 264586 h 688998"/>
                <a:gd name="connsiteX320" fmla="*/ 149337 w 508552"/>
                <a:gd name="connsiteY320" fmla="*/ 259214 h 688998"/>
                <a:gd name="connsiteX321" fmla="*/ 143955 w 508552"/>
                <a:gd name="connsiteY321" fmla="*/ 255185 h 688998"/>
                <a:gd name="connsiteX322" fmla="*/ 142610 w 508552"/>
                <a:gd name="connsiteY322" fmla="*/ 253842 h 688998"/>
                <a:gd name="connsiteX323" fmla="*/ 141265 w 508552"/>
                <a:gd name="connsiteY323" fmla="*/ 251155 h 688998"/>
                <a:gd name="connsiteX324" fmla="*/ 135883 w 508552"/>
                <a:gd name="connsiteY324" fmla="*/ 245783 h 688998"/>
                <a:gd name="connsiteX325" fmla="*/ 131847 w 508552"/>
                <a:gd name="connsiteY325" fmla="*/ 240411 h 688998"/>
                <a:gd name="connsiteX326" fmla="*/ 131847 w 508552"/>
                <a:gd name="connsiteY326" fmla="*/ 237725 h 688998"/>
                <a:gd name="connsiteX327" fmla="*/ 127811 w 508552"/>
                <a:gd name="connsiteY327" fmla="*/ 237725 h 688998"/>
                <a:gd name="connsiteX328" fmla="*/ 123775 w 508552"/>
                <a:gd name="connsiteY328" fmla="*/ 232352 h 688998"/>
                <a:gd name="connsiteX329" fmla="*/ 121084 w 508552"/>
                <a:gd name="connsiteY329" fmla="*/ 231009 h 688998"/>
                <a:gd name="connsiteX330" fmla="*/ 119738 w 508552"/>
                <a:gd name="connsiteY330" fmla="*/ 228323 h 688998"/>
                <a:gd name="connsiteX331" fmla="*/ 115702 w 508552"/>
                <a:gd name="connsiteY331" fmla="*/ 226980 h 688998"/>
                <a:gd name="connsiteX332" fmla="*/ 115702 w 508552"/>
                <a:gd name="connsiteY332" fmla="*/ 231009 h 688998"/>
                <a:gd name="connsiteX333" fmla="*/ 126465 w 508552"/>
                <a:gd name="connsiteY333" fmla="*/ 237725 h 688998"/>
                <a:gd name="connsiteX334" fmla="*/ 127811 w 508552"/>
                <a:gd name="connsiteY334" fmla="*/ 241754 h 688998"/>
                <a:gd name="connsiteX335" fmla="*/ 131847 w 508552"/>
                <a:gd name="connsiteY335" fmla="*/ 247126 h 688998"/>
                <a:gd name="connsiteX336" fmla="*/ 135883 w 508552"/>
                <a:gd name="connsiteY336" fmla="*/ 248469 h 688998"/>
                <a:gd name="connsiteX337" fmla="*/ 137228 w 508552"/>
                <a:gd name="connsiteY337" fmla="*/ 252498 h 688998"/>
                <a:gd name="connsiteX338" fmla="*/ 134538 w 508552"/>
                <a:gd name="connsiteY338" fmla="*/ 256528 h 688998"/>
                <a:gd name="connsiteX339" fmla="*/ 133192 w 508552"/>
                <a:gd name="connsiteY339" fmla="*/ 255185 h 688998"/>
                <a:gd name="connsiteX340" fmla="*/ 130501 w 508552"/>
                <a:gd name="connsiteY340" fmla="*/ 256528 h 688998"/>
                <a:gd name="connsiteX341" fmla="*/ 122429 w 508552"/>
                <a:gd name="connsiteY341" fmla="*/ 252498 h 688998"/>
                <a:gd name="connsiteX342" fmla="*/ 119738 w 508552"/>
                <a:gd name="connsiteY342" fmla="*/ 253842 h 688998"/>
                <a:gd name="connsiteX343" fmla="*/ 117048 w 508552"/>
                <a:gd name="connsiteY343" fmla="*/ 249812 h 688998"/>
                <a:gd name="connsiteX344" fmla="*/ 113012 w 508552"/>
                <a:gd name="connsiteY344" fmla="*/ 247126 h 688998"/>
                <a:gd name="connsiteX345" fmla="*/ 111666 w 508552"/>
                <a:gd name="connsiteY345" fmla="*/ 243097 h 688998"/>
                <a:gd name="connsiteX346" fmla="*/ 102249 w 508552"/>
                <a:gd name="connsiteY346" fmla="*/ 244440 h 688998"/>
                <a:gd name="connsiteX347" fmla="*/ 98213 w 508552"/>
                <a:gd name="connsiteY347" fmla="*/ 247126 h 688998"/>
                <a:gd name="connsiteX348" fmla="*/ 94176 w 508552"/>
                <a:gd name="connsiteY348" fmla="*/ 243097 h 688998"/>
                <a:gd name="connsiteX349" fmla="*/ 88795 w 508552"/>
                <a:gd name="connsiteY349" fmla="*/ 243097 h 688998"/>
                <a:gd name="connsiteX350" fmla="*/ 84759 w 508552"/>
                <a:gd name="connsiteY350" fmla="*/ 243097 h 688998"/>
                <a:gd name="connsiteX351" fmla="*/ 82068 w 508552"/>
                <a:gd name="connsiteY351" fmla="*/ 239068 h 688998"/>
                <a:gd name="connsiteX352" fmla="*/ 75341 w 508552"/>
                <a:gd name="connsiteY352" fmla="*/ 235039 h 688998"/>
                <a:gd name="connsiteX353" fmla="*/ 75341 w 508552"/>
                <a:gd name="connsiteY353" fmla="*/ 232352 h 688998"/>
                <a:gd name="connsiteX354" fmla="*/ 82068 w 508552"/>
                <a:gd name="connsiteY354" fmla="*/ 225637 h 688998"/>
                <a:gd name="connsiteX355" fmla="*/ 86104 w 508552"/>
                <a:gd name="connsiteY355" fmla="*/ 224294 h 688998"/>
                <a:gd name="connsiteX356" fmla="*/ 86104 w 508552"/>
                <a:gd name="connsiteY356" fmla="*/ 221608 h 688998"/>
                <a:gd name="connsiteX357" fmla="*/ 82068 w 508552"/>
                <a:gd name="connsiteY357" fmla="*/ 221608 h 688998"/>
                <a:gd name="connsiteX358" fmla="*/ 78032 w 508552"/>
                <a:gd name="connsiteY358" fmla="*/ 226980 h 688998"/>
                <a:gd name="connsiteX359" fmla="*/ 73996 w 508552"/>
                <a:gd name="connsiteY359" fmla="*/ 231009 h 688998"/>
                <a:gd name="connsiteX360" fmla="*/ 71305 w 508552"/>
                <a:gd name="connsiteY360" fmla="*/ 232352 h 688998"/>
                <a:gd name="connsiteX361" fmla="*/ 67269 w 508552"/>
                <a:gd name="connsiteY361" fmla="*/ 228323 h 688998"/>
                <a:gd name="connsiteX362" fmla="*/ 61887 w 508552"/>
                <a:gd name="connsiteY362" fmla="*/ 226980 h 688998"/>
                <a:gd name="connsiteX363" fmla="*/ 60542 w 508552"/>
                <a:gd name="connsiteY363" fmla="*/ 228323 h 688998"/>
                <a:gd name="connsiteX364" fmla="*/ 64578 w 508552"/>
                <a:gd name="connsiteY364" fmla="*/ 231009 h 688998"/>
                <a:gd name="connsiteX365" fmla="*/ 61887 w 508552"/>
                <a:gd name="connsiteY365" fmla="*/ 233695 h 688998"/>
                <a:gd name="connsiteX366" fmla="*/ 55160 w 508552"/>
                <a:gd name="connsiteY366" fmla="*/ 232352 h 688998"/>
                <a:gd name="connsiteX367" fmla="*/ 49779 w 508552"/>
                <a:gd name="connsiteY367" fmla="*/ 226980 h 688998"/>
                <a:gd name="connsiteX368" fmla="*/ 48433 w 508552"/>
                <a:gd name="connsiteY368" fmla="*/ 220265 h 688998"/>
                <a:gd name="connsiteX369" fmla="*/ 44397 w 508552"/>
                <a:gd name="connsiteY369" fmla="*/ 217578 h 688998"/>
                <a:gd name="connsiteX370" fmla="*/ 44397 w 508552"/>
                <a:gd name="connsiteY370" fmla="*/ 212206 h 688998"/>
                <a:gd name="connsiteX371" fmla="*/ 53815 w 508552"/>
                <a:gd name="connsiteY371" fmla="*/ 208177 h 688998"/>
                <a:gd name="connsiteX372" fmla="*/ 55160 w 508552"/>
                <a:gd name="connsiteY372" fmla="*/ 205491 h 688998"/>
                <a:gd name="connsiteX373" fmla="*/ 53815 w 508552"/>
                <a:gd name="connsiteY373" fmla="*/ 204148 h 688998"/>
                <a:gd name="connsiteX374" fmla="*/ 49779 w 508552"/>
                <a:gd name="connsiteY374" fmla="*/ 206834 h 688998"/>
                <a:gd name="connsiteX375" fmla="*/ 43052 w 508552"/>
                <a:gd name="connsiteY375" fmla="*/ 208177 h 688998"/>
                <a:gd name="connsiteX376" fmla="*/ 41707 w 508552"/>
                <a:gd name="connsiteY376" fmla="*/ 213549 h 688998"/>
                <a:gd name="connsiteX377" fmla="*/ 39016 w 508552"/>
                <a:gd name="connsiteY377" fmla="*/ 213549 h 688998"/>
                <a:gd name="connsiteX378" fmla="*/ 37671 w 508552"/>
                <a:gd name="connsiteY378" fmla="*/ 209520 h 688998"/>
                <a:gd name="connsiteX379" fmla="*/ 39016 w 508552"/>
                <a:gd name="connsiteY379" fmla="*/ 205491 h 688998"/>
                <a:gd name="connsiteX380" fmla="*/ 36325 w 508552"/>
                <a:gd name="connsiteY380" fmla="*/ 204148 h 688998"/>
                <a:gd name="connsiteX381" fmla="*/ 34980 w 508552"/>
                <a:gd name="connsiteY381" fmla="*/ 204148 h 688998"/>
                <a:gd name="connsiteX382" fmla="*/ 33634 w 508552"/>
                <a:gd name="connsiteY382" fmla="*/ 208177 h 688998"/>
                <a:gd name="connsiteX383" fmla="*/ 33634 w 508552"/>
                <a:gd name="connsiteY383" fmla="*/ 210863 h 688998"/>
                <a:gd name="connsiteX384" fmla="*/ 32289 w 508552"/>
                <a:gd name="connsiteY384" fmla="*/ 213549 h 688998"/>
                <a:gd name="connsiteX385" fmla="*/ 29598 w 508552"/>
                <a:gd name="connsiteY385" fmla="*/ 212206 h 688998"/>
                <a:gd name="connsiteX386" fmla="*/ 25562 w 508552"/>
                <a:gd name="connsiteY386" fmla="*/ 208177 h 688998"/>
                <a:gd name="connsiteX387" fmla="*/ 21526 w 508552"/>
                <a:gd name="connsiteY387" fmla="*/ 208177 h 688998"/>
                <a:gd name="connsiteX388" fmla="*/ 18835 w 508552"/>
                <a:gd name="connsiteY388" fmla="*/ 208177 h 688998"/>
                <a:gd name="connsiteX389" fmla="*/ 17490 w 508552"/>
                <a:gd name="connsiteY389" fmla="*/ 212206 h 688998"/>
                <a:gd name="connsiteX390" fmla="*/ 14799 w 508552"/>
                <a:gd name="connsiteY390" fmla="*/ 212206 h 688998"/>
                <a:gd name="connsiteX391" fmla="*/ 12108 w 508552"/>
                <a:gd name="connsiteY391" fmla="*/ 208177 h 688998"/>
                <a:gd name="connsiteX392" fmla="*/ 10763 w 508552"/>
                <a:gd name="connsiteY392" fmla="*/ 204148 h 688998"/>
                <a:gd name="connsiteX393" fmla="*/ 12108 w 508552"/>
                <a:gd name="connsiteY393" fmla="*/ 204148 h 688998"/>
                <a:gd name="connsiteX394" fmla="*/ 14799 w 508552"/>
                <a:gd name="connsiteY394" fmla="*/ 205491 h 688998"/>
                <a:gd name="connsiteX395" fmla="*/ 14799 w 508552"/>
                <a:gd name="connsiteY395" fmla="*/ 204148 h 688998"/>
                <a:gd name="connsiteX396" fmla="*/ 9418 w 508552"/>
                <a:gd name="connsiteY396" fmla="*/ 200118 h 688998"/>
                <a:gd name="connsiteX397" fmla="*/ 4036 w 508552"/>
                <a:gd name="connsiteY397" fmla="*/ 196089 h 688998"/>
                <a:gd name="connsiteX398" fmla="*/ 2691 w 508552"/>
                <a:gd name="connsiteY398" fmla="*/ 192060 h 688998"/>
                <a:gd name="connsiteX399" fmla="*/ 4036 w 508552"/>
                <a:gd name="connsiteY399" fmla="*/ 186688 h 688998"/>
                <a:gd name="connsiteX400" fmla="*/ 2691 w 508552"/>
                <a:gd name="connsiteY400" fmla="*/ 179972 h 688998"/>
                <a:gd name="connsiteX401" fmla="*/ 0 w 508552"/>
                <a:gd name="connsiteY401" fmla="*/ 171914 h 688998"/>
                <a:gd name="connsiteX402" fmla="*/ 2691 w 508552"/>
                <a:gd name="connsiteY402" fmla="*/ 167885 h 688998"/>
                <a:gd name="connsiteX403" fmla="*/ 5381 w 508552"/>
                <a:gd name="connsiteY403" fmla="*/ 167885 h 688998"/>
                <a:gd name="connsiteX404" fmla="*/ 5381 w 508552"/>
                <a:gd name="connsiteY404" fmla="*/ 165198 h 688998"/>
                <a:gd name="connsiteX405" fmla="*/ 4036 w 508552"/>
                <a:gd name="connsiteY405" fmla="*/ 159826 h 688998"/>
                <a:gd name="connsiteX406" fmla="*/ 4036 w 508552"/>
                <a:gd name="connsiteY406" fmla="*/ 157140 h 688998"/>
                <a:gd name="connsiteX407" fmla="*/ 9418 w 508552"/>
                <a:gd name="connsiteY407" fmla="*/ 158483 h 688998"/>
                <a:gd name="connsiteX408" fmla="*/ 10763 w 508552"/>
                <a:gd name="connsiteY408" fmla="*/ 161169 h 688998"/>
                <a:gd name="connsiteX409" fmla="*/ 18835 w 508552"/>
                <a:gd name="connsiteY409" fmla="*/ 161169 h 688998"/>
                <a:gd name="connsiteX410" fmla="*/ 24217 w 508552"/>
                <a:gd name="connsiteY410" fmla="*/ 165198 h 688998"/>
                <a:gd name="connsiteX411" fmla="*/ 25562 w 508552"/>
                <a:gd name="connsiteY411" fmla="*/ 170571 h 688998"/>
                <a:gd name="connsiteX412" fmla="*/ 34980 w 508552"/>
                <a:gd name="connsiteY412" fmla="*/ 173257 h 688998"/>
                <a:gd name="connsiteX413" fmla="*/ 43052 w 508552"/>
                <a:gd name="connsiteY413" fmla="*/ 173257 h 688998"/>
                <a:gd name="connsiteX414" fmla="*/ 45743 w 508552"/>
                <a:gd name="connsiteY414" fmla="*/ 171914 h 688998"/>
                <a:gd name="connsiteX415" fmla="*/ 52470 w 508552"/>
                <a:gd name="connsiteY415" fmla="*/ 171914 h 688998"/>
                <a:gd name="connsiteX416" fmla="*/ 49779 w 508552"/>
                <a:gd name="connsiteY416" fmla="*/ 169228 h 688998"/>
                <a:gd name="connsiteX417" fmla="*/ 48433 w 508552"/>
                <a:gd name="connsiteY417" fmla="*/ 166542 h 688998"/>
                <a:gd name="connsiteX418" fmla="*/ 41707 w 508552"/>
                <a:gd name="connsiteY418" fmla="*/ 162512 h 688998"/>
                <a:gd name="connsiteX419" fmla="*/ 41707 w 508552"/>
                <a:gd name="connsiteY419" fmla="*/ 154454 h 688998"/>
                <a:gd name="connsiteX420" fmla="*/ 34980 w 508552"/>
                <a:gd name="connsiteY420" fmla="*/ 154454 h 688998"/>
                <a:gd name="connsiteX421" fmla="*/ 28253 w 508552"/>
                <a:gd name="connsiteY421" fmla="*/ 151768 h 688998"/>
                <a:gd name="connsiteX422" fmla="*/ 24217 w 508552"/>
                <a:gd name="connsiteY422" fmla="*/ 151768 h 688998"/>
                <a:gd name="connsiteX423" fmla="*/ 18835 w 508552"/>
                <a:gd name="connsiteY423" fmla="*/ 147739 h 688998"/>
                <a:gd name="connsiteX424" fmla="*/ 13454 w 508552"/>
                <a:gd name="connsiteY424" fmla="*/ 147739 h 688998"/>
                <a:gd name="connsiteX425" fmla="*/ 4036 w 508552"/>
                <a:gd name="connsiteY425" fmla="*/ 142366 h 688998"/>
                <a:gd name="connsiteX426" fmla="*/ 1345 w 508552"/>
                <a:gd name="connsiteY426" fmla="*/ 136994 h 688998"/>
                <a:gd name="connsiteX427" fmla="*/ 4036 w 508552"/>
                <a:gd name="connsiteY427" fmla="*/ 128935 h 688998"/>
                <a:gd name="connsiteX428" fmla="*/ 8072 w 508552"/>
                <a:gd name="connsiteY428" fmla="*/ 126249 h 688998"/>
                <a:gd name="connsiteX429" fmla="*/ 8072 w 508552"/>
                <a:gd name="connsiteY429" fmla="*/ 122220 h 688998"/>
                <a:gd name="connsiteX430" fmla="*/ 9418 w 508552"/>
                <a:gd name="connsiteY430" fmla="*/ 116848 h 688998"/>
                <a:gd name="connsiteX431" fmla="*/ 13454 w 508552"/>
                <a:gd name="connsiteY431" fmla="*/ 116848 h 688998"/>
                <a:gd name="connsiteX432" fmla="*/ 16144 w 508552"/>
                <a:gd name="connsiteY432" fmla="*/ 111475 h 688998"/>
                <a:gd name="connsiteX433" fmla="*/ 16144 w 508552"/>
                <a:gd name="connsiteY433" fmla="*/ 103417 h 688998"/>
                <a:gd name="connsiteX434" fmla="*/ 17490 w 508552"/>
                <a:gd name="connsiteY434" fmla="*/ 99388 h 688998"/>
                <a:gd name="connsiteX435" fmla="*/ 21526 w 508552"/>
                <a:gd name="connsiteY435" fmla="*/ 98045 h 688998"/>
                <a:gd name="connsiteX436" fmla="*/ 22871 w 508552"/>
                <a:gd name="connsiteY436" fmla="*/ 94015 h 688998"/>
                <a:gd name="connsiteX437" fmla="*/ 29598 w 508552"/>
                <a:gd name="connsiteY437" fmla="*/ 89986 h 688998"/>
                <a:gd name="connsiteX438" fmla="*/ 33634 w 508552"/>
                <a:gd name="connsiteY438" fmla="*/ 89986 h 688998"/>
                <a:gd name="connsiteX439" fmla="*/ 34980 w 508552"/>
                <a:gd name="connsiteY439" fmla="*/ 85957 h 688998"/>
                <a:gd name="connsiteX440" fmla="*/ 33634 w 508552"/>
                <a:gd name="connsiteY440" fmla="*/ 85957 h 688998"/>
                <a:gd name="connsiteX441" fmla="*/ 30944 w 508552"/>
                <a:gd name="connsiteY441" fmla="*/ 87300 h 688998"/>
                <a:gd name="connsiteX442" fmla="*/ 30944 w 508552"/>
                <a:gd name="connsiteY442" fmla="*/ 83271 h 688998"/>
                <a:gd name="connsiteX443" fmla="*/ 34980 w 508552"/>
                <a:gd name="connsiteY443" fmla="*/ 75212 h 688998"/>
                <a:gd name="connsiteX444" fmla="*/ 39016 w 508552"/>
                <a:gd name="connsiteY444" fmla="*/ 67154 h 688998"/>
                <a:gd name="connsiteX445" fmla="*/ 41707 w 508552"/>
                <a:gd name="connsiteY445" fmla="*/ 65811 h 688998"/>
                <a:gd name="connsiteX446" fmla="*/ 45743 w 508552"/>
                <a:gd name="connsiteY446" fmla="*/ 60438 h 688998"/>
                <a:gd name="connsiteX447" fmla="*/ 48433 w 508552"/>
                <a:gd name="connsiteY447" fmla="*/ 60438 h 688998"/>
                <a:gd name="connsiteX448" fmla="*/ 51124 w 508552"/>
                <a:gd name="connsiteY448" fmla="*/ 61782 h 688998"/>
                <a:gd name="connsiteX449" fmla="*/ 53815 w 508552"/>
                <a:gd name="connsiteY449" fmla="*/ 53723 h 688998"/>
                <a:gd name="connsiteX450" fmla="*/ 55160 w 508552"/>
                <a:gd name="connsiteY450" fmla="*/ 53723 h 688998"/>
                <a:gd name="connsiteX451" fmla="*/ 57851 w 508552"/>
                <a:gd name="connsiteY451" fmla="*/ 57752 h 688998"/>
                <a:gd name="connsiteX452" fmla="*/ 60542 w 508552"/>
                <a:gd name="connsiteY452" fmla="*/ 53723 h 688998"/>
                <a:gd name="connsiteX453" fmla="*/ 57851 w 508552"/>
                <a:gd name="connsiteY453" fmla="*/ 51037 h 688998"/>
                <a:gd name="connsiteX454" fmla="*/ 64578 w 508552"/>
                <a:gd name="connsiteY454" fmla="*/ 41635 h 688998"/>
                <a:gd name="connsiteX455" fmla="*/ 68614 w 508552"/>
                <a:gd name="connsiteY455" fmla="*/ 41635 h 688998"/>
                <a:gd name="connsiteX456" fmla="*/ 68614 w 508552"/>
                <a:gd name="connsiteY456" fmla="*/ 36263 h 688998"/>
                <a:gd name="connsiteX457" fmla="*/ 72650 w 508552"/>
                <a:gd name="connsiteY457" fmla="*/ 30891 h 688998"/>
                <a:gd name="connsiteX458" fmla="*/ 78032 w 508552"/>
                <a:gd name="connsiteY458" fmla="*/ 30891 h 688998"/>
                <a:gd name="connsiteX459" fmla="*/ 80723 w 508552"/>
                <a:gd name="connsiteY459" fmla="*/ 25518 h 688998"/>
                <a:gd name="connsiteX460" fmla="*/ 84759 w 508552"/>
                <a:gd name="connsiteY460" fmla="*/ 26862 h 688998"/>
                <a:gd name="connsiteX461" fmla="*/ 87449 w 508552"/>
                <a:gd name="connsiteY461" fmla="*/ 28205 h 688998"/>
                <a:gd name="connsiteX462" fmla="*/ 86104 w 508552"/>
                <a:gd name="connsiteY462" fmla="*/ 22832 h 688998"/>
                <a:gd name="connsiteX463" fmla="*/ 87449 w 508552"/>
                <a:gd name="connsiteY463" fmla="*/ 18803 h 688998"/>
                <a:gd name="connsiteX464" fmla="*/ 96867 w 508552"/>
                <a:gd name="connsiteY464" fmla="*/ 14774 h 688998"/>
                <a:gd name="connsiteX465" fmla="*/ 104939 w 508552"/>
                <a:gd name="connsiteY465" fmla="*/ 6715 h 688998"/>
                <a:gd name="connsiteX466" fmla="*/ 119738 w 508552"/>
                <a:gd name="connsiteY466" fmla="*/ 1343 h 688998"/>
                <a:gd name="connsiteX467" fmla="*/ 129156 w 508552"/>
                <a:gd name="connsiteY467" fmla="*/ 1343 h 688998"/>
                <a:gd name="connsiteX468" fmla="*/ 133192 w 508552"/>
                <a:gd name="connsiteY468" fmla="*/ 0 h 688998"/>
                <a:gd name="connsiteX469" fmla="*/ 139919 w 508552"/>
                <a:gd name="connsiteY469" fmla="*/ 1343 h 688998"/>
                <a:gd name="connsiteX470" fmla="*/ 143955 w 508552"/>
                <a:gd name="connsiteY470" fmla="*/ 0 h 688998"/>
                <a:gd name="connsiteX471" fmla="*/ 146646 w 508552"/>
                <a:gd name="connsiteY471" fmla="*/ 1343 h 688998"/>
                <a:gd name="connsiteX472" fmla="*/ 154718 w 508552"/>
                <a:gd name="connsiteY472" fmla="*/ 1343 h 688998"/>
                <a:gd name="connsiteX473" fmla="*/ 160100 w 508552"/>
                <a:gd name="connsiteY473" fmla="*/ 5372 h 688998"/>
                <a:gd name="connsiteX474" fmla="*/ 170863 w 508552"/>
                <a:gd name="connsiteY474" fmla="*/ 10745 h 688998"/>
                <a:gd name="connsiteX475" fmla="*/ 172208 w 508552"/>
                <a:gd name="connsiteY475" fmla="*/ 13431 h 688998"/>
                <a:gd name="connsiteX476" fmla="*/ 170863 w 508552"/>
                <a:gd name="connsiteY476" fmla="*/ 17460 h 688998"/>
                <a:gd name="connsiteX477" fmla="*/ 164136 w 508552"/>
                <a:gd name="connsiteY477" fmla="*/ 20146 h 688998"/>
                <a:gd name="connsiteX478" fmla="*/ 156064 w 508552"/>
                <a:gd name="connsiteY478" fmla="*/ 24175 h 688998"/>
                <a:gd name="connsiteX479" fmla="*/ 150682 w 508552"/>
                <a:gd name="connsiteY479" fmla="*/ 22832 h 688998"/>
                <a:gd name="connsiteX480" fmla="*/ 147991 w 508552"/>
                <a:gd name="connsiteY480" fmla="*/ 26862 h 688998"/>
                <a:gd name="connsiteX481" fmla="*/ 143955 w 508552"/>
                <a:gd name="connsiteY481" fmla="*/ 32234 h 688998"/>
                <a:gd name="connsiteX482" fmla="*/ 138574 w 508552"/>
                <a:gd name="connsiteY482" fmla="*/ 33577 h 688998"/>
                <a:gd name="connsiteX483" fmla="*/ 129156 w 508552"/>
                <a:gd name="connsiteY483" fmla="*/ 42978 h 688998"/>
                <a:gd name="connsiteX484" fmla="*/ 119738 w 508552"/>
                <a:gd name="connsiteY484" fmla="*/ 55066 h 688998"/>
                <a:gd name="connsiteX485" fmla="*/ 111666 w 508552"/>
                <a:gd name="connsiteY485" fmla="*/ 60438 h 688998"/>
                <a:gd name="connsiteX486" fmla="*/ 108975 w 508552"/>
                <a:gd name="connsiteY486" fmla="*/ 61782 h 688998"/>
                <a:gd name="connsiteX487" fmla="*/ 103594 w 508552"/>
                <a:gd name="connsiteY487" fmla="*/ 71183 h 688998"/>
                <a:gd name="connsiteX488" fmla="*/ 102249 w 508552"/>
                <a:gd name="connsiteY488" fmla="*/ 76555 h 688998"/>
                <a:gd name="connsiteX489" fmla="*/ 104939 w 508552"/>
                <a:gd name="connsiteY489" fmla="*/ 81928 h 688998"/>
                <a:gd name="connsiteX490" fmla="*/ 107630 w 508552"/>
                <a:gd name="connsiteY490" fmla="*/ 85957 h 688998"/>
                <a:gd name="connsiteX491" fmla="*/ 107630 w 508552"/>
                <a:gd name="connsiteY491" fmla="*/ 89986 h 688998"/>
                <a:gd name="connsiteX492" fmla="*/ 103594 w 508552"/>
                <a:gd name="connsiteY492" fmla="*/ 92672 h 688998"/>
                <a:gd name="connsiteX493" fmla="*/ 99558 w 508552"/>
                <a:gd name="connsiteY493" fmla="*/ 98045 h 688998"/>
                <a:gd name="connsiteX494" fmla="*/ 95522 w 508552"/>
                <a:gd name="connsiteY494" fmla="*/ 103417 h 688998"/>
                <a:gd name="connsiteX495" fmla="*/ 94176 w 508552"/>
                <a:gd name="connsiteY495" fmla="*/ 107446 h 688998"/>
                <a:gd name="connsiteX496" fmla="*/ 91486 w 508552"/>
                <a:gd name="connsiteY496" fmla="*/ 114162 h 688998"/>
                <a:gd name="connsiteX497" fmla="*/ 88795 w 508552"/>
                <a:gd name="connsiteY497" fmla="*/ 116848 h 688998"/>
                <a:gd name="connsiteX498" fmla="*/ 88795 w 508552"/>
                <a:gd name="connsiteY498" fmla="*/ 120877 h 688998"/>
                <a:gd name="connsiteX499" fmla="*/ 91486 w 508552"/>
                <a:gd name="connsiteY499" fmla="*/ 124906 h 688998"/>
                <a:gd name="connsiteX500" fmla="*/ 91486 w 508552"/>
                <a:gd name="connsiteY500" fmla="*/ 132965 h 688998"/>
                <a:gd name="connsiteX501" fmla="*/ 94176 w 508552"/>
                <a:gd name="connsiteY501" fmla="*/ 135651 h 688998"/>
                <a:gd name="connsiteX502" fmla="*/ 94176 w 508552"/>
                <a:gd name="connsiteY502" fmla="*/ 142366 h 688998"/>
                <a:gd name="connsiteX503" fmla="*/ 98213 w 508552"/>
                <a:gd name="connsiteY503" fmla="*/ 149082 h 688998"/>
                <a:gd name="connsiteX504" fmla="*/ 99558 w 508552"/>
                <a:gd name="connsiteY504" fmla="*/ 150425 h 688998"/>
                <a:gd name="connsiteX505" fmla="*/ 104939 w 508552"/>
                <a:gd name="connsiteY505" fmla="*/ 154454 h 688998"/>
                <a:gd name="connsiteX506" fmla="*/ 104939 w 508552"/>
                <a:gd name="connsiteY506" fmla="*/ 158483 h 688998"/>
                <a:gd name="connsiteX507" fmla="*/ 102249 w 508552"/>
                <a:gd name="connsiteY507" fmla="*/ 163855 h 688998"/>
                <a:gd name="connsiteX508" fmla="*/ 100903 w 508552"/>
                <a:gd name="connsiteY508" fmla="*/ 159826 h 688998"/>
                <a:gd name="connsiteX509" fmla="*/ 98213 w 508552"/>
                <a:gd name="connsiteY509" fmla="*/ 159826 h 688998"/>
                <a:gd name="connsiteX510" fmla="*/ 98213 w 508552"/>
                <a:gd name="connsiteY510" fmla="*/ 162512 h 688998"/>
                <a:gd name="connsiteX511" fmla="*/ 94176 w 508552"/>
                <a:gd name="connsiteY511" fmla="*/ 162512 h 688998"/>
                <a:gd name="connsiteX512" fmla="*/ 91486 w 508552"/>
                <a:gd name="connsiteY512" fmla="*/ 163855 h 688998"/>
                <a:gd name="connsiteX513" fmla="*/ 88795 w 508552"/>
                <a:gd name="connsiteY513" fmla="*/ 165198 h 688998"/>
                <a:gd name="connsiteX514" fmla="*/ 90140 w 508552"/>
                <a:gd name="connsiteY514" fmla="*/ 165198 h 688998"/>
                <a:gd name="connsiteX515" fmla="*/ 94176 w 508552"/>
                <a:gd name="connsiteY515" fmla="*/ 169228 h 688998"/>
                <a:gd name="connsiteX516" fmla="*/ 96867 w 508552"/>
                <a:gd name="connsiteY516" fmla="*/ 169228 h 688998"/>
                <a:gd name="connsiteX517" fmla="*/ 98213 w 508552"/>
                <a:gd name="connsiteY517" fmla="*/ 167885 h 688998"/>
                <a:gd name="connsiteX518" fmla="*/ 99558 w 508552"/>
                <a:gd name="connsiteY518" fmla="*/ 170571 h 688998"/>
                <a:gd name="connsiteX519" fmla="*/ 95522 w 508552"/>
                <a:gd name="connsiteY519" fmla="*/ 174600 h 688998"/>
                <a:gd name="connsiteX520" fmla="*/ 94176 w 508552"/>
                <a:gd name="connsiteY520" fmla="*/ 181315 h 688998"/>
                <a:gd name="connsiteX521" fmla="*/ 94176 w 508552"/>
                <a:gd name="connsiteY521" fmla="*/ 186688 h 688998"/>
                <a:gd name="connsiteX522" fmla="*/ 92831 w 508552"/>
                <a:gd name="connsiteY522" fmla="*/ 189374 h 688998"/>
                <a:gd name="connsiteX523" fmla="*/ 99558 w 508552"/>
                <a:gd name="connsiteY523" fmla="*/ 182659 h 688998"/>
                <a:gd name="connsiteX524" fmla="*/ 99558 w 508552"/>
                <a:gd name="connsiteY524" fmla="*/ 179972 h 688998"/>
                <a:gd name="connsiteX525" fmla="*/ 104939 w 508552"/>
                <a:gd name="connsiteY525" fmla="*/ 169228 h 688998"/>
                <a:gd name="connsiteX526" fmla="*/ 107630 w 508552"/>
                <a:gd name="connsiteY526" fmla="*/ 167885 h 688998"/>
                <a:gd name="connsiteX527" fmla="*/ 108975 w 508552"/>
                <a:gd name="connsiteY527" fmla="*/ 158483 h 688998"/>
                <a:gd name="connsiteX528" fmla="*/ 110321 w 508552"/>
                <a:gd name="connsiteY528" fmla="*/ 154454 h 688998"/>
                <a:gd name="connsiteX529" fmla="*/ 115702 w 508552"/>
                <a:gd name="connsiteY529" fmla="*/ 151768 h 688998"/>
                <a:gd name="connsiteX530" fmla="*/ 115702 w 508552"/>
                <a:gd name="connsiteY530" fmla="*/ 146395 h 688998"/>
                <a:gd name="connsiteX531" fmla="*/ 113012 w 508552"/>
                <a:gd name="connsiteY531" fmla="*/ 143709 h 688998"/>
                <a:gd name="connsiteX532" fmla="*/ 114357 w 508552"/>
                <a:gd name="connsiteY532" fmla="*/ 141023 h 688998"/>
                <a:gd name="connsiteX533" fmla="*/ 111666 w 508552"/>
                <a:gd name="connsiteY533" fmla="*/ 138337 h 688998"/>
                <a:gd name="connsiteX534" fmla="*/ 107630 w 508552"/>
                <a:gd name="connsiteY534" fmla="*/ 136994 h 688998"/>
                <a:gd name="connsiteX535" fmla="*/ 107630 w 508552"/>
                <a:gd name="connsiteY535" fmla="*/ 130278 h 688998"/>
                <a:gd name="connsiteX536" fmla="*/ 106285 w 508552"/>
                <a:gd name="connsiteY536" fmla="*/ 128935 h 688998"/>
                <a:gd name="connsiteX537" fmla="*/ 106285 w 508552"/>
                <a:gd name="connsiteY537" fmla="*/ 122220 h 688998"/>
                <a:gd name="connsiteX538" fmla="*/ 103594 w 508552"/>
                <a:gd name="connsiteY538" fmla="*/ 118191 h 688998"/>
                <a:gd name="connsiteX539" fmla="*/ 103594 w 508552"/>
                <a:gd name="connsiteY539" fmla="*/ 112818 h 688998"/>
                <a:gd name="connsiteX540" fmla="*/ 104939 w 508552"/>
                <a:gd name="connsiteY540" fmla="*/ 111475 h 688998"/>
                <a:gd name="connsiteX541" fmla="*/ 107630 w 508552"/>
                <a:gd name="connsiteY541" fmla="*/ 115505 h 688998"/>
                <a:gd name="connsiteX542" fmla="*/ 108975 w 508552"/>
                <a:gd name="connsiteY542" fmla="*/ 112818 h 688998"/>
                <a:gd name="connsiteX543" fmla="*/ 114357 w 508552"/>
                <a:gd name="connsiteY543" fmla="*/ 111475 h 688998"/>
                <a:gd name="connsiteX544" fmla="*/ 117048 w 508552"/>
                <a:gd name="connsiteY544" fmla="*/ 107446 h 688998"/>
                <a:gd name="connsiteX545" fmla="*/ 115702 w 508552"/>
                <a:gd name="connsiteY545" fmla="*/ 104760 h 688998"/>
                <a:gd name="connsiteX546" fmla="*/ 118393 w 508552"/>
                <a:gd name="connsiteY546" fmla="*/ 100731 h 688998"/>
                <a:gd name="connsiteX547" fmla="*/ 122429 w 508552"/>
                <a:gd name="connsiteY547" fmla="*/ 100731 h 688998"/>
                <a:gd name="connsiteX548" fmla="*/ 126465 w 508552"/>
                <a:gd name="connsiteY548" fmla="*/ 107446 h 688998"/>
                <a:gd name="connsiteX549" fmla="*/ 125120 w 508552"/>
                <a:gd name="connsiteY549" fmla="*/ 111475 h 688998"/>
                <a:gd name="connsiteX550" fmla="*/ 127811 w 508552"/>
                <a:gd name="connsiteY550" fmla="*/ 112818 h 688998"/>
                <a:gd name="connsiteX551" fmla="*/ 130501 w 508552"/>
                <a:gd name="connsiteY551" fmla="*/ 108789 h 688998"/>
                <a:gd name="connsiteX552" fmla="*/ 130501 w 508552"/>
                <a:gd name="connsiteY552" fmla="*/ 104760 h 688998"/>
                <a:gd name="connsiteX553" fmla="*/ 134538 w 508552"/>
                <a:gd name="connsiteY553" fmla="*/ 99388 h 688998"/>
                <a:gd name="connsiteX554" fmla="*/ 137228 w 508552"/>
                <a:gd name="connsiteY554" fmla="*/ 99388 h 688998"/>
                <a:gd name="connsiteX555" fmla="*/ 137228 w 508552"/>
                <a:gd name="connsiteY555" fmla="*/ 96702 h 688998"/>
                <a:gd name="connsiteX556" fmla="*/ 138574 w 508552"/>
                <a:gd name="connsiteY556" fmla="*/ 95358 h 688998"/>
                <a:gd name="connsiteX557" fmla="*/ 143955 w 508552"/>
                <a:gd name="connsiteY557" fmla="*/ 94015 h 688998"/>
                <a:gd name="connsiteX558" fmla="*/ 142610 w 508552"/>
                <a:gd name="connsiteY558" fmla="*/ 91329 h 688998"/>
                <a:gd name="connsiteX559" fmla="*/ 138574 w 508552"/>
                <a:gd name="connsiteY559" fmla="*/ 91329 h 688998"/>
                <a:gd name="connsiteX560" fmla="*/ 130501 w 508552"/>
                <a:gd name="connsiteY560" fmla="*/ 96702 h 688998"/>
                <a:gd name="connsiteX561" fmla="*/ 126465 w 508552"/>
                <a:gd name="connsiteY561" fmla="*/ 96702 h 688998"/>
                <a:gd name="connsiteX562" fmla="*/ 125120 w 508552"/>
                <a:gd name="connsiteY562" fmla="*/ 91329 h 688998"/>
                <a:gd name="connsiteX563" fmla="*/ 122429 w 508552"/>
                <a:gd name="connsiteY563" fmla="*/ 88643 h 688998"/>
                <a:gd name="connsiteX564" fmla="*/ 122429 w 508552"/>
                <a:gd name="connsiteY564" fmla="*/ 85957 h 688998"/>
                <a:gd name="connsiteX565" fmla="*/ 127811 w 508552"/>
                <a:gd name="connsiteY565" fmla="*/ 83271 h 688998"/>
                <a:gd name="connsiteX566" fmla="*/ 125120 w 508552"/>
                <a:gd name="connsiteY566" fmla="*/ 79242 h 688998"/>
                <a:gd name="connsiteX567" fmla="*/ 126465 w 508552"/>
                <a:gd name="connsiteY567" fmla="*/ 72526 h 688998"/>
                <a:gd name="connsiteX568" fmla="*/ 130501 w 508552"/>
                <a:gd name="connsiteY568" fmla="*/ 65811 h 688998"/>
                <a:gd name="connsiteX569" fmla="*/ 130501 w 508552"/>
                <a:gd name="connsiteY569" fmla="*/ 61782 h 688998"/>
                <a:gd name="connsiteX570" fmla="*/ 134538 w 508552"/>
                <a:gd name="connsiteY570" fmla="*/ 57752 h 688998"/>
                <a:gd name="connsiteX571" fmla="*/ 141265 w 508552"/>
                <a:gd name="connsiteY571" fmla="*/ 57752 h 688998"/>
                <a:gd name="connsiteX572" fmla="*/ 145301 w 508552"/>
                <a:gd name="connsiteY572" fmla="*/ 63125 h 688998"/>
                <a:gd name="connsiteX573" fmla="*/ 145301 w 508552"/>
                <a:gd name="connsiteY573" fmla="*/ 65811 h 688998"/>
                <a:gd name="connsiteX574" fmla="*/ 153373 w 508552"/>
                <a:gd name="connsiteY574" fmla="*/ 69840 h 688998"/>
                <a:gd name="connsiteX575" fmla="*/ 156064 w 508552"/>
                <a:gd name="connsiteY575" fmla="*/ 75212 h 688998"/>
                <a:gd name="connsiteX576" fmla="*/ 161445 w 508552"/>
                <a:gd name="connsiteY576" fmla="*/ 75212 h 688998"/>
                <a:gd name="connsiteX577" fmla="*/ 157409 w 508552"/>
                <a:gd name="connsiteY577" fmla="*/ 71183 h 688998"/>
                <a:gd name="connsiteX578" fmla="*/ 156064 w 508552"/>
                <a:gd name="connsiteY578" fmla="*/ 68497 h 688998"/>
                <a:gd name="connsiteX579" fmla="*/ 149337 w 508552"/>
                <a:gd name="connsiteY579" fmla="*/ 63125 h 688998"/>
                <a:gd name="connsiteX580" fmla="*/ 147991 w 508552"/>
                <a:gd name="connsiteY580" fmla="*/ 57752 h 688998"/>
                <a:gd name="connsiteX581" fmla="*/ 146646 w 508552"/>
                <a:gd name="connsiteY581" fmla="*/ 55066 h 688998"/>
                <a:gd name="connsiteX582" fmla="*/ 141265 w 508552"/>
                <a:gd name="connsiteY582" fmla="*/ 55066 h 688998"/>
                <a:gd name="connsiteX583" fmla="*/ 138574 w 508552"/>
                <a:gd name="connsiteY583" fmla="*/ 52380 h 688998"/>
                <a:gd name="connsiteX584" fmla="*/ 139919 w 508552"/>
                <a:gd name="connsiteY584" fmla="*/ 52380 h 688998"/>
                <a:gd name="connsiteX585" fmla="*/ 149337 w 508552"/>
                <a:gd name="connsiteY585" fmla="*/ 51037 h 688998"/>
                <a:gd name="connsiteX586" fmla="*/ 150682 w 508552"/>
                <a:gd name="connsiteY586" fmla="*/ 48351 h 688998"/>
                <a:gd name="connsiteX587" fmla="*/ 152028 w 508552"/>
                <a:gd name="connsiteY587" fmla="*/ 48351 h 688998"/>
                <a:gd name="connsiteX588" fmla="*/ 161445 w 508552"/>
                <a:gd name="connsiteY588" fmla="*/ 57752 h 688998"/>
                <a:gd name="connsiteX589" fmla="*/ 168172 w 508552"/>
                <a:gd name="connsiteY589" fmla="*/ 61782 h 688998"/>
                <a:gd name="connsiteX590" fmla="*/ 169517 w 508552"/>
                <a:gd name="connsiteY590" fmla="*/ 61782 h 688998"/>
                <a:gd name="connsiteX591" fmla="*/ 164136 w 508552"/>
                <a:gd name="connsiteY591" fmla="*/ 57752 h 688998"/>
                <a:gd name="connsiteX592" fmla="*/ 158754 w 508552"/>
                <a:gd name="connsiteY592" fmla="*/ 49694 h 688998"/>
                <a:gd name="connsiteX593" fmla="*/ 153373 w 508552"/>
                <a:gd name="connsiteY593" fmla="*/ 45665 h 688998"/>
                <a:gd name="connsiteX594" fmla="*/ 153373 w 508552"/>
                <a:gd name="connsiteY594" fmla="*/ 42978 h 688998"/>
                <a:gd name="connsiteX595" fmla="*/ 154718 w 508552"/>
                <a:gd name="connsiteY595" fmla="*/ 37606 h 688998"/>
                <a:gd name="connsiteX596" fmla="*/ 162790 w 508552"/>
                <a:gd name="connsiteY596" fmla="*/ 36263 h 688998"/>
                <a:gd name="connsiteX597" fmla="*/ 165481 w 508552"/>
                <a:gd name="connsiteY597" fmla="*/ 37606 h 688998"/>
                <a:gd name="connsiteX598" fmla="*/ 164136 w 508552"/>
                <a:gd name="connsiteY598" fmla="*/ 41635 h 688998"/>
                <a:gd name="connsiteX599" fmla="*/ 165481 w 508552"/>
                <a:gd name="connsiteY599" fmla="*/ 45665 h 688998"/>
                <a:gd name="connsiteX600" fmla="*/ 166827 w 508552"/>
                <a:gd name="connsiteY600" fmla="*/ 42978 h 688998"/>
                <a:gd name="connsiteX601" fmla="*/ 166827 w 508552"/>
                <a:gd name="connsiteY601" fmla="*/ 40292 h 688998"/>
                <a:gd name="connsiteX602" fmla="*/ 170863 w 508552"/>
                <a:gd name="connsiteY602" fmla="*/ 36263 h 688998"/>
                <a:gd name="connsiteX603" fmla="*/ 176244 w 508552"/>
                <a:gd name="connsiteY603" fmla="*/ 36263 h 688998"/>
                <a:gd name="connsiteX604" fmla="*/ 178935 w 508552"/>
                <a:gd name="connsiteY604" fmla="*/ 41635 h 688998"/>
                <a:gd name="connsiteX605" fmla="*/ 181626 w 508552"/>
                <a:gd name="connsiteY605" fmla="*/ 44322 h 688998"/>
                <a:gd name="connsiteX606" fmla="*/ 182971 w 508552"/>
                <a:gd name="connsiteY606" fmla="*/ 49694 h 688998"/>
                <a:gd name="connsiteX607" fmla="*/ 185662 w 508552"/>
                <a:gd name="connsiteY607" fmla="*/ 47008 h 688998"/>
                <a:gd name="connsiteX608" fmla="*/ 185662 w 508552"/>
                <a:gd name="connsiteY608" fmla="*/ 42978 h 688998"/>
                <a:gd name="connsiteX609" fmla="*/ 180280 w 508552"/>
                <a:gd name="connsiteY609" fmla="*/ 37606 h 688998"/>
                <a:gd name="connsiteX610" fmla="*/ 181626 w 508552"/>
                <a:gd name="connsiteY610" fmla="*/ 34920 h 688998"/>
                <a:gd name="connsiteX611" fmla="*/ 195080 w 508552"/>
                <a:gd name="connsiteY611" fmla="*/ 32234 h 688998"/>
                <a:gd name="connsiteX612" fmla="*/ 203152 w 508552"/>
                <a:gd name="connsiteY612" fmla="*/ 28205 h 688998"/>
                <a:gd name="connsiteX613" fmla="*/ 208533 w 508552"/>
                <a:gd name="connsiteY613" fmla="*/ 28205 h 688998"/>
                <a:gd name="connsiteX614" fmla="*/ 215260 w 508552"/>
                <a:gd name="connsiteY614" fmla="*/ 24175 h 688998"/>
                <a:gd name="connsiteX615" fmla="*/ 221987 w 508552"/>
                <a:gd name="connsiteY615" fmla="*/ 26862 h 688998"/>
                <a:gd name="connsiteX616" fmla="*/ 230059 w 508552"/>
                <a:gd name="connsiteY616" fmla="*/ 26862 h 688998"/>
                <a:gd name="connsiteX617" fmla="*/ 238132 w 508552"/>
                <a:gd name="connsiteY617" fmla="*/ 28205 h 688998"/>
                <a:gd name="connsiteX618" fmla="*/ 239477 w 508552"/>
                <a:gd name="connsiteY618" fmla="*/ 32234 h 688998"/>
                <a:gd name="connsiteX619" fmla="*/ 238132 w 508552"/>
                <a:gd name="connsiteY619" fmla="*/ 33577 h 688998"/>
                <a:gd name="connsiteX620" fmla="*/ 236786 w 508552"/>
                <a:gd name="connsiteY620" fmla="*/ 45665 h 688998"/>
                <a:gd name="connsiteX621" fmla="*/ 235441 w 508552"/>
                <a:gd name="connsiteY621" fmla="*/ 48351 h 688998"/>
                <a:gd name="connsiteX622" fmla="*/ 231405 w 508552"/>
                <a:gd name="connsiteY622" fmla="*/ 52380 h 688998"/>
                <a:gd name="connsiteX623" fmla="*/ 228714 w 508552"/>
                <a:gd name="connsiteY623" fmla="*/ 57752 h 688998"/>
                <a:gd name="connsiteX624" fmla="*/ 230059 w 508552"/>
                <a:gd name="connsiteY624" fmla="*/ 60438 h 688998"/>
                <a:gd name="connsiteX625" fmla="*/ 234095 w 508552"/>
                <a:gd name="connsiteY625" fmla="*/ 63125 h 688998"/>
                <a:gd name="connsiteX626" fmla="*/ 236786 w 508552"/>
                <a:gd name="connsiteY626" fmla="*/ 67154 h 688998"/>
                <a:gd name="connsiteX627" fmla="*/ 235441 w 508552"/>
                <a:gd name="connsiteY627" fmla="*/ 69840 h 688998"/>
                <a:gd name="connsiteX628" fmla="*/ 228714 w 508552"/>
                <a:gd name="connsiteY628" fmla="*/ 77898 h 688998"/>
                <a:gd name="connsiteX629" fmla="*/ 227369 w 508552"/>
                <a:gd name="connsiteY629" fmla="*/ 80585 h 688998"/>
                <a:gd name="connsiteX630" fmla="*/ 226023 w 508552"/>
                <a:gd name="connsiteY630" fmla="*/ 85957 h 688998"/>
                <a:gd name="connsiteX631" fmla="*/ 230059 w 508552"/>
                <a:gd name="connsiteY631" fmla="*/ 89986 h 688998"/>
                <a:gd name="connsiteX632" fmla="*/ 230059 w 508552"/>
                <a:gd name="connsiteY632" fmla="*/ 92672 h 688998"/>
                <a:gd name="connsiteX633" fmla="*/ 227369 w 508552"/>
                <a:gd name="connsiteY633" fmla="*/ 98045 h 688998"/>
                <a:gd name="connsiteX634" fmla="*/ 223332 w 508552"/>
                <a:gd name="connsiteY634" fmla="*/ 98045 h 688998"/>
                <a:gd name="connsiteX635" fmla="*/ 219296 w 508552"/>
                <a:gd name="connsiteY635" fmla="*/ 102074 h 688998"/>
                <a:gd name="connsiteX636" fmla="*/ 215260 w 508552"/>
                <a:gd name="connsiteY636" fmla="*/ 103417 h 688998"/>
                <a:gd name="connsiteX637" fmla="*/ 211224 w 508552"/>
                <a:gd name="connsiteY637" fmla="*/ 107446 h 688998"/>
                <a:gd name="connsiteX638" fmla="*/ 208533 w 508552"/>
                <a:gd name="connsiteY638" fmla="*/ 111475 h 688998"/>
                <a:gd name="connsiteX639" fmla="*/ 204497 w 508552"/>
                <a:gd name="connsiteY639" fmla="*/ 115505 h 688998"/>
                <a:gd name="connsiteX640" fmla="*/ 208533 w 508552"/>
                <a:gd name="connsiteY640" fmla="*/ 115505 h 688998"/>
                <a:gd name="connsiteX641" fmla="*/ 213915 w 508552"/>
                <a:gd name="connsiteY641" fmla="*/ 110132 h 688998"/>
                <a:gd name="connsiteX642" fmla="*/ 220642 w 508552"/>
                <a:gd name="connsiteY642" fmla="*/ 104760 h 688998"/>
                <a:gd name="connsiteX643" fmla="*/ 223332 w 508552"/>
                <a:gd name="connsiteY643" fmla="*/ 104760 h 688998"/>
                <a:gd name="connsiteX644" fmla="*/ 224678 w 508552"/>
                <a:gd name="connsiteY644" fmla="*/ 104760 h 688998"/>
                <a:gd name="connsiteX645" fmla="*/ 221987 w 508552"/>
                <a:gd name="connsiteY645" fmla="*/ 107446 h 688998"/>
                <a:gd name="connsiteX646" fmla="*/ 220642 w 508552"/>
                <a:gd name="connsiteY646" fmla="*/ 111475 h 688998"/>
                <a:gd name="connsiteX647" fmla="*/ 213915 w 508552"/>
                <a:gd name="connsiteY647" fmla="*/ 118191 h 688998"/>
                <a:gd name="connsiteX648" fmla="*/ 208533 w 508552"/>
                <a:gd name="connsiteY648" fmla="*/ 120877 h 688998"/>
                <a:gd name="connsiteX649" fmla="*/ 208533 w 508552"/>
                <a:gd name="connsiteY649" fmla="*/ 122220 h 688998"/>
                <a:gd name="connsiteX650" fmla="*/ 208533 w 508552"/>
                <a:gd name="connsiteY650" fmla="*/ 124906 h 688998"/>
                <a:gd name="connsiteX651" fmla="*/ 207188 w 508552"/>
                <a:gd name="connsiteY651" fmla="*/ 127592 h 688998"/>
                <a:gd name="connsiteX652" fmla="*/ 205843 w 508552"/>
                <a:gd name="connsiteY652" fmla="*/ 126249 h 688998"/>
                <a:gd name="connsiteX653" fmla="*/ 201806 w 508552"/>
                <a:gd name="connsiteY653" fmla="*/ 126249 h 688998"/>
                <a:gd name="connsiteX654" fmla="*/ 201806 w 508552"/>
                <a:gd name="connsiteY654" fmla="*/ 128935 h 688998"/>
                <a:gd name="connsiteX655" fmla="*/ 204497 w 508552"/>
                <a:gd name="connsiteY655" fmla="*/ 130278 h 688998"/>
                <a:gd name="connsiteX656" fmla="*/ 205843 w 508552"/>
                <a:gd name="connsiteY656" fmla="*/ 131622 h 688998"/>
                <a:gd name="connsiteX657" fmla="*/ 205843 w 508552"/>
                <a:gd name="connsiteY657" fmla="*/ 135651 h 688998"/>
                <a:gd name="connsiteX658" fmla="*/ 201806 w 508552"/>
                <a:gd name="connsiteY658" fmla="*/ 138337 h 688998"/>
                <a:gd name="connsiteX659" fmla="*/ 205843 w 508552"/>
                <a:gd name="connsiteY659" fmla="*/ 138337 h 688998"/>
                <a:gd name="connsiteX660" fmla="*/ 208533 w 508552"/>
                <a:gd name="connsiteY660" fmla="*/ 135651 h 688998"/>
                <a:gd name="connsiteX661" fmla="*/ 212570 w 508552"/>
                <a:gd name="connsiteY661" fmla="*/ 134308 h 688998"/>
                <a:gd name="connsiteX662" fmla="*/ 215260 w 508552"/>
                <a:gd name="connsiteY662" fmla="*/ 130278 h 688998"/>
                <a:gd name="connsiteX663" fmla="*/ 215260 w 508552"/>
                <a:gd name="connsiteY663" fmla="*/ 126249 h 688998"/>
                <a:gd name="connsiteX664" fmla="*/ 220642 w 508552"/>
                <a:gd name="connsiteY664" fmla="*/ 124906 h 688998"/>
                <a:gd name="connsiteX665" fmla="*/ 221987 w 508552"/>
                <a:gd name="connsiteY665" fmla="*/ 119534 h 688998"/>
                <a:gd name="connsiteX666" fmla="*/ 223332 w 508552"/>
                <a:gd name="connsiteY666" fmla="*/ 120877 h 688998"/>
                <a:gd name="connsiteX667" fmla="*/ 223332 w 508552"/>
                <a:gd name="connsiteY667" fmla="*/ 127592 h 688998"/>
                <a:gd name="connsiteX668" fmla="*/ 226023 w 508552"/>
                <a:gd name="connsiteY668" fmla="*/ 130278 h 688998"/>
                <a:gd name="connsiteX669" fmla="*/ 226023 w 508552"/>
                <a:gd name="connsiteY669" fmla="*/ 123563 h 688998"/>
                <a:gd name="connsiteX670" fmla="*/ 224678 w 508552"/>
                <a:gd name="connsiteY670" fmla="*/ 118191 h 688998"/>
                <a:gd name="connsiteX671" fmla="*/ 226023 w 508552"/>
                <a:gd name="connsiteY671" fmla="*/ 115505 h 688998"/>
                <a:gd name="connsiteX672" fmla="*/ 228714 w 508552"/>
                <a:gd name="connsiteY672" fmla="*/ 112818 h 688998"/>
                <a:gd name="connsiteX673" fmla="*/ 232750 w 508552"/>
                <a:gd name="connsiteY673" fmla="*/ 114162 h 688998"/>
                <a:gd name="connsiteX674" fmla="*/ 232750 w 508552"/>
                <a:gd name="connsiteY674" fmla="*/ 120877 h 688998"/>
                <a:gd name="connsiteX675" fmla="*/ 234095 w 508552"/>
                <a:gd name="connsiteY675" fmla="*/ 123563 h 688998"/>
                <a:gd name="connsiteX676" fmla="*/ 236786 w 508552"/>
                <a:gd name="connsiteY676" fmla="*/ 120877 h 688998"/>
                <a:gd name="connsiteX677" fmla="*/ 242168 w 508552"/>
                <a:gd name="connsiteY677" fmla="*/ 115505 h 688998"/>
                <a:gd name="connsiteX678" fmla="*/ 243513 w 508552"/>
                <a:gd name="connsiteY678" fmla="*/ 119534 h 688998"/>
                <a:gd name="connsiteX679" fmla="*/ 247549 w 508552"/>
                <a:gd name="connsiteY679" fmla="*/ 123563 h 688998"/>
                <a:gd name="connsiteX680" fmla="*/ 246204 w 508552"/>
                <a:gd name="connsiteY680" fmla="*/ 127592 h 688998"/>
                <a:gd name="connsiteX681" fmla="*/ 239477 w 508552"/>
                <a:gd name="connsiteY681" fmla="*/ 135651 h 688998"/>
                <a:gd name="connsiteX682" fmla="*/ 234095 w 508552"/>
                <a:gd name="connsiteY682" fmla="*/ 139680 h 688998"/>
                <a:gd name="connsiteX683" fmla="*/ 231405 w 508552"/>
                <a:gd name="connsiteY683" fmla="*/ 143709 h 688998"/>
                <a:gd name="connsiteX684" fmla="*/ 236786 w 508552"/>
                <a:gd name="connsiteY684" fmla="*/ 145052 h 688998"/>
                <a:gd name="connsiteX685" fmla="*/ 240822 w 508552"/>
                <a:gd name="connsiteY685" fmla="*/ 147739 h 688998"/>
                <a:gd name="connsiteX686" fmla="*/ 244859 w 508552"/>
                <a:gd name="connsiteY686" fmla="*/ 145052 h 688998"/>
                <a:gd name="connsiteX687" fmla="*/ 242168 w 508552"/>
                <a:gd name="connsiteY687" fmla="*/ 141023 h 688998"/>
                <a:gd name="connsiteX688" fmla="*/ 243513 w 508552"/>
                <a:gd name="connsiteY688" fmla="*/ 136994 h 688998"/>
                <a:gd name="connsiteX689" fmla="*/ 247549 w 508552"/>
                <a:gd name="connsiteY689" fmla="*/ 131622 h 688998"/>
                <a:gd name="connsiteX690" fmla="*/ 251585 w 508552"/>
                <a:gd name="connsiteY690" fmla="*/ 138337 h 688998"/>
                <a:gd name="connsiteX691" fmla="*/ 251585 w 508552"/>
                <a:gd name="connsiteY691" fmla="*/ 142366 h 688998"/>
                <a:gd name="connsiteX692" fmla="*/ 252931 w 508552"/>
                <a:gd name="connsiteY692" fmla="*/ 139680 h 688998"/>
                <a:gd name="connsiteX693" fmla="*/ 252931 w 508552"/>
                <a:gd name="connsiteY693" fmla="*/ 132965 h 688998"/>
                <a:gd name="connsiteX694" fmla="*/ 250240 w 508552"/>
                <a:gd name="connsiteY694" fmla="*/ 127592 h 688998"/>
                <a:gd name="connsiteX695" fmla="*/ 250240 w 508552"/>
                <a:gd name="connsiteY695" fmla="*/ 118191 h 688998"/>
                <a:gd name="connsiteX696" fmla="*/ 251585 w 508552"/>
                <a:gd name="connsiteY696" fmla="*/ 118191 h 688998"/>
                <a:gd name="connsiteX697" fmla="*/ 256967 w 508552"/>
                <a:gd name="connsiteY697" fmla="*/ 119534 h 688998"/>
                <a:gd name="connsiteX698" fmla="*/ 255622 w 508552"/>
                <a:gd name="connsiteY698" fmla="*/ 124906 h 688998"/>
                <a:gd name="connsiteX699" fmla="*/ 254276 w 508552"/>
                <a:gd name="connsiteY699" fmla="*/ 128935 h 688998"/>
                <a:gd name="connsiteX700" fmla="*/ 256967 w 508552"/>
                <a:gd name="connsiteY700" fmla="*/ 127592 h 688998"/>
                <a:gd name="connsiteX701" fmla="*/ 261003 w 508552"/>
                <a:gd name="connsiteY701" fmla="*/ 126249 h 688998"/>
                <a:gd name="connsiteX702" fmla="*/ 269075 w 508552"/>
                <a:gd name="connsiteY702" fmla="*/ 134308 h 688998"/>
                <a:gd name="connsiteX703" fmla="*/ 269075 w 508552"/>
                <a:gd name="connsiteY703" fmla="*/ 138337 h 688998"/>
                <a:gd name="connsiteX704" fmla="*/ 275802 w 508552"/>
                <a:gd name="connsiteY704" fmla="*/ 138337 h 688998"/>
                <a:gd name="connsiteX705" fmla="*/ 279838 w 508552"/>
                <a:gd name="connsiteY705" fmla="*/ 141023 h 688998"/>
                <a:gd name="connsiteX706" fmla="*/ 281184 w 508552"/>
                <a:gd name="connsiteY706" fmla="*/ 141023 h 688998"/>
                <a:gd name="connsiteX707" fmla="*/ 279838 w 508552"/>
                <a:gd name="connsiteY707" fmla="*/ 135651 h 688998"/>
                <a:gd name="connsiteX708" fmla="*/ 275802 w 508552"/>
                <a:gd name="connsiteY708" fmla="*/ 134308 h 688998"/>
                <a:gd name="connsiteX709" fmla="*/ 274457 w 508552"/>
                <a:gd name="connsiteY709" fmla="*/ 131622 h 688998"/>
                <a:gd name="connsiteX710" fmla="*/ 265039 w 508552"/>
                <a:gd name="connsiteY710" fmla="*/ 123563 h 688998"/>
                <a:gd name="connsiteX711" fmla="*/ 261003 w 508552"/>
                <a:gd name="connsiteY711" fmla="*/ 122220 h 688998"/>
                <a:gd name="connsiteX712" fmla="*/ 259658 w 508552"/>
                <a:gd name="connsiteY712" fmla="*/ 119534 h 688998"/>
                <a:gd name="connsiteX713" fmla="*/ 265039 w 508552"/>
                <a:gd name="connsiteY713" fmla="*/ 112818 h 688998"/>
                <a:gd name="connsiteX714" fmla="*/ 270421 w 508552"/>
                <a:gd name="connsiteY714" fmla="*/ 112818 h 688998"/>
                <a:gd name="connsiteX715" fmla="*/ 275802 w 508552"/>
                <a:gd name="connsiteY715" fmla="*/ 107446 h 688998"/>
                <a:gd name="connsiteX716" fmla="*/ 282529 w 508552"/>
                <a:gd name="connsiteY716" fmla="*/ 106103 h 688998"/>
                <a:gd name="connsiteX717" fmla="*/ 289256 w 508552"/>
                <a:gd name="connsiteY717" fmla="*/ 107446 h 688998"/>
                <a:gd name="connsiteX718" fmla="*/ 291947 w 508552"/>
                <a:gd name="connsiteY718" fmla="*/ 108789 h 688998"/>
                <a:gd name="connsiteX719" fmla="*/ 294637 w 508552"/>
                <a:gd name="connsiteY719" fmla="*/ 108789 h 688998"/>
                <a:gd name="connsiteX720" fmla="*/ 301364 w 508552"/>
                <a:gd name="connsiteY720" fmla="*/ 112818 h 688998"/>
                <a:gd name="connsiteX721" fmla="*/ 301364 w 508552"/>
                <a:gd name="connsiteY721" fmla="*/ 115505 h 688998"/>
                <a:gd name="connsiteX722" fmla="*/ 305400 w 508552"/>
                <a:gd name="connsiteY722" fmla="*/ 119534 h 688998"/>
                <a:gd name="connsiteX723" fmla="*/ 309437 w 508552"/>
                <a:gd name="connsiteY723" fmla="*/ 120877 h 688998"/>
                <a:gd name="connsiteX724" fmla="*/ 309437 w 508552"/>
                <a:gd name="connsiteY724" fmla="*/ 124906 h 688998"/>
                <a:gd name="connsiteX725" fmla="*/ 312127 w 508552"/>
                <a:gd name="connsiteY725" fmla="*/ 124906 h 688998"/>
                <a:gd name="connsiteX726" fmla="*/ 313473 w 508552"/>
                <a:gd name="connsiteY726" fmla="*/ 122220 h 688998"/>
                <a:gd name="connsiteX727" fmla="*/ 317509 w 508552"/>
                <a:gd name="connsiteY727" fmla="*/ 123563 h 688998"/>
                <a:gd name="connsiteX728" fmla="*/ 318854 w 508552"/>
                <a:gd name="connsiteY728" fmla="*/ 127592 h 688998"/>
                <a:gd name="connsiteX729" fmla="*/ 324236 w 508552"/>
                <a:gd name="connsiteY729" fmla="*/ 130278 h 688998"/>
                <a:gd name="connsiteX730" fmla="*/ 324236 w 508552"/>
                <a:gd name="connsiteY730" fmla="*/ 132965 h 688998"/>
                <a:gd name="connsiteX731" fmla="*/ 324236 w 508552"/>
                <a:gd name="connsiteY731" fmla="*/ 136994 h 688998"/>
                <a:gd name="connsiteX732" fmla="*/ 325581 w 508552"/>
                <a:gd name="connsiteY732" fmla="*/ 139680 h 688998"/>
                <a:gd name="connsiteX733" fmla="*/ 326927 w 508552"/>
                <a:gd name="connsiteY733" fmla="*/ 142366 h 688998"/>
                <a:gd name="connsiteX734" fmla="*/ 321545 w 508552"/>
                <a:gd name="connsiteY734" fmla="*/ 147739 h 688998"/>
                <a:gd name="connsiteX735" fmla="*/ 317509 w 508552"/>
                <a:gd name="connsiteY735" fmla="*/ 147739 h 688998"/>
                <a:gd name="connsiteX736" fmla="*/ 313473 w 508552"/>
                <a:gd name="connsiteY736" fmla="*/ 146395 h 688998"/>
                <a:gd name="connsiteX737" fmla="*/ 305400 w 508552"/>
                <a:gd name="connsiteY737" fmla="*/ 147739 h 688998"/>
                <a:gd name="connsiteX738" fmla="*/ 297328 w 508552"/>
                <a:gd name="connsiteY738" fmla="*/ 155797 h 688998"/>
                <a:gd name="connsiteX739" fmla="*/ 306746 w 508552"/>
                <a:gd name="connsiteY739" fmla="*/ 149082 h 688998"/>
                <a:gd name="connsiteX740" fmla="*/ 314818 w 508552"/>
                <a:gd name="connsiteY740" fmla="*/ 149082 h 688998"/>
                <a:gd name="connsiteX741" fmla="*/ 317509 w 508552"/>
                <a:gd name="connsiteY741" fmla="*/ 151768 h 688998"/>
                <a:gd name="connsiteX742" fmla="*/ 313473 w 508552"/>
                <a:gd name="connsiteY742" fmla="*/ 155797 h 688998"/>
                <a:gd name="connsiteX743" fmla="*/ 308091 w 508552"/>
                <a:gd name="connsiteY743" fmla="*/ 158483 h 688998"/>
                <a:gd name="connsiteX744" fmla="*/ 301364 w 508552"/>
                <a:gd name="connsiteY744" fmla="*/ 166542 h 688998"/>
                <a:gd name="connsiteX745" fmla="*/ 297328 w 508552"/>
                <a:gd name="connsiteY745" fmla="*/ 170571 h 688998"/>
                <a:gd name="connsiteX746" fmla="*/ 294637 w 508552"/>
                <a:gd name="connsiteY746" fmla="*/ 170571 h 688998"/>
                <a:gd name="connsiteX747" fmla="*/ 294637 w 508552"/>
                <a:gd name="connsiteY747" fmla="*/ 174600 h 688998"/>
                <a:gd name="connsiteX748" fmla="*/ 297328 w 508552"/>
                <a:gd name="connsiteY748" fmla="*/ 174600 h 688998"/>
                <a:gd name="connsiteX749" fmla="*/ 306746 w 508552"/>
                <a:gd name="connsiteY749" fmla="*/ 165198 h 688998"/>
                <a:gd name="connsiteX750" fmla="*/ 310782 w 508552"/>
                <a:gd name="connsiteY750" fmla="*/ 159826 h 688998"/>
                <a:gd name="connsiteX751" fmla="*/ 317509 w 508552"/>
                <a:gd name="connsiteY751" fmla="*/ 157140 h 688998"/>
                <a:gd name="connsiteX752" fmla="*/ 322890 w 508552"/>
                <a:gd name="connsiteY752" fmla="*/ 151768 h 688998"/>
                <a:gd name="connsiteX753" fmla="*/ 326927 w 508552"/>
                <a:gd name="connsiteY753" fmla="*/ 153111 h 688998"/>
                <a:gd name="connsiteX754" fmla="*/ 329617 w 508552"/>
                <a:gd name="connsiteY754" fmla="*/ 155797 h 688998"/>
                <a:gd name="connsiteX755" fmla="*/ 333653 w 508552"/>
                <a:gd name="connsiteY755" fmla="*/ 155797 h 688998"/>
                <a:gd name="connsiteX756" fmla="*/ 333653 w 508552"/>
                <a:gd name="connsiteY756" fmla="*/ 159826 h 688998"/>
                <a:gd name="connsiteX757" fmla="*/ 330963 w 508552"/>
                <a:gd name="connsiteY757" fmla="*/ 163855 h 688998"/>
                <a:gd name="connsiteX758" fmla="*/ 330963 w 508552"/>
                <a:gd name="connsiteY758" fmla="*/ 167885 h 688998"/>
                <a:gd name="connsiteX759" fmla="*/ 325581 w 508552"/>
                <a:gd name="connsiteY759" fmla="*/ 169228 h 688998"/>
                <a:gd name="connsiteX760" fmla="*/ 322890 w 508552"/>
                <a:gd name="connsiteY760" fmla="*/ 174600 h 688998"/>
                <a:gd name="connsiteX761" fmla="*/ 317509 w 508552"/>
                <a:gd name="connsiteY761" fmla="*/ 174600 h 688998"/>
                <a:gd name="connsiteX762" fmla="*/ 316164 w 508552"/>
                <a:gd name="connsiteY762" fmla="*/ 173257 h 688998"/>
                <a:gd name="connsiteX763" fmla="*/ 310782 w 508552"/>
                <a:gd name="connsiteY763" fmla="*/ 173257 h 688998"/>
                <a:gd name="connsiteX764" fmla="*/ 308091 w 508552"/>
                <a:gd name="connsiteY764" fmla="*/ 175943 h 688998"/>
                <a:gd name="connsiteX765" fmla="*/ 313473 w 508552"/>
                <a:gd name="connsiteY765" fmla="*/ 175943 h 688998"/>
                <a:gd name="connsiteX766" fmla="*/ 314818 w 508552"/>
                <a:gd name="connsiteY766" fmla="*/ 178629 h 688998"/>
                <a:gd name="connsiteX767" fmla="*/ 305400 w 508552"/>
                <a:gd name="connsiteY767" fmla="*/ 184002 h 688998"/>
                <a:gd name="connsiteX768" fmla="*/ 309437 w 508552"/>
                <a:gd name="connsiteY768" fmla="*/ 185345 h 688998"/>
                <a:gd name="connsiteX769" fmla="*/ 312127 w 508552"/>
                <a:gd name="connsiteY769" fmla="*/ 181315 h 688998"/>
                <a:gd name="connsiteX770" fmla="*/ 317509 w 508552"/>
                <a:gd name="connsiteY770" fmla="*/ 179972 h 688998"/>
                <a:gd name="connsiteX771" fmla="*/ 320200 w 508552"/>
                <a:gd name="connsiteY771" fmla="*/ 178629 h 688998"/>
                <a:gd name="connsiteX772" fmla="*/ 321545 w 508552"/>
                <a:gd name="connsiteY772" fmla="*/ 181315 h 688998"/>
                <a:gd name="connsiteX773" fmla="*/ 318854 w 508552"/>
                <a:gd name="connsiteY773" fmla="*/ 184002 h 688998"/>
                <a:gd name="connsiteX774" fmla="*/ 313473 w 508552"/>
                <a:gd name="connsiteY774" fmla="*/ 185345 h 688998"/>
                <a:gd name="connsiteX775" fmla="*/ 309437 w 508552"/>
                <a:gd name="connsiteY775" fmla="*/ 189374 h 688998"/>
                <a:gd name="connsiteX776" fmla="*/ 313473 w 508552"/>
                <a:gd name="connsiteY776" fmla="*/ 188031 h 688998"/>
                <a:gd name="connsiteX777" fmla="*/ 314818 w 508552"/>
                <a:gd name="connsiteY777" fmla="*/ 189374 h 688998"/>
                <a:gd name="connsiteX778" fmla="*/ 310782 w 508552"/>
                <a:gd name="connsiteY778" fmla="*/ 193403 h 688998"/>
                <a:gd name="connsiteX779" fmla="*/ 306746 w 508552"/>
                <a:gd name="connsiteY779" fmla="*/ 198775 h 688998"/>
                <a:gd name="connsiteX780" fmla="*/ 302710 w 508552"/>
                <a:gd name="connsiteY780" fmla="*/ 201462 h 688998"/>
                <a:gd name="connsiteX781" fmla="*/ 305400 w 508552"/>
                <a:gd name="connsiteY781" fmla="*/ 202805 h 688998"/>
                <a:gd name="connsiteX782" fmla="*/ 312127 w 508552"/>
                <a:gd name="connsiteY782" fmla="*/ 198775 h 688998"/>
                <a:gd name="connsiteX783" fmla="*/ 316164 w 508552"/>
                <a:gd name="connsiteY783" fmla="*/ 190717 h 688998"/>
                <a:gd name="connsiteX784" fmla="*/ 318854 w 508552"/>
                <a:gd name="connsiteY784" fmla="*/ 186688 h 688998"/>
                <a:gd name="connsiteX785" fmla="*/ 326927 w 508552"/>
                <a:gd name="connsiteY785" fmla="*/ 179972 h 688998"/>
                <a:gd name="connsiteX786" fmla="*/ 328272 w 508552"/>
                <a:gd name="connsiteY786" fmla="*/ 182659 h 688998"/>
                <a:gd name="connsiteX787" fmla="*/ 328272 w 508552"/>
                <a:gd name="connsiteY787" fmla="*/ 185345 h 688998"/>
                <a:gd name="connsiteX788" fmla="*/ 332308 w 508552"/>
                <a:gd name="connsiteY788" fmla="*/ 182659 h 688998"/>
                <a:gd name="connsiteX789" fmla="*/ 333653 w 508552"/>
                <a:gd name="connsiteY789" fmla="*/ 178629 h 688998"/>
                <a:gd name="connsiteX790" fmla="*/ 340380 w 508552"/>
                <a:gd name="connsiteY790" fmla="*/ 174600 h 688998"/>
                <a:gd name="connsiteX791" fmla="*/ 343071 w 508552"/>
                <a:gd name="connsiteY791" fmla="*/ 175943 h 688998"/>
                <a:gd name="connsiteX792" fmla="*/ 343071 w 508552"/>
                <a:gd name="connsiteY792" fmla="*/ 178629 h 688998"/>
                <a:gd name="connsiteX793" fmla="*/ 334999 w 508552"/>
                <a:gd name="connsiteY793" fmla="*/ 185345 h 688998"/>
                <a:gd name="connsiteX794" fmla="*/ 325581 w 508552"/>
                <a:gd name="connsiteY794" fmla="*/ 190717 h 688998"/>
                <a:gd name="connsiteX795" fmla="*/ 322890 w 508552"/>
                <a:gd name="connsiteY795" fmla="*/ 192060 h 688998"/>
                <a:gd name="connsiteX796" fmla="*/ 322890 w 508552"/>
                <a:gd name="connsiteY796" fmla="*/ 194746 h 688998"/>
                <a:gd name="connsiteX797" fmla="*/ 324236 w 508552"/>
                <a:gd name="connsiteY797" fmla="*/ 196089 h 688998"/>
                <a:gd name="connsiteX798" fmla="*/ 322890 w 508552"/>
                <a:gd name="connsiteY798" fmla="*/ 200118 h 688998"/>
                <a:gd name="connsiteX799" fmla="*/ 321545 w 508552"/>
                <a:gd name="connsiteY799" fmla="*/ 204148 h 688998"/>
                <a:gd name="connsiteX800" fmla="*/ 322890 w 508552"/>
                <a:gd name="connsiteY800" fmla="*/ 205491 h 688998"/>
                <a:gd name="connsiteX801" fmla="*/ 325581 w 508552"/>
                <a:gd name="connsiteY801" fmla="*/ 201462 h 688998"/>
                <a:gd name="connsiteX802" fmla="*/ 326927 w 508552"/>
                <a:gd name="connsiteY802" fmla="*/ 196089 h 688998"/>
                <a:gd name="connsiteX803" fmla="*/ 333653 w 508552"/>
                <a:gd name="connsiteY803" fmla="*/ 190717 h 688998"/>
                <a:gd name="connsiteX804" fmla="*/ 339035 w 508552"/>
                <a:gd name="connsiteY804" fmla="*/ 188031 h 688998"/>
                <a:gd name="connsiteX805" fmla="*/ 339035 w 508552"/>
                <a:gd name="connsiteY805" fmla="*/ 190717 h 688998"/>
                <a:gd name="connsiteX806" fmla="*/ 340380 w 508552"/>
                <a:gd name="connsiteY806" fmla="*/ 193403 h 688998"/>
                <a:gd name="connsiteX807" fmla="*/ 337689 w 508552"/>
                <a:gd name="connsiteY807" fmla="*/ 197432 h 688998"/>
                <a:gd name="connsiteX808" fmla="*/ 330963 w 508552"/>
                <a:gd name="connsiteY808" fmla="*/ 202805 h 688998"/>
                <a:gd name="connsiteX809" fmla="*/ 329617 w 508552"/>
                <a:gd name="connsiteY809" fmla="*/ 206834 h 688998"/>
                <a:gd name="connsiteX810" fmla="*/ 325581 w 508552"/>
                <a:gd name="connsiteY810" fmla="*/ 213549 h 688998"/>
                <a:gd name="connsiteX811" fmla="*/ 322890 w 508552"/>
                <a:gd name="connsiteY811" fmla="*/ 214892 h 688998"/>
                <a:gd name="connsiteX812" fmla="*/ 324236 w 508552"/>
                <a:gd name="connsiteY812" fmla="*/ 216235 h 688998"/>
                <a:gd name="connsiteX813" fmla="*/ 328272 w 508552"/>
                <a:gd name="connsiteY813" fmla="*/ 214892 h 688998"/>
                <a:gd name="connsiteX814" fmla="*/ 330963 w 508552"/>
                <a:gd name="connsiteY814" fmla="*/ 212206 h 688998"/>
                <a:gd name="connsiteX815" fmla="*/ 336344 w 508552"/>
                <a:gd name="connsiteY815" fmla="*/ 202805 h 688998"/>
                <a:gd name="connsiteX816" fmla="*/ 340380 w 508552"/>
                <a:gd name="connsiteY816" fmla="*/ 201462 h 688998"/>
                <a:gd name="connsiteX817" fmla="*/ 343071 w 508552"/>
                <a:gd name="connsiteY817" fmla="*/ 204148 h 688998"/>
                <a:gd name="connsiteX818" fmla="*/ 344416 w 508552"/>
                <a:gd name="connsiteY818" fmla="*/ 205491 h 688998"/>
                <a:gd name="connsiteX819" fmla="*/ 344416 w 508552"/>
                <a:gd name="connsiteY819" fmla="*/ 208177 h 688998"/>
                <a:gd name="connsiteX820" fmla="*/ 340380 w 508552"/>
                <a:gd name="connsiteY820" fmla="*/ 209520 h 688998"/>
                <a:gd name="connsiteX821" fmla="*/ 336344 w 508552"/>
                <a:gd name="connsiteY821" fmla="*/ 216235 h 688998"/>
                <a:gd name="connsiteX822" fmla="*/ 334999 w 508552"/>
                <a:gd name="connsiteY822" fmla="*/ 222951 h 688998"/>
                <a:gd name="connsiteX823" fmla="*/ 336344 w 508552"/>
                <a:gd name="connsiteY823" fmla="*/ 222951 h 688998"/>
                <a:gd name="connsiteX824" fmla="*/ 339035 w 508552"/>
                <a:gd name="connsiteY824" fmla="*/ 220265 h 688998"/>
                <a:gd name="connsiteX825" fmla="*/ 339035 w 508552"/>
                <a:gd name="connsiteY825" fmla="*/ 216235 h 688998"/>
                <a:gd name="connsiteX826" fmla="*/ 343071 w 508552"/>
                <a:gd name="connsiteY826" fmla="*/ 210863 h 688998"/>
                <a:gd name="connsiteX827" fmla="*/ 348452 w 508552"/>
                <a:gd name="connsiteY827" fmla="*/ 208177 h 688998"/>
                <a:gd name="connsiteX828" fmla="*/ 348452 w 508552"/>
                <a:gd name="connsiteY828" fmla="*/ 204148 h 688998"/>
                <a:gd name="connsiteX829" fmla="*/ 349798 w 508552"/>
                <a:gd name="connsiteY829" fmla="*/ 200118 h 688998"/>
                <a:gd name="connsiteX830" fmla="*/ 353834 w 508552"/>
                <a:gd name="connsiteY830" fmla="*/ 197432 h 688998"/>
                <a:gd name="connsiteX831" fmla="*/ 355179 w 508552"/>
                <a:gd name="connsiteY831" fmla="*/ 193403 h 688998"/>
                <a:gd name="connsiteX832" fmla="*/ 356525 w 508552"/>
                <a:gd name="connsiteY832" fmla="*/ 190717 h 688998"/>
                <a:gd name="connsiteX833" fmla="*/ 359216 w 508552"/>
                <a:gd name="connsiteY833" fmla="*/ 190717 h 688998"/>
                <a:gd name="connsiteX834" fmla="*/ 360561 w 508552"/>
                <a:gd name="connsiteY834" fmla="*/ 186688 h 688998"/>
                <a:gd name="connsiteX835" fmla="*/ 361906 w 508552"/>
                <a:gd name="connsiteY835" fmla="*/ 182659 h 688998"/>
                <a:gd name="connsiteX836" fmla="*/ 363252 w 508552"/>
                <a:gd name="connsiteY836" fmla="*/ 181315 h 688998"/>
                <a:gd name="connsiteX837" fmla="*/ 367288 w 508552"/>
                <a:gd name="connsiteY837" fmla="*/ 189374 h 688998"/>
                <a:gd name="connsiteX838" fmla="*/ 371324 w 508552"/>
                <a:gd name="connsiteY838" fmla="*/ 192060 h 688998"/>
                <a:gd name="connsiteX839" fmla="*/ 375360 w 508552"/>
                <a:gd name="connsiteY839" fmla="*/ 196089 h 688998"/>
                <a:gd name="connsiteX840" fmla="*/ 376705 w 508552"/>
                <a:gd name="connsiteY840" fmla="*/ 201462 h 688998"/>
                <a:gd name="connsiteX841" fmla="*/ 378051 w 508552"/>
                <a:gd name="connsiteY841" fmla="*/ 206834 h 688998"/>
                <a:gd name="connsiteX842" fmla="*/ 382087 w 508552"/>
                <a:gd name="connsiteY842" fmla="*/ 212206 h 688998"/>
                <a:gd name="connsiteX843" fmla="*/ 382087 w 508552"/>
                <a:gd name="connsiteY843" fmla="*/ 213549 h 688998"/>
                <a:gd name="connsiteX844" fmla="*/ 379396 w 508552"/>
                <a:gd name="connsiteY844" fmla="*/ 217578 h 688998"/>
                <a:gd name="connsiteX845" fmla="*/ 374015 w 508552"/>
                <a:gd name="connsiteY845" fmla="*/ 222951 h 688998"/>
                <a:gd name="connsiteX846" fmla="*/ 371324 w 508552"/>
                <a:gd name="connsiteY846" fmla="*/ 222951 h 688998"/>
                <a:gd name="connsiteX847" fmla="*/ 367288 w 508552"/>
                <a:gd name="connsiteY847" fmla="*/ 220265 h 688998"/>
                <a:gd name="connsiteX848" fmla="*/ 363252 w 508552"/>
                <a:gd name="connsiteY848" fmla="*/ 217578 h 688998"/>
                <a:gd name="connsiteX849" fmla="*/ 360561 w 508552"/>
                <a:gd name="connsiteY849" fmla="*/ 217578 h 688998"/>
                <a:gd name="connsiteX850" fmla="*/ 359216 w 508552"/>
                <a:gd name="connsiteY850" fmla="*/ 218922 h 688998"/>
                <a:gd name="connsiteX851" fmla="*/ 355179 w 508552"/>
                <a:gd name="connsiteY851" fmla="*/ 220265 h 688998"/>
                <a:gd name="connsiteX852" fmla="*/ 353834 w 508552"/>
                <a:gd name="connsiteY852" fmla="*/ 225637 h 688998"/>
                <a:gd name="connsiteX853" fmla="*/ 349798 w 508552"/>
                <a:gd name="connsiteY853" fmla="*/ 226980 h 688998"/>
                <a:gd name="connsiteX854" fmla="*/ 347107 w 508552"/>
                <a:gd name="connsiteY854" fmla="*/ 226980 h 688998"/>
                <a:gd name="connsiteX855" fmla="*/ 344416 w 508552"/>
                <a:gd name="connsiteY855" fmla="*/ 231009 h 688998"/>
                <a:gd name="connsiteX856" fmla="*/ 349798 w 508552"/>
                <a:gd name="connsiteY856" fmla="*/ 229666 h 688998"/>
                <a:gd name="connsiteX857" fmla="*/ 352489 w 508552"/>
                <a:gd name="connsiteY857" fmla="*/ 229666 h 688998"/>
                <a:gd name="connsiteX858" fmla="*/ 353834 w 508552"/>
                <a:gd name="connsiteY858" fmla="*/ 232352 h 688998"/>
                <a:gd name="connsiteX859" fmla="*/ 349798 w 508552"/>
                <a:gd name="connsiteY859" fmla="*/ 237725 h 688998"/>
                <a:gd name="connsiteX860" fmla="*/ 344416 w 508552"/>
                <a:gd name="connsiteY860" fmla="*/ 239068 h 688998"/>
                <a:gd name="connsiteX861" fmla="*/ 340380 w 508552"/>
                <a:gd name="connsiteY861" fmla="*/ 241754 h 688998"/>
                <a:gd name="connsiteX862" fmla="*/ 347107 w 508552"/>
                <a:gd name="connsiteY862" fmla="*/ 241754 h 688998"/>
                <a:gd name="connsiteX863" fmla="*/ 351143 w 508552"/>
                <a:gd name="connsiteY863" fmla="*/ 239068 h 688998"/>
                <a:gd name="connsiteX864" fmla="*/ 356525 w 508552"/>
                <a:gd name="connsiteY864" fmla="*/ 237725 h 688998"/>
                <a:gd name="connsiteX865" fmla="*/ 360561 w 508552"/>
                <a:gd name="connsiteY865" fmla="*/ 239068 h 688998"/>
                <a:gd name="connsiteX866" fmla="*/ 364597 w 508552"/>
                <a:gd name="connsiteY866" fmla="*/ 235039 h 688998"/>
                <a:gd name="connsiteX867" fmla="*/ 369979 w 508552"/>
                <a:gd name="connsiteY867" fmla="*/ 235039 h 688998"/>
                <a:gd name="connsiteX868" fmla="*/ 372669 w 508552"/>
                <a:gd name="connsiteY868" fmla="*/ 237725 h 688998"/>
                <a:gd name="connsiteX869" fmla="*/ 374015 w 508552"/>
                <a:gd name="connsiteY869" fmla="*/ 240411 h 688998"/>
                <a:gd name="connsiteX870" fmla="*/ 372669 w 508552"/>
                <a:gd name="connsiteY870" fmla="*/ 241754 h 688998"/>
                <a:gd name="connsiteX871" fmla="*/ 374015 w 508552"/>
                <a:gd name="connsiteY871" fmla="*/ 240411 h 688998"/>
                <a:gd name="connsiteX872" fmla="*/ 375360 w 508552"/>
                <a:gd name="connsiteY872" fmla="*/ 235039 h 688998"/>
                <a:gd name="connsiteX873" fmla="*/ 375360 w 508552"/>
                <a:gd name="connsiteY873" fmla="*/ 231009 h 688998"/>
                <a:gd name="connsiteX874" fmla="*/ 378051 w 508552"/>
                <a:gd name="connsiteY874" fmla="*/ 226980 h 688998"/>
                <a:gd name="connsiteX875" fmla="*/ 386123 w 508552"/>
                <a:gd name="connsiteY875" fmla="*/ 222951 h 688998"/>
                <a:gd name="connsiteX876" fmla="*/ 387469 w 508552"/>
                <a:gd name="connsiteY876" fmla="*/ 224294 h 688998"/>
                <a:gd name="connsiteX877" fmla="*/ 386123 w 508552"/>
                <a:gd name="connsiteY877" fmla="*/ 228323 h 688998"/>
                <a:gd name="connsiteX878" fmla="*/ 387469 w 508552"/>
                <a:gd name="connsiteY878" fmla="*/ 232352 h 688998"/>
                <a:gd name="connsiteX879" fmla="*/ 386123 w 508552"/>
                <a:gd name="connsiteY879" fmla="*/ 236382 h 688998"/>
                <a:gd name="connsiteX880" fmla="*/ 380742 w 508552"/>
                <a:gd name="connsiteY880" fmla="*/ 243097 h 688998"/>
                <a:gd name="connsiteX881" fmla="*/ 375360 w 508552"/>
                <a:gd name="connsiteY881" fmla="*/ 244440 h 688998"/>
                <a:gd name="connsiteX882" fmla="*/ 372669 w 508552"/>
                <a:gd name="connsiteY882" fmla="*/ 248469 h 688998"/>
                <a:gd name="connsiteX883" fmla="*/ 371324 w 508552"/>
                <a:gd name="connsiteY883" fmla="*/ 249812 h 688998"/>
                <a:gd name="connsiteX884" fmla="*/ 365942 w 508552"/>
                <a:gd name="connsiteY884" fmla="*/ 249812 h 688998"/>
                <a:gd name="connsiteX885" fmla="*/ 363252 w 508552"/>
                <a:gd name="connsiteY885" fmla="*/ 248469 h 688998"/>
                <a:gd name="connsiteX886" fmla="*/ 360561 w 508552"/>
                <a:gd name="connsiteY886" fmla="*/ 248469 h 688998"/>
                <a:gd name="connsiteX887" fmla="*/ 357870 w 508552"/>
                <a:gd name="connsiteY887" fmla="*/ 252498 h 688998"/>
                <a:gd name="connsiteX888" fmla="*/ 357870 w 508552"/>
                <a:gd name="connsiteY888" fmla="*/ 255185 h 688998"/>
                <a:gd name="connsiteX889" fmla="*/ 352489 w 508552"/>
                <a:gd name="connsiteY889" fmla="*/ 260557 h 688998"/>
                <a:gd name="connsiteX890" fmla="*/ 351143 w 508552"/>
                <a:gd name="connsiteY890" fmla="*/ 263243 h 688998"/>
                <a:gd name="connsiteX891" fmla="*/ 351143 w 508552"/>
                <a:gd name="connsiteY891" fmla="*/ 265929 h 688998"/>
                <a:gd name="connsiteX892" fmla="*/ 352489 w 508552"/>
                <a:gd name="connsiteY892" fmla="*/ 265929 h 688998"/>
                <a:gd name="connsiteX893" fmla="*/ 359216 w 508552"/>
                <a:gd name="connsiteY893" fmla="*/ 259214 h 688998"/>
                <a:gd name="connsiteX894" fmla="*/ 363252 w 508552"/>
                <a:gd name="connsiteY894" fmla="*/ 252498 h 688998"/>
                <a:gd name="connsiteX895" fmla="*/ 365942 w 508552"/>
                <a:gd name="connsiteY895" fmla="*/ 251155 h 688998"/>
                <a:gd name="connsiteX896" fmla="*/ 367288 w 508552"/>
                <a:gd name="connsiteY896" fmla="*/ 252498 h 688998"/>
                <a:gd name="connsiteX897" fmla="*/ 368633 w 508552"/>
                <a:gd name="connsiteY897" fmla="*/ 253842 h 688998"/>
                <a:gd name="connsiteX898" fmla="*/ 368633 w 508552"/>
                <a:gd name="connsiteY898" fmla="*/ 255185 h 688998"/>
                <a:gd name="connsiteX899" fmla="*/ 367288 w 508552"/>
                <a:gd name="connsiteY899" fmla="*/ 257871 h 688998"/>
                <a:gd name="connsiteX900" fmla="*/ 364597 w 508552"/>
                <a:gd name="connsiteY900" fmla="*/ 263243 h 688998"/>
                <a:gd name="connsiteX901" fmla="*/ 357870 w 508552"/>
                <a:gd name="connsiteY901" fmla="*/ 269959 h 688998"/>
                <a:gd name="connsiteX902" fmla="*/ 353834 w 508552"/>
                <a:gd name="connsiteY902" fmla="*/ 273988 h 688998"/>
                <a:gd name="connsiteX903" fmla="*/ 353834 w 508552"/>
                <a:gd name="connsiteY903" fmla="*/ 275331 h 688998"/>
                <a:gd name="connsiteX904" fmla="*/ 361906 w 508552"/>
                <a:gd name="connsiteY904" fmla="*/ 271302 h 688998"/>
                <a:gd name="connsiteX905" fmla="*/ 369979 w 508552"/>
                <a:gd name="connsiteY905" fmla="*/ 260557 h 688998"/>
                <a:gd name="connsiteX906" fmla="*/ 374015 w 508552"/>
                <a:gd name="connsiteY906" fmla="*/ 253842 h 688998"/>
                <a:gd name="connsiteX907" fmla="*/ 375360 w 508552"/>
                <a:gd name="connsiteY907" fmla="*/ 249812 h 688998"/>
                <a:gd name="connsiteX908" fmla="*/ 376705 w 508552"/>
                <a:gd name="connsiteY908" fmla="*/ 247126 h 688998"/>
                <a:gd name="connsiteX909" fmla="*/ 379396 w 508552"/>
                <a:gd name="connsiteY909" fmla="*/ 247126 h 688998"/>
                <a:gd name="connsiteX910" fmla="*/ 387469 w 508552"/>
                <a:gd name="connsiteY910" fmla="*/ 241754 h 688998"/>
                <a:gd name="connsiteX911" fmla="*/ 394195 w 508552"/>
                <a:gd name="connsiteY911" fmla="*/ 239068 h 688998"/>
                <a:gd name="connsiteX912" fmla="*/ 396886 w 508552"/>
                <a:gd name="connsiteY912" fmla="*/ 237725 h 688998"/>
                <a:gd name="connsiteX913" fmla="*/ 398231 w 508552"/>
                <a:gd name="connsiteY913" fmla="*/ 240411 h 688998"/>
                <a:gd name="connsiteX914" fmla="*/ 395541 w 508552"/>
                <a:gd name="connsiteY914" fmla="*/ 243097 h 688998"/>
                <a:gd name="connsiteX915" fmla="*/ 390159 w 508552"/>
                <a:gd name="connsiteY915" fmla="*/ 248469 h 688998"/>
                <a:gd name="connsiteX916" fmla="*/ 384778 w 508552"/>
                <a:gd name="connsiteY916" fmla="*/ 248469 h 688998"/>
                <a:gd name="connsiteX917" fmla="*/ 382087 w 508552"/>
                <a:gd name="connsiteY917" fmla="*/ 251155 h 688998"/>
                <a:gd name="connsiteX918" fmla="*/ 382087 w 508552"/>
                <a:gd name="connsiteY918" fmla="*/ 255185 h 688998"/>
                <a:gd name="connsiteX919" fmla="*/ 383432 w 508552"/>
                <a:gd name="connsiteY919" fmla="*/ 256528 h 688998"/>
                <a:gd name="connsiteX920" fmla="*/ 386123 w 508552"/>
                <a:gd name="connsiteY920" fmla="*/ 252498 h 688998"/>
                <a:gd name="connsiteX921" fmla="*/ 391504 w 508552"/>
                <a:gd name="connsiteY921" fmla="*/ 252498 h 688998"/>
                <a:gd name="connsiteX922" fmla="*/ 395541 w 508552"/>
                <a:gd name="connsiteY922" fmla="*/ 248469 h 688998"/>
                <a:gd name="connsiteX923" fmla="*/ 399577 w 508552"/>
                <a:gd name="connsiteY923" fmla="*/ 247126 h 688998"/>
                <a:gd name="connsiteX924" fmla="*/ 402268 w 508552"/>
                <a:gd name="connsiteY924" fmla="*/ 244440 h 688998"/>
                <a:gd name="connsiteX925" fmla="*/ 406304 w 508552"/>
                <a:gd name="connsiteY925" fmla="*/ 243097 h 688998"/>
                <a:gd name="connsiteX926" fmla="*/ 408994 w 508552"/>
                <a:gd name="connsiteY926" fmla="*/ 243097 h 688998"/>
                <a:gd name="connsiteX927" fmla="*/ 411685 w 508552"/>
                <a:gd name="connsiteY927" fmla="*/ 247126 h 688998"/>
                <a:gd name="connsiteX928" fmla="*/ 417067 w 508552"/>
                <a:gd name="connsiteY928" fmla="*/ 253842 h 688998"/>
                <a:gd name="connsiteX929" fmla="*/ 419757 w 508552"/>
                <a:gd name="connsiteY929" fmla="*/ 257871 h 688998"/>
                <a:gd name="connsiteX930" fmla="*/ 423794 w 508552"/>
                <a:gd name="connsiteY930" fmla="*/ 260557 h 688998"/>
                <a:gd name="connsiteX931" fmla="*/ 425139 w 508552"/>
                <a:gd name="connsiteY931" fmla="*/ 263243 h 688998"/>
                <a:gd name="connsiteX932" fmla="*/ 423794 w 508552"/>
                <a:gd name="connsiteY932" fmla="*/ 267272 h 688998"/>
                <a:gd name="connsiteX933" fmla="*/ 419757 w 508552"/>
                <a:gd name="connsiteY933" fmla="*/ 272645 h 688998"/>
                <a:gd name="connsiteX934" fmla="*/ 417067 w 508552"/>
                <a:gd name="connsiteY934" fmla="*/ 271302 h 688998"/>
                <a:gd name="connsiteX935" fmla="*/ 417067 w 508552"/>
                <a:gd name="connsiteY935" fmla="*/ 265929 h 688998"/>
                <a:gd name="connsiteX936" fmla="*/ 414376 w 508552"/>
                <a:gd name="connsiteY936" fmla="*/ 267272 h 688998"/>
                <a:gd name="connsiteX937" fmla="*/ 413031 w 508552"/>
                <a:gd name="connsiteY937" fmla="*/ 269959 h 688998"/>
                <a:gd name="connsiteX938" fmla="*/ 411685 w 508552"/>
                <a:gd name="connsiteY938" fmla="*/ 272645 h 688998"/>
                <a:gd name="connsiteX939" fmla="*/ 407649 w 508552"/>
                <a:gd name="connsiteY939" fmla="*/ 275331 h 688998"/>
                <a:gd name="connsiteX940" fmla="*/ 399577 w 508552"/>
                <a:gd name="connsiteY940" fmla="*/ 275331 h 688998"/>
                <a:gd name="connsiteX941" fmla="*/ 395541 w 508552"/>
                <a:gd name="connsiteY941" fmla="*/ 278017 h 688998"/>
                <a:gd name="connsiteX942" fmla="*/ 391504 w 508552"/>
                <a:gd name="connsiteY942" fmla="*/ 276674 h 688998"/>
                <a:gd name="connsiteX943" fmla="*/ 383432 w 508552"/>
                <a:gd name="connsiteY943" fmla="*/ 282046 h 688998"/>
                <a:gd name="connsiteX944" fmla="*/ 379396 w 508552"/>
                <a:gd name="connsiteY944" fmla="*/ 282046 h 688998"/>
                <a:gd name="connsiteX945" fmla="*/ 372669 w 508552"/>
                <a:gd name="connsiteY945" fmla="*/ 286075 h 688998"/>
                <a:gd name="connsiteX946" fmla="*/ 376705 w 508552"/>
                <a:gd name="connsiteY946" fmla="*/ 286075 h 688998"/>
                <a:gd name="connsiteX947" fmla="*/ 379396 w 508552"/>
                <a:gd name="connsiteY947" fmla="*/ 287418 h 688998"/>
                <a:gd name="connsiteX948" fmla="*/ 378051 w 508552"/>
                <a:gd name="connsiteY948" fmla="*/ 290105 h 688998"/>
                <a:gd name="connsiteX949" fmla="*/ 371324 w 508552"/>
                <a:gd name="connsiteY949" fmla="*/ 291448 h 688998"/>
                <a:gd name="connsiteX950" fmla="*/ 369979 w 508552"/>
                <a:gd name="connsiteY950" fmla="*/ 294134 h 688998"/>
                <a:gd name="connsiteX951" fmla="*/ 378051 w 508552"/>
                <a:gd name="connsiteY951" fmla="*/ 292791 h 688998"/>
                <a:gd name="connsiteX952" fmla="*/ 383432 w 508552"/>
                <a:gd name="connsiteY952" fmla="*/ 287418 h 688998"/>
                <a:gd name="connsiteX953" fmla="*/ 391504 w 508552"/>
                <a:gd name="connsiteY953" fmla="*/ 280703 h 688998"/>
                <a:gd name="connsiteX954" fmla="*/ 396886 w 508552"/>
                <a:gd name="connsiteY954" fmla="*/ 280703 h 688998"/>
                <a:gd name="connsiteX955" fmla="*/ 400922 w 508552"/>
                <a:gd name="connsiteY955" fmla="*/ 282046 h 688998"/>
                <a:gd name="connsiteX956" fmla="*/ 403613 w 508552"/>
                <a:gd name="connsiteY956" fmla="*/ 280703 h 688998"/>
                <a:gd name="connsiteX957" fmla="*/ 407649 w 508552"/>
                <a:gd name="connsiteY957" fmla="*/ 280703 h 688998"/>
                <a:gd name="connsiteX958" fmla="*/ 407649 w 508552"/>
                <a:gd name="connsiteY958" fmla="*/ 282046 h 688998"/>
                <a:gd name="connsiteX959" fmla="*/ 407649 w 508552"/>
                <a:gd name="connsiteY959" fmla="*/ 287418 h 688998"/>
                <a:gd name="connsiteX960" fmla="*/ 403613 w 508552"/>
                <a:gd name="connsiteY960" fmla="*/ 290105 h 688998"/>
                <a:gd name="connsiteX961" fmla="*/ 399577 w 508552"/>
                <a:gd name="connsiteY961" fmla="*/ 292791 h 688998"/>
                <a:gd name="connsiteX962" fmla="*/ 396886 w 508552"/>
                <a:gd name="connsiteY962" fmla="*/ 292791 h 688998"/>
                <a:gd name="connsiteX963" fmla="*/ 392850 w 508552"/>
                <a:gd name="connsiteY963" fmla="*/ 294134 h 688998"/>
                <a:gd name="connsiteX964" fmla="*/ 390159 w 508552"/>
                <a:gd name="connsiteY964" fmla="*/ 299506 h 688998"/>
                <a:gd name="connsiteX965" fmla="*/ 384778 w 508552"/>
                <a:gd name="connsiteY965" fmla="*/ 300849 h 688998"/>
                <a:gd name="connsiteX966" fmla="*/ 380742 w 508552"/>
                <a:gd name="connsiteY966" fmla="*/ 298163 h 688998"/>
                <a:gd name="connsiteX967" fmla="*/ 378051 w 508552"/>
                <a:gd name="connsiteY967" fmla="*/ 299506 h 688998"/>
                <a:gd name="connsiteX968" fmla="*/ 374015 w 508552"/>
                <a:gd name="connsiteY968" fmla="*/ 303535 h 688998"/>
                <a:gd name="connsiteX969" fmla="*/ 376705 w 508552"/>
                <a:gd name="connsiteY969" fmla="*/ 303535 h 688998"/>
                <a:gd name="connsiteX970" fmla="*/ 380742 w 508552"/>
                <a:gd name="connsiteY970" fmla="*/ 302192 h 688998"/>
                <a:gd name="connsiteX971" fmla="*/ 384778 w 508552"/>
                <a:gd name="connsiteY971" fmla="*/ 302192 h 688998"/>
                <a:gd name="connsiteX972" fmla="*/ 387469 w 508552"/>
                <a:gd name="connsiteY972" fmla="*/ 303535 h 688998"/>
                <a:gd name="connsiteX973" fmla="*/ 392850 w 508552"/>
                <a:gd name="connsiteY973" fmla="*/ 299506 h 688998"/>
                <a:gd name="connsiteX974" fmla="*/ 395541 w 508552"/>
                <a:gd name="connsiteY974" fmla="*/ 295477 h 688998"/>
                <a:gd name="connsiteX975" fmla="*/ 400922 w 508552"/>
                <a:gd name="connsiteY975" fmla="*/ 294134 h 688998"/>
                <a:gd name="connsiteX976" fmla="*/ 403613 w 508552"/>
                <a:gd name="connsiteY976" fmla="*/ 295477 h 688998"/>
                <a:gd name="connsiteX977" fmla="*/ 407649 w 508552"/>
                <a:gd name="connsiteY977" fmla="*/ 295477 h 688998"/>
                <a:gd name="connsiteX978" fmla="*/ 411685 w 508552"/>
                <a:gd name="connsiteY978" fmla="*/ 291448 h 688998"/>
                <a:gd name="connsiteX979" fmla="*/ 417067 w 508552"/>
                <a:gd name="connsiteY979" fmla="*/ 290105 h 688998"/>
                <a:gd name="connsiteX980" fmla="*/ 418412 w 508552"/>
                <a:gd name="connsiteY980" fmla="*/ 288762 h 688998"/>
                <a:gd name="connsiteX981" fmla="*/ 418412 w 508552"/>
                <a:gd name="connsiteY981" fmla="*/ 284732 h 688998"/>
                <a:gd name="connsiteX982" fmla="*/ 417067 w 508552"/>
                <a:gd name="connsiteY982" fmla="*/ 283389 h 688998"/>
                <a:gd name="connsiteX983" fmla="*/ 419757 w 508552"/>
                <a:gd name="connsiteY983" fmla="*/ 279360 h 688998"/>
                <a:gd name="connsiteX984" fmla="*/ 419757 w 508552"/>
                <a:gd name="connsiteY984" fmla="*/ 276674 h 688998"/>
                <a:gd name="connsiteX985" fmla="*/ 422448 w 508552"/>
                <a:gd name="connsiteY985" fmla="*/ 275331 h 688998"/>
                <a:gd name="connsiteX986" fmla="*/ 423794 w 508552"/>
                <a:gd name="connsiteY986" fmla="*/ 276674 h 688998"/>
                <a:gd name="connsiteX987" fmla="*/ 426484 w 508552"/>
                <a:gd name="connsiteY987" fmla="*/ 276674 h 688998"/>
                <a:gd name="connsiteX988" fmla="*/ 427830 w 508552"/>
                <a:gd name="connsiteY988" fmla="*/ 282046 h 688998"/>
                <a:gd name="connsiteX989" fmla="*/ 431866 w 508552"/>
                <a:gd name="connsiteY989" fmla="*/ 291448 h 688998"/>
                <a:gd name="connsiteX990" fmla="*/ 433211 w 508552"/>
                <a:gd name="connsiteY990" fmla="*/ 298163 h 688998"/>
                <a:gd name="connsiteX991" fmla="*/ 435902 w 508552"/>
                <a:gd name="connsiteY991" fmla="*/ 302192 h 688998"/>
                <a:gd name="connsiteX992" fmla="*/ 435902 w 508552"/>
                <a:gd name="connsiteY992" fmla="*/ 306222 h 688998"/>
                <a:gd name="connsiteX993" fmla="*/ 433211 w 508552"/>
                <a:gd name="connsiteY993" fmla="*/ 308908 h 688998"/>
                <a:gd name="connsiteX994" fmla="*/ 427830 w 508552"/>
                <a:gd name="connsiteY994" fmla="*/ 308908 h 688998"/>
                <a:gd name="connsiteX995" fmla="*/ 423794 w 508552"/>
                <a:gd name="connsiteY995" fmla="*/ 306222 h 688998"/>
                <a:gd name="connsiteX996" fmla="*/ 417067 w 508552"/>
                <a:gd name="connsiteY996" fmla="*/ 306222 h 688998"/>
                <a:gd name="connsiteX997" fmla="*/ 413031 w 508552"/>
                <a:gd name="connsiteY997" fmla="*/ 307565 h 688998"/>
                <a:gd name="connsiteX998" fmla="*/ 408994 w 508552"/>
                <a:gd name="connsiteY998" fmla="*/ 310251 h 688998"/>
                <a:gd name="connsiteX999" fmla="*/ 406304 w 508552"/>
                <a:gd name="connsiteY999" fmla="*/ 311594 h 688998"/>
                <a:gd name="connsiteX1000" fmla="*/ 404958 w 508552"/>
                <a:gd name="connsiteY1000" fmla="*/ 310251 h 688998"/>
                <a:gd name="connsiteX1001" fmla="*/ 400922 w 508552"/>
                <a:gd name="connsiteY1001" fmla="*/ 310251 h 688998"/>
                <a:gd name="connsiteX1002" fmla="*/ 396886 w 508552"/>
                <a:gd name="connsiteY1002" fmla="*/ 312937 h 688998"/>
                <a:gd name="connsiteX1003" fmla="*/ 390159 w 508552"/>
                <a:gd name="connsiteY1003" fmla="*/ 314280 h 688998"/>
                <a:gd name="connsiteX1004" fmla="*/ 392850 w 508552"/>
                <a:gd name="connsiteY1004" fmla="*/ 315623 h 688998"/>
                <a:gd name="connsiteX1005" fmla="*/ 402268 w 508552"/>
                <a:gd name="connsiteY1005" fmla="*/ 314280 h 688998"/>
                <a:gd name="connsiteX1006" fmla="*/ 406304 w 508552"/>
                <a:gd name="connsiteY1006" fmla="*/ 315623 h 688998"/>
                <a:gd name="connsiteX1007" fmla="*/ 413031 w 508552"/>
                <a:gd name="connsiteY1007" fmla="*/ 322339 h 688998"/>
                <a:gd name="connsiteX1008" fmla="*/ 417067 w 508552"/>
                <a:gd name="connsiteY1008" fmla="*/ 323682 h 688998"/>
                <a:gd name="connsiteX1009" fmla="*/ 419757 w 508552"/>
                <a:gd name="connsiteY1009" fmla="*/ 322339 h 688998"/>
                <a:gd name="connsiteX1010" fmla="*/ 422448 w 508552"/>
                <a:gd name="connsiteY1010" fmla="*/ 322339 h 688998"/>
                <a:gd name="connsiteX1011" fmla="*/ 425139 w 508552"/>
                <a:gd name="connsiteY1011" fmla="*/ 323682 h 688998"/>
                <a:gd name="connsiteX1012" fmla="*/ 429175 w 508552"/>
                <a:gd name="connsiteY1012" fmla="*/ 326368 h 688998"/>
                <a:gd name="connsiteX1013" fmla="*/ 434557 w 508552"/>
                <a:gd name="connsiteY1013" fmla="*/ 327711 h 688998"/>
                <a:gd name="connsiteX1014" fmla="*/ 434557 w 508552"/>
                <a:gd name="connsiteY1014" fmla="*/ 331740 h 688998"/>
                <a:gd name="connsiteX1015" fmla="*/ 437247 w 508552"/>
                <a:gd name="connsiteY1015" fmla="*/ 335769 h 688998"/>
                <a:gd name="connsiteX1016" fmla="*/ 437247 w 508552"/>
                <a:gd name="connsiteY1016" fmla="*/ 341142 h 688998"/>
                <a:gd name="connsiteX1017" fmla="*/ 435902 w 508552"/>
                <a:gd name="connsiteY1017" fmla="*/ 342485 h 688998"/>
                <a:gd name="connsiteX1018" fmla="*/ 431866 w 508552"/>
                <a:gd name="connsiteY1018" fmla="*/ 342485 h 688998"/>
                <a:gd name="connsiteX1019" fmla="*/ 430521 w 508552"/>
                <a:gd name="connsiteY1019" fmla="*/ 338455 h 688998"/>
                <a:gd name="connsiteX1020" fmla="*/ 427830 w 508552"/>
                <a:gd name="connsiteY1020" fmla="*/ 339798 h 688998"/>
                <a:gd name="connsiteX1021" fmla="*/ 425139 w 508552"/>
                <a:gd name="connsiteY1021" fmla="*/ 342485 h 688998"/>
                <a:gd name="connsiteX1022" fmla="*/ 423794 w 508552"/>
                <a:gd name="connsiteY1022" fmla="*/ 341142 h 688998"/>
                <a:gd name="connsiteX1023" fmla="*/ 421103 w 508552"/>
                <a:gd name="connsiteY1023" fmla="*/ 338455 h 688998"/>
                <a:gd name="connsiteX1024" fmla="*/ 418412 w 508552"/>
                <a:gd name="connsiteY1024" fmla="*/ 339798 h 688998"/>
                <a:gd name="connsiteX1025" fmla="*/ 415721 w 508552"/>
                <a:gd name="connsiteY1025" fmla="*/ 338455 h 688998"/>
                <a:gd name="connsiteX1026" fmla="*/ 410340 w 508552"/>
                <a:gd name="connsiteY1026" fmla="*/ 331740 h 688998"/>
                <a:gd name="connsiteX1027" fmla="*/ 407649 w 508552"/>
                <a:gd name="connsiteY1027" fmla="*/ 331740 h 688998"/>
                <a:gd name="connsiteX1028" fmla="*/ 403613 w 508552"/>
                <a:gd name="connsiteY1028" fmla="*/ 331740 h 688998"/>
                <a:gd name="connsiteX1029" fmla="*/ 399577 w 508552"/>
                <a:gd name="connsiteY1029" fmla="*/ 331740 h 688998"/>
                <a:gd name="connsiteX1030" fmla="*/ 395541 w 508552"/>
                <a:gd name="connsiteY1030" fmla="*/ 330397 h 688998"/>
                <a:gd name="connsiteX1031" fmla="*/ 396886 w 508552"/>
                <a:gd name="connsiteY1031" fmla="*/ 331740 h 688998"/>
                <a:gd name="connsiteX1032" fmla="*/ 402268 w 508552"/>
                <a:gd name="connsiteY1032" fmla="*/ 334426 h 688998"/>
                <a:gd name="connsiteX1033" fmla="*/ 406304 w 508552"/>
                <a:gd name="connsiteY1033" fmla="*/ 334426 h 688998"/>
                <a:gd name="connsiteX1034" fmla="*/ 404958 w 508552"/>
                <a:gd name="connsiteY1034" fmla="*/ 337112 h 688998"/>
                <a:gd name="connsiteX1035" fmla="*/ 398231 w 508552"/>
                <a:gd name="connsiteY1035" fmla="*/ 337112 h 688998"/>
                <a:gd name="connsiteX1036" fmla="*/ 396886 w 508552"/>
                <a:gd name="connsiteY1036" fmla="*/ 338455 h 688998"/>
                <a:gd name="connsiteX1037" fmla="*/ 390159 w 508552"/>
                <a:gd name="connsiteY1037" fmla="*/ 338455 h 688998"/>
                <a:gd name="connsiteX1038" fmla="*/ 386123 w 508552"/>
                <a:gd name="connsiteY1038" fmla="*/ 341142 h 688998"/>
                <a:gd name="connsiteX1039" fmla="*/ 387469 w 508552"/>
                <a:gd name="connsiteY1039" fmla="*/ 345171 h 688998"/>
                <a:gd name="connsiteX1040" fmla="*/ 390159 w 508552"/>
                <a:gd name="connsiteY1040" fmla="*/ 343828 h 688998"/>
                <a:gd name="connsiteX1041" fmla="*/ 391504 w 508552"/>
                <a:gd name="connsiteY1041" fmla="*/ 342485 h 688998"/>
                <a:gd name="connsiteX1042" fmla="*/ 396886 w 508552"/>
                <a:gd name="connsiteY1042" fmla="*/ 342485 h 688998"/>
                <a:gd name="connsiteX1043" fmla="*/ 400922 w 508552"/>
                <a:gd name="connsiteY1043" fmla="*/ 339798 h 688998"/>
                <a:gd name="connsiteX1044" fmla="*/ 404958 w 508552"/>
                <a:gd name="connsiteY1044" fmla="*/ 339798 h 688998"/>
                <a:gd name="connsiteX1045" fmla="*/ 407649 w 508552"/>
                <a:gd name="connsiteY1045" fmla="*/ 342485 h 688998"/>
                <a:gd name="connsiteX1046" fmla="*/ 407649 w 508552"/>
                <a:gd name="connsiteY1046" fmla="*/ 345171 h 688998"/>
                <a:gd name="connsiteX1047" fmla="*/ 410340 w 508552"/>
                <a:gd name="connsiteY1047" fmla="*/ 346514 h 688998"/>
                <a:gd name="connsiteX1048" fmla="*/ 411685 w 508552"/>
                <a:gd name="connsiteY1048" fmla="*/ 347857 h 688998"/>
                <a:gd name="connsiteX1049" fmla="*/ 410340 w 508552"/>
                <a:gd name="connsiteY1049" fmla="*/ 347857 h 688998"/>
                <a:gd name="connsiteX1050" fmla="*/ 404958 w 508552"/>
                <a:gd name="connsiteY1050" fmla="*/ 347857 h 688998"/>
                <a:gd name="connsiteX1051" fmla="*/ 403613 w 508552"/>
                <a:gd name="connsiteY1051" fmla="*/ 350543 h 688998"/>
                <a:gd name="connsiteX1052" fmla="*/ 400922 w 508552"/>
                <a:gd name="connsiteY1052" fmla="*/ 349200 h 688998"/>
                <a:gd name="connsiteX1053" fmla="*/ 399577 w 508552"/>
                <a:gd name="connsiteY1053" fmla="*/ 346514 h 688998"/>
                <a:gd name="connsiteX1054" fmla="*/ 396886 w 508552"/>
                <a:gd name="connsiteY1054" fmla="*/ 347857 h 688998"/>
                <a:gd name="connsiteX1055" fmla="*/ 395541 w 508552"/>
                <a:gd name="connsiteY1055" fmla="*/ 347857 h 688998"/>
                <a:gd name="connsiteX1056" fmla="*/ 399577 w 508552"/>
                <a:gd name="connsiteY1056" fmla="*/ 350543 h 688998"/>
                <a:gd name="connsiteX1057" fmla="*/ 403613 w 508552"/>
                <a:gd name="connsiteY1057" fmla="*/ 351886 h 688998"/>
                <a:gd name="connsiteX1058" fmla="*/ 404958 w 508552"/>
                <a:gd name="connsiteY1058" fmla="*/ 354572 h 688998"/>
                <a:gd name="connsiteX1059" fmla="*/ 404958 w 508552"/>
                <a:gd name="connsiteY1059" fmla="*/ 358602 h 688998"/>
                <a:gd name="connsiteX1060" fmla="*/ 406304 w 508552"/>
                <a:gd name="connsiteY1060" fmla="*/ 359945 h 688998"/>
                <a:gd name="connsiteX1061" fmla="*/ 403613 w 508552"/>
                <a:gd name="connsiteY1061" fmla="*/ 361288 h 688998"/>
                <a:gd name="connsiteX1062" fmla="*/ 394195 w 508552"/>
                <a:gd name="connsiteY1062" fmla="*/ 357259 h 688998"/>
                <a:gd name="connsiteX1063" fmla="*/ 387469 w 508552"/>
                <a:gd name="connsiteY1063" fmla="*/ 357259 h 688998"/>
                <a:gd name="connsiteX1064" fmla="*/ 378051 w 508552"/>
                <a:gd name="connsiteY1064" fmla="*/ 354572 h 688998"/>
                <a:gd name="connsiteX1065" fmla="*/ 374015 w 508552"/>
                <a:gd name="connsiteY1065" fmla="*/ 354572 h 688998"/>
                <a:gd name="connsiteX1066" fmla="*/ 375360 w 508552"/>
                <a:gd name="connsiteY1066" fmla="*/ 355915 h 688998"/>
                <a:gd name="connsiteX1067" fmla="*/ 380742 w 508552"/>
                <a:gd name="connsiteY1067" fmla="*/ 357259 h 688998"/>
                <a:gd name="connsiteX1068" fmla="*/ 394195 w 508552"/>
                <a:gd name="connsiteY1068" fmla="*/ 363974 h 688998"/>
                <a:gd name="connsiteX1069" fmla="*/ 395541 w 508552"/>
                <a:gd name="connsiteY1069" fmla="*/ 366660 h 688998"/>
                <a:gd name="connsiteX1070" fmla="*/ 392850 w 508552"/>
                <a:gd name="connsiteY1070" fmla="*/ 368003 h 688998"/>
                <a:gd name="connsiteX1071" fmla="*/ 386123 w 508552"/>
                <a:gd name="connsiteY1071" fmla="*/ 362631 h 688998"/>
                <a:gd name="connsiteX1072" fmla="*/ 383432 w 508552"/>
                <a:gd name="connsiteY1072" fmla="*/ 363974 h 688998"/>
                <a:gd name="connsiteX1073" fmla="*/ 379396 w 508552"/>
                <a:gd name="connsiteY1073" fmla="*/ 368003 h 688998"/>
                <a:gd name="connsiteX1074" fmla="*/ 383432 w 508552"/>
                <a:gd name="connsiteY1074" fmla="*/ 366660 h 688998"/>
                <a:gd name="connsiteX1075" fmla="*/ 384778 w 508552"/>
                <a:gd name="connsiteY1075" fmla="*/ 369346 h 688998"/>
                <a:gd name="connsiteX1076" fmla="*/ 388814 w 508552"/>
                <a:gd name="connsiteY1076" fmla="*/ 370689 h 688998"/>
                <a:gd name="connsiteX1077" fmla="*/ 390159 w 508552"/>
                <a:gd name="connsiteY1077" fmla="*/ 370689 h 688998"/>
                <a:gd name="connsiteX1078" fmla="*/ 391504 w 508552"/>
                <a:gd name="connsiteY1078" fmla="*/ 370689 h 688998"/>
                <a:gd name="connsiteX1079" fmla="*/ 392850 w 508552"/>
                <a:gd name="connsiteY1079" fmla="*/ 374718 h 688998"/>
                <a:gd name="connsiteX1080" fmla="*/ 394195 w 508552"/>
                <a:gd name="connsiteY1080" fmla="*/ 377405 h 688998"/>
                <a:gd name="connsiteX1081" fmla="*/ 395541 w 508552"/>
                <a:gd name="connsiteY1081" fmla="*/ 376062 h 688998"/>
                <a:gd name="connsiteX1082" fmla="*/ 396886 w 508552"/>
                <a:gd name="connsiteY1082" fmla="*/ 373375 h 688998"/>
                <a:gd name="connsiteX1083" fmla="*/ 400922 w 508552"/>
                <a:gd name="connsiteY1083" fmla="*/ 373375 h 688998"/>
                <a:gd name="connsiteX1084" fmla="*/ 400922 w 508552"/>
                <a:gd name="connsiteY1084" fmla="*/ 376062 h 688998"/>
                <a:gd name="connsiteX1085" fmla="*/ 398231 w 508552"/>
                <a:gd name="connsiteY1085" fmla="*/ 377405 h 688998"/>
                <a:gd name="connsiteX1086" fmla="*/ 398231 w 508552"/>
                <a:gd name="connsiteY1086" fmla="*/ 380091 h 688998"/>
                <a:gd name="connsiteX1087" fmla="*/ 402268 w 508552"/>
                <a:gd name="connsiteY1087" fmla="*/ 380091 h 688998"/>
                <a:gd name="connsiteX1088" fmla="*/ 402268 w 508552"/>
                <a:gd name="connsiteY1088" fmla="*/ 374718 h 688998"/>
                <a:gd name="connsiteX1089" fmla="*/ 404958 w 508552"/>
                <a:gd name="connsiteY1089" fmla="*/ 374718 h 688998"/>
                <a:gd name="connsiteX1090" fmla="*/ 410340 w 508552"/>
                <a:gd name="connsiteY1090" fmla="*/ 377405 h 688998"/>
                <a:gd name="connsiteX1091" fmla="*/ 415721 w 508552"/>
                <a:gd name="connsiteY1091" fmla="*/ 378748 h 688998"/>
                <a:gd name="connsiteX1092" fmla="*/ 418412 w 508552"/>
                <a:gd name="connsiteY1092" fmla="*/ 378748 h 688998"/>
                <a:gd name="connsiteX1093" fmla="*/ 417067 w 508552"/>
                <a:gd name="connsiteY1093" fmla="*/ 382777 h 688998"/>
                <a:gd name="connsiteX1094" fmla="*/ 417067 w 508552"/>
                <a:gd name="connsiteY1094" fmla="*/ 385463 h 688998"/>
                <a:gd name="connsiteX1095" fmla="*/ 411685 w 508552"/>
                <a:gd name="connsiteY1095" fmla="*/ 384120 h 688998"/>
                <a:gd name="connsiteX1096" fmla="*/ 408994 w 508552"/>
                <a:gd name="connsiteY1096" fmla="*/ 382777 h 688998"/>
                <a:gd name="connsiteX1097" fmla="*/ 403613 w 508552"/>
                <a:gd name="connsiteY1097" fmla="*/ 382777 h 688998"/>
                <a:gd name="connsiteX1098" fmla="*/ 395541 w 508552"/>
                <a:gd name="connsiteY1098" fmla="*/ 386806 h 688998"/>
                <a:gd name="connsiteX1099" fmla="*/ 395541 w 508552"/>
                <a:gd name="connsiteY1099" fmla="*/ 390835 h 688998"/>
                <a:gd name="connsiteX1100" fmla="*/ 398231 w 508552"/>
                <a:gd name="connsiteY1100" fmla="*/ 386806 h 688998"/>
                <a:gd name="connsiteX1101" fmla="*/ 404958 w 508552"/>
                <a:gd name="connsiteY1101" fmla="*/ 386806 h 688998"/>
                <a:gd name="connsiteX1102" fmla="*/ 408994 w 508552"/>
                <a:gd name="connsiteY1102" fmla="*/ 388149 h 688998"/>
                <a:gd name="connsiteX1103" fmla="*/ 404958 w 508552"/>
                <a:gd name="connsiteY1103" fmla="*/ 389492 h 688998"/>
                <a:gd name="connsiteX1104" fmla="*/ 403613 w 508552"/>
                <a:gd name="connsiteY1104" fmla="*/ 392178 h 688998"/>
                <a:gd name="connsiteX1105" fmla="*/ 407649 w 508552"/>
                <a:gd name="connsiteY1105" fmla="*/ 390835 h 688998"/>
                <a:gd name="connsiteX1106" fmla="*/ 413031 w 508552"/>
                <a:gd name="connsiteY1106" fmla="*/ 390835 h 688998"/>
                <a:gd name="connsiteX1107" fmla="*/ 415721 w 508552"/>
                <a:gd name="connsiteY1107" fmla="*/ 393522 h 688998"/>
                <a:gd name="connsiteX1108" fmla="*/ 414376 w 508552"/>
                <a:gd name="connsiteY1108" fmla="*/ 394865 h 688998"/>
                <a:gd name="connsiteX1109" fmla="*/ 418412 w 508552"/>
                <a:gd name="connsiteY1109" fmla="*/ 396208 h 688998"/>
                <a:gd name="connsiteX1110" fmla="*/ 421103 w 508552"/>
                <a:gd name="connsiteY1110" fmla="*/ 398894 h 688998"/>
                <a:gd name="connsiteX1111" fmla="*/ 418412 w 508552"/>
                <a:gd name="connsiteY1111" fmla="*/ 402923 h 688998"/>
                <a:gd name="connsiteX1112" fmla="*/ 417067 w 508552"/>
                <a:gd name="connsiteY1112" fmla="*/ 408295 h 688998"/>
                <a:gd name="connsiteX1113" fmla="*/ 417067 w 508552"/>
                <a:gd name="connsiteY1113" fmla="*/ 410982 h 688998"/>
                <a:gd name="connsiteX1114" fmla="*/ 418412 w 508552"/>
                <a:gd name="connsiteY1114" fmla="*/ 409639 h 688998"/>
                <a:gd name="connsiteX1115" fmla="*/ 419757 w 508552"/>
                <a:gd name="connsiteY1115" fmla="*/ 405609 h 688998"/>
                <a:gd name="connsiteX1116" fmla="*/ 422448 w 508552"/>
                <a:gd name="connsiteY1116" fmla="*/ 402923 h 688998"/>
                <a:gd name="connsiteX1117" fmla="*/ 426484 w 508552"/>
                <a:gd name="connsiteY1117" fmla="*/ 402923 h 688998"/>
                <a:gd name="connsiteX1118" fmla="*/ 427830 w 508552"/>
                <a:gd name="connsiteY1118" fmla="*/ 405609 h 688998"/>
                <a:gd name="connsiteX1119" fmla="*/ 425139 w 508552"/>
                <a:gd name="connsiteY1119" fmla="*/ 409639 h 688998"/>
                <a:gd name="connsiteX1120" fmla="*/ 421103 w 508552"/>
                <a:gd name="connsiteY1120" fmla="*/ 417697 h 688998"/>
                <a:gd name="connsiteX1121" fmla="*/ 418412 w 508552"/>
                <a:gd name="connsiteY1121" fmla="*/ 421726 h 688998"/>
                <a:gd name="connsiteX1122" fmla="*/ 418412 w 508552"/>
                <a:gd name="connsiteY1122" fmla="*/ 425755 h 688998"/>
                <a:gd name="connsiteX1123" fmla="*/ 421103 w 508552"/>
                <a:gd name="connsiteY1123" fmla="*/ 424412 h 688998"/>
                <a:gd name="connsiteX1124" fmla="*/ 423794 w 508552"/>
                <a:gd name="connsiteY1124" fmla="*/ 417697 h 688998"/>
                <a:gd name="connsiteX1125" fmla="*/ 423794 w 508552"/>
                <a:gd name="connsiteY1125" fmla="*/ 415011 h 688998"/>
                <a:gd name="connsiteX1126" fmla="*/ 426484 w 508552"/>
                <a:gd name="connsiteY1126" fmla="*/ 410982 h 688998"/>
                <a:gd name="connsiteX1127" fmla="*/ 431866 w 508552"/>
                <a:gd name="connsiteY1127" fmla="*/ 409639 h 688998"/>
                <a:gd name="connsiteX1128" fmla="*/ 431866 w 508552"/>
                <a:gd name="connsiteY1128" fmla="*/ 408295 h 688998"/>
                <a:gd name="connsiteX1129" fmla="*/ 433211 w 508552"/>
                <a:gd name="connsiteY1129" fmla="*/ 404266 h 688998"/>
                <a:gd name="connsiteX1130" fmla="*/ 435902 w 508552"/>
                <a:gd name="connsiteY1130" fmla="*/ 401580 h 688998"/>
                <a:gd name="connsiteX1131" fmla="*/ 438593 w 508552"/>
                <a:gd name="connsiteY1131" fmla="*/ 402923 h 688998"/>
                <a:gd name="connsiteX1132" fmla="*/ 435902 w 508552"/>
                <a:gd name="connsiteY1132" fmla="*/ 406952 h 688998"/>
                <a:gd name="connsiteX1133" fmla="*/ 431866 w 508552"/>
                <a:gd name="connsiteY1133" fmla="*/ 413668 h 688998"/>
                <a:gd name="connsiteX1134" fmla="*/ 429175 w 508552"/>
                <a:gd name="connsiteY1134" fmla="*/ 416354 h 688998"/>
                <a:gd name="connsiteX1135" fmla="*/ 429175 w 508552"/>
                <a:gd name="connsiteY1135" fmla="*/ 421726 h 688998"/>
                <a:gd name="connsiteX1136" fmla="*/ 430521 w 508552"/>
                <a:gd name="connsiteY1136" fmla="*/ 425755 h 688998"/>
                <a:gd name="connsiteX1137" fmla="*/ 431866 w 508552"/>
                <a:gd name="connsiteY1137" fmla="*/ 424412 h 688998"/>
                <a:gd name="connsiteX1138" fmla="*/ 431866 w 508552"/>
                <a:gd name="connsiteY1138" fmla="*/ 421726 h 688998"/>
                <a:gd name="connsiteX1139" fmla="*/ 431866 w 508552"/>
                <a:gd name="connsiteY1139" fmla="*/ 416354 h 688998"/>
                <a:gd name="connsiteX1140" fmla="*/ 435902 w 508552"/>
                <a:gd name="connsiteY1140" fmla="*/ 413668 h 688998"/>
                <a:gd name="connsiteX1141" fmla="*/ 438593 w 508552"/>
                <a:gd name="connsiteY1141" fmla="*/ 409639 h 688998"/>
                <a:gd name="connsiteX1142" fmla="*/ 443974 w 508552"/>
                <a:gd name="connsiteY1142" fmla="*/ 405609 h 688998"/>
                <a:gd name="connsiteX1143" fmla="*/ 448010 w 508552"/>
                <a:gd name="connsiteY1143" fmla="*/ 401580 h 688998"/>
                <a:gd name="connsiteX1144" fmla="*/ 449356 w 508552"/>
                <a:gd name="connsiteY1144" fmla="*/ 404266 h 688998"/>
                <a:gd name="connsiteX1145" fmla="*/ 449356 w 508552"/>
                <a:gd name="connsiteY1145" fmla="*/ 409639 h 688998"/>
                <a:gd name="connsiteX1146" fmla="*/ 446665 w 508552"/>
                <a:gd name="connsiteY1146" fmla="*/ 412325 h 688998"/>
                <a:gd name="connsiteX1147" fmla="*/ 441284 w 508552"/>
                <a:gd name="connsiteY1147" fmla="*/ 413668 h 688998"/>
                <a:gd name="connsiteX1148" fmla="*/ 439938 w 508552"/>
                <a:gd name="connsiteY1148" fmla="*/ 417697 h 688998"/>
                <a:gd name="connsiteX1149" fmla="*/ 438593 w 508552"/>
                <a:gd name="connsiteY1149" fmla="*/ 421726 h 688998"/>
                <a:gd name="connsiteX1150" fmla="*/ 439938 w 508552"/>
                <a:gd name="connsiteY1150" fmla="*/ 423069 h 688998"/>
                <a:gd name="connsiteX1151" fmla="*/ 441284 w 508552"/>
                <a:gd name="connsiteY1151" fmla="*/ 420383 h 688998"/>
                <a:gd name="connsiteX1152" fmla="*/ 443974 w 508552"/>
                <a:gd name="connsiteY1152" fmla="*/ 423069 h 688998"/>
                <a:gd name="connsiteX1153" fmla="*/ 446665 w 508552"/>
                <a:gd name="connsiteY1153" fmla="*/ 420383 h 688998"/>
                <a:gd name="connsiteX1154" fmla="*/ 452046 w 508552"/>
                <a:gd name="connsiteY1154" fmla="*/ 419040 h 688998"/>
                <a:gd name="connsiteX1155" fmla="*/ 454737 w 508552"/>
                <a:gd name="connsiteY1155" fmla="*/ 421726 h 688998"/>
                <a:gd name="connsiteX1156" fmla="*/ 456083 w 508552"/>
                <a:gd name="connsiteY1156" fmla="*/ 427098 h 688998"/>
                <a:gd name="connsiteX1157" fmla="*/ 456083 w 508552"/>
                <a:gd name="connsiteY1157" fmla="*/ 431128 h 688998"/>
                <a:gd name="connsiteX1158" fmla="*/ 452046 w 508552"/>
                <a:gd name="connsiteY1158" fmla="*/ 432471 h 688998"/>
                <a:gd name="connsiteX1159" fmla="*/ 452046 w 508552"/>
                <a:gd name="connsiteY1159" fmla="*/ 433814 h 688998"/>
                <a:gd name="connsiteX1160" fmla="*/ 454737 w 508552"/>
                <a:gd name="connsiteY1160" fmla="*/ 435157 h 688998"/>
                <a:gd name="connsiteX1161" fmla="*/ 457428 w 508552"/>
                <a:gd name="connsiteY1161" fmla="*/ 439186 h 688998"/>
                <a:gd name="connsiteX1162" fmla="*/ 453392 w 508552"/>
                <a:gd name="connsiteY1162" fmla="*/ 440529 h 688998"/>
                <a:gd name="connsiteX1163" fmla="*/ 450701 w 508552"/>
                <a:gd name="connsiteY1163" fmla="*/ 439186 h 688998"/>
                <a:gd name="connsiteX1164" fmla="*/ 453392 w 508552"/>
                <a:gd name="connsiteY1164" fmla="*/ 441872 h 688998"/>
                <a:gd name="connsiteX1165" fmla="*/ 457428 w 508552"/>
                <a:gd name="connsiteY1165" fmla="*/ 443215 h 688998"/>
                <a:gd name="connsiteX1166" fmla="*/ 448010 w 508552"/>
                <a:gd name="connsiteY1166" fmla="*/ 445902 h 688998"/>
                <a:gd name="connsiteX1167" fmla="*/ 442629 w 508552"/>
                <a:gd name="connsiteY1167" fmla="*/ 444559 h 688998"/>
                <a:gd name="connsiteX1168" fmla="*/ 445320 w 508552"/>
                <a:gd name="connsiteY1168" fmla="*/ 447245 h 688998"/>
                <a:gd name="connsiteX1169" fmla="*/ 449356 w 508552"/>
                <a:gd name="connsiteY1169" fmla="*/ 447245 h 688998"/>
                <a:gd name="connsiteX1170" fmla="*/ 457428 w 508552"/>
                <a:gd name="connsiteY1170" fmla="*/ 448588 h 688998"/>
                <a:gd name="connsiteX1171" fmla="*/ 458773 w 508552"/>
                <a:gd name="connsiteY1171" fmla="*/ 445902 h 688998"/>
                <a:gd name="connsiteX1172" fmla="*/ 462809 w 508552"/>
                <a:gd name="connsiteY1172" fmla="*/ 445902 h 688998"/>
                <a:gd name="connsiteX1173" fmla="*/ 464155 w 508552"/>
                <a:gd name="connsiteY1173" fmla="*/ 445902 h 688998"/>
                <a:gd name="connsiteX1174" fmla="*/ 461464 w 508552"/>
                <a:gd name="connsiteY1174" fmla="*/ 451274 h 688998"/>
                <a:gd name="connsiteX1175" fmla="*/ 458773 w 508552"/>
                <a:gd name="connsiteY1175" fmla="*/ 455303 h 688998"/>
                <a:gd name="connsiteX1176" fmla="*/ 462809 w 508552"/>
                <a:gd name="connsiteY1176" fmla="*/ 451274 h 688998"/>
                <a:gd name="connsiteX1177" fmla="*/ 466846 w 508552"/>
                <a:gd name="connsiteY1177" fmla="*/ 449931 h 688998"/>
                <a:gd name="connsiteX1178" fmla="*/ 470882 w 508552"/>
                <a:gd name="connsiteY1178" fmla="*/ 447245 h 688998"/>
                <a:gd name="connsiteX1179" fmla="*/ 474918 w 508552"/>
                <a:gd name="connsiteY1179" fmla="*/ 443215 h 688998"/>
                <a:gd name="connsiteX1180" fmla="*/ 478954 w 508552"/>
                <a:gd name="connsiteY1180" fmla="*/ 444559 h 688998"/>
                <a:gd name="connsiteX1181" fmla="*/ 477609 w 508552"/>
                <a:gd name="connsiteY1181" fmla="*/ 447245 h 688998"/>
                <a:gd name="connsiteX1182" fmla="*/ 474918 w 508552"/>
                <a:gd name="connsiteY1182" fmla="*/ 449931 h 688998"/>
                <a:gd name="connsiteX1183" fmla="*/ 472227 w 508552"/>
                <a:gd name="connsiteY1183" fmla="*/ 449931 h 688998"/>
                <a:gd name="connsiteX1184" fmla="*/ 470882 w 508552"/>
                <a:gd name="connsiteY1184" fmla="*/ 453960 h 688998"/>
                <a:gd name="connsiteX1185" fmla="*/ 468191 w 508552"/>
                <a:gd name="connsiteY1185" fmla="*/ 459332 h 688998"/>
                <a:gd name="connsiteX1186" fmla="*/ 462809 w 508552"/>
                <a:gd name="connsiteY1186" fmla="*/ 462018 h 688998"/>
                <a:gd name="connsiteX1187" fmla="*/ 460119 w 508552"/>
                <a:gd name="connsiteY1187" fmla="*/ 466048 h 688998"/>
                <a:gd name="connsiteX1188" fmla="*/ 460119 w 508552"/>
                <a:gd name="connsiteY1188" fmla="*/ 468734 h 688998"/>
                <a:gd name="connsiteX1189" fmla="*/ 462809 w 508552"/>
                <a:gd name="connsiteY1189" fmla="*/ 470077 h 688998"/>
                <a:gd name="connsiteX1190" fmla="*/ 466846 w 508552"/>
                <a:gd name="connsiteY1190" fmla="*/ 466048 h 688998"/>
                <a:gd name="connsiteX1191" fmla="*/ 466846 w 508552"/>
                <a:gd name="connsiteY1191" fmla="*/ 463362 h 688998"/>
                <a:gd name="connsiteX1192" fmla="*/ 472227 w 508552"/>
                <a:gd name="connsiteY1192" fmla="*/ 457989 h 688998"/>
                <a:gd name="connsiteX1193" fmla="*/ 476263 w 508552"/>
                <a:gd name="connsiteY1193" fmla="*/ 455303 h 688998"/>
                <a:gd name="connsiteX1194" fmla="*/ 476263 w 508552"/>
                <a:gd name="connsiteY1194" fmla="*/ 459332 h 688998"/>
                <a:gd name="connsiteX1195" fmla="*/ 472227 w 508552"/>
                <a:gd name="connsiteY1195" fmla="*/ 464705 h 688998"/>
                <a:gd name="connsiteX1196" fmla="*/ 472227 w 508552"/>
                <a:gd name="connsiteY1196" fmla="*/ 470077 h 688998"/>
                <a:gd name="connsiteX1197" fmla="*/ 470882 w 508552"/>
                <a:gd name="connsiteY1197" fmla="*/ 474106 h 688998"/>
                <a:gd name="connsiteX1198" fmla="*/ 473573 w 508552"/>
                <a:gd name="connsiteY1198" fmla="*/ 471420 h 688998"/>
                <a:gd name="connsiteX1199" fmla="*/ 477609 w 508552"/>
                <a:gd name="connsiteY1199" fmla="*/ 466048 h 688998"/>
                <a:gd name="connsiteX1200" fmla="*/ 477609 w 508552"/>
                <a:gd name="connsiteY1200" fmla="*/ 462018 h 688998"/>
                <a:gd name="connsiteX1201" fmla="*/ 478954 w 508552"/>
                <a:gd name="connsiteY1201" fmla="*/ 462018 h 688998"/>
                <a:gd name="connsiteX1202" fmla="*/ 480299 w 508552"/>
                <a:gd name="connsiteY1202" fmla="*/ 462018 h 688998"/>
                <a:gd name="connsiteX1203" fmla="*/ 481645 w 508552"/>
                <a:gd name="connsiteY1203" fmla="*/ 470077 h 688998"/>
                <a:gd name="connsiteX1204" fmla="*/ 484336 w 508552"/>
                <a:gd name="connsiteY1204" fmla="*/ 471420 h 688998"/>
                <a:gd name="connsiteX1205" fmla="*/ 485681 w 508552"/>
                <a:gd name="connsiteY1205" fmla="*/ 471420 h 688998"/>
                <a:gd name="connsiteX1206" fmla="*/ 484336 w 508552"/>
                <a:gd name="connsiteY1206" fmla="*/ 466048 h 688998"/>
                <a:gd name="connsiteX1207" fmla="*/ 487026 w 508552"/>
                <a:gd name="connsiteY1207" fmla="*/ 463362 h 688998"/>
                <a:gd name="connsiteX1208" fmla="*/ 492408 w 508552"/>
                <a:gd name="connsiteY1208" fmla="*/ 459332 h 688998"/>
                <a:gd name="connsiteX1209" fmla="*/ 493753 w 508552"/>
                <a:gd name="connsiteY1209" fmla="*/ 462018 h 688998"/>
                <a:gd name="connsiteX1210" fmla="*/ 492408 w 508552"/>
                <a:gd name="connsiteY1210" fmla="*/ 464705 h 688998"/>
                <a:gd name="connsiteX1211" fmla="*/ 493753 w 508552"/>
                <a:gd name="connsiteY1211" fmla="*/ 464705 h 688998"/>
                <a:gd name="connsiteX1212" fmla="*/ 497789 w 508552"/>
                <a:gd name="connsiteY1212" fmla="*/ 464705 h 688998"/>
                <a:gd name="connsiteX1213" fmla="*/ 500480 w 508552"/>
                <a:gd name="connsiteY1213" fmla="*/ 467391 h 688998"/>
                <a:gd name="connsiteX1214" fmla="*/ 497789 w 508552"/>
                <a:gd name="connsiteY1214" fmla="*/ 472763 h 688998"/>
                <a:gd name="connsiteX1215" fmla="*/ 503171 w 508552"/>
                <a:gd name="connsiteY1215" fmla="*/ 472763 h 688998"/>
                <a:gd name="connsiteX1216" fmla="*/ 504516 w 508552"/>
                <a:gd name="connsiteY1216" fmla="*/ 475449 h 688998"/>
                <a:gd name="connsiteX1217" fmla="*/ 504516 w 508552"/>
                <a:gd name="connsiteY1217" fmla="*/ 478135 h 688998"/>
                <a:gd name="connsiteX1218" fmla="*/ 507207 w 508552"/>
                <a:gd name="connsiteY1218" fmla="*/ 480822 h 688998"/>
                <a:gd name="connsiteX1219" fmla="*/ 508552 w 508552"/>
                <a:gd name="connsiteY1219" fmla="*/ 483508 h 688998"/>
                <a:gd name="connsiteX1220" fmla="*/ 507207 w 508552"/>
                <a:gd name="connsiteY1220" fmla="*/ 486194 h 688998"/>
                <a:gd name="connsiteX1221" fmla="*/ 504516 w 508552"/>
                <a:gd name="connsiteY1221" fmla="*/ 487537 h 688998"/>
                <a:gd name="connsiteX1222" fmla="*/ 499135 w 508552"/>
                <a:gd name="connsiteY1222" fmla="*/ 487537 h 688998"/>
                <a:gd name="connsiteX1223" fmla="*/ 500480 w 508552"/>
                <a:gd name="connsiteY1223" fmla="*/ 483508 h 688998"/>
                <a:gd name="connsiteX1224" fmla="*/ 497789 w 508552"/>
                <a:gd name="connsiteY1224" fmla="*/ 480822 h 688998"/>
                <a:gd name="connsiteX1225" fmla="*/ 495099 w 508552"/>
                <a:gd name="connsiteY1225" fmla="*/ 479478 h 688998"/>
                <a:gd name="connsiteX1226" fmla="*/ 493753 w 508552"/>
                <a:gd name="connsiteY1226" fmla="*/ 478135 h 688998"/>
                <a:gd name="connsiteX1227" fmla="*/ 491062 w 508552"/>
                <a:gd name="connsiteY1227" fmla="*/ 479478 h 688998"/>
                <a:gd name="connsiteX1228" fmla="*/ 488372 w 508552"/>
                <a:gd name="connsiteY1228" fmla="*/ 483508 h 688998"/>
                <a:gd name="connsiteX1229" fmla="*/ 492408 w 508552"/>
                <a:gd name="connsiteY1229" fmla="*/ 482165 h 688998"/>
                <a:gd name="connsiteX1230" fmla="*/ 493753 w 508552"/>
                <a:gd name="connsiteY1230" fmla="*/ 482165 h 688998"/>
                <a:gd name="connsiteX1231" fmla="*/ 496444 w 508552"/>
                <a:gd name="connsiteY1231" fmla="*/ 484851 h 688998"/>
                <a:gd name="connsiteX1232" fmla="*/ 493753 w 508552"/>
                <a:gd name="connsiteY1232" fmla="*/ 486194 h 688998"/>
                <a:gd name="connsiteX1233" fmla="*/ 496444 w 508552"/>
                <a:gd name="connsiteY1233" fmla="*/ 487537 h 688998"/>
                <a:gd name="connsiteX1234" fmla="*/ 497789 w 508552"/>
                <a:gd name="connsiteY1234" fmla="*/ 490223 h 688998"/>
                <a:gd name="connsiteX1235" fmla="*/ 495099 w 508552"/>
                <a:gd name="connsiteY1235" fmla="*/ 490223 h 688998"/>
                <a:gd name="connsiteX1236" fmla="*/ 492408 w 508552"/>
                <a:gd name="connsiteY1236" fmla="*/ 490223 h 688998"/>
                <a:gd name="connsiteX1237" fmla="*/ 488372 w 508552"/>
                <a:gd name="connsiteY1237" fmla="*/ 491566 h 688998"/>
                <a:gd name="connsiteX1238" fmla="*/ 491062 w 508552"/>
                <a:gd name="connsiteY1238" fmla="*/ 492909 h 688998"/>
                <a:gd name="connsiteX1239" fmla="*/ 496444 w 508552"/>
                <a:gd name="connsiteY1239" fmla="*/ 492909 h 688998"/>
                <a:gd name="connsiteX1240" fmla="*/ 499135 w 508552"/>
                <a:gd name="connsiteY1240" fmla="*/ 492909 h 688998"/>
                <a:gd name="connsiteX1241" fmla="*/ 499135 w 508552"/>
                <a:gd name="connsiteY1241" fmla="*/ 495595 h 688998"/>
                <a:gd name="connsiteX1242" fmla="*/ 497789 w 508552"/>
                <a:gd name="connsiteY1242" fmla="*/ 498282 h 688998"/>
                <a:gd name="connsiteX1243" fmla="*/ 493753 w 508552"/>
                <a:gd name="connsiteY1243" fmla="*/ 498282 h 688998"/>
                <a:gd name="connsiteX1244" fmla="*/ 489717 w 508552"/>
                <a:gd name="connsiteY1244" fmla="*/ 498282 h 688998"/>
                <a:gd name="connsiteX1245" fmla="*/ 484336 w 508552"/>
                <a:gd name="connsiteY1245" fmla="*/ 498282 h 688998"/>
                <a:gd name="connsiteX1246" fmla="*/ 480299 w 508552"/>
                <a:gd name="connsiteY1246" fmla="*/ 496939 h 688998"/>
                <a:gd name="connsiteX1247" fmla="*/ 481645 w 508552"/>
                <a:gd name="connsiteY1247" fmla="*/ 494252 h 688998"/>
                <a:gd name="connsiteX1248" fmla="*/ 481645 w 508552"/>
                <a:gd name="connsiteY1248" fmla="*/ 491566 h 688998"/>
                <a:gd name="connsiteX1249" fmla="*/ 477609 w 508552"/>
                <a:gd name="connsiteY1249" fmla="*/ 488880 h 688998"/>
                <a:gd name="connsiteX1250" fmla="*/ 476263 w 508552"/>
                <a:gd name="connsiteY1250" fmla="*/ 487537 h 688998"/>
                <a:gd name="connsiteX1251" fmla="*/ 474918 w 508552"/>
                <a:gd name="connsiteY1251" fmla="*/ 488880 h 688998"/>
                <a:gd name="connsiteX1252" fmla="*/ 474918 w 508552"/>
                <a:gd name="connsiteY1252" fmla="*/ 491566 h 688998"/>
                <a:gd name="connsiteX1253" fmla="*/ 477609 w 508552"/>
                <a:gd name="connsiteY1253" fmla="*/ 492909 h 688998"/>
                <a:gd name="connsiteX1254" fmla="*/ 478954 w 508552"/>
                <a:gd name="connsiteY1254" fmla="*/ 496939 h 688998"/>
                <a:gd name="connsiteX1255" fmla="*/ 477609 w 508552"/>
                <a:gd name="connsiteY1255" fmla="*/ 498282 h 688998"/>
                <a:gd name="connsiteX1256" fmla="*/ 473573 w 508552"/>
                <a:gd name="connsiteY1256" fmla="*/ 499625 h 688998"/>
                <a:gd name="connsiteX1257" fmla="*/ 470882 w 508552"/>
                <a:gd name="connsiteY1257" fmla="*/ 496939 h 688998"/>
                <a:gd name="connsiteX1258" fmla="*/ 469536 w 508552"/>
                <a:gd name="connsiteY1258" fmla="*/ 494252 h 688998"/>
                <a:gd name="connsiteX1259" fmla="*/ 468191 w 508552"/>
                <a:gd name="connsiteY1259" fmla="*/ 498282 h 688998"/>
                <a:gd name="connsiteX1260" fmla="*/ 472227 w 508552"/>
                <a:gd name="connsiteY1260" fmla="*/ 500968 h 688998"/>
                <a:gd name="connsiteX1261" fmla="*/ 476263 w 508552"/>
                <a:gd name="connsiteY1261" fmla="*/ 500968 h 688998"/>
                <a:gd name="connsiteX1262" fmla="*/ 478954 w 508552"/>
                <a:gd name="connsiteY1262" fmla="*/ 503654 h 688998"/>
                <a:gd name="connsiteX1263" fmla="*/ 481645 w 508552"/>
                <a:gd name="connsiteY1263" fmla="*/ 504997 h 688998"/>
                <a:gd name="connsiteX1264" fmla="*/ 482990 w 508552"/>
                <a:gd name="connsiteY1264" fmla="*/ 507683 h 688998"/>
                <a:gd name="connsiteX1265" fmla="*/ 481645 w 508552"/>
                <a:gd name="connsiteY1265" fmla="*/ 511712 h 688998"/>
                <a:gd name="connsiteX1266" fmla="*/ 473573 w 508552"/>
                <a:gd name="connsiteY1266" fmla="*/ 510369 h 688998"/>
                <a:gd name="connsiteX1267" fmla="*/ 472227 w 508552"/>
                <a:gd name="connsiteY1267" fmla="*/ 507683 h 688998"/>
                <a:gd name="connsiteX1268" fmla="*/ 468191 w 508552"/>
                <a:gd name="connsiteY1268" fmla="*/ 504997 h 688998"/>
                <a:gd name="connsiteX1269" fmla="*/ 465500 w 508552"/>
                <a:gd name="connsiteY1269" fmla="*/ 502311 h 688998"/>
                <a:gd name="connsiteX1270" fmla="*/ 464155 w 508552"/>
                <a:gd name="connsiteY1270" fmla="*/ 502311 h 688998"/>
                <a:gd name="connsiteX1271" fmla="*/ 465500 w 508552"/>
                <a:gd name="connsiteY1271" fmla="*/ 504997 h 688998"/>
                <a:gd name="connsiteX1272" fmla="*/ 470882 w 508552"/>
                <a:gd name="connsiteY1272" fmla="*/ 509026 h 688998"/>
                <a:gd name="connsiteX1273" fmla="*/ 472227 w 508552"/>
                <a:gd name="connsiteY1273" fmla="*/ 513055 h 688998"/>
                <a:gd name="connsiteX1274" fmla="*/ 472227 w 508552"/>
                <a:gd name="connsiteY1274" fmla="*/ 518428 h 688998"/>
                <a:gd name="connsiteX1275" fmla="*/ 470882 w 508552"/>
                <a:gd name="connsiteY1275" fmla="*/ 521114 h 688998"/>
                <a:gd name="connsiteX1276" fmla="*/ 468191 w 508552"/>
                <a:gd name="connsiteY1276" fmla="*/ 521114 h 688998"/>
                <a:gd name="connsiteX1277" fmla="*/ 466846 w 508552"/>
                <a:gd name="connsiteY1277" fmla="*/ 517085 h 688998"/>
                <a:gd name="connsiteX1278" fmla="*/ 464155 w 508552"/>
                <a:gd name="connsiteY1278" fmla="*/ 514398 h 688998"/>
                <a:gd name="connsiteX1279" fmla="*/ 460119 w 508552"/>
                <a:gd name="connsiteY1279" fmla="*/ 513055 h 688998"/>
                <a:gd name="connsiteX1280" fmla="*/ 461464 w 508552"/>
                <a:gd name="connsiteY1280" fmla="*/ 514398 h 688998"/>
                <a:gd name="connsiteX1281" fmla="*/ 462809 w 508552"/>
                <a:gd name="connsiteY1281" fmla="*/ 517085 h 688998"/>
                <a:gd name="connsiteX1282" fmla="*/ 462809 w 508552"/>
                <a:gd name="connsiteY1282" fmla="*/ 521114 h 688998"/>
                <a:gd name="connsiteX1283" fmla="*/ 462809 w 508552"/>
                <a:gd name="connsiteY1283" fmla="*/ 527829 h 688998"/>
                <a:gd name="connsiteX1284" fmla="*/ 461464 w 508552"/>
                <a:gd name="connsiteY1284" fmla="*/ 527829 h 688998"/>
                <a:gd name="connsiteX1285" fmla="*/ 458773 w 508552"/>
                <a:gd name="connsiteY1285" fmla="*/ 527829 h 688998"/>
                <a:gd name="connsiteX1286" fmla="*/ 457428 w 508552"/>
                <a:gd name="connsiteY1286" fmla="*/ 526486 h 688998"/>
                <a:gd name="connsiteX1287" fmla="*/ 457428 w 508552"/>
                <a:gd name="connsiteY1287" fmla="*/ 522457 h 688998"/>
                <a:gd name="connsiteX1288" fmla="*/ 456083 w 508552"/>
                <a:gd name="connsiteY1288" fmla="*/ 522457 h 688998"/>
                <a:gd name="connsiteX1289" fmla="*/ 454737 w 508552"/>
                <a:gd name="connsiteY1289" fmla="*/ 525143 h 688998"/>
                <a:gd name="connsiteX1290" fmla="*/ 450701 w 508552"/>
                <a:gd name="connsiteY1290" fmla="*/ 526486 h 688998"/>
                <a:gd name="connsiteX1291" fmla="*/ 449356 w 508552"/>
                <a:gd name="connsiteY1291" fmla="*/ 525143 h 688998"/>
                <a:gd name="connsiteX1292" fmla="*/ 449356 w 508552"/>
                <a:gd name="connsiteY1292" fmla="*/ 522457 h 688998"/>
                <a:gd name="connsiteX1293" fmla="*/ 448010 w 508552"/>
                <a:gd name="connsiteY1293" fmla="*/ 518428 h 688998"/>
                <a:gd name="connsiteX1294" fmla="*/ 448010 w 508552"/>
                <a:gd name="connsiteY1294" fmla="*/ 514398 h 688998"/>
                <a:gd name="connsiteX1295" fmla="*/ 446665 w 508552"/>
                <a:gd name="connsiteY1295" fmla="*/ 513055 h 688998"/>
                <a:gd name="connsiteX1296" fmla="*/ 445320 w 508552"/>
                <a:gd name="connsiteY1296" fmla="*/ 515742 h 688998"/>
                <a:gd name="connsiteX1297" fmla="*/ 445320 w 508552"/>
                <a:gd name="connsiteY1297" fmla="*/ 522457 h 688998"/>
                <a:gd name="connsiteX1298" fmla="*/ 443974 w 508552"/>
                <a:gd name="connsiteY1298" fmla="*/ 523800 h 688998"/>
                <a:gd name="connsiteX1299" fmla="*/ 439938 w 508552"/>
                <a:gd name="connsiteY1299" fmla="*/ 523800 h 688998"/>
                <a:gd name="connsiteX1300" fmla="*/ 441284 w 508552"/>
                <a:gd name="connsiteY1300" fmla="*/ 525143 h 688998"/>
                <a:gd name="connsiteX1301" fmla="*/ 443974 w 508552"/>
                <a:gd name="connsiteY1301" fmla="*/ 526486 h 688998"/>
                <a:gd name="connsiteX1302" fmla="*/ 445320 w 508552"/>
                <a:gd name="connsiteY1302" fmla="*/ 527829 h 688998"/>
                <a:gd name="connsiteX1303" fmla="*/ 442629 w 508552"/>
                <a:gd name="connsiteY1303" fmla="*/ 530515 h 688998"/>
                <a:gd name="connsiteX1304" fmla="*/ 439938 w 508552"/>
                <a:gd name="connsiteY1304" fmla="*/ 530515 h 688998"/>
                <a:gd name="connsiteX1305" fmla="*/ 438593 w 508552"/>
                <a:gd name="connsiteY1305" fmla="*/ 529172 h 688998"/>
                <a:gd name="connsiteX1306" fmla="*/ 438593 w 508552"/>
                <a:gd name="connsiteY1306" fmla="*/ 530515 h 688998"/>
                <a:gd name="connsiteX1307" fmla="*/ 441284 w 508552"/>
                <a:gd name="connsiteY1307" fmla="*/ 533202 h 688998"/>
                <a:gd name="connsiteX1308" fmla="*/ 442629 w 508552"/>
                <a:gd name="connsiteY1308" fmla="*/ 533202 h 688998"/>
                <a:gd name="connsiteX1309" fmla="*/ 443974 w 508552"/>
                <a:gd name="connsiteY1309" fmla="*/ 534545 h 688998"/>
                <a:gd name="connsiteX1310" fmla="*/ 442629 w 508552"/>
                <a:gd name="connsiteY1310" fmla="*/ 538574 h 688998"/>
                <a:gd name="connsiteX1311" fmla="*/ 441284 w 508552"/>
                <a:gd name="connsiteY1311" fmla="*/ 538574 h 688998"/>
                <a:gd name="connsiteX1312" fmla="*/ 439938 w 508552"/>
                <a:gd name="connsiteY1312" fmla="*/ 541260 h 688998"/>
                <a:gd name="connsiteX1313" fmla="*/ 442629 w 508552"/>
                <a:gd name="connsiteY1313" fmla="*/ 545289 h 688998"/>
                <a:gd name="connsiteX1314" fmla="*/ 442629 w 508552"/>
                <a:gd name="connsiteY1314" fmla="*/ 547975 h 688998"/>
                <a:gd name="connsiteX1315" fmla="*/ 439938 w 508552"/>
                <a:gd name="connsiteY1315" fmla="*/ 547975 h 688998"/>
                <a:gd name="connsiteX1316" fmla="*/ 438593 w 508552"/>
                <a:gd name="connsiteY1316" fmla="*/ 546632 h 688998"/>
                <a:gd name="connsiteX1317" fmla="*/ 437247 w 508552"/>
                <a:gd name="connsiteY1317" fmla="*/ 546632 h 688998"/>
                <a:gd name="connsiteX1318" fmla="*/ 441284 w 508552"/>
                <a:gd name="connsiteY1318" fmla="*/ 550662 h 688998"/>
                <a:gd name="connsiteX1319" fmla="*/ 441284 w 508552"/>
                <a:gd name="connsiteY1319" fmla="*/ 553348 h 688998"/>
                <a:gd name="connsiteX1320" fmla="*/ 439938 w 508552"/>
                <a:gd name="connsiteY1320" fmla="*/ 557377 h 688998"/>
                <a:gd name="connsiteX1321" fmla="*/ 435902 w 508552"/>
                <a:gd name="connsiteY1321" fmla="*/ 558720 h 688998"/>
                <a:gd name="connsiteX1322" fmla="*/ 434557 w 508552"/>
                <a:gd name="connsiteY1322" fmla="*/ 560063 h 688998"/>
                <a:gd name="connsiteX1323" fmla="*/ 431866 w 508552"/>
                <a:gd name="connsiteY1323" fmla="*/ 560063 h 688998"/>
                <a:gd name="connsiteX1324" fmla="*/ 431866 w 508552"/>
                <a:gd name="connsiteY1324" fmla="*/ 557377 h 688998"/>
                <a:gd name="connsiteX1325" fmla="*/ 430521 w 508552"/>
                <a:gd name="connsiteY1325" fmla="*/ 556034 h 688998"/>
                <a:gd name="connsiteX1326" fmla="*/ 430521 w 508552"/>
                <a:gd name="connsiteY1326" fmla="*/ 554691 h 688998"/>
                <a:gd name="connsiteX1327" fmla="*/ 427830 w 508552"/>
                <a:gd name="connsiteY1327" fmla="*/ 553348 h 688998"/>
                <a:gd name="connsiteX1328" fmla="*/ 427830 w 508552"/>
                <a:gd name="connsiteY1328" fmla="*/ 552005 h 688998"/>
                <a:gd name="connsiteX1329" fmla="*/ 429175 w 508552"/>
                <a:gd name="connsiteY1329" fmla="*/ 549318 h 688998"/>
                <a:gd name="connsiteX1330" fmla="*/ 429175 w 508552"/>
                <a:gd name="connsiteY1330" fmla="*/ 546632 h 688998"/>
                <a:gd name="connsiteX1331" fmla="*/ 427830 w 508552"/>
                <a:gd name="connsiteY1331" fmla="*/ 546632 h 688998"/>
                <a:gd name="connsiteX1332" fmla="*/ 423794 w 508552"/>
                <a:gd name="connsiteY1332" fmla="*/ 549318 h 688998"/>
                <a:gd name="connsiteX1333" fmla="*/ 423794 w 508552"/>
                <a:gd name="connsiteY1333" fmla="*/ 552005 h 688998"/>
                <a:gd name="connsiteX1334" fmla="*/ 421103 w 508552"/>
                <a:gd name="connsiteY1334" fmla="*/ 550662 h 688998"/>
                <a:gd name="connsiteX1335" fmla="*/ 419757 w 508552"/>
                <a:gd name="connsiteY1335" fmla="*/ 547975 h 688998"/>
                <a:gd name="connsiteX1336" fmla="*/ 421103 w 508552"/>
                <a:gd name="connsiteY1336" fmla="*/ 546632 h 688998"/>
                <a:gd name="connsiteX1337" fmla="*/ 418412 w 508552"/>
                <a:gd name="connsiteY1337" fmla="*/ 543946 h 688998"/>
                <a:gd name="connsiteX1338" fmla="*/ 418412 w 508552"/>
                <a:gd name="connsiteY1338" fmla="*/ 542603 h 688998"/>
                <a:gd name="connsiteX1339" fmla="*/ 421103 w 508552"/>
                <a:gd name="connsiteY1339" fmla="*/ 539917 h 688998"/>
                <a:gd name="connsiteX1340" fmla="*/ 421103 w 508552"/>
                <a:gd name="connsiteY1340" fmla="*/ 538574 h 688998"/>
                <a:gd name="connsiteX1341" fmla="*/ 421103 w 508552"/>
                <a:gd name="connsiteY1341" fmla="*/ 535888 h 688998"/>
                <a:gd name="connsiteX1342" fmla="*/ 421103 w 508552"/>
                <a:gd name="connsiteY1342" fmla="*/ 535888 h 688998"/>
                <a:gd name="connsiteX1343" fmla="*/ 418412 w 508552"/>
                <a:gd name="connsiteY1343" fmla="*/ 538574 h 688998"/>
                <a:gd name="connsiteX1344" fmla="*/ 415721 w 508552"/>
                <a:gd name="connsiteY1344" fmla="*/ 542603 h 688998"/>
                <a:gd name="connsiteX1345" fmla="*/ 413031 w 508552"/>
                <a:gd name="connsiteY1345" fmla="*/ 546632 h 688998"/>
                <a:gd name="connsiteX1346" fmla="*/ 413031 w 508552"/>
                <a:gd name="connsiteY1346" fmla="*/ 545289 h 688998"/>
                <a:gd name="connsiteX1347" fmla="*/ 411685 w 508552"/>
                <a:gd name="connsiteY1347" fmla="*/ 542603 h 688998"/>
                <a:gd name="connsiteX1348" fmla="*/ 410340 w 508552"/>
                <a:gd name="connsiteY1348" fmla="*/ 538574 h 688998"/>
                <a:gd name="connsiteX1349" fmla="*/ 408994 w 508552"/>
                <a:gd name="connsiteY1349" fmla="*/ 535888 h 688998"/>
                <a:gd name="connsiteX1350" fmla="*/ 411685 w 508552"/>
                <a:gd name="connsiteY1350" fmla="*/ 534545 h 688998"/>
                <a:gd name="connsiteX1351" fmla="*/ 415721 w 508552"/>
                <a:gd name="connsiteY1351" fmla="*/ 531859 h 688998"/>
                <a:gd name="connsiteX1352" fmla="*/ 415721 w 508552"/>
                <a:gd name="connsiteY1352" fmla="*/ 530515 h 688998"/>
                <a:gd name="connsiteX1353" fmla="*/ 418412 w 508552"/>
                <a:gd name="connsiteY1353" fmla="*/ 530515 h 688998"/>
                <a:gd name="connsiteX1354" fmla="*/ 417067 w 508552"/>
                <a:gd name="connsiteY1354" fmla="*/ 529172 h 688998"/>
                <a:gd name="connsiteX1355" fmla="*/ 414376 w 508552"/>
                <a:gd name="connsiteY1355" fmla="*/ 529172 h 688998"/>
                <a:gd name="connsiteX1356" fmla="*/ 410340 w 508552"/>
                <a:gd name="connsiteY1356" fmla="*/ 529172 h 688998"/>
                <a:gd name="connsiteX1357" fmla="*/ 407649 w 508552"/>
                <a:gd name="connsiteY1357" fmla="*/ 529172 h 688998"/>
                <a:gd name="connsiteX1358" fmla="*/ 406304 w 508552"/>
                <a:gd name="connsiteY1358" fmla="*/ 526486 h 688998"/>
                <a:gd name="connsiteX1359" fmla="*/ 407649 w 508552"/>
                <a:gd name="connsiteY1359" fmla="*/ 525143 h 688998"/>
                <a:gd name="connsiteX1360" fmla="*/ 411685 w 508552"/>
                <a:gd name="connsiteY1360" fmla="*/ 523800 h 688998"/>
                <a:gd name="connsiteX1361" fmla="*/ 414376 w 508552"/>
                <a:gd name="connsiteY1361" fmla="*/ 519771 h 688998"/>
                <a:gd name="connsiteX1362" fmla="*/ 413031 w 508552"/>
                <a:gd name="connsiteY1362" fmla="*/ 519771 h 688998"/>
                <a:gd name="connsiteX1363" fmla="*/ 408994 w 508552"/>
                <a:gd name="connsiteY1363" fmla="*/ 521114 h 688998"/>
                <a:gd name="connsiteX1364" fmla="*/ 407649 w 508552"/>
                <a:gd name="connsiteY1364" fmla="*/ 519771 h 688998"/>
                <a:gd name="connsiteX1365" fmla="*/ 406304 w 508552"/>
                <a:gd name="connsiteY1365" fmla="*/ 518428 h 688998"/>
                <a:gd name="connsiteX1366" fmla="*/ 408994 w 508552"/>
                <a:gd name="connsiteY1366" fmla="*/ 517085 h 688998"/>
                <a:gd name="connsiteX1367" fmla="*/ 413031 w 508552"/>
                <a:gd name="connsiteY1367" fmla="*/ 515742 h 688998"/>
                <a:gd name="connsiteX1368" fmla="*/ 415721 w 508552"/>
                <a:gd name="connsiteY1368" fmla="*/ 514398 h 688998"/>
                <a:gd name="connsiteX1369" fmla="*/ 413031 w 508552"/>
                <a:gd name="connsiteY1369" fmla="*/ 513055 h 688998"/>
                <a:gd name="connsiteX1370" fmla="*/ 408994 w 508552"/>
                <a:gd name="connsiteY1370" fmla="*/ 513055 h 688998"/>
                <a:gd name="connsiteX1371" fmla="*/ 407649 w 508552"/>
                <a:gd name="connsiteY1371" fmla="*/ 514398 h 688998"/>
                <a:gd name="connsiteX1372" fmla="*/ 404958 w 508552"/>
                <a:gd name="connsiteY1372" fmla="*/ 513055 h 688998"/>
                <a:gd name="connsiteX1373" fmla="*/ 406304 w 508552"/>
                <a:gd name="connsiteY1373" fmla="*/ 511712 h 688998"/>
                <a:gd name="connsiteX1374" fmla="*/ 408994 w 508552"/>
                <a:gd name="connsiteY1374" fmla="*/ 504997 h 688998"/>
                <a:gd name="connsiteX1375" fmla="*/ 411685 w 508552"/>
                <a:gd name="connsiteY1375" fmla="*/ 504997 h 688998"/>
                <a:gd name="connsiteX1376" fmla="*/ 417067 w 508552"/>
                <a:gd name="connsiteY1376" fmla="*/ 503654 h 688998"/>
                <a:gd name="connsiteX1377" fmla="*/ 421103 w 508552"/>
                <a:gd name="connsiteY1377" fmla="*/ 500968 h 688998"/>
                <a:gd name="connsiteX1378" fmla="*/ 425139 w 508552"/>
                <a:gd name="connsiteY1378" fmla="*/ 498282 h 688998"/>
                <a:gd name="connsiteX1379" fmla="*/ 426484 w 508552"/>
                <a:gd name="connsiteY1379" fmla="*/ 494252 h 688998"/>
                <a:gd name="connsiteX1380" fmla="*/ 430521 w 508552"/>
                <a:gd name="connsiteY1380" fmla="*/ 490223 h 688998"/>
                <a:gd name="connsiteX1381" fmla="*/ 433211 w 508552"/>
                <a:gd name="connsiteY1381" fmla="*/ 488880 h 688998"/>
                <a:gd name="connsiteX1382" fmla="*/ 431866 w 508552"/>
                <a:gd name="connsiteY1382" fmla="*/ 487537 h 688998"/>
                <a:gd name="connsiteX1383" fmla="*/ 430521 w 508552"/>
                <a:gd name="connsiteY1383" fmla="*/ 487537 h 688998"/>
                <a:gd name="connsiteX1384" fmla="*/ 425139 w 508552"/>
                <a:gd name="connsiteY1384" fmla="*/ 491566 h 688998"/>
                <a:gd name="connsiteX1385" fmla="*/ 422448 w 508552"/>
                <a:gd name="connsiteY1385" fmla="*/ 492909 h 688998"/>
                <a:gd name="connsiteX1386" fmla="*/ 421103 w 508552"/>
                <a:gd name="connsiteY1386" fmla="*/ 496939 h 688998"/>
                <a:gd name="connsiteX1387" fmla="*/ 414376 w 508552"/>
                <a:gd name="connsiteY1387" fmla="*/ 499625 h 688998"/>
                <a:gd name="connsiteX1388" fmla="*/ 411685 w 508552"/>
                <a:gd name="connsiteY1388" fmla="*/ 499625 h 688998"/>
                <a:gd name="connsiteX1389" fmla="*/ 404958 w 508552"/>
                <a:gd name="connsiteY1389" fmla="*/ 503654 h 688998"/>
                <a:gd name="connsiteX1390" fmla="*/ 399577 w 508552"/>
                <a:gd name="connsiteY1390" fmla="*/ 504997 h 688998"/>
                <a:gd name="connsiteX1391" fmla="*/ 396886 w 508552"/>
                <a:gd name="connsiteY1391" fmla="*/ 503654 h 688998"/>
                <a:gd name="connsiteX1392" fmla="*/ 396886 w 508552"/>
                <a:gd name="connsiteY1392" fmla="*/ 500968 h 688998"/>
                <a:gd name="connsiteX1393" fmla="*/ 403613 w 508552"/>
                <a:gd name="connsiteY1393" fmla="*/ 494252 h 688998"/>
                <a:gd name="connsiteX1394" fmla="*/ 408994 w 508552"/>
                <a:gd name="connsiteY1394" fmla="*/ 491566 h 688998"/>
                <a:gd name="connsiteX1395" fmla="*/ 410340 w 508552"/>
                <a:gd name="connsiteY1395" fmla="*/ 488880 h 688998"/>
                <a:gd name="connsiteX1396" fmla="*/ 411685 w 508552"/>
                <a:gd name="connsiteY1396" fmla="*/ 486194 h 688998"/>
                <a:gd name="connsiteX1397" fmla="*/ 411685 w 508552"/>
                <a:gd name="connsiteY1397" fmla="*/ 483508 h 688998"/>
                <a:gd name="connsiteX1398" fmla="*/ 407649 w 508552"/>
                <a:gd name="connsiteY1398" fmla="*/ 488880 h 688998"/>
                <a:gd name="connsiteX1399" fmla="*/ 398231 w 508552"/>
                <a:gd name="connsiteY1399" fmla="*/ 494252 h 688998"/>
                <a:gd name="connsiteX1400" fmla="*/ 395541 w 508552"/>
                <a:gd name="connsiteY1400" fmla="*/ 495595 h 688998"/>
                <a:gd name="connsiteX1401" fmla="*/ 392850 w 508552"/>
                <a:gd name="connsiteY1401" fmla="*/ 495595 h 688998"/>
                <a:gd name="connsiteX1402" fmla="*/ 391504 w 508552"/>
                <a:gd name="connsiteY1402" fmla="*/ 492909 h 688998"/>
                <a:gd name="connsiteX1403" fmla="*/ 391504 w 508552"/>
                <a:gd name="connsiteY1403" fmla="*/ 490223 h 688998"/>
                <a:gd name="connsiteX1404" fmla="*/ 391504 w 508552"/>
                <a:gd name="connsiteY1404" fmla="*/ 487537 h 688998"/>
                <a:gd name="connsiteX1405" fmla="*/ 387469 w 508552"/>
                <a:gd name="connsiteY1405" fmla="*/ 488880 h 688998"/>
                <a:gd name="connsiteX1406" fmla="*/ 386123 w 508552"/>
                <a:gd name="connsiteY1406" fmla="*/ 487537 h 688998"/>
                <a:gd name="connsiteX1407" fmla="*/ 387469 w 508552"/>
                <a:gd name="connsiteY1407" fmla="*/ 484851 h 688998"/>
                <a:gd name="connsiteX1408" fmla="*/ 388814 w 508552"/>
                <a:gd name="connsiteY1408" fmla="*/ 484851 h 688998"/>
                <a:gd name="connsiteX1409" fmla="*/ 388814 w 508552"/>
                <a:gd name="connsiteY1409" fmla="*/ 482165 h 688998"/>
                <a:gd name="connsiteX1410" fmla="*/ 387469 w 508552"/>
                <a:gd name="connsiteY1410" fmla="*/ 480822 h 688998"/>
                <a:gd name="connsiteX1411" fmla="*/ 384778 w 508552"/>
                <a:gd name="connsiteY1411" fmla="*/ 480822 h 688998"/>
                <a:gd name="connsiteX1412" fmla="*/ 384778 w 508552"/>
                <a:gd name="connsiteY1412" fmla="*/ 479478 h 688998"/>
                <a:gd name="connsiteX1413" fmla="*/ 384778 w 508552"/>
                <a:gd name="connsiteY1413" fmla="*/ 474106 h 688998"/>
                <a:gd name="connsiteX1414" fmla="*/ 387469 w 508552"/>
                <a:gd name="connsiteY1414" fmla="*/ 474106 h 688998"/>
                <a:gd name="connsiteX1415" fmla="*/ 387469 w 508552"/>
                <a:gd name="connsiteY1415" fmla="*/ 471420 h 688998"/>
                <a:gd name="connsiteX1416" fmla="*/ 384778 w 508552"/>
                <a:gd name="connsiteY1416" fmla="*/ 468734 h 688998"/>
                <a:gd name="connsiteX1417" fmla="*/ 382087 w 508552"/>
                <a:gd name="connsiteY1417" fmla="*/ 466048 h 688998"/>
                <a:gd name="connsiteX1418" fmla="*/ 380742 w 508552"/>
                <a:gd name="connsiteY1418" fmla="*/ 467391 h 688998"/>
                <a:gd name="connsiteX1419" fmla="*/ 380742 w 508552"/>
                <a:gd name="connsiteY1419" fmla="*/ 470077 h 688998"/>
                <a:gd name="connsiteX1420" fmla="*/ 382087 w 508552"/>
                <a:gd name="connsiteY1420" fmla="*/ 472763 h 688998"/>
                <a:gd name="connsiteX1421" fmla="*/ 378051 w 508552"/>
                <a:gd name="connsiteY1421" fmla="*/ 474106 h 688998"/>
                <a:gd name="connsiteX1422" fmla="*/ 375360 w 508552"/>
                <a:gd name="connsiteY1422" fmla="*/ 472763 h 688998"/>
                <a:gd name="connsiteX1423" fmla="*/ 372669 w 508552"/>
                <a:gd name="connsiteY1423" fmla="*/ 470077 h 688998"/>
                <a:gd name="connsiteX1424" fmla="*/ 368633 w 508552"/>
                <a:gd name="connsiteY1424" fmla="*/ 470077 h 688998"/>
                <a:gd name="connsiteX1425" fmla="*/ 374015 w 508552"/>
                <a:gd name="connsiteY1425" fmla="*/ 472763 h 688998"/>
                <a:gd name="connsiteX1426" fmla="*/ 376705 w 508552"/>
                <a:gd name="connsiteY1426" fmla="*/ 478135 h 688998"/>
                <a:gd name="connsiteX1427" fmla="*/ 376705 w 508552"/>
                <a:gd name="connsiteY1427" fmla="*/ 482165 h 688998"/>
                <a:gd name="connsiteX1428" fmla="*/ 374015 w 508552"/>
                <a:gd name="connsiteY1428" fmla="*/ 480822 h 688998"/>
                <a:gd name="connsiteX1429" fmla="*/ 372669 w 508552"/>
                <a:gd name="connsiteY1429" fmla="*/ 482165 h 688998"/>
                <a:gd name="connsiteX1430" fmla="*/ 374015 w 508552"/>
                <a:gd name="connsiteY1430" fmla="*/ 483508 h 688998"/>
                <a:gd name="connsiteX1431" fmla="*/ 369979 w 508552"/>
                <a:gd name="connsiteY1431" fmla="*/ 484851 h 688998"/>
                <a:gd name="connsiteX1432" fmla="*/ 367288 w 508552"/>
                <a:gd name="connsiteY1432" fmla="*/ 482165 h 688998"/>
                <a:gd name="connsiteX1433" fmla="*/ 365942 w 508552"/>
                <a:gd name="connsiteY1433" fmla="*/ 476792 h 688998"/>
                <a:gd name="connsiteX1434" fmla="*/ 364597 w 508552"/>
                <a:gd name="connsiteY1434" fmla="*/ 475449 h 688998"/>
                <a:gd name="connsiteX1435" fmla="*/ 363252 w 508552"/>
                <a:gd name="connsiteY1435" fmla="*/ 476792 h 688998"/>
                <a:gd name="connsiteX1436" fmla="*/ 365942 w 508552"/>
                <a:gd name="connsiteY1436" fmla="*/ 479478 h 688998"/>
                <a:gd name="connsiteX1437" fmla="*/ 365942 w 508552"/>
                <a:gd name="connsiteY1437" fmla="*/ 482165 h 688998"/>
                <a:gd name="connsiteX1438" fmla="*/ 364597 w 508552"/>
                <a:gd name="connsiteY1438" fmla="*/ 486194 h 688998"/>
                <a:gd name="connsiteX1439" fmla="*/ 367288 w 508552"/>
                <a:gd name="connsiteY1439" fmla="*/ 487537 h 688998"/>
                <a:gd name="connsiteX1440" fmla="*/ 371324 w 508552"/>
                <a:gd name="connsiteY1440" fmla="*/ 491566 h 688998"/>
                <a:gd name="connsiteX1441" fmla="*/ 372669 w 508552"/>
                <a:gd name="connsiteY1441" fmla="*/ 495595 h 688998"/>
                <a:gd name="connsiteX1442" fmla="*/ 371324 w 508552"/>
                <a:gd name="connsiteY1442" fmla="*/ 498282 h 688998"/>
                <a:gd name="connsiteX1443" fmla="*/ 374015 w 508552"/>
                <a:gd name="connsiteY1443" fmla="*/ 499625 h 688998"/>
                <a:gd name="connsiteX1444" fmla="*/ 374015 w 508552"/>
                <a:gd name="connsiteY1444" fmla="*/ 500968 h 688998"/>
                <a:gd name="connsiteX1445" fmla="*/ 371324 w 508552"/>
                <a:gd name="connsiteY1445" fmla="*/ 502311 h 688998"/>
                <a:gd name="connsiteX1446" fmla="*/ 365942 w 508552"/>
                <a:gd name="connsiteY1446" fmla="*/ 502311 h 688998"/>
                <a:gd name="connsiteX1447" fmla="*/ 363252 w 508552"/>
                <a:gd name="connsiteY1447" fmla="*/ 499625 h 688998"/>
                <a:gd name="connsiteX1448" fmla="*/ 361906 w 508552"/>
                <a:gd name="connsiteY1448" fmla="*/ 503654 h 688998"/>
                <a:gd name="connsiteX1449" fmla="*/ 360561 w 508552"/>
                <a:gd name="connsiteY1449" fmla="*/ 503654 h 688998"/>
                <a:gd name="connsiteX1450" fmla="*/ 355179 w 508552"/>
                <a:gd name="connsiteY1450" fmla="*/ 498282 h 688998"/>
                <a:gd name="connsiteX1451" fmla="*/ 353834 w 508552"/>
                <a:gd name="connsiteY1451" fmla="*/ 494252 h 688998"/>
                <a:gd name="connsiteX1452" fmla="*/ 356525 w 508552"/>
                <a:gd name="connsiteY1452" fmla="*/ 491566 h 688998"/>
                <a:gd name="connsiteX1453" fmla="*/ 355179 w 508552"/>
                <a:gd name="connsiteY1453" fmla="*/ 488880 h 688998"/>
                <a:gd name="connsiteX1454" fmla="*/ 351143 w 508552"/>
                <a:gd name="connsiteY1454" fmla="*/ 486194 h 688998"/>
                <a:gd name="connsiteX1455" fmla="*/ 347107 w 508552"/>
                <a:gd name="connsiteY1455" fmla="*/ 486194 h 688998"/>
                <a:gd name="connsiteX1456" fmla="*/ 345762 w 508552"/>
                <a:gd name="connsiteY1456" fmla="*/ 483508 h 688998"/>
                <a:gd name="connsiteX1457" fmla="*/ 344416 w 508552"/>
                <a:gd name="connsiteY1457" fmla="*/ 479478 h 688998"/>
                <a:gd name="connsiteX1458" fmla="*/ 341726 w 508552"/>
                <a:gd name="connsiteY1458" fmla="*/ 482165 h 688998"/>
                <a:gd name="connsiteX1459" fmla="*/ 337689 w 508552"/>
                <a:gd name="connsiteY1459" fmla="*/ 483508 h 688998"/>
                <a:gd name="connsiteX1460" fmla="*/ 330963 w 508552"/>
                <a:gd name="connsiteY1460" fmla="*/ 482165 h 688998"/>
                <a:gd name="connsiteX1461" fmla="*/ 333653 w 508552"/>
                <a:gd name="connsiteY1461" fmla="*/ 484851 h 688998"/>
                <a:gd name="connsiteX1462" fmla="*/ 340380 w 508552"/>
                <a:gd name="connsiteY1462" fmla="*/ 486194 h 688998"/>
                <a:gd name="connsiteX1463" fmla="*/ 344416 w 508552"/>
                <a:gd name="connsiteY1463" fmla="*/ 487537 h 688998"/>
                <a:gd name="connsiteX1464" fmla="*/ 349798 w 508552"/>
                <a:gd name="connsiteY1464" fmla="*/ 488880 h 688998"/>
                <a:gd name="connsiteX1465" fmla="*/ 349798 w 508552"/>
                <a:gd name="connsiteY1465" fmla="*/ 494252 h 688998"/>
                <a:gd name="connsiteX1466" fmla="*/ 347107 w 508552"/>
                <a:gd name="connsiteY1466" fmla="*/ 498282 h 688998"/>
                <a:gd name="connsiteX1467" fmla="*/ 347107 w 508552"/>
                <a:gd name="connsiteY1467" fmla="*/ 500968 h 688998"/>
                <a:gd name="connsiteX1468" fmla="*/ 349798 w 508552"/>
                <a:gd name="connsiteY1468" fmla="*/ 499625 h 688998"/>
                <a:gd name="connsiteX1469" fmla="*/ 351143 w 508552"/>
                <a:gd name="connsiteY1469" fmla="*/ 502311 h 688998"/>
                <a:gd name="connsiteX1470" fmla="*/ 349798 w 508552"/>
                <a:gd name="connsiteY1470" fmla="*/ 504997 h 688998"/>
                <a:gd name="connsiteX1471" fmla="*/ 351143 w 508552"/>
                <a:gd name="connsiteY1471" fmla="*/ 506340 h 688998"/>
                <a:gd name="connsiteX1472" fmla="*/ 355179 w 508552"/>
                <a:gd name="connsiteY1472" fmla="*/ 506340 h 688998"/>
                <a:gd name="connsiteX1473" fmla="*/ 355179 w 508552"/>
                <a:gd name="connsiteY1473" fmla="*/ 509026 h 688998"/>
                <a:gd name="connsiteX1474" fmla="*/ 352489 w 508552"/>
                <a:gd name="connsiteY1474" fmla="*/ 513055 h 688998"/>
                <a:gd name="connsiteX1475" fmla="*/ 345762 w 508552"/>
                <a:gd name="connsiteY1475" fmla="*/ 518428 h 688998"/>
                <a:gd name="connsiteX1476" fmla="*/ 341726 w 508552"/>
                <a:gd name="connsiteY1476" fmla="*/ 522457 h 688998"/>
                <a:gd name="connsiteX1477" fmla="*/ 351143 w 508552"/>
                <a:gd name="connsiteY1477" fmla="*/ 519771 h 688998"/>
                <a:gd name="connsiteX1478" fmla="*/ 353834 w 508552"/>
                <a:gd name="connsiteY1478" fmla="*/ 517085 h 688998"/>
                <a:gd name="connsiteX1479" fmla="*/ 355179 w 508552"/>
                <a:gd name="connsiteY1479" fmla="*/ 514398 h 688998"/>
                <a:gd name="connsiteX1480" fmla="*/ 361906 w 508552"/>
                <a:gd name="connsiteY1480" fmla="*/ 514398 h 688998"/>
                <a:gd name="connsiteX1481" fmla="*/ 364597 w 508552"/>
                <a:gd name="connsiteY1481" fmla="*/ 517085 h 688998"/>
                <a:gd name="connsiteX1482" fmla="*/ 364597 w 508552"/>
                <a:gd name="connsiteY1482" fmla="*/ 518428 h 688998"/>
                <a:gd name="connsiteX1483" fmla="*/ 359216 w 508552"/>
                <a:gd name="connsiteY1483" fmla="*/ 521114 h 688998"/>
                <a:gd name="connsiteX1484" fmla="*/ 357870 w 508552"/>
                <a:gd name="connsiteY1484" fmla="*/ 523800 h 688998"/>
                <a:gd name="connsiteX1485" fmla="*/ 359216 w 508552"/>
                <a:gd name="connsiteY1485" fmla="*/ 525143 h 688998"/>
                <a:gd name="connsiteX1486" fmla="*/ 363252 w 508552"/>
                <a:gd name="connsiteY1486" fmla="*/ 526486 h 688998"/>
                <a:gd name="connsiteX1487" fmla="*/ 367288 w 508552"/>
                <a:gd name="connsiteY1487" fmla="*/ 529172 h 688998"/>
                <a:gd name="connsiteX1488" fmla="*/ 364597 w 508552"/>
                <a:gd name="connsiteY1488" fmla="*/ 530515 h 688998"/>
                <a:gd name="connsiteX1489" fmla="*/ 359216 w 508552"/>
                <a:gd name="connsiteY1489" fmla="*/ 530515 h 688998"/>
                <a:gd name="connsiteX1490" fmla="*/ 357870 w 508552"/>
                <a:gd name="connsiteY1490" fmla="*/ 533202 h 688998"/>
                <a:gd name="connsiteX1491" fmla="*/ 360561 w 508552"/>
                <a:gd name="connsiteY1491" fmla="*/ 534545 h 688998"/>
                <a:gd name="connsiteX1492" fmla="*/ 361906 w 508552"/>
                <a:gd name="connsiteY1492" fmla="*/ 537231 h 688998"/>
                <a:gd name="connsiteX1493" fmla="*/ 360561 w 508552"/>
                <a:gd name="connsiteY1493" fmla="*/ 537231 h 688998"/>
                <a:gd name="connsiteX1494" fmla="*/ 361906 w 508552"/>
                <a:gd name="connsiteY1494" fmla="*/ 539917 h 688998"/>
                <a:gd name="connsiteX1495" fmla="*/ 363252 w 508552"/>
                <a:gd name="connsiteY1495" fmla="*/ 539917 h 688998"/>
                <a:gd name="connsiteX1496" fmla="*/ 361906 w 508552"/>
                <a:gd name="connsiteY1496" fmla="*/ 543946 h 688998"/>
                <a:gd name="connsiteX1497" fmla="*/ 364597 w 508552"/>
                <a:gd name="connsiteY1497" fmla="*/ 543946 h 688998"/>
                <a:gd name="connsiteX1498" fmla="*/ 365942 w 508552"/>
                <a:gd name="connsiteY1498" fmla="*/ 547975 h 688998"/>
                <a:gd name="connsiteX1499" fmla="*/ 365942 w 508552"/>
                <a:gd name="connsiteY1499" fmla="*/ 553348 h 688998"/>
                <a:gd name="connsiteX1500" fmla="*/ 367288 w 508552"/>
                <a:gd name="connsiteY1500" fmla="*/ 554691 h 688998"/>
                <a:gd name="connsiteX1501" fmla="*/ 368633 w 508552"/>
                <a:gd name="connsiteY1501" fmla="*/ 552005 h 688998"/>
                <a:gd name="connsiteX1502" fmla="*/ 368633 w 508552"/>
                <a:gd name="connsiteY1502" fmla="*/ 546632 h 688998"/>
                <a:gd name="connsiteX1503" fmla="*/ 371324 w 508552"/>
                <a:gd name="connsiteY1503" fmla="*/ 545289 h 688998"/>
                <a:gd name="connsiteX1504" fmla="*/ 374015 w 508552"/>
                <a:gd name="connsiteY1504" fmla="*/ 547975 h 688998"/>
                <a:gd name="connsiteX1505" fmla="*/ 375360 w 508552"/>
                <a:gd name="connsiteY1505" fmla="*/ 553348 h 688998"/>
                <a:gd name="connsiteX1506" fmla="*/ 376705 w 508552"/>
                <a:gd name="connsiteY1506" fmla="*/ 556034 h 688998"/>
                <a:gd name="connsiteX1507" fmla="*/ 375360 w 508552"/>
                <a:gd name="connsiteY1507" fmla="*/ 557377 h 688998"/>
                <a:gd name="connsiteX1508" fmla="*/ 372669 w 508552"/>
                <a:gd name="connsiteY1508" fmla="*/ 560063 h 688998"/>
                <a:gd name="connsiteX1509" fmla="*/ 372669 w 508552"/>
                <a:gd name="connsiteY1509" fmla="*/ 561406 h 688998"/>
                <a:gd name="connsiteX1510" fmla="*/ 379396 w 508552"/>
                <a:gd name="connsiteY1510" fmla="*/ 561406 h 688998"/>
                <a:gd name="connsiteX1511" fmla="*/ 380742 w 508552"/>
                <a:gd name="connsiteY1511" fmla="*/ 560063 h 688998"/>
                <a:gd name="connsiteX1512" fmla="*/ 380742 w 508552"/>
                <a:gd name="connsiteY1512" fmla="*/ 562749 h 688998"/>
                <a:gd name="connsiteX1513" fmla="*/ 383432 w 508552"/>
                <a:gd name="connsiteY1513" fmla="*/ 560063 h 688998"/>
                <a:gd name="connsiteX1514" fmla="*/ 383432 w 508552"/>
                <a:gd name="connsiteY1514" fmla="*/ 557377 h 688998"/>
                <a:gd name="connsiteX1515" fmla="*/ 386123 w 508552"/>
                <a:gd name="connsiteY1515" fmla="*/ 557377 h 688998"/>
                <a:gd name="connsiteX1516" fmla="*/ 388814 w 508552"/>
                <a:gd name="connsiteY1516" fmla="*/ 561406 h 688998"/>
                <a:gd name="connsiteX1517" fmla="*/ 387469 w 508552"/>
                <a:gd name="connsiteY1517" fmla="*/ 565435 h 688998"/>
                <a:gd name="connsiteX1518" fmla="*/ 384778 w 508552"/>
                <a:gd name="connsiteY1518" fmla="*/ 568122 h 688998"/>
                <a:gd name="connsiteX1519" fmla="*/ 383432 w 508552"/>
                <a:gd name="connsiteY1519" fmla="*/ 572151 h 688998"/>
                <a:gd name="connsiteX1520" fmla="*/ 382087 w 508552"/>
                <a:gd name="connsiteY1520" fmla="*/ 573494 h 688998"/>
                <a:gd name="connsiteX1521" fmla="*/ 384778 w 508552"/>
                <a:gd name="connsiteY1521" fmla="*/ 574837 h 688998"/>
                <a:gd name="connsiteX1522" fmla="*/ 391504 w 508552"/>
                <a:gd name="connsiteY1522" fmla="*/ 574837 h 688998"/>
                <a:gd name="connsiteX1523" fmla="*/ 394195 w 508552"/>
                <a:gd name="connsiteY1523" fmla="*/ 573494 h 688998"/>
                <a:gd name="connsiteX1524" fmla="*/ 395541 w 508552"/>
                <a:gd name="connsiteY1524" fmla="*/ 574837 h 688998"/>
                <a:gd name="connsiteX1525" fmla="*/ 391504 w 508552"/>
                <a:gd name="connsiteY1525" fmla="*/ 578866 h 688998"/>
                <a:gd name="connsiteX1526" fmla="*/ 391504 w 508552"/>
                <a:gd name="connsiteY1526" fmla="*/ 580209 h 688998"/>
                <a:gd name="connsiteX1527" fmla="*/ 386123 w 508552"/>
                <a:gd name="connsiteY1527" fmla="*/ 581552 h 688998"/>
                <a:gd name="connsiteX1528" fmla="*/ 388814 w 508552"/>
                <a:gd name="connsiteY1528" fmla="*/ 584239 h 688998"/>
                <a:gd name="connsiteX1529" fmla="*/ 391504 w 508552"/>
                <a:gd name="connsiteY1529" fmla="*/ 589611 h 688998"/>
                <a:gd name="connsiteX1530" fmla="*/ 390159 w 508552"/>
                <a:gd name="connsiteY1530" fmla="*/ 593640 h 688998"/>
                <a:gd name="connsiteX1531" fmla="*/ 392850 w 508552"/>
                <a:gd name="connsiteY1531" fmla="*/ 593640 h 688998"/>
                <a:gd name="connsiteX1532" fmla="*/ 394195 w 508552"/>
                <a:gd name="connsiteY1532" fmla="*/ 600355 h 688998"/>
                <a:gd name="connsiteX1533" fmla="*/ 399577 w 508552"/>
                <a:gd name="connsiteY1533" fmla="*/ 609757 h 688998"/>
                <a:gd name="connsiteX1534" fmla="*/ 400922 w 508552"/>
                <a:gd name="connsiteY1534" fmla="*/ 611100 h 688998"/>
                <a:gd name="connsiteX1535" fmla="*/ 398231 w 508552"/>
                <a:gd name="connsiteY1535" fmla="*/ 612443 h 688998"/>
                <a:gd name="connsiteX1536" fmla="*/ 396886 w 508552"/>
                <a:gd name="connsiteY1536" fmla="*/ 620502 h 688998"/>
                <a:gd name="connsiteX1537" fmla="*/ 394195 w 508552"/>
                <a:gd name="connsiteY1537" fmla="*/ 624531 h 688998"/>
                <a:gd name="connsiteX1538" fmla="*/ 395541 w 508552"/>
                <a:gd name="connsiteY1538" fmla="*/ 629903 h 688998"/>
                <a:gd name="connsiteX1539" fmla="*/ 394195 w 508552"/>
                <a:gd name="connsiteY1539" fmla="*/ 632589 h 688998"/>
                <a:gd name="connsiteX1540" fmla="*/ 387469 w 508552"/>
                <a:gd name="connsiteY1540" fmla="*/ 624531 h 688998"/>
                <a:gd name="connsiteX1541" fmla="*/ 386123 w 508552"/>
                <a:gd name="connsiteY1541" fmla="*/ 619159 h 688998"/>
                <a:gd name="connsiteX1542" fmla="*/ 387469 w 508552"/>
                <a:gd name="connsiteY1542" fmla="*/ 613786 h 688998"/>
                <a:gd name="connsiteX1543" fmla="*/ 384778 w 508552"/>
                <a:gd name="connsiteY1543" fmla="*/ 607071 h 688998"/>
                <a:gd name="connsiteX1544" fmla="*/ 384778 w 508552"/>
                <a:gd name="connsiteY1544" fmla="*/ 612443 h 688998"/>
                <a:gd name="connsiteX1545" fmla="*/ 383432 w 508552"/>
                <a:gd name="connsiteY1545" fmla="*/ 620502 h 688998"/>
                <a:gd name="connsiteX1546" fmla="*/ 387469 w 508552"/>
                <a:gd name="connsiteY1546" fmla="*/ 628560 h 688998"/>
                <a:gd name="connsiteX1547" fmla="*/ 386123 w 508552"/>
                <a:gd name="connsiteY1547" fmla="*/ 636618 h 688998"/>
                <a:gd name="connsiteX1548" fmla="*/ 384778 w 508552"/>
                <a:gd name="connsiteY1548" fmla="*/ 640648 h 688998"/>
                <a:gd name="connsiteX1549" fmla="*/ 387469 w 508552"/>
                <a:gd name="connsiteY1549" fmla="*/ 646020 h 688998"/>
                <a:gd name="connsiteX1550" fmla="*/ 386123 w 508552"/>
                <a:gd name="connsiteY1550" fmla="*/ 647363 h 688998"/>
                <a:gd name="connsiteX1551" fmla="*/ 382087 w 508552"/>
                <a:gd name="connsiteY1551" fmla="*/ 647363 h 688998"/>
                <a:gd name="connsiteX1552" fmla="*/ 379396 w 508552"/>
                <a:gd name="connsiteY1552" fmla="*/ 643334 h 688998"/>
                <a:gd name="connsiteX1553" fmla="*/ 375360 w 508552"/>
                <a:gd name="connsiteY1553" fmla="*/ 643334 h 688998"/>
                <a:gd name="connsiteX1554" fmla="*/ 378051 w 508552"/>
                <a:gd name="connsiteY1554" fmla="*/ 652735 h 688998"/>
                <a:gd name="connsiteX1555" fmla="*/ 378051 w 508552"/>
                <a:gd name="connsiteY1555" fmla="*/ 658108 h 688998"/>
                <a:gd name="connsiteX1556" fmla="*/ 379396 w 508552"/>
                <a:gd name="connsiteY1556" fmla="*/ 660794 h 688998"/>
                <a:gd name="connsiteX1557" fmla="*/ 379396 w 508552"/>
                <a:gd name="connsiteY1557" fmla="*/ 663480 h 688998"/>
                <a:gd name="connsiteX1558" fmla="*/ 374015 w 508552"/>
                <a:gd name="connsiteY1558" fmla="*/ 663480 h 688998"/>
                <a:gd name="connsiteX1559" fmla="*/ 371324 w 508552"/>
                <a:gd name="connsiteY1559" fmla="*/ 659451 h 688998"/>
                <a:gd name="connsiteX1560" fmla="*/ 369979 w 508552"/>
                <a:gd name="connsiteY1560" fmla="*/ 651392 h 688998"/>
                <a:gd name="connsiteX1561" fmla="*/ 371324 w 508552"/>
                <a:gd name="connsiteY1561" fmla="*/ 648706 h 688998"/>
                <a:gd name="connsiteX1562" fmla="*/ 371324 w 508552"/>
                <a:gd name="connsiteY1562" fmla="*/ 644677 h 688998"/>
                <a:gd name="connsiteX1563" fmla="*/ 368633 w 508552"/>
                <a:gd name="connsiteY1563" fmla="*/ 647363 h 688998"/>
                <a:gd name="connsiteX1564" fmla="*/ 365942 w 508552"/>
                <a:gd name="connsiteY1564" fmla="*/ 647363 h 688998"/>
                <a:gd name="connsiteX1565" fmla="*/ 363252 w 508552"/>
                <a:gd name="connsiteY1565" fmla="*/ 644677 h 688998"/>
                <a:gd name="connsiteX1566" fmla="*/ 363252 w 508552"/>
                <a:gd name="connsiteY1566" fmla="*/ 636618 h 688998"/>
                <a:gd name="connsiteX1567" fmla="*/ 360561 w 508552"/>
                <a:gd name="connsiteY1567" fmla="*/ 639305 h 688998"/>
                <a:gd name="connsiteX1568" fmla="*/ 360561 w 508552"/>
                <a:gd name="connsiteY1568" fmla="*/ 641991 h 688998"/>
                <a:gd name="connsiteX1569" fmla="*/ 359216 w 508552"/>
                <a:gd name="connsiteY1569" fmla="*/ 640648 h 688998"/>
                <a:gd name="connsiteX1570" fmla="*/ 359216 w 508552"/>
                <a:gd name="connsiteY1570" fmla="*/ 637962 h 688998"/>
                <a:gd name="connsiteX1571" fmla="*/ 357870 w 508552"/>
                <a:gd name="connsiteY1571" fmla="*/ 632589 h 688998"/>
                <a:gd name="connsiteX1572" fmla="*/ 355179 w 508552"/>
                <a:gd name="connsiteY1572" fmla="*/ 632589 h 688998"/>
                <a:gd name="connsiteX1573" fmla="*/ 355179 w 508552"/>
                <a:gd name="connsiteY1573" fmla="*/ 633932 h 688998"/>
                <a:gd name="connsiteX1574" fmla="*/ 356525 w 508552"/>
                <a:gd name="connsiteY1574" fmla="*/ 636618 h 688998"/>
                <a:gd name="connsiteX1575" fmla="*/ 355179 w 508552"/>
                <a:gd name="connsiteY1575" fmla="*/ 639305 h 688998"/>
                <a:gd name="connsiteX1576" fmla="*/ 352489 w 508552"/>
                <a:gd name="connsiteY1576" fmla="*/ 637962 h 688998"/>
                <a:gd name="connsiteX1577" fmla="*/ 349798 w 508552"/>
                <a:gd name="connsiteY1577" fmla="*/ 636618 h 688998"/>
                <a:gd name="connsiteX1578" fmla="*/ 348452 w 508552"/>
                <a:gd name="connsiteY1578" fmla="*/ 632589 h 688998"/>
                <a:gd name="connsiteX1579" fmla="*/ 349798 w 508552"/>
                <a:gd name="connsiteY1579" fmla="*/ 628560 h 688998"/>
                <a:gd name="connsiteX1580" fmla="*/ 347107 w 508552"/>
                <a:gd name="connsiteY1580" fmla="*/ 620502 h 688998"/>
                <a:gd name="connsiteX1581" fmla="*/ 347107 w 508552"/>
                <a:gd name="connsiteY1581" fmla="*/ 617815 h 688998"/>
                <a:gd name="connsiteX1582" fmla="*/ 345762 w 508552"/>
                <a:gd name="connsiteY1582" fmla="*/ 621845 h 688998"/>
                <a:gd name="connsiteX1583" fmla="*/ 345762 w 508552"/>
                <a:gd name="connsiteY1583" fmla="*/ 629903 h 688998"/>
                <a:gd name="connsiteX1584" fmla="*/ 347107 w 508552"/>
                <a:gd name="connsiteY1584" fmla="*/ 633932 h 688998"/>
                <a:gd name="connsiteX1585" fmla="*/ 344416 w 508552"/>
                <a:gd name="connsiteY1585" fmla="*/ 636618 h 688998"/>
                <a:gd name="connsiteX1586" fmla="*/ 340380 w 508552"/>
                <a:gd name="connsiteY1586" fmla="*/ 628560 h 688998"/>
                <a:gd name="connsiteX1587" fmla="*/ 337689 w 508552"/>
                <a:gd name="connsiteY1587" fmla="*/ 625874 h 688998"/>
                <a:gd name="connsiteX1588" fmla="*/ 337689 w 508552"/>
                <a:gd name="connsiteY1588" fmla="*/ 623188 h 688998"/>
                <a:gd name="connsiteX1589" fmla="*/ 333653 w 508552"/>
                <a:gd name="connsiteY1589" fmla="*/ 621845 h 688998"/>
                <a:gd name="connsiteX1590" fmla="*/ 330963 w 508552"/>
                <a:gd name="connsiteY1590" fmla="*/ 613786 h 688998"/>
                <a:gd name="connsiteX1591" fmla="*/ 328272 w 508552"/>
                <a:gd name="connsiteY1591" fmla="*/ 612443 h 688998"/>
                <a:gd name="connsiteX1592" fmla="*/ 328272 w 508552"/>
                <a:gd name="connsiteY1592" fmla="*/ 609757 h 688998"/>
                <a:gd name="connsiteX1593" fmla="*/ 326927 w 508552"/>
                <a:gd name="connsiteY1593" fmla="*/ 605728 h 688998"/>
                <a:gd name="connsiteX1594" fmla="*/ 324236 w 508552"/>
                <a:gd name="connsiteY1594" fmla="*/ 607071 h 688998"/>
                <a:gd name="connsiteX1595" fmla="*/ 324236 w 508552"/>
                <a:gd name="connsiteY1595" fmla="*/ 609757 h 688998"/>
                <a:gd name="connsiteX1596" fmla="*/ 325581 w 508552"/>
                <a:gd name="connsiteY1596" fmla="*/ 615129 h 688998"/>
                <a:gd name="connsiteX1597" fmla="*/ 326927 w 508552"/>
                <a:gd name="connsiteY1597" fmla="*/ 619159 h 688998"/>
                <a:gd name="connsiteX1598" fmla="*/ 324236 w 508552"/>
                <a:gd name="connsiteY1598" fmla="*/ 617815 h 688998"/>
                <a:gd name="connsiteX1599" fmla="*/ 324236 w 508552"/>
                <a:gd name="connsiteY1599" fmla="*/ 613786 h 688998"/>
                <a:gd name="connsiteX1600" fmla="*/ 321545 w 508552"/>
                <a:gd name="connsiteY1600" fmla="*/ 611100 h 688998"/>
                <a:gd name="connsiteX1601" fmla="*/ 314818 w 508552"/>
                <a:gd name="connsiteY1601" fmla="*/ 608414 h 688998"/>
                <a:gd name="connsiteX1602" fmla="*/ 312127 w 508552"/>
                <a:gd name="connsiteY1602" fmla="*/ 601698 h 688998"/>
                <a:gd name="connsiteX1603" fmla="*/ 312127 w 508552"/>
                <a:gd name="connsiteY1603" fmla="*/ 597669 h 688998"/>
                <a:gd name="connsiteX1604" fmla="*/ 306746 w 508552"/>
                <a:gd name="connsiteY1604" fmla="*/ 596326 h 688998"/>
                <a:gd name="connsiteX1605" fmla="*/ 304055 w 508552"/>
                <a:gd name="connsiteY1605" fmla="*/ 599012 h 688998"/>
                <a:gd name="connsiteX1606" fmla="*/ 301364 w 508552"/>
                <a:gd name="connsiteY1606" fmla="*/ 597669 h 688998"/>
                <a:gd name="connsiteX1607" fmla="*/ 300019 w 508552"/>
                <a:gd name="connsiteY1607" fmla="*/ 601698 h 688998"/>
                <a:gd name="connsiteX1608" fmla="*/ 301364 w 508552"/>
                <a:gd name="connsiteY1608" fmla="*/ 608414 h 688998"/>
                <a:gd name="connsiteX1609" fmla="*/ 309437 w 508552"/>
                <a:gd name="connsiteY1609" fmla="*/ 613786 h 688998"/>
                <a:gd name="connsiteX1610" fmla="*/ 309437 w 508552"/>
                <a:gd name="connsiteY1610" fmla="*/ 616472 h 688998"/>
                <a:gd name="connsiteX1611" fmla="*/ 309437 w 508552"/>
                <a:gd name="connsiteY1611" fmla="*/ 620502 h 688998"/>
                <a:gd name="connsiteX1612" fmla="*/ 310782 w 508552"/>
                <a:gd name="connsiteY1612" fmla="*/ 627217 h 688998"/>
                <a:gd name="connsiteX1613" fmla="*/ 312127 w 508552"/>
                <a:gd name="connsiteY1613" fmla="*/ 625874 h 688998"/>
                <a:gd name="connsiteX1614" fmla="*/ 318854 w 508552"/>
                <a:gd name="connsiteY1614" fmla="*/ 627217 h 688998"/>
                <a:gd name="connsiteX1615" fmla="*/ 321545 w 508552"/>
                <a:gd name="connsiteY1615" fmla="*/ 631246 h 688998"/>
                <a:gd name="connsiteX1616" fmla="*/ 320200 w 508552"/>
                <a:gd name="connsiteY1616" fmla="*/ 633932 h 688998"/>
                <a:gd name="connsiteX1617" fmla="*/ 322890 w 508552"/>
                <a:gd name="connsiteY1617" fmla="*/ 633932 h 688998"/>
                <a:gd name="connsiteX1618" fmla="*/ 325581 w 508552"/>
                <a:gd name="connsiteY1618" fmla="*/ 635275 h 688998"/>
                <a:gd name="connsiteX1619" fmla="*/ 322890 w 508552"/>
                <a:gd name="connsiteY1619" fmla="*/ 637962 h 688998"/>
                <a:gd name="connsiteX1620" fmla="*/ 328272 w 508552"/>
                <a:gd name="connsiteY1620" fmla="*/ 639305 h 688998"/>
                <a:gd name="connsiteX1621" fmla="*/ 329617 w 508552"/>
                <a:gd name="connsiteY1621" fmla="*/ 641991 h 688998"/>
                <a:gd name="connsiteX1622" fmla="*/ 332308 w 508552"/>
                <a:gd name="connsiteY1622" fmla="*/ 647363 h 688998"/>
                <a:gd name="connsiteX1623" fmla="*/ 330963 w 508552"/>
                <a:gd name="connsiteY1623" fmla="*/ 651392 h 688998"/>
                <a:gd name="connsiteX1624" fmla="*/ 334999 w 508552"/>
                <a:gd name="connsiteY1624" fmla="*/ 650049 h 688998"/>
                <a:gd name="connsiteX1625" fmla="*/ 337689 w 508552"/>
                <a:gd name="connsiteY1625" fmla="*/ 651392 h 688998"/>
                <a:gd name="connsiteX1626" fmla="*/ 339035 w 508552"/>
                <a:gd name="connsiteY1626" fmla="*/ 658108 h 688998"/>
                <a:gd name="connsiteX1627" fmla="*/ 334999 w 508552"/>
                <a:gd name="connsiteY1627" fmla="*/ 662137 h 688998"/>
                <a:gd name="connsiteX1628" fmla="*/ 337689 w 508552"/>
                <a:gd name="connsiteY1628" fmla="*/ 662137 h 688998"/>
                <a:gd name="connsiteX1629" fmla="*/ 339035 w 508552"/>
                <a:gd name="connsiteY1629" fmla="*/ 664823 h 688998"/>
                <a:gd name="connsiteX1630" fmla="*/ 339035 w 508552"/>
                <a:gd name="connsiteY1630" fmla="*/ 667509 h 688998"/>
                <a:gd name="connsiteX1631" fmla="*/ 343071 w 508552"/>
                <a:gd name="connsiteY1631" fmla="*/ 663480 h 688998"/>
                <a:gd name="connsiteX1632" fmla="*/ 344416 w 508552"/>
                <a:gd name="connsiteY1632" fmla="*/ 664823 h 688998"/>
                <a:gd name="connsiteX1633" fmla="*/ 344416 w 508552"/>
                <a:gd name="connsiteY1633" fmla="*/ 670195 h 688998"/>
                <a:gd name="connsiteX1634" fmla="*/ 345762 w 508552"/>
                <a:gd name="connsiteY1634" fmla="*/ 672882 h 688998"/>
                <a:gd name="connsiteX1635" fmla="*/ 347107 w 508552"/>
                <a:gd name="connsiteY1635" fmla="*/ 671539 h 688998"/>
                <a:gd name="connsiteX1636" fmla="*/ 349798 w 508552"/>
                <a:gd name="connsiteY1636" fmla="*/ 674225 h 688998"/>
                <a:gd name="connsiteX1637" fmla="*/ 347107 w 508552"/>
                <a:gd name="connsiteY1637" fmla="*/ 676911 h 688998"/>
                <a:gd name="connsiteX1638" fmla="*/ 344416 w 508552"/>
                <a:gd name="connsiteY1638" fmla="*/ 675568 h 688998"/>
                <a:gd name="connsiteX1639" fmla="*/ 341726 w 508552"/>
                <a:gd name="connsiteY1639" fmla="*/ 678254 h 688998"/>
                <a:gd name="connsiteX1640" fmla="*/ 344416 w 508552"/>
                <a:gd name="connsiteY1640" fmla="*/ 682283 h 688998"/>
                <a:gd name="connsiteX1641" fmla="*/ 347107 w 508552"/>
                <a:gd name="connsiteY1641" fmla="*/ 684969 h 688998"/>
                <a:gd name="connsiteX1642" fmla="*/ 347107 w 508552"/>
                <a:gd name="connsiteY1642" fmla="*/ 687655 h 688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</a:cxnLst>
              <a:rect l="l" t="t" r="r" b="b"/>
              <a:pathLst>
                <a:path w="508552" h="688998">
                  <a:moveTo>
                    <a:pt x="345762" y="688998"/>
                  </a:moveTo>
                  <a:lnTo>
                    <a:pt x="340380" y="688998"/>
                  </a:lnTo>
                  <a:lnTo>
                    <a:pt x="336344" y="686312"/>
                  </a:lnTo>
                  <a:lnTo>
                    <a:pt x="328272" y="683626"/>
                  </a:lnTo>
                  <a:lnTo>
                    <a:pt x="324236" y="680940"/>
                  </a:lnTo>
                  <a:lnTo>
                    <a:pt x="321545" y="680940"/>
                  </a:lnTo>
                  <a:lnTo>
                    <a:pt x="314818" y="674225"/>
                  </a:lnTo>
                  <a:lnTo>
                    <a:pt x="313473" y="671539"/>
                  </a:lnTo>
                  <a:lnTo>
                    <a:pt x="309437" y="668852"/>
                  </a:lnTo>
                  <a:lnTo>
                    <a:pt x="306746" y="670195"/>
                  </a:lnTo>
                  <a:lnTo>
                    <a:pt x="304055" y="668852"/>
                  </a:lnTo>
                  <a:lnTo>
                    <a:pt x="301364" y="670195"/>
                  </a:lnTo>
                  <a:lnTo>
                    <a:pt x="293292" y="667509"/>
                  </a:lnTo>
                  <a:lnTo>
                    <a:pt x="293292" y="664823"/>
                  </a:lnTo>
                  <a:lnTo>
                    <a:pt x="290601" y="662137"/>
                  </a:lnTo>
                  <a:lnTo>
                    <a:pt x="286565" y="662137"/>
                  </a:lnTo>
                  <a:lnTo>
                    <a:pt x="281184" y="655422"/>
                  </a:lnTo>
                  <a:lnTo>
                    <a:pt x="281184" y="651392"/>
                  </a:lnTo>
                  <a:lnTo>
                    <a:pt x="278493" y="652735"/>
                  </a:lnTo>
                  <a:lnTo>
                    <a:pt x="275802" y="650049"/>
                  </a:lnTo>
                  <a:lnTo>
                    <a:pt x="273112" y="646020"/>
                  </a:lnTo>
                  <a:lnTo>
                    <a:pt x="275802" y="643334"/>
                  </a:lnTo>
                  <a:lnTo>
                    <a:pt x="278493" y="641991"/>
                  </a:lnTo>
                  <a:lnTo>
                    <a:pt x="273112" y="640648"/>
                  </a:lnTo>
                  <a:lnTo>
                    <a:pt x="271766" y="640648"/>
                  </a:lnTo>
                  <a:lnTo>
                    <a:pt x="270421" y="643334"/>
                  </a:lnTo>
                  <a:lnTo>
                    <a:pt x="267730" y="641991"/>
                  </a:lnTo>
                  <a:lnTo>
                    <a:pt x="267730" y="639305"/>
                  </a:lnTo>
                  <a:lnTo>
                    <a:pt x="263694" y="639305"/>
                  </a:lnTo>
                  <a:lnTo>
                    <a:pt x="255622" y="633932"/>
                  </a:lnTo>
                  <a:lnTo>
                    <a:pt x="252931" y="633932"/>
                  </a:lnTo>
                  <a:lnTo>
                    <a:pt x="250240" y="631246"/>
                  </a:lnTo>
                  <a:lnTo>
                    <a:pt x="244859" y="627217"/>
                  </a:lnTo>
                  <a:lnTo>
                    <a:pt x="244859" y="624531"/>
                  </a:lnTo>
                  <a:lnTo>
                    <a:pt x="242168" y="624531"/>
                  </a:lnTo>
                  <a:lnTo>
                    <a:pt x="239477" y="620502"/>
                  </a:lnTo>
                  <a:lnTo>
                    <a:pt x="235441" y="616472"/>
                  </a:lnTo>
                  <a:lnTo>
                    <a:pt x="235441" y="609757"/>
                  </a:lnTo>
                  <a:lnTo>
                    <a:pt x="230059" y="607071"/>
                  </a:lnTo>
                  <a:lnTo>
                    <a:pt x="232750" y="605728"/>
                  </a:lnTo>
                  <a:lnTo>
                    <a:pt x="239477" y="605728"/>
                  </a:lnTo>
                  <a:lnTo>
                    <a:pt x="248895" y="599012"/>
                  </a:lnTo>
                  <a:lnTo>
                    <a:pt x="250240" y="597669"/>
                  </a:lnTo>
                  <a:lnTo>
                    <a:pt x="243513" y="597669"/>
                  </a:lnTo>
                  <a:lnTo>
                    <a:pt x="239477" y="592297"/>
                  </a:lnTo>
                  <a:lnTo>
                    <a:pt x="238132" y="586925"/>
                  </a:lnTo>
                  <a:lnTo>
                    <a:pt x="238132" y="584239"/>
                  </a:lnTo>
                  <a:lnTo>
                    <a:pt x="235441" y="585582"/>
                  </a:lnTo>
                  <a:lnTo>
                    <a:pt x="232750" y="590954"/>
                  </a:lnTo>
                  <a:lnTo>
                    <a:pt x="232750" y="594983"/>
                  </a:lnTo>
                  <a:lnTo>
                    <a:pt x="228714" y="590954"/>
                  </a:lnTo>
                  <a:lnTo>
                    <a:pt x="231405" y="586925"/>
                  </a:lnTo>
                  <a:lnTo>
                    <a:pt x="232750" y="578866"/>
                  </a:lnTo>
                  <a:lnTo>
                    <a:pt x="228714" y="584239"/>
                  </a:lnTo>
                  <a:lnTo>
                    <a:pt x="227369" y="581552"/>
                  </a:lnTo>
                  <a:lnTo>
                    <a:pt x="227369" y="576180"/>
                  </a:lnTo>
                  <a:lnTo>
                    <a:pt x="223332" y="577523"/>
                  </a:lnTo>
                  <a:lnTo>
                    <a:pt x="221987" y="572151"/>
                  </a:lnTo>
                  <a:lnTo>
                    <a:pt x="221987" y="568122"/>
                  </a:lnTo>
                  <a:lnTo>
                    <a:pt x="219296" y="561406"/>
                  </a:lnTo>
                  <a:lnTo>
                    <a:pt x="215260" y="558720"/>
                  </a:lnTo>
                  <a:lnTo>
                    <a:pt x="216606" y="554691"/>
                  </a:lnTo>
                  <a:lnTo>
                    <a:pt x="221987" y="549318"/>
                  </a:lnTo>
                  <a:lnTo>
                    <a:pt x="220642" y="547975"/>
                  </a:lnTo>
                  <a:lnTo>
                    <a:pt x="211224" y="554691"/>
                  </a:lnTo>
                  <a:lnTo>
                    <a:pt x="211224" y="560063"/>
                  </a:lnTo>
                  <a:lnTo>
                    <a:pt x="209879" y="556034"/>
                  </a:lnTo>
                  <a:lnTo>
                    <a:pt x="212570" y="549318"/>
                  </a:lnTo>
                  <a:lnTo>
                    <a:pt x="208533" y="547975"/>
                  </a:lnTo>
                  <a:lnTo>
                    <a:pt x="205843" y="550662"/>
                  </a:lnTo>
                  <a:lnTo>
                    <a:pt x="204497" y="549318"/>
                  </a:lnTo>
                  <a:lnTo>
                    <a:pt x="201806" y="557377"/>
                  </a:lnTo>
                  <a:lnTo>
                    <a:pt x="197770" y="560063"/>
                  </a:lnTo>
                  <a:lnTo>
                    <a:pt x="197770" y="554691"/>
                  </a:lnTo>
                  <a:lnTo>
                    <a:pt x="200461" y="550662"/>
                  </a:lnTo>
                  <a:lnTo>
                    <a:pt x="200461" y="545289"/>
                  </a:lnTo>
                  <a:lnTo>
                    <a:pt x="201806" y="542603"/>
                  </a:lnTo>
                  <a:lnTo>
                    <a:pt x="196425" y="543946"/>
                  </a:lnTo>
                  <a:lnTo>
                    <a:pt x="193734" y="547975"/>
                  </a:lnTo>
                  <a:lnTo>
                    <a:pt x="191043" y="547975"/>
                  </a:lnTo>
                  <a:lnTo>
                    <a:pt x="188353" y="552005"/>
                  </a:lnTo>
                  <a:lnTo>
                    <a:pt x="185662" y="554691"/>
                  </a:lnTo>
                  <a:lnTo>
                    <a:pt x="180280" y="553348"/>
                  </a:lnTo>
                  <a:lnTo>
                    <a:pt x="176244" y="549318"/>
                  </a:lnTo>
                  <a:lnTo>
                    <a:pt x="173554" y="549318"/>
                  </a:lnTo>
                  <a:lnTo>
                    <a:pt x="168172" y="541260"/>
                  </a:lnTo>
                  <a:lnTo>
                    <a:pt x="165481" y="541260"/>
                  </a:lnTo>
                  <a:lnTo>
                    <a:pt x="164136" y="545289"/>
                  </a:lnTo>
                  <a:lnTo>
                    <a:pt x="164136" y="549318"/>
                  </a:lnTo>
                  <a:lnTo>
                    <a:pt x="161445" y="552005"/>
                  </a:lnTo>
                  <a:lnTo>
                    <a:pt x="157409" y="550662"/>
                  </a:lnTo>
                  <a:lnTo>
                    <a:pt x="154718" y="552005"/>
                  </a:lnTo>
                  <a:lnTo>
                    <a:pt x="149337" y="552005"/>
                  </a:lnTo>
                  <a:lnTo>
                    <a:pt x="147991" y="554691"/>
                  </a:lnTo>
                  <a:lnTo>
                    <a:pt x="142610" y="554691"/>
                  </a:lnTo>
                  <a:lnTo>
                    <a:pt x="139919" y="557377"/>
                  </a:lnTo>
                  <a:lnTo>
                    <a:pt x="135883" y="556034"/>
                  </a:lnTo>
                  <a:lnTo>
                    <a:pt x="127811" y="554691"/>
                  </a:lnTo>
                  <a:lnTo>
                    <a:pt x="129156" y="552005"/>
                  </a:lnTo>
                  <a:lnTo>
                    <a:pt x="123775" y="545289"/>
                  </a:lnTo>
                  <a:lnTo>
                    <a:pt x="121084" y="547975"/>
                  </a:lnTo>
                  <a:lnTo>
                    <a:pt x="117048" y="542603"/>
                  </a:lnTo>
                  <a:lnTo>
                    <a:pt x="113012" y="533202"/>
                  </a:lnTo>
                  <a:lnTo>
                    <a:pt x="114357" y="527829"/>
                  </a:lnTo>
                  <a:lnTo>
                    <a:pt x="118393" y="525143"/>
                  </a:lnTo>
                  <a:lnTo>
                    <a:pt x="118393" y="519771"/>
                  </a:lnTo>
                  <a:lnTo>
                    <a:pt x="122429" y="515742"/>
                  </a:lnTo>
                  <a:lnTo>
                    <a:pt x="127811" y="515742"/>
                  </a:lnTo>
                  <a:lnTo>
                    <a:pt x="131847" y="511712"/>
                  </a:lnTo>
                  <a:lnTo>
                    <a:pt x="135883" y="511712"/>
                  </a:lnTo>
                  <a:lnTo>
                    <a:pt x="138574" y="511712"/>
                  </a:lnTo>
                  <a:lnTo>
                    <a:pt x="138574" y="507683"/>
                  </a:lnTo>
                  <a:lnTo>
                    <a:pt x="137228" y="503654"/>
                  </a:lnTo>
                  <a:lnTo>
                    <a:pt x="137228" y="500968"/>
                  </a:lnTo>
                  <a:lnTo>
                    <a:pt x="138574" y="499625"/>
                  </a:lnTo>
                  <a:lnTo>
                    <a:pt x="141265" y="500968"/>
                  </a:lnTo>
                  <a:lnTo>
                    <a:pt x="141265" y="498282"/>
                  </a:lnTo>
                  <a:lnTo>
                    <a:pt x="141265" y="495595"/>
                  </a:lnTo>
                  <a:lnTo>
                    <a:pt x="142610" y="492909"/>
                  </a:lnTo>
                  <a:lnTo>
                    <a:pt x="147991" y="500968"/>
                  </a:lnTo>
                  <a:lnTo>
                    <a:pt x="153373" y="502311"/>
                  </a:lnTo>
                  <a:lnTo>
                    <a:pt x="158754" y="506340"/>
                  </a:lnTo>
                  <a:lnTo>
                    <a:pt x="162790" y="510369"/>
                  </a:lnTo>
                  <a:lnTo>
                    <a:pt x="165481" y="511712"/>
                  </a:lnTo>
                  <a:lnTo>
                    <a:pt x="170863" y="514398"/>
                  </a:lnTo>
                  <a:lnTo>
                    <a:pt x="174899" y="510369"/>
                  </a:lnTo>
                  <a:lnTo>
                    <a:pt x="177590" y="510369"/>
                  </a:lnTo>
                  <a:lnTo>
                    <a:pt x="180280" y="514398"/>
                  </a:lnTo>
                  <a:lnTo>
                    <a:pt x="182971" y="514398"/>
                  </a:lnTo>
                  <a:lnTo>
                    <a:pt x="189698" y="515742"/>
                  </a:lnTo>
                  <a:lnTo>
                    <a:pt x="192389" y="511712"/>
                  </a:lnTo>
                  <a:lnTo>
                    <a:pt x="195080" y="506340"/>
                  </a:lnTo>
                  <a:lnTo>
                    <a:pt x="201806" y="506340"/>
                  </a:lnTo>
                  <a:lnTo>
                    <a:pt x="201806" y="509026"/>
                  </a:lnTo>
                  <a:lnTo>
                    <a:pt x="200461" y="510369"/>
                  </a:lnTo>
                  <a:lnTo>
                    <a:pt x="203152" y="513055"/>
                  </a:lnTo>
                  <a:lnTo>
                    <a:pt x="208533" y="509026"/>
                  </a:lnTo>
                  <a:lnTo>
                    <a:pt x="211224" y="503654"/>
                  </a:lnTo>
                  <a:lnTo>
                    <a:pt x="215260" y="500968"/>
                  </a:lnTo>
                  <a:lnTo>
                    <a:pt x="217951" y="503654"/>
                  </a:lnTo>
                  <a:lnTo>
                    <a:pt x="217951" y="510369"/>
                  </a:lnTo>
                  <a:lnTo>
                    <a:pt x="219296" y="515742"/>
                  </a:lnTo>
                  <a:lnTo>
                    <a:pt x="220642" y="510369"/>
                  </a:lnTo>
                  <a:lnTo>
                    <a:pt x="223332" y="507683"/>
                  </a:lnTo>
                  <a:lnTo>
                    <a:pt x="226023" y="509026"/>
                  </a:lnTo>
                  <a:lnTo>
                    <a:pt x="228714" y="506340"/>
                  </a:lnTo>
                  <a:lnTo>
                    <a:pt x="226023" y="494252"/>
                  </a:lnTo>
                  <a:lnTo>
                    <a:pt x="221987" y="487537"/>
                  </a:lnTo>
                  <a:lnTo>
                    <a:pt x="221987" y="483508"/>
                  </a:lnTo>
                  <a:lnTo>
                    <a:pt x="217951" y="478135"/>
                  </a:lnTo>
                  <a:lnTo>
                    <a:pt x="219296" y="472763"/>
                  </a:lnTo>
                  <a:lnTo>
                    <a:pt x="221987" y="470077"/>
                  </a:lnTo>
                  <a:lnTo>
                    <a:pt x="224678" y="470077"/>
                  </a:lnTo>
                  <a:lnTo>
                    <a:pt x="232750" y="463362"/>
                  </a:lnTo>
                  <a:lnTo>
                    <a:pt x="242168" y="457989"/>
                  </a:lnTo>
                  <a:lnTo>
                    <a:pt x="244859" y="456646"/>
                  </a:lnTo>
                  <a:lnTo>
                    <a:pt x="251585" y="449931"/>
                  </a:lnTo>
                  <a:lnTo>
                    <a:pt x="254276" y="449931"/>
                  </a:lnTo>
                  <a:lnTo>
                    <a:pt x="256967" y="452617"/>
                  </a:lnTo>
                  <a:lnTo>
                    <a:pt x="261003" y="451274"/>
                  </a:lnTo>
                  <a:lnTo>
                    <a:pt x="263694" y="451274"/>
                  </a:lnTo>
                  <a:lnTo>
                    <a:pt x="256967" y="447245"/>
                  </a:lnTo>
                  <a:lnTo>
                    <a:pt x="256967" y="443215"/>
                  </a:lnTo>
                  <a:lnTo>
                    <a:pt x="265039" y="435157"/>
                  </a:lnTo>
                  <a:lnTo>
                    <a:pt x="266385" y="432471"/>
                  </a:lnTo>
                  <a:lnTo>
                    <a:pt x="269075" y="429785"/>
                  </a:lnTo>
                  <a:lnTo>
                    <a:pt x="277147" y="432471"/>
                  </a:lnTo>
                  <a:lnTo>
                    <a:pt x="285220" y="429785"/>
                  </a:lnTo>
                  <a:lnTo>
                    <a:pt x="285220" y="425755"/>
                  </a:lnTo>
                  <a:lnTo>
                    <a:pt x="282529" y="420383"/>
                  </a:lnTo>
                  <a:lnTo>
                    <a:pt x="285220" y="417697"/>
                  </a:lnTo>
                  <a:lnTo>
                    <a:pt x="286565" y="408295"/>
                  </a:lnTo>
                  <a:lnTo>
                    <a:pt x="286565" y="405609"/>
                  </a:lnTo>
                  <a:lnTo>
                    <a:pt x="286565" y="404266"/>
                  </a:lnTo>
                  <a:lnTo>
                    <a:pt x="286565" y="400237"/>
                  </a:lnTo>
                  <a:lnTo>
                    <a:pt x="289256" y="396208"/>
                  </a:lnTo>
                  <a:lnTo>
                    <a:pt x="289256" y="390835"/>
                  </a:lnTo>
                  <a:lnTo>
                    <a:pt x="285220" y="389492"/>
                  </a:lnTo>
                  <a:lnTo>
                    <a:pt x="285220" y="388149"/>
                  </a:lnTo>
                  <a:lnTo>
                    <a:pt x="286565" y="380091"/>
                  </a:lnTo>
                  <a:lnTo>
                    <a:pt x="290601" y="380091"/>
                  </a:lnTo>
                  <a:lnTo>
                    <a:pt x="291947" y="376062"/>
                  </a:lnTo>
                  <a:lnTo>
                    <a:pt x="293292" y="372032"/>
                  </a:lnTo>
                  <a:lnTo>
                    <a:pt x="293292" y="369346"/>
                  </a:lnTo>
                  <a:lnTo>
                    <a:pt x="290601" y="369346"/>
                  </a:lnTo>
                  <a:lnTo>
                    <a:pt x="287911" y="372032"/>
                  </a:lnTo>
                  <a:lnTo>
                    <a:pt x="287911" y="376062"/>
                  </a:lnTo>
                  <a:lnTo>
                    <a:pt x="286565" y="376062"/>
                  </a:lnTo>
                  <a:lnTo>
                    <a:pt x="285220" y="373375"/>
                  </a:lnTo>
                  <a:lnTo>
                    <a:pt x="286565" y="368003"/>
                  </a:lnTo>
                  <a:lnTo>
                    <a:pt x="283874" y="368003"/>
                  </a:lnTo>
                  <a:lnTo>
                    <a:pt x="273112" y="366660"/>
                  </a:lnTo>
                  <a:lnTo>
                    <a:pt x="270421" y="363974"/>
                  </a:lnTo>
                  <a:lnTo>
                    <a:pt x="271766" y="361288"/>
                  </a:lnTo>
                  <a:lnTo>
                    <a:pt x="278493" y="358602"/>
                  </a:lnTo>
                  <a:lnTo>
                    <a:pt x="277147" y="355915"/>
                  </a:lnTo>
                  <a:lnTo>
                    <a:pt x="274457" y="354572"/>
                  </a:lnTo>
                  <a:lnTo>
                    <a:pt x="277147" y="349200"/>
                  </a:lnTo>
                  <a:lnTo>
                    <a:pt x="277147" y="345171"/>
                  </a:lnTo>
                  <a:lnTo>
                    <a:pt x="271766" y="341142"/>
                  </a:lnTo>
                  <a:lnTo>
                    <a:pt x="269075" y="342485"/>
                  </a:lnTo>
                  <a:lnTo>
                    <a:pt x="269075" y="345171"/>
                  </a:lnTo>
                  <a:lnTo>
                    <a:pt x="270421" y="349200"/>
                  </a:lnTo>
                  <a:lnTo>
                    <a:pt x="269075" y="351886"/>
                  </a:lnTo>
                  <a:lnTo>
                    <a:pt x="263694" y="353229"/>
                  </a:lnTo>
                  <a:lnTo>
                    <a:pt x="261003" y="347857"/>
                  </a:lnTo>
                  <a:lnTo>
                    <a:pt x="258312" y="347857"/>
                  </a:lnTo>
                  <a:lnTo>
                    <a:pt x="258312" y="341142"/>
                  </a:lnTo>
                  <a:lnTo>
                    <a:pt x="262348" y="337112"/>
                  </a:lnTo>
                  <a:lnTo>
                    <a:pt x="261003" y="334426"/>
                  </a:lnTo>
                  <a:lnTo>
                    <a:pt x="254276" y="335769"/>
                  </a:lnTo>
                  <a:lnTo>
                    <a:pt x="254276" y="333083"/>
                  </a:lnTo>
                  <a:lnTo>
                    <a:pt x="259658" y="331740"/>
                  </a:lnTo>
                  <a:lnTo>
                    <a:pt x="261003" y="329054"/>
                  </a:lnTo>
                  <a:lnTo>
                    <a:pt x="256967" y="329054"/>
                  </a:lnTo>
                  <a:lnTo>
                    <a:pt x="259658" y="326368"/>
                  </a:lnTo>
                  <a:lnTo>
                    <a:pt x="263694" y="325025"/>
                  </a:lnTo>
                  <a:lnTo>
                    <a:pt x="263694" y="322339"/>
                  </a:lnTo>
                  <a:lnTo>
                    <a:pt x="261003" y="319652"/>
                  </a:lnTo>
                  <a:lnTo>
                    <a:pt x="256967" y="323682"/>
                  </a:lnTo>
                  <a:lnTo>
                    <a:pt x="252931" y="329054"/>
                  </a:lnTo>
                  <a:lnTo>
                    <a:pt x="250240" y="331740"/>
                  </a:lnTo>
                  <a:lnTo>
                    <a:pt x="247549" y="330397"/>
                  </a:lnTo>
                  <a:lnTo>
                    <a:pt x="247549" y="323682"/>
                  </a:lnTo>
                  <a:lnTo>
                    <a:pt x="244859" y="325025"/>
                  </a:lnTo>
                  <a:lnTo>
                    <a:pt x="242168" y="330397"/>
                  </a:lnTo>
                  <a:lnTo>
                    <a:pt x="238132" y="330397"/>
                  </a:lnTo>
                  <a:lnTo>
                    <a:pt x="235441" y="331740"/>
                  </a:lnTo>
                  <a:lnTo>
                    <a:pt x="231405" y="331740"/>
                  </a:lnTo>
                  <a:lnTo>
                    <a:pt x="227369" y="333083"/>
                  </a:lnTo>
                  <a:lnTo>
                    <a:pt x="227369" y="335769"/>
                  </a:lnTo>
                  <a:lnTo>
                    <a:pt x="224678" y="335769"/>
                  </a:lnTo>
                  <a:lnTo>
                    <a:pt x="223332" y="333083"/>
                  </a:lnTo>
                  <a:lnTo>
                    <a:pt x="226023" y="329054"/>
                  </a:lnTo>
                  <a:lnTo>
                    <a:pt x="226023" y="326368"/>
                  </a:lnTo>
                  <a:lnTo>
                    <a:pt x="223332" y="325025"/>
                  </a:lnTo>
                  <a:lnTo>
                    <a:pt x="227369" y="319652"/>
                  </a:lnTo>
                  <a:lnTo>
                    <a:pt x="230059" y="319652"/>
                  </a:lnTo>
                  <a:lnTo>
                    <a:pt x="232750" y="320995"/>
                  </a:lnTo>
                  <a:lnTo>
                    <a:pt x="235441" y="322339"/>
                  </a:lnTo>
                  <a:lnTo>
                    <a:pt x="238132" y="320995"/>
                  </a:lnTo>
                  <a:lnTo>
                    <a:pt x="240822" y="320995"/>
                  </a:lnTo>
                  <a:lnTo>
                    <a:pt x="244859" y="316966"/>
                  </a:lnTo>
                  <a:lnTo>
                    <a:pt x="246204" y="312937"/>
                  </a:lnTo>
                  <a:lnTo>
                    <a:pt x="244859" y="310251"/>
                  </a:lnTo>
                  <a:lnTo>
                    <a:pt x="242168" y="306222"/>
                  </a:lnTo>
                  <a:lnTo>
                    <a:pt x="236786" y="304878"/>
                  </a:lnTo>
                  <a:lnTo>
                    <a:pt x="235441" y="300849"/>
                  </a:lnTo>
                  <a:lnTo>
                    <a:pt x="235441" y="298163"/>
                  </a:lnTo>
                  <a:lnTo>
                    <a:pt x="232750" y="295477"/>
                  </a:lnTo>
                  <a:lnTo>
                    <a:pt x="232750" y="292791"/>
                  </a:lnTo>
                  <a:lnTo>
                    <a:pt x="228714" y="291448"/>
                  </a:lnTo>
                  <a:lnTo>
                    <a:pt x="227369" y="290105"/>
                  </a:lnTo>
                  <a:lnTo>
                    <a:pt x="224678" y="288762"/>
                  </a:lnTo>
                  <a:lnTo>
                    <a:pt x="223332" y="286075"/>
                  </a:lnTo>
                  <a:lnTo>
                    <a:pt x="227369" y="284732"/>
                  </a:lnTo>
                  <a:lnTo>
                    <a:pt x="230059" y="286075"/>
                  </a:lnTo>
                  <a:lnTo>
                    <a:pt x="231405" y="284732"/>
                  </a:lnTo>
                  <a:lnTo>
                    <a:pt x="232750" y="282046"/>
                  </a:lnTo>
                  <a:lnTo>
                    <a:pt x="236786" y="280703"/>
                  </a:lnTo>
                  <a:lnTo>
                    <a:pt x="230059" y="279360"/>
                  </a:lnTo>
                  <a:lnTo>
                    <a:pt x="227369" y="275331"/>
                  </a:lnTo>
                  <a:lnTo>
                    <a:pt x="224678" y="275331"/>
                  </a:lnTo>
                  <a:lnTo>
                    <a:pt x="223332" y="273988"/>
                  </a:lnTo>
                  <a:lnTo>
                    <a:pt x="219296" y="272645"/>
                  </a:lnTo>
                  <a:lnTo>
                    <a:pt x="217951" y="278017"/>
                  </a:lnTo>
                  <a:lnTo>
                    <a:pt x="216606" y="278017"/>
                  </a:lnTo>
                  <a:lnTo>
                    <a:pt x="216606" y="275331"/>
                  </a:lnTo>
                  <a:lnTo>
                    <a:pt x="219296" y="267272"/>
                  </a:lnTo>
                  <a:lnTo>
                    <a:pt x="223332" y="260557"/>
                  </a:lnTo>
                  <a:lnTo>
                    <a:pt x="224678" y="257871"/>
                  </a:lnTo>
                  <a:lnTo>
                    <a:pt x="227369" y="251155"/>
                  </a:lnTo>
                  <a:lnTo>
                    <a:pt x="227369" y="245783"/>
                  </a:lnTo>
                  <a:lnTo>
                    <a:pt x="228714" y="243097"/>
                  </a:lnTo>
                  <a:lnTo>
                    <a:pt x="227369" y="240411"/>
                  </a:lnTo>
                  <a:lnTo>
                    <a:pt x="221987" y="243097"/>
                  </a:lnTo>
                  <a:lnTo>
                    <a:pt x="219296" y="241754"/>
                  </a:lnTo>
                  <a:lnTo>
                    <a:pt x="217951" y="241754"/>
                  </a:lnTo>
                  <a:lnTo>
                    <a:pt x="217951" y="245783"/>
                  </a:lnTo>
                  <a:lnTo>
                    <a:pt x="215260" y="244440"/>
                  </a:lnTo>
                  <a:lnTo>
                    <a:pt x="208533" y="237725"/>
                  </a:lnTo>
                  <a:lnTo>
                    <a:pt x="208533" y="233695"/>
                  </a:lnTo>
                  <a:lnTo>
                    <a:pt x="205843" y="231009"/>
                  </a:lnTo>
                  <a:lnTo>
                    <a:pt x="203152" y="229666"/>
                  </a:lnTo>
                  <a:lnTo>
                    <a:pt x="204497" y="224294"/>
                  </a:lnTo>
                  <a:lnTo>
                    <a:pt x="209879" y="221608"/>
                  </a:lnTo>
                  <a:lnTo>
                    <a:pt x="209879" y="220265"/>
                  </a:lnTo>
                  <a:lnTo>
                    <a:pt x="208533" y="216235"/>
                  </a:lnTo>
                  <a:lnTo>
                    <a:pt x="208533" y="212206"/>
                  </a:lnTo>
                  <a:lnTo>
                    <a:pt x="205843" y="212206"/>
                  </a:lnTo>
                  <a:lnTo>
                    <a:pt x="203152" y="214892"/>
                  </a:lnTo>
                  <a:lnTo>
                    <a:pt x="201806" y="222951"/>
                  </a:lnTo>
                  <a:lnTo>
                    <a:pt x="199116" y="226980"/>
                  </a:lnTo>
                  <a:lnTo>
                    <a:pt x="197770" y="221608"/>
                  </a:lnTo>
                  <a:lnTo>
                    <a:pt x="196425" y="220265"/>
                  </a:lnTo>
                  <a:lnTo>
                    <a:pt x="195080" y="221608"/>
                  </a:lnTo>
                  <a:lnTo>
                    <a:pt x="193734" y="224294"/>
                  </a:lnTo>
                  <a:lnTo>
                    <a:pt x="192389" y="225637"/>
                  </a:lnTo>
                  <a:lnTo>
                    <a:pt x="191043" y="231009"/>
                  </a:lnTo>
                  <a:lnTo>
                    <a:pt x="195080" y="236382"/>
                  </a:lnTo>
                  <a:lnTo>
                    <a:pt x="197770" y="236382"/>
                  </a:lnTo>
                  <a:lnTo>
                    <a:pt x="201806" y="245783"/>
                  </a:lnTo>
                  <a:lnTo>
                    <a:pt x="204497" y="248469"/>
                  </a:lnTo>
                  <a:lnTo>
                    <a:pt x="203152" y="252498"/>
                  </a:lnTo>
                  <a:lnTo>
                    <a:pt x="203152" y="256528"/>
                  </a:lnTo>
                  <a:lnTo>
                    <a:pt x="199116" y="261900"/>
                  </a:lnTo>
                  <a:lnTo>
                    <a:pt x="195080" y="264586"/>
                  </a:lnTo>
                  <a:lnTo>
                    <a:pt x="184317" y="264586"/>
                  </a:lnTo>
                  <a:lnTo>
                    <a:pt x="182971" y="263243"/>
                  </a:lnTo>
                  <a:lnTo>
                    <a:pt x="177590" y="263243"/>
                  </a:lnTo>
                  <a:lnTo>
                    <a:pt x="173554" y="260557"/>
                  </a:lnTo>
                  <a:lnTo>
                    <a:pt x="174899" y="257871"/>
                  </a:lnTo>
                  <a:lnTo>
                    <a:pt x="174899" y="253842"/>
                  </a:lnTo>
                  <a:lnTo>
                    <a:pt x="165481" y="253842"/>
                  </a:lnTo>
                  <a:lnTo>
                    <a:pt x="157409" y="249812"/>
                  </a:lnTo>
                  <a:lnTo>
                    <a:pt x="150682" y="248469"/>
                  </a:lnTo>
                  <a:lnTo>
                    <a:pt x="153373" y="257871"/>
                  </a:lnTo>
                  <a:lnTo>
                    <a:pt x="156064" y="263243"/>
                  </a:lnTo>
                  <a:lnTo>
                    <a:pt x="154718" y="264586"/>
                  </a:lnTo>
                  <a:lnTo>
                    <a:pt x="150682" y="264586"/>
                  </a:lnTo>
                  <a:lnTo>
                    <a:pt x="149337" y="259214"/>
                  </a:lnTo>
                  <a:lnTo>
                    <a:pt x="143955" y="255185"/>
                  </a:lnTo>
                  <a:lnTo>
                    <a:pt x="142610" y="253842"/>
                  </a:lnTo>
                  <a:lnTo>
                    <a:pt x="141265" y="251155"/>
                  </a:lnTo>
                  <a:lnTo>
                    <a:pt x="135883" y="245783"/>
                  </a:lnTo>
                  <a:lnTo>
                    <a:pt x="131847" y="240411"/>
                  </a:lnTo>
                  <a:lnTo>
                    <a:pt x="131847" y="237725"/>
                  </a:lnTo>
                  <a:lnTo>
                    <a:pt x="127811" y="237725"/>
                  </a:lnTo>
                  <a:lnTo>
                    <a:pt x="123775" y="232352"/>
                  </a:lnTo>
                  <a:lnTo>
                    <a:pt x="121084" y="231009"/>
                  </a:lnTo>
                  <a:lnTo>
                    <a:pt x="119738" y="228323"/>
                  </a:lnTo>
                  <a:lnTo>
                    <a:pt x="115702" y="226980"/>
                  </a:lnTo>
                  <a:lnTo>
                    <a:pt x="115702" y="231009"/>
                  </a:lnTo>
                  <a:lnTo>
                    <a:pt x="126465" y="237725"/>
                  </a:lnTo>
                  <a:lnTo>
                    <a:pt x="127811" y="241754"/>
                  </a:lnTo>
                  <a:lnTo>
                    <a:pt x="131847" y="247126"/>
                  </a:lnTo>
                  <a:lnTo>
                    <a:pt x="135883" y="248469"/>
                  </a:lnTo>
                  <a:lnTo>
                    <a:pt x="137228" y="252498"/>
                  </a:lnTo>
                  <a:lnTo>
                    <a:pt x="134538" y="256528"/>
                  </a:lnTo>
                  <a:lnTo>
                    <a:pt x="133192" y="255185"/>
                  </a:lnTo>
                  <a:lnTo>
                    <a:pt x="130501" y="256528"/>
                  </a:lnTo>
                  <a:lnTo>
                    <a:pt x="122429" y="252498"/>
                  </a:lnTo>
                  <a:lnTo>
                    <a:pt x="119738" y="253842"/>
                  </a:lnTo>
                  <a:lnTo>
                    <a:pt x="117048" y="249812"/>
                  </a:lnTo>
                  <a:lnTo>
                    <a:pt x="113012" y="247126"/>
                  </a:lnTo>
                  <a:lnTo>
                    <a:pt x="111666" y="243097"/>
                  </a:lnTo>
                  <a:lnTo>
                    <a:pt x="102249" y="244440"/>
                  </a:lnTo>
                  <a:lnTo>
                    <a:pt x="98213" y="247126"/>
                  </a:lnTo>
                  <a:lnTo>
                    <a:pt x="94176" y="243097"/>
                  </a:lnTo>
                  <a:lnTo>
                    <a:pt x="88795" y="243097"/>
                  </a:lnTo>
                  <a:lnTo>
                    <a:pt x="84759" y="243097"/>
                  </a:lnTo>
                  <a:lnTo>
                    <a:pt x="82068" y="239068"/>
                  </a:lnTo>
                  <a:lnTo>
                    <a:pt x="75341" y="235039"/>
                  </a:lnTo>
                  <a:lnTo>
                    <a:pt x="75341" y="232352"/>
                  </a:lnTo>
                  <a:lnTo>
                    <a:pt x="82068" y="225637"/>
                  </a:lnTo>
                  <a:lnTo>
                    <a:pt x="86104" y="224294"/>
                  </a:lnTo>
                  <a:lnTo>
                    <a:pt x="86104" y="221608"/>
                  </a:lnTo>
                  <a:lnTo>
                    <a:pt x="82068" y="221608"/>
                  </a:lnTo>
                  <a:lnTo>
                    <a:pt x="78032" y="226980"/>
                  </a:lnTo>
                  <a:lnTo>
                    <a:pt x="73996" y="231009"/>
                  </a:lnTo>
                  <a:lnTo>
                    <a:pt x="71305" y="232352"/>
                  </a:lnTo>
                  <a:lnTo>
                    <a:pt x="67269" y="228323"/>
                  </a:lnTo>
                  <a:lnTo>
                    <a:pt x="61887" y="226980"/>
                  </a:lnTo>
                  <a:lnTo>
                    <a:pt x="60542" y="228323"/>
                  </a:lnTo>
                  <a:lnTo>
                    <a:pt x="64578" y="231009"/>
                  </a:lnTo>
                  <a:lnTo>
                    <a:pt x="61887" y="233695"/>
                  </a:lnTo>
                  <a:lnTo>
                    <a:pt x="55160" y="232352"/>
                  </a:lnTo>
                  <a:lnTo>
                    <a:pt x="49779" y="226980"/>
                  </a:lnTo>
                  <a:lnTo>
                    <a:pt x="48433" y="220265"/>
                  </a:lnTo>
                  <a:lnTo>
                    <a:pt x="44397" y="217578"/>
                  </a:lnTo>
                  <a:lnTo>
                    <a:pt x="44397" y="212206"/>
                  </a:lnTo>
                  <a:lnTo>
                    <a:pt x="53815" y="208177"/>
                  </a:lnTo>
                  <a:lnTo>
                    <a:pt x="55160" y="205491"/>
                  </a:lnTo>
                  <a:lnTo>
                    <a:pt x="53815" y="204148"/>
                  </a:lnTo>
                  <a:lnTo>
                    <a:pt x="49779" y="206834"/>
                  </a:lnTo>
                  <a:lnTo>
                    <a:pt x="43052" y="208177"/>
                  </a:lnTo>
                  <a:lnTo>
                    <a:pt x="41707" y="213549"/>
                  </a:lnTo>
                  <a:lnTo>
                    <a:pt x="39016" y="213549"/>
                  </a:lnTo>
                  <a:lnTo>
                    <a:pt x="37671" y="209520"/>
                  </a:lnTo>
                  <a:lnTo>
                    <a:pt x="39016" y="205491"/>
                  </a:lnTo>
                  <a:lnTo>
                    <a:pt x="36325" y="204148"/>
                  </a:lnTo>
                  <a:lnTo>
                    <a:pt x="34980" y="204148"/>
                  </a:lnTo>
                  <a:lnTo>
                    <a:pt x="33634" y="208177"/>
                  </a:lnTo>
                  <a:lnTo>
                    <a:pt x="33634" y="210863"/>
                  </a:lnTo>
                  <a:lnTo>
                    <a:pt x="32289" y="213549"/>
                  </a:lnTo>
                  <a:lnTo>
                    <a:pt x="29598" y="212206"/>
                  </a:lnTo>
                  <a:lnTo>
                    <a:pt x="25562" y="208177"/>
                  </a:lnTo>
                  <a:lnTo>
                    <a:pt x="21526" y="208177"/>
                  </a:lnTo>
                  <a:lnTo>
                    <a:pt x="18835" y="208177"/>
                  </a:lnTo>
                  <a:lnTo>
                    <a:pt x="17490" y="212206"/>
                  </a:lnTo>
                  <a:lnTo>
                    <a:pt x="14799" y="212206"/>
                  </a:lnTo>
                  <a:lnTo>
                    <a:pt x="12108" y="208177"/>
                  </a:lnTo>
                  <a:lnTo>
                    <a:pt x="10763" y="204148"/>
                  </a:lnTo>
                  <a:lnTo>
                    <a:pt x="12108" y="204148"/>
                  </a:lnTo>
                  <a:lnTo>
                    <a:pt x="14799" y="205491"/>
                  </a:lnTo>
                  <a:lnTo>
                    <a:pt x="14799" y="204148"/>
                  </a:lnTo>
                  <a:lnTo>
                    <a:pt x="9418" y="200118"/>
                  </a:lnTo>
                  <a:lnTo>
                    <a:pt x="4036" y="196089"/>
                  </a:lnTo>
                  <a:lnTo>
                    <a:pt x="2691" y="192060"/>
                  </a:lnTo>
                  <a:lnTo>
                    <a:pt x="4036" y="186688"/>
                  </a:lnTo>
                  <a:lnTo>
                    <a:pt x="2691" y="179972"/>
                  </a:lnTo>
                  <a:lnTo>
                    <a:pt x="0" y="171914"/>
                  </a:lnTo>
                  <a:lnTo>
                    <a:pt x="2691" y="167885"/>
                  </a:lnTo>
                  <a:lnTo>
                    <a:pt x="5381" y="167885"/>
                  </a:lnTo>
                  <a:lnTo>
                    <a:pt x="5381" y="165198"/>
                  </a:lnTo>
                  <a:lnTo>
                    <a:pt x="4036" y="159826"/>
                  </a:lnTo>
                  <a:lnTo>
                    <a:pt x="4036" y="157140"/>
                  </a:lnTo>
                  <a:lnTo>
                    <a:pt x="9418" y="158483"/>
                  </a:lnTo>
                  <a:lnTo>
                    <a:pt x="10763" y="161169"/>
                  </a:lnTo>
                  <a:lnTo>
                    <a:pt x="18835" y="161169"/>
                  </a:lnTo>
                  <a:lnTo>
                    <a:pt x="24217" y="165198"/>
                  </a:lnTo>
                  <a:lnTo>
                    <a:pt x="25562" y="170571"/>
                  </a:lnTo>
                  <a:lnTo>
                    <a:pt x="34980" y="173257"/>
                  </a:lnTo>
                  <a:lnTo>
                    <a:pt x="43052" y="173257"/>
                  </a:lnTo>
                  <a:lnTo>
                    <a:pt x="45743" y="171914"/>
                  </a:lnTo>
                  <a:lnTo>
                    <a:pt x="52470" y="171914"/>
                  </a:lnTo>
                  <a:lnTo>
                    <a:pt x="49779" y="169228"/>
                  </a:lnTo>
                  <a:lnTo>
                    <a:pt x="48433" y="166542"/>
                  </a:lnTo>
                  <a:lnTo>
                    <a:pt x="41707" y="162512"/>
                  </a:lnTo>
                  <a:lnTo>
                    <a:pt x="41707" y="154454"/>
                  </a:lnTo>
                  <a:lnTo>
                    <a:pt x="34980" y="154454"/>
                  </a:lnTo>
                  <a:lnTo>
                    <a:pt x="28253" y="151768"/>
                  </a:lnTo>
                  <a:lnTo>
                    <a:pt x="24217" y="151768"/>
                  </a:lnTo>
                  <a:lnTo>
                    <a:pt x="18835" y="147739"/>
                  </a:lnTo>
                  <a:lnTo>
                    <a:pt x="13454" y="147739"/>
                  </a:lnTo>
                  <a:lnTo>
                    <a:pt x="4036" y="142366"/>
                  </a:lnTo>
                  <a:lnTo>
                    <a:pt x="1345" y="136994"/>
                  </a:lnTo>
                  <a:lnTo>
                    <a:pt x="4036" y="128935"/>
                  </a:lnTo>
                  <a:lnTo>
                    <a:pt x="8072" y="126249"/>
                  </a:lnTo>
                  <a:lnTo>
                    <a:pt x="8072" y="122220"/>
                  </a:lnTo>
                  <a:lnTo>
                    <a:pt x="9418" y="116848"/>
                  </a:lnTo>
                  <a:lnTo>
                    <a:pt x="13454" y="116848"/>
                  </a:lnTo>
                  <a:lnTo>
                    <a:pt x="16144" y="111475"/>
                  </a:lnTo>
                  <a:lnTo>
                    <a:pt x="16144" y="103417"/>
                  </a:lnTo>
                  <a:lnTo>
                    <a:pt x="17490" y="99388"/>
                  </a:lnTo>
                  <a:lnTo>
                    <a:pt x="21526" y="98045"/>
                  </a:lnTo>
                  <a:lnTo>
                    <a:pt x="22871" y="94015"/>
                  </a:lnTo>
                  <a:lnTo>
                    <a:pt x="29598" y="89986"/>
                  </a:lnTo>
                  <a:lnTo>
                    <a:pt x="33634" y="89986"/>
                  </a:lnTo>
                  <a:lnTo>
                    <a:pt x="34980" y="85957"/>
                  </a:lnTo>
                  <a:lnTo>
                    <a:pt x="33634" y="85957"/>
                  </a:lnTo>
                  <a:lnTo>
                    <a:pt x="30944" y="87300"/>
                  </a:lnTo>
                  <a:lnTo>
                    <a:pt x="30944" y="83271"/>
                  </a:lnTo>
                  <a:lnTo>
                    <a:pt x="34980" y="75212"/>
                  </a:lnTo>
                  <a:lnTo>
                    <a:pt x="39016" y="67154"/>
                  </a:lnTo>
                  <a:lnTo>
                    <a:pt x="41707" y="65811"/>
                  </a:lnTo>
                  <a:lnTo>
                    <a:pt x="45743" y="60438"/>
                  </a:lnTo>
                  <a:lnTo>
                    <a:pt x="48433" y="60438"/>
                  </a:lnTo>
                  <a:lnTo>
                    <a:pt x="51124" y="61782"/>
                  </a:lnTo>
                  <a:lnTo>
                    <a:pt x="53815" y="53723"/>
                  </a:lnTo>
                  <a:lnTo>
                    <a:pt x="55160" y="53723"/>
                  </a:lnTo>
                  <a:lnTo>
                    <a:pt x="57851" y="57752"/>
                  </a:lnTo>
                  <a:lnTo>
                    <a:pt x="60542" y="53723"/>
                  </a:lnTo>
                  <a:lnTo>
                    <a:pt x="57851" y="51037"/>
                  </a:lnTo>
                  <a:lnTo>
                    <a:pt x="64578" y="41635"/>
                  </a:lnTo>
                  <a:lnTo>
                    <a:pt x="68614" y="41635"/>
                  </a:lnTo>
                  <a:lnTo>
                    <a:pt x="68614" y="36263"/>
                  </a:lnTo>
                  <a:lnTo>
                    <a:pt x="72650" y="30891"/>
                  </a:lnTo>
                  <a:lnTo>
                    <a:pt x="78032" y="30891"/>
                  </a:lnTo>
                  <a:lnTo>
                    <a:pt x="80723" y="25518"/>
                  </a:lnTo>
                  <a:lnTo>
                    <a:pt x="84759" y="26862"/>
                  </a:lnTo>
                  <a:lnTo>
                    <a:pt x="87449" y="28205"/>
                  </a:lnTo>
                  <a:lnTo>
                    <a:pt x="86104" y="22832"/>
                  </a:lnTo>
                  <a:lnTo>
                    <a:pt x="87449" y="18803"/>
                  </a:lnTo>
                  <a:lnTo>
                    <a:pt x="96867" y="14774"/>
                  </a:lnTo>
                  <a:lnTo>
                    <a:pt x="104939" y="6715"/>
                  </a:lnTo>
                  <a:lnTo>
                    <a:pt x="119738" y="1343"/>
                  </a:lnTo>
                  <a:lnTo>
                    <a:pt x="129156" y="1343"/>
                  </a:lnTo>
                  <a:lnTo>
                    <a:pt x="133192" y="0"/>
                  </a:lnTo>
                  <a:lnTo>
                    <a:pt x="139919" y="1343"/>
                  </a:lnTo>
                  <a:lnTo>
                    <a:pt x="143955" y="0"/>
                  </a:lnTo>
                  <a:lnTo>
                    <a:pt x="146646" y="1343"/>
                  </a:lnTo>
                  <a:lnTo>
                    <a:pt x="154718" y="1343"/>
                  </a:lnTo>
                  <a:lnTo>
                    <a:pt x="160100" y="5372"/>
                  </a:lnTo>
                  <a:lnTo>
                    <a:pt x="170863" y="10745"/>
                  </a:lnTo>
                  <a:lnTo>
                    <a:pt x="172208" y="13431"/>
                  </a:lnTo>
                  <a:lnTo>
                    <a:pt x="170863" y="17460"/>
                  </a:lnTo>
                  <a:lnTo>
                    <a:pt x="164136" y="20146"/>
                  </a:lnTo>
                  <a:lnTo>
                    <a:pt x="156064" y="24175"/>
                  </a:lnTo>
                  <a:lnTo>
                    <a:pt x="150682" y="22832"/>
                  </a:lnTo>
                  <a:lnTo>
                    <a:pt x="147991" y="26862"/>
                  </a:lnTo>
                  <a:lnTo>
                    <a:pt x="143955" y="32234"/>
                  </a:lnTo>
                  <a:lnTo>
                    <a:pt x="138574" y="33577"/>
                  </a:lnTo>
                  <a:lnTo>
                    <a:pt x="129156" y="42978"/>
                  </a:lnTo>
                  <a:lnTo>
                    <a:pt x="119738" y="55066"/>
                  </a:lnTo>
                  <a:lnTo>
                    <a:pt x="111666" y="60438"/>
                  </a:lnTo>
                  <a:lnTo>
                    <a:pt x="108975" y="61782"/>
                  </a:lnTo>
                  <a:lnTo>
                    <a:pt x="103594" y="71183"/>
                  </a:lnTo>
                  <a:lnTo>
                    <a:pt x="102249" y="76555"/>
                  </a:lnTo>
                  <a:lnTo>
                    <a:pt x="104939" y="81928"/>
                  </a:lnTo>
                  <a:lnTo>
                    <a:pt x="107630" y="85957"/>
                  </a:lnTo>
                  <a:lnTo>
                    <a:pt x="107630" y="89986"/>
                  </a:lnTo>
                  <a:lnTo>
                    <a:pt x="103594" y="92672"/>
                  </a:lnTo>
                  <a:lnTo>
                    <a:pt x="99558" y="98045"/>
                  </a:lnTo>
                  <a:lnTo>
                    <a:pt x="95522" y="103417"/>
                  </a:lnTo>
                  <a:lnTo>
                    <a:pt x="94176" y="107446"/>
                  </a:lnTo>
                  <a:lnTo>
                    <a:pt x="91486" y="114162"/>
                  </a:lnTo>
                  <a:lnTo>
                    <a:pt x="88795" y="116848"/>
                  </a:lnTo>
                  <a:lnTo>
                    <a:pt x="88795" y="120877"/>
                  </a:lnTo>
                  <a:lnTo>
                    <a:pt x="91486" y="124906"/>
                  </a:lnTo>
                  <a:lnTo>
                    <a:pt x="91486" y="132965"/>
                  </a:lnTo>
                  <a:lnTo>
                    <a:pt x="94176" y="135651"/>
                  </a:lnTo>
                  <a:lnTo>
                    <a:pt x="94176" y="142366"/>
                  </a:lnTo>
                  <a:lnTo>
                    <a:pt x="98213" y="149082"/>
                  </a:lnTo>
                  <a:lnTo>
                    <a:pt x="99558" y="150425"/>
                  </a:lnTo>
                  <a:lnTo>
                    <a:pt x="104939" y="154454"/>
                  </a:lnTo>
                  <a:lnTo>
                    <a:pt x="104939" y="158483"/>
                  </a:lnTo>
                  <a:lnTo>
                    <a:pt x="102249" y="163855"/>
                  </a:lnTo>
                  <a:lnTo>
                    <a:pt x="100903" y="159826"/>
                  </a:lnTo>
                  <a:lnTo>
                    <a:pt x="98213" y="159826"/>
                  </a:lnTo>
                  <a:lnTo>
                    <a:pt x="98213" y="162512"/>
                  </a:lnTo>
                  <a:lnTo>
                    <a:pt x="94176" y="162512"/>
                  </a:lnTo>
                  <a:lnTo>
                    <a:pt x="91486" y="163855"/>
                  </a:lnTo>
                  <a:lnTo>
                    <a:pt x="88795" y="165198"/>
                  </a:lnTo>
                  <a:lnTo>
                    <a:pt x="90140" y="165198"/>
                  </a:lnTo>
                  <a:lnTo>
                    <a:pt x="94176" y="169228"/>
                  </a:lnTo>
                  <a:lnTo>
                    <a:pt x="96867" y="169228"/>
                  </a:lnTo>
                  <a:lnTo>
                    <a:pt x="98213" y="167885"/>
                  </a:lnTo>
                  <a:lnTo>
                    <a:pt x="99558" y="170571"/>
                  </a:lnTo>
                  <a:lnTo>
                    <a:pt x="95522" y="174600"/>
                  </a:lnTo>
                  <a:lnTo>
                    <a:pt x="94176" y="181315"/>
                  </a:lnTo>
                  <a:lnTo>
                    <a:pt x="94176" y="186688"/>
                  </a:lnTo>
                  <a:lnTo>
                    <a:pt x="92831" y="189374"/>
                  </a:lnTo>
                  <a:lnTo>
                    <a:pt x="99558" y="182659"/>
                  </a:lnTo>
                  <a:lnTo>
                    <a:pt x="99558" y="179972"/>
                  </a:lnTo>
                  <a:lnTo>
                    <a:pt x="104939" y="169228"/>
                  </a:lnTo>
                  <a:lnTo>
                    <a:pt x="107630" y="167885"/>
                  </a:lnTo>
                  <a:lnTo>
                    <a:pt x="108975" y="158483"/>
                  </a:lnTo>
                  <a:lnTo>
                    <a:pt x="110321" y="154454"/>
                  </a:lnTo>
                  <a:lnTo>
                    <a:pt x="115702" y="151768"/>
                  </a:lnTo>
                  <a:lnTo>
                    <a:pt x="115702" y="146395"/>
                  </a:lnTo>
                  <a:lnTo>
                    <a:pt x="113012" y="143709"/>
                  </a:lnTo>
                  <a:lnTo>
                    <a:pt x="114357" y="141023"/>
                  </a:lnTo>
                  <a:lnTo>
                    <a:pt x="111666" y="138337"/>
                  </a:lnTo>
                  <a:lnTo>
                    <a:pt x="107630" y="136994"/>
                  </a:lnTo>
                  <a:lnTo>
                    <a:pt x="107630" y="130278"/>
                  </a:lnTo>
                  <a:lnTo>
                    <a:pt x="106285" y="128935"/>
                  </a:lnTo>
                  <a:lnTo>
                    <a:pt x="106285" y="122220"/>
                  </a:lnTo>
                  <a:lnTo>
                    <a:pt x="103594" y="118191"/>
                  </a:lnTo>
                  <a:lnTo>
                    <a:pt x="103594" y="112818"/>
                  </a:lnTo>
                  <a:lnTo>
                    <a:pt x="104939" y="111475"/>
                  </a:lnTo>
                  <a:lnTo>
                    <a:pt x="107630" y="115505"/>
                  </a:lnTo>
                  <a:lnTo>
                    <a:pt x="108975" y="112818"/>
                  </a:lnTo>
                  <a:lnTo>
                    <a:pt x="114357" y="111475"/>
                  </a:lnTo>
                  <a:lnTo>
                    <a:pt x="117048" y="107446"/>
                  </a:lnTo>
                  <a:lnTo>
                    <a:pt x="115702" y="104760"/>
                  </a:lnTo>
                  <a:lnTo>
                    <a:pt x="118393" y="100731"/>
                  </a:lnTo>
                  <a:lnTo>
                    <a:pt x="122429" y="100731"/>
                  </a:lnTo>
                  <a:lnTo>
                    <a:pt x="126465" y="107446"/>
                  </a:lnTo>
                  <a:lnTo>
                    <a:pt x="125120" y="111475"/>
                  </a:lnTo>
                  <a:lnTo>
                    <a:pt x="127811" y="112818"/>
                  </a:lnTo>
                  <a:lnTo>
                    <a:pt x="130501" y="108789"/>
                  </a:lnTo>
                  <a:lnTo>
                    <a:pt x="130501" y="104760"/>
                  </a:lnTo>
                  <a:lnTo>
                    <a:pt x="134538" y="99388"/>
                  </a:lnTo>
                  <a:lnTo>
                    <a:pt x="137228" y="99388"/>
                  </a:lnTo>
                  <a:lnTo>
                    <a:pt x="137228" y="96702"/>
                  </a:lnTo>
                  <a:lnTo>
                    <a:pt x="138574" y="95358"/>
                  </a:lnTo>
                  <a:lnTo>
                    <a:pt x="143955" y="94015"/>
                  </a:lnTo>
                  <a:lnTo>
                    <a:pt x="142610" y="91329"/>
                  </a:lnTo>
                  <a:lnTo>
                    <a:pt x="138574" y="91329"/>
                  </a:lnTo>
                  <a:lnTo>
                    <a:pt x="130501" y="96702"/>
                  </a:lnTo>
                  <a:lnTo>
                    <a:pt x="126465" y="96702"/>
                  </a:lnTo>
                  <a:lnTo>
                    <a:pt x="125120" y="91329"/>
                  </a:lnTo>
                  <a:lnTo>
                    <a:pt x="122429" y="88643"/>
                  </a:lnTo>
                  <a:lnTo>
                    <a:pt x="122429" y="85957"/>
                  </a:lnTo>
                  <a:lnTo>
                    <a:pt x="127811" y="83271"/>
                  </a:lnTo>
                  <a:lnTo>
                    <a:pt x="125120" y="79242"/>
                  </a:lnTo>
                  <a:lnTo>
                    <a:pt x="126465" y="72526"/>
                  </a:lnTo>
                  <a:lnTo>
                    <a:pt x="130501" y="65811"/>
                  </a:lnTo>
                  <a:lnTo>
                    <a:pt x="130501" y="61782"/>
                  </a:lnTo>
                  <a:lnTo>
                    <a:pt x="134538" y="57752"/>
                  </a:lnTo>
                  <a:lnTo>
                    <a:pt x="141265" y="57752"/>
                  </a:lnTo>
                  <a:lnTo>
                    <a:pt x="145301" y="63125"/>
                  </a:lnTo>
                  <a:lnTo>
                    <a:pt x="145301" y="65811"/>
                  </a:lnTo>
                  <a:lnTo>
                    <a:pt x="153373" y="69840"/>
                  </a:lnTo>
                  <a:lnTo>
                    <a:pt x="156064" y="75212"/>
                  </a:lnTo>
                  <a:lnTo>
                    <a:pt x="161445" y="75212"/>
                  </a:lnTo>
                  <a:lnTo>
                    <a:pt x="157409" y="71183"/>
                  </a:lnTo>
                  <a:lnTo>
                    <a:pt x="156064" y="68497"/>
                  </a:lnTo>
                  <a:lnTo>
                    <a:pt x="149337" y="63125"/>
                  </a:lnTo>
                  <a:lnTo>
                    <a:pt x="147991" y="57752"/>
                  </a:lnTo>
                  <a:lnTo>
                    <a:pt x="146646" y="55066"/>
                  </a:lnTo>
                  <a:lnTo>
                    <a:pt x="141265" y="55066"/>
                  </a:lnTo>
                  <a:lnTo>
                    <a:pt x="138574" y="52380"/>
                  </a:lnTo>
                  <a:lnTo>
                    <a:pt x="139919" y="52380"/>
                  </a:lnTo>
                  <a:lnTo>
                    <a:pt x="149337" y="51037"/>
                  </a:lnTo>
                  <a:lnTo>
                    <a:pt x="150682" y="48351"/>
                  </a:lnTo>
                  <a:lnTo>
                    <a:pt x="152028" y="48351"/>
                  </a:lnTo>
                  <a:lnTo>
                    <a:pt x="161445" y="57752"/>
                  </a:lnTo>
                  <a:lnTo>
                    <a:pt x="168172" y="61782"/>
                  </a:lnTo>
                  <a:lnTo>
                    <a:pt x="169517" y="61782"/>
                  </a:lnTo>
                  <a:lnTo>
                    <a:pt x="164136" y="57752"/>
                  </a:lnTo>
                  <a:lnTo>
                    <a:pt x="158754" y="49694"/>
                  </a:lnTo>
                  <a:lnTo>
                    <a:pt x="153373" y="45665"/>
                  </a:lnTo>
                  <a:lnTo>
                    <a:pt x="153373" y="42978"/>
                  </a:lnTo>
                  <a:lnTo>
                    <a:pt x="154718" y="37606"/>
                  </a:lnTo>
                  <a:lnTo>
                    <a:pt x="162790" y="36263"/>
                  </a:lnTo>
                  <a:lnTo>
                    <a:pt x="165481" y="37606"/>
                  </a:lnTo>
                  <a:lnTo>
                    <a:pt x="164136" y="41635"/>
                  </a:lnTo>
                  <a:lnTo>
                    <a:pt x="165481" y="45665"/>
                  </a:lnTo>
                  <a:lnTo>
                    <a:pt x="166827" y="42978"/>
                  </a:lnTo>
                  <a:lnTo>
                    <a:pt x="166827" y="40292"/>
                  </a:lnTo>
                  <a:lnTo>
                    <a:pt x="170863" y="36263"/>
                  </a:lnTo>
                  <a:lnTo>
                    <a:pt x="176244" y="36263"/>
                  </a:lnTo>
                  <a:lnTo>
                    <a:pt x="178935" y="41635"/>
                  </a:lnTo>
                  <a:lnTo>
                    <a:pt x="181626" y="44322"/>
                  </a:lnTo>
                  <a:lnTo>
                    <a:pt x="182971" y="49694"/>
                  </a:lnTo>
                  <a:lnTo>
                    <a:pt x="185662" y="47008"/>
                  </a:lnTo>
                  <a:lnTo>
                    <a:pt x="185662" y="42978"/>
                  </a:lnTo>
                  <a:lnTo>
                    <a:pt x="180280" y="37606"/>
                  </a:lnTo>
                  <a:lnTo>
                    <a:pt x="181626" y="34920"/>
                  </a:lnTo>
                  <a:lnTo>
                    <a:pt x="195080" y="32234"/>
                  </a:lnTo>
                  <a:lnTo>
                    <a:pt x="203152" y="28205"/>
                  </a:lnTo>
                  <a:lnTo>
                    <a:pt x="208533" y="28205"/>
                  </a:lnTo>
                  <a:lnTo>
                    <a:pt x="215260" y="24175"/>
                  </a:lnTo>
                  <a:lnTo>
                    <a:pt x="221987" y="26862"/>
                  </a:lnTo>
                  <a:lnTo>
                    <a:pt x="230059" y="26862"/>
                  </a:lnTo>
                  <a:lnTo>
                    <a:pt x="238132" y="28205"/>
                  </a:lnTo>
                  <a:lnTo>
                    <a:pt x="239477" y="32234"/>
                  </a:lnTo>
                  <a:lnTo>
                    <a:pt x="238132" y="33577"/>
                  </a:lnTo>
                  <a:lnTo>
                    <a:pt x="236786" y="45665"/>
                  </a:lnTo>
                  <a:lnTo>
                    <a:pt x="235441" y="48351"/>
                  </a:lnTo>
                  <a:lnTo>
                    <a:pt x="231405" y="52380"/>
                  </a:lnTo>
                  <a:lnTo>
                    <a:pt x="228714" y="57752"/>
                  </a:lnTo>
                  <a:lnTo>
                    <a:pt x="230059" y="60438"/>
                  </a:lnTo>
                  <a:lnTo>
                    <a:pt x="234095" y="63125"/>
                  </a:lnTo>
                  <a:lnTo>
                    <a:pt x="236786" y="67154"/>
                  </a:lnTo>
                  <a:lnTo>
                    <a:pt x="235441" y="69840"/>
                  </a:lnTo>
                  <a:lnTo>
                    <a:pt x="228714" y="77898"/>
                  </a:lnTo>
                  <a:lnTo>
                    <a:pt x="227369" y="80585"/>
                  </a:lnTo>
                  <a:lnTo>
                    <a:pt x="226023" y="85957"/>
                  </a:lnTo>
                  <a:lnTo>
                    <a:pt x="230059" y="89986"/>
                  </a:lnTo>
                  <a:lnTo>
                    <a:pt x="230059" y="92672"/>
                  </a:lnTo>
                  <a:lnTo>
                    <a:pt x="227369" y="98045"/>
                  </a:lnTo>
                  <a:lnTo>
                    <a:pt x="223332" y="98045"/>
                  </a:lnTo>
                  <a:lnTo>
                    <a:pt x="219296" y="102074"/>
                  </a:lnTo>
                  <a:lnTo>
                    <a:pt x="215260" y="103417"/>
                  </a:lnTo>
                  <a:lnTo>
                    <a:pt x="211224" y="107446"/>
                  </a:lnTo>
                  <a:lnTo>
                    <a:pt x="208533" y="111475"/>
                  </a:lnTo>
                  <a:lnTo>
                    <a:pt x="204497" y="115505"/>
                  </a:lnTo>
                  <a:lnTo>
                    <a:pt x="208533" y="115505"/>
                  </a:lnTo>
                  <a:lnTo>
                    <a:pt x="213915" y="110132"/>
                  </a:lnTo>
                  <a:lnTo>
                    <a:pt x="220642" y="104760"/>
                  </a:lnTo>
                  <a:lnTo>
                    <a:pt x="223332" y="104760"/>
                  </a:lnTo>
                  <a:lnTo>
                    <a:pt x="224678" y="104760"/>
                  </a:lnTo>
                  <a:lnTo>
                    <a:pt x="221987" y="107446"/>
                  </a:lnTo>
                  <a:lnTo>
                    <a:pt x="220642" y="111475"/>
                  </a:lnTo>
                  <a:lnTo>
                    <a:pt x="213915" y="118191"/>
                  </a:lnTo>
                  <a:lnTo>
                    <a:pt x="208533" y="120877"/>
                  </a:lnTo>
                  <a:lnTo>
                    <a:pt x="208533" y="122220"/>
                  </a:lnTo>
                  <a:lnTo>
                    <a:pt x="208533" y="124906"/>
                  </a:lnTo>
                  <a:lnTo>
                    <a:pt x="207188" y="127592"/>
                  </a:lnTo>
                  <a:lnTo>
                    <a:pt x="205843" y="126249"/>
                  </a:lnTo>
                  <a:lnTo>
                    <a:pt x="201806" y="126249"/>
                  </a:lnTo>
                  <a:lnTo>
                    <a:pt x="201806" y="128935"/>
                  </a:lnTo>
                  <a:lnTo>
                    <a:pt x="204497" y="130278"/>
                  </a:lnTo>
                  <a:lnTo>
                    <a:pt x="205843" y="131622"/>
                  </a:lnTo>
                  <a:lnTo>
                    <a:pt x="205843" y="135651"/>
                  </a:lnTo>
                  <a:lnTo>
                    <a:pt x="201806" y="138337"/>
                  </a:lnTo>
                  <a:lnTo>
                    <a:pt x="205843" y="138337"/>
                  </a:lnTo>
                  <a:lnTo>
                    <a:pt x="208533" y="135651"/>
                  </a:lnTo>
                  <a:lnTo>
                    <a:pt x="212570" y="134308"/>
                  </a:lnTo>
                  <a:lnTo>
                    <a:pt x="215260" y="130278"/>
                  </a:lnTo>
                  <a:lnTo>
                    <a:pt x="215260" y="126249"/>
                  </a:lnTo>
                  <a:lnTo>
                    <a:pt x="220642" y="124906"/>
                  </a:lnTo>
                  <a:lnTo>
                    <a:pt x="221987" y="119534"/>
                  </a:lnTo>
                  <a:lnTo>
                    <a:pt x="223332" y="120877"/>
                  </a:lnTo>
                  <a:lnTo>
                    <a:pt x="223332" y="127592"/>
                  </a:lnTo>
                  <a:lnTo>
                    <a:pt x="226023" y="130278"/>
                  </a:lnTo>
                  <a:lnTo>
                    <a:pt x="226023" y="123563"/>
                  </a:lnTo>
                  <a:lnTo>
                    <a:pt x="224678" y="118191"/>
                  </a:lnTo>
                  <a:lnTo>
                    <a:pt x="226023" y="115505"/>
                  </a:lnTo>
                  <a:lnTo>
                    <a:pt x="228714" y="112818"/>
                  </a:lnTo>
                  <a:lnTo>
                    <a:pt x="232750" y="114162"/>
                  </a:lnTo>
                  <a:lnTo>
                    <a:pt x="232750" y="120877"/>
                  </a:lnTo>
                  <a:lnTo>
                    <a:pt x="234095" y="123563"/>
                  </a:lnTo>
                  <a:lnTo>
                    <a:pt x="236786" y="120877"/>
                  </a:lnTo>
                  <a:lnTo>
                    <a:pt x="242168" y="115505"/>
                  </a:lnTo>
                  <a:lnTo>
                    <a:pt x="243513" y="119534"/>
                  </a:lnTo>
                  <a:lnTo>
                    <a:pt x="247549" y="123563"/>
                  </a:lnTo>
                  <a:lnTo>
                    <a:pt x="246204" y="127592"/>
                  </a:lnTo>
                  <a:lnTo>
                    <a:pt x="239477" y="135651"/>
                  </a:lnTo>
                  <a:lnTo>
                    <a:pt x="234095" y="139680"/>
                  </a:lnTo>
                  <a:lnTo>
                    <a:pt x="231405" y="143709"/>
                  </a:lnTo>
                  <a:lnTo>
                    <a:pt x="236786" y="145052"/>
                  </a:lnTo>
                  <a:lnTo>
                    <a:pt x="240822" y="147739"/>
                  </a:lnTo>
                  <a:lnTo>
                    <a:pt x="244859" y="145052"/>
                  </a:lnTo>
                  <a:lnTo>
                    <a:pt x="242168" y="141023"/>
                  </a:lnTo>
                  <a:lnTo>
                    <a:pt x="243513" y="136994"/>
                  </a:lnTo>
                  <a:lnTo>
                    <a:pt x="247549" y="131622"/>
                  </a:lnTo>
                  <a:lnTo>
                    <a:pt x="251585" y="138337"/>
                  </a:lnTo>
                  <a:lnTo>
                    <a:pt x="251585" y="142366"/>
                  </a:lnTo>
                  <a:lnTo>
                    <a:pt x="252931" y="139680"/>
                  </a:lnTo>
                  <a:lnTo>
                    <a:pt x="252931" y="132965"/>
                  </a:lnTo>
                  <a:lnTo>
                    <a:pt x="250240" y="127592"/>
                  </a:lnTo>
                  <a:lnTo>
                    <a:pt x="250240" y="118191"/>
                  </a:lnTo>
                  <a:lnTo>
                    <a:pt x="251585" y="118191"/>
                  </a:lnTo>
                  <a:lnTo>
                    <a:pt x="256967" y="119534"/>
                  </a:lnTo>
                  <a:lnTo>
                    <a:pt x="255622" y="124906"/>
                  </a:lnTo>
                  <a:lnTo>
                    <a:pt x="254276" y="128935"/>
                  </a:lnTo>
                  <a:lnTo>
                    <a:pt x="256967" y="127592"/>
                  </a:lnTo>
                  <a:lnTo>
                    <a:pt x="261003" y="126249"/>
                  </a:lnTo>
                  <a:lnTo>
                    <a:pt x="269075" y="134308"/>
                  </a:lnTo>
                  <a:lnTo>
                    <a:pt x="269075" y="138337"/>
                  </a:lnTo>
                  <a:lnTo>
                    <a:pt x="275802" y="138337"/>
                  </a:lnTo>
                  <a:lnTo>
                    <a:pt x="279838" y="141023"/>
                  </a:lnTo>
                  <a:lnTo>
                    <a:pt x="281184" y="141023"/>
                  </a:lnTo>
                  <a:lnTo>
                    <a:pt x="279838" y="135651"/>
                  </a:lnTo>
                  <a:lnTo>
                    <a:pt x="275802" y="134308"/>
                  </a:lnTo>
                  <a:lnTo>
                    <a:pt x="274457" y="131622"/>
                  </a:lnTo>
                  <a:lnTo>
                    <a:pt x="265039" y="123563"/>
                  </a:lnTo>
                  <a:lnTo>
                    <a:pt x="261003" y="122220"/>
                  </a:lnTo>
                  <a:lnTo>
                    <a:pt x="259658" y="119534"/>
                  </a:lnTo>
                  <a:lnTo>
                    <a:pt x="265039" y="112818"/>
                  </a:lnTo>
                  <a:lnTo>
                    <a:pt x="270421" y="112818"/>
                  </a:lnTo>
                  <a:lnTo>
                    <a:pt x="275802" y="107446"/>
                  </a:lnTo>
                  <a:lnTo>
                    <a:pt x="282529" y="106103"/>
                  </a:lnTo>
                  <a:lnTo>
                    <a:pt x="289256" y="107446"/>
                  </a:lnTo>
                  <a:lnTo>
                    <a:pt x="291947" y="108789"/>
                  </a:lnTo>
                  <a:lnTo>
                    <a:pt x="294637" y="108789"/>
                  </a:lnTo>
                  <a:lnTo>
                    <a:pt x="301364" y="112818"/>
                  </a:lnTo>
                  <a:lnTo>
                    <a:pt x="301364" y="115505"/>
                  </a:lnTo>
                  <a:lnTo>
                    <a:pt x="305400" y="119534"/>
                  </a:lnTo>
                  <a:lnTo>
                    <a:pt x="309437" y="120877"/>
                  </a:lnTo>
                  <a:lnTo>
                    <a:pt x="309437" y="124906"/>
                  </a:lnTo>
                  <a:lnTo>
                    <a:pt x="312127" y="124906"/>
                  </a:lnTo>
                  <a:lnTo>
                    <a:pt x="313473" y="122220"/>
                  </a:lnTo>
                  <a:lnTo>
                    <a:pt x="317509" y="123563"/>
                  </a:lnTo>
                  <a:lnTo>
                    <a:pt x="318854" y="127592"/>
                  </a:lnTo>
                  <a:lnTo>
                    <a:pt x="324236" y="130278"/>
                  </a:lnTo>
                  <a:lnTo>
                    <a:pt x="324236" y="132965"/>
                  </a:lnTo>
                  <a:lnTo>
                    <a:pt x="324236" y="136994"/>
                  </a:lnTo>
                  <a:lnTo>
                    <a:pt x="325581" y="139680"/>
                  </a:lnTo>
                  <a:lnTo>
                    <a:pt x="326927" y="142366"/>
                  </a:lnTo>
                  <a:lnTo>
                    <a:pt x="321545" y="147739"/>
                  </a:lnTo>
                  <a:lnTo>
                    <a:pt x="317509" y="147739"/>
                  </a:lnTo>
                  <a:lnTo>
                    <a:pt x="313473" y="146395"/>
                  </a:lnTo>
                  <a:lnTo>
                    <a:pt x="305400" y="147739"/>
                  </a:lnTo>
                  <a:lnTo>
                    <a:pt x="297328" y="155797"/>
                  </a:lnTo>
                  <a:lnTo>
                    <a:pt x="306746" y="149082"/>
                  </a:lnTo>
                  <a:lnTo>
                    <a:pt x="314818" y="149082"/>
                  </a:lnTo>
                  <a:lnTo>
                    <a:pt x="317509" y="151768"/>
                  </a:lnTo>
                  <a:lnTo>
                    <a:pt x="313473" y="155797"/>
                  </a:lnTo>
                  <a:lnTo>
                    <a:pt x="308091" y="158483"/>
                  </a:lnTo>
                  <a:lnTo>
                    <a:pt x="301364" y="166542"/>
                  </a:lnTo>
                  <a:lnTo>
                    <a:pt x="297328" y="170571"/>
                  </a:lnTo>
                  <a:lnTo>
                    <a:pt x="294637" y="170571"/>
                  </a:lnTo>
                  <a:lnTo>
                    <a:pt x="294637" y="174600"/>
                  </a:lnTo>
                  <a:lnTo>
                    <a:pt x="297328" y="174600"/>
                  </a:lnTo>
                  <a:lnTo>
                    <a:pt x="306746" y="165198"/>
                  </a:lnTo>
                  <a:lnTo>
                    <a:pt x="310782" y="159826"/>
                  </a:lnTo>
                  <a:lnTo>
                    <a:pt x="317509" y="157140"/>
                  </a:lnTo>
                  <a:lnTo>
                    <a:pt x="322890" y="151768"/>
                  </a:lnTo>
                  <a:lnTo>
                    <a:pt x="326927" y="153111"/>
                  </a:lnTo>
                  <a:lnTo>
                    <a:pt x="329617" y="155797"/>
                  </a:lnTo>
                  <a:lnTo>
                    <a:pt x="333653" y="155797"/>
                  </a:lnTo>
                  <a:lnTo>
                    <a:pt x="333653" y="159826"/>
                  </a:lnTo>
                  <a:lnTo>
                    <a:pt x="330963" y="163855"/>
                  </a:lnTo>
                  <a:lnTo>
                    <a:pt x="330963" y="167885"/>
                  </a:lnTo>
                  <a:lnTo>
                    <a:pt x="325581" y="169228"/>
                  </a:lnTo>
                  <a:lnTo>
                    <a:pt x="322890" y="174600"/>
                  </a:lnTo>
                  <a:lnTo>
                    <a:pt x="317509" y="174600"/>
                  </a:lnTo>
                  <a:lnTo>
                    <a:pt x="316164" y="173257"/>
                  </a:lnTo>
                  <a:lnTo>
                    <a:pt x="310782" y="173257"/>
                  </a:lnTo>
                  <a:lnTo>
                    <a:pt x="308091" y="175943"/>
                  </a:lnTo>
                  <a:lnTo>
                    <a:pt x="313473" y="175943"/>
                  </a:lnTo>
                  <a:lnTo>
                    <a:pt x="314818" y="178629"/>
                  </a:lnTo>
                  <a:lnTo>
                    <a:pt x="305400" y="184002"/>
                  </a:lnTo>
                  <a:lnTo>
                    <a:pt x="309437" y="185345"/>
                  </a:lnTo>
                  <a:lnTo>
                    <a:pt x="312127" y="181315"/>
                  </a:lnTo>
                  <a:lnTo>
                    <a:pt x="317509" y="179972"/>
                  </a:lnTo>
                  <a:lnTo>
                    <a:pt x="320200" y="178629"/>
                  </a:lnTo>
                  <a:lnTo>
                    <a:pt x="321545" y="181315"/>
                  </a:lnTo>
                  <a:lnTo>
                    <a:pt x="318854" y="184002"/>
                  </a:lnTo>
                  <a:lnTo>
                    <a:pt x="313473" y="185345"/>
                  </a:lnTo>
                  <a:lnTo>
                    <a:pt x="309437" y="189374"/>
                  </a:lnTo>
                  <a:lnTo>
                    <a:pt x="313473" y="188031"/>
                  </a:lnTo>
                  <a:lnTo>
                    <a:pt x="314818" y="189374"/>
                  </a:lnTo>
                  <a:lnTo>
                    <a:pt x="310782" y="193403"/>
                  </a:lnTo>
                  <a:lnTo>
                    <a:pt x="306746" y="198775"/>
                  </a:lnTo>
                  <a:lnTo>
                    <a:pt x="302710" y="201462"/>
                  </a:lnTo>
                  <a:lnTo>
                    <a:pt x="305400" y="202805"/>
                  </a:lnTo>
                  <a:lnTo>
                    <a:pt x="312127" y="198775"/>
                  </a:lnTo>
                  <a:lnTo>
                    <a:pt x="316164" y="190717"/>
                  </a:lnTo>
                  <a:lnTo>
                    <a:pt x="318854" y="186688"/>
                  </a:lnTo>
                  <a:lnTo>
                    <a:pt x="326927" y="179972"/>
                  </a:lnTo>
                  <a:lnTo>
                    <a:pt x="328272" y="182659"/>
                  </a:lnTo>
                  <a:lnTo>
                    <a:pt x="328272" y="185345"/>
                  </a:lnTo>
                  <a:lnTo>
                    <a:pt x="332308" y="182659"/>
                  </a:lnTo>
                  <a:lnTo>
                    <a:pt x="333653" y="178629"/>
                  </a:lnTo>
                  <a:lnTo>
                    <a:pt x="340380" y="174600"/>
                  </a:lnTo>
                  <a:lnTo>
                    <a:pt x="343071" y="175943"/>
                  </a:lnTo>
                  <a:lnTo>
                    <a:pt x="343071" y="178629"/>
                  </a:lnTo>
                  <a:lnTo>
                    <a:pt x="334999" y="185345"/>
                  </a:lnTo>
                  <a:lnTo>
                    <a:pt x="325581" y="190717"/>
                  </a:lnTo>
                  <a:lnTo>
                    <a:pt x="322890" y="192060"/>
                  </a:lnTo>
                  <a:lnTo>
                    <a:pt x="322890" y="194746"/>
                  </a:lnTo>
                  <a:lnTo>
                    <a:pt x="324236" y="196089"/>
                  </a:lnTo>
                  <a:lnTo>
                    <a:pt x="322890" y="200118"/>
                  </a:lnTo>
                  <a:lnTo>
                    <a:pt x="321545" y="204148"/>
                  </a:lnTo>
                  <a:lnTo>
                    <a:pt x="322890" y="205491"/>
                  </a:lnTo>
                  <a:lnTo>
                    <a:pt x="325581" y="201462"/>
                  </a:lnTo>
                  <a:lnTo>
                    <a:pt x="326927" y="196089"/>
                  </a:lnTo>
                  <a:lnTo>
                    <a:pt x="333653" y="190717"/>
                  </a:lnTo>
                  <a:lnTo>
                    <a:pt x="339035" y="188031"/>
                  </a:lnTo>
                  <a:lnTo>
                    <a:pt x="339035" y="190717"/>
                  </a:lnTo>
                  <a:lnTo>
                    <a:pt x="340380" y="193403"/>
                  </a:lnTo>
                  <a:lnTo>
                    <a:pt x="337689" y="197432"/>
                  </a:lnTo>
                  <a:lnTo>
                    <a:pt x="330963" y="202805"/>
                  </a:lnTo>
                  <a:lnTo>
                    <a:pt x="329617" y="206834"/>
                  </a:lnTo>
                  <a:lnTo>
                    <a:pt x="325581" y="213549"/>
                  </a:lnTo>
                  <a:lnTo>
                    <a:pt x="322890" y="214892"/>
                  </a:lnTo>
                  <a:lnTo>
                    <a:pt x="324236" y="216235"/>
                  </a:lnTo>
                  <a:lnTo>
                    <a:pt x="328272" y="214892"/>
                  </a:lnTo>
                  <a:lnTo>
                    <a:pt x="330963" y="212206"/>
                  </a:lnTo>
                  <a:lnTo>
                    <a:pt x="336344" y="202805"/>
                  </a:lnTo>
                  <a:lnTo>
                    <a:pt x="340380" y="201462"/>
                  </a:lnTo>
                  <a:lnTo>
                    <a:pt x="343071" y="204148"/>
                  </a:lnTo>
                  <a:lnTo>
                    <a:pt x="344416" y="205491"/>
                  </a:lnTo>
                  <a:lnTo>
                    <a:pt x="344416" y="208177"/>
                  </a:lnTo>
                  <a:lnTo>
                    <a:pt x="340380" y="209520"/>
                  </a:lnTo>
                  <a:lnTo>
                    <a:pt x="336344" y="216235"/>
                  </a:lnTo>
                  <a:lnTo>
                    <a:pt x="334999" y="222951"/>
                  </a:lnTo>
                  <a:lnTo>
                    <a:pt x="336344" y="222951"/>
                  </a:lnTo>
                  <a:lnTo>
                    <a:pt x="339035" y="220265"/>
                  </a:lnTo>
                  <a:lnTo>
                    <a:pt x="339035" y="216235"/>
                  </a:lnTo>
                  <a:lnTo>
                    <a:pt x="343071" y="210863"/>
                  </a:lnTo>
                  <a:lnTo>
                    <a:pt x="348452" y="208177"/>
                  </a:lnTo>
                  <a:lnTo>
                    <a:pt x="348452" y="204148"/>
                  </a:lnTo>
                  <a:lnTo>
                    <a:pt x="349798" y="200118"/>
                  </a:lnTo>
                  <a:lnTo>
                    <a:pt x="353834" y="197432"/>
                  </a:lnTo>
                  <a:lnTo>
                    <a:pt x="355179" y="193403"/>
                  </a:lnTo>
                  <a:lnTo>
                    <a:pt x="356525" y="190717"/>
                  </a:lnTo>
                  <a:lnTo>
                    <a:pt x="359216" y="190717"/>
                  </a:lnTo>
                  <a:lnTo>
                    <a:pt x="360561" y="186688"/>
                  </a:lnTo>
                  <a:lnTo>
                    <a:pt x="361906" y="182659"/>
                  </a:lnTo>
                  <a:lnTo>
                    <a:pt x="363252" y="181315"/>
                  </a:lnTo>
                  <a:lnTo>
                    <a:pt x="367288" y="189374"/>
                  </a:lnTo>
                  <a:lnTo>
                    <a:pt x="371324" y="192060"/>
                  </a:lnTo>
                  <a:lnTo>
                    <a:pt x="375360" y="196089"/>
                  </a:lnTo>
                  <a:lnTo>
                    <a:pt x="376705" y="201462"/>
                  </a:lnTo>
                  <a:lnTo>
                    <a:pt x="378051" y="206834"/>
                  </a:lnTo>
                  <a:lnTo>
                    <a:pt x="382087" y="212206"/>
                  </a:lnTo>
                  <a:lnTo>
                    <a:pt x="382087" y="213549"/>
                  </a:lnTo>
                  <a:lnTo>
                    <a:pt x="379396" y="217578"/>
                  </a:lnTo>
                  <a:lnTo>
                    <a:pt x="374015" y="222951"/>
                  </a:lnTo>
                  <a:lnTo>
                    <a:pt x="371324" y="222951"/>
                  </a:lnTo>
                  <a:lnTo>
                    <a:pt x="367288" y="220265"/>
                  </a:lnTo>
                  <a:lnTo>
                    <a:pt x="363252" y="217578"/>
                  </a:lnTo>
                  <a:lnTo>
                    <a:pt x="360561" y="217578"/>
                  </a:lnTo>
                  <a:lnTo>
                    <a:pt x="359216" y="218922"/>
                  </a:lnTo>
                  <a:lnTo>
                    <a:pt x="355179" y="220265"/>
                  </a:lnTo>
                  <a:lnTo>
                    <a:pt x="353834" y="225637"/>
                  </a:lnTo>
                  <a:lnTo>
                    <a:pt x="349798" y="226980"/>
                  </a:lnTo>
                  <a:lnTo>
                    <a:pt x="347107" y="226980"/>
                  </a:lnTo>
                  <a:lnTo>
                    <a:pt x="344416" y="231009"/>
                  </a:lnTo>
                  <a:lnTo>
                    <a:pt x="349798" y="229666"/>
                  </a:lnTo>
                  <a:lnTo>
                    <a:pt x="352489" y="229666"/>
                  </a:lnTo>
                  <a:lnTo>
                    <a:pt x="353834" y="232352"/>
                  </a:lnTo>
                  <a:lnTo>
                    <a:pt x="349798" y="237725"/>
                  </a:lnTo>
                  <a:lnTo>
                    <a:pt x="344416" y="239068"/>
                  </a:lnTo>
                  <a:lnTo>
                    <a:pt x="340380" y="241754"/>
                  </a:lnTo>
                  <a:lnTo>
                    <a:pt x="347107" y="241754"/>
                  </a:lnTo>
                  <a:lnTo>
                    <a:pt x="351143" y="239068"/>
                  </a:lnTo>
                  <a:lnTo>
                    <a:pt x="356525" y="237725"/>
                  </a:lnTo>
                  <a:lnTo>
                    <a:pt x="360561" y="239068"/>
                  </a:lnTo>
                  <a:lnTo>
                    <a:pt x="364597" y="235039"/>
                  </a:lnTo>
                  <a:lnTo>
                    <a:pt x="369979" y="235039"/>
                  </a:lnTo>
                  <a:lnTo>
                    <a:pt x="372669" y="237725"/>
                  </a:lnTo>
                  <a:lnTo>
                    <a:pt x="374015" y="240411"/>
                  </a:lnTo>
                  <a:lnTo>
                    <a:pt x="372669" y="241754"/>
                  </a:lnTo>
                  <a:lnTo>
                    <a:pt x="374015" y="240411"/>
                  </a:lnTo>
                  <a:lnTo>
                    <a:pt x="375360" y="235039"/>
                  </a:lnTo>
                  <a:lnTo>
                    <a:pt x="375360" y="231009"/>
                  </a:lnTo>
                  <a:lnTo>
                    <a:pt x="378051" y="226980"/>
                  </a:lnTo>
                  <a:lnTo>
                    <a:pt x="386123" y="222951"/>
                  </a:lnTo>
                  <a:lnTo>
                    <a:pt x="387469" y="224294"/>
                  </a:lnTo>
                  <a:lnTo>
                    <a:pt x="386123" y="228323"/>
                  </a:lnTo>
                  <a:lnTo>
                    <a:pt x="387469" y="232352"/>
                  </a:lnTo>
                  <a:lnTo>
                    <a:pt x="386123" y="236382"/>
                  </a:lnTo>
                  <a:lnTo>
                    <a:pt x="380742" y="243097"/>
                  </a:lnTo>
                  <a:lnTo>
                    <a:pt x="375360" y="244440"/>
                  </a:lnTo>
                  <a:lnTo>
                    <a:pt x="372669" y="248469"/>
                  </a:lnTo>
                  <a:lnTo>
                    <a:pt x="371324" y="249812"/>
                  </a:lnTo>
                  <a:lnTo>
                    <a:pt x="365942" y="249812"/>
                  </a:lnTo>
                  <a:lnTo>
                    <a:pt x="363252" y="248469"/>
                  </a:lnTo>
                  <a:lnTo>
                    <a:pt x="360561" y="248469"/>
                  </a:lnTo>
                  <a:lnTo>
                    <a:pt x="357870" y="252498"/>
                  </a:lnTo>
                  <a:lnTo>
                    <a:pt x="357870" y="255185"/>
                  </a:lnTo>
                  <a:lnTo>
                    <a:pt x="352489" y="260557"/>
                  </a:lnTo>
                  <a:lnTo>
                    <a:pt x="351143" y="263243"/>
                  </a:lnTo>
                  <a:lnTo>
                    <a:pt x="351143" y="265929"/>
                  </a:lnTo>
                  <a:lnTo>
                    <a:pt x="352489" y="265929"/>
                  </a:lnTo>
                  <a:lnTo>
                    <a:pt x="359216" y="259214"/>
                  </a:lnTo>
                  <a:lnTo>
                    <a:pt x="363252" y="252498"/>
                  </a:lnTo>
                  <a:lnTo>
                    <a:pt x="365942" y="251155"/>
                  </a:lnTo>
                  <a:lnTo>
                    <a:pt x="367288" y="252498"/>
                  </a:lnTo>
                  <a:lnTo>
                    <a:pt x="368633" y="253842"/>
                  </a:lnTo>
                  <a:lnTo>
                    <a:pt x="368633" y="255185"/>
                  </a:lnTo>
                  <a:lnTo>
                    <a:pt x="367288" y="257871"/>
                  </a:lnTo>
                  <a:lnTo>
                    <a:pt x="364597" y="263243"/>
                  </a:lnTo>
                  <a:lnTo>
                    <a:pt x="357870" y="269959"/>
                  </a:lnTo>
                  <a:lnTo>
                    <a:pt x="353834" y="273988"/>
                  </a:lnTo>
                  <a:lnTo>
                    <a:pt x="353834" y="275331"/>
                  </a:lnTo>
                  <a:lnTo>
                    <a:pt x="361906" y="271302"/>
                  </a:lnTo>
                  <a:lnTo>
                    <a:pt x="369979" y="260557"/>
                  </a:lnTo>
                  <a:lnTo>
                    <a:pt x="374015" y="253842"/>
                  </a:lnTo>
                  <a:lnTo>
                    <a:pt x="375360" y="249812"/>
                  </a:lnTo>
                  <a:lnTo>
                    <a:pt x="376705" y="247126"/>
                  </a:lnTo>
                  <a:lnTo>
                    <a:pt x="379396" y="247126"/>
                  </a:lnTo>
                  <a:lnTo>
                    <a:pt x="387469" y="241754"/>
                  </a:lnTo>
                  <a:lnTo>
                    <a:pt x="394195" y="239068"/>
                  </a:lnTo>
                  <a:lnTo>
                    <a:pt x="396886" y="237725"/>
                  </a:lnTo>
                  <a:lnTo>
                    <a:pt x="398231" y="240411"/>
                  </a:lnTo>
                  <a:lnTo>
                    <a:pt x="395541" y="243097"/>
                  </a:lnTo>
                  <a:lnTo>
                    <a:pt x="390159" y="248469"/>
                  </a:lnTo>
                  <a:lnTo>
                    <a:pt x="384778" y="248469"/>
                  </a:lnTo>
                  <a:lnTo>
                    <a:pt x="382087" y="251155"/>
                  </a:lnTo>
                  <a:lnTo>
                    <a:pt x="382087" y="255185"/>
                  </a:lnTo>
                  <a:lnTo>
                    <a:pt x="383432" y="256528"/>
                  </a:lnTo>
                  <a:lnTo>
                    <a:pt x="386123" y="252498"/>
                  </a:lnTo>
                  <a:lnTo>
                    <a:pt x="391504" y="252498"/>
                  </a:lnTo>
                  <a:lnTo>
                    <a:pt x="395541" y="248469"/>
                  </a:lnTo>
                  <a:lnTo>
                    <a:pt x="399577" y="247126"/>
                  </a:lnTo>
                  <a:lnTo>
                    <a:pt x="402268" y="244440"/>
                  </a:lnTo>
                  <a:lnTo>
                    <a:pt x="406304" y="243097"/>
                  </a:lnTo>
                  <a:lnTo>
                    <a:pt x="408994" y="243097"/>
                  </a:lnTo>
                  <a:lnTo>
                    <a:pt x="411685" y="247126"/>
                  </a:lnTo>
                  <a:lnTo>
                    <a:pt x="417067" y="253842"/>
                  </a:lnTo>
                  <a:lnTo>
                    <a:pt x="419757" y="257871"/>
                  </a:lnTo>
                  <a:lnTo>
                    <a:pt x="423794" y="260557"/>
                  </a:lnTo>
                  <a:lnTo>
                    <a:pt x="425139" y="263243"/>
                  </a:lnTo>
                  <a:lnTo>
                    <a:pt x="423794" y="267272"/>
                  </a:lnTo>
                  <a:lnTo>
                    <a:pt x="419757" y="272645"/>
                  </a:lnTo>
                  <a:lnTo>
                    <a:pt x="417067" y="271302"/>
                  </a:lnTo>
                  <a:lnTo>
                    <a:pt x="417067" y="265929"/>
                  </a:lnTo>
                  <a:lnTo>
                    <a:pt x="414376" y="267272"/>
                  </a:lnTo>
                  <a:lnTo>
                    <a:pt x="413031" y="269959"/>
                  </a:lnTo>
                  <a:lnTo>
                    <a:pt x="411685" y="272645"/>
                  </a:lnTo>
                  <a:lnTo>
                    <a:pt x="407649" y="275331"/>
                  </a:lnTo>
                  <a:lnTo>
                    <a:pt x="399577" y="275331"/>
                  </a:lnTo>
                  <a:lnTo>
                    <a:pt x="395541" y="278017"/>
                  </a:lnTo>
                  <a:lnTo>
                    <a:pt x="391504" y="276674"/>
                  </a:lnTo>
                  <a:lnTo>
                    <a:pt x="383432" y="282046"/>
                  </a:lnTo>
                  <a:lnTo>
                    <a:pt x="379396" y="282046"/>
                  </a:lnTo>
                  <a:lnTo>
                    <a:pt x="372669" y="286075"/>
                  </a:lnTo>
                  <a:lnTo>
                    <a:pt x="376705" y="286075"/>
                  </a:lnTo>
                  <a:lnTo>
                    <a:pt x="379396" y="287418"/>
                  </a:lnTo>
                  <a:lnTo>
                    <a:pt x="378051" y="290105"/>
                  </a:lnTo>
                  <a:lnTo>
                    <a:pt x="371324" y="291448"/>
                  </a:lnTo>
                  <a:lnTo>
                    <a:pt x="369979" y="294134"/>
                  </a:lnTo>
                  <a:lnTo>
                    <a:pt x="378051" y="292791"/>
                  </a:lnTo>
                  <a:lnTo>
                    <a:pt x="383432" y="287418"/>
                  </a:lnTo>
                  <a:lnTo>
                    <a:pt x="391504" y="280703"/>
                  </a:lnTo>
                  <a:lnTo>
                    <a:pt x="396886" y="280703"/>
                  </a:lnTo>
                  <a:lnTo>
                    <a:pt x="400922" y="282046"/>
                  </a:lnTo>
                  <a:lnTo>
                    <a:pt x="403613" y="280703"/>
                  </a:lnTo>
                  <a:lnTo>
                    <a:pt x="407649" y="280703"/>
                  </a:lnTo>
                  <a:lnTo>
                    <a:pt x="407649" y="282046"/>
                  </a:lnTo>
                  <a:lnTo>
                    <a:pt x="407649" y="287418"/>
                  </a:lnTo>
                  <a:lnTo>
                    <a:pt x="403613" y="290105"/>
                  </a:lnTo>
                  <a:lnTo>
                    <a:pt x="399577" y="292791"/>
                  </a:lnTo>
                  <a:lnTo>
                    <a:pt x="396886" y="292791"/>
                  </a:lnTo>
                  <a:lnTo>
                    <a:pt x="392850" y="294134"/>
                  </a:lnTo>
                  <a:lnTo>
                    <a:pt x="390159" y="299506"/>
                  </a:lnTo>
                  <a:lnTo>
                    <a:pt x="384778" y="300849"/>
                  </a:lnTo>
                  <a:lnTo>
                    <a:pt x="380742" y="298163"/>
                  </a:lnTo>
                  <a:lnTo>
                    <a:pt x="378051" y="299506"/>
                  </a:lnTo>
                  <a:lnTo>
                    <a:pt x="374015" y="303535"/>
                  </a:lnTo>
                  <a:lnTo>
                    <a:pt x="376705" y="303535"/>
                  </a:lnTo>
                  <a:lnTo>
                    <a:pt x="380742" y="302192"/>
                  </a:lnTo>
                  <a:lnTo>
                    <a:pt x="384778" y="302192"/>
                  </a:lnTo>
                  <a:lnTo>
                    <a:pt x="387469" y="303535"/>
                  </a:lnTo>
                  <a:lnTo>
                    <a:pt x="392850" y="299506"/>
                  </a:lnTo>
                  <a:lnTo>
                    <a:pt x="395541" y="295477"/>
                  </a:lnTo>
                  <a:lnTo>
                    <a:pt x="400922" y="294134"/>
                  </a:lnTo>
                  <a:lnTo>
                    <a:pt x="403613" y="295477"/>
                  </a:lnTo>
                  <a:lnTo>
                    <a:pt x="407649" y="295477"/>
                  </a:lnTo>
                  <a:lnTo>
                    <a:pt x="411685" y="291448"/>
                  </a:lnTo>
                  <a:lnTo>
                    <a:pt x="417067" y="290105"/>
                  </a:lnTo>
                  <a:lnTo>
                    <a:pt x="418412" y="288762"/>
                  </a:lnTo>
                  <a:lnTo>
                    <a:pt x="418412" y="284732"/>
                  </a:lnTo>
                  <a:lnTo>
                    <a:pt x="417067" y="283389"/>
                  </a:lnTo>
                  <a:lnTo>
                    <a:pt x="419757" y="279360"/>
                  </a:lnTo>
                  <a:lnTo>
                    <a:pt x="419757" y="276674"/>
                  </a:lnTo>
                  <a:lnTo>
                    <a:pt x="422448" y="275331"/>
                  </a:lnTo>
                  <a:lnTo>
                    <a:pt x="423794" y="276674"/>
                  </a:lnTo>
                  <a:lnTo>
                    <a:pt x="426484" y="276674"/>
                  </a:lnTo>
                  <a:lnTo>
                    <a:pt x="427830" y="282046"/>
                  </a:lnTo>
                  <a:lnTo>
                    <a:pt x="431866" y="291448"/>
                  </a:lnTo>
                  <a:lnTo>
                    <a:pt x="433211" y="298163"/>
                  </a:lnTo>
                  <a:lnTo>
                    <a:pt x="435902" y="302192"/>
                  </a:lnTo>
                  <a:lnTo>
                    <a:pt x="435902" y="306222"/>
                  </a:lnTo>
                  <a:lnTo>
                    <a:pt x="433211" y="308908"/>
                  </a:lnTo>
                  <a:lnTo>
                    <a:pt x="427830" y="308908"/>
                  </a:lnTo>
                  <a:lnTo>
                    <a:pt x="423794" y="306222"/>
                  </a:lnTo>
                  <a:lnTo>
                    <a:pt x="417067" y="306222"/>
                  </a:lnTo>
                  <a:lnTo>
                    <a:pt x="413031" y="307565"/>
                  </a:lnTo>
                  <a:lnTo>
                    <a:pt x="408994" y="310251"/>
                  </a:lnTo>
                  <a:lnTo>
                    <a:pt x="406304" y="311594"/>
                  </a:lnTo>
                  <a:lnTo>
                    <a:pt x="404958" y="310251"/>
                  </a:lnTo>
                  <a:lnTo>
                    <a:pt x="400922" y="310251"/>
                  </a:lnTo>
                  <a:lnTo>
                    <a:pt x="396886" y="312937"/>
                  </a:lnTo>
                  <a:lnTo>
                    <a:pt x="390159" y="314280"/>
                  </a:lnTo>
                  <a:lnTo>
                    <a:pt x="392850" y="315623"/>
                  </a:lnTo>
                  <a:lnTo>
                    <a:pt x="402268" y="314280"/>
                  </a:lnTo>
                  <a:lnTo>
                    <a:pt x="406304" y="315623"/>
                  </a:lnTo>
                  <a:lnTo>
                    <a:pt x="413031" y="322339"/>
                  </a:lnTo>
                  <a:lnTo>
                    <a:pt x="417067" y="323682"/>
                  </a:lnTo>
                  <a:lnTo>
                    <a:pt x="419757" y="322339"/>
                  </a:lnTo>
                  <a:lnTo>
                    <a:pt x="422448" y="322339"/>
                  </a:lnTo>
                  <a:lnTo>
                    <a:pt x="425139" y="323682"/>
                  </a:lnTo>
                  <a:lnTo>
                    <a:pt x="429175" y="326368"/>
                  </a:lnTo>
                  <a:lnTo>
                    <a:pt x="434557" y="327711"/>
                  </a:lnTo>
                  <a:lnTo>
                    <a:pt x="434557" y="331740"/>
                  </a:lnTo>
                  <a:lnTo>
                    <a:pt x="437247" y="335769"/>
                  </a:lnTo>
                  <a:lnTo>
                    <a:pt x="437247" y="341142"/>
                  </a:lnTo>
                  <a:lnTo>
                    <a:pt x="435902" y="342485"/>
                  </a:lnTo>
                  <a:lnTo>
                    <a:pt x="431866" y="342485"/>
                  </a:lnTo>
                  <a:lnTo>
                    <a:pt x="430521" y="338455"/>
                  </a:lnTo>
                  <a:lnTo>
                    <a:pt x="427830" y="339798"/>
                  </a:lnTo>
                  <a:lnTo>
                    <a:pt x="425139" y="342485"/>
                  </a:lnTo>
                  <a:lnTo>
                    <a:pt x="423794" y="341142"/>
                  </a:lnTo>
                  <a:lnTo>
                    <a:pt x="421103" y="338455"/>
                  </a:lnTo>
                  <a:lnTo>
                    <a:pt x="418412" y="339798"/>
                  </a:lnTo>
                  <a:lnTo>
                    <a:pt x="415721" y="338455"/>
                  </a:lnTo>
                  <a:lnTo>
                    <a:pt x="410340" y="331740"/>
                  </a:lnTo>
                  <a:lnTo>
                    <a:pt x="407649" y="331740"/>
                  </a:lnTo>
                  <a:lnTo>
                    <a:pt x="403613" y="331740"/>
                  </a:lnTo>
                  <a:lnTo>
                    <a:pt x="399577" y="331740"/>
                  </a:lnTo>
                  <a:lnTo>
                    <a:pt x="395541" y="330397"/>
                  </a:lnTo>
                  <a:lnTo>
                    <a:pt x="396886" y="331740"/>
                  </a:lnTo>
                  <a:lnTo>
                    <a:pt x="402268" y="334426"/>
                  </a:lnTo>
                  <a:lnTo>
                    <a:pt x="406304" y="334426"/>
                  </a:lnTo>
                  <a:lnTo>
                    <a:pt x="404958" y="337112"/>
                  </a:lnTo>
                  <a:lnTo>
                    <a:pt x="398231" y="337112"/>
                  </a:lnTo>
                  <a:lnTo>
                    <a:pt x="396886" y="338455"/>
                  </a:lnTo>
                  <a:lnTo>
                    <a:pt x="390159" y="338455"/>
                  </a:lnTo>
                  <a:lnTo>
                    <a:pt x="386123" y="341142"/>
                  </a:lnTo>
                  <a:lnTo>
                    <a:pt x="387469" y="345171"/>
                  </a:lnTo>
                  <a:lnTo>
                    <a:pt x="390159" y="343828"/>
                  </a:lnTo>
                  <a:lnTo>
                    <a:pt x="391504" y="342485"/>
                  </a:lnTo>
                  <a:lnTo>
                    <a:pt x="396886" y="342485"/>
                  </a:lnTo>
                  <a:lnTo>
                    <a:pt x="400922" y="339798"/>
                  </a:lnTo>
                  <a:lnTo>
                    <a:pt x="404958" y="339798"/>
                  </a:lnTo>
                  <a:lnTo>
                    <a:pt x="407649" y="342485"/>
                  </a:lnTo>
                  <a:lnTo>
                    <a:pt x="407649" y="345171"/>
                  </a:lnTo>
                  <a:lnTo>
                    <a:pt x="410340" y="346514"/>
                  </a:lnTo>
                  <a:lnTo>
                    <a:pt x="411685" y="347857"/>
                  </a:lnTo>
                  <a:lnTo>
                    <a:pt x="410340" y="347857"/>
                  </a:lnTo>
                  <a:lnTo>
                    <a:pt x="404958" y="347857"/>
                  </a:lnTo>
                  <a:lnTo>
                    <a:pt x="403613" y="350543"/>
                  </a:lnTo>
                  <a:lnTo>
                    <a:pt x="400922" y="349200"/>
                  </a:lnTo>
                  <a:lnTo>
                    <a:pt x="399577" y="346514"/>
                  </a:lnTo>
                  <a:lnTo>
                    <a:pt x="396886" y="347857"/>
                  </a:lnTo>
                  <a:lnTo>
                    <a:pt x="395541" y="347857"/>
                  </a:lnTo>
                  <a:lnTo>
                    <a:pt x="399577" y="350543"/>
                  </a:lnTo>
                  <a:lnTo>
                    <a:pt x="403613" y="351886"/>
                  </a:lnTo>
                  <a:lnTo>
                    <a:pt x="404958" y="354572"/>
                  </a:lnTo>
                  <a:lnTo>
                    <a:pt x="404958" y="358602"/>
                  </a:lnTo>
                  <a:lnTo>
                    <a:pt x="406304" y="359945"/>
                  </a:lnTo>
                  <a:lnTo>
                    <a:pt x="403613" y="361288"/>
                  </a:lnTo>
                  <a:lnTo>
                    <a:pt x="394195" y="357259"/>
                  </a:lnTo>
                  <a:lnTo>
                    <a:pt x="387469" y="357259"/>
                  </a:lnTo>
                  <a:lnTo>
                    <a:pt x="378051" y="354572"/>
                  </a:lnTo>
                  <a:lnTo>
                    <a:pt x="374015" y="354572"/>
                  </a:lnTo>
                  <a:lnTo>
                    <a:pt x="375360" y="355915"/>
                  </a:lnTo>
                  <a:lnTo>
                    <a:pt x="380742" y="357259"/>
                  </a:lnTo>
                  <a:lnTo>
                    <a:pt x="394195" y="363974"/>
                  </a:lnTo>
                  <a:lnTo>
                    <a:pt x="395541" y="366660"/>
                  </a:lnTo>
                  <a:lnTo>
                    <a:pt x="392850" y="368003"/>
                  </a:lnTo>
                  <a:lnTo>
                    <a:pt x="386123" y="362631"/>
                  </a:lnTo>
                  <a:lnTo>
                    <a:pt x="383432" y="363974"/>
                  </a:lnTo>
                  <a:lnTo>
                    <a:pt x="379396" y="368003"/>
                  </a:lnTo>
                  <a:lnTo>
                    <a:pt x="383432" y="366660"/>
                  </a:lnTo>
                  <a:lnTo>
                    <a:pt x="384778" y="369346"/>
                  </a:lnTo>
                  <a:lnTo>
                    <a:pt x="388814" y="370689"/>
                  </a:lnTo>
                  <a:lnTo>
                    <a:pt x="390159" y="370689"/>
                  </a:lnTo>
                  <a:lnTo>
                    <a:pt x="391504" y="370689"/>
                  </a:lnTo>
                  <a:lnTo>
                    <a:pt x="392850" y="374718"/>
                  </a:lnTo>
                  <a:lnTo>
                    <a:pt x="394195" y="377405"/>
                  </a:lnTo>
                  <a:lnTo>
                    <a:pt x="395541" y="376062"/>
                  </a:lnTo>
                  <a:lnTo>
                    <a:pt x="396886" y="373375"/>
                  </a:lnTo>
                  <a:lnTo>
                    <a:pt x="400922" y="373375"/>
                  </a:lnTo>
                  <a:lnTo>
                    <a:pt x="400922" y="376062"/>
                  </a:lnTo>
                  <a:lnTo>
                    <a:pt x="398231" y="377405"/>
                  </a:lnTo>
                  <a:lnTo>
                    <a:pt x="398231" y="380091"/>
                  </a:lnTo>
                  <a:lnTo>
                    <a:pt x="402268" y="380091"/>
                  </a:lnTo>
                  <a:lnTo>
                    <a:pt x="402268" y="374718"/>
                  </a:lnTo>
                  <a:lnTo>
                    <a:pt x="404958" y="374718"/>
                  </a:lnTo>
                  <a:lnTo>
                    <a:pt x="410340" y="377405"/>
                  </a:lnTo>
                  <a:lnTo>
                    <a:pt x="415721" y="378748"/>
                  </a:lnTo>
                  <a:lnTo>
                    <a:pt x="418412" y="378748"/>
                  </a:lnTo>
                  <a:lnTo>
                    <a:pt x="417067" y="382777"/>
                  </a:lnTo>
                  <a:lnTo>
                    <a:pt x="417067" y="385463"/>
                  </a:lnTo>
                  <a:lnTo>
                    <a:pt x="411685" y="384120"/>
                  </a:lnTo>
                  <a:lnTo>
                    <a:pt x="408994" y="382777"/>
                  </a:lnTo>
                  <a:lnTo>
                    <a:pt x="403613" y="382777"/>
                  </a:lnTo>
                  <a:lnTo>
                    <a:pt x="395541" y="386806"/>
                  </a:lnTo>
                  <a:lnTo>
                    <a:pt x="395541" y="390835"/>
                  </a:lnTo>
                  <a:lnTo>
                    <a:pt x="398231" y="386806"/>
                  </a:lnTo>
                  <a:lnTo>
                    <a:pt x="404958" y="386806"/>
                  </a:lnTo>
                  <a:lnTo>
                    <a:pt x="408994" y="388149"/>
                  </a:lnTo>
                  <a:lnTo>
                    <a:pt x="404958" y="389492"/>
                  </a:lnTo>
                  <a:lnTo>
                    <a:pt x="403613" y="392178"/>
                  </a:lnTo>
                  <a:lnTo>
                    <a:pt x="407649" y="390835"/>
                  </a:lnTo>
                  <a:lnTo>
                    <a:pt x="413031" y="390835"/>
                  </a:lnTo>
                  <a:lnTo>
                    <a:pt x="415721" y="393522"/>
                  </a:lnTo>
                  <a:lnTo>
                    <a:pt x="414376" y="394865"/>
                  </a:lnTo>
                  <a:lnTo>
                    <a:pt x="418412" y="396208"/>
                  </a:lnTo>
                  <a:lnTo>
                    <a:pt x="421103" y="398894"/>
                  </a:lnTo>
                  <a:lnTo>
                    <a:pt x="418412" y="402923"/>
                  </a:lnTo>
                  <a:lnTo>
                    <a:pt x="417067" y="408295"/>
                  </a:lnTo>
                  <a:lnTo>
                    <a:pt x="417067" y="410982"/>
                  </a:lnTo>
                  <a:lnTo>
                    <a:pt x="418412" y="409639"/>
                  </a:lnTo>
                  <a:lnTo>
                    <a:pt x="419757" y="405609"/>
                  </a:lnTo>
                  <a:lnTo>
                    <a:pt x="422448" y="402923"/>
                  </a:lnTo>
                  <a:lnTo>
                    <a:pt x="426484" y="402923"/>
                  </a:lnTo>
                  <a:lnTo>
                    <a:pt x="427830" y="405609"/>
                  </a:lnTo>
                  <a:lnTo>
                    <a:pt x="425139" y="409639"/>
                  </a:lnTo>
                  <a:lnTo>
                    <a:pt x="421103" y="417697"/>
                  </a:lnTo>
                  <a:lnTo>
                    <a:pt x="418412" y="421726"/>
                  </a:lnTo>
                  <a:lnTo>
                    <a:pt x="418412" y="425755"/>
                  </a:lnTo>
                  <a:lnTo>
                    <a:pt x="421103" y="424412"/>
                  </a:lnTo>
                  <a:lnTo>
                    <a:pt x="423794" y="417697"/>
                  </a:lnTo>
                  <a:lnTo>
                    <a:pt x="423794" y="415011"/>
                  </a:lnTo>
                  <a:lnTo>
                    <a:pt x="426484" y="410982"/>
                  </a:lnTo>
                  <a:lnTo>
                    <a:pt x="431866" y="409639"/>
                  </a:lnTo>
                  <a:lnTo>
                    <a:pt x="431866" y="408295"/>
                  </a:lnTo>
                  <a:lnTo>
                    <a:pt x="433211" y="404266"/>
                  </a:lnTo>
                  <a:lnTo>
                    <a:pt x="435902" y="401580"/>
                  </a:lnTo>
                  <a:lnTo>
                    <a:pt x="438593" y="402923"/>
                  </a:lnTo>
                  <a:lnTo>
                    <a:pt x="435902" y="406952"/>
                  </a:lnTo>
                  <a:lnTo>
                    <a:pt x="431866" y="413668"/>
                  </a:lnTo>
                  <a:lnTo>
                    <a:pt x="429175" y="416354"/>
                  </a:lnTo>
                  <a:lnTo>
                    <a:pt x="429175" y="421726"/>
                  </a:lnTo>
                  <a:lnTo>
                    <a:pt x="430521" y="425755"/>
                  </a:lnTo>
                  <a:lnTo>
                    <a:pt x="431866" y="424412"/>
                  </a:lnTo>
                  <a:lnTo>
                    <a:pt x="431866" y="421726"/>
                  </a:lnTo>
                  <a:lnTo>
                    <a:pt x="431866" y="416354"/>
                  </a:lnTo>
                  <a:lnTo>
                    <a:pt x="435902" y="413668"/>
                  </a:lnTo>
                  <a:lnTo>
                    <a:pt x="438593" y="409639"/>
                  </a:lnTo>
                  <a:lnTo>
                    <a:pt x="443974" y="405609"/>
                  </a:lnTo>
                  <a:lnTo>
                    <a:pt x="448010" y="401580"/>
                  </a:lnTo>
                  <a:lnTo>
                    <a:pt x="449356" y="404266"/>
                  </a:lnTo>
                  <a:lnTo>
                    <a:pt x="449356" y="409639"/>
                  </a:lnTo>
                  <a:lnTo>
                    <a:pt x="446665" y="412325"/>
                  </a:lnTo>
                  <a:lnTo>
                    <a:pt x="441284" y="413668"/>
                  </a:lnTo>
                  <a:lnTo>
                    <a:pt x="439938" y="417697"/>
                  </a:lnTo>
                  <a:lnTo>
                    <a:pt x="438593" y="421726"/>
                  </a:lnTo>
                  <a:lnTo>
                    <a:pt x="439938" y="423069"/>
                  </a:lnTo>
                  <a:lnTo>
                    <a:pt x="441284" y="420383"/>
                  </a:lnTo>
                  <a:lnTo>
                    <a:pt x="443974" y="423069"/>
                  </a:lnTo>
                  <a:lnTo>
                    <a:pt x="446665" y="420383"/>
                  </a:lnTo>
                  <a:lnTo>
                    <a:pt x="452046" y="419040"/>
                  </a:lnTo>
                  <a:lnTo>
                    <a:pt x="454737" y="421726"/>
                  </a:lnTo>
                  <a:lnTo>
                    <a:pt x="456083" y="427098"/>
                  </a:lnTo>
                  <a:lnTo>
                    <a:pt x="456083" y="431128"/>
                  </a:lnTo>
                  <a:lnTo>
                    <a:pt x="452046" y="432471"/>
                  </a:lnTo>
                  <a:lnTo>
                    <a:pt x="452046" y="433814"/>
                  </a:lnTo>
                  <a:lnTo>
                    <a:pt x="454737" y="435157"/>
                  </a:lnTo>
                  <a:lnTo>
                    <a:pt x="457428" y="439186"/>
                  </a:lnTo>
                  <a:lnTo>
                    <a:pt x="453392" y="440529"/>
                  </a:lnTo>
                  <a:lnTo>
                    <a:pt x="450701" y="439186"/>
                  </a:lnTo>
                  <a:lnTo>
                    <a:pt x="453392" y="441872"/>
                  </a:lnTo>
                  <a:lnTo>
                    <a:pt x="457428" y="443215"/>
                  </a:lnTo>
                  <a:lnTo>
                    <a:pt x="448010" y="445902"/>
                  </a:lnTo>
                  <a:lnTo>
                    <a:pt x="442629" y="444559"/>
                  </a:lnTo>
                  <a:lnTo>
                    <a:pt x="445320" y="447245"/>
                  </a:lnTo>
                  <a:lnTo>
                    <a:pt x="449356" y="447245"/>
                  </a:lnTo>
                  <a:lnTo>
                    <a:pt x="457428" y="448588"/>
                  </a:lnTo>
                  <a:lnTo>
                    <a:pt x="458773" y="445902"/>
                  </a:lnTo>
                  <a:lnTo>
                    <a:pt x="462809" y="445902"/>
                  </a:lnTo>
                  <a:lnTo>
                    <a:pt x="464155" y="445902"/>
                  </a:lnTo>
                  <a:lnTo>
                    <a:pt x="461464" y="451274"/>
                  </a:lnTo>
                  <a:lnTo>
                    <a:pt x="458773" y="455303"/>
                  </a:lnTo>
                  <a:lnTo>
                    <a:pt x="462809" y="451274"/>
                  </a:lnTo>
                  <a:lnTo>
                    <a:pt x="466846" y="449931"/>
                  </a:lnTo>
                  <a:lnTo>
                    <a:pt x="470882" y="447245"/>
                  </a:lnTo>
                  <a:lnTo>
                    <a:pt x="474918" y="443215"/>
                  </a:lnTo>
                  <a:lnTo>
                    <a:pt x="478954" y="444559"/>
                  </a:lnTo>
                  <a:lnTo>
                    <a:pt x="477609" y="447245"/>
                  </a:lnTo>
                  <a:lnTo>
                    <a:pt x="474918" y="449931"/>
                  </a:lnTo>
                  <a:lnTo>
                    <a:pt x="472227" y="449931"/>
                  </a:lnTo>
                  <a:lnTo>
                    <a:pt x="470882" y="453960"/>
                  </a:lnTo>
                  <a:lnTo>
                    <a:pt x="468191" y="459332"/>
                  </a:lnTo>
                  <a:lnTo>
                    <a:pt x="462809" y="462018"/>
                  </a:lnTo>
                  <a:lnTo>
                    <a:pt x="460119" y="466048"/>
                  </a:lnTo>
                  <a:lnTo>
                    <a:pt x="460119" y="468734"/>
                  </a:lnTo>
                  <a:lnTo>
                    <a:pt x="462809" y="470077"/>
                  </a:lnTo>
                  <a:lnTo>
                    <a:pt x="466846" y="466048"/>
                  </a:lnTo>
                  <a:lnTo>
                    <a:pt x="466846" y="463362"/>
                  </a:lnTo>
                  <a:lnTo>
                    <a:pt x="472227" y="457989"/>
                  </a:lnTo>
                  <a:lnTo>
                    <a:pt x="476263" y="455303"/>
                  </a:lnTo>
                  <a:lnTo>
                    <a:pt x="476263" y="459332"/>
                  </a:lnTo>
                  <a:lnTo>
                    <a:pt x="472227" y="464705"/>
                  </a:lnTo>
                  <a:lnTo>
                    <a:pt x="472227" y="470077"/>
                  </a:lnTo>
                  <a:lnTo>
                    <a:pt x="470882" y="474106"/>
                  </a:lnTo>
                  <a:lnTo>
                    <a:pt x="473573" y="471420"/>
                  </a:lnTo>
                  <a:lnTo>
                    <a:pt x="477609" y="466048"/>
                  </a:lnTo>
                  <a:lnTo>
                    <a:pt x="477609" y="462018"/>
                  </a:lnTo>
                  <a:lnTo>
                    <a:pt x="478954" y="462018"/>
                  </a:lnTo>
                  <a:lnTo>
                    <a:pt x="480299" y="462018"/>
                  </a:lnTo>
                  <a:lnTo>
                    <a:pt x="481645" y="470077"/>
                  </a:lnTo>
                  <a:lnTo>
                    <a:pt x="484336" y="471420"/>
                  </a:lnTo>
                  <a:lnTo>
                    <a:pt x="485681" y="471420"/>
                  </a:lnTo>
                  <a:lnTo>
                    <a:pt x="484336" y="466048"/>
                  </a:lnTo>
                  <a:lnTo>
                    <a:pt x="487026" y="463362"/>
                  </a:lnTo>
                  <a:lnTo>
                    <a:pt x="492408" y="459332"/>
                  </a:lnTo>
                  <a:lnTo>
                    <a:pt x="493753" y="462018"/>
                  </a:lnTo>
                  <a:lnTo>
                    <a:pt x="492408" y="464705"/>
                  </a:lnTo>
                  <a:lnTo>
                    <a:pt x="493753" y="464705"/>
                  </a:lnTo>
                  <a:lnTo>
                    <a:pt x="497789" y="464705"/>
                  </a:lnTo>
                  <a:lnTo>
                    <a:pt x="500480" y="467391"/>
                  </a:lnTo>
                  <a:lnTo>
                    <a:pt x="497789" y="472763"/>
                  </a:lnTo>
                  <a:lnTo>
                    <a:pt x="503171" y="472763"/>
                  </a:lnTo>
                  <a:lnTo>
                    <a:pt x="504516" y="475449"/>
                  </a:lnTo>
                  <a:lnTo>
                    <a:pt x="504516" y="478135"/>
                  </a:lnTo>
                  <a:lnTo>
                    <a:pt x="507207" y="480822"/>
                  </a:lnTo>
                  <a:lnTo>
                    <a:pt x="508552" y="483508"/>
                  </a:lnTo>
                  <a:lnTo>
                    <a:pt x="507207" y="486194"/>
                  </a:lnTo>
                  <a:lnTo>
                    <a:pt x="504516" y="487537"/>
                  </a:lnTo>
                  <a:lnTo>
                    <a:pt x="499135" y="487537"/>
                  </a:lnTo>
                  <a:lnTo>
                    <a:pt x="500480" y="483508"/>
                  </a:lnTo>
                  <a:lnTo>
                    <a:pt x="497789" y="480822"/>
                  </a:lnTo>
                  <a:lnTo>
                    <a:pt x="495099" y="479478"/>
                  </a:lnTo>
                  <a:lnTo>
                    <a:pt x="493753" y="478135"/>
                  </a:lnTo>
                  <a:lnTo>
                    <a:pt x="491062" y="479478"/>
                  </a:lnTo>
                  <a:lnTo>
                    <a:pt x="488372" y="483508"/>
                  </a:lnTo>
                  <a:lnTo>
                    <a:pt x="492408" y="482165"/>
                  </a:lnTo>
                  <a:lnTo>
                    <a:pt x="493753" y="482165"/>
                  </a:lnTo>
                  <a:lnTo>
                    <a:pt x="496444" y="484851"/>
                  </a:lnTo>
                  <a:lnTo>
                    <a:pt x="493753" y="486194"/>
                  </a:lnTo>
                  <a:lnTo>
                    <a:pt x="496444" y="487537"/>
                  </a:lnTo>
                  <a:lnTo>
                    <a:pt x="497789" y="490223"/>
                  </a:lnTo>
                  <a:lnTo>
                    <a:pt x="495099" y="490223"/>
                  </a:lnTo>
                  <a:lnTo>
                    <a:pt x="492408" y="490223"/>
                  </a:lnTo>
                  <a:lnTo>
                    <a:pt x="488372" y="491566"/>
                  </a:lnTo>
                  <a:lnTo>
                    <a:pt x="491062" y="492909"/>
                  </a:lnTo>
                  <a:lnTo>
                    <a:pt x="496444" y="492909"/>
                  </a:lnTo>
                  <a:lnTo>
                    <a:pt x="499135" y="492909"/>
                  </a:lnTo>
                  <a:lnTo>
                    <a:pt x="499135" y="495595"/>
                  </a:lnTo>
                  <a:lnTo>
                    <a:pt x="497789" y="498282"/>
                  </a:lnTo>
                  <a:lnTo>
                    <a:pt x="493753" y="498282"/>
                  </a:lnTo>
                  <a:lnTo>
                    <a:pt x="489717" y="498282"/>
                  </a:lnTo>
                  <a:lnTo>
                    <a:pt x="484336" y="498282"/>
                  </a:lnTo>
                  <a:lnTo>
                    <a:pt x="480299" y="496939"/>
                  </a:lnTo>
                  <a:lnTo>
                    <a:pt x="481645" y="494252"/>
                  </a:lnTo>
                  <a:lnTo>
                    <a:pt x="481645" y="491566"/>
                  </a:lnTo>
                  <a:lnTo>
                    <a:pt x="477609" y="488880"/>
                  </a:lnTo>
                  <a:lnTo>
                    <a:pt x="476263" y="487537"/>
                  </a:lnTo>
                  <a:lnTo>
                    <a:pt x="474918" y="488880"/>
                  </a:lnTo>
                  <a:lnTo>
                    <a:pt x="474918" y="491566"/>
                  </a:lnTo>
                  <a:lnTo>
                    <a:pt x="477609" y="492909"/>
                  </a:lnTo>
                  <a:lnTo>
                    <a:pt x="478954" y="496939"/>
                  </a:lnTo>
                  <a:lnTo>
                    <a:pt x="477609" y="498282"/>
                  </a:lnTo>
                  <a:lnTo>
                    <a:pt x="473573" y="499625"/>
                  </a:lnTo>
                  <a:lnTo>
                    <a:pt x="470882" y="496939"/>
                  </a:lnTo>
                  <a:lnTo>
                    <a:pt x="469536" y="494252"/>
                  </a:lnTo>
                  <a:lnTo>
                    <a:pt x="468191" y="498282"/>
                  </a:lnTo>
                  <a:lnTo>
                    <a:pt x="472227" y="500968"/>
                  </a:lnTo>
                  <a:lnTo>
                    <a:pt x="476263" y="500968"/>
                  </a:lnTo>
                  <a:lnTo>
                    <a:pt x="478954" y="503654"/>
                  </a:lnTo>
                  <a:lnTo>
                    <a:pt x="481645" y="504997"/>
                  </a:lnTo>
                  <a:lnTo>
                    <a:pt x="482990" y="507683"/>
                  </a:lnTo>
                  <a:lnTo>
                    <a:pt x="481645" y="511712"/>
                  </a:lnTo>
                  <a:lnTo>
                    <a:pt x="473573" y="510369"/>
                  </a:lnTo>
                  <a:lnTo>
                    <a:pt x="472227" y="507683"/>
                  </a:lnTo>
                  <a:lnTo>
                    <a:pt x="468191" y="504997"/>
                  </a:lnTo>
                  <a:lnTo>
                    <a:pt x="465500" y="502311"/>
                  </a:lnTo>
                  <a:lnTo>
                    <a:pt x="464155" y="502311"/>
                  </a:lnTo>
                  <a:lnTo>
                    <a:pt x="465500" y="504997"/>
                  </a:lnTo>
                  <a:lnTo>
                    <a:pt x="470882" y="509026"/>
                  </a:lnTo>
                  <a:lnTo>
                    <a:pt x="472227" y="513055"/>
                  </a:lnTo>
                  <a:lnTo>
                    <a:pt x="472227" y="518428"/>
                  </a:lnTo>
                  <a:lnTo>
                    <a:pt x="470882" y="521114"/>
                  </a:lnTo>
                  <a:lnTo>
                    <a:pt x="468191" y="521114"/>
                  </a:lnTo>
                  <a:lnTo>
                    <a:pt x="466846" y="517085"/>
                  </a:lnTo>
                  <a:lnTo>
                    <a:pt x="464155" y="514398"/>
                  </a:lnTo>
                  <a:lnTo>
                    <a:pt x="460119" y="513055"/>
                  </a:lnTo>
                  <a:lnTo>
                    <a:pt x="461464" y="514398"/>
                  </a:lnTo>
                  <a:lnTo>
                    <a:pt x="462809" y="517085"/>
                  </a:lnTo>
                  <a:lnTo>
                    <a:pt x="462809" y="521114"/>
                  </a:lnTo>
                  <a:lnTo>
                    <a:pt x="462809" y="527829"/>
                  </a:lnTo>
                  <a:lnTo>
                    <a:pt x="461464" y="527829"/>
                  </a:lnTo>
                  <a:lnTo>
                    <a:pt x="458773" y="527829"/>
                  </a:lnTo>
                  <a:lnTo>
                    <a:pt x="457428" y="526486"/>
                  </a:lnTo>
                  <a:lnTo>
                    <a:pt x="457428" y="522457"/>
                  </a:lnTo>
                  <a:lnTo>
                    <a:pt x="456083" y="522457"/>
                  </a:lnTo>
                  <a:lnTo>
                    <a:pt x="454737" y="525143"/>
                  </a:lnTo>
                  <a:lnTo>
                    <a:pt x="450701" y="526486"/>
                  </a:lnTo>
                  <a:lnTo>
                    <a:pt x="449356" y="525143"/>
                  </a:lnTo>
                  <a:lnTo>
                    <a:pt x="449356" y="522457"/>
                  </a:lnTo>
                  <a:lnTo>
                    <a:pt x="448010" y="518428"/>
                  </a:lnTo>
                  <a:lnTo>
                    <a:pt x="448010" y="514398"/>
                  </a:lnTo>
                  <a:lnTo>
                    <a:pt x="446665" y="513055"/>
                  </a:lnTo>
                  <a:lnTo>
                    <a:pt x="445320" y="515742"/>
                  </a:lnTo>
                  <a:lnTo>
                    <a:pt x="445320" y="522457"/>
                  </a:lnTo>
                  <a:lnTo>
                    <a:pt x="443974" y="523800"/>
                  </a:lnTo>
                  <a:lnTo>
                    <a:pt x="439938" y="523800"/>
                  </a:lnTo>
                  <a:lnTo>
                    <a:pt x="441284" y="525143"/>
                  </a:lnTo>
                  <a:lnTo>
                    <a:pt x="443974" y="526486"/>
                  </a:lnTo>
                  <a:lnTo>
                    <a:pt x="445320" y="527829"/>
                  </a:lnTo>
                  <a:lnTo>
                    <a:pt x="442629" y="530515"/>
                  </a:lnTo>
                  <a:lnTo>
                    <a:pt x="439938" y="530515"/>
                  </a:lnTo>
                  <a:lnTo>
                    <a:pt x="438593" y="529172"/>
                  </a:lnTo>
                  <a:lnTo>
                    <a:pt x="438593" y="530515"/>
                  </a:lnTo>
                  <a:lnTo>
                    <a:pt x="441284" y="533202"/>
                  </a:lnTo>
                  <a:lnTo>
                    <a:pt x="442629" y="533202"/>
                  </a:lnTo>
                  <a:lnTo>
                    <a:pt x="443974" y="534545"/>
                  </a:lnTo>
                  <a:lnTo>
                    <a:pt x="442629" y="538574"/>
                  </a:lnTo>
                  <a:lnTo>
                    <a:pt x="441284" y="538574"/>
                  </a:lnTo>
                  <a:lnTo>
                    <a:pt x="439938" y="541260"/>
                  </a:lnTo>
                  <a:lnTo>
                    <a:pt x="442629" y="545289"/>
                  </a:lnTo>
                  <a:lnTo>
                    <a:pt x="442629" y="547975"/>
                  </a:lnTo>
                  <a:lnTo>
                    <a:pt x="439938" y="547975"/>
                  </a:lnTo>
                  <a:lnTo>
                    <a:pt x="438593" y="546632"/>
                  </a:lnTo>
                  <a:lnTo>
                    <a:pt x="437247" y="546632"/>
                  </a:lnTo>
                  <a:lnTo>
                    <a:pt x="441284" y="550662"/>
                  </a:lnTo>
                  <a:lnTo>
                    <a:pt x="441284" y="553348"/>
                  </a:lnTo>
                  <a:lnTo>
                    <a:pt x="439938" y="557377"/>
                  </a:lnTo>
                  <a:lnTo>
                    <a:pt x="435902" y="558720"/>
                  </a:lnTo>
                  <a:lnTo>
                    <a:pt x="434557" y="560063"/>
                  </a:lnTo>
                  <a:lnTo>
                    <a:pt x="431866" y="560063"/>
                  </a:lnTo>
                  <a:lnTo>
                    <a:pt x="431866" y="557377"/>
                  </a:lnTo>
                  <a:lnTo>
                    <a:pt x="430521" y="556034"/>
                  </a:lnTo>
                  <a:lnTo>
                    <a:pt x="430521" y="554691"/>
                  </a:lnTo>
                  <a:lnTo>
                    <a:pt x="427830" y="553348"/>
                  </a:lnTo>
                  <a:lnTo>
                    <a:pt x="427830" y="552005"/>
                  </a:lnTo>
                  <a:lnTo>
                    <a:pt x="429175" y="549318"/>
                  </a:lnTo>
                  <a:lnTo>
                    <a:pt x="429175" y="546632"/>
                  </a:lnTo>
                  <a:lnTo>
                    <a:pt x="427830" y="546632"/>
                  </a:lnTo>
                  <a:lnTo>
                    <a:pt x="423794" y="549318"/>
                  </a:lnTo>
                  <a:lnTo>
                    <a:pt x="423794" y="552005"/>
                  </a:lnTo>
                  <a:lnTo>
                    <a:pt x="421103" y="550662"/>
                  </a:lnTo>
                  <a:lnTo>
                    <a:pt x="419757" y="547975"/>
                  </a:lnTo>
                  <a:lnTo>
                    <a:pt x="421103" y="546632"/>
                  </a:lnTo>
                  <a:lnTo>
                    <a:pt x="418412" y="543946"/>
                  </a:lnTo>
                  <a:lnTo>
                    <a:pt x="418412" y="542603"/>
                  </a:lnTo>
                  <a:lnTo>
                    <a:pt x="421103" y="539917"/>
                  </a:lnTo>
                  <a:lnTo>
                    <a:pt x="421103" y="538574"/>
                  </a:lnTo>
                  <a:lnTo>
                    <a:pt x="421103" y="535888"/>
                  </a:lnTo>
                  <a:lnTo>
                    <a:pt x="421103" y="535888"/>
                  </a:lnTo>
                  <a:lnTo>
                    <a:pt x="418412" y="538574"/>
                  </a:lnTo>
                  <a:lnTo>
                    <a:pt x="415721" y="542603"/>
                  </a:lnTo>
                  <a:lnTo>
                    <a:pt x="413031" y="546632"/>
                  </a:lnTo>
                  <a:lnTo>
                    <a:pt x="413031" y="545289"/>
                  </a:lnTo>
                  <a:lnTo>
                    <a:pt x="411685" y="542603"/>
                  </a:lnTo>
                  <a:lnTo>
                    <a:pt x="410340" y="538574"/>
                  </a:lnTo>
                  <a:lnTo>
                    <a:pt x="408994" y="535888"/>
                  </a:lnTo>
                  <a:lnTo>
                    <a:pt x="411685" y="534545"/>
                  </a:lnTo>
                  <a:lnTo>
                    <a:pt x="415721" y="531859"/>
                  </a:lnTo>
                  <a:lnTo>
                    <a:pt x="415721" y="530515"/>
                  </a:lnTo>
                  <a:lnTo>
                    <a:pt x="418412" y="530515"/>
                  </a:lnTo>
                  <a:lnTo>
                    <a:pt x="417067" y="529172"/>
                  </a:lnTo>
                  <a:lnTo>
                    <a:pt x="414376" y="529172"/>
                  </a:lnTo>
                  <a:lnTo>
                    <a:pt x="410340" y="529172"/>
                  </a:lnTo>
                  <a:lnTo>
                    <a:pt x="407649" y="529172"/>
                  </a:lnTo>
                  <a:lnTo>
                    <a:pt x="406304" y="526486"/>
                  </a:lnTo>
                  <a:lnTo>
                    <a:pt x="407649" y="525143"/>
                  </a:lnTo>
                  <a:lnTo>
                    <a:pt x="411685" y="523800"/>
                  </a:lnTo>
                  <a:lnTo>
                    <a:pt x="414376" y="519771"/>
                  </a:lnTo>
                  <a:lnTo>
                    <a:pt x="413031" y="519771"/>
                  </a:lnTo>
                  <a:lnTo>
                    <a:pt x="408994" y="521114"/>
                  </a:lnTo>
                  <a:lnTo>
                    <a:pt x="407649" y="519771"/>
                  </a:lnTo>
                  <a:lnTo>
                    <a:pt x="406304" y="518428"/>
                  </a:lnTo>
                  <a:lnTo>
                    <a:pt x="408994" y="517085"/>
                  </a:lnTo>
                  <a:lnTo>
                    <a:pt x="413031" y="515742"/>
                  </a:lnTo>
                  <a:lnTo>
                    <a:pt x="415721" y="514398"/>
                  </a:lnTo>
                  <a:lnTo>
                    <a:pt x="413031" y="513055"/>
                  </a:lnTo>
                  <a:lnTo>
                    <a:pt x="408994" y="513055"/>
                  </a:lnTo>
                  <a:lnTo>
                    <a:pt x="407649" y="514398"/>
                  </a:lnTo>
                  <a:lnTo>
                    <a:pt x="404958" y="513055"/>
                  </a:lnTo>
                  <a:lnTo>
                    <a:pt x="406304" y="511712"/>
                  </a:lnTo>
                  <a:lnTo>
                    <a:pt x="408994" y="504997"/>
                  </a:lnTo>
                  <a:lnTo>
                    <a:pt x="411685" y="504997"/>
                  </a:lnTo>
                  <a:lnTo>
                    <a:pt x="417067" y="503654"/>
                  </a:lnTo>
                  <a:lnTo>
                    <a:pt x="421103" y="500968"/>
                  </a:lnTo>
                  <a:lnTo>
                    <a:pt x="425139" y="498282"/>
                  </a:lnTo>
                  <a:lnTo>
                    <a:pt x="426484" y="494252"/>
                  </a:lnTo>
                  <a:lnTo>
                    <a:pt x="430521" y="490223"/>
                  </a:lnTo>
                  <a:lnTo>
                    <a:pt x="433211" y="488880"/>
                  </a:lnTo>
                  <a:lnTo>
                    <a:pt x="431866" y="487537"/>
                  </a:lnTo>
                  <a:lnTo>
                    <a:pt x="430521" y="487537"/>
                  </a:lnTo>
                  <a:lnTo>
                    <a:pt x="425139" y="491566"/>
                  </a:lnTo>
                  <a:lnTo>
                    <a:pt x="422448" y="492909"/>
                  </a:lnTo>
                  <a:lnTo>
                    <a:pt x="421103" y="496939"/>
                  </a:lnTo>
                  <a:lnTo>
                    <a:pt x="414376" y="499625"/>
                  </a:lnTo>
                  <a:lnTo>
                    <a:pt x="411685" y="499625"/>
                  </a:lnTo>
                  <a:lnTo>
                    <a:pt x="404958" y="503654"/>
                  </a:lnTo>
                  <a:lnTo>
                    <a:pt x="399577" y="504997"/>
                  </a:lnTo>
                  <a:lnTo>
                    <a:pt x="396886" y="503654"/>
                  </a:lnTo>
                  <a:lnTo>
                    <a:pt x="396886" y="500968"/>
                  </a:lnTo>
                  <a:lnTo>
                    <a:pt x="403613" y="494252"/>
                  </a:lnTo>
                  <a:lnTo>
                    <a:pt x="408994" y="491566"/>
                  </a:lnTo>
                  <a:lnTo>
                    <a:pt x="410340" y="488880"/>
                  </a:lnTo>
                  <a:lnTo>
                    <a:pt x="411685" y="486194"/>
                  </a:lnTo>
                  <a:lnTo>
                    <a:pt x="411685" y="483508"/>
                  </a:lnTo>
                  <a:lnTo>
                    <a:pt x="407649" y="488880"/>
                  </a:lnTo>
                  <a:lnTo>
                    <a:pt x="398231" y="494252"/>
                  </a:lnTo>
                  <a:lnTo>
                    <a:pt x="395541" y="495595"/>
                  </a:lnTo>
                  <a:lnTo>
                    <a:pt x="392850" y="495595"/>
                  </a:lnTo>
                  <a:lnTo>
                    <a:pt x="391504" y="492909"/>
                  </a:lnTo>
                  <a:lnTo>
                    <a:pt x="391504" y="490223"/>
                  </a:lnTo>
                  <a:lnTo>
                    <a:pt x="391504" y="487537"/>
                  </a:lnTo>
                  <a:lnTo>
                    <a:pt x="387469" y="488880"/>
                  </a:lnTo>
                  <a:lnTo>
                    <a:pt x="386123" y="487537"/>
                  </a:lnTo>
                  <a:lnTo>
                    <a:pt x="387469" y="484851"/>
                  </a:lnTo>
                  <a:lnTo>
                    <a:pt x="388814" y="484851"/>
                  </a:lnTo>
                  <a:lnTo>
                    <a:pt x="388814" y="482165"/>
                  </a:lnTo>
                  <a:lnTo>
                    <a:pt x="387469" y="480822"/>
                  </a:lnTo>
                  <a:lnTo>
                    <a:pt x="384778" y="480822"/>
                  </a:lnTo>
                  <a:lnTo>
                    <a:pt x="384778" y="479478"/>
                  </a:lnTo>
                  <a:lnTo>
                    <a:pt x="384778" y="474106"/>
                  </a:lnTo>
                  <a:lnTo>
                    <a:pt x="387469" y="474106"/>
                  </a:lnTo>
                  <a:lnTo>
                    <a:pt x="387469" y="471420"/>
                  </a:lnTo>
                  <a:lnTo>
                    <a:pt x="384778" y="468734"/>
                  </a:lnTo>
                  <a:lnTo>
                    <a:pt x="382087" y="466048"/>
                  </a:lnTo>
                  <a:lnTo>
                    <a:pt x="380742" y="467391"/>
                  </a:lnTo>
                  <a:lnTo>
                    <a:pt x="380742" y="470077"/>
                  </a:lnTo>
                  <a:lnTo>
                    <a:pt x="382087" y="472763"/>
                  </a:lnTo>
                  <a:lnTo>
                    <a:pt x="378051" y="474106"/>
                  </a:lnTo>
                  <a:lnTo>
                    <a:pt x="375360" y="472763"/>
                  </a:lnTo>
                  <a:lnTo>
                    <a:pt x="372669" y="470077"/>
                  </a:lnTo>
                  <a:lnTo>
                    <a:pt x="368633" y="470077"/>
                  </a:lnTo>
                  <a:lnTo>
                    <a:pt x="374015" y="472763"/>
                  </a:lnTo>
                  <a:lnTo>
                    <a:pt x="376705" y="478135"/>
                  </a:lnTo>
                  <a:lnTo>
                    <a:pt x="376705" y="482165"/>
                  </a:lnTo>
                  <a:lnTo>
                    <a:pt x="374015" y="480822"/>
                  </a:lnTo>
                  <a:lnTo>
                    <a:pt x="372669" y="482165"/>
                  </a:lnTo>
                  <a:lnTo>
                    <a:pt x="374015" y="483508"/>
                  </a:lnTo>
                  <a:lnTo>
                    <a:pt x="369979" y="484851"/>
                  </a:lnTo>
                  <a:lnTo>
                    <a:pt x="367288" y="482165"/>
                  </a:lnTo>
                  <a:lnTo>
                    <a:pt x="365942" y="476792"/>
                  </a:lnTo>
                  <a:lnTo>
                    <a:pt x="364597" y="475449"/>
                  </a:lnTo>
                  <a:lnTo>
                    <a:pt x="363252" y="476792"/>
                  </a:lnTo>
                  <a:lnTo>
                    <a:pt x="365942" y="479478"/>
                  </a:lnTo>
                  <a:lnTo>
                    <a:pt x="365942" y="482165"/>
                  </a:lnTo>
                  <a:lnTo>
                    <a:pt x="364597" y="486194"/>
                  </a:lnTo>
                  <a:lnTo>
                    <a:pt x="367288" y="487537"/>
                  </a:lnTo>
                  <a:lnTo>
                    <a:pt x="371324" y="491566"/>
                  </a:lnTo>
                  <a:lnTo>
                    <a:pt x="372669" y="495595"/>
                  </a:lnTo>
                  <a:lnTo>
                    <a:pt x="371324" y="498282"/>
                  </a:lnTo>
                  <a:lnTo>
                    <a:pt x="374015" y="499625"/>
                  </a:lnTo>
                  <a:lnTo>
                    <a:pt x="374015" y="500968"/>
                  </a:lnTo>
                  <a:lnTo>
                    <a:pt x="371324" y="502311"/>
                  </a:lnTo>
                  <a:lnTo>
                    <a:pt x="365942" y="502311"/>
                  </a:lnTo>
                  <a:lnTo>
                    <a:pt x="363252" y="499625"/>
                  </a:lnTo>
                  <a:lnTo>
                    <a:pt x="361906" y="503654"/>
                  </a:lnTo>
                  <a:lnTo>
                    <a:pt x="360561" y="503654"/>
                  </a:lnTo>
                  <a:lnTo>
                    <a:pt x="355179" y="498282"/>
                  </a:lnTo>
                  <a:lnTo>
                    <a:pt x="353834" y="494252"/>
                  </a:lnTo>
                  <a:lnTo>
                    <a:pt x="356525" y="491566"/>
                  </a:lnTo>
                  <a:lnTo>
                    <a:pt x="355179" y="488880"/>
                  </a:lnTo>
                  <a:lnTo>
                    <a:pt x="351143" y="486194"/>
                  </a:lnTo>
                  <a:lnTo>
                    <a:pt x="347107" y="486194"/>
                  </a:lnTo>
                  <a:lnTo>
                    <a:pt x="345762" y="483508"/>
                  </a:lnTo>
                  <a:lnTo>
                    <a:pt x="344416" y="479478"/>
                  </a:lnTo>
                  <a:lnTo>
                    <a:pt x="341726" y="482165"/>
                  </a:lnTo>
                  <a:lnTo>
                    <a:pt x="337689" y="483508"/>
                  </a:lnTo>
                  <a:lnTo>
                    <a:pt x="330963" y="482165"/>
                  </a:lnTo>
                  <a:lnTo>
                    <a:pt x="333653" y="484851"/>
                  </a:lnTo>
                  <a:lnTo>
                    <a:pt x="340380" y="486194"/>
                  </a:lnTo>
                  <a:lnTo>
                    <a:pt x="344416" y="487537"/>
                  </a:lnTo>
                  <a:lnTo>
                    <a:pt x="349798" y="488880"/>
                  </a:lnTo>
                  <a:lnTo>
                    <a:pt x="349798" y="494252"/>
                  </a:lnTo>
                  <a:lnTo>
                    <a:pt x="347107" y="498282"/>
                  </a:lnTo>
                  <a:lnTo>
                    <a:pt x="347107" y="500968"/>
                  </a:lnTo>
                  <a:lnTo>
                    <a:pt x="349798" y="499625"/>
                  </a:lnTo>
                  <a:lnTo>
                    <a:pt x="351143" y="502311"/>
                  </a:lnTo>
                  <a:lnTo>
                    <a:pt x="349798" y="504997"/>
                  </a:lnTo>
                  <a:lnTo>
                    <a:pt x="351143" y="506340"/>
                  </a:lnTo>
                  <a:lnTo>
                    <a:pt x="355179" y="506340"/>
                  </a:lnTo>
                  <a:lnTo>
                    <a:pt x="355179" y="509026"/>
                  </a:lnTo>
                  <a:lnTo>
                    <a:pt x="352489" y="513055"/>
                  </a:lnTo>
                  <a:lnTo>
                    <a:pt x="345762" y="518428"/>
                  </a:lnTo>
                  <a:lnTo>
                    <a:pt x="341726" y="522457"/>
                  </a:lnTo>
                  <a:lnTo>
                    <a:pt x="351143" y="519771"/>
                  </a:lnTo>
                  <a:lnTo>
                    <a:pt x="353834" y="517085"/>
                  </a:lnTo>
                  <a:lnTo>
                    <a:pt x="355179" y="514398"/>
                  </a:lnTo>
                  <a:lnTo>
                    <a:pt x="361906" y="514398"/>
                  </a:lnTo>
                  <a:lnTo>
                    <a:pt x="364597" y="517085"/>
                  </a:lnTo>
                  <a:lnTo>
                    <a:pt x="364597" y="518428"/>
                  </a:lnTo>
                  <a:lnTo>
                    <a:pt x="359216" y="521114"/>
                  </a:lnTo>
                  <a:lnTo>
                    <a:pt x="357870" y="523800"/>
                  </a:lnTo>
                  <a:lnTo>
                    <a:pt x="359216" y="525143"/>
                  </a:lnTo>
                  <a:lnTo>
                    <a:pt x="363252" y="526486"/>
                  </a:lnTo>
                  <a:lnTo>
                    <a:pt x="367288" y="529172"/>
                  </a:lnTo>
                  <a:lnTo>
                    <a:pt x="364597" y="530515"/>
                  </a:lnTo>
                  <a:lnTo>
                    <a:pt x="359216" y="530515"/>
                  </a:lnTo>
                  <a:lnTo>
                    <a:pt x="357870" y="533202"/>
                  </a:lnTo>
                  <a:lnTo>
                    <a:pt x="360561" y="534545"/>
                  </a:lnTo>
                  <a:lnTo>
                    <a:pt x="361906" y="537231"/>
                  </a:lnTo>
                  <a:lnTo>
                    <a:pt x="360561" y="537231"/>
                  </a:lnTo>
                  <a:lnTo>
                    <a:pt x="361906" y="539917"/>
                  </a:lnTo>
                  <a:lnTo>
                    <a:pt x="363252" y="539917"/>
                  </a:lnTo>
                  <a:lnTo>
                    <a:pt x="361906" y="543946"/>
                  </a:lnTo>
                  <a:lnTo>
                    <a:pt x="364597" y="543946"/>
                  </a:lnTo>
                  <a:lnTo>
                    <a:pt x="365942" y="547975"/>
                  </a:lnTo>
                  <a:lnTo>
                    <a:pt x="365942" y="553348"/>
                  </a:lnTo>
                  <a:lnTo>
                    <a:pt x="367288" y="554691"/>
                  </a:lnTo>
                  <a:lnTo>
                    <a:pt x="368633" y="552005"/>
                  </a:lnTo>
                  <a:lnTo>
                    <a:pt x="368633" y="546632"/>
                  </a:lnTo>
                  <a:lnTo>
                    <a:pt x="371324" y="545289"/>
                  </a:lnTo>
                  <a:lnTo>
                    <a:pt x="374015" y="547975"/>
                  </a:lnTo>
                  <a:lnTo>
                    <a:pt x="375360" y="553348"/>
                  </a:lnTo>
                  <a:lnTo>
                    <a:pt x="376705" y="556034"/>
                  </a:lnTo>
                  <a:lnTo>
                    <a:pt x="375360" y="557377"/>
                  </a:lnTo>
                  <a:lnTo>
                    <a:pt x="372669" y="560063"/>
                  </a:lnTo>
                  <a:lnTo>
                    <a:pt x="372669" y="561406"/>
                  </a:lnTo>
                  <a:lnTo>
                    <a:pt x="379396" y="561406"/>
                  </a:lnTo>
                  <a:lnTo>
                    <a:pt x="380742" y="560063"/>
                  </a:lnTo>
                  <a:lnTo>
                    <a:pt x="380742" y="562749"/>
                  </a:lnTo>
                  <a:lnTo>
                    <a:pt x="383432" y="560063"/>
                  </a:lnTo>
                  <a:lnTo>
                    <a:pt x="383432" y="557377"/>
                  </a:lnTo>
                  <a:lnTo>
                    <a:pt x="386123" y="557377"/>
                  </a:lnTo>
                  <a:lnTo>
                    <a:pt x="388814" y="561406"/>
                  </a:lnTo>
                  <a:lnTo>
                    <a:pt x="387469" y="565435"/>
                  </a:lnTo>
                  <a:lnTo>
                    <a:pt x="384778" y="568122"/>
                  </a:lnTo>
                  <a:lnTo>
                    <a:pt x="383432" y="572151"/>
                  </a:lnTo>
                  <a:lnTo>
                    <a:pt x="382087" y="573494"/>
                  </a:lnTo>
                  <a:lnTo>
                    <a:pt x="384778" y="574837"/>
                  </a:lnTo>
                  <a:lnTo>
                    <a:pt x="391504" y="574837"/>
                  </a:lnTo>
                  <a:lnTo>
                    <a:pt x="394195" y="573494"/>
                  </a:lnTo>
                  <a:lnTo>
                    <a:pt x="395541" y="574837"/>
                  </a:lnTo>
                  <a:lnTo>
                    <a:pt x="391504" y="578866"/>
                  </a:lnTo>
                  <a:lnTo>
                    <a:pt x="391504" y="580209"/>
                  </a:lnTo>
                  <a:lnTo>
                    <a:pt x="386123" y="581552"/>
                  </a:lnTo>
                  <a:lnTo>
                    <a:pt x="388814" y="584239"/>
                  </a:lnTo>
                  <a:lnTo>
                    <a:pt x="391504" y="589611"/>
                  </a:lnTo>
                  <a:lnTo>
                    <a:pt x="390159" y="593640"/>
                  </a:lnTo>
                  <a:lnTo>
                    <a:pt x="392850" y="593640"/>
                  </a:lnTo>
                  <a:lnTo>
                    <a:pt x="394195" y="600355"/>
                  </a:lnTo>
                  <a:lnTo>
                    <a:pt x="399577" y="609757"/>
                  </a:lnTo>
                  <a:lnTo>
                    <a:pt x="400922" y="611100"/>
                  </a:lnTo>
                  <a:lnTo>
                    <a:pt x="398231" y="612443"/>
                  </a:lnTo>
                  <a:lnTo>
                    <a:pt x="396886" y="620502"/>
                  </a:lnTo>
                  <a:lnTo>
                    <a:pt x="394195" y="624531"/>
                  </a:lnTo>
                  <a:lnTo>
                    <a:pt x="395541" y="629903"/>
                  </a:lnTo>
                  <a:lnTo>
                    <a:pt x="394195" y="632589"/>
                  </a:lnTo>
                  <a:lnTo>
                    <a:pt x="387469" y="624531"/>
                  </a:lnTo>
                  <a:lnTo>
                    <a:pt x="386123" y="619159"/>
                  </a:lnTo>
                  <a:lnTo>
                    <a:pt x="387469" y="613786"/>
                  </a:lnTo>
                  <a:lnTo>
                    <a:pt x="384778" y="607071"/>
                  </a:lnTo>
                  <a:lnTo>
                    <a:pt x="384778" y="612443"/>
                  </a:lnTo>
                  <a:lnTo>
                    <a:pt x="383432" y="620502"/>
                  </a:lnTo>
                  <a:lnTo>
                    <a:pt x="387469" y="628560"/>
                  </a:lnTo>
                  <a:lnTo>
                    <a:pt x="386123" y="636618"/>
                  </a:lnTo>
                  <a:lnTo>
                    <a:pt x="384778" y="640648"/>
                  </a:lnTo>
                  <a:lnTo>
                    <a:pt x="387469" y="646020"/>
                  </a:lnTo>
                  <a:lnTo>
                    <a:pt x="386123" y="647363"/>
                  </a:lnTo>
                  <a:lnTo>
                    <a:pt x="382087" y="647363"/>
                  </a:lnTo>
                  <a:lnTo>
                    <a:pt x="379396" y="643334"/>
                  </a:lnTo>
                  <a:lnTo>
                    <a:pt x="375360" y="643334"/>
                  </a:lnTo>
                  <a:lnTo>
                    <a:pt x="378051" y="652735"/>
                  </a:lnTo>
                  <a:lnTo>
                    <a:pt x="378051" y="658108"/>
                  </a:lnTo>
                  <a:lnTo>
                    <a:pt x="379396" y="660794"/>
                  </a:lnTo>
                  <a:lnTo>
                    <a:pt x="379396" y="663480"/>
                  </a:lnTo>
                  <a:lnTo>
                    <a:pt x="374015" y="663480"/>
                  </a:lnTo>
                  <a:lnTo>
                    <a:pt x="371324" y="659451"/>
                  </a:lnTo>
                  <a:lnTo>
                    <a:pt x="369979" y="651392"/>
                  </a:lnTo>
                  <a:lnTo>
                    <a:pt x="371324" y="648706"/>
                  </a:lnTo>
                  <a:lnTo>
                    <a:pt x="371324" y="644677"/>
                  </a:lnTo>
                  <a:lnTo>
                    <a:pt x="368633" y="647363"/>
                  </a:lnTo>
                  <a:lnTo>
                    <a:pt x="365942" y="647363"/>
                  </a:lnTo>
                  <a:lnTo>
                    <a:pt x="363252" y="644677"/>
                  </a:lnTo>
                  <a:lnTo>
                    <a:pt x="363252" y="636618"/>
                  </a:lnTo>
                  <a:lnTo>
                    <a:pt x="360561" y="639305"/>
                  </a:lnTo>
                  <a:lnTo>
                    <a:pt x="360561" y="641991"/>
                  </a:lnTo>
                  <a:lnTo>
                    <a:pt x="359216" y="640648"/>
                  </a:lnTo>
                  <a:lnTo>
                    <a:pt x="359216" y="637962"/>
                  </a:lnTo>
                  <a:lnTo>
                    <a:pt x="357870" y="632589"/>
                  </a:lnTo>
                  <a:lnTo>
                    <a:pt x="355179" y="632589"/>
                  </a:lnTo>
                  <a:lnTo>
                    <a:pt x="355179" y="633932"/>
                  </a:lnTo>
                  <a:lnTo>
                    <a:pt x="356525" y="636618"/>
                  </a:lnTo>
                  <a:lnTo>
                    <a:pt x="355179" y="639305"/>
                  </a:lnTo>
                  <a:lnTo>
                    <a:pt x="352489" y="637962"/>
                  </a:lnTo>
                  <a:lnTo>
                    <a:pt x="349798" y="636618"/>
                  </a:lnTo>
                  <a:lnTo>
                    <a:pt x="348452" y="632589"/>
                  </a:lnTo>
                  <a:lnTo>
                    <a:pt x="349798" y="628560"/>
                  </a:lnTo>
                  <a:lnTo>
                    <a:pt x="347107" y="620502"/>
                  </a:lnTo>
                  <a:lnTo>
                    <a:pt x="347107" y="617815"/>
                  </a:lnTo>
                  <a:lnTo>
                    <a:pt x="345762" y="621845"/>
                  </a:lnTo>
                  <a:lnTo>
                    <a:pt x="345762" y="629903"/>
                  </a:lnTo>
                  <a:lnTo>
                    <a:pt x="347107" y="633932"/>
                  </a:lnTo>
                  <a:lnTo>
                    <a:pt x="344416" y="636618"/>
                  </a:lnTo>
                  <a:lnTo>
                    <a:pt x="340380" y="628560"/>
                  </a:lnTo>
                  <a:lnTo>
                    <a:pt x="337689" y="625874"/>
                  </a:lnTo>
                  <a:lnTo>
                    <a:pt x="337689" y="623188"/>
                  </a:lnTo>
                  <a:lnTo>
                    <a:pt x="333653" y="621845"/>
                  </a:lnTo>
                  <a:lnTo>
                    <a:pt x="330963" y="613786"/>
                  </a:lnTo>
                  <a:lnTo>
                    <a:pt x="328272" y="612443"/>
                  </a:lnTo>
                  <a:lnTo>
                    <a:pt x="328272" y="609757"/>
                  </a:lnTo>
                  <a:lnTo>
                    <a:pt x="326927" y="605728"/>
                  </a:lnTo>
                  <a:lnTo>
                    <a:pt x="324236" y="607071"/>
                  </a:lnTo>
                  <a:lnTo>
                    <a:pt x="324236" y="609757"/>
                  </a:lnTo>
                  <a:lnTo>
                    <a:pt x="325581" y="615129"/>
                  </a:lnTo>
                  <a:lnTo>
                    <a:pt x="326927" y="619159"/>
                  </a:lnTo>
                  <a:lnTo>
                    <a:pt x="324236" y="617815"/>
                  </a:lnTo>
                  <a:lnTo>
                    <a:pt x="324236" y="613786"/>
                  </a:lnTo>
                  <a:lnTo>
                    <a:pt x="321545" y="611100"/>
                  </a:lnTo>
                  <a:lnTo>
                    <a:pt x="314818" y="608414"/>
                  </a:lnTo>
                  <a:lnTo>
                    <a:pt x="312127" y="601698"/>
                  </a:lnTo>
                  <a:lnTo>
                    <a:pt x="312127" y="597669"/>
                  </a:lnTo>
                  <a:lnTo>
                    <a:pt x="306746" y="596326"/>
                  </a:lnTo>
                  <a:lnTo>
                    <a:pt x="304055" y="599012"/>
                  </a:lnTo>
                  <a:lnTo>
                    <a:pt x="301364" y="597669"/>
                  </a:lnTo>
                  <a:lnTo>
                    <a:pt x="300019" y="601698"/>
                  </a:lnTo>
                  <a:lnTo>
                    <a:pt x="301364" y="608414"/>
                  </a:lnTo>
                  <a:lnTo>
                    <a:pt x="309437" y="613786"/>
                  </a:lnTo>
                  <a:lnTo>
                    <a:pt x="309437" y="616472"/>
                  </a:lnTo>
                  <a:lnTo>
                    <a:pt x="309437" y="620502"/>
                  </a:lnTo>
                  <a:lnTo>
                    <a:pt x="310782" y="627217"/>
                  </a:lnTo>
                  <a:lnTo>
                    <a:pt x="312127" y="625874"/>
                  </a:lnTo>
                  <a:lnTo>
                    <a:pt x="318854" y="627217"/>
                  </a:lnTo>
                  <a:lnTo>
                    <a:pt x="321545" y="631246"/>
                  </a:lnTo>
                  <a:lnTo>
                    <a:pt x="320200" y="633932"/>
                  </a:lnTo>
                  <a:lnTo>
                    <a:pt x="322890" y="633932"/>
                  </a:lnTo>
                  <a:lnTo>
                    <a:pt x="325581" y="635275"/>
                  </a:lnTo>
                  <a:lnTo>
                    <a:pt x="322890" y="637962"/>
                  </a:lnTo>
                  <a:lnTo>
                    <a:pt x="328272" y="639305"/>
                  </a:lnTo>
                  <a:lnTo>
                    <a:pt x="329617" y="641991"/>
                  </a:lnTo>
                  <a:lnTo>
                    <a:pt x="332308" y="647363"/>
                  </a:lnTo>
                  <a:lnTo>
                    <a:pt x="330963" y="651392"/>
                  </a:lnTo>
                  <a:lnTo>
                    <a:pt x="334999" y="650049"/>
                  </a:lnTo>
                  <a:lnTo>
                    <a:pt x="337689" y="651392"/>
                  </a:lnTo>
                  <a:lnTo>
                    <a:pt x="339035" y="658108"/>
                  </a:lnTo>
                  <a:lnTo>
                    <a:pt x="334999" y="662137"/>
                  </a:lnTo>
                  <a:lnTo>
                    <a:pt x="337689" y="662137"/>
                  </a:lnTo>
                  <a:lnTo>
                    <a:pt x="339035" y="664823"/>
                  </a:lnTo>
                  <a:lnTo>
                    <a:pt x="339035" y="667509"/>
                  </a:lnTo>
                  <a:lnTo>
                    <a:pt x="343071" y="663480"/>
                  </a:lnTo>
                  <a:lnTo>
                    <a:pt x="344416" y="664823"/>
                  </a:lnTo>
                  <a:lnTo>
                    <a:pt x="344416" y="670195"/>
                  </a:lnTo>
                  <a:lnTo>
                    <a:pt x="345762" y="672882"/>
                  </a:lnTo>
                  <a:lnTo>
                    <a:pt x="347107" y="671539"/>
                  </a:lnTo>
                  <a:lnTo>
                    <a:pt x="349798" y="674225"/>
                  </a:lnTo>
                  <a:lnTo>
                    <a:pt x="347107" y="676911"/>
                  </a:lnTo>
                  <a:lnTo>
                    <a:pt x="344416" y="675568"/>
                  </a:lnTo>
                  <a:lnTo>
                    <a:pt x="341726" y="678254"/>
                  </a:lnTo>
                  <a:lnTo>
                    <a:pt x="344416" y="682283"/>
                  </a:lnTo>
                  <a:lnTo>
                    <a:pt x="347107" y="684969"/>
                  </a:lnTo>
                  <a:lnTo>
                    <a:pt x="347107" y="68765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5" name="Freeform 1094">
              <a:extLst>
                <a:ext uri="{FF2B5EF4-FFF2-40B4-BE49-F238E27FC236}">
                  <a16:creationId xmlns:a16="http://schemas.microsoft.com/office/drawing/2014/main" id="{9C6AA017-3D21-1D35-5DE0-A71AE2B526AC}"/>
                </a:ext>
              </a:extLst>
            </p:cNvPr>
            <p:cNvSpPr/>
            <p:nvPr/>
          </p:nvSpPr>
          <p:spPr>
            <a:xfrm>
              <a:off x="5458195" y="2451919"/>
              <a:ext cx="142610" cy="134307"/>
            </a:xfrm>
            <a:custGeom>
              <a:avLst/>
              <a:gdLst>
                <a:gd name="connsiteX0" fmla="*/ 0 w 142610"/>
                <a:gd name="connsiteY0" fmla="*/ 111475 h 134307"/>
                <a:gd name="connsiteX1" fmla="*/ 2691 w 142610"/>
                <a:gd name="connsiteY1" fmla="*/ 111475 h 134307"/>
                <a:gd name="connsiteX2" fmla="*/ 4036 w 142610"/>
                <a:gd name="connsiteY2" fmla="*/ 107446 h 134307"/>
                <a:gd name="connsiteX3" fmla="*/ 6727 w 142610"/>
                <a:gd name="connsiteY3" fmla="*/ 106103 h 134307"/>
                <a:gd name="connsiteX4" fmla="*/ 8072 w 142610"/>
                <a:gd name="connsiteY4" fmla="*/ 107446 h 134307"/>
                <a:gd name="connsiteX5" fmla="*/ 10763 w 142610"/>
                <a:gd name="connsiteY5" fmla="*/ 108789 h 134307"/>
                <a:gd name="connsiteX6" fmla="*/ 14799 w 142610"/>
                <a:gd name="connsiteY6" fmla="*/ 108789 h 134307"/>
                <a:gd name="connsiteX7" fmla="*/ 16144 w 142610"/>
                <a:gd name="connsiteY7" fmla="*/ 107446 h 134307"/>
                <a:gd name="connsiteX8" fmla="*/ 18835 w 142610"/>
                <a:gd name="connsiteY8" fmla="*/ 107446 h 134307"/>
                <a:gd name="connsiteX9" fmla="*/ 21526 w 142610"/>
                <a:gd name="connsiteY9" fmla="*/ 108789 h 134307"/>
                <a:gd name="connsiteX10" fmla="*/ 22871 w 142610"/>
                <a:gd name="connsiteY10" fmla="*/ 111475 h 134307"/>
                <a:gd name="connsiteX11" fmla="*/ 18835 w 142610"/>
                <a:gd name="connsiteY11" fmla="*/ 116848 h 134307"/>
                <a:gd name="connsiteX12" fmla="*/ 20181 w 142610"/>
                <a:gd name="connsiteY12" fmla="*/ 120877 h 134307"/>
                <a:gd name="connsiteX13" fmla="*/ 17490 w 142610"/>
                <a:gd name="connsiteY13" fmla="*/ 124906 h 134307"/>
                <a:gd name="connsiteX14" fmla="*/ 17490 w 142610"/>
                <a:gd name="connsiteY14" fmla="*/ 131621 h 134307"/>
                <a:gd name="connsiteX15" fmla="*/ 18835 w 142610"/>
                <a:gd name="connsiteY15" fmla="*/ 134308 h 134307"/>
                <a:gd name="connsiteX16" fmla="*/ 21526 w 142610"/>
                <a:gd name="connsiteY16" fmla="*/ 132965 h 134307"/>
                <a:gd name="connsiteX17" fmla="*/ 22871 w 142610"/>
                <a:gd name="connsiteY17" fmla="*/ 134308 h 134307"/>
                <a:gd name="connsiteX18" fmla="*/ 26908 w 142610"/>
                <a:gd name="connsiteY18" fmla="*/ 134308 h 134307"/>
                <a:gd name="connsiteX19" fmla="*/ 29598 w 142610"/>
                <a:gd name="connsiteY19" fmla="*/ 132965 h 134307"/>
                <a:gd name="connsiteX20" fmla="*/ 33634 w 142610"/>
                <a:gd name="connsiteY20" fmla="*/ 132965 h 134307"/>
                <a:gd name="connsiteX21" fmla="*/ 34980 w 142610"/>
                <a:gd name="connsiteY21" fmla="*/ 130278 h 134307"/>
                <a:gd name="connsiteX22" fmla="*/ 39016 w 142610"/>
                <a:gd name="connsiteY22" fmla="*/ 127592 h 134307"/>
                <a:gd name="connsiteX23" fmla="*/ 43052 w 142610"/>
                <a:gd name="connsiteY23" fmla="*/ 127592 h 134307"/>
                <a:gd name="connsiteX24" fmla="*/ 47088 w 142610"/>
                <a:gd name="connsiteY24" fmla="*/ 123563 h 134307"/>
                <a:gd name="connsiteX25" fmla="*/ 48434 w 142610"/>
                <a:gd name="connsiteY25" fmla="*/ 118191 h 134307"/>
                <a:gd name="connsiteX26" fmla="*/ 51124 w 142610"/>
                <a:gd name="connsiteY26" fmla="*/ 115505 h 134307"/>
                <a:gd name="connsiteX27" fmla="*/ 53815 w 142610"/>
                <a:gd name="connsiteY27" fmla="*/ 111475 h 134307"/>
                <a:gd name="connsiteX28" fmla="*/ 56506 w 142610"/>
                <a:gd name="connsiteY28" fmla="*/ 111475 h 134307"/>
                <a:gd name="connsiteX29" fmla="*/ 59197 w 142610"/>
                <a:gd name="connsiteY29" fmla="*/ 114162 h 134307"/>
                <a:gd name="connsiteX30" fmla="*/ 63233 w 142610"/>
                <a:gd name="connsiteY30" fmla="*/ 111475 h 134307"/>
                <a:gd name="connsiteX31" fmla="*/ 65924 w 142610"/>
                <a:gd name="connsiteY31" fmla="*/ 110132 h 134307"/>
                <a:gd name="connsiteX32" fmla="*/ 68614 w 142610"/>
                <a:gd name="connsiteY32" fmla="*/ 110132 h 134307"/>
                <a:gd name="connsiteX33" fmla="*/ 69960 w 142610"/>
                <a:gd name="connsiteY33" fmla="*/ 103417 h 134307"/>
                <a:gd name="connsiteX34" fmla="*/ 69960 w 142610"/>
                <a:gd name="connsiteY34" fmla="*/ 96702 h 134307"/>
                <a:gd name="connsiteX35" fmla="*/ 73996 w 142610"/>
                <a:gd name="connsiteY35" fmla="*/ 94015 h 134307"/>
                <a:gd name="connsiteX36" fmla="*/ 75341 w 142610"/>
                <a:gd name="connsiteY36" fmla="*/ 91329 h 134307"/>
                <a:gd name="connsiteX37" fmla="*/ 78032 w 142610"/>
                <a:gd name="connsiteY37" fmla="*/ 91329 h 134307"/>
                <a:gd name="connsiteX38" fmla="*/ 80723 w 142610"/>
                <a:gd name="connsiteY38" fmla="*/ 94015 h 134307"/>
                <a:gd name="connsiteX39" fmla="*/ 83413 w 142610"/>
                <a:gd name="connsiteY39" fmla="*/ 91329 h 134307"/>
                <a:gd name="connsiteX40" fmla="*/ 86104 w 142610"/>
                <a:gd name="connsiteY40" fmla="*/ 89986 h 134307"/>
                <a:gd name="connsiteX41" fmla="*/ 88795 w 142610"/>
                <a:gd name="connsiteY41" fmla="*/ 91329 h 134307"/>
                <a:gd name="connsiteX42" fmla="*/ 90140 w 142610"/>
                <a:gd name="connsiteY42" fmla="*/ 95358 h 134307"/>
                <a:gd name="connsiteX43" fmla="*/ 87449 w 142610"/>
                <a:gd name="connsiteY43" fmla="*/ 98045 h 134307"/>
                <a:gd name="connsiteX44" fmla="*/ 84759 w 142610"/>
                <a:gd name="connsiteY44" fmla="*/ 100731 h 134307"/>
                <a:gd name="connsiteX45" fmla="*/ 88795 w 142610"/>
                <a:gd name="connsiteY45" fmla="*/ 103417 h 134307"/>
                <a:gd name="connsiteX46" fmla="*/ 95522 w 142610"/>
                <a:gd name="connsiteY46" fmla="*/ 103417 h 134307"/>
                <a:gd name="connsiteX47" fmla="*/ 99558 w 142610"/>
                <a:gd name="connsiteY47" fmla="*/ 104760 h 134307"/>
                <a:gd name="connsiteX48" fmla="*/ 100903 w 142610"/>
                <a:gd name="connsiteY48" fmla="*/ 108789 h 134307"/>
                <a:gd name="connsiteX49" fmla="*/ 98213 w 142610"/>
                <a:gd name="connsiteY49" fmla="*/ 114162 h 134307"/>
                <a:gd name="connsiteX50" fmla="*/ 95522 w 142610"/>
                <a:gd name="connsiteY50" fmla="*/ 115505 h 134307"/>
                <a:gd name="connsiteX51" fmla="*/ 95522 w 142610"/>
                <a:gd name="connsiteY51" fmla="*/ 120877 h 134307"/>
                <a:gd name="connsiteX52" fmla="*/ 98213 w 142610"/>
                <a:gd name="connsiteY52" fmla="*/ 122220 h 134307"/>
                <a:gd name="connsiteX53" fmla="*/ 99558 w 142610"/>
                <a:gd name="connsiteY53" fmla="*/ 120877 h 134307"/>
                <a:gd name="connsiteX54" fmla="*/ 103594 w 142610"/>
                <a:gd name="connsiteY54" fmla="*/ 120877 h 134307"/>
                <a:gd name="connsiteX55" fmla="*/ 104939 w 142610"/>
                <a:gd name="connsiteY55" fmla="*/ 122220 h 134307"/>
                <a:gd name="connsiteX56" fmla="*/ 107630 w 142610"/>
                <a:gd name="connsiteY56" fmla="*/ 120877 h 134307"/>
                <a:gd name="connsiteX57" fmla="*/ 108976 w 142610"/>
                <a:gd name="connsiteY57" fmla="*/ 123563 h 134307"/>
                <a:gd name="connsiteX58" fmla="*/ 113012 w 142610"/>
                <a:gd name="connsiteY58" fmla="*/ 123563 h 134307"/>
                <a:gd name="connsiteX59" fmla="*/ 115702 w 142610"/>
                <a:gd name="connsiteY59" fmla="*/ 126249 h 134307"/>
                <a:gd name="connsiteX60" fmla="*/ 118393 w 142610"/>
                <a:gd name="connsiteY60" fmla="*/ 126249 h 134307"/>
                <a:gd name="connsiteX61" fmla="*/ 125120 w 142610"/>
                <a:gd name="connsiteY61" fmla="*/ 130278 h 134307"/>
                <a:gd name="connsiteX62" fmla="*/ 127811 w 142610"/>
                <a:gd name="connsiteY62" fmla="*/ 128935 h 134307"/>
                <a:gd name="connsiteX63" fmla="*/ 130501 w 142610"/>
                <a:gd name="connsiteY63" fmla="*/ 123563 h 134307"/>
                <a:gd name="connsiteX64" fmla="*/ 133192 w 142610"/>
                <a:gd name="connsiteY64" fmla="*/ 122220 h 134307"/>
                <a:gd name="connsiteX65" fmla="*/ 137228 w 142610"/>
                <a:gd name="connsiteY65" fmla="*/ 118191 h 134307"/>
                <a:gd name="connsiteX66" fmla="*/ 141265 w 142610"/>
                <a:gd name="connsiteY66" fmla="*/ 118191 h 134307"/>
                <a:gd name="connsiteX67" fmla="*/ 142610 w 142610"/>
                <a:gd name="connsiteY67" fmla="*/ 115505 h 134307"/>
                <a:gd name="connsiteX68" fmla="*/ 139919 w 142610"/>
                <a:gd name="connsiteY68" fmla="*/ 114162 h 134307"/>
                <a:gd name="connsiteX69" fmla="*/ 137228 w 142610"/>
                <a:gd name="connsiteY69" fmla="*/ 111475 h 134307"/>
                <a:gd name="connsiteX70" fmla="*/ 139919 w 142610"/>
                <a:gd name="connsiteY70" fmla="*/ 110132 h 134307"/>
                <a:gd name="connsiteX71" fmla="*/ 141265 w 142610"/>
                <a:gd name="connsiteY71" fmla="*/ 107446 h 134307"/>
                <a:gd name="connsiteX72" fmla="*/ 138574 w 142610"/>
                <a:gd name="connsiteY72" fmla="*/ 106103 h 134307"/>
                <a:gd name="connsiteX73" fmla="*/ 137228 w 142610"/>
                <a:gd name="connsiteY73" fmla="*/ 102074 h 134307"/>
                <a:gd name="connsiteX74" fmla="*/ 135883 w 142610"/>
                <a:gd name="connsiteY74" fmla="*/ 103417 h 134307"/>
                <a:gd name="connsiteX75" fmla="*/ 135883 w 142610"/>
                <a:gd name="connsiteY75" fmla="*/ 106103 h 134307"/>
                <a:gd name="connsiteX76" fmla="*/ 134538 w 142610"/>
                <a:gd name="connsiteY76" fmla="*/ 107446 h 134307"/>
                <a:gd name="connsiteX77" fmla="*/ 133192 w 142610"/>
                <a:gd name="connsiteY77" fmla="*/ 106103 h 134307"/>
                <a:gd name="connsiteX78" fmla="*/ 129156 w 142610"/>
                <a:gd name="connsiteY78" fmla="*/ 103417 h 134307"/>
                <a:gd name="connsiteX79" fmla="*/ 129156 w 142610"/>
                <a:gd name="connsiteY79" fmla="*/ 100731 h 134307"/>
                <a:gd name="connsiteX80" fmla="*/ 127811 w 142610"/>
                <a:gd name="connsiteY80" fmla="*/ 102074 h 134307"/>
                <a:gd name="connsiteX81" fmla="*/ 125120 w 142610"/>
                <a:gd name="connsiteY81" fmla="*/ 106103 h 134307"/>
                <a:gd name="connsiteX82" fmla="*/ 117048 w 142610"/>
                <a:gd name="connsiteY82" fmla="*/ 106103 h 134307"/>
                <a:gd name="connsiteX83" fmla="*/ 114357 w 142610"/>
                <a:gd name="connsiteY83" fmla="*/ 103417 h 134307"/>
                <a:gd name="connsiteX84" fmla="*/ 118393 w 142610"/>
                <a:gd name="connsiteY84" fmla="*/ 100731 h 134307"/>
                <a:gd name="connsiteX85" fmla="*/ 121084 w 142610"/>
                <a:gd name="connsiteY85" fmla="*/ 100731 h 134307"/>
                <a:gd name="connsiteX86" fmla="*/ 125120 w 142610"/>
                <a:gd name="connsiteY86" fmla="*/ 98045 h 134307"/>
                <a:gd name="connsiteX87" fmla="*/ 125120 w 142610"/>
                <a:gd name="connsiteY87" fmla="*/ 94015 h 134307"/>
                <a:gd name="connsiteX88" fmla="*/ 123775 w 142610"/>
                <a:gd name="connsiteY88" fmla="*/ 92672 h 134307"/>
                <a:gd name="connsiteX89" fmla="*/ 123775 w 142610"/>
                <a:gd name="connsiteY89" fmla="*/ 87300 h 134307"/>
                <a:gd name="connsiteX90" fmla="*/ 125120 w 142610"/>
                <a:gd name="connsiteY90" fmla="*/ 84614 h 134307"/>
                <a:gd name="connsiteX91" fmla="*/ 125120 w 142610"/>
                <a:gd name="connsiteY91" fmla="*/ 81928 h 134307"/>
                <a:gd name="connsiteX92" fmla="*/ 122429 w 142610"/>
                <a:gd name="connsiteY92" fmla="*/ 79241 h 134307"/>
                <a:gd name="connsiteX93" fmla="*/ 122429 w 142610"/>
                <a:gd name="connsiteY93" fmla="*/ 75212 h 134307"/>
                <a:gd name="connsiteX94" fmla="*/ 115702 w 142610"/>
                <a:gd name="connsiteY94" fmla="*/ 67154 h 134307"/>
                <a:gd name="connsiteX95" fmla="*/ 108976 w 142610"/>
                <a:gd name="connsiteY95" fmla="*/ 64468 h 134307"/>
                <a:gd name="connsiteX96" fmla="*/ 108976 w 142610"/>
                <a:gd name="connsiteY96" fmla="*/ 61782 h 134307"/>
                <a:gd name="connsiteX97" fmla="*/ 107630 w 142610"/>
                <a:gd name="connsiteY97" fmla="*/ 56409 h 134307"/>
                <a:gd name="connsiteX98" fmla="*/ 103594 w 142610"/>
                <a:gd name="connsiteY98" fmla="*/ 56409 h 134307"/>
                <a:gd name="connsiteX99" fmla="*/ 102249 w 142610"/>
                <a:gd name="connsiteY99" fmla="*/ 53723 h 134307"/>
                <a:gd name="connsiteX100" fmla="*/ 103594 w 142610"/>
                <a:gd name="connsiteY100" fmla="*/ 48351 h 134307"/>
                <a:gd name="connsiteX101" fmla="*/ 102249 w 142610"/>
                <a:gd name="connsiteY101" fmla="*/ 44321 h 134307"/>
                <a:gd name="connsiteX102" fmla="*/ 95522 w 142610"/>
                <a:gd name="connsiteY102" fmla="*/ 44321 h 134307"/>
                <a:gd name="connsiteX103" fmla="*/ 87449 w 142610"/>
                <a:gd name="connsiteY103" fmla="*/ 41635 h 134307"/>
                <a:gd name="connsiteX104" fmla="*/ 84759 w 142610"/>
                <a:gd name="connsiteY104" fmla="*/ 36263 h 134307"/>
                <a:gd name="connsiteX105" fmla="*/ 86104 w 142610"/>
                <a:gd name="connsiteY105" fmla="*/ 33577 h 134307"/>
                <a:gd name="connsiteX106" fmla="*/ 86104 w 142610"/>
                <a:gd name="connsiteY106" fmla="*/ 30891 h 134307"/>
                <a:gd name="connsiteX107" fmla="*/ 82068 w 142610"/>
                <a:gd name="connsiteY107" fmla="*/ 28205 h 134307"/>
                <a:gd name="connsiteX108" fmla="*/ 80723 w 142610"/>
                <a:gd name="connsiteY108" fmla="*/ 24175 h 134307"/>
                <a:gd name="connsiteX109" fmla="*/ 79377 w 142610"/>
                <a:gd name="connsiteY109" fmla="*/ 24175 h 134307"/>
                <a:gd name="connsiteX110" fmla="*/ 73996 w 142610"/>
                <a:gd name="connsiteY110" fmla="*/ 29548 h 134307"/>
                <a:gd name="connsiteX111" fmla="*/ 72650 w 142610"/>
                <a:gd name="connsiteY111" fmla="*/ 33577 h 134307"/>
                <a:gd name="connsiteX112" fmla="*/ 69960 w 142610"/>
                <a:gd name="connsiteY112" fmla="*/ 36263 h 134307"/>
                <a:gd name="connsiteX113" fmla="*/ 67269 w 142610"/>
                <a:gd name="connsiteY113" fmla="*/ 33577 h 134307"/>
                <a:gd name="connsiteX114" fmla="*/ 67269 w 142610"/>
                <a:gd name="connsiteY114" fmla="*/ 26862 h 134307"/>
                <a:gd name="connsiteX115" fmla="*/ 64578 w 142610"/>
                <a:gd name="connsiteY115" fmla="*/ 21489 h 134307"/>
                <a:gd name="connsiteX116" fmla="*/ 65924 w 142610"/>
                <a:gd name="connsiteY116" fmla="*/ 18803 h 134307"/>
                <a:gd name="connsiteX117" fmla="*/ 68614 w 142610"/>
                <a:gd name="connsiteY117" fmla="*/ 18803 h 134307"/>
                <a:gd name="connsiteX118" fmla="*/ 72650 w 142610"/>
                <a:gd name="connsiteY118" fmla="*/ 18803 h 134307"/>
                <a:gd name="connsiteX119" fmla="*/ 71305 w 142610"/>
                <a:gd name="connsiteY119" fmla="*/ 16117 h 134307"/>
                <a:gd name="connsiteX120" fmla="*/ 72650 w 142610"/>
                <a:gd name="connsiteY120" fmla="*/ 12088 h 134307"/>
                <a:gd name="connsiteX121" fmla="*/ 71305 w 142610"/>
                <a:gd name="connsiteY121" fmla="*/ 8058 h 134307"/>
                <a:gd name="connsiteX122" fmla="*/ 67269 w 142610"/>
                <a:gd name="connsiteY122" fmla="*/ 9401 h 134307"/>
                <a:gd name="connsiteX123" fmla="*/ 67269 w 142610"/>
                <a:gd name="connsiteY123" fmla="*/ 6715 h 134307"/>
                <a:gd name="connsiteX124" fmla="*/ 71305 w 142610"/>
                <a:gd name="connsiteY124" fmla="*/ 1343 h 134307"/>
                <a:gd name="connsiteX125" fmla="*/ 68614 w 142610"/>
                <a:gd name="connsiteY125" fmla="*/ 0 h 134307"/>
                <a:gd name="connsiteX126" fmla="*/ 59197 w 142610"/>
                <a:gd name="connsiteY126" fmla="*/ 4029 h 134307"/>
                <a:gd name="connsiteX127" fmla="*/ 53815 w 142610"/>
                <a:gd name="connsiteY127" fmla="*/ 8058 h 134307"/>
                <a:gd name="connsiteX128" fmla="*/ 49779 w 142610"/>
                <a:gd name="connsiteY128" fmla="*/ 17460 h 134307"/>
                <a:gd name="connsiteX129" fmla="*/ 44397 w 142610"/>
                <a:gd name="connsiteY129" fmla="*/ 24175 h 134307"/>
                <a:gd name="connsiteX130" fmla="*/ 44397 w 142610"/>
                <a:gd name="connsiteY130" fmla="*/ 28205 h 134307"/>
                <a:gd name="connsiteX131" fmla="*/ 41707 w 142610"/>
                <a:gd name="connsiteY131" fmla="*/ 32234 h 134307"/>
                <a:gd name="connsiteX132" fmla="*/ 41707 w 142610"/>
                <a:gd name="connsiteY132" fmla="*/ 34920 h 134307"/>
                <a:gd name="connsiteX133" fmla="*/ 36325 w 142610"/>
                <a:gd name="connsiteY133" fmla="*/ 42978 h 134307"/>
                <a:gd name="connsiteX134" fmla="*/ 37671 w 142610"/>
                <a:gd name="connsiteY134" fmla="*/ 47008 h 134307"/>
                <a:gd name="connsiteX135" fmla="*/ 34980 w 142610"/>
                <a:gd name="connsiteY135" fmla="*/ 48351 h 134307"/>
                <a:gd name="connsiteX136" fmla="*/ 33634 w 142610"/>
                <a:gd name="connsiteY136" fmla="*/ 52380 h 134307"/>
                <a:gd name="connsiteX137" fmla="*/ 33634 w 142610"/>
                <a:gd name="connsiteY137" fmla="*/ 56409 h 134307"/>
                <a:gd name="connsiteX138" fmla="*/ 26908 w 142610"/>
                <a:gd name="connsiteY138" fmla="*/ 61782 h 134307"/>
                <a:gd name="connsiteX139" fmla="*/ 24217 w 142610"/>
                <a:gd name="connsiteY139" fmla="*/ 65811 h 134307"/>
                <a:gd name="connsiteX140" fmla="*/ 24217 w 142610"/>
                <a:gd name="connsiteY140" fmla="*/ 72526 h 134307"/>
                <a:gd name="connsiteX141" fmla="*/ 22871 w 142610"/>
                <a:gd name="connsiteY141" fmla="*/ 75212 h 134307"/>
                <a:gd name="connsiteX142" fmla="*/ 22871 w 142610"/>
                <a:gd name="connsiteY142" fmla="*/ 83271 h 134307"/>
                <a:gd name="connsiteX143" fmla="*/ 20181 w 142610"/>
                <a:gd name="connsiteY143" fmla="*/ 85957 h 134307"/>
                <a:gd name="connsiteX144" fmla="*/ 13454 w 142610"/>
                <a:gd name="connsiteY144" fmla="*/ 85957 h 134307"/>
                <a:gd name="connsiteX145" fmla="*/ 5382 w 142610"/>
                <a:gd name="connsiteY145" fmla="*/ 88643 h 134307"/>
                <a:gd name="connsiteX146" fmla="*/ 5382 w 142610"/>
                <a:gd name="connsiteY146" fmla="*/ 92672 h 134307"/>
                <a:gd name="connsiteX147" fmla="*/ 2691 w 142610"/>
                <a:gd name="connsiteY147" fmla="*/ 102074 h 134307"/>
                <a:gd name="connsiteX148" fmla="*/ 0 w 142610"/>
                <a:gd name="connsiteY148" fmla="*/ 111475 h 134307"/>
                <a:gd name="connsiteX149" fmla="*/ 0 w 142610"/>
                <a:gd name="connsiteY149" fmla="*/ 111475 h 13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142610" h="134307">
                  <a:moveTo>
                    <a:pt x="0" y="111475"/>
                  </a:moveTo>
                  <a:lnTo>
                    <a:pt x="2691" y="111475"/>
                  </a:lnTo>
                  <a:lnTo>
                    <a:pt x="4036" y="107446"/>
                  </a:lnTo>
                  <a:lnTo>
                    <a:pt x="6727" y="106103"/>
                  </a:lnTo>
                  <a:lnTo>
                    <a:pt x="8072" y="107446"/>
                  </a:lnTo>
                  <a:lnTo>
                    <a:pt x="10763" y="108789"/>
                  </a:lnTo>
                  <a:lnTo>
                    <a:pt x="14799" y="108789"/>
                  </a:lnTo>
                  <a:lnTo>
                    <a:pt x="16144" y="107446"/>
                  </a:lnTo>
                  <a:lnTo>
                    <a:pt x="18835" y="107446"/>
                  </a:lnTo>
                  <a:lnTo>
                    <a:pt x="21526" y="108789"/>
                  </a:lnTo>
                  <a:lnTo>
                    <a:pt x="22871" y="111475"/>
                  </a:lnTo>
                  <a:lnTo>
                    <a:pt x="18835" y="116848"/>
                  </a:lnTo>
                  <a:lnTo>
                    <a:pt x="20181" y="120877"/>
                  </a:lnTo>
                  <a:lnTo>
                    <a:pt x="17490" y="124906"/>
                  </a:lnTo>
                  <a:lnTo>
                    <a:pt x="17490" y="131621"/>
                  </a:lnTo>
                  <a:lnTo>
                    <a:pt x="18835" y="134308"/>
                  </a:lnTo>
                  <a:lnTo>
                    <a:pt x="21526" y="132965"/>
                  </a:lnTo>
                  <a:lnTo>
                    <a:pt x="22871" y="134308"/>
                  </a:lnTo>
                  <a:lnTo>
                    <a:pt x="26908" y="134308"/>
                  </a:lnTo>
                  <a:lnTo>
                    <a:pt x="29598" y="132965"/>
                  </a:lnTo>
                  <a:lnTo>
                    <a:pt x="33634" y="132965"/>
                  </a:lnTo>
                  <a:lnTo>
                    <a:pt x="34980" y="130278"/>
                  </a:lnTo>
                  <a:lnTo>
                    <a:pt x="39016" y="127592"/>
                  </a:lnTo>
                  <a:lnTo>
                    <a:pt x="43052" y="127592"/>
                  </a:lnTo>
                  <a:lnTo>
                    <a:pt x="47088" y="123563"/>
                  </a:lnTo>
                  <a:lnTo>
                    <a:pt x="48434" y="118191"/>
                  </a:lnTo>
                  <a:lnTo>
                    <a:pt x="51124" y="115505"/>
                  </a:lnTo>
                  <a:lnTo>
                    <a:pt x="53815" y="111475"/>
                  </a:lnTo>
                  <a:lnTo>
                    <a:pt x="56506" y="111475"/>
                  </a:lnTo>
                  <a:lnTo>
                    <a:pt x="59197" y="114162"/>
                  </a:lnTo>
                  <a:lnTo>
                    <a:pt x="63233" y="111475"/>
                  </a:lnTo>
                  <a:lnTo>
                    <a:pt x="65924" y="110132"/>
                  </a:lnTo>
                  <a:lnTo>
                    <a:pt x="68614" y="110132"/>
                  </a:lnTo>
                  <a:lnTo>
                    <a:pt x="69960" y="103417"/>
                  </a:lnTo>
                  <a:lnTo>
                    <a:pt x="69960" y="96702"/>
                  </a:lnTo>
                  <a:lnTo>
                    <a:pt x="73996" y="94015"/>
                  </a:lnTo>
                  <a:lnTo>
                    <a:pt x="75341" y="91329"/>
                  </a:lnTo>
                  <a:lnTo>
                    <a:pt x="78032" y="91329"/>
                  </a:lnTo>
                  <a:lnTo>
                    <a:pt x="80723" y="94015"/>
                  </a:lnTo>
                  <a:lnTo>
                    <a:pt x="83413" y="91329"/>
                  </a:lnTo>
                  <a:lnTo>
                    <a:pt x="86104" y="89986"/>
                  </a:lnTo>
                  <a:lnTo>
                    <a:pt x="88795" y="91329"/>
                  </a:lnTo>
                  <a:lnTo>
                    <a:pt x="90140" y="95358"/>
                  </a:lnTo>
                  <a:lnTo>
                    <a:pt x="87449" y="98045"/>
                  </a:lnTo>
                  <a:lnTo>
                    <a:pt x="84759" y="100731"/>
                  </a:lnTo>
                  <a:lnTo>
                    <a:pt x="88795" y="103417"/>
                  </a:lnTo>
                  <a:lnTo>
                    <a:pt x="95522" y="103417"/>
                  </a:lnTo>
                  <a:lnTo>
                    <a:pt x="99558" y="104760"/>
                  </a:lnTo>
                  <a:lnTo>
                    <a:pt x="100903" y="108789"/>
                  </a:lnTo>
                  <a:lnTo>
                    <a:pt x="98213" y="114162"/>
                  </a:lnTo>
                  <a:lnTo>
                    <a:pt x="95522" y="115505"/>
                  </a:lnTo>
                  <a:lnTo>
                    <a:pt x="95522" y="120877"/>
                  </a:lnTo>
                  <a:lnTo>
                    <a:pt x="98213" y="122220"/>
                  </a:lnTo>
                  <a:lnTo>
                    <a:pt x="99558" y="120877"/>
                  </a:lnTo>
                  <a:lnTo>
                    <a:pt x="103594" y="120877"/>
                  </a:lnTo>
                  <a:lnTo>
                    <a:pt x="104939" y="122220"/>
                  </a:lnTo>
                  <a:lnTo>
                    <a:pt x="107630" y="120877"/>
                  </a:lnTo>
                  <a:lnTo>
                    <a:pt x="108976" y="123563"/>
                  </a:lnTo>
                  <a:lnTo>
                    <a:pt x="113012" y="123563"/>
                  </a:lnTo>
                  <a:lnTo>
                    <a:pt x="115702" y="126249"/>
                  </a:lnTo>
                  <a:lnTo>
                    <a:pt x="118393" y="126249"/>
                  </a:lnTo>
                  <a:lnTo>
                    <a:pt x="125120" y="130278"/>
                  </a:lnTo>
                  <a:lnTo>
                    <a:pt x="127811" y="128935"/>
                  </a:lnTo>
                  <a:lnTo>
                    <a:pt x="130501" y="123563"/>
                  </a:lnTo>
                  <a:lnTo>
                    <a:pt x="133192" y="122220"/>
                  </a:lnTo>
                  <a:lnTo>
                    <a:pt x="137228" y="118191"/>
                  </a:lnTo>
                  <a:lnTo>
                    <a:pt x="141265" y="118191"/>
                  </a:lnTo>
                  <a:lnTo>
                    <a:pt x="142610" y="115505"/>
                  </a:lnTo>
                  <a:lnTo>
                    <a:pt x="139919" y="114162"/>
                  </a:lnTo>
                  <a:lnTo>
                    <a:pt x="137228" y="111475"/>
                  </a:lnTo>
                  <a:lnTo>
                    <a:pt x="139919" y="110132"/>
                  </a:lnTo>
                  <a:lnTo>
                    <a:pt x="141265" y="107446"/>
                  </a:lnTo>
                  <a:lnTo>
                    <a:pt x="138574" y="106103"/>
                  </a:lnTo>
                  <a:lnTo>
                    <a:pt x="137228" y="102074"/>
                  </a:lnTo>
                  <a:lnTo>
                    <a:pt x="135883" y="103417"/>
                  </a:lnTo>
                  <a:lnTo>
                    <a:pt x="135883" y="106103"/>
                  </a:lnTo>
                  <a:lnTo>
                    <a:pt x="134538" y="107446"/>
                  </a:lnTo>
                  <a:lnTo>
                    <a:pt x="133192" y="106103"/>
                  </a:lnTo>
                  <a:lnTo>
                    <a:pt x="129156" y="103417"/>
                  </a:lnTo>
                  <a:lnTo>
                    <a:pt x="129156" y="100731"/>
                  </a:lnTo>
                  <a:lnTo>
                    <a:pt x="127811" y="102074"/>
                  </a:lnTo>
                  <a:lnTo>
                    <a:pt x="125120" y="106103"/>
                  </a:lnTo>
                  <a:lnTo>
                    <a:pt x="117048" y="106103"/>
                  </a:lnTo>
                  <a:lnTo>
                    <a:pt x="114357" y="103417"/>
                  </a:lnTo>
                  <a:lnTo>
                    <a:pt x="118393" y="100731"/>
                  </a:lnTo>
                  <a:lnTo>
                    <a:pt x="121084" y="100731"/>
                  </a:lnTo>
                  <a:lnTo>
                    <a:pt x="125120" y="98045"/>
                  </a:lnTo>
                  <a:lnTo>
                    <a:pt x="125120" y="94015"/>
                  </a:lnTo>
                  <a:lnTo>
                    <a:pt x="123775" y="92672"/>
                  </a:lnTo>
                  <a:lnTo>
                    <a:pt x="123775" y="87300"/>
                  </a:lnTo>
                  <a:lnTo>
                    <a:pt x="125120" y="84614"/>
                  </a:lnTo>
                  <a:lnTo>
                    <a:pt x="125120" y="81928"/>
                  </a:lnTo>
                  <a:lnTo>
                    <a:pt x="122429" y="79241"/>
                  </a:lnTo>
                  <a:lnTo>
                    <a:pt x="122429" y="75212"/>
                  </a:lnTo>
                  <a:lnTo>
                    <a:pt x="115702" y="67154"/>
                  </a:lnTo>
                  <a:lnTo>
                    <a:pt x="108976" y="64468"/>
                  </a:lnTo>
                  <a:lnTo>
                    <a:pt x="108976" y="61782"/>
                  </a:lnTo>
                  <a:lnTo>
                    <a:pt x="107630" y="56409"/>
                  </a:lnTo>
                  <a:lnTo>
                    <a:pt x="103594" y="56409"/>
                  </a:lnTo>
                  <a:lnTo>
                    <a:pt x="102249" y="53723"/>
                  </a:lnTo>
                  <a:lnTo>
                    <a:pt x="103594" y="48351"/>
                  </a:lnTo>
                  <a:lnTo>
                    <a:pt x="102249" y="44321"/>
                  </a:lnTo>
                  <a:lnTo>
                    <a:pt x="95522" y="44321"/>
                  </a:lnTo>
                  <a:lnTo>
                    <a:pt x="87449" y="41635"/>
                  </a:lnTo>
                  <a:lnTo>
                    <a:pt x="84759" y="36263"/>
                  </a:lnTo>
                  <a:lnTo>
                    <a:pt x="86104" y="33577"/>
                  </a:lnTo>
                  <a:lnTo>
                    <a:pt x="86104" y="30891"/>
                  </a:lnTo>
                  <a:lnTo>
                    <a:pt x="82068" y="28205"/>
                  </a:lnTo>
                  <a:lnTo>
                    <a:pt x="80723" y="24175"/>
                  </a:lnTo>
                  <a:lnTo>
                    <a:pt x="79377" y="24175"/>
                  </a:lnTo>
                  <a:lnTo>
                    <a:pt x="73996" y="29548"/>
                  </a:lnTo>
                  <a:lnTo>
                    <a:pt x="72650" y="33577"/>
                  </a:lnTo>
                  <a:lnTo>
                    <a:pt x="69960" y="36263"/>
                  </a:lnTo>
                  <a:lnTo>
                    <a:pt x="67269" y="33577"/>
                  </a:lnTo>
                  <a:lnTo>
                    <a:pt x="67269" y="26862"/>
                  </a:lnTo>
                  <a:lnTo>
                    <a:pt x="64578" y="21489"/>
                  </a:lnTo>
                  <a:lnTo>
                    <a:pt x="65924" y="18803"/>
                  </a:lnTo>
                  <a:lnTo>
                    <a:pt x="68614" y="18803"/>
                  </a:lnTo>
                  <a:lnTo>
                    <a:pt x="72650" y="18803"/>
                  </a:lnTo>
                  <a:lnTo>
                    <a:pt x="71305" y="16117"/>
                  </a:lnTo>
                  <a:lnTo>
                    <a:pt x="72650" y="12088"/>
                  </a:lnTo>
                  <a:lnTo>
                    <a:pt x="71305" y="8058"/>
                  </a:lnTo>
                  <a:lnTo>
                    <a:pt x="67269" y="9401"/>
                  </a:lnTo>
                  <a:lnTo>
                    <a:pt x="67269" y="6715"/>
                  </a:lnTo>
                  <a:lnTo>
                    <a:pt x="71305" y="1343"/>
                  </a:lnTo>
                  <a:lnTo>
                    <a:pt x="68614" y="0"/>
                  </a:lnTo>
                  <a:lnTo>
                    <a:pt x="59197" y="4029"/>
                  </a:lnTo>
                  <a:lnTo>
                    <a:pt x="53815" y="8058"/>
                  </a:lnTo>
                  <a:lnTo>
                    <a:pt x="49779" y="17460"/>
                  </a:lnTo>
                  <a:lnTo>
                    <a:pt x="44397" y="24175"/>
                  </a:lnTo>
                  <a:lnTo>
                    <a:pt x="44397" y="28205"/>
                  </a:lnTo>
                  <a:lnTo>
                    <a:pt x="41707" y="32234"/>
                  </a:lnTo>
                  <a:lnTo>
                    <a:pt x="41707" y="34920"/>
                  </a:lnTo>
                  <a:lnTo>
                    <a:pt x="36325" y="42978"/>
                  </a:lnTo>
                  <a:lnTo>
                    <a:pt x="37671" y="47008"/>
                  </a:lnTo>
                  <a:lnTo>
                    <a:pt x="34980" y="48351"/>
                  </a:lnTo>
                  <a:lnTo>
                    <a:pt x="33634" y="52380"/>
                  </a:lnTo>
                  <a:lnTo>
                    <a:pt x="33634" y="56409"/>
                  </a:lnTo>
                  <a:lnTo>
                    <a:pt x="26908" y="61782"/>
                  </a:lnTo>
                  <a:lnTo>
                    <a:pt x="24217" y="65811"/>
                  </a:lnTo>
                  <a:lnTo>
                    <a:pt x="24217" y="72526"/>
                  </a:lnTo>
                  <a:lnTo>
                    <a:pt x="22871" y="75212"/>
                  </a:lnTo>
                  <a:lnTo>
                    <a:pt x="22871" y="83271"/>
                  </a:lnTo>
                  <a:lnTo>
                    <a:pt x="20181" y="85957"/>
                  </a:lnTo>
                  <a:lnTo>
                    <a:pt x="13454" y="85957"/>
                  </a:lnTo>
                  <a:lnTo>
                    <a:pt x="5382" y="88643"/>
                  </a:lnTo>
                  <a:lnTo>
                    <a:pt x="5382" y="92672"/>
                  </a:lnTo>
                  <a:lnTo>
                    <a:pt x="2691" y="102074"/>
                  </a:lnTo>
                  <a:lnTo>
                    <a:pt x="0" y="111475"/>
                  </a:lnTo>
                  <a:lnTo>
                    <a:pt x="0" y="11147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6" name="Freeform 1095">
              <a:extLst>
                <a:ext uri="{FF2B5EF4-FFF2-40B4-BE49-F238E27FC236}">
                  <a16:creationId xmlns:a16="http://schemas.microsoft.com/office/drawing/2014/main" id="{27615084-41FD-ACF3-5686-905A9EEFBCB6}"/>
                </a:ext>
              </a:extLst>
            </p:cNvPr>
            <p:cNvSpPr/>
            <p:nvPr/>
          </p:nvSpPr>
          <p:spPr>
            <a:xfrm>
              <a:off x="5497211" y="2605030"/>
              <a:ext cx="53815" cy="34920"/>
            </a:xfrm>
            <a:custGeom>
              <a:avLst/>
              <a:gdLst>
                <a:gd name="connsiteX0" fmla="*/ 4036 w 53815"/>
                <a:gd name="connsiteY0" fmla="*/ 33577 h 34920"/>
                <a:gd name="connsiteX1" fmla="*/ 5381 w 53815"/>
                <a:gd name="connsiteY1" fmla="*/ 34920 h 34920"/>
                <a:gd name="connsiteX2" fmla="*/ 6727 w 53815"/>
                <a:gd name="connsiteY2" fmla="*/ 33577 h 34920"/>
                <a:gd name="connsiteX3" fmla="*/ 10763 w 53815"/>
                <a:gd name="connsiteY3" fmla="*/ 28205 h 34920"/>
                <a:gd name="connsiteX4" fmla="*/ 13454 w 53815"/>
                <a:gd name="connsiteY4" fmla="*/ 28205 h 34920"/>
                <a:gd name="connsiteX5" fmla="*/ 16144 w 53815"/>
                <a:gd name="connsiteY5" fmla="*/ 29548 h 34920"/>
                <a:gd name="connsiteX6" fmla="*/ 17490 w 53815"/>
                <a:gd name="connsiteY6" fmla="*/ 32234 h 34920"/>
                <a:gd name="connsiteX7" fmla="*/ 21526 w 53815"/>
                <a:gd name="connsiteY7" fmla="*/ 32234 h 34920"/>
                <a:gd name="connsiteX8" fmla="*/ 28253 w 53815"/>
                <a:gd name="connsiteY8" fmla="*/ 26862 h 34920"/>
                <a:gd name="connsiteX9" fmla="*/ 32289 w 53815"/>
                <a:gd name="connsiteY9" fmla="*/ 25518 h 34920"/>
                <a:gd name="connsiteX10" fmla="*/ 36325 w 53815"/>
                <a:gd name="connsiteY10" fmla="*/ 22832 h 34920"/>
                <a:gd name="connsiteX11" fmla="*/ 40361 w 53815"/>
                <a:gd name="connsiteY11" fmla="*/ 16117 h 34920"/>
                <a:gd name="connsiteX12" fmla="*/ 44397 w 53815"/>
                <a:gd name="connsiteY12" fmla="*/ 16117 h 34920"/>
                <a:gd name="connsiteX13" fmla="*/ 49779 w 53815"/>
                <a:gd name="connsiteY13" fmla="*/ 12088 h 34920"/>
                <a:gd name="connsiteX14" fmla="*/ 49779 w 53815"/>
                <a:gd name="connsiteY14" fmla="*/ 8059 h 34920"/>
                <a:gd name="connsiteX15" fmla="*/ 53815 w 53815"/>
                <a:gd name="connsiteY15" fmla="*/ 2686 h 34920"/>
                <a:gd name="connsiteX16" fmla="*/ 52470 w 53815"/>
                <a:gd name="connsiteY16" fmla="*/ 1343 h 34920"/>
                <a:gd name="connsiteX17" fmla="*/ 47088 w 53815"/>
                <a:gd name="connsiteY17" fmla="*/ 1343 h 34920"/>
                <a:gd name="connsiteX18" fmla="*/ 44397 w 53815"/>
                <a:gd name="connsiteY18" fmla="*/ 0 h 34920"/>
                <a:gd name="connsiteX19" fmla="*/ 40361 w 53815"/>
                <a:gd name="connsiteY19" fmla="*/ 0 h 34920"/>
                <a:gd name="connsiteX20" fmla="*/ 36325 w 53815"/>
                <a:gd name="connsiteY20" fmla="*/ 2686 h 34920"/>
                <a:gd name="connsiteX21" fmla="*/ 34980 w 53815"/>
                <a:gd name="connsiteY21" fmla="*/ 1343 h 34920"/>
                <a:gd name="connsiteX22" fmla="*/ 32289 w 53815"/>
                <a:gd name="connsiteY22" fmla="*/ 2686 h 34920"/>
                <a:gd name="connsiteX23" fmla="*/ 29598 w 53815"/>
                <a:gd name="connsiteY23" fmla="*/ 6715 h 34920"/>
                <a:gd name="connsiteX24" fmla="*/ 25562 w 53815"/>
                <a:gd name="connsiteY24" fmla="*/ 4029 h 34920"/>
                <a:gd name="connsiteX25" fmla="*/ 24217 w 53815"/>
                <a:gd name="connsiteY25" fmla="*/ 0 h 34920"/>
                <a:gd name="connsiteX26" fmla="*/ 22871 w 53815"/>
                <a:gd name="connsiteY26" fmla="*/ 1343 h 34920"/>
                <a:gd name="connsiteX27" fmla="*/ 17490 w 53815"/>
                <a:gd name="connsiteY27" fmla="*/ 2686 h 34920"/>
                <a:gd name="connsiteX28" fmla="*/ 12108 w 53815"/>
                <a:gd name="connsiteY28" fmla="*/ 9402 h 34920"/>
                <a:gd name="connsiteX29" fmla="*/ 12108 w 53815"/>
                <a:gd name="connsiteY29" fmla="*/ 12088 h 34920"/>
                <a:gd name="connsiteX30" fmla="*/ 10763 w 53815"/>
                <a:gd name="connsiteY30" fmla="*/ 14774 h 34920"/>
                <a:gd name="connsiteX31" fmla="*/ 1345 w 53815"/>
                <a:gd name="connsiteY31" fmla="*/ 17460 h 34920"/>
                <a:gd name="connsiteX32" fmla="*/ 0 w 53815"/>
                <a:gd name="connsiteY32" fmla="*/ 20146 h 34920"/>
                <a:gd name="connsiteX33" fmla="*/ 2691 w 53815"/>
                <a:gd name="connsiteY33" fmla="*/ 22832 h 34920"/>
                <a:gd name="connsiteX34" fmla="*/ 4036 w 53815"/>
                <a:gd name="connsiteY34" fmla="*/ 28205 h 34920"/>
                <a:gd name="connsiteX35" fmla="*/ 2691 w 53815"/>
                <a:gd name="connsiteY35" fmla="*/ 32234 h 34920"/>
                <a:gd name="connsiteX36" fmla="*/ 4036 w 53815"/>
                <a:gd name="connsiteY36" fmla="*/ 33577 h 34920"/>
                <a:gd name="connsiteX37" fmla="*/ 4036 w 53815"/>
                <a:gd name="connsiteY37" fmla="*/ 33577 h 3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3815" h="34920">
                  <a:moveTo>
                    <a:pt x="4036" y="33577"/>
                  </a:moveTo>
                  <a:lnTo>
                    <a:pt x="5381" y="34920"/>
                  </a:lnTo>
                  <a:lnTo>
                    <a:pt x="6727" y="33577"/>
                  </a:lnTo>
                  <a:lnTo>
                    <a:pt x="10763" y="28205"/>
                  </a:lnTo>
                  <a:lnTo>
                    <a:pt x="13454" y="28205"/>
                  </a:lnTo>
                  <a:lnTo>
                    <a:pt x="16144" y="29548"/>
                  </a:lnTo>
                  <a:lnTo>
                    <a:pt x="17490" y="32234"/>
                  </a:lnTo>
                  <a:lnTo>
                    <a:pt x="21526" y="32234"/>
                  </a:lnTo>
                  <a:lnTo>
                    <a:pt x="28253" y="26862"/>
                  </a:lnTo>
                  <a:lnTo>
                    <a:pt x="32289" y="25518"/>
                  </a:lnTo>
                  <a:lnTo>
                    <a:pt x="36325" y="22832"/>
                  </a:lnTo>
                  <a:lnTo>
                    <a:pt x="40361" y="16117"/>
                  </a:lnTo>
                  <a:lnTo>
                    <a:pt x="44397" y="16117"/>
                  </a:lnTo>
                  <a:lnTo>
                    <a:pt x="49779" y="12088"/>
                  </a:lnTo>
                  <a:lnTo>
                    <a:pt x="49779" y="8059"/>
                  </a:lnTo>
                  <a:lnTo>
                    <a:pt x="53815" y="2686"/>
                  </a:lnTo>
                  <a:lnTo>
                    <a:pt x="52470" y="1343"/>
                  </a:lnTo>
                  <a:lnTo>
                    <a:pt x="47088" y="1343"/>
                  </a:lnTo>
                  <a:lnTo>
                    <a:pt x="44397" y="0"/>
                  </a:lnTo>
                  <a:lnTo>
                    <a:pt x="40361" y="0"/>
                  </a:lnTo>
                  <a:lnTo>
                    <a:pt x="36325" y="2686"/>
                  </a:lnTo>
                  <a:lnTo>
                    <a:pt x="34980" y="1343"/>
                  </a:lnTo>
                  <a:lnTo>
                    <a:pt x="32289" y="2686"/>
                  </a:lnTo>
                  <a:lnTo>
                    <a:pt x="29598" y="6715"/>
                  </a:lnTo>
                  <a:lnTo>
                    <a:pt x="25562" y="4029"/>
                  </a:lnTo>
                  <a:lnTo>
                    <a:pt x="24217" y="0"/>
                  </a:lnTo>
                  <a:lnTo>
                    <a:pt x="22871" y="1343"/>
                  </a:lnTo>
                  <a:lnTo>
                    <a:pt x="17490" y="2686"/>
                  </a:lnTo>
                  <a:lnTo>
                    <a:pt x="12108" y="9402"/>
                  </a:lnTo>
                  <a:lnTo>
                    <a:pt x="12108" y="12088"/>
                  </a:lnTo>
                  <a:lnTo>
                    <a:pt x="10763" y="14774"/>
                  </a:lnTo>
                  <a:lnTo>
                    <a:pt x="1345" y="17460"/>
                  </a:lnTo>
                  <a:lnTo>
                    <a:pt x="0" y="20146"/>
                  </a:lnTo>
                  <a:lnTo>
                    <a:pt x="2691" y="22832"/>
                  </a:lnTo>
                  <a:lnTo>
                    <a:pt x="4036" y="28205"/>
                  </a:lnTo>
                  <a:lnTo>
                    <a:pt x="2691" y="32234"/>
                  </a:lnTo>
                  <a:lnTo>
                    <a:pt x="4036" y="33577"/>
                  </a:lnTo>
                  <a:lnTo>
                    <a:pt x="4036" y="33577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7" name="Freeform 1096">
              <a:extLst>
                <a:ext uri="{FF2B5EF4-FFF2-40B4-BE49-F238E27FC236}">
                  <a16:creationId xmlns:a16="http://schemas.microsoft.com/office/drawing/2014/main" id="{78CA3D34-E2CC-E5F9-C361-80C9C1E70E1E}"/>
                </a:ext>
              </a:extLst>
            </p:cNvPr>
            <p:cNvSpPr/>
            <p:nvPr/>
          </p:nvSpPr>
          <p:spPr>
            <a:xfrm>
              <a:off x="5919659" y="2666811"/>
              <a:ext cx="14799" cy="10744"/>
            </a:xfrm>
            <a:custGeom>
              <a:avLst/>
              <a:gdLst>
                <a:gd name="connsiteX0" fmla="*/ 0 w 14799"/>
                <a:gd name="connsiteY0" fmla="*/ 5372 h 10744"/>
                <a:gd name="connsiteX1" fmla="*/ 1345 w 14799"/>
                <a:gd name="connsiteY1" fmla="*/ 6715 h 10744"/>
                <a:gd name="connsiteX2" fmla="*/ 5381 w 14799"/>
                <a:gd name="connsiteY2" fmla="*/ 6715 h 10744"/>
                <a:gd name="connsiteX3" fmla="*/ 9418 w 14799"/>
                <a:gd name="connsiteY3" fmla="*/ 10745 h 10744"/>
                <a:gd name="connsiteX4" fmla="*/ 12108 w 14799"/>
                <a:gd name="connsiteY4" fmla="*/ 9401 h 10744"/>
                <a:gd name="connsiteX5" fmla="*/ 13454 w 14799"/>
                <a:gd name="connsiteY5" fmla="*/ 6715 h 10744"/>
                <a:gd name="connsiteX6" fmla="*/ 14799 w 14799"/>
                <a:gd name="connsiteY6" fmla="*/ 4029 h 10744"/>
                <a:gd name="connsiteX7" fmla="*/ 14799 w 14799"/>
                <a:gd name="connsiteY7" fmla="*/ 1343 h 10744"/>
                <a:gd name="connsiteX8" fmla="*/ 12108 w 14799"/>
                <a:gd name="connsiteY8" fmla="*/ 0 h 10744"/>
                <a:gd name="connsiteX9" fmla="*/ 8072 w 14799"/>
                <a:gd name="connsiteY9" fmla="*/ 2686 h 10744"/>
                <a:gd name="connsiteX10" fmla="*/ 4036 w 14799"/>
                <a:gd name="connsiteY10" fmla="*/ 4029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99" h="10744">
                  <a:moveTo>
                    <a:pt x="0" y="5372"/>
                  </a:moveTo>
                  <a:lnTo>
                    <a:pt x="1345" y="6715"/>
                  </a:lnTo>
                  <a:lnTo>
                    <a:pt x="5381" y="6715"/>
                  </a:lnTo>
                  <a:lnTo>
                    <a:pt x="9418" y="10745"/>
                  </a:lnTo>
                  <a:lnTo>
                    <a:pt x="12108" y="9401"/>
                  </a:lnTo>
                  <a:lnTo>
                    <a:pt x="13454" y="6715"/>
                  </a:lnTo>
                  <a:lnTo>
                    <a:pt x="14799" y="4029"/>
                  </a:lnTo>
                  <a:lnTo>
                    <a:pt x="14799" y="1343"/>
                  </a:lnTo>
                  <a:lnTo>
                    <a:pt x="12108" y="0"/>
                  </a:lnTo>
                  <a:lnTo>
                    <a:pt x="8072" y="2686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8" name="Freeform 1097">
              <a:extLst>
                <a:ext uri="{FF2B5EF4-FFF2-40B4-BE49-F238E27FC236}">
                  <a16:creationId xmlns:a16="http://schemas.microsoft.com/office/drawing/2014/main" id="{475C9F8F-6B6A-28AA-A05A-50D538E048A6}"/>
                </a:ext>
              </a:extLst>
            </p:cNvPr>
            <p:cNvSpPr/>
            <p:nvPr/>
          </p:nvSpPr>
          <p:spPr>
            <a:xfrm>
              <a:off x="5789158" y="2637263"/>
              <a:ext cx="17489" cy="14773"/>
            </a:xfrm>
            <a:custGeom>
              <a:avLst/>
              <a:gdLst>
                <a:gd name="connsiteX0" fmla="*/ 0 w 17489"/>
                <a:gd name="connsiteY0" fmla="*/ 0 h 14773"/>
                <a:gd name="connsiteX1" fmla="*/ 1345 w 17489"/>
                <a:gd name="connsiteY1" fmla="*/ 1343 h 14773"/>
                <a:gd name="connsiteX2" fmla="*/ 6727 w 17489"/>
                <a:gd name="connsiteY2" fmla="*/ 4029 h 14773"/>
                <a:gd name="connsiteX3" fmla="*/ 6727 w 17489"/>
                <a:gd name="connsiteY3" fmla="*/ 6715 h 14773"/>
                <a:gd name="connsiteX4" fmla="*/ 6727 w 17489"/>
                <a:gd name="connsiteY4" fmla="*/ 8058 h 14773"/>
                <a:gd name="connsiteX5" fmla="*/ 6727 w 17489"/>
                <a:gd name="connsiteY5" fmla="*/ 10745 h 14773"/>
                <a:gd name="connsiteX6" fmla="*/ 10763 w 17489"/>
                <a:gd name="connsiteY6" fmla="*/ 12088 h 14773"/>
                <a:gd name="connsiteX7" fmla="*/ 12108 w 17489"/>
                <a:gd name="connsiteY7" fmla="*/ 14774 h 14773"/>
                <a:gd name="connsiteX8" fmla="*/ 14799 w 17489"/>
                <a:gd name="connsiteY8" fmla="*/ 13431 h 14773"/>
                <a:gd name="connsiteX9" fmla="*/ 16144 w 17489"/>
                <a:gd name="connsiteY9" fmla="*/ 12088 h 14773"/>
                <a:gd name="connsiteX10" fmla="*/ 17490 w 17489"/>
                <a:gd name="connsiteY10" fmla="*/ 12088 h 14773"/>
                <a:gd name="connsiteX11" fmla="*/ 17490 w 17489"/>
                <a:gd name="connsiteY11" fmla="*/ 9402 h 14773"/>
                <a:gd name="connsiteX12" fmla="*/ 13454 w 17489"/>
                <a:gd name="connsiteY12" fmla="*/ 5372 h 14773"/>
                <a:gd name="connsiteX13" fmla="*/ 10763 w 17489"/>
                <a:gd name="connsiteY13" fmla="*/ 4029 h 14773"/>
                <a:gd name="connsiteX14" fmla="*/ 9418 w 17489"/>
                <a:gd name="connsiteY14" fmla="*/ 2686 h 14773"/>
                <a:gd name="connsiteX15" fmla="*/ 5381 w 17489"/>
                <a:gd name="connsiteY15" fmla="*/ 0 h 14773"/>
                <a:gd name="connsiteX16" fmla="*/ 1345 w 17489"/>
                <a:gd name="connsiteY16" fmla="*/ 0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89" h="14773">
                  <a:moveTo>
                    <a:pt x="0" y="0"/>
                  </a:moveTo>
                  <a:lnTo>
                    <a:pt x="1345" y="1343"/>
                  </a:lnTo>
                  <a:lnTo>
                    <a:pt x="6727" y="4029"/>
                  </a:lnTo>
                  <a:lnTo>
                    <a:pt x="6727" y="6715"/>
                  </a:lnTo>
                  <a:lnTo>
                    <a:pt x="6727" y="8058"/>
                  </a:lnTo>
                  <a:lnTo>
                    <a:pt x="6727" y="10745"/>
                  </a:lnTo>
                  <a:lnTo>
                    <a:pt x="10763" y="12088"/>
                  </a:lnTo>
                  <a:lnTo>
                    <a:pt x="12108" y="14774"/>
                  </a:lnTo>
                  <a:lnTo>
                    <a:pt x="14799" y="13431"/>
                  </a:lnTo>
                  <a:lnTo>
                    <a:pt x="16144" y="12088"/>
                  </a:lnTo>
                  <a:lnTo>
                    <a:pt x="17490" y="12088"/>
                  </a:lnTo>
                  <a:lnTo>
                    <a:pt x="17490" y="9402"/>
                  </a:lnTo>
                  <a:lnTo>
                    <a:pt x="13454" y="5372"/>
                  </a:lnTo>
                  <a:lnTo>
                    <a:pt x="10763" y="4029"/>
                  </a:lnTo>
                  <a:lnTo>
                    <a:pt x="9418" y="2686"/>
                  </a:lnTo>
                  <a:lnTo>
                    <a:pt x="5381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9" name="Freeform 1098">
              <a:extLst>
                <a:ext uri="{FF2B5EF4-FFF2-40B4-BE49-F238E27FC236}">
                  <a16:creationId xmlns:a16="http://schemas.microsoft.com/office/drawing/2014/main" id="{7F3EA8E7-5221-381A-206B-6D16D323CC09}"/>
                </a:ext>
              </a:extLst>
            </p:cNvPr>
            <p:cNvSpPr/>
            <p:nvPr/>
          </p:nvSpPr>
          <p:spPr>
            <a:xfrm>
              <a:off x="5907551" y="2692330"/>
              <a:ext cx="8072" cy="13430"/>
            </a:xfrm>
            <a:custGeom>
              <a:avLst/>
              <a:gdLst>
                <a:gd name="connsiteX0" fmla="*/ 6727 w 8072"/>
                <a:gd name="connsiteY0" fmla="*/ 13431 h 13430"/>
                <a:gd name="connsiteX1" fmla="*/ 2691 w 8072"/>
                <a:gd name="connsiteY1" fmla="*/ 9402 h 13430"/>
                <a:gd name="connsiteX2" fmla="*/ 2691 w 8072"/>
                <a:gd name="connsiteY2" fmla="*/ 6715 h 13430"/>
                <a:gd name="connsiteX3" fmla="*/ 0 w 8072"/>
                <a:gd name="connsiteY3" fmla="*/ 5372 h 13430"/>
                <a:gd name="connsiteX4" fmla="*/ 0 w 8072"/>
                <a:gd name="connsiteY4" fmla="*/ 2686 h 13430"/>
                <a:gd name="connsiteX5" fmla="*/ 2691 w 8072"/>
                <a:gd name="connsiteY5" fmla="*/ 0 h 13430"/>
                <a:gd name="connsiteX6" fmla="*/ 5381 w 8072"/>
                <a:gd name="connsiteY6" fmla="*/ 4029 h 13430"/>
                <a:gd name="connsiteX7" fmla="*/ 5381 w 8072"/>
                <a:gd name="connsiteY7" fmla="*/ 5372 h 13430"/>
                <a:gd name="connsiteX8" fmla="*/ 8072 w 8072"/>
                <a:gd name="connsiteY8" fmla="*/ 9402 h 13430"/>
                <a:gd name="connsiteX9" fmla="*/ 8072 w 8072"/>
                <a:gd name="connsiteY9" fmla="*/ 12088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2" h="13430">
                  <a:moveTo>
                    <a:pt x="6727" y="13431"/>
                  </a:moveTo>
                  <a:lnTo>
                    <a:pt x="2691" y="9402"/>
                  </a:lnTo>
                  <a:lnTo>
                    <a:pt x="2691" y="6715"/>
                  </a:lnTo>
                  <a:lnTo>
                    <a:pt x="0" y="5372"/>
                  </a:lnTo>
                  <a:lnTo>
                    <a:pt x="0" y="2686"/>
                  </a:lnTo>
                  <a:lnTo>
                    <a:pt x="2691" y="0"/>
                  </a:lnTo>
                  <a:lnTo>
                    <a:pt x="5381" y="4029"/>
                  </a:lnTo>
                  <a:lnTo>
                    <a:pt x="5381" y="5372"/>
                  </a:lnTo>
                  <a:lnTo>
                    <a:pt x="8072" y="9402"/>
                  </a:lnTo>
                  <a:lnTo>
                    <a:pt x="8072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0" name="Freeform 1099">
              <a:extLst>
                <a:ext uri="{FF2B5EF4-FFF2-40B4-BE49-F238E27FC236}">
                  <a16:creationId xmlns:a16="http://schemas.microsoft.com/office/drawing/2014/main" id="{3E8B8387-582D-A0E7-4506-81981BE86E7A}"/>
                </a:ext>
              </a:extLst>
            </p:cNvPr>
            <p:cNvSpPr/>
            <p:nvPr/>
          </p:nvSpPr>
          <p:spPr>
            <a:xfrm>
              <a:off x="5899479" y="2705760"/>
              <a:ext cx="17489" cy="16116"/>
            </a:xfrm>
            <a:custGeom>
              <a:avLst/>
              <a:gdLst>
                <a:gd name="connsiteX0" fmla="*/ 10763 w 17489"/>
                <a:gd name="connsiteY0" fmla="*/ 16117 h 16116"/>
                <a:gd name="connsiteX1" fmla="*/ 8072 w 17489"/>
                <a:gd name="connsiteY1" fmla="*/ 13431 h 16116"/>
                <a:gd name="connsiteX2" fmla="*/ 8072 w 17489"/>
                <a:gd name="connsiteY2" fmla="*/ 10745 h 16116"/>
                <a:gd name="connsiteX3" fmla="*/ 5381 w 17489"/>
                <a:gd name="connsiteY3" fmla="*/ 9402 h 16116"/>
                <a:gd name="connsiteX4" fmla="*/ 2691 w 17489"/>
                <a:gd name="connsiteY4" fmla="*/ 8059 h 16116"/>
                <a:gd name="connsiteX5" fmla="*/ 0 w 17489"/>
                <a:gd name="connsiteY5" fmla="*/ 5372 h 16116"/>
                <a:gd name="connsiteX6" fmla="*/ 0 w 17489"/>
                <a:gd name="connsiteY6" fmla="*/ 2686 h 16116"/>
                <a:gd name="connsiteX7" fmla="*/ 1345 w 17489"/>
                <a:gd name="connsiteY7" fmla="*/ 1343 h 16116"/>
                <a:gd name="connsiteX8" fmla="*/ 4036 w 17489"/>
                <a:gd name="connsiteY8" fmla="*/ 0 h 16116"/>
                <a:gd name="connsiteX9" fmla="*/ 12108 w 17489"/>
                <a:gd name="connsiteY9" fmla="*/ 1343 h 16116"/>
                <a:gd name="connsiteX10" fmla="*/ 17490 w 17489"/>
                <a:gd name="connsiteY10" fmla="*/ 4029 h 16116"/>
                <a:gd name="connsiteX11" fmla="*/ 17490 w 17489"/>
                <a:gd name="connsiteY11" fmla="*/ 6715 h 16116"/>
                <a:gd name="connsiteX12" fmla="*/ 14799 w 17489"/>
                <a:gd name="connsiteY12" fmla="*/ 8059 h 16116"/>
                <a:gd name="connsiteX13" fmla="*/ 14799 w 17489"/>
                <a:gd name="connsiteY13" fmla="*/ 10745 h 16116"/>
                <a:gd name="connsiteX14" fmla="*/ 12108 w 17489"/>
                <a:gd name="connsiteY14" fmla="*/ 12088 h 16116"/>
                <a:gd name="connsiteX15" fmla="*/ 12108 w 17489"/>
                <a:gd name="connsiteY15" fmla="*/ 16117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89" h="16116">
                  <a:moveTo>
                    <a:pt x="10763" y="16117"/>
                  </a:moveTo>
                  <a:lnTo>
                    <a:pt x="8072" y="13431"/>
                  </a:lnTo>
                  <a:lnTo>
                    <a:pt x="8072" y="10745"/>
                  </a:lnTo>
                  <a:lnTo>
                    <a:pt x="5381" y="9402"/>
                  </a:lnTo>
                  <a:lnTo>
                    <a:pt x="2691" y="8059"/>
                  </a:lnTo>
                  <a:lnTo>
                    <a:pt x="0" y="5372"/>
                  </a:lnTo>
                  <a:lnTo>
                    <a:pt x="0" y="2686"/>
                  </a:lnTo>
                  <a:lnTo>
                    <a:pt x="1345" y="1343"/>
                  </a:lnTo>
                  <a:lnTo>
                    <a:pt x="4036" y="0"/>
                  </a:lnTo>
                  <a:lnTo>
                    <a:pt x="12108" y="1343"/>
                  </a:lnTo>
                  <a:lnTo>
                    <a:pt x="17490" y="4029"/>
                  </a:lnTo>
                  <a:lnTo>
                    <a:pt x="17490" y="6715"/>
                  </a:lnTo>
                  <a:lnTo>
                    <a:pt x="14799" y="8059"/>
                  </a:lnTo>
                  <a:lnTo>
                    <a:pt x="14799" y="10745"/>
                  </a:lnTo>
                  <a:lnTo>
                    <a:pt x="12108" y="12088"/>
                  </a:lnTo>
                  <a:lnTo>
                    <a:pt x="12108" y="16117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1" name="Freeform 1100">
              <a:extLst>
                <a:ext uri="{FF2B5EF4-FFF2-40B4-BE49-F238E27FC236}">
                  <a16:creationId xmlns:a16="http://schemas.microsoft.com/office/drawing/2014/main" id="{212A3BAD-4403-B220-7B90-2B7214F4478C}"/>
                </a:ext>
              </a:extLst>
            </p:cNvPr>
            <p:cNvSpPr/>
            <p:nvPr/>
          </p:nvSpPr>
          <p:spPr>
            <a:xfrm>
              <a:off x="5779740" y="2799776"/>
              <a:ext cx="1345" cy="2686"/>
            </a:xfrm>
            <a:custGeom>
              <a:avLst/>
              <a:gdLst>
                <a:gd name="connsiteX0" fmla="*/ 1345 w 1345"/>
                <a:gd name="connsiteY0" fmla="*/ 0 h 2686"/>
                <a:gd name="connsiteX1" fmla="*/ 0 w 1345"/>
                <a:gd name="connsiteY1" fmla="*/ 2686 h 2686"/>
                <a:gd name="connsiteX2" fmla="*/ 1345 w 1345"/>
                <a:gd name="connsiteY2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" h="2686">
                  <a:moveTo>
                    <a:pt x="1345" y="0"/>
                  </a:moveTo>
                  <a:lnTo>
                    <a:pt x="0" y="2686"/>
                  </a:lnTo>
                  <a:lnTo>
                    <a:pt x="1345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2" name="Freeform 1101">
              <a:extLst>
                <a:ext uri="{FF2B5EF4-FFF2-40B4-BE49-F238E27FC236}">
                  <a16:creationId xmlns:a16="http://schemas.microsoft.com/office/drawing/2014/main" id="{2C6EA0E6-3FA1-779E-1D73-F4D8D4042606}"/>
                </a:ext>
              </a:extLst>
            </p:cNvPr>
            <p:cNvSpPr/>
            <p:nvPr/>
          </p:nvSpPr>
          <p:spPr>
            <a:xfrm>
              <a:off x="5782431" y="2799776"/>
              <a:ext cx="1345" cy="2686"/>
            </a:xfrm>
            <a:custGeom>
              <a:avLst/>
              <a:gdLst>
                <a:gd name="connsiteX0" fmla="*/ 1345 w 1345"/>
                <a:gd name="connsiteY0" fmla="*/ 0 h 2686"/>
                <a:gd name="connsiteX1" fmla="*/ 0 w 1345"/>
                <a:gd name="connsiteY1" fmla="*/ 2686 h 2686"/>
                <a:gd name="connsiteX2" fmla="*/ 1345 w 1345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5" h="2686">
                  <a:moveTo>
                    <a:pt x="1345" y="0"/>
                  </a:moveTo>
                  <a:lnTo>
                    <a:pt x="0" y="2686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3" name="Freeform 1102">
              <a:extLst>
                <a:ext uri="{FF2B5EF4-FFF2-40B4-BE49-F238E27FC236}">
                  <a16:creationId xmlns:a16="http://schemas.microsoft.com/office/drawing/2014/main" id="{4897D836-7F8B-0596-522D-3F5117E9A2E3}"/>
                </a:ext>
              </a:extLst>
            </p:cNvPr>
            <p:cNvSpPr/>
            <p:nvPr/>
          </p:nvSpPr>
          <p:spPr>
            <a:xfrm>
              <a:off x="5785122" y="2799776"/>
              <a:ext cx="2690" cy="9401"/>
            </a:xfrm>
            <a:custGeom>
              <a:avLst/>
              <a:gdLst>
                <a:gd name="connsiteX0" fmla="*/ 1345 w 2690"/>
                <a:gd name="connsiteY0" fmla="*/ 0 h 9401"/>
                <a:gd name="connsiteX1" fmla="*/ 0 w 2690"/>
                <a:gd name="connsiteY1" fmla="*/ 2686 h 9401"/>
                <a:gd name="connsiteX2" fmla="*/ 1345 w 2690"/>
                <a:gd name="connsiteY2" fmla="*/ 6715 h 9401"/>
                <a:gd name="connsiteX3" fmla="*/ 0 w 2690"/>
                <a:gd name="connsiteY3" fmla="*/ 9402 h 9401"/>
                <a:gd name="connsiteX4" fmla="*/ 2691 w 2690"/>
                <a:gd name="connsiteY4" fmla="*/ 8059 h 9401"/>
                <a:gd name="connsiteX5" fmla="*/ 2691 w 2690"/>
                <a:gd name="connsiteY5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" h="9401">
                  <a:moveTo>
                    <a:pt x="1345" y="0"/>
                  </a:moveTo>
                  <a:lnTo>
                    <a:pt x="0" y="2686"/>
                  </a:lnTo>
                  <a:lnTo>
                    <a:pt x="1345" y="6715"/>
                  </a:lnTo>
                  <a:lnTo>
                    <a:pt x="0" y="9402"/>
                  </a:lnTo>
                  <a:lnTo>
                    <a:pt x="2691" y="8059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4" name="Freeform 1103">
              <a:extLst>
                <a:ext uri="{FF2B5EF4-FFF2-40B4-BE49-F238E27FC236}">
                  <a16:creationId xmlns:a16="http://schemas.microsoft.com/office/drawing/2014/main" id="{B70F38E0-FDC3-B460-B6AB-0214510D6336}"/>
                </a:ext>
              </a:extLst>
            </p:cNvPr>
            <p:cNvSpPr/>
            <p:nvPr/>
          </p:nvSpPr>
          <p:spPr>
            <a:xfrm>
              <a:off x="5820101" y="2743367"/>
              <a:ext cx="16144" cy="17460"/>
            </a:xfrm>
            <a:custGeom>
              <a:avLst/>
              <a:gdLst>
                <a:gd name="connsiteX0" fmla="*/ 0 w 16144"/>
                <a:gd name="connsiteY0" fmla="*/ 17460 h 17460"/>
                <a:gd name="connsiteX1" fmla="*/ 0 w 16144"/>
                <a:gd name="connsiteY1" fmla="*/ 14774 h 17460"/>
                <a:gd name="connsiteX2" fmla="*/ 1345 w 16144"/>
                <a:gd name="connsiteY2" fmla="*/ 10745 h 17460"/>
                <a:gd name="connsiteX3" fmla="*/ 4036 w 16144"/>
                <a:gd name="connsiteY3" fmla="*/ 8058 h 17460"/>
                <a:gd name="connsiteX4" fmla="*/ 4036 w 16144"/>
                <a:gd name="connsiteY4" fmla="*/ 5372 h 17460"/>
                <a:gd name="connsiteX5" fmla="*/ 9418 w 16144"/>
                <a:gd name="connsiteY5" fmla="*/ 1343 h 17460"/>
                <a:gd name="connsiteX6" fmla="*/ 14799 w 16144"/>
                <a:gd name="connsiteY6" fmla="*/ 0 h 17460"/>
                <a:gd name="connsiteX7" fmla="*/ 16144 w 16144"/>
                <a:gd name="connsiteY7" fmla="*/ 2686 h 17460"/>
                <a:gd name="connsiteX8" fmla="*/ 14799 w 16144"/>
                <a:gd name="connsiteY8" fmla="*/ 5372 h 17460"/>
                <a:gd name="connsiteX9" fmla="*/ 16144 w 16144"/>
                <a:gd name="connsiteY9" fmla="*/ 5372 h 17460"/>
                <a:gd name="connsiteX10" fmla="*/ 16144 w 16144"/>
                <a:gd name="connsiteY10" fmla="*/ 8058 h 17460"/>
                <a:gd name="connsiteX11" fmla="*/ 12108 w 16144"/>
                <a:gd name="connsiteY11" fmla="*/ 10745 h 17460"/>
                <a:gd name="connsiteX12" fmla="*/ 10763 w 16144"/>
                <a:gd name="connsiteY12" fmla="*/ 13431 h 17460"/>
                <a:gd name="connsiteX13" fmla="*/ 6727 w 16144"/>
                <a:gd name="connsiteY13" fmla="*/ 13431 h 17460"/>
                <a:gd name="connsiteX14" fmla="*/ 2691 w 16144"/>
                <a:gd name="connsiteY14" fmla="*/ 17460 h 1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44" h="17460">
                  <a:moveTo>
                    <a:pt x="0" y="17460"/>
                  </a:moveTo>
                  <a:lnTo>
                    <a:pt x="0" y="14774"/>
                  </a:lnTo>
                  <a:lnTo>
                    <a:pt x="1345" y="10745"/>
                  </a:lnTo>
                  <a:lnTo>
                    <a:pt x="4036" y="8058"/>
                  </a:lnTo>
                  <a:lnTo>
                    <a:pt x="4036" y="5372"/>
                  </a:lnTo>
                  <a:lnTo>
                    <a:pt x="9418" y="1343"/>
                  </a:lnTo>
                  <a:lnTo>
                    <a:pt x="14799" y="0"/>
                  </a:lnTo>
                  <a:lnTo>
                    <a:pt x="16144" y="2686"/>
                  </a:lnTo>
                  <a:lnTo>
                    <a:pt x="14799" y="5372"/>
                  </a:lnTo>
                  <a:lnTo>
                    <a:pt x="16144" y="5372"/>
                  </a:lnTo>
                  <a:lnTo>
                    <a:pt x="16144" y="8058"/>
                  </a:lnTo>
                  <a:lnTo>
                    <a:pt x="12108" y="10745"/>
                  </a:lnTo>
                  <a:lnTo>
                    <a:pt x="10763" y="13431"/>
                  </a:lnTo>
                  <a:lnTo>
                    <a:pt x="6727" y="13431"/>
                  </a:lnTo>
                  <a:lnTo>
                    <a:pt x="2691" y="1746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5" name="Freeform 1104">
              <a:extLst>
                <a:ext uri="{FF2B5EF4-FFF2-40B4-BE49-F238E27FC236}">
                  <a16:creationId xmlns:a16="http://schemas.microsoft.com/office/drawing/2014/main" id="{35D5D2A4-31F4-3A33-C996-6FB80747DF9E}"/>
                </a:ext>
              </a:extLst>
            </p:cNvPr>
            <p:cNvSpPr/>
            <p:nvPr/>
          </p:nvSpPr>
          <p:spPr>
            <a:xfrm>
              <a:off x="5707090" y="2631891"/>
              <a:ext cx="17489" cy="9401"/>
            </a:xfrm>
            <a:custGeom>
              <a:avLst/>
              <a:gdLst>
                <a:gd name="connsiteX0" fmla="*/ 0 w 17489"/>
                <a:gd name="connsiteY0" fmla="*/ 1343 h 9401"/>
                <a:gd name="connsiteX1" fmla="*/ 4036 w 17489"/>
                <a:gd name="connsiteY1" fmla="*/ 4029 h 9401"/>
                <a:gd name="connsiteX2" fmla="*/ 8072 w 17489"/>
                <a:gd name="connsiteY2" fmla="*/ 8059 h 9401"/>
                <a:gd name="connsiteX3" fmla="*/ 12109 w 17489"/>
                <a:gd name="connsiteY3" fmla="*/ 8059 h 9401"/>
                <a:gd name="connsiteX4" fmla="*/ 17490 w 17489"/>
                <a:gd name="connsiteY4" fmla="*/ 9402 h 9401"/>
                <a:gd name="connsiteX5" fmla="*/ 14799 w 17489"/>
                <a:gd name="connsiteY5" fmla="*/ 8059 h 9401"/>
                <a:gd name="connsiteX6" fmla="*/ 10763 w 17489"/>
                <a:gd name="connsiteY6" fmla="*/ 5372 h 9401"/>
                <a:gd name="connsiteX7" fmla="*/ 5382 w 17489"/>
                <a:gd name="connsiteY7" fmla="*/ 1343 h 9401"/>
                <a:gd name="connsiteX8" fmla="*/ 2691 w 17489"/>
                <a:gd name="connsiteY8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89" h="9401">
                  <a:moveTo>
                    <a:pt x="0" y="1343"/>
                  </a:moveTo>
                  <a:lnTo>
                    <a:pt x="4036" y="4029"/>
                  </a:lnTo>
                  <a:lnTo>
                    <a:pt x="8072" y="8059"/>
                  </a:lnTo>
                  <a:lnTo>
                    <a:pt x="12109" y="8059"/>
                  </a:lnTo>
                  <a:lnTo>
                    <a:pt x="17490" y="9402"/>
                  </a:lnTo>
                  <a:lnTo>
                    <a:pt x="14799" y="8059"/>
                  </a:lnTo>
                  <a:lnTo>
                    <a:pt x="10763" y="5372"/>
                  </a:lnTo>
                  <a:lnTo>
                    <a:pt x="5382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6" name="Freeform 1105">
              <a:extLst>
                <a:ext uri="{FF2B5EF4-FFF2-40B4-BE49-F238E27FC236}">
                  <a16:creationId xmlns:a16="http://schemas.microsoft.com/office/drawing/2014/main" id="{FD0AC247-4ECD-CA72-17D9-5214538988AE}"/>
                </a:ext>
              </a:extLst>
            </p:cNvPr>
            <p:cNvSpPr/>
            <p:nvPr/>
          </p:nvSpPr>
          <p:spPr>
            <a:xfrm>
              <a:off x="5660001" y="2582197"/>
              <a:ext cx="18835" cy="18803"/>
            </a:xfrm>
            <a:custGeom>
              <a:avLst/>
              <a:gdLst>
                <a:gd name="connsiteX0" fmla="*/ 8072 w 18835"/>
                <a:gd name="connsiteY0" fmla="*/ 16117 h 18803"/>
                <a:gd name="connsiteX1" fmla="*/ 9418 w 18835"/>
                <a:gd name="connsiteY1" fmla="*/ 17460 h 18803"/>
                <a:gd name="connsiteX2" fmla="*/ 12109 w 18835"/>
                <a:gd name="connsiteY2" fmla="*/ 17460 h 18803"/>
                <a:gd name="connsiteX3" fmla="*/ 14799 w 18835"/>
                <a:gd name="connsiteY3" fmla="*/ 18803 h 18803"/>
                <a:gd name="connsiteX4" fmla="*/ 16144 w 18835"/>
                <a:gd name="connsiteY4" fmla="*/ 17460 h 18803"/>
                <a:gd name="connsiteX5" fmla="*/ 17490 w 18835"/>
                <a:gd name="connsiteY5" fmla="*/ 16117 h 18803"/>
                <a:gd name="connsiteX6" fmla="*/ 18835 w 18835"/>
                <a:gd name="connsiteY6" fmla="*/ 14774 h 18803"/>
                <a:gd name="connsiteX7" fmla="*/ 18835 w 18835"/>
                <a:gd name="connsiteY7" fmla="*/ 12088 h 18803"/>
                <a:gd name="connsiteX8" fmla="*/ 16144 w 18835"/>
                <a:gd name="connsiteY8" fmla="*/ 10745 h 18803"/>
                <a:gd name="connsiteX9" fmla="*/ 18835 w 18835"/>
                <a:gd name="connsiteY9" fmla="*/ 9401 h 18803"/>
                <a:gd name="connsiteX10" fmla="*/ 18835 w 18835"/>
                <a:gd name="connsiteY10" fmla="*/ 8058 h 18803"/>
                <a:gd name="connsiteX11" fmla="*/ 14799 w 18835"/>
                <a:gd name="connsiteY11" fmla="*/ 4029 h 18803"/>
                <a:gd name="connsiteX12" fmla="*/ 10763 w 18835"/>
                <a:gd name="connsiteY12" fmla="*/ 4029 h 18803"/>
                <a:gd name="connsiteX13" fmla="*/ 10763 w 18835"/>
                <a:gd name="connsiteY13" fmla="*/ 2686 h 18803"/>
                <a:gd name="connsiteX14" fmla="*/ 9418 w 18835"/>
                <a:gd name="connsiteY14" fmla="*/ 1343 h 18803"/>
                <a:gd name="connsiteX15" fmla="*/ 6727 w 18835"/>
                <a:gd name="connsiteY15" fmla="*/ 1343 h 18803"/>
                <a:gd name="connsiteX16" fmla="*/ 4036 w 18835"/>
                <a:gd name="connsiteY16" fmla="*/ 0 h 18803"/>
                <a:gd name="connsiteX17" fmla="*/ 1345 w 18835"/>
                <a:gd name="connsiteY17" fmla="*/ 1343 h 18803"/>
                <a:gd name="connsiteX18" fmla="*/ 0 w 18835"/>
                <a:gd name="connsiteY18" fmla="*/ 2686 h 18803"/>
                <a:gd name="connsiteX19" fmla="*/ 1345 w 18835"/>
                <a:gd name="connsiteY19" fmla="*/ 5372 h 18803"/>
                <a:gd name="connsiteX20" fmla="*/ 2691 w 18835"/>
                <a:gd name="connsiteY20" fmla="*/ 5372 h 18803"/>
                <a:gd name="connsiteX21" fmla="*/ 4036 w 18835"/>
                <a:gd name="connsiteY21" fmla="*/ 6715 h 18803"/>
                <a:gd name="connsiteX22" fmla="*/ 5382 w 18835"/>
                <a:gd name="connsiteY22" fmla="*/ 9401 h 18803"/>
                <a:gd name="connsiteX23" fmla="*/ 8072 w 18835"/>
                <a:gd name="connsiteY23" fmla="*/ 12088 h 1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35" h="18803">
                  <a:moveTo>
                    <a:pt x="8072" y="16117"/>
                  </a:moveTo>
                  <a:lnTo>
                    <a:pt x="9418" y="17460"/>
                  </a:lnTo>
                  <a:lnTo>
                    <a:pt x="12109" y="17460"/>
                  </a:lnTo>
                  <a:lnTo>
                    <a:pt x="14799" y="18803"/>
                  </a:lnTo>
                  <a:lnTo>
                    <a:pt x="16144" y="17460"/>
                  </a:lnTo>
                  <a:lnTo>
                    <a:pt x="17490" y="16117"/>
                  </a:lnTo>
                  <a:lnTo>
                    <a:pt x="18835" y="14774"/>
                  </a:lnTo>
                  <a:lnTo>
                    <a:pt x="18835" y="12088"/>
                  </a:lnTo>
                  <a:lnTo>
                    <a:pt x="16144" y="10745"/>
                  </a:lnTo>
                  <a:lnTo>
                    <a:pt x="18835" y="9401"/>
                  </a:lnTo>
                  <a:lnTo>
                    <a:pt x="18835" y="8058"/>
                  </a:lnTo>
                  <a:lnTo>
                    <a:pt x="14799" y="4029"/>
                  </a:lnTo>
                  <a:lnTo>
                    <a:pt x="10763" y="4029"/>
                  </a:lnTo>
                  <a:lnTo>
                    <a:pt x="10763" y="2686"/>
                  </a:lnTo>
                  <a:lnTo>
                    <a:pt x="9418" y="1343"/>
                  </a:lnTo>
                  <a:lnTo>
                    <a:pt x="6727" y="1343"/>
                  </a:lnTo>
                  <a:lnTo>
                    <a:pt x="4036" y="0"/>
                  </a:lnTo>
                  <a:lnTo>
                    <a:pt x="1345" y="1343"/>
                  </a:lnTo>
                  <a:lnTo>
                    <a:pt x="0" y="2686"/>
                  </a:lnTo>
                  <a:lnTo>
                    <a:pt x="1345" y="5372"/>
                  </a:lnTo>
                  <a:lnTo>
                    <a:pt x="2691" y="5372"/>
                  </a:lnTo>
                  <a:lnTo>
                    <a:pt x="4036" y="6715"/>
                  </a:lnTo>
                  <a:lnTo>
                    <a:pt x="5382" y="9401"/>
                  </a:lnTo>
                  <a:lnTo>
                    <a:pt x="8072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7" name="Freeform 1106">
              <a:extLst>
                <a:ext uri="{FF2B5EF4-FFF2-40B4-BE49-F238E27FC236}">
                  <a16:creationId xmlns:a16="http://schemas.microsoft.com/office/drawing/2014/main" id="{09390F45-0DB7-B7BB-9061-E07EE24A5765}"/>
                </a:ext>
              </a:extLst>
            </p:cNvPr>
            <p:cNvSpPr/>
            <p:nvPr/>
          </p:nvSpPr>
          <p:spPr>
            <a:xfrm>
              <a:off x="5630403" y="2587570"/>
              <a:ext cx="22871" cy="22832"/>
            </a:xfrm>
            <a:custGeom>
              <a:avLst/>
              <a:gdLst>
                <a:gd name="connsiteX0" fmla="*/ 10763 w 22871"/>
                <a:gd name="connsiteY0" fmla="*/ 22832 h 22832"/>
                <a:gd name="connsiteX1" fmla="*/ 14799 w 22871"/>
                <a:gd name="connsiteY1" fmla="*/ 22832 h 22832"/>
                <a:gd name="connsiteX2" fmla="*/ 17490 w 22871"/>
                <a:gd name="connsiteY2" fmla="*/ 20146 h 22832"/>
                <a:gd name="connsiteX3" fmla="*/ 20181 w 22871"/>
                <a:gd name="connsiteY3" fmla="*/ 20146 h 22832"/>
                <a:gd name="connsiteX4" fmla="*/ 22871 w 22871"/>
                <a:gd name="connsiteY4" fmla="*/ 18803 h 22832"/>
                <a:gd name="connsiteX5" fmla="*/ 22871 w 22871"/>
                <a:gd name="connsiteY5" fmla="*/ 16117 h 22832"/>
                <a:gd name="connsiteX6" fmla="*/ 22871 w 22871"/>
                <a:gd name="connsiteY6" fmla="*/ 14774 h 22832"/>
                <a:gd name="connsiteX7" fmla="*/ 22871 w 22871"/>
                <a:gd name="connsiteY7" fmla="*/ 8058 h 22832"/>
                <a:gd name="connsiteX8" fmla="*/ 20181 w 22871"/>
                <a:gd name="connsiteY8" fmla="*/ 6715 h 22832"/>
                <a:gd name="connsiteX9" fmla="*/ 14799 w 22871"/>
                <a:gd name="connsiteY9" fmla="*/ 5372 h 22832"/>
                <a:gd name="connsiteX10" fmla="*/ 12108 w 22871"/>
                <a:gd name="connsiteY10" fmla="*/ 2686 h 22832"/>
                <a:gd name="connsiteX11" fmla="*/ 9418 w 22871"/>
                <a:gd name="connsiteY11" fmla="*/ 0 h 22832"/>
                <a:gd name="connsiteX12" fmla="*/ 8072 w 22871"/>
                <a:gd name="connsiteY12" fmla="*/ 1343 h 22832"/>
                <a:gd name="connsiteX13" fmla="*/ 2691 w 22871"/>
                <a:gd name="connsiteY13" fmla="*/ 1343 h 22832"/>
                <a:gd name="connsiteX14" fmla="*/ 1345 w 22871"/>
                <a:gd name="connsiteY14" fmla="*/ 0 h 22832"/>
                <a:gd name="connsiteX15" fmla="*/ 0 w 22871"/>
                <a:gd name="connsiteY15" fmla="*/ 2686 h 22832"/>
                <a:gd name="connsiteX16" fmla="*/ 1345 w 22871"/>
                <a:gd name="connsiteY16" fmla="*/ 8058 h 22832"/>
                <a:gd name="connsiteX17" fmla="*/ 4036 w 22871"/>
                <a:gd name="connsiteY17" fmla="*/ 10745 h 22832"/>
                <a:gd name="connsiteX18" fmla="*/ 6727 w 22871"/>
                <a:gd name="connsiteY18" fmla="*/ 16117 h 22832"/>
                <a:gd name="connsiteX19" fmla="*/ 8072 w 22871"/>
                <a:gd name="connsiteY19" fmla="*/ 17460 h 22832"/>
                <a:gd name="connsiteX20" fmla="*/ 9418 w 22871"/>
                <a:gd name="connsiteY20" fmla="*/ 21489 h 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871" h="22832">
                  <a:moveTo>
                    <a:pt x="10763" y="22832"/>
                  </a:moveTo>
                  <a:lnTo>
                    <a:pt x="14799" y="22832"/>
                  </a:lnTo>
                  <a:lnTo>
                    <a:pt x="17490" y="20146"/>
                  </a:lnTo>
                  <a:lnTo>
                    <a:pt x="20181" y="20146"/>
                  </a:lnTo>
                  <a:lnTo>
                    <a:pt x="22871" y="18803"/>
                  </a:lnTo>
                  <a:lnTo>
                    <a:pt x="22871" y="16117"/>
                  </a:lnTo>
                  <a:lnTo>
                    <a:pt x="22871" y="14774"/>
                  </a:lnTo>
                  <a:lnTo>
                    <a:pt x="22871" y="8058"/>
                  </a:lnTo>
                  <a:lnTo>
                    <a:pt x="20181" y="6715"/>
                  </a:lnTo>
                  <a:lnTo>
                    <a:pt x="14799" y="5372"/>
                  </a:lnTo>
                  <a:lnTo>
                    <a:pt x="12108" y="2686"/>
                  </a:lnTo>
                  <a:lnTo>
                    <a:pt x="9418" y="0"/>
                  </a:lnTo>
                  <a:lnTo>
                    <a:pt x="8072" y="1343"/>
                  </a:lnTo>
                  <a:lnTo>
                    <a:pt x="2691" y="1343"/>
                  </a:lnTo>
                  <a:lnTo>
                    <a:pt x="1345" y="0"/>
                  </a:lnTo>
                  <a:lnTo>
                    <a:pt x="0" y="2686"/>
                  </a:lnTo>
                  <a:lnTo>
                    <a:pt x="1345" y="8058"/>
                  </a:lnTo>
                  <a:lnTo>
                    <a:pt x="4036" y="10745"/>
                  </a:lnTo>
                  <a:lnTo>
                    <a:pt x="6727" y="16117"/>
                  </a:lnTo>
                  <a:lnTo>
                    <a:pt x="8072" y="17460"/>
                  </a:lnTo>
                  <a:lnTo>
                    <a:pt x="9418" y="2148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8" name="Freeform 1107">
              <a:extLst>
                <a:ext uri="{FF2B5EF4-FFF2-40B4-BE49-F238E27FC236}">
                  <a16:creationId xmlns:a16="http://schemas.microsoft.com/office/drawing/2014/main" id="{889D73DF-A980-752D-CC80-9B6A9F94809E}"/>
                </a:ext>
              </a:extLst>
            </p:cNvPr>
            <p:cNvSpPr/>
            <p:nvPr/>
          </p:nvSpPr>
          <p:spPr>
            <a:xfrm>
              <a:off x="5631749" y="2630548"/>
              <a:ext cx="6726" cy="2686"/>
            </a:xfrm>
            <a:custGeom>
              <a:avLst/>
              <a:gdLst>
                <a:gd name="connsiteX0" fmla="*/ 5381 w 6726"/>
                <a:gd name="connsiteY0" fmla="*/ 2686 h 2686"/>
                <a:gd name="connsiteX1" fmla="*/ 6727 w 6726"/>
                <a:gd name="connsiteY1" fmla="*/ 1343 h 2686"/>
                <a:gd name="connsiteX2" fmla="*/ 1345 w 6726"/>
                <a:gd name="connsiteY2" fmla="*/ 0 h 2686"/>
                <a:gd name="connsiteX3" fmla="*/ 0 w 6726"/>
                <a:gd name="connsiteY3" fmla="*/ 1343 h 2686"/>
                <a:gd name="connsiteX4" fmla="*/ 1345 w 6726"/>
                <a:gd name="connsiteY4" fmla="*/ 2686 h 2686"/>
                <a:gd name="connsiteX5" fmla="*/ 5381 w 6726"/>
                <a:gd name="connsiteY5" fmla="*/ 2686 h 2686"/>
                <a:gd name="connsiteX6" fmla="*/ 5381 w 6726"/>
                <a:gd name="connsiteY6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2686">
                  <a:moveTo>
                    <a:pt x="5381" y="2686"/>
                  </a:moveTo>
                  <a:lnTo>
                    <a:pt x="6727" y="1343"/>
                  </a:lnTo>
                  <a:lnTo>
                    <a:pt x="1345" y="0"/>
                  </a:lnTo>
                  <a:lnTo>
                    <a:pt x="0" y="1343"/>
                  </a:lnTo>
                  <a:lnTo>
                    <a:pt x="1345" y="2686"/>
                  </a:lnTo>
                  <a:lnTo>
                    <a:pt x="5381" y="2686"/>
                  </a:lnTo>
                  <a:lnTo>
                    <a:pt x="5381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9" name="Freeform 1108">
              <a:extLst>
                <a:ext uri="{FF2B5EF4-FFF2-40B4-BE49-F238E27FC236}">
                  <a16:creationId xmlns:a16="http://schemas.microsoft.com/office/drawing/2014/main" id="{13E5E3BC-29F0-DF25-C092-0DF810698BD9}"/>
                </a:ext>
              </a:extLst>
            </p:cNvPr>
            <p:cNvSpPr/>
            <p:nvPr/>
          </p:nvSpPr>
          <p:spPr>
            <a:xfrm>
              <a:off x="5569861" y="2630548"/>
              <a:ext cx="29598" cy="42978"/>
            </a:xfrm>
            <a:custGeom>
              <a:avLst/>
              <a:gdLst>
                <a:gd name="connsiteX0" fmla="*/ 9418 w 29598"/>
                <a:gd name="connsiteY0" fmla="*/ 41635 h 42978"/>
                <a:gd name="connsiteX1" fmla="*/ 10763 w 29598"/>
                <a:gd name="connsiteY1" fmla="*/ 42979 h 42978"/>
                <a:gd name="connsiteX2" fmla="*/ 12108 w 29598"/>
                <a:gd name="connsiteY2" fmla="*/ 40292 h 42978"/>
                <a:gd name="connsiteX3" fmla="*/ 13454 w 29598"/>
                <a:gd name="connsiteY3" fmla="*/ 38949 h 42978"/>
                <a:gd name="connsiteX4" fmla="*/ 14799 w 29598"/>
                <a:gd name="connsiteY4" fmla="*/ 36263 h 42978"/>
                <a:gd name="connsiteX5" fmla="*/ 14799 w 29598"/>
                <a:gd name="connsiteY5" fmla="*/ 33577 h 42978"/>
                <a:gd name="connsiteX6" fmla="*/ 14799 w 29598"/>
                <a:gd name="connsiteY6" fmla="*/ 32234 h 42978"/>
                <a:gd name="connsiteX7" fmla="*/ 14799 w 29598"/>
                <a:gd name="connsiteY7" fmla="*/ 30891 h 42978"/>
                <a:gd name="connsiteX8" fmla="*/ 18835 w 29598"/>
                <a:gd name="connsiteY8" fmla="*/ 26862 h 42978"/>
                <a:gd name="connsiteX9" fmla="*/ 22871 w 29598"/>
                <a:gd name="connsiteY9" fmla="*/ 22832 h 42978"/>
                <a:gd name="connsiteX10" fmla="*/ 25562 w 29598"/>
                <a:gd name="connsiteY10" fmla="*/ 21489 h 42978"/>
                <a:gd name="connsiteX11" fmla="*/ 25562 w 29598"/>
                <a:gd name="connsiteY11" fmla="*/ 20146 h 42978"/>
                <a:gd name="connsiteX12" fmla="*/ 25562 w 29598"/>
                <a:gd name="connsiteY12" fmla="*/ 18803 h 42978"/>
                <a:gd name="connsiteX13" fmla="*/ 25562 w 29598"/>
                <a:gd name="connsiteY13" fmla="*/ 16117 h 42978"/>
                <a:gd name="connsiteX14" fmla="*/ 28253 w 29598"/>
                <a:gd name="connsiteY14" fmla="*/ 13431 h 42978"/>
                <a:gd name="connsiteX15" fmla="*/ 29598 w 29598"/>
                <a:gd name="connsiteY15" fmla="*/ 9402 h 42978"/>
                <a:gd name="connsiteX16" fmla="*/ 29598 w 29598"/>
                <a:gd name="connsiteY16" fmla="*/ 6715 h 42978"/>
                <a:gd name="connsiteX17" fmla="*/ 28253 w 29598"/>
                <a:gd name="connsiteY17" fmla="*/ 4029 h 42978"/>
                <a:gd name="connsiteX18" fmla="*/ 26908 w 29598"/>
                <a:gd name="connsiteY18" fmla="*/ 2686 h 42978"/>
                <a:gd name="connsiteX19" fmla="*/ 24217 w 29598"/>
                <a:gd name="connsiteY19" fmla="*/ 4029 h 42978"/>
                <a:gd name="connsiteX20" fmla="*/ 22871 w 29598"/>
                <a:gd name="connsiteY20" fmla="*/ 4029 h 42978"/>
                <a:gd name="connsiteX21" fmla="*/ 20181 w 29598"/>
                <a:gd name="connsiteY21" fmla="*/ 0 h 42978"/>
                <a:gd name="connsiteX22" fmla="*/ 18835 w 29598"/>
                <a:gd name="connsiteY22" fmla="*/ 0 h 42978"/>
                <a:gd name="connsiteX23" fmla="*/ 16144 w 29598"/>
                <a:gd name="connsiteY23" fmla="*/ 2686 h 42978"/>
                <a:gd name="connsiteX24" fmla="*/ 10763 w 29598"/>
                <a:gd name="connsiteY24" fmla="*/ 6715 h 42978"/>
                <a:gd name="connsiteX25" fmla="*/ 9418 w 29598"/>
                <a:gd name="connsiteY25" fmla="*/ 8058 h 42978"/>
                <a:gd name="connsiteX26" fmla="*/ 6727 w 29598"/>
                <a:gd name="connsiteY26" fmla="*/ 10745 h 42978"/>
                <a:gd name="connsiteX27" fmla="*/ 5381 w 29598"/>
                <a:gd name="connsiteY27" fmla="*/ 14774 h 42978"/>
                <a:gd name="connsiteX28" fmla="*/ 6727 w 29598"/>
                <a:gd name="connsiteY28" fmla="*/ 18803 h 42978"/>
                <a:gd name="connsiteX29" fmla="*/ 4036 w 29598"/>
                <a:gd name="connsiteY29" fmla="*/ 21489 h 42978"/>
                <a:gd name="connsiteX30" fmla="*/ 1345 w 29598"/>
                <a:gd name="connsiteY30" fmla="*/ 24175 h 42978"/>
                <a:gd name="connsiteX31" fmla="*/ 2691 w 29598"/>
                <a:gd name="connsiteY31" fmla="*/ 28205 h 42978"/>
                <a:gd name="connsiteX32" fmla="*/ 0 w 29598"/>
                <a:gd name="connsiteY32" fmla="*/ 32234 h 42978"/>
                <a:gd name="connsiteX33" fmla="*/ 1345 w 29598"/>
                <a:gd name="connsiteY33" fmla="*/ 33577 h 42978"/>
                <a:gd name="connsiteX34" fmla="*/ 5381 w 29598"/>
                <a:gd name="connsiteY34" fmla="*/ 33577 h 42978"/>
                <a:gd name="connsiteX35" fmla="*/ 6727 w 29598"/>
                <a:gd name="connsiteY35" fmla="*/ 37606 h 42978"/>
                <a:gd name="connsiteX36" fmla="*/ 8072 w 29598"/>
                <a:gd name="connsiteY36" fmla="*/ 38949 h 42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598" h="42978">
                  <a:moveTo>
                    <a:pt x="9418" y="41635"/>
                  </a:moveTo>
                  <a:lnTo>
                    <a:pt x="10763" y="42979"/>
                  </a:lnTo>
                  <a:lnTo>
                    <a:pt x="12108" y="40292"/>
                  </a:lnTo>
                  <a:lnTo>
                    <a:pt x="13454" y="38949"/>
                  </a:lnTo>
                  <a:lnTo>
                    <a:pt x="14799" y="36263"/>
                  </a:lnTo>
                  <a:lnTo>
                    <a:pt x="14799" y="33577"/>
                  </a:lnTo>
                  <a:lnTo>
                    <a:pt x="14799" y="32234"/>
                  </a:lnTo>
                  <a:lnTo>
                    <a:pt x="14799" y="30891"/>
                  </a:lnTo>
                  <a:lnTo>
                    <a:pt x="18835" y="26862"/>
                  </a:lnTo>
                  <a:lnTo>
                    <a:pt x="22871" y="22832"/>
                  </a:lnTo>
                  <a:lnTo>
                    <a:pt x="25562" y="21489"/>
                  </a:lnTo>
                  <a:lnTo>
                    <a:pt x="25562" y="20146"/>
                  </a:lnTo>
                  <a:lnTo>
                    <a:pt x="25562" y="18803"/>
                  </a:lnTo>
                  <a:lnTo>
                    <a:pt x="25562" y="16117"/>
                  </a:lnTo>
                  <a:lnTo>
                    <a:pt x="28253" y="13431"/>
                  </a:lnTo>
                  <a:lnTo>
                    <a:pt x="29598" y="9402"/>
                  </a:lnTo>
                  <a:lnTo>
                    <a:pt x="29598" y="6715"/>
                  </a:lnTo>
                  <a:lnTo>
                    <a:pt x="28253" y="4029"/>
                  </a:lnTo>
                  <a:lnTo>
                    <a:pt x="26908" y="2686"/>
                  </a:lnTo>
                  <a:lnTo>
                    <a:pt x="24217" y="4029"/>
                  </a:lnTo>
                  <a:lnTo>
                    <a:pt x="22871" y="4029"/>
                  </a:lnTo>
                  <a:lnTo>
                    <a:pt x="20181" y="0"/>
                  </a:lnTo>
                  <a:lnTo>
                    <a:pt x="18835" y="0"/>
                  </a:lnTo>
                  <a:lnTo>
                    <a:pt x="16144" y="2686"/>
                  </a:lnTo>
                  <a:lnTo>
                    <a:pt x="10763" y="6715"/>
                  </a:lnTo>
                  <a:lnTo>
                    <a:pt x="9418" y="8058"/>
                  </a:lnTo>
                  <a:lnTo>
                    <a:pt x="6727" y="10745"/>
                  </a:lnTo>
                  <a:lnTo>
                    <a:pt x="5381" y="14774"/>
                  </a:lnTo>
                  <a:lnTo>
                    <a:pt x="6727" y="18803"/>
                  </a:lnTo>
                  <a:lnTo>
                    <a:pt x="4036" y="21489"/>
                  </a:lnTo>
                  <a:lnTo>
                    <a:pt x="1345" y="24175"/>
                  </a:lnTo>
                  <a:lnTo>
                    <a:pt x="2691" y="28205"/>
                  </a:lnTo>
                  <a:lnTo>
                    <a:pt x="0" y="32234"/>
                  </a:lnTo>
                  <a:lnTo>
                    <a:pt x="1345" y="33577"/>
                  </a:lnTo>
                  <a:lnTo>
                    <a:pt x="5381" y="33577"/>
                  </a:lnTo>
                  <a:lnTo>
                    <a:pt x="6727" y="37606"/>
                  </a:lnTo>
                  <a:lnTo>
                    <a:pt x="8072" y="3894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0" name="Freeform 1109">
              <a:extLst>
                <a:ext uri="{FF2B5EF4-FFF2-40B4-BE49-F238E27FC236}">
                  <a16:creationId xmlns:a16="http://schemas.microsoft.com/office/drawing/2014/main" id="{666A6D42-265E-0C94-9760-AA2E720072C6}"/>
                </a:ext>
              </a:extLst>
            </p:cNvPr>
            <p:cNvSpPr/>
            <p:nvPr/>
          </p:nvSpPr>
          <p:spPr>
            <a:xfrm>
              <a:off x="5528155" y="2889762"/>
              <a:ext cx="1345" cy="2686"/>
            </a:xfrm>
            <a:custGeom>
              <a:avLst/>
              <a:gdLst>
                <a:gd name="connsiteX0" fmla="*/ 0 w 1345"/>
                <a:gd name="connsiteY0" fmla="*/ 0 h 2686"/>
                <a:gd name="connsiteX1" fmla="*/ 0 w 1345"/>
                <a:gd name="connsiteY1" fmla="*/ 2686 h 2686"/>
                <a:gd name="connsiteX2" fmla="*/ 1345 w 1345"/>
                <a:gd name="connsiteY2" fmla="*/ 1343 h 2686"/>
                <a:gd name="connsiteX3" fmla="*/ 1345 w 1345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" h="2686">
                  <a:moveTo>
                    <a:pt x="0" y="0"/>
                  </a:moveTo>
                  <a:lnTo>
                    <a:pt x="0" y="2686"/>
                  </a:lnTo>
                  <a:lnTo>
                    <a:pt x="1345" y="1343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1" name="Freeform 1110">
              <a:extLst>
                <a:ext uri="{FF2B5EF4-FFF2-40B4-BE49-F238E27FC236}">
                  <a16:creationId xmlns:a16="http://schemas.microsoft.com/office/drawing/2014/main" id="{7093A2EC-AB7E-EB15-2E7B-37F01631E9BC}"/>
                </a:ext>
              </a:extLst>
            </p:cNvPr>
            <p:cNvSpPr/>
            <p:nvPr/>
          </p:nvSpPr>
          <p:spPr>
            <a:xfrm>
              <a:off x="5530845" y="2903193"/>
              <a:ext cx="5381" cy="9401"/>
            </a:xfrm>
            <a:custGeom>
              <a:avLst/>
              <a:gdLst>
                <a:gd name="connsiteX0" fmla="*/ 0 w 5381"/>
                <a:gd name="connsiteY0" fmla="*/ 8058 h 9401"/>
                <a:gd name="connsiteX1" fmla="*/ 2691 w 5381"/>
                <a:gd name="connsiteY1" fmla="*/ 4029 h 9401"/>
                <a:gd name="connsiteX2" fmla="*/ 4036 w 5381"/>
                <a:gd name="connsiteY2" fmla="*/ 0 h 9401"/>
                <a:gd name="connsiteX3" fmla="*/ 5381 w 5381"/>
                <a:gd name="connsiteY3" fmla="*/ 0 h 9401"/>
                <a:gd name="connsiteX4" fmla="*/ 5381 w 5381"/>
                <a:gd name="connsiteY4" fmla="*/ 6715 h 9401"/>
                <a:gd name="connsiteX5" fmla="*/ 1345 w 5381"/>
                <a:gd name="connsiteY5" fmla="*/ 9401 h 9401"/>
                <a:gd name="connsiteX6" fmla="*/ 0 w 5381"/>
                <a:gd name="connsiteY6" fmla="*/ 8058 h 9401"/>
                <a:gd name="connsiteX7" fmla="*/ 0 w 5381"/>
                <a:gd name="connsiteY7" fmla="*/ 8058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1" h="9401">
                  <a:moveTo>
                    <a:pt x="0" y="8058"/>
                  </a:moveTo>
                  <a:lnTo>
                    <a:pt x="2691" y="4029"/>
                  </a:lnTo>
                  <a:lnTo>
                    <a:pt x="4036" y="0"/>
                  </a:lnTo>
                  <a:lnTo>
                    <a:pt x="5381" y="0"/>
                  </a:lnTo>
                  <a:lnTo>
                    <a:pt x="5381" y="6715"/>
                  </a:lnTo>
                  <a:lnTo>
                    <a:pt x="1345" y="9401"/>
                  </a:lnTo>
                  <a:cubicBezTo>
                    <a:pt x="1345" y="9401"/>
                    <a:pt x="0" y="9401"/>
                    <a:pt x="0" y="8058"/>
                  </a:cubicBezTo>
                  <a:lnTo>
                    <a:pt x="0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2" name="Freeform 1111">
              <a:extLst>
                <a:ext uri="{FF2B5EF4-FFF2-40B4-BE49-F238E27FC236}">
                  <a16:creationId xmlns:a16="http://schemas.microsoft.com/office/drawing/2014/main" id="{ABACA0CC-9ADD-4DD6-7414-2F273036D350}"/>
                </a:ext>
              </a:extLst>
            </p:cNvPr>
            <p:cNvSpPr/>
            <p:nvPr/>
          </p:nvSpPr>
          <p:spPr>
            <a:xfrm>
              <a:off x="5499902" y="2893791"/>
              <a:ext cx="14799" cy="12087"/>
            </a:xfrm>
            <a:custGeom>
              <a:avLst/>
              <a:gdLst>
                <a:gd name="connsiteX0" fmla="*/ 0 w 14799"/>
                <a:gd name="connsiteY0" fmla="*/ 10745 h 12087"/>
                <a:gd name="connsiteX1" fmla="*/ 2691 w 14799"/>
                <a:gd name="connsiteY1" fmla="*/ 6715 h 12087"/>
                <a:gd name="connsiteX2" fmla="*/ 6727 w 14799"/>
                <a:gd name="connsiteY2" fmla="*/ 5372 h 12087"/>
                <a:gd name="connsiteX3" fmla="*/ 8072 w 14799"/>
                <a:gd name="connsiteY3" fmla="*/ 4029 h 12087"/>
                <a:gd name="connsiteX4" fmla="*/ 9418 w 14799"/>
                <a:gd name="connsiteY4" fmla="*/ 4029 h 12087"/>
                <a:gd name="connsiteX5" fmla="*/ 13454 w 14799"/>
                <a:gd name="connsiteY5" fmla="*/ 2686 h 12087"/>
                <a:gd name="connsiteX6" fmla="*/ 14799 w 14799"/>
                <a:gd name="connsiteY6" fmla="*/ 0 h 12087"/>
                <a:gd name="connsiteX7" fmla="*/ 12108 w 14799"/>
                <a:gd name="connsiteY7" fmla="*/ 6715 h 12087"/>
                <a:gd name="connsiteX8" fmla="*/ 5381 w 14799"/>
                <a:gd name="connsiteY8" fmla="*/ 10745 h 12087"/>
                <a:gd name="connsiteX9" fmla="*/ 1345 w 14799"/>
                <a:gd name="connsiteY9" fmla="*/ 1208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99" h="12087">
                  <a:moveTo>
                    <a:pt x="0" y="10745"/>
                  </a:moveTo>
                  <a:lnTo>
                    <a:pt x="2691" y="6715"/>
                  </a:lnTo>
                  <a:lnTo>
                    <a:pt x="6727" y="5372"/>
                  </a:lnTo>
                  <a:lnTo>
                    <a:pt x="8072" y="4029"/>
                  </a:lnTo>
                  <a:lnTo>
                    <a:pt x="9418" y="4029"/>
                  </a:lnTo>
                  <a:lnTo>
                    <a:pt x="13454" y="2686"/>
                  </a:lnTo>
                  <a:lnTo>
                    <a:pt x="14799" y="0"/>
                  </a:lnTo>
                  <a:lnTo>
                    <a:pt x="12108" y="6715"/>
                  </a:lnTo>
                  <a:lnTo>
                    <a:pt x="5381" y="10745"/>
                  </a:lnTo>
                  <a:lnTo>
                    <a:pt x="1345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3" name="Freeform 1112">
              <a:extLst>
                <a:ext uri="{FF2B5EF4-FFF2-40B4-BE49-F238E27FC236}">
                  <a16:creationId xmlns:a16="http://schemas.microsoft.com/office/drawing/2014/main" id="{2DF0EAE9-1C06-AA90-F3B0-EF1D5015855E}"/>
                </a:ext>
              </a:extLst>
            </p:cNvPr>
            <p:cNvSpPr/>
            <p:nvPr/>
          </p:nvSpPr>
          <p:spPr>
            <a:xfrm>
              <a:off x="5502592" y="2892448"/>
              <a:ext cx="29598" cy="28204"/>
            </a:xfrm>
            <a:custGeom>
              <a:avLst/>
              <a:gdLst>
                <a:gd name="connsiteX0" fmla="*/ 18835 w 29598"/>
                <a:gd name="connsiteY0" fmla="*/ 21489 h 28204"/>
                <a:gd name="connsiteX1" fmla="*/ 24217 w 29598"/>
                <a:gd name="connsiteY1" fmla="*/ 13431 h 28204"/>
                <a:gd name="connsiteX2" fmla="*/ 25562 w 29598"/>
                <a:gd name="connsiteY2" fmla="*/ 10745 h 28204"/>
                <a:gd name="connsiteX3" fmla="*/ 26908 w 29598"/>
                <a:gd name="connsiteY3" fmla="*/ 10745 h 28204"/>
                <a:gd name="connsiteX4" fmla="*/ 26908 w 29598"/>
                <a:gd name="connsiteY4" fmla="*/ 13431 h 28204"/>
                <a:gd name="connsiteX5" fmla="*/ 20181 w 29598"/>
                <a:gd name="connsiteY5" fmla="*/ 21489 h 28204"/>
                <a:gd name="connsiteX6" fmla="*/ 18835 w 29598"/>
                <a:gd name="connsiteY6" fmla="*/ 25518 h 28204"/>
                <a:gd name="connsiteX7" fmla="*/ 21526 w 29598"/>
                <a:gd name="connsiteY7" fmla="*/ 22832 h 28204"/>
                <a:gd name="connsiteX8" fmla="*/ 26908 w 29598"/>
                <a:gd name="connsiteY8" fmla="*/ 16117 h 28204"/>
                <a:gd name="connsiteX9" fmla="*/ 28253 w 29598"/>
                <a:gd name="connsiteY9" fmla="*/ 14774 h 28204"/>
                <a:gd name="connsiteX10" fmla="*/ 29598 w 29598"/>
                <a:gd name="connsiteY10" fmla="*/ 9402 h 28204"/>
                <a:gd name="connsiteX11" fmla="*/ 28253 w 29598"/>
                <a:gd name="connsiteY11" fmla="*/ 6715 h 28204"/>
                <a:gd name="connsiteX12" fmla="*/ 26908 w 29598"/>
                <a:gd name="connsiteY12" fmla="*/ 6715 h 28204"/>
                <a:gd name="connsiteX13" fmla="*/ 26908 w 29598"/>
                <a:gd name="connsiteY13" fmla="*/ 2686 h 28204"/>
                <a:gd name="connsiteX14" fmla="*/ 22871 w 29598"/>
                <a:gd name="connsiteY14" fmla="*/ 0 h 28204"/>
                <a:gd name="connsiteX15" fmla="*/ 21526 w 29598"/>
                <a:gd name="connsiteY15" fmla="*/ 2686 h 28204"/>
                <a:gd name="connsiteX16" fmla="*/ 18835 w 29598"/>
                <a:gd name="connsiteY16" fmla="*/ 9402 h 28204"/>
                <a:gd name="connsiteX17" fmla="*/ 14799 w 29598"/>
                <a:gd name="connsiteY17" fmla="*/ 13431 h 28204"/>
                <a:gd name="connsiteX18" fmla="*/ 10763 w 29598"/>
                <a:gd name="connsiteY18" fmla="*/ 16117 h 28204"/>
                <a:gd name="connsiteX19" fmla="*/ 12108 w 29598"/>
                <a:gd name="connsiteY19" fmla="*/ 13431 h 28204"/>
                <a:gd name="connsiteX20" fmla="*/ 16144 w 29598"/>
                <a:gd name="connsiteY20" fmla="*/ 9402 h 28204"/>
                <a:gd name="connsiteX21" fmla="*/ 17490 w 29598"/>
                <a:gd name="connsiteY21" fmla="*/ 5372 h 28204"/>
                <a:gd name="connsiteX22" fmla="*/ 16144 w 29598"/>
                <a:gd name="connsiteY22" fmla="*/ 4029 h 28204"/>
                <a:gd name="connsiteX23" fmla="*/ 13454 w 29598"/>
                <a:gd name="connsiteY23" fmla="*/ 6715 h 28204"/>
                <a:gd name="connsiteX24" fmla="*/ 10763 w 29598"/>
                <a:gd name="connsiteY24" fmla="*/ 13431 h 28204"/>
                <a:gd name="connsiteX25" fmla="*/ 5381 w 29598"/>
                <a:gd name="connsiteY25" fmla="*/ 18803 h 28204"/>
                <a:gd name="connsiteX26" fmla="*/ 4036 w 29598"/>
                <a:gd name="connsiteY26" fmla="*/ 21489 h 28204"/>
                <a:gd name="connsiteX27" fmla="*/ 0 w 29598"/>
                <a:gd name="connsiteY27" fmla="*/ 25518 h 28204"/>
                <a:gd name="connsiteX28" fmla="*/ 1345 w 29598"/>
                <a:gd name="connsiteY28" fmla="*/ 28205 h 28204"/>
                <a:gd name="connsiteX29" fmla="*/ 2691 w 29598"/>
                <a:gd name="connsiteY29" fmla="*/ 28205 h 28204"/>
                <a:gd name="connsiteX30" fmla="*/ 8072 w 29598"/>
                <a:gd name="connsiteY30" fmla="*/ 21489 h 28204"/>
                <a:gd name="connsiteX31" fmla="*/ 10763 w 29598"/>
                <a:gd name="connsiteY31" fmla="*/ 20146 h 28204"/>
                <a:gd name="connsiteX32" fmla="*/ 9418 w 29598"/>
                <a:gd name="connsiteY32" fmla="*/ 22832 h 28204"/>
                <a:gd name="connsiteX33" fmla="*/ 6727 w 29598"/>
                <a:gd name="connsiteY33" fmla="*/ 28205 h 28204"/>
                <a:gd name="connsiteX34" fmla="*/ 8072 w 29598"/>
                <a:gd name="connsiteY34" fmla="*/ 28205 h 28204"/>
                <a:gd name="connsiteX35" fmla="*/ 12108 w 29598"/>
                <a:gd name="connsiteY35" fmla="*/ 25518 h 28204"/>
                <a:gd name="connsiteX36" fmla="*/ 14799 w 29598"/>
                <a:gd name="connsiteY36" fmla="*/ 25518 h 28204"/>
                <a:gd name="connsiteX37" fmla="*/ 18835 w 29598"/>
                <a:gd name="connsiteY37" fmla="*/ 21489 h 28204"/>
                <a:gd name="connsiteX38" fmla="*/ 18835 w 29598"/>
                <a:gd name="connsiteY38" fmla="*/ 21489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9598" h="28204">
                  <a:moveTo>
                    <a:pt x="18835" y="21489"/>
                  </a:moveTo>
                  <a:lnTo>
                    <a:pt x="24217" y="13431"/>
                  </a:lnTo>
                  <a:lnTo>
                    <a:pt x="25562" y="10745"/>
                  </a:lnTo>
                  <a:lnTo>
                    <a:pt x="26908" y="10745"/>
                  </a:lnTo>
                  <a:lnTo>
                    <a:pt x="26908" y="13431"/>
                  </a:lnTo>
                  <a:lnTo>
                    <a:pt x="20181" y="21489"/>
                  </a:lnTo>
                  <a:lnTo>
                    <a:pt x="18835" y="25518"/>
                  </a:lnTo>
                  <a:lnTo>
                    <a:pt x="21526" y="22832"/>
                  </a:lnTo>
                  <a:lnTo>
                    <a:pt x="26908" y="16117"/>
                  </a:lnTo>
                  <a:lnTo>
                    <a:pt x="28253" y="14774"/>
                  </a:lnTo>
                  <a:lnTo>
                    <a:pt x="29598" y="9402"/>
                  </a:lnTo>
                  <a:lnTo>
                    <a:pt x="28253" y="6715"/>
                  </a:lnTo>
                  <a:lnTo>
                    <a:pt x="26908" y="6715"/>
                  </a:lnTo>
                  <a:lnTo>
                    <a:pt x="26908" y="2686"/>
                  </a:lnTo>
                  <a:lnTo>
                    <a:pt x="22871" y="0"/>
                  </a:lnTo>
                  <a:lnTo>
                    <a:pt x="21526" y="2686"/>
                  </a:lnTo>
                  <a:lnTo>
                    <a:pt x="18835" y="9402"/>
                  </a:lnTo>
                  <a:lnTo>
                    <a:pt x="14799" y="13431"/>
                  </a:lnTo>
                  <a:lnTo>
                    <a:pt x="10763" y="16117"/>
                  </a:lnTo>
                  <a:lnTo>
                    <a:pt x="12108" y="13431"/>
                  </a:lnTo>
                  <a:lnTo>
                    <a:pt x="16144" y="9402"/>
                  </a:lnTo>
                  <a:lnTo>
                    <a:pt x="17490" y="5372"/>
                  </a:lnTo>
                  <a:lnTo>
                    <a:pt x="16144" y="4029"/>
                  </a:lnTo>
                  <a:lnTo>
                    <a:pt x="13454" y="6715"/>
                  </a:lnTo>
                  <a:lnTo>
                    <a:pt x="10763" y="13431"/>
                  </a:lnTo>
                  <a:lnTo>
                    <a:pt x="5381" y="18803"/>
                  </a:lnTo>
                  <a:lnTo>
                    <a:pt x="4036" y="21489"/>
                  </a:lnTo>
                  <a:lnTo>
                    <a:pt x="0" y="25518"/>
                  </a:lnTo>
                  <a:lnTo>
                    <a:pt x="1345" y="28205"/>
                  </a:lnTo>
                  <a:lnTo>
                    <a:pt x="2691" y="28205"/>
                  </a:lnTo>
                  <a:lnTo>
                    <a:pt x="8072" y="21489"/>
                  </a:lnTo>
                  <a:lnTo>
                    <a:pt x="10763" y="20146"/>
                  </a:lnTo>
                  <a:lnTo>
                    <a:pt x="9418" y="22832"/>
                  </a:lnTo>
                  <a:lnTo>
                    <a:pt x="6727" y="28205"/>
                  </a:lnTo>
                  <a:lnTo>
                    <a:pt x="8072" y="28205"/>
                  </a:lnTo>
                  <a:lnTo>
                    <a:pt x="12108" y="25518"/>
                  </a:lnTo>
                  <a:lnTo>
                    <a:pt x="14799" y="25518"/>
                  </a:lnTo>
                  <a:cubicBezTo>
                    <a:pt x="14799" y="26862"/>
                    <a:pt x="18835" y="21489"/>
                    <a:pt x="18835" y="21489"/>
                  </a:cubicBezTo>
                  <a:lnTo>
                    <a:pt x="18835" y="2148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4" name="Freeform 1113">
              <a:extLst>
                <a:ext uri="{FF2B5EF4-FFF2-40B4-BE49-F238E27FC236}">
                  <a16:creationId xmlns:a16="http://schemas.microsoft.com/office/drawing/2014/main" id="{007F2C40-DAF3-F5C7-2E96-5FBC64FA2E05}"/>
                </a:ext>
              </a:extLst>
            </p:cNvPr>
            <p:cNvSpPr/>
            <p:nvPr/>
          </p:nvSpPr>
          <p:spPr>
            <a:xfrm>
              <a:off x="5516046" y="2904536"/>
              <a:ext cx="8072" cy="10744"/>
            </a:xfrm>
            <a:custGeom>
              <a:avLst/>
              <a:gdLst>
                <a:gd name="connsiteX0" fmla="*/ 0 w 8072"/>
                <a:gd name="connsiteY0" fmla="*/ 10745 h 10744"/>
                <a:gd name="connsiteX1" fmla="*/ 1345 w 8072"/>
                <a:gd name="connsiteY1" fmla="*/ 6715 h 10744"/>
                <a:gd name="connsiteX2" fmla="*/ 8072 w 8072"/>
                <a:gd name="connsiteY2" fmla="*/ 0 h 10744"/>
                <a:gd name="connsiteX3" fmla="*/ 5381 w 8072"/>
                <a:gd name="connsiteY3" fmla="*/ 5372 h 10744"/>
                <a:gd name="connsiteX4" fmla="*/ 1345 w 8072"/>
                <a:gd name="connsiteY4" fmla="*/ 9401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10744">
                  <a:moveTo>
                    <a:pt x="0" y="10745"/>
                  </a:moveTo>
                  <a:lnTo>
                    <a:pt x="1345" y="6715"/>
                  </a:lnTo>
                  <a:lnTo>
                    <a:pt x="8072" y="0"/>
                  </a:lnTo>
                  <a:lnTo>
                    <a:pt x="5381" y="5372"/>
                  </a:lnTo>
                  <a:lnTo>
                    <a:pt x="1345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5" name="Freeform 1114">
              <a:extLst>
                <a:ext uri="{FF2B5EF4-FFF2-40B4-BE49-F238E27FC236}">
                  <a16:creationId xmlns:a16="http://schemas.microsoft.com/office/drawing/2014/main" id="{1AD1C232-6995-13BC-BDF6-B36F701586E0}"/>
                </a:ext>
              </a:extLst>
            </p:cNvPr>
            <p:cNvSpPr/>
            <p:nvPr/>
          </p:nvSpPr>
          <p:spPr>
            <a:xfrm>
              <a:off x="5861808" y="3260451"/>
              <a:ext cx="9417" cy="10744"/>
            </a:xfrm>
            <a:custGeom>
              <a:avLst/>
              <a:gdLst>
                <a:gd name="connsiteX0" fmla="*/ 4036 w 9417"/>
                <a:gd name="connsiteY0" fmla="*/ 9401 h 10744"/>
                <a:gd name="connsiteX1" fmla="*/ 2691 w 9417"/>
                <a:gd name="connsiteY1" fmla="*/ 9401 h 10744"/>
                <a:gd name="connsiteX2" fmla="*/ 1345 w 9417"/>
                <a:gd name="connsiteY2" fmla="*/ 8059 h 10744"/>
                <a:gd name="connsiteX3" fmla="*/ 2691 w 9417"/>
                <a:gd name="connsiteY3" fmla="*/ 6715 h 10744"/>
                <a:gd name="connsiteX4" fmla="*/ 4036 w 9417"/>
                <a:gd name="connsiteY4" fmla="*/ 2686 h 10744"/>
                <a:gd name="connsiteX5" fmla="*/ 8072 w 9417"/>
                <a:gd name="connsiteY5" fmla="*/ 0 h 10744"/>
                <a:gd name="connsiteX6" fmla="*/ 8072 w 9417"/>
                <a:gd name="connsiteY6" fmla="*/ 1343 h 10744"/>
                <a:gd name="connsiteX7" fmla="*/ 9418 w 9417"/>
                <a:gd name="connsiteY7" fmla="*/ 0 h 10744"/>
                <a:gd name="connsiteX8" fmla="*/ 8072 w 9417"/>
                <a:gd name="connsiteY8" fmla="*/ 0 h 10744"/>
                <a:gd name="connsiteX9" fmla="*/ 2691 w 9417"/>
                <a:gd name="connsiteY9" fmla="*/ 2686 h 10744"/>
                <a:gd name="connsiteX10" fmla="*/ 0 w 9417"/>
                <a:gd name="connsiteY10" fmla="*/ 8059 h 10744"/>
                <a:gd name="connsiteX11" fmla="*/ 2691 w 9417"/>
                <a:gd name="connsiteY11" fmla="*/ 10745 h 10744"/>
                <a:gd name="connsiteX12" fmla="*/ 4036 w 9417"/>
                <a:gd name="connsiteY12" fmla="*/ 1074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17" h="10744">
                  <a:moveTo>
                    <a:pt x="4036" y="9401"/>
                  </a:moveTo>
                  <a:lnTo>
                    <a:pt x="2691" y="9401"/>
                  </a:lnTo>
                  <a:lnTo>
                    <a:pt x="1345" y="8059"/>
                  </a:lnTo>
                  <a:lnTo>
                    <a:pt x="2691" y="6715"/>
                  </a:lnTo>
                  <a:lnTo>
                    <a:pt x="4036" y="2686"/>
                  </a:lnTo>
                  <a:lnTo>
                    <a:pt x="8072" y="0"/>
                  </a:lnTo>
                  <a:lnTo>
                    <a:pt x="8072" y="1343"/>
                  </a:lnTo>
                  <a:lnTo>
                    <a:pt x="9418" y="0"/>
                  </a:lnTo>
                  <a:lnTo>
                    <a:pt x="8072" y="0"/>
                  </a:lnTo>
                  <a:lnTo>
                    <a:pt x="2691" y="2686"/>
                  </a:lnTo>
                  <a:lnTo>
                    <a:pt x="0" y="8059"/>
                  </a:lnTo>
                  <a:lnTo>
                    <a:pt x="2691" y="10745"/>
                  </a:lnTo>
                  <a:lnTo>
                    <a:pt x="4036" y="1074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6" name="Freeform 1115">
              <a:extLst>
                <a:ext uri="{FF2B5EF4-FFF2-40B4-BE49-F238E27FC236}">
                  <a16:creationId xmlns:a16="http://schemas.microsoft.com/office/drawing/2014/main" id="{3541C655-B8C5-F73D-BB41-0174F89B88B6}"/>
                </a:ext>
              </a:extLst>
            </p:cNvPr>
            <p:cNvSpPr/>
            <p:nvPr/>
          </p:nvSpPr>
          <p:spPr>
            <a:xfrm>
              <a:off x="5992309" y="3275225"/>
              <a:ext cx="5381" cy="17459"/>
            </a:xfrm>
            <a:custGeom>
              <a:avLst/>
              <a:gdLst>
                <a:gd name="connsiteX0" fmla="*/ 2691 w 5381"/>
                <a:gd name="connsiteY0" fmla="*/ 17460 h 17459"/>
                <a:gd name="connsiteX1" fmla="*/ 1345 w 5381"/>
                <a:gd name="connsiteY1" fmla="*/ 14774 h 17459"/>
                <a:gd name="connsiteX2" fmla="*/ 2691 w 5381"/>
                <a:gd name="connsiteY2" fmla="*/ 12088 h 17459"/>
                <a:gd name="connsiteX3" fmla="*/ 1345 w 5381"/>
                <a:gd name="connsiteY3" fmla="*/ 8058 h 17459"/>
                <a:gd name="connsiteX4" fmla="*/ 0 w 5381"/>
                <a:gd name="connsiteY4" fmla="*/ 4029 h 17459"/>
                <a:gd name="connsiteX5" fmla="*/ 1345 w 5381"/>
                <a:gd name="connsiteY5" fmla="*/ 1343 h 17459"/>
                <a:gd name="connsiteX6" fmla="*/ 2691 w 5381"/>
                <a:gd name="connsiteY6" fmla="*/ 0 h 17459"/>
                <a:gd name="connsiteX7" fmla="*/ 2691 w 5381"/>
                <a:gd name="connsiteY7" fmla="*/ 1343 h 17459"/>
                <a:gd name="connsiteX8" fmla="*/ 4036 w 5381"/>
                <a:gd name="connsiteY8" fmla="*/ 4029 h 17459"/>
                <a:gd name="connsiteX9" fmla="*/ 4036 w 5381"/>
                <a:gd name="connsiteY9" fmla="*/ 6715 h 17459"/>
                <a:gd name="connsiteX10" fmla="*/ 2691 w 5381"/>
                <a:gd name="connsiteY10" fmla="*/ 8058 h 17459"/>
                <a:gd name="connsiteX11" fmla="*/ 2691 w 5381"/>
                <a:gd name="connsiteY11" fmla="*/ 10744 h 17459"/>
                <a:gd name="connsiteX12" fmla="*/ 4036 w 5381"/>
                <a:gd name="connsiteY12" fmla="*/ 12088 h 17459"/>
                <a:gd name="connsiteX13" fmla="*/ 5382 w 5381"/>
                <a:gd name="connsiteY13" fmla="*/ 14774 h 17459"/>
                <a:gd name="connsiteX14" fmla="*/ 4036 w 5381"/>
                <a:gd name="connsiteY14" fmla="*/ 17460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81" h="17459">
                  <a:moveTo>
                    <a:pt x="2691" y="17460"/>
                  </a:moveTo>
                  <a:lnTo>
                    <a:pt x="1345" y="14774"/>
                  </a:lnTo>
                  <a:lnTo>
                    <a:pt x="2691" y="12088"/>
                  </a:lnTo>
                  <a:lnTo>
                    <a:pt x="1345" y="8058"/>
                  </a:lnTo>
                  <a:lnTo>
                    <a:pt x="0" y="4029"/>
                  </a:lnTo>
                  <a:lnTo>
                    <a:pt x="1345" y="1343"/>
                  </a:lnTo>
                  <a:lnTo>
                    <a:pt x="2691" y="0"/>
                  </a:lnTo>
                  <a:lnTo>
                    <a:pt x="2691" y="1343"/>
                  </a:lnTo>
                  <a:lnTo>
                    <a:pt x="4036" y="4029"/>
                  </a:lnTo>
                  <a:lnTo>
                    <a:pt x="4036" y="6715"/>
                  </a:lnTo>
                  <a:lnTo>
                    <a:pt x="2691" y="8058"/>
                  </a:lnTo>
                  <a:lnTo>
                    <a:pt x="2691" y="10744"/>
                  </a:lnTo>
                  <a:lnTo>
                    <a:pt x="4036" y="12088"/>
                  </a:lnTo>
                  <a:lnTo>
                    <a:pt x="5382" y="14774"/>
                  </a:lnTo>
                  <a:lnTo>
                    <a:pt x="4036" y="1746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7" name="Freeform 1116">
              <a:extLst>
                <a:ext uri="{FF2B5EF4-FFF2-40B4-BE49-F238E27FC236}">
                  <a16:creationId xmlns:a16="http://schemas.microsoft.com/office/drawing/2014/main" id="{2F22FADF-EC7E-29AE-8550-87A8C2B4E382}"/>
                </a:ext>
              </a:extLst>
            </p:cNvPr>
            <p:cNvSpPr/>
            <p:nvPr/>
          </p:nvSpPr>
          <p:spPr>
            <a:xfrm>
              <a:off x="5999036" y="3292685"/>
              <a:ext cx="2690" cy="4029"/>
            </a:xfrm>
            <a:custGeom>
              <a:avLst/>
              <a:gdLst>
                <a:gd name="connsiteX0" fmla="*/ 0 w 2690"/>
                <a:gd name="connsiteY0" fmla="*/ 2686 h 4029"/>
                <a:gd name="connsiteX1" fmla="*/ 0 w 2690"/>
                <a:gd name="connsiteY1" fmla="*/ 0 h 4029"/>
                <a:gd name="connsiteX2" fmla="*/ 2691 w 2690"/>
                <a:gd name="connsiteY2" fmla="*/ 0 h 4029"/>
                <a:gd name="connsiteX3" fmla="*/ 2691 w 2690"/>
                <a:gd name="connsiteY3" fmla="*/ 2686 h 4029"/>
                <a:gd name="connsiteX4" fmla="*/ 1345 w 2690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4029">
                  <a:moveTo>
                    <a:pt x="0" y="2686"/>
                  </a:moveTo>
                  <a:lnTo>
                    <a:pt x="0" y="0"/>
                  </a:lnTo>
                  <a:lnTo>
                    <a:pt x="2691" y="0"/>
                  </a:lnTo>
                  <a:lnTo>
                    <a:pt x="2691" y="2686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8" name="Freeform 1117">
              <a:extLst>
                <a:ext uri="{FF2B5EF4-FFF2-40B4-BE49-F238E27FC236}">
                  <a16:creationId xmlns:a16="http://schemas.microsoft.com/office/drawing/2014/main" id="{EB31E9B4-E027-8F37-2AA4-7BD99BE732F3}"/>
                </a:ext>
              </a:extLst>
            </p:cNvPr>
            <p:cNvSpPr/>
            <p:nvPr/>
          </p:nvSpPr>
          <p:spPr>
            <a:xfrm>
              <a:off x="6049563" y="3105997"/>
              <a:ext cx="4634" cy="8058"/>
            </a:xfrm>
            <a:custGeom>
              <a:avLst/>
              <a:gdLst>
                <a:gd name="connsiteX0" fmla="*/ 598 w 4634"/>
                <a:gd name="connsiteY0" fmla="*/ 8059 h 8058"/>
                <a:gd name="connsiteX1" fmla="*/ 1943 w 4634"/>
                <a:gd name="connsiteY1" fmla="*/ 2686 h 8058"/>
                <a:gd name="connsiteX2" fmla="*/ 4634 w 4634"/>
                <a:gd name="connsiteY2" fmla="*/ 0 h 8058"/>
                <a:gd name="connsiteX3" fmla="*/ 4634 w 4634"/>
                <a:gd name="connsiteY3" fmla="*/ 2686 h 8058"/>
                <a:gd name="connsiteX4" fmla="*/ 3289 w 4634"/>
                <a:gd name="connsiteY4" fmla="*/ 5372 h 8058"/>
                <a:gd name="connsiteX5" fmla="*/ 598 w 4634"/>
                <a:gd name="connsiteY5" fmla="*/ 8059 h 8058"/>
                <a:gd name="connsiteX6" fmla="*/ 598 w 4634"/>
                <a:gd name="connsiteY6" fmla="*/ 8059 h 8058"/>
                <a:gd name="connsiteX7" fmla="*/ 598 w 4634"/>
                <a:gd name="connsiteY7" fmla="*/ 805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34" h="8058">
                  <a:moveTo>
                    <a:pt x="598" y="8059"/>
                  </a:moveTo>
                  <a:lnTo>
                    <a:pt x="1943" y="2686"/>
                  </a:lnTo>
                  <a:lnTo>
                    <a:pt x="4634" y="0"/>
                  </a:lnTo>
                  <a:lnTo>
                    <a:pt x="4634" y="2686"/>
                  </a:lnTo>
                  <a:lnTo>
                    <a:pt x="3289" y="5372"/>
                  </a:lnTo>
                  <a:lnTo>
                    <a:pt x="598" y="8059"/>
                  </a:lnTo>
                  <a:cubicBezTo>
                    <a:pt x="598" y="8059"/>
                    <a:pt x="-747" y="8059"/>
                    <a:pt x="598" y="8059"/>
                  </a:cubicBezTo>
                  <a:lnTo>
                    <a:pt x="598" y="805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9" name="Freeform 1118">
              <a:extLst>
                <a:ext uri="{FF2B5EF4-FFF2-40B4-BE49-F238E27FC236}">
                  <a16:creationId xmlns:a16="http://schemas.microsoft.com/office/drawing/2014/main" id="{632C9A18-B724-14E3-F946-FCABF335C4D0}"/>
                </a:ext>
              </a:extLst>
            </p:cNvPr>
            <p:cNvSpPr/>
            <p:nvPr/>
          </p:nvSpPr>
          <p:spPr>
            <a:xfrm>
              <a:off x="6034016" y="3150319"/>
              <a:ext cx="4036" cy="4029"/>
            </a:xfrm>
            <a:custGeom>
              <a:avLst/>
              <a:gdLst>
                <a:gd name="connsiteX0" fmla="*/ 0 w 4036"/>
                <a:gd name="connsiteY0" fmla="*/ 1343 h 4029"/>
                <a:gd name="connsiteX1" fmla="*/ 0 w 4036"/>
                <a:gd name="connsiteY1" fmla="*/ 4029 h 4029"/>
                <a:gd name="connsiteX2" fmla="*/ 1345 w 4036"/>
                <a:gd name="connsiteY2" fmla="*/ 4029 h 4029"/>
                <a:gd name="connsiteX3" fmla="*/ 2691 w 4036"/>
                <a:gd name="connsiteY3" fmla="*/ 4029 h 4029"/>
                <a:gd name="connsiteX4" fmla="*/ 4036 w 4036"/>
                <a:gd name="connsiteY4" fmla="*/ 4029 h 4029"/>
                <a:gd name="connsiteX5" fmla="*/ 4036 w 4036"/>
                <a:gd name="connsiteY5" fmla="*/ 0 h 4029"/>
                <a:gd name="connsiteX6" fmla="*/ 2691 w 4036"/>
                <a:gd name="connsiteY6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6" h="4029">
                  <a:moveTo>
                    <a:pt x="0" y="1343"/>
                  </a:moveTo>
                  <a:lnTo>
                    <a:pt x="0" y="4029"/>
                  </a:lnTo>
                  <a:lnTo>
                    <a:pt x="1345" y="4029"/>
                  </a:lnTo>
                  <a:lnTo>
                    <a:pt x="2691" y="4029"/>
                  </a:lnTo>
                  <a:lnTo>
                    <a:pt x="4036" y="4029"/>
                  </a:lnTo>
                  <a:lnTo>
                    <a:pt x="4036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0" name="Freeform 1119">
              <a:extLst>
                <a:ext uri="{FF2B5EF4-FFF2-40B4-BE49-F238E27FC236}">
                  <a16:creationId xmlns:a16="http://schemas.microsoft.com/office/drawing/2014/main" id="{374C7375-303C-8990-39C7-518898595CE5}"/>
                </a:ext>
              </a:extLst>
            </p:cNvPr>
            <p:cNvSpPr/>
            <p:nvPr/>
          </p:nvSpPr>
          <p:spPr>
            <a:xfrm>
              <a:off x="6059578" y="3187925"/>
              <a:ext cx="6726" cy="6715"/>
            </a:xfrm>
            <a:custGeom>
              <a:avLst/>
              <a:gdLst>
                <a:gd name="connsiteX0" fmla="*/ 1345 w 6726"/>
                <a:gd name="connsiteY0" fmla="*/ 6715 h 6715"/>
                <a:gd name="connsiteX1" fmla="*/ 0 w 6726"/>
                <a:gd name="connsiteY1" fmla="*/ 1343 h 6715"/>
                <a:gd name="connsiteX2" fmla="*/ 0 w 6726"/>
                <a:gd name="connsiteY2" fmla="*/ 0 h 6715"/>
                <a:gd name="connsiteX3" fmla="*/ 1345 w 6726"/>
                <a:gd name="connsiteY3" fmla="*/ 0 h 6715"/>
                <a:gd name="connsiteX4" fmla="*/ 2691 w 6726"/>
                <a:gd name="connsiteY4" fmla="*/ 1343 h 6715"/>
                <a:gd name="connsiteX5" fmla="*/ 4036 w 6726"/>
                <a:gd name="connsiteY5" fmla="*/ 0 h 6715"/>
                <a:gd name="connsiteX6" fmla="*/ 6727 w 6726"/>
                <a:gd name="connsiteY6" fmla="*/ 1343 h 6715"/>
                <a:gd name="connsiteX7" fmla="*/ 6727 w 6726"/>
                <a:gd name="connsiteY7" fmla="*/ 4029 h 6715"/>
                <a:gd name="connsiteX8" fmla="*/ 4036 w 6726"/>
                <a:gd name="connsiteY8" fmla="*/ 6715 h 6715"/>
                <a:gd name="connsiteX9" fmla="*/ 1345 w 6726"/>
                <a:gd name="connsiteY9" fmla="*/ 6715 h 6715"/>
                <a:gd name="connsiteX10" fmla="*/ 1345 w 6726"/>
                <a:gd name="connsiteY10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26" h="6715">
                  <a:moveTo>
                    <a:pt x="1345" y="6715"/>
                  </a:moveTo>
                  <a:lnTo>
                    <a:pt x="0" y="1343"/>
                  </a:lnTo>
                  <a:lnTo>
                    <a:pt x="0" y="0"/>
                  </a:lnTo>
                  <a:lnTo>
                    <a:pt x="1345" y="0"/>
                  </a:lnTo>
                  <a:lnTo>
                    <a:pt x="2691" y="1343"/>
                  </a:lnTo>
                  <a:lnTo>
                    <a:pt x="4036" y="0"/>
                  </a:lnTo>
                  <a:lnTo>
                    <a:pt x="6727" y="1343"/>
                  </a:lnTo>
                  <a:lnTo>
                    <a:pt x="6727" y="4029"/>
                  </a:lnTo>
                  <a:lnTo>
                    <a:pt x="4036" y="6715"/>
                  </a:lnTo>
                  <a:cubicBezTo>
                    <a:pt x="4036" y="6715"/>
                    <a:pt x="1345" y="6715"/>
                    <a:pt x="1345" y="6715"/>
                  </a:cubicBezTo>
                  <a:lnTo>
                    <a:pt x="1345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1" name="Freeform 1120">
              <a:extLst>
                <a:ext uri="{FF2B5EF4-FFF2-40B4-BE49-F238E27FC236}">
                  <a16:creationId xmlns:a16="http://schemas.microsoft.com/office/drawing/2014/main" id="{6E199DA8-5B15-79E8-0CA9-85B183CA279F}"/>
                </a:ext>
              </a:extLst>
            </p:cNvPr>
            <p:cNvSpPr/>
            <p:nvPr/>
          </p:nvSpPr>
          <p:spPr>
            <a:xfrm>
              <a:off x="6047470" y="3190611"/>
              <a:ext cx="8072" cy="8058"/>
            </a:xfrm>
            <a:custGeom>
              <a:avLst/>
              <a:gdLst>
                <a:gd name="connsiteX0" fmla="*/ 1345 w 8072"/>
                <a:gd name="connsiteY0" fmla="*/ 2686 h 8058"/>
                <a:gd name="connsiteX1" fmla="*/ 4036 w 8072"/>
                <a:gd name="connsiteY1" fmla="*/ 4029 h 8058"/>
                <a:gd name="connsiteX2" fmla="*/ 5381 w 8072"/>
                <a:gd name="connsiteY2" fmla="*/ 4029 h 8058"/>
                <a:gd name="connsiteX3" fmla="*/ 6727 w 8072"/>
                <a:gd name="connsiteY3" fmla="*/ 1343 h 8058"/>
                <a:gd name="connsiteX4" fmla="*/ 6727 w 8072"/>
                <a:gd name="connsiteY4" fmla="*/ 0 h 8058"/>
                <a:gd name="connsiteX5" fmla="*/ 6727 w 8072"/>
                <a:gd name="connsiteY5" fmla="*/ 0 h 8058"/>
                <a:gd name="connsiteX6" fmla="*/ 8072 w 8072"/>
                <a:gd name="connsiteY6" fmla="*/ 2686 h 8058"/>
                <a:gd name="connsiteX7" fmla="*/ 5381 w 8072"/>
                <a:gd name="connsiteY7" fmla="*/ 6715 h 8058"/>
                <a:gd name="connsiteX8" fmla="*/ 1345 w 8072"/>
                <a:gd name="connsiteY8" fmla="*/ 8058 h 8058"/>
                <a:gd name="connsiteX9" fmla="*/ 0 w 8072"/>
                <a:gd name="connsiteY9" fmla="*/ 6715 h 8058"/>
                <a:gd name="connsiteX10" fmla="*/ 0 w 8072"/>
                <a:gd name="connsiteY10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072" h="8058">
                  <a:moveTo>
                    <a:pt x="1345" y="2686"/>
                  </a:moveTo>
                  <a:lnTo>
                    <a:pt x="4036" y="4029"/>
                  </a:lnTo>
                  <a:lnTo>
                    <a:pt x="5381" y="4029"/>
                  </a:lnTo>
                  <a:lnTo>
                    <a:pt x="6727" y="1343"/>
                  </a:lnTo>
                  <a:lnTo>
                    <a:pt x="6727" y="0"/>
                  </a:lnTo>
                  <a:lnTo>
                    <a:pt x="6727" y="0"/>
                  </a:lnTo>
                  <a:lnTo>
                    <a:pt x="8072" y="2686"/>
                  </a:lnTo>
                  <a:lnTo>
                    <a:pt x="5381" y="6715"/>
                  </a:lnTo>
                  <a:lnTo>
                    <a:pt x="1345" y="8058"/>
                  </a:lnTo>
                  <a:lnTo>
                    <a:pt x="0" y="671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2" name="Freeform 1121">
              <a:extLst>
                <a:ext uri="{FF2B5EF4-FFF2-40B4-BE49-F238E27FC236}">
                  <a16:creationId xmlns:a16="http://schemas.microsoft.com/office/drawing/2014/main" id="{0040A354-0D0D-3B3E-D554-406F801E9499}"/>
                </a:ext>
              </a:extLst>
            </p:cNvPr>
            <p:cNvSpPr/>
            <p:nvPr/>
          </p:nvSpPr>
          <p:spPr>
            <a:xfrm>
              <a:off x="6007109" y="3257765"/>
              <a:ext cx="2690" cy="4029"/>
            </a:xfrm>
            <a:custGeom>
              <a:avLst/>
              <a:gdLst>
                <a:gd name="connsiteX0" fmla="*/ 0 w 2690"/>
                <a:gd name="connsiteY0" fmla="*/ 2686 h 4029"/>
                <a:gd name="connsiteX1" fmla="*/ 1345 w 2690"/>
                <a:gd name="connsiteY1" fmla="*/ 0 h 4029"/>
                <a:gd name="connsiteX2" fmla="*/ 2691 w 2690"/>
                <a:gd name="connsiteY2" fmla="*/ 2686 h 4029"/>
                <a:gd name="connsiteX3" fmla="*/ 1345 w 2690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0" y="2686"/>
                  </a:moveTo>
                  <a:lnTo>
                    <a:pt x="1345" y="0"/>
                  </a:lnTo>
                  <a:lnTo>
                    <a:pt x="2691" y="2686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3" name="Freeform 1122">
              <a:extLst>
                <a:ext uri="{FF2B5EF4-FFF2-40B4-BE49-F238E27FC236}">
                  <a16:creationId xmlns:a16="http://schemas.microsoft.com/office/drawing/2014/main" id="{553088B5-8D25-FD36-1C32-C7786B8174CC}"/>
                </a:ext>
              </a:extLst>
            </p:cNvPr>
            <p:cNvSpPr/>
            <p:nvPr/>
          </p:nvSpPr>
          <p:spPr>
            <a:xfrm>
              <a:off x="6060924" y="3245677"/>
              <a:ext cx="8072" cy="2686"/>
            </a:xfrm>
            <a:custGeom>
              <a:avLst/>
              <a:gdLst>
                <a:gd name="connsiteX0" fmla="*/ 0 w 8072"/>
                <a:gd name="connsiteY0" fmla="*/ 0 h 2686"/>
                <a:gd name="connsiteX1" fmla="*/ 0 w 8072"/>
                <a:gd name="connsiteY1" fmla="*/ 1343 h 2686"/>
                <a:gd name="connsiteX2" fmla="*/ 2691 w 8072"/>
                <a:gd name="connsiteY2" fmla="*/ 2686 h 2686"/>
                <a:gd name="connsiteX3" fmla="*/ 6727 w 8072"/>
                <a:gd name="connsiteY3" fmla="*/ 2686 h 2686"/>
                <a:gd name="connsiteX4" fmla="*/ 8072 w 8072"/>
                <a:gd name="connsiteY4" fmla="*/ 1343 h 2686"/>
                <a:gd name="connsiteX5" fmla="*/ 2691 w 8072"/>
                <a:gd name="connsiteY5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2686">
                  <a:moveTo>
                    <a:pt x="0" y="0"/>
                  </a:moveTo>
                  <a:lnTo>
                    <a:pt x="0" y="1343"/>
                  </a:lnTo>
                  <a:lnTo>
                    <a:pt x="2691" y="2686"/>
                  </a:lnTo>
                  <a:lnTo>
                    <a:pt x="6727" y="2686"/>
                  </a:lnTo>
                  <a:lnTo>
                    <a:pt x="8072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4" name="Freeform 1123">
              <a:extLst>
                <a:ext uri="{FF2B5EF4-FFF2-40B4-BE49-F238E27FC236}">
                  <a16:creationId xmlns:a16="http://schemas.microsoft.com/office/drawing/2014/main" id="{FA011D4B-FC72-355D-744D-1E041CD55496}"/>
                </a:ext>
              </a:extLst>
            </p:cNvPr>
            <p:cNvSpPr/>
            <p:nvPr/>
          </p:nvSpPr>
          <p:spPr>
            <a:xfrm>
              <a:off x="5930422" y="3116742"/>
              <a:ext cx="164135" cy="169227"/>
            </a:xfrm>
            <a:custGeom>
              <a:avLst/>
              <a:gdLst>
                <a:gd name="connsiteX0" fmla="*/ 72650 w 164135"/>
                <a:gd name="connsiteY0" fmla="*/ 29548 h 169227"/>
                <a:gd name="connsiteX1" fmla="*/ 69960 w 164135"/>
                <a:gd name="connsiteY1" fmla="*/ 32234 h 169227"/>
                <a:gd name="connsiteX2" fmla="*/ 65923 w 164135"/>
                <a:gd name="connsiteY2" fmla="*/ 34920 h 169227"/>
                <a:gd name="connsiteX3" fmla="*/ 63233 w 164135"/>
                <a:gd name="connsiteY3" fmla="*/ 36263 h 169227"/>
                <a:gd name="connsiteX4" fmla="*/ 64578 w 164135"/>
                <a:gd name="connsiteY4" fmla="*/ 37606 h 169227"/>
                <a:gd name="connsiteX5" fmla="*/ 63233 w 164135"/>
                <a:gd name="connsiteY5" fmla="*/ 38949 h 169227"/>
                <a:gd name="connsiteX6" fmla="*/ 61887 w 164135"/>
                <a:gd name="connsiteY6" fmla="*/ 38949 h 169227"/>
                <a:gd name="connsiteX7" fmla="*/ 61887 w 164135"/>
                <a:gd name="connsiteY7" fmla="*/ 41635 h 169227"/>
                <a:gd name="connsiteX8" fmla="*/ 64578 w 164135"/>
                <a:gd name="connsiteY8" fmla="*/ 42978 h 169227"/>
                <a:gd name="connsiteX9" fmla="*/ 63233 w 164135"/>
                <a:gd name="connsiteY9" fmla="*/ 44322 h 169227"/>
                <a:gd name="connsiteX10" fmla="*/ 60542 w 164135"/>
                <a:gd name="connsiteY10" fmla="*/ 44322 h 169227"/>
                <a:gd name="connsiteX11" fmla="*/ 57851 w 164135"/>
                <a:gd name="connsiteY11" fmla="*/ 48351 h 169227"/>
                <a:gd name="connsiteX12" fmla="*/ 57851 w 164135"/>
                <a:gd name="connsiteY12" fmla="*/ 49694 h 169227"/>
                <a:gd name="connsiteX13" fmla="*/ 59196 w 164135"/>
                <a:gd name="connsiteY13" fmla="*/ 49694 h 169227"/>
                <a:gd name="connsiteX14" fmla="*/ 60542 w 164135"/>
                <a:gd name="connsiteY14" fmla="*/ 51037 h 169227"/>
                <a:gd name="connsiteX15" fmla="*/ 57851 w 164135"/>
                <a:gd name="connsiteY15" fmla="*/ 52380 h 169227"/>
                <a:gd name="connsiteX16" fmla="*/ 55160 w 164135"/>
                <a:gd name="connsiteY16" fmla="*/ 52380 h 169227"/>
                <a:gd name="connsiteX17" fmla="*/ 52470 w 164135"/>
                <a:gd name="connsiteY17" fmla="*/ 56409 h 169227"/>
                <a:gd name="connsiteX18" fmla="*/ 51124 w 164135"/>
                <a:gd name="connsiteY18" fmla="*/ 59095 h 169227"/>
                <a:gd name="connsiteX19" fmla="*/ 45743 w 164135"/>
                <a:gd name="connsiteY19" fmla="*/ 67154 h 169227"/>
                <a:gd name="connsiteX20" fmla="*/ 45743 w 164135"/>
                <a:gd name="connsiteY20" fmla="*/ 69840 h 169227"/>
                <a:gd name="connsiteX21" fmla="*/ 47088 w 164135"/>
                <a:gd name="connsiteY21" fmla="*/ 71183 h 169227"/>
                <a:gd name="connsiteX22" fmla="*/ 47088 w 164135"/>
                <a:gd name="connsiteY22" fmla="*/ 73869 h 169227"/>
                <a:gd name="connsiteX23" fmla="*/ 45743 w 164135"/>
                <a:gd name="connsiteY23" fmla="*/ 73869 h 169227"/>
                <a:gd name="connsiteX24" fmla="*/ 44397 w 164135"/>
                <a:gd name="connsiteY24" fmla="*/ 72526 h 169227"/>
                <a:gd name="connsiteX25" fmla="*/ 43052 w 164135"/>
                <a:gd name="connsiteY25" fmla="*/ 72526 h 169227"/>
                <a:gd name="connsiteX26" fmla="*/ 37671 w 164135"/>
                <a:gd name="connsiteY26" fmla="*/ 75212 h 169227"/>
                <a:gd name="connsiteX27" fmla="*/ 36325 w 164135"/>
                <a:gd name="connsiteY27" fmla="*/ 77899 h 169227"/>
                <a:gd name="connsiteX28" fmla="*/ 36325 w 164135"/>
                <a:gd name="connsiteY28" fmla="*/ 79241 h 169227"/>
                <a:gd name="connsiteX29" fmla="*/ 39016 w 164135"/>
                <a:gd name="connsiteY29" fmla="*/ 79241 h 169227"/>
                <a:gd name="connsiteX30" fmla="*/ 40361 w 164135"/>
                <a:gd name="connsiteY30" fmla="*/ 80585 h 169227"/>
                <a:gd name="connsiteX31" fmla="*/ 39016 w 164135"/>
                <a:gd name="connsiteY31" fmla="*/ 81928 h 169227"/>
                <a:gd name="connsiteX32" fmla="*/ 39016 w 164135"/>
                <a:gd name="connsiteY32" fmla="*/ 84614 h 169227"/>
                <a:gd name="connsiteX33" fmla="*/ 36325 w 164135"/>
                <a:gd name="connsiteY33" fmla="*/ 87300 h 169227"/>
                <a:gd name="connsiteX34" fmla="*/ 30944 w 164135"/>
                <a:gd name="connsiteY34" fmla="*/ 85957 h 169227"/>
                <a:gd name="connsiteX35" fmla="*/ 29598 w 164135"/>
                <a:gd name="connsiteY35" fmla="*/ 87300 h 169227"/>
                <a:gd name="connsiteX36" fmla="*/ 29598 w 164135"/>
                <a:gd name="connsiteY36" fmla="*/ 89986 h 169227"/>
                <a:gd name="connsiteX37" fmla="*/ 26908 w 164135"/>
                <a:gd name="connsiteY37" fmla="*/ 92672 h 169227"/>
                <a:gd name="connsiteX38" fmla="*/ 24217 w 164135"/>
                <a:gd name="connsiteY38" fmla="*/ 98045 h 169227"/>
                <a:gd name="connsiteX39" fmla="*/ 21526 w 164135"/>
                <a:gd name="connsiteY39" fmla="*/ 102074 h 169227"/>
                <a:gd name="connsiteX40" fmla="*/ 20181 w 164135"/>
                <a:gd name="connsiteY40" fmla="*/ 102074 h 169227"/>
                <a:gd name="connsiteX41" fmla="*/ 20181 w 164135"/>
                <a:gd name="connsiteY41" fmla="*/ 98045 h 169227"/>
                <a:gd name="connsiteX42" fmla="*/ 18835 w 164135"/>
                <a:gd name="connsiteY42" fmla="*/ 102074 h 169227"/>
                <a:gd name="connsiteX43" fmla="*/ 17490 w 164135"/>
                <a:gd name="connsiteY43" fmla="*/ 99388 h 169227"/>
                <a:gd name="connsiteX44" fmla="*/ 18835 w 164135"/>
                <a:gd name="connsiteY44" fmla="*/ 96702 h 169227"/>
                <a:gd name="connsiteX45" fmla="*/ 21526 w 164135"/>
                <a:gd name="connsiteY45" fmla="*/ 94015 h 169227"/>
                <a:gd name="connsiteX46" fmla="*/ 22871 w 164135"/>
                <a:gd name="connsiteY46" fmla="*/ 91329 h 169227"/>
                <a:gd name="connsiteX47" fmla="*/ 21526 w 164135"/>
                <a:gd name="connsiteY47" fmla="*/ 92672 h 169227"/>
                <a:gd name="connsiteX48" fmla="*/ 17490 w 164135"/>
                <a:gd name="connsiteY48" fmla="*/ 95358 h 169227"/>
                <a:gd name="connsiteX49" fmla="*/ 12108 w 164135"/>
                <a:gd name="connsiteY49" fmla="*/ 99388 h 169227"/>
                <a:gd name="connsiteX50" fmla="*/ 9418 w 164135"/>
                <a:gd name="connsiteY50" fmla="*/ 106103 h 169227"/>
                <a:gd name="connsiteX51" fmla="*/ 10763 w 164135"/>
                <a:gd name="connsiteY51" fmla="*/ 106103 h 169227"/>
                <a:gd name="connsiteX52" fmla="*/ 14799 w 164135"/>
                <a:gd name="connsiteY52" fmla="*/ 104760 h 169227"/>
                <a:gd name="connsiteX53" fmla="*/ 21526 w 164135"/>
                <a:gd name="connsiteY53" fmla="*/ 103417 h 169227"/>
                <a:gd name="connsiteX54" fmla="*/ 26908 w 164135"/>
                <a:gd name="connsiteY54" fmla="*/ 103417 h 169227"/>
                <a:gd name="connsiteX55" fmla="*/ 22871 w 164135"/>
                <a:gd name="connsiteY55" fmla="*/ 107446 h 169227"/>
                <a:gd name="connsiteX56" fmla="*/ 17490 w 164135"/>
                <a:gd name="connsiteY56" fmla="*/ 112818 h 169227"/>
                <a:gd name="connsiteX57" fmla="*/ 14799 w 164135"/>
                <a:gd name="connsiteY57" fmla="*/ 118191 h 169227"/>
                <a:gd name="connsiteX58" fmla="*/ 9418 w 164135"/>
                <a:gd name="connsiteY58" fmla="*/ 120877 h 169227"/>
                <a:gd name="connsiteX59" fmla="*/ 4036 w 164135"/>
                <a:gd name="connsiteY59" fmla="*/ 124906 h 169227"/>
                <a:gd name="connsiteX60" fmla="*/ 1345 w 164135"/>
                <a:gd name="connsiteY60" fmla="*/ 124906 h 169227"/>
                <a:gd name="connsiteX61" fmla="*/ 0 w 164135"/>
                <a:gd name="connsiteY61" fmla="*/ 127592 h 169227"/>
                <a:gd name="connsiteX62" fmla="*/ 1345 w 164135"/>
                <a:gd name="connsiteY62" fmla="*/ 130278 h 169227"/>
                <a:gd name="connsiteX63" fmla="*/ 0 w 164135"/>
                <a:gd name="connsiteY63" fmla="*/ 134308 h 169227"/>
                <a:gd name="connsiteX64" fmla="*/ 1345 w 164135"/>
                <a:gd name="connsiteY64" fmla="*/ 135651 h 169227"/>
                <a:gd name="connsiteX65" fmla="*/ 4036 w 164135"/>
                <a:gd name="connsiteY65" fmla="*/ 135651 h 169227"/>
                <a:gd name="connsiteX66" fmla="*/ 9418 w 164135"/>
                <a:gd name="connsiteY66" fmla="*/ 136994 h 169227"/>
                <a:gd name="connsiteX67" fmla="*/ 14799 w 164135"/>
                <a:gd name="connsiteY67" fmla="*/ 135651 h 169227"/>
                <a:gd name="connsiteX68" fmla="*/ 18835 w 164135"/>
                <a:gd name="connsiteY68" fmla="*/ 132965 h 169227"/>
                <a:gd name="connsiteX69" fmla="*/ 22871 w 164135"/>
                <a:gd name="connsiteY69" fmla="*/ 132965 h 169227"/>
                <a:gd name="connsiteX70" fmla="*/ 25562 w 164135"/>
                <a:gd name="connsiteY70" fmla="*/ 130278 h 169227"/>
                <a:gd name="connsiteX71" fmla="*/ 26908 w 164135"/>
                <a:gd name="connsiteY71" fmla="*/ 128935 h 169227"/>
                <a:gd name="connsiteX72" fmla="*/ 26908 w 164135"/>
                <a:gd name="connsiteY72" fmla="*/ 130278 h 169227"/>
                <a:gd name="connsiteX73" fmla="*/ 24217 w 164135"/>
                <a:gd name="connsiteY73" fmla="*/ 134308 h 169227"/>
                <a:gd name="connsiteX74" fmla="*/ 29598 w 164135"/>
                <a:gd name="connsiteY74" fmla="*/ 135651 h 169227"/>
                <a:gd name="connsiteX75" fmla="*/ 33634 w 164135"/>
                <a:gd name="connsiteY75" fmla="*/ 134308 h 169227"/>
                <a:gd name="connsiteX76" fmla="*/ 34980 w 164135"/>
                <a:gd name="connsiteY76" fmla="*/ 136994 h 169227"/>
                <a:gd name="connsiteX77" fmla="*/ 41707 w 164135"/>
                <a:gd name="connsiteY77" fmla="*/ 136994 h 169227"/>
                <a:gd name="connsiteX78" fmla="*/ 45743 w 164135"/>
                <a:gd name="connsiteY78" fmla="*/ 135651 h 169227"/>
                <a:gd name="connsiteX79" fmla="*/ 47088 w 164135"/>
                <a:gd name="connsiteY79" fmla="*/ 136994 h 169227"/>
                <a:gd name="connsiteX80" fmla="*/ 48433 w 164135"/>
                <a:gd name="connsiteY80" fmla="*/ 138337 h 169227"/>
                <a:gd name="connsiteX81" fmla="*/ 52470 w 164135"/>
                <a:gd name="connsiteY81" fmla="*/ 138337 h 169227"/>
                <a:gd name="connsiteX82" fmla="*/ 53815 w 164135"/>
                <a:gd name="connsiteY82" fmla="*/ 136994 h 169227"/>
                <a:gd name="connsiteX83" fmla="*/ 55160 w 164135"/>
                <a:gd name="connsiteY83" fmla="*/ 138337 h 169227"/>
                <a:gd name="connsiteX84" fmla="*/ 57851 w 164135"/>
                <a:gd name="connsiteY84" fmla="*/ 138337 h 169227"/>
                <a:gd name="connsiteX85" fmla="*/ 60542 w 164135"/>
                <a:gd name="connsiteY85" fmla="*/ 136994 h 169227"/>
                <a:gd name="connsiteX86" fmla="*/ 60542 w 164135"/>
                <a:gd name="connsiteY86" fmla="*/ 135651 h 169227"/>
                <a:gd name="connsiteX87" fmla="*/ 64578 w 164135"/>
                <a:gd name="connsiteY87" fmla="*/ 135651 h 169227"/>
                <a:gd name="connsiteX88" fmla="*/ 65923 w 164135"/>
                <a:gd name="connsiteY88" fmla="*/ 136994 h 169227"/>
                <a:gd name="connsiteX89" fmla="*/ 68614 w 164135"/>
                <a:gd name="connsiteY89" fmla="*/ 136994 h 169227"/>
                <a:gd name="connsiteX90" fmla="*/ 69960 w 164135"/>
                <a:gd name="connsiteY90" fmla="*/ 135651 h 169227"/>
                <a:gd name="connsiteX91" fmla="*/ 72650 w 164135"/>
                <a:gd name="connsiteY91" fmla="*/ 135651 h 169227"/>
                <a:gd name="connsiteX92" fmla="*/ 75341 w 164135"/>
                <a:gd name="connsiteY92" fmla="*/ 136994 h 169227"/>
                <a:gd name="connsiteX93" fmla="*/ 76686 w 164135"/>
                <a:gd name="connsiteY93" fmla="*/ 134308 h 169227"/>
                <a:gd name="connsiteX94" fmla="*/ 76686 w 164135"/>
                <a:gd name="connsiteY94" fmla="*/ 131622 h 169227"/>
                <a:gd name="connsiteX95" fmla="*/ 76686 w 164135"/>
                <a:gd name="connsiteY95" fmla="*/ 127592 h 169227"/>
                <a:gd name="connsiteX96" fmla="*/ 78032 w 164135"/>
                <a:gd name="connsiteY96" fmla="*/ 128935 h 169227"/>
                <a:gd name="connsiteX97" fmla="*/ 79377 w 164135"/>
                <a:gd name="connsiteY97" fmla="*/ 126249 h 169227"/>
                <a:gd name="connsiteX98" fmla="*/ 80723 w 164135"/>
                <a:gd name="connsiteY98" fmla="*/ 126249 h 169227"/>
                <a:gd name="connsiteX99" fmla="*/ 79377 w 164135"/>
                <a:gd name="connsiteY99" fmla="*/ 127592 h 169227"/>
                <a:gd name="connsiteX100" fmla="*/ 78032 w 164135"/>
                <a:gd name="connsiteY100" fmla="*/ 132965 h 169227"/>
                <a:gd name="connsiteX101" fmla="*/ 79377 w 164135"/>
                <a:gd name="connsiteY101" fmla="*/ 134308 h 169227"/>
                <a:gd name="connsiteX102" fmla="*/ 80723 w 164135"/>
                <a:gd name="connsiteY102" fmla="*/ 131622 h 169227"/>
                <a:gd name="connsiteX103" fmla="*/ 83413 w 164135"/>
                <a:gd name="connsiteY103" fmla="*/ 128935 h 169227"/>
                <a:gd name="connsiteX104" fmla="*/ 84759 w 164135"/>
                <a:gd name="connsiteY104" fmla="*/ 128935 h 169227"/>
                <a:gd name="connsiteX105" fmla="*/ 84759 w 164135"/>
                <a:gd name="connsiteY105" fmla="*/ 131622 h 169227"/>
                <a:gd name="connsiteX106" fmla="*/ 83413 w 164135"/>
                <a:gd name="connsiteY106" fmla="*/ 134308 h 169227"/>
                <a:gd name="connsiteX107" fmla="*/ 83413 w 164135"/>
                <a:gd name="connsiteY107" fmla="*/ 135651 h 169227"/>
                <a:gd name="connsiteX108" fmla="*/ 86104 w 164135"/>
                <a:gd name="connsiteY108" fmla="*/ 134308 h 169227"/>
                <a:gd name="connsiteX109" fmla="*/ 87449 w 164135"/>
                <a:gd name="connsiteY109" fmla="*/ 134308 h 169227"/>
                <a:gd name="connsiteX110" fmla="*/ 87449 w 164135"/>
                <a:gd name="connsiteY110" fmla="*/ 135651 h 169227"/>
                <a:gd name="connsiteX111" fmla="*/ 82068 w 164135"/>
                <a:gd name="connsiteY111" fmla="*/ 138337 h 169227"/>
                <a:gd name="connsiteX112" fmla="*/ 76686 w 164135"/>
                <a:gd name="connsiteY112" fmla="*/ 139680 h 169227"/>
                <a:gd name="connsiteX113" fmla="*/ 78032 w 164135"/>
                <a:gd name="connsiteY113" fmla="*/ 141023 h 169227"/>
                <a:gd name="connsiteX114" fmla="*/ 79377 w 164135"/>
                <a:gd name="connsiteY114" fmla="*/ 139680 h 169227"/>
                <a:gd name="connsiteX115" fmla="*/ 82068 w 164135"/>
                <a:gd name="connsiteY115" fmla="*/ 139680 h 169227"/>
                <a:gd name="connsiteX116" fmla="*/ 83413 w 164135"/>
                <a:gd name="connsiteY116" fmla="*/ 141023 h 169227"/>
                <a:gd name="connsiteX117" fmla="*/ 86104 w 164135"/>
                <a:gd name="connsiteY117" fmla="*/ 141023 h 169227"/>
                <a:gd name="connsiteX118" fmla="*/ 87449 w 164135"/>
                <a:gd name="connsiteY118" fmla="*/ 142366 h 169227"/>
                <a:gd name="connsiteX119" fmla="*/ 88795 w 164135"/>
                <a:gd name="connsiteY119" fmla="*/ 141023 h 169227"/>
                <a:gd name="connsiteX120" fmla="*/ 91486 w 164135"/>
                <a:gd name="connsiteY120" fmla="*/ 139680 h 169227"/>
                <a:gd name="connsiteX121" fmla="*/ 92831 w 164135"/>
                <a:gd name="connsiteY121" fmla="*/ 135651 h 169227"/>
                <a:gd name="connsiteX122" fmla="*/ 92831 w 164135"/>
                <a:gd name="connsiteY122" fmla="*/ 132965 h 169227"/>
                <a:gd name="connsiteX123" fmla="*/ 95522 w 164135"/>
                <a:gd name="connsiteY123" fmla="*/ 134308 h 169227"/>
                <a:gd name="connsiteX124" fmla="*/ 99558 w 164135"/>
                <a:gd name="connsiteY124" fmla="*/ 135651 h 169227"/>
                <a:gd name="connsiteX125" fmla="*/ 100903 w 164135"/>
                <a:gd name="connsiteY125" fmla="*/ 138337 h 169227"/>
                <a:gd name="connsiteX126" fmla="*/ 103594 w 164135"/>
                <a:gd name="connsiteY126" fmla="*/ 136994 h 169227"/>
                <a:gd name="connsiteX127" fmla="*/ 106285 w 164135"/>
                <a:gd name="connsiteY127" fmla="*/ 135651 h 169227"/>
                <a:gd name="connsiteX128" fmla="*/ 110321 w 164135"/>
                <a:gd name="connsiteY128" fmla="*/ 135651 h 169227"/>
                <a:gd name="connsiteX129" fmla="*/ 107630 w 164135"/>
                <a:gd name="connsiteY129" fmla="*/ 136994 h 169227"/>
                <a:gd name="connsiteX130" fmla="*/ 107630 w 164135"/>
                <a:gd name="connsiteY130" fmla="*/ 138337 h 169227"/>
                <a:gd name="connsiteX131" fmla="*/ 103594 w 164135"/>
                <a:gd name="connsiteY131" fmla="*/ 139680 h 169227"/>
                <a:gd name="connsiteX132" fmla="*/ 99558 w 164135"/>
                <a:gd name="connsiteY132" fmla="*/ 139680 h 169227"/>
                <a:gd name="connsiteX133" fmla="*/ 96867 w 164135"/>
                <a:gd name="connsiteY133" fmla="*/ 142366 h 169227"/>
                <a:gd name="connsiteX134" fmla="*/ 96867 w 164135"/>
                <a:gd name="connsiteY134" fmla="*/ 143709 h 169227"/>
                <a:gd name="connsiteX135" fmla="*/ 95522 w 164135"/>
                <a:gd name="connsiteY135" fmla="*/ 145052 h 169227"/>
                <a:gd name="connsiteX136" fmla="*/ 94176 w 164135"/>
                <a:gd name="connsiteY136" fmla="*/ 146395 h 169227"/>
                <a:gd name="connsiteX137" fmla="*/ 91486 w 164135"/>
                <a:gd name="connsiteY137" fmla="*/ 146395 h 169227"/>
                <a:gd name="connsiteX138" fmla="*/ 90140 w 164135"/>
                <a:gd name="connsiteY138" fmla="*/ 147738 h 169227"/>
                <a:gd name="connsiteX139" fmla="*/ 88795 w 164135"/>
                <a:gd name="connsiteY139" fmla="*/ 149081 h 169227"/>
                <a:gd name="connsiteX140" fmla="*/ 87449 w 164135"/>
                <a:gd name="connsiteY140" fmla="*/ 150425 h 169227"/>
                <a:gd name="connsiteX141" fmla="*/ 83413 w 164135"/>
                <a:gd name="connsiteY141" fmla="*/ 151768 h 169227"/>
                <a:gd name="connsiteX142" fmla="*/ 79377 w 164135"/>
                <a:gd name="connsiteY142" fmla="*/ 154454 h 169227"/>
                <a:gd name="connsiteX143" fmla="*/ 78032 w 164135"/>
                <a:gd name="connsiteY143" fmla="*/ 155797 h 169227"/>
                <a:gd name="connsiteX144" fmla="*/ 79377 w 164135"/>
                <a:gd name="connsiteY144" fmla="*/ 157140 h 169227"/>
                <a:gd name="connsiteX145" fmla="*/ 80723 w 164135"/>
                <a:gd name="connsiteY145" fmla="*/ 158483 h 169227"/>
                <a:gd name="connsiteX146" fmla="*/ 83413 w 164135"/>
                <a:gd name="connsiteY146" fmla="*/ 158483 h 169227"/>
                <a:gd name="connsiteX147" fmla="*/ 84759 w 164135"/>
                <a:gd name="connsiteY147" fmla="*/ 157140 h 169227"/>
                <a:gd name="connsiteX148" fmla="*/ 86104 w 164135"/>
                <a:gd name="connsiteY148" fmla="*/ 155797 h 169227"/>
                <a:gd name="connsiteX149" fmla="*/ 87449 w 164135"/>
                <a:gd name="connsiteY149" fmla="*/ 155797 h 169227"/>
                <a:gd name="connsiteX150" fmla="*/ 87449 w 164135"/>
                <a:gd name="connsiteY150" fmla="*/ 158483 h 169227"/>
                <a:gd name="connsiteX151" fmla="*/ 88795 w 164135"/>
                <a:gd name="connsiteY151" fmla="*/ 159826 h 169227"/>
                <a:gd name="connsiteX152" fmla="*/ 92831 w 164135"/>
                <a:gd name="connsiteY152" fmla="*/ 158483 h 169227"/>
                <a:gd name="connsiteX153" fmla="*/ 95522 w 164135"/>
                <a:gd name="connsiteY153" fmla="*/ 155797 h 169227"/>
                <a:gd name="connsiteX154" fmla="*/ 96867 w 164135"/>
                <a:gd name="connsiteY154" fmla="*/ 153111 h 169227"/>
                <a:gd name="connsiteX155" fmla="*/ 98213 w 164135"/>
                <a:gd name="connsiteY155" fmla="*/ 153111 h 169227"/>
                <a:gd name="connsiteX156" fmla="*/ 99558 w 164135"/>
                <a:gd name="connsiteY156" fmla="*/ 150425 h 169227"/>
                <a:gd name="connsiteX157" fmla="*/ 100903 w 164135"/>
                <a:gd name="connsiteY157" fmla="*/ 147738 h 169227"/>
                <a:gd name="connsiteX158" fmla="*/ 102249 w 164135"/>
                <a:gd name="connsiteY158" fmla="*/ 146395 h 169227"/>
                <a:gd name="connsiteX159" fmla="*/ 106285 w 164135"/>
                <a:gd name="connsiteY159" fmla="*/ 141023 h 169227"/>
                <a:gd name="connsiteX160" fmla="*/ 108975 w 164135"/>
                <a:gd name="connsiteY160" fmla="*/ 139680 h 169227"/>
                <a:gd name="connsiteX161" fmla="*/ 111666 w 164135"/>
                <a:gd name="connsiteY161" fmla="*/ 141023 h 169227"/>
                <a:gd name="connsiteX162" fmla="*/ 114357 w 164135"/>
                <a:gd name="connsiteY162" fmla="*/ 141023 h 169227"/>
                <a:gd name="connsiteX163" fmla="*/ 111666 w 164135"/>
                <a:gd name="connsiteY163" fmla="*/ 142366 h 169227"/>
                <a:gd name="connsiteX164" fmla="*/ 114357 w 164135"/>
                <a:gd name="connsiteY164" fmla="*/ 142366 h 169227"/>
                <a:gd name="connsiteX165" fmla="*/ 117048 w 164135"/>
                <a:gd name="connsiteY165" fmla="*/ 141023 h 169227"/>
                <a:gd name="connsiteX166" fmla="*/ 118393 w 164135"/>
                <a:gd name="connsiteY166" fmla="*/ 135651 h 169227"/>
                <a:gd name="connsiteX167" fmla="*/ 121084 w 164135"/>
                <a:gd name="connsiteY167" fmla="*/ 130278 h 169227"/>
                <a:gd name="connsiteX168" fmla="*/ 121084 w 164135"/>
                <a:gd name="connsiteY168" fmla="*/ 124906 h 169227"/>
                <a:gd name="connsiteX169" fmla="*/ 122429 w 164135"/>
                <a:gd name="connsiteY169" fmla="*/ 123563 h 169227"/>
                <a:gd name="connsiteX170" fmla="*/ 123775 w 164135"/>
                <a:gd name="connsiteY170" fmla="*/ 123563 h 169227"/>
                <a:gd name="connsiteX171" fmla="*/ 125120 w 164135"/>
                <a:gd name="connsiteY171" fmla="*/ 124906 h 169227"/>
                <a:gd name="connsiteX172" fmla="*/ 126465 w 164135"/>
                <a:gd name="connsiteY172" fmla="*/ 124906 h 169227"/>
                <a:gd name="connsiteX173" fmla="*/ 127811 w 164135"/>
                <a:gd name="connsiteY173" fmla="*/ 126249 h 169227"/>
                <a:gd name="connsiteX174" fmla="*/ 127811 w 164135"/>
                <a:gd name="connsiteY174" fmla="*/ 131622 h 169227"/>
                <a:gd name="connsiteX175" fmla="*/ 126465 w 164135"/>
                <a:gd name="connsiteY175" fmla="*/ 134308 h 169227"/>
                <a:gd name="connsiteX176" fmla="*/ 125120 w 164135"/>
                <a:gd name="connsiteY176" fmla="*/ 138337 h 169227"/>
                <a:gd name="connsiteX177" fmla="*/ 126465 w 164135"/>
                <a:gd name="connsiteY177" fmla="*/ 141023 h 169227"/>
                <a:gd name="connsiteX178" fmla="*/ 125120 w 164135"/>
                <a:gd name="connsiteY178" fmla="*/ 143709 h 169227"/>
                <a:gd name="connsiteX179" fmla="*/ 121084 w 164135"/>
                <a:gd name="connsiteY179" fmla="*/ 146395 h 169227"/>
                <a:gd name="connsiteX180" fmla="*/ 118393 w 164135"/>
                <a:gd name="connsiteY180" fmla="*/ 154454 h 169227"/>
                <a:gd name="connsiteX181" fmla="*/ 118393 w 164135"/>
                <a:gd name="connsiteY181" fmla="*/ 157140 h 169227"/>
                <a:gd name="connsiteX182" fmla="*/ 117048 w 164135"/>
                <a:gd name="connsiteY182" fmla="*/ 158483 h 169227"/>
                <a:gd name="connsiteX183" fmla="*/ 117048 w 164135"/>
                <a:gd name="connsiteY183" fmla="*/ 161169 h 169227"/>
                <a:gd name="connsiteX184" fmla="*/ 119738 w 164135"/>
                <a:gd name="connsiteY184" fmla="*/ 162512 h 169227"/>
                <a:gd name="connsiteX185" fmla="*/ 123775 w 164135"/>
                <a:gd name="connsiteY185" fmla="*/ 159826 h 169227"/>
                <a:gd name="connsiteX186" fmla="*/ 127811 w 164135"/>
                <a:gd name="connsiteY186" fmla="*/ 153111 h 169227"/>
                <a:gd name="connsiteX187" fmla="*/ 129156 w 164135"/>
                <a:gd name="connsiteY187" fmla="*/ 153111 h 169227"/>
                <a:gd name="connsiteX188" fmla="*/ 133192 w 164135"/>
                <a:gd name="connsiteY188" fmla="*/ 149081 h 169227"/>
                <a:gd name="connsiteX189" fmla="*/ 134538 w 164135"/>
                <a:gd name="connsiteY189" fmla="*/ 146395 h 169227"/>
                <a:gd name="connsiteX190" fmla="*/ 135883 w 164135"/>
                <a:gd name="connsiteY190" fmla="*/ 147738 h 169227"/>
                <a:gd name="connsiteX191" fmla="*/ 139919 w 164135"/>
                <a:gd name="connsiteY191" fmla="*/ 147738 h 169227"/>
                <a:gd name="connsiteX192" fmla="*/ 139919 w 164135"/>
                <a:gd name="connsiteY192" fmla="*/ 149081 h 169227"/>
                <a:gd name="connsiteX193" fmla="*/ 137228 w 164135"/>
                <a:gd name="connsiteY193" fmla="*/ 150425 h 169227"/>
                <a:gd name="connsiteX194" fmla="*/ 133192 w 164135"/>
                <a:gd name="connsiteY194" fmla="*/ 154454 h 169227"/>
                <a:gd name="connsiteX195" fmla="*/ 133192 w 164135"/>
                <a:gd name="connsiteY195" fmla="*/ 157140 h 169227"/>
                <a:gd name="connsiteX196" fmla="*/ 131847 w 164135"/>
                <a:gd name="connsiteY196" fmla="*/ 161169 h 169227"/>
                <a:gd name="connsiteX197" fmla="*/ 133192 w 164135"/>
                <a:gd name="connsiteY197" fmla="*/ 162512 h 169227"/>
                <a:gd name="connsiteX198" fmla="*/ 133192 w 164135"/>
                <a:gd name="connsiteY198" fmla="*/ 166541 h 169227"/>
                <a:gd name="connsiteX199" fmla="*/ 135883 w 164135"/>
                <a:gd name="connsiteY199" fmla="*/ 169228 h 169227"/>
                <a:gd name="connsiteX200" fmla="*/ 137228 w 164135"/>
                <a:gd name="connsiteY200" fmla="*/ 165199 h 169227"/>
                <a:gd name="connsiteX201" fmla="*/ 139919 w 164135"/>
                <a:gd name="connsiteY201" fmla="*/ 162512 h 169227"/>
                <a:gd name="connsiteX202" fmla="*/ 142610 w 164135"/>
                <a:gd name="connsiteY202" fmla="*/ 162512 h 169227"/>
                <a:gd name="connsiteX203" fmla="*/ 145301 w 164135"/>
                <a:gd name="connsiteY203" fmla="*/ 165199 h 169227"/>
                <a:gd name="connsiteX204" fmla="*/ 147991 w 164135"/>
                <a:gd name="connsiteY204" fmla="*/ 166541 h 169227"/>
                <a:gd name="connsiteX205" fmla="*/ 152028 w 164135"/>
                <a:gd name="connsiteY205" fmla="*/ 163855 h 169227"/>
                <a:gd name="connsiteX206" fmla="*/ 152028 w 164135"/>
                <a:gd name="connsiteY206" fmla="*/ 161169 h 169227"/>
                <a:gd name="connsiteX207" fmla="*/ 153373 w 164135"/>
                <a:gd name="connsiteY207" fmla="*/ 161169 h 169227"/>
                <a:gd name="connsiteX208" fmla="*/ 154718 w 164135"/>
                <a:gd name="connsiteY208" fmla="*/ 158483 h 169227"/>
                <a:gd name="connsiteX209" fmla="*/ 154718 w 164135"/>
                <a:gd name="connsiteY209" fmla="*/ 155797 h 169227"/>
                <a:gd name="connsiteX210" fmla="*/ 156064 w 164135"/>
                <a:gd name="connsiteY210" fmla="*/ 155797 h 169227"/>
                <a:gd name="connsiteX211" fmla="*/ 157409 w 164135"/>
                <a:gd name="connsiteY211" fmla="*/ 153111 h 169227"/>
                <a:gd name="connsiteX212" fmla="*/ 156064 w 164135"/>
                <a:gd name="connsiteY212" fmla="*/ 150425 h 169227"/>
                <a:gd name="connsiteX213" fmla="*/ 157409 w 164135"/>
                <a:gd name="connsiteY213" fmla="*/ 146395 h 169227"/>
                <a:gd name="connsiteX214" fmla="*/ 161445 w 164135"/>
                <a:gd name="connsiteY214" fmla="*/ 141023 h 169227"/>
                <a:gd name="connsiteX215" fmla="*/ 164136 w 164135"/>
                <a:gd name="connsiteY215" fmla="*/ 136994 h 169227"/>
                <a:gd name="connsiteX216" fmla="*/ 164136 w 164135"/>
                <a:gd name="connsiteY216" fmla="*/ 128935 h 169227"/>
                <a:gd name="connsiteX217" fmla="*/ 164136 w 164135"/>
                <a:gd name="connsiteY217" fmla="*/ 126249 h 169227"/>
                <a:gd name="connsiteX218" fmla="*/ 162790 w 164135"/>
                <a:gd name="connsiteY218" fmla="*/ 126249 h 169227"/>
                <a:gd name="connsiteX219" fmla="*/ 162790 w 164135"/>
                <a:gd name="connsiteY219" fmla="*/ 127592 h 169227"/>
                <a:gd name="connsiteX220" fmla="*/ 161445 w 164135"/>
                <a:gd name="connsiteY220" fmla="*/ 131622 h 169227"/>
                <a:gd name="connsiteX221" fmla="*/ 157409 w 164135"/>
                <a:gd name="connsiteY221" fmla="*/ 134308 h 169227"/>
                <a:gd name="connsiteX222" fmla="*/ 154718 w 164135"/>
                <a:gd name="connsiteY222" fmla="*/ 138337 h 169227"/>
                <a:gd name="connsiteX223" fmla="*/ 152028 w 164135"/>
                <a:gd name="connsiteY223" fmla="*/ 139680 h 169227"/>
                <a:gd name="connsiteX224" fmla="*/ 150682 w 164135"/>
                <a:gd name="connsiteY224" fmla="*/ 136994 h 169227"/>
                <a:gd name="connsiteX225" fmla="*/ 152028 w 164135"/>
                <a:gd name="connsiteY225" fmla="*/ 132965 h 169227"/>
                <a:gd name="connsiteX226" fmla="*/ 152028 w 164135"/>
                <a:gd name="connsiteY226" fmla="*/ 128935 h 169227"/>
                <a:gd name="connsiteX227" fmla="*/ 156064 w 164135"/>
                <a:gd name="connsiteY227" fmla="*/ 126249 h 169227"/>
                <a:gd name="connsiteX228" fmla="*/ 157409 w 164135"/>
                <a:gd name="connsiteY228" fmla="*/ 124906 h 169227"/>
                <a:gd name="connsiteX229" fmla="*/ 161445 w 164135"/>
                <a:gd name="connsiteY229" fmla="*/ 120877 h 169227"/>
                <a:gd name="connsiteX230" fmla="*/ 162790 w 164135"/>
                <a:gd name="connsiteY230" fmla="*/ 120877 h 169227"/>
                <a:gd name="connsiteX231" fmla="*/ 164136 w 164135"/>
                <a:gd name="connsiteY231" fmla="*/ 119534 h 169227"/>
                <a:gd name="connsiteX232" fmla="*/ 162790 w 164135"/>
                <a:gd name="connsiteY232" fmla="*/ 116848 h 169227"/>
                <a:gd name="connsiteX233" fmla="*/ 160100 w 164135"/>
                <a:gd name="connsiteY233" fmla="*/ 118191 h 169227"/>
                <a:gd name="connsiteX234" fmla="*/ 158754 w 164135"/>
                <a:gd name="connsiteY234" fmla="*/ 118191 h 169227"/>
                <a:gd name="connsiteX235" fmla="*/ 156064 w 164135"/>
                <a:gd name="connsiteY235" fmla="*/ 119534 h 169227"/>
                <a:gd name="connsiteX236" fmla="*/ 153373 w 164135"/>
                <a:gd name="connsiteY236" fmla="*/ 119534 h 169227"/>
                <a:gd name="connsiteX237" fmla="*/ 150682 w 164135"/>
                <a:gd name="connsiteY237" fmla="*/ 122220 h 169227"/>
                <a:gd name="connsiteX238" fmla="*/ 149337 w 164135"/>
                <a:gd name="connsiteY238" fmla="*/ 124906 h 169227"/>
                <a:gd name="connsiteX239" fmla="*/ 143955 w 164135"/>
                <a:gd name="connsiteY239" fmla="*/ 128935 h 169227"/>
                <a:gd name="connsiteX240" fmla="*/ 143955 w 164135"/>
                <a:gd name="connsiteY240" fmla="*/ 130278 h 169227"/>
                <a:gd name="connsiteX241" fmla="*/ 141265 w 164135"/>
                <a:gd name="connsiteY241" fmla="*/ 131622 h 169227"/>
                <a:gd name="connsiteX242" fmla="*/ 137228 w 164135"/>
                <a:gd name="connsiteY242" fmla="*/ 128935 h 169227"/>
                <a:gd name="connsiteX243" fmla="*/ 137228 w 164135"/>
                <a:gd name="connsiteY243" fmla="*/ 126249 h 169227"/>
                <a:gd name="connsiteX244" fmla="*/ 135883 w 164135"/>
                <a:gd name="connsiteY244" fmla="*/ 123563 h 169227"/>
                <a:gd name="connsiteX245" fmla="*/ 135883 w 164135"/>
                <a:gd name="connsiteY245" fmla="*/ 120877 h 169227"/>
                <a:gd name="connsiteX246" fmla="*/ 137228 w 164135"/>
                <a:gd name="connsiteY246" fmla="*/ 123563 h 169227"/>
                <a:gd name="connsiteX247" fmla="*/ 138574 w 164135"/>
                <a:gd name="connsiteY247" fmla="*/ 123563 h 169227"/>
                <a:gd name="connsiteX248" fmla="*/ 141265 w 164135"/>
                <a:gd name="connsiteY248" fmla="*/ 119534 h 169227"/>
                <a:gd name="connsiteX249" fmla="*/ 139919 w 164135"/>
                <a:gd name="connsiteY249" fmla="*/ 119534 h 169227"/>
                <a:gd name="connsiteX250" fmla="*/ 135883 w 164135"/>
                <a:gd name="connsiteY250" fmla="*/ 118191 h 169227"/>
                <a:gd name="connsiteX251" fmla="*/ 138574 w 164135"/>
                <a:gd name="connsiteY251" fmla="*/ 118191 h 169227"/>
                <a:gd name="connsiteX252" fmla="*/ 142610 w 164135"/>
                <a:gd name="connsiteY252" fmla="*/ 118191 h 169227"/>
                <a:gd name="connsiteX253" fmla="*/ 138574 w 164135"/>
                <a:gd name="connsiteY253" fmla="*/ 116848 h 169227"/>
                <a:gd name="connsiteX254" fmla="*/ 137228 w 164135"/>
                <a:gd name="connsiteY254" fmla="*/ 115504 h 169227"/>
                <a:gd name="connsiteX255" fmla="*/ 137228 w 164135"/>
                <a:gd name="connsiteY255" fmla="*/ 112818 h 169227"/>
                <a:gd name="connsiteX256" fmla="*/ 138574 w 164135"/>
                <a:gd name="connsiteY256" fmla="*/ 111475 h 169227"/>
                <a:gd name="connsiteX257" fmla="*/ 142610 w 164135"/>
                <a:gd name="connsiteY257" fmla="*/ 111475 h 169227"/>
                <a:gd name="connsiteX258" fmla="*/ 143955 w 164135"/>
                <a:gd name="connsiteY258" fmla="*/ 110132 h 169227"/>
                <a:gd name="connsiteX259" fmla="*/ 147991 w 164135"/>
                <a:gd name="connsiteY259" fmla="*/ 107446 h 169227"/>
                <a:gd name="connsiteX260" fmla="*/ 149337 w 164135"/>
                <a:gd name="connsiteY260" fmla="*/ 103417 h 169227"/>
                <a:gd name="connsiteX261" fmla="*/ 153373 w 164135"/>
                <a:gd name="connsiteY261" fmla="*/ 103417 h 169227"/>
                <a:gd name="connsiteX262" fmla="*/ 154718 w 164135"/>
                <a:gd name="connsiteY262" fmla="*/ 104760 h 169227"/>
                <a:gd name="connsiteX263" fmla="*/ 160100 w 164135"/>
                <a:gd name="connsiteY263" fmla="*/ 102074 h 169227"/>
                <a:gd name="connsiteX264" fmla="*/ 161445 w 164135"/>
                <a:gd name="connsiteY264" fmla="*/ 99388 h 169227"/>
                <a:gd name="connsiteX265" fmla="*/ 161445 w 164135"/>
                <a:gd name="connsiteY265" fmla="*/ 95358 h 169227"/>
                <a:gd name="connsiteX266" fmla="*/ 160100 w 164135"/>
                <a:gd name="connsiteY266" fmla="*/ 92672 h 169227"/>
                <a:gd name="connsiteX267" fmla="*/ 157409 w 164135"/>
                <a:gd name="connsiteY267" fmla="*/ 96702 h 169227"/>
                <a:gd name="connsiteX268" fmla="*/ 154718 w 164135"/>
                <a:gd name="connsiteY268" fmla="*/ 98045 h 169227"/>
                <a:gd name="connsiteX269" fmla="*/ 153373 w 164135"/>
                <a:gd name="connsiteY269" fmla="*/ 96702 h 169227"/>
                <a:gd name="connsiteX270" fmla="*/ 150682 w 164135"/>
                <a:gd name="connsiteY270" fmla="*/ 96702 h 169227"/>
                <a:gd name="connsiteX271" fmla="*/ 150682 w 164135"/>
                <a:gd name="connsiteY271" fmla="*/ 99388 h 169227"/>
                <a:gd name="connsiteX272" fmla="*/ 150682 w 164135"/>
                <a:gd name="connsiteY272" fmla="*/ 102074 h 169227"/>
                <a:gd name="connsiteX273" fmla="*/ 149337 w 164135"/>
                <a:gd name="connsiteY273" fmla="*/ 103417 h 169227"/>
                <a:gd name="connsiteX274" fmla="*/ 147991 w 164135"/>
                <a:gd name="connsiteY274" fmla="*/ 103417 h 169227"/>
                <a:gd name="connsiteX275" fmla="*/ 145301 w 164135"/>
                <a:gd name="connsiteY275" fmla="*/ 106103 h 169227"/>
                <a:gd name="connsiteX276" fmla="*/ 142610 w 164135"/>
                <a:gd name="connsiteY276" fmla="*/ 107446 h 169227"/>
                <a:gd name="connsiteX277" fmla="*/ 142610 w 164135"/>
                <a:gd name="connsiteY277" fmla="*/ 110132 h 169227"/>
                <a:gd name="connsiteX278" fmla="*/ 141265 w 164135"/>
                <a:gd name="connsiteY278" fmla="*/ 111475 h 169227"/>
                <a:gd name="connsiteX279" fmla="*/ 142610 w 164135"/>
                <a:gd name="connsiteY279" fmla="*/ 108789 h 169227"/>
                <a:gd name="connsiteX280" fmla="*/ 142610 w 164135"/>
                <a:gd name="connsiteY280" fmla="*/ 106103 h 169227"/>
                <a:gd name="connsiteX281" fmla="*/ 141265 w 164135"/>
                <a:gd name="connsiteY281" fmla="*/ 107446 h 169227"/>
                <a:gd name="connsiteX282" fmla="*/ 138574 w 164135"/>
                <a:gd name="connsiteY282" fmla="*/ 107446 h 169227"/>
                <a:gd name="connsiteX283" fmla="*/ 141265 w 164135"/>
                <a:gd name="connsiteY283" fmla="*/ 106103 h 169227"/>
                <a:gd name="connsiteX284" fmla="*/ 143955 w 164135"/>
                <a:gd name="connsiteY284" fmla="*/ 103417 h 169227"/>
                <a:gd name="connsiteX285" fmla="*/ 145301 w 164135"/>
                <a:gd name="connsiteY285" fmla="*/ 102074 h 169227"/>
                <a:gd name="connsiteX286" fmla="*/ 143955 w 164135"/>
                <a:gd name="connsiteY286" fmla="*/ 100731 h 169227"/>
                <a:gd name="connsiteX287" fmla="*/ 146646 w 164135"/>
                <a:gd name="connsiteY287" fmla="*/ 99388 h 169227"/>
                <a:gd name="connsiteX288" fmla="*/ 147991 w 164135"/>
                <a:gd name="connsiteY288" fmla="*/ 95358 h 169227"/>
                <a:gd name="connsiteX289" fmla="*/ 146646 w 164135"/>
                <a:gd name="connsiteY289" fmla="*/ 94015 h 169227"/>
                <a:gd name="connsiteX290" fmla="*/ 145301 w 164135"/>
                <a:gd name="connsiteY290" fmla="*/ 96702 h 169227"/>
                <a:gd name="connsiteX291" fmla="*/ 146646 w 164135"/>
                <a:gd name="connsiteY291" fmla="*/ 94015 h 169227"/>
                <a:gd name="connsiteX292" fmla="*/ 146646 w 164135"/>
                <a:gd name="connsiteY292" fmla="*/ 91329 h 169227"/>
                <a:gd name="connsiteX293" fmla="*/ 145301 w 164135"/>
                <a:gd name="connsiteY293" fmla="*/ 91329 h 169227"/>
                <a:gd name="connsiteX294" fmla="*/ 142610 w 164135"/>
                <a:gd name="connsiteY294" fmla="*/ 92672 h 169227"/>
                <a:gd name="connsiteX295" fmla="*/ 137228 w 164135"/>
                <a:gd name="connsiteY295" fmla="*/ 91329 h 169227"/>
                <a:gd name="connsiteX296" fmla="*/ 142610 w 164135"/>
                <a:gd name="connsiteY296" fmla="*/ 91329 h 169227"/>
                <a:gd name="connsiteX297" fmla="*/ 143955 w 164135"/>
                <a:gd name="connsiteY297" fmla="*/ 89986 h 169227"/>
                <a:gd name="connsiteX298" fmla="*/ 147991 w 164135"/>
                <a:gd name="connsiteY298" fmla="*/ 88643 h 169227"/>
                <a:gd name="connsiteX299" fmla="*/ 150682 w 164135"/>
                <a:gd name="connsiteY299" fmla="*/ 87300 h 169227"/>
                <a:gd name="connsiteX300" fmla="*/ 152028 w 164135"/>
                <a:gd name="connsiteY300" fmla="*/ 85957 h 169227"/>
                <a:gd name="connsiteX301" fmla="*/ 154718 w 164135"/>
                <a:gd name="connsiteY301" fmla="*/ 85957 h 169227"/>
                <a:gd name="connsiteX302" fmla="*/ 157409 w 164135"/>
                <a:gd name="connsiteY302" fmla="*/ 84614 h 169227"/>
                <a:gd name="connsiteX303" fmla="*/ 157409 w 164135"/>
                <a:gd name="connsiteY303" fmla="*/ 81928 h 169227"/>
                <a:gd name="connsiteX304" fmla="*/ 158754 w 164135"/>
                <a:gd name="connsiteY304" fmla="*/ 80585 h 169227"/>
                <a:gd name="connsiteX305" fmla="*/ 158754 w 164135"/>
                <a:gd name="connsiteY305" fmla="*/ 77899 h 169227"/>
                <a:gd name="connsiteX306" fmla="*/ 156064 w 164135"/>
                <a:gd name="connsiteY306" fmla="*/ 76555 h 169227"/>
                <a:gd name="connsiteX307" fmla="*/ 152028 w 164135"/>
                <a:gd name="connsiteY307" fmla="*/ 72526 h 169227"/>
                <a:gd name="connsiteX308" fmla="*/ 147991 w 164135"/>
                <a:gd name="connsiteY308" fmla="*/ 72526 h 169227"/>
                <a:gd name="connsiteX309" fmla="*/ 143955 w 164135"/>
                <a:gd name="connsiteY309" fmla="*/ 73869 h 169227"/>
                <a:gd name="connsiteX310" fmla="*/ 142610 w 164135"/>
                <a:gd name="connsiteY310" fmla="*/ 73869 h 169227"/>
                <a:gd name="connsiteX311" fmla="*/ 142610 w 164135"/>
                <a:gd name="connsiteY311" fmla="*/ 76555 h 169227"/>
                <a:gd name="connsiteX312" fmla="*/ 141265 w 164135"/>
                <a:gd name="connsiteY312" fmla="*/ 80585 h 169227"/>
                <a:gd name="connsiteX313" fmla="*/ 139919 w 164135"/>
                <a:gd name="connsiteY313" fmla="*/ 84614 h 169227"/>
                <a:gd name="connsiteX314" fmla="*/ 137228 w 164135"/>
                <a:gd name="connsiteY314" fmla="*/ 85957 h 169227"/>
                <a:gd name="connsiteX315" fmla="*/ 138574 w 164135"/>
                <a:gd name="connsiteY315" fmla="*/ 83271 h 169227"/>
                <a:gd name="connsiteX316" fmla="*/ 139919 w 164135"/>
                <a:gd name="connsiteY316" fmla="*/ 79241 h 169227"/>
                <a:gd name="connsiteX317" fmla="*/ 138574 w 164135"/>
                <a:gd name="connsiteY317" fmla="*/ 77899 h 169227"/>
                <a:gd name="connsiteX318" fmla="*/ 139919 w 164135"/>
                <a:gd name="connsiteY318" fmla="*/ 75212 h 169227"/>
                <a:gd name="connsiteX319" fmla="*/ 141265 w 164135"/>
                <a:gd name="connsiteY319" fmla="*/ 71183 h 169227"/>
                <a:gd name="connsiteX320" fmla="*/ 139919 w 164135"/>
                <a:gd name="connsiteY320" fmla="*/ 71183 h 169227"/>
                <a:gd name="connsiteX321" fmla="*/ 135883 w 164135"/>
                <a:gd name="connsiteY321" fmla="*/ 73869 h 169227"/>
                <a:gd name="connsiteX322" fmla="*/ 134538 w 164135"/>
                <a:gd name="connsiteY322" fmla="*/ 76555 h 169227"/>
                <a:gd name="connsiteX323" fmla="*/ 131847 w 164135"/>
                <a:gd name="connsiteY323" fmla="*/ 77899 h 169227"/>
                <a:gd name="connsiteX324" fmla="*/ 130501 w 164135"/>
                <a:gd name="connsiteY324" fmla="*/ 76555 h 169227"/>
                <a:gd name="connsiteX325" fmla="*/ 129156 w 164135"/>
                <a:gd name="connsiteY325" fmla="*/ 77899 h 169227"/>
                <a:gd name="connsiteX326" fmla="*/ 126465 w 164135"/>
                <a:gd name="connsiteY326" fmla="*/ 79241 h 169227"/>
                <a:gd name="connsiteX327" fmla="*/ 125120 w 164135"/>
                <a:gd name="connsiteY327" fmla="*/ 77899 h 169227"/>
                <a:gd name="connsiteX328" fmla="*/ 122429 w 164135"/>
                <a:gd name="connsiteY328" fmla="*/ 80585 h 169227"/>
                <a:gd name="connsiteX329" fmla="*/ 121084 w 164135"/>
                <a:gd name="connsiteY329" fmla="*/ 85957 h 169227"/>
                <a:gd name="connsiteX330" fmla="*/ 117048 w 164135"/>
                <a:gd name="connsiteY330" fmla="*/ 88643 h 169227"/>
                <a:gd name="connsiteX331" fmla="*/ 119738 w 164135"/>
                <a:gd name="connsiteY331" fmla="*/ 85957 h 169227"/>
                <a:gd name="connsiteX332" fmla="*/ 121084 w 164135"/>
                <a:gd name="connsiteY332" fmla="*/ 79241 h 169227"/>
                <a:gd name="connsiteX333" fmla="*/ 123775 w 164135"/>
                <a:gd name="connsiteY333" fmla="*/ 73869 h 169227"/>
                <a:gd name="connsiteX334" fmla="*/ 122429 w 164135"/>
                <a:gd name="connsiteY334" fmla="*/ 72526 h 169227"/>
                <a:gd name="connsiteX335" fmla="*/ 119738 w 164135"/>
                <a:gd name="connsiteY335" fmla="*/ 73869 h 169227"/>
                <a:gd name="connsiteX336" fmla="*/ 118393 w 164135"/>
                <a:gd name="connsiteY336" fmla="*/ 76555 h 169227"/>
                <a:gd name="connsiteX337" fmla="*/ 115702 w 164135"/>
                <a:gd name="connsiteY337" fmla="*/ 79241 h 169227"/>
                <a:gd name="connsiteX338" fmla="*/ 114357 w 164135"/>
                <a:gd name="connsiteY338" fmla="*/ 77899 h 169227"/>
                <a:gd name="connsiteX339" fmla="*/ 115702 w 164135"/>
                <a:gd name="connsiteY339" fmla="*/ 76555 h 169227"/>
                <a:gd name="connsiteX340" fmla="*/ 117048 w 164135"/>
                <a:gd name="connsiteY340" fmla="*/ 73869 h 169227"/>
                <a:gd name="connsiteX341" fmla="*/ 117048 w 164135"/>
                <a:gd name="connsiteY341" fmla="*/ 72526 h 169227"/>
                <a:gd name="connsiteX342" fmla="*/ 114357 w 164135"/>
                <a:gd name="connsiteY342" fmla="*/ 73869 h 169227"/>
                <a:gd name="connsiteX343" fmla="*/ 110321 w 164135"/>
                <a:gd name="connsiteY343" fmla="*/ 77899 h 169227"/>
                <a:gd name="connsiteX344" fmla="*/ 108975 w 164135"/>
                <a:gd name="connsiteY344" fmla="*/ 77899 h 169227"/>
                <a:gd name="connsiteX345" fmla="*/ 107630 w 164135"/>
                <a:gd name="connsiteY345" fmla="*/ 73869 h 169227"/>
                <a:gd name="connsiteX346" fmla="*/ 106285 w 164135"/>
                <a:gd name="connsiteY346" fmla="*/ 73869 h 169227"/>
                <a:gd name="connsiteX347" fmla="*/ 102249 w 164135"/>
                <a:gd name="connsiteY347" fmla="*/ 76555 h 169227"/>
                <a:gd name="connsiteX348" fmla="*/ 100903 w 164135"/>
                <a:gd name="connsiteY348" fmla="*/ 76555 h 169227"/>
                <a:gd name="connsiteX349" fmla="*/ 100903 w 164135"/>
                <a:gd name="connsiteY349" fmla="*/ 75212 h 169227"/>
                <a:gd name="connsiteX350" fmla="*/ 104939 w 164135"/>
                <a:gd name="connsiteY350" fmla="*/ 72526 h 169227"/>
                <a:gd name="connsiteX351" fmla="*/ 107630 w 164135"/>
                <a:gd name="connsiteY351" fmla="*/ 68497 h 169227"/>
                <a:gd name="connsiteX352" fmla="*/ 108975 w 164135"/>
                <a:gd name="connsiteY352" fmla="*/ 65811 h 169227"/>
                <a:gd name="connsiteX353" fmla="*/ 107630 w 164135"/>
                <a:gd name="connsiteY353" fmla="*/ 65811 h 169227"/>
                <a:gd name="connsiteX354" fmla="*/ 106285 w 164135"/>
                <a:gd name="connsiteY354" fmla="*/ 65811 h 169227"/>
                <a:gd name="connsiteX355" fmla="*/ 102249 w 164135"/>
                <a:gd name="connsiteY355" fmla="*/ 68497 h 169227"/>
                <a:gd name="connsiteX356" fmla="*/ 103594 w 164135"/>
                <a:gd name="connsiteY356" fmla="*/ 65811 h 169227"/>
                <a:gd name="connsiteX357" fmla="*/ 107630 w 164135"/>
                <a:gd name="connsiteY357" fmla="*/ 63125 h 169227"/>
                <a:gd name="connsiteX358" fmla="*/ 111666 w 164135"/>
                <a:gd name="connsiteY358" fmla="*/ 63125 h 169227"/>
                <a:gd name="connsiteX359" fmla="*/ 113012 w 164135"/>
                <a:gd name="connsiteY359" fmla="*/ 61781 h 169227"/>
                <a:gd name="connsiteX360" fmla="*/ 117048 w 164135"/>
                <a:gd name="connsiteY360" fmla="*/ 60438 h 169227"/>
                <a:gd name="connsiteX361" fmla="*/ 119738 w 164135"/>
                <a:gd name="connsiteY361" fmla="*/ 57752 h 169227"/>
                <a:gd name="connsiteX362" fmla="*/ 119738 w 164135"/>
                <a:gd name="connsiteY362" fmla="*/ 56409 h 169227"/>
                <a:gd name="connsiteX363" fmla="*/ 118393 w 164135"/>
                <a:gd name="connsiteY363" fmla="*/ 57752 h 169227"/>
                <a:gd name="connsiteX364" fmla="*/ 114357 w 164135"/>
                <a:gd name="connsiteY364" fmla="*/ 59095 h 169227"/>
                <a:gd name="connsiteX365" fmla="*/ 111666 w 164135"/>
                <a:gd name="connsiteY365" fmla="*/ 57752 h 169227"/>
                <a:gd name="connsiteX366" fmla="*/ 107630 w 164135"/>
                <a:gd name="connsiteY366" fmla="*/ 55066 h 169227"/>
                <a:gd name="connsiteX367" fmla="*/ 106285 w 164135"/>
                <a:gd name="connsiteY367" fmla="*/ 55066 h 169227"/>
                <a:gd name="connsiteX368" fmla="*/ 104939 w 164135"/>
                <a:gd name="connsiteY368" fmla="*/ 56409 h 169227"/>
                <a:gd name="connsiteX369" fmla="*/ 106285 w 164135"/>
                <a:gd name="connsiteY369" fmla="*/ 52380 h 169227"/>
                <a:gd name="connsiteX370" fmla="*/ 107630 w 164135"/>
                <a:gd name="connsiteY370" fmla="*/ 51037 h 169227"/>
                <a:gd name="connsiteX371" fmla="*/ 107630 w 164135"/>
                <a:gd name="connsiteY371" fmla="*/ 49694 h 169227"/>
                <a:gd name="connsiteX372" fmla="*/ 104939 w 164135"/>
                <a:gd name="connsiteY372" fmla="*/ 51037 h 169227"/>
                <a:gd name="connsiteX373" fmla="*/ 102249 w 164135"/>
                <a:gd name="connsiteY373" fmla="*/ 53723 h 169227"/>
                <a:gd name="connsiteX374" fmla="*/ 100903 w 164135"/>
                <a:gd name="connsiteY374" fmla="*/ 56409 h 169227"/>
                <a:gd name="connsiteX375" fmla="*/ 98213 w 164135"/>
                <a:gd name="connsiteY375" fmla="*/ 59095 h 169227"/>
                <a:gd name="connsiteX376" fmla="*/ 95522 w 164135"/>
                <a:gd name="connsiteY376" fmla="*/ 60438 h 169227"/>
                <a:gd name="connsiteX377" fmla="*/ 94176 w 164135"/>
                <a:gd name="connsiteY377" fmla="*/ 63125 h 169227"/>
                <a:gd name="connsiteX378" fmla="*/ 90140 w 164135"/>
                <a:gd name="connsiteY378" fmla="*/ 65811 h 169227"/>
                <a:gd name="connsiteX379" fmla="*/ 87449 w 164135"/>
                <a:gd name="connsiteY379" fmla="*/ 68497 h 169227"/>
                <a:gd name="connsiteX380" fmla="*/ 87449 w 164135"/>
                <a:gd name="connsiteY380" fmla="*/ 64468 h 169227"/>
                <a:gd name="connsiteX381" fmla="*/ 88795 w 164135"/>
                <a:gd name="connsiteY381" fmla="*/ 61781 h 169227"/>
                <a:gd name="connsiteX382" fmla="*/ 91486 w 164135"/>
                <a:gd name="connsiteY382" fmla="*/ 57752 h 169227"/>
                <a:gd name="connsiteX383" fmla="*/ 91486 w 164135"/>
                <a:gd name="connsiteY383" fmla="*/ 55066 h 169227"/>
                <a:gd name="connsiteX384" fmla="*/ 92831 w 164135"/>
                <a:gd name="connsiteY384" fmla="*/ 51037 h 169227"/>
                <a:gd name="connsiteX385" fmla="*/ 95522 w 164135"/>
                <a:gd name="connsiteY385" fmla="*/ 48351 h 169227"/>
                <a:gd name="connsiteX386" fmla="*/ 95522 w 164135"/>
                <a:gd name="connsiteY386" fmla="*/ 47008 h 169227"/>
                <a:gd name="connsiteX387" fmla="*/ 98213 w 164135"/>
                <a:gd name="connsiteY387" fmla="*/ 44322 h 169227"/>
                <a:gd name="connsiteX388" fmla="*/ 99558 w 164135"/>
                <a:gd name="connsiteY388" fmla="*/ 42978 h 169227"/>
                <a:gd name="connsiteX389" fmla="*/ 102249 w 164135"/>
                <a:gd name="connsiteY389" fmla="*/ 38949 h 169227"/>
                <a:gd name="connsiteX390" fmla="*/ 104939 w 164135"/>
                <a:gd name="connsiteY390" fmla="*/ 37606 h 169227"/>
                <a:gd name="connsiteX391" fmla="*/ 106285 w 164135"/>
                <a:gd name="connsiteY391" fmla="*/ 34920 h 169227"/>
                <a:gd name="connsiteX392" fmla="*/ 108975 w 164135"/>
                <a:gd name="connsiteY392" fmla="*/ 33577 h 169227"/>
                <a:gd name="connsiteX393" fmla="*/ 110321 w 164135"/>
                <a:gd name="connsiteY393" fmla="*/ 32234 h 169227"/>
                <a:gd name="connsiteX394" fmla="*/ 110321 w 164135"/>
                <a:gd name="connsiteY394" fmla="*/ 29548 h 169227"/>
                <a:gd name="connsiteX395" fmla="*/ 111666 w 164135"/>
                <a:gd name="connsiteY395" fmla="*/ 26862 h 169227"/>
                <a:gd name="connsiteX396" fmla="*/ 113012 w 164135"/>
                <a:gd name="connsiteY396" fmla="*/ 24175 h 169227"/>
                <a:gd name="connsiteX397" fmla="*/ 113012 w 164135"/>
                <a:gd name="connsiteY397" fmla="*/ 26862 h 169227"/>
                <a:gd name="connsiteX398" fmla="*/ 111666 w 164135"/>
                <a:gd name="connsiteY398" fmla="*/ 29548 h 169227"/>
                <a:gd name="connsiteX399" fmla="*/ 113012 w 164135"/>
                <a:gd name="connsiteY399" fmla="*/ 32234 h 169227"/>
                <a:gd name="connsiteX400" fmla="*/ 115702 w 164135"/>
                <a:gd name="connsiteY400" fmla="*/ 26862 h 169227"/>
                <a:gd name="connsiteX401" fmla="*/ 121084 w 164135"/>
                <a:gd name="connsiteY401" fmla="*/ 21489 h 169227"/>
                <a:gd name="connsiteX402" fmla="*/ 122429 w 164135"/>
                <a:gd name="connsiteY402" fmla="*/ 18803 h 169227"/>
                <a:gd name="connsiteX403" fmla="*/ 121084 w 164135"/>
                <a:gd name="connsiteY403" fmla="*/ 16117 h 169227"/>
                <a:gd name="connsiteX404" fmla="*/ 119738 w 164135"/>
                <a:gd name="connsiteY404" fmla="*/ 16117 h 169227"/>
                <a:gd name="connsiteX405" fmla="*/ 117048 w 164135"/>
                <a:gd name="connsiteY405" fmla="*/ 17460 h 169227"/>
                <a:gd name="connsiteX406" fmla="*/ 115702 w 164135"/>
                <a:gd name="connsiteY406" fmla="*/ 13431 h 169227"/>
                <a:gd name="connsiteX407" fmla="*/ 114357 w 164135"/>
                <a:gd name="connsiteY407" fmla="*/ 12088 h 169227"/>
                <a:gd name="connsiteX408" fmla="*/ 115702 w 164135"/>
                <a:gd name="connsiteY408" fmla="*/ 9401 h 169227"/>
                <a:gd name="connsiteX409" fmla="*/ 118393 w 164135"/>
                <a:gd name="connsiteY409" fmla="*/ 8058 h 169227"/>
                <a:gd name="connsiteX410" fmla="*/ 122429 w 164135"/>
                <a:gd name="connsiteY410" fmla="*/ 9401 h 169227"/>
                <a:gd name="connsiteX411" fmla="*/ 126465 w 164135"/>
                <a:gd name="connsiteY411" fmla="*/ 12088 h 169227"/>
                <a:gd name="connsiteX412" fmla="*/ 127811 w 164135"/>
                <a:gd name="connsiteY412" fmla="*/ 10745 h 169227"/>
                <a:gd name="connsiteX413" fmla="*/ 129156 w 164135"/>
                <a:gd name="connsiteY413" fmla="*/ 8058 h 169227"/>
                <a:gd name="connsiteX414" fmla="*/ 129156 w 164135"/>
                <a:gd name="connsiteY414" fmla="*/ 1343 h 169227"/>
                <a:gd name="connsiteX415" fmla="*/ 125120 w 164135"/>
                <a:gd name="connsiteY415" fmla="*/ 1343 h 169227"/>
                <a:gd name="connsiteX416" fmla="*/ 122429 w 164135"/>
                <a:gd name="connsiteY416" fmla="*/ 2686 h 169227"/>
                <a:gd name="connsiteX417" fmla="*/ 122429 w 164135"/>
                <a:gd name="connsiteY417" fmla="*/ 4029 h 169227"/>
                <a:gd name="connsiteX418" fmla="*/ 119738 w 164135"/>
                <a:gd name="connsiteY418" fmla="*/ 4029 h 169227"/>
                <a:gd name="connsiteX419" fmla="*/ 119738 w 164135"/>
                <a:gd name="connsiteY419" fmla="*/ 1343 h 169227"/>
                <a:gd name="connsiteX420" fmla="*/ 119738 w 164135"/>
                <a:gd name="connsiteY420" fmla="*/ 0 h 169227"/>
                <a:gd name="connsiteX421" fmla="*/ 117048 w 164135"/>
                <a:gd name="connsiteY421" fmla="*/ 1343 h 169227"/>
                <a:gd name="connsiteX422" fmla="*/ 114357 w 164135"/>
                <a:gd name="connsiteY422" fmla="*/ 4029 h 169227"/>
                <a:gd name="connsiteX423" fmla="*/ 111666 w 164135"/>
                <a:gd name="connsiteY423" fmla="*/ 4029 h 169227"/>
                <a:gd name="connsiteX424" fmla="*/ 110321 w 164135"/>
                <a:gd name="connsiteY424" fmla="*/ 6715 h 169227"/>
                <a:gd name="connsiteX425" fmla="*/ 107630 w 164135"/>
                <a:gd name="connsiteY425" fmla="*/ 9401 h 169227"/>
                <a:gd name="connsiteX426" fmla="*/ 103594 w 164135"/>
                <a:gd name="connsiteY426" fmla="*/ 9401 h 169227"/>
                <a:gd name="connsiteX427" fmla="*/ 99558 w 164135"/>
                <a:gd name="connsiteY427" fmla="*/ 12088 h 169227"/>
                <a:gd name="connsiteX428" fmla="*/ 95522 w 164135"/>
                <a:gd name="connsiteY428" fmla="*/ 14774 h 169227"/>
                <a:gd name="connsiteX429" fmla="*/ 95522 w 164135"/>
                <a:gd name="connsiteY429" fmla="*/ 18803 h 169227"/>
                <a:gd name="connsiteX430" fmla="*/ 92831 w 164135"/>
                <a:gd name="connsiteY430" fmla="*/ 18803 h 169227"/>
                <a:gd name="connsiteX431" fmla="*/ 90140 w 164135"/>
                <a:gd name="connsiteY431" fmla="*/ 17460 h 169227"/>
                <a:gd name="connsiteX432" fmla="*/ 90140 w 164135"/>
                <a:gd name="connsiteY432" fmla="*/ 18803 h 169227"/>
                <a:gd name="connsiteX433" fmla="*/ 91486 w 164135"/>
                <a:gd name="connsiteY433" fmla="*/ 20146 h 169227"/>
                <a:gd name="connsiteX434" fmla="*/ 72650 w 164135"/>
                <a:gd name="connsiteY434" fmla="*/ 29548 h 169227"/>
                <a:gd name="connsiteX435" fmla="*/ 72650 w 164135"/>
                <a:gd name="connsiteY435" fmla="*/ 29548 h 169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</a:cxnLst>
              <a:rect l="l" t="t" r="r" b="b"/>
              <a:pathLst>
                <a:path w="164135" h="169227">
                  <a:moveTo>
                    <a:pt x="72650" y="29548"/>
                  </a:moveTo>
                  <a:lnTo>
                    <a:pt x="69960" y="32234"/>
                  </a:lnTo>
                  <a:lnTo>
                    <a:pt x="65923" y="34920"/>
                  </a:lnTo>
                  <a:lnTo>
                    <a:pt x="63233" y="36263"/>
                  </a:lnTo>
                  <a:lnTo>
                    <a:pt x="64578" y="37606"/>
                  </a:lnTo>
                  <a:lnTo>
                    <a:pt x="63233" y="38949"/>
                  </a:lnTo>
                  <a:lnTo>
                    <a:pt x="61887" y="38949"/>
                  </a:lnTo>
                  <a:lnTo>
                    <a:pt x="61887" y="41635"/>
                  </a:lnTo>
                  <a:lnTo>
                    <a:pt x="64578" y="42978"/>
                  </a:lnTo>
                  <a:lnTo>
                    <a:pt x="63233" y="44322"/>
                  </a:lnTo>
                  <a:lnTo>
                    <a:pt x="60542" y="44322"/>
                  </a:lnTo>
                  <a:lnTo>
                    <a:pt x="57851" y="48351"/>
                  </a:lnTo>
                  <a:lnTo>
                    <a:pt x="57851" y="49694"/>
                  </a:lnTo>
                  <a:lnTo>
                    <a:pt x="59196" y="49694"/>
                  </a:lnTo>
                  <a:lnTo>
                    <a:pt x="60542" y="51037"/>
                  </a:lnTo>
                  <a:lnTo>
                    <a:pt x="57851" y="52380"/>
                  </a:lnTo>
                  <a:lnTo>
                    <a:pt x="55160" y="52380"/>
                  </a:lnTo>
                  <a:lnTo>
                    <a:pt x="52470" y="56409"/>
                  </a:lnTo>
                  <a:lnTo>
                    <a:pt x="51124" y="59095"/>
                  </a:lnTo>
                  <a:lnTo>
                    <a:pt x="45743" y="67154"/>
                  </a:lnTo>
                  <a:lnTo>
                    <a:pt x="45743" y="69840"/>
                  </a:lnTo>
                  <a:lnTo>
                    <a:pt x="47088" y="71183"/>
                  </a:lnTo>
                  <a:lnTo>
                    <a:pt x="47088" y="73869"/>
                  </a:lnTo>
                  <a:lnTo>
                    <a:pt x="45743" y="73869"/>
                  </a:lnTo>
                  <a:lnTo>
                    <a:pt x="44397" y="72526"/>
                  </a:lnTo>
                  <a:lnTo>
                    <a:pt x="43052" y="72526"/>
                  </a:lnTo>
                  <a:lnTo>
                    <a:pt x="37671" y="75212"/>
                  </a:lnTo>
                  <a:lnTo>
                    <a:pt x="36325" y="77899"/>
                  </a:lnTo>
                  <a:lnTo>
                    <a:pt x="36325" y="79241"/>
                  </a:lnTo>
                  <a:lnTo>
                    <a:pt x="39016" y="79241"/>
                  </a:lnTo>
                  <a:lnTo>
                    <a:pt x="40361" y="80585"/>
                  </a:lnTo>
                  <a:lnTo>
                    <a:pt x="39016" y="81928"/>
                  </a:lnTo>
                  <a:lnTo>
                    <a:pt x="39016" y="84614"/>
                  </a:lnTo>
                  <a:lnTo>
                    <a:pt x="36325" y="87300"/>
                  </a:lnTo>
                  <a:lnTo>
                    <a:pt x="30944" y="85957"/>
                  </a:lnTo>
                  <a:lnTo>
                    <a:pt x="29598" y="87300"/>
                  </a:lnTo>
                  <a:lnTo>
                    <a:pt x="29598" y="89986"/>
                  </a:lnTo>
                  <a:lnTo>
                    <a:pt x="26908" y="92672"/>
                  </a:lnTo>
                  <a:lnTo>
                    <a:pt x="24217" y="98045"/>
                  </a:lnTo>
                  <a:lnTo>
                    <a:pt x="21526" y="102074"/>
                  </a:lnTo>
                  <a:lnTo>
                    <a:pt x="20181" y="102074"/>
                  </a:lnTo>
                  <a:lnTo>
                    <a:pt x="20181" y="98045"/>
                  </a:lnTo>
                  <a:lnTo>
                    <a:pt x="18835" y="102074"/>
                  </a:lnTo>
                  <a:lnTo>
                    <a:pt x="17490" y="99388"/>
                  </a:lnTo>
                  <a:lnTo>
                    <a:pt x="18835" y="96702"/>
                  </a:lnTo>
                  <a:lnTo>
                    <a:pt x="21526" y="94015"/>
                  </a:lnTo>
                  <a:lnTo>
                    <a:pt x="22871" y="91329"/>
                  </a:lnTo>
                  <a:lnTo>
                    <a:pt x="21526" y="92672"/>
                  </a:lnTo>
                  <a:lnTo>
                    <a:pt x="17490" y="95358"/>
                  </a:lnTo>
                  <a:lnTo>
                    <a:pt x="12108" y="99388"/>
                  </a:lnTo>
                  <a:lnTo>
                    <a:pt x="9418" y="106103"/>
                  </a:lnTo>
                  <a:lnTo>
                    <a:pt x="10763" y="106103"/>
                  </a:lnTo>
                  <a:lnTo>
                    <a:pt x="14799" y="104760"/>
                  </a:lnTo>
                  <a:lnTo>
                    <a:pt x="21526" y="103417"/>
                  </a:lnTo>
                  <a:lnTo>
                    <a:pt x="26908" y="103417"/>
                  </a:lnTo>
                  <a:lnTo>
                    <a:pt x="22871" y="107446"/>
                  </a:lnTo>
                  <a:lnTo>
                    <a:pt x="17490" y="112818"/>
                  </a:lnTo>
                  <a:lnTo>
                    <a:pt x="14799" y="118191"/>
                  </a:lnTo>
                  <a:lnTo>
                    <a:pt x="9418" y="120877"/>
                  </a:lnTo>
                  <a:lnTo>
                    <a:pt x="4036" y="124906"/>
                  </a:lnTo>
                  <a:lnTo>
                    <a:pt x="1345" y="124906"/>
                  </a:lnTo>
                  <a:lnTo>
                    <a:pt x="0" y="127592"/>
                  </a:lnTo>
                  <a:lnTo>
                    <a:pt x="1345" y="130278"/>
                  </a:lnTo>
                  <a:lnTo>
                    <a:pt x="0" y="134308"/>
                  </a:lnTo>
                  <a:lnTo>
                    <a:pt x="1345" y="135651"/>
                  </a:lnTo>
                  <a:lnTo>
                    <a:pt x="4036" y="135651"/>
                  </a:lnTo>
                  <a:lnTo>
                    <a:pt x="9418" y="136994"/>
                  </a:lnTo>
                  <a:lnTo>
                    <a:pt x="14799" y="135651"/>
                  </a:lnTo>
                  <a:lnTo>
                    <a:pt x="18835" y="132965"/>
                  </a:lnTo>
                  <a:lnTo>
                    <a:pt x="22871" y="132965"/>
                  </a:lnTo>
                  <a:lnTo>
                    <a:pt x="25562" y="130278"/>
                  </a:lnTo>
                  <a:lnTo>
                    <a:pt x="26908" y="128935"/>
                  </a:lnTo>
                  <a:lnTo>
                    <a:pt x="26908" y="130278"/>
                  </a:lnTo>
                  <a:lnTo>
                    <a:pt x="24217" y="134308"/>
                  </a:lnTo>
                  <a:lnTo>
                    <a:pt x="29598" y="135651"/>
                  </a:lnTo>
                  <a:lnTo>
                    <a:pt x="33634" y="134308"/>
                  </a:lnTo>
                  <a:lnTo>
                    <a:pt x="34980" y="136994"/>
                  </a:lnTo>
                  <a:lnTo>
                    <a:pt x="41707" y="136994"/>
                  </a:lnTo>
                  <a:lnTo>
                    <a:pt x="45743" y="135651"/>
                  </a:lnTo>
                  <a:lnTo>
                    <a:pt x="47088" y="136994"/>
                  </a:lnTo>
                  <a:lnTo>
                    <a:pt x="48433" y="138337"/>
                  </a:lnTo>
                  <a:lnTo>
                    <a:pt x="52470" y="138337"/>
                  </a:lnTo>
                  <a:lnTo>
                    <a:pt x="53815" y="136994"/>
                  </a:lnTo>
                  <a:lnTo>
                    <a:pt x="55160" y="138337"/>
                  </a:lnTo>
                  <a:lnTo>
                    <a:pt x="57851" y="138337"/>
                  </a:lnTo>
                  <a:lnTo>
                    <a:pt x="60542" y="136994"/>
                  </a:lnTo>
                  <a:lnTo>
                    <a:pt x="60542" y="135651"/>
                  </a:lnTo>
                  <a:lnTo>
                    <a:pt x="64578" y="135651"/>
                  </a:lnTo>
                  <a:lnTo>
                    <a:pt x="65923" y="136994"/>
                  </a:lnTo>
                  <a:lnTo>
                    <a:pt x="68614" y="136994"/>
                  </a:lnTo>
                  <a:lnTo>
                    <a:pt x="69960" y="135651"/>
                  </a:lnTo>
                  <a:lnTo>
                    <a:pt x="72650" y="135651"/>
                  </a:lnTo>
                  <a:lnTo>
                    <a:pt x="75341" y="136994"/>
                  </a:lnTo>
                  <a:lnTo>
                    <a:pt x="76686" y="134308"/>
                  </a:lnTo>
                  <a:lnTo>
                    <a:pt x="76686" y="131622"/>
                  </a:lnTo>
                  <a:lnTo>
                    <a:pt x="76686" y="127592"/>
                  </a:lnTo>
                  <a:lnTo>
                    <a:pt x="78032" y="128935"/>
                  </a:lnTo>
                  <a:lnTo>
                    <a:pt x="79377" y="126249"/>
                  </a:lnTo>
                  <a:lnTo>
                    <a:pt x="80723" y="126249"/>
                  </a:lnTo>
                  <a:lnTo>
                    <a:pt x="79377" y="127592"/>
                  </a:lnTo>
                  <a:lnTo>
                    <a:pt x="78032" y="132965"/>
                  </a:lnTo>
                  <a:lnTo>
                    <a:pt x="79377" y="134308"/>
                  </a:lnTo>
                  <a:lnTo>
                    <a:pt x="80723" y="131622"/>
                  </a:lnTo>
                  <a:lnTo>
                    <a:pt x="83413" y="128935"/>
                  </a:lnTo>
                  <a:lnTo>
                    <a:pt x="84759" y="128935"/>
                  </a:lnTo>
                  <a:lnTo>
                    <a:pt x="84759" y="131622"/>
                  </a:lnTo>
                  <a:lnTo>
                    <a:pt x="83413" y="134308"/>
                  </a:lnTo>
                  <a:lnTo>
                    <a:pt x="83413" y="135651"/>
                  </a:lnTo>
                  <a:lnTo>
                    <a:pt x="86104" y="134308"/>
                  </a:lnTo>
                  <a:lnTo>
                    <a:pt x="87449" y="134308"/>
                  </a:lnTo>
                  <a:lnTo>
                    <a:pt x="87449" y="135651"/>
                  </a:lnTo>
                  <a:lnTo>
                    <a:pt x="82068" y="138337"/>
                  </a:lnTo>
                  <a:lnTo>
                    <a:pt x="76686" y="139680"/>
                  </a:lnTo>
                  <a:lnTo>
                    <a:pt x="78032" y="141023"/>
                  </a:lnTo>
                  <a:lnTo>
                    <a:pt x="79377" y="139680"/>
                  </a:lnTo>
                  <a:lnTo>
                    <a:pt x="82068" y="139680"/>
                  </a:lnTo>
                  <a:lnTo>
                    <a:pt x="83413" y="141023"/>
                  </a:lnTo>
                  <a:lnTo>
                    <a:pt x="86104" y="141023"/>
                  </a:lnTo>
                  <a:lnTo>
                    <a:pt x="87449" y="142366"/>
                  </a:lnTo>
                  <a:lnTo>
                    <a:pt x="88795" y="141023"/>
                  </a:lnTo>
                  <a:lnTo>
                    <a:pt x="91486" y="139680"/>
                  </a:lnTo>
                  <a:lnTo>
                    <a:pt x="92831" y="135651"/>
                  </a:lnTo>
                  <a:lnTo>
                    <a:pt x="92831" y="132965"/>
                  </a:lnTo>
                  <a:lnTo>
                    <a:pt x="95522" y="134308"/>
                  </a:lnTo>
                  <a:lnTo>
                    <a:pt x="99558" y="135651"/>
                  </a:lnTo>
                  <a:lnTo>
                    <a:pt x="100903" y="138337"/>
                  </a:lnTo>
                  <a:lnTo>
                    <a:pt x="103594" y="136994"/>
                  </a:lnTo>
                  <a:lnTo>
                    <a:pt x="106285" y="135651"/>
                  </a:lnTo>
                  <a:lnTo>
                    <a:pt x="110321" y="135651"/>
                  </a:lnTo>
                  <a:lnTo>
                    <a:pt x="107630" y="136994"/>
                  </a:lnTo>
                  <a:lnTo>
                    <a:pt x="107630" y="138337"/>
                  </a:lnTo>
                  <a:lnTo>
                    <a:pt x="103594" y="139680"/>
                  </a:lnTo>
                  <a:lnTo>
                    <a:pt x="99558" y="139680"/>
                  </a:lnTo>
                  <a:lnTo>
                    <a:pt x="96867" y="142366"/>
                  </a:lnTo>
                  <a:lnTo>
                    <a:pt x="96867" y="143709"/>
                  </a:lnTo>
                  <a:lnTo>
                    <a:pt x="95522" y="145052"/>
                  </a:lnTo>
                  <a:lnTo>
                    <a:pt x="94176" y="146395"/>
                  </a:lnTo>
                  <a:lnTo>
                    <a:pt x="91486" y="146395"/>
                  </a:lnTo>
                  <a:lnTo>
                    <a:pt x="90140" y="147738"/>
                  </a:lnTo>
                  <a:lnTo>
                    <a:pt x="88795" y="149081"/>
                  </a:lnTo>
                  <a:lnTo>
                    <a:pt x="87449" y="150425"/>
                  </a:lnTo>
                  <a:lnTo>
                    <a:pt x="83413" y="151768"/>
                  </a:lnTo>
                  <a:lnTo>
                    <a:pt x="79377" y="154454"/>
                  </a:lnTo>
                  <a:lnTo>
                    <a:pt x="78032" y="155797"/>
                  </a:lnTo>
                  <a:lnTo>
                    <a:pt x="79377" y="157140"/>
                  </a:lnTo>
                  <a:lnTo>
                    <a:pt x="80723" y="158483"/>
                  </a:lnTo>
                  <a:lnTo>
                    <a:pt x="83413" y="158483"/>
                  </a:lnTo>
                  <a:lnTo>
                    <a:pt x="84759" y="157140"/>
                  </a:lnTo>
                  <a:lnTo>
                    <a:pt x="86104" y="155797"/>
                  </a:lnTo>
                  <a:lnTo>
                    <a:pt x="87449" y="155797"/>
                  </a:lnTo>
                  <a:lnTo>
                    <a:pt x="87449" y="158483"/>
                  </a:lnTo>
                  <a:lnTo>
                    <a:pt x="88795" y="159826"/>
                  </a:lnTo>
                  <a:lnTo>
                    <a:pt x="92831" y="158483"/>
                  </a:lnTo>
                  <a:lnTo>
                    <a:pt x="95522" y="155797"/>
                  </a:lnTo>
                  <a:lnTo>
                    <a:pt x="96867" y="153111"/>
                  </a:lnTo>
                  <a:lnTo>
                    <a:pt x="98213" y="153111"/>
                  </a:lnTo>
                  <a:lnTo>
                    <a:pt x="99558" y="150425"/>
                  </a:lnTo>
                  <a:lnTo>
                    <a:pt x="100903" y="147738"/>
                  </a:lnTo>
                  <a:lnTo>
                    <a:pt x="102249" y="146395"/>
                  </a:lnTo>
                  <a:lnTo>
                    <a:pt x="106285" y="141023"/>
                  </a:lnTo>
                  <a:lnTo>
                    <a:pt x="108975" y="139680"/>
                  </a:lnTo>
                  <a:lnTo>
                    <a:pt x="111666" y="141023"/>
                  </a:lnTo>
                  <a:lnTo>
                    <a:pt x="114357" y="141023"/>
                  </a:lnTo>
                  <a:lnTo>
                    <a:pt x="111666" y="142366"/>
                  </a:lnTo>
                  <a:lnTo>
                    <a:pt x="114357" y="142366"/>
                  </a:lnTo>
                  <a:lnTo>
                    <a:pt x="117048" y="141023"/>
                  </a:lnTo>
                  <a:lnTo>
                    <a:pt x="118393" y="135651"/>
                  </a:lnTo>
                  <a:lnTo>
                    <a:pt x="121084" y="130278"/>
                  </a:lnTo>
                  <a:lnTo>
                    <a:pt x="121084" y="124906"/>
                  </a:lnTo>
                  <a:lnTo>
                    <a:pt x="122429" y="123563"/>
                  </a:lnTo>
                  <a:lnTo>
                    <a:pt x="123775" y="123563"/>
                  </a:lnTo>
                  <a:lnTo>
                    <a:pt x="125120" y="124906"/>
                  </a:lnTo>
                  <a:lnTo>
                    <a:pt x="126465" y="124906"/>
                  </a:lnTo>
                  <a:lnTo>
                    <a:pt x="127811" y="126249"/>
                  </a:lnTo>
                  <a:lnTo>
                    <a:pt x="127811" y="131622"/>
                  </a:lnTo>
                  <a:lnTo>
                    <a:pt x="126465" y="134308"/>
                  </a:lnTo>
                  <a:lnTo>
                    <a:pt x="125120" y="138337"/>
                  </a:lnTo>
                  <a:lnTo>
                    <a:pt x="126465" y="141023"/>
                  </a:lnTo>
                  <a:lnTo>
                    <a:pt x="125120" y="143709"/>
                  </a:lnTo>
                  <a:lnTo>
                    <a:pt x="121084" y="146395"/>
                  </a:lnTo>
                  <a:lnTo>
                    <a:pt x="118393" y="154454"/>
                  </a:lnTo>
                  <a:lnTo>
                    <a:pt x="118393" y="157140"/>
                  </a:lnTo>
                  <a:lnTo>
                    <a:pt x="117048" y="158483"/>
                  </a:lnTo>
                  <a:lnTo>
                    <a:pt x="117048" y="161169"/>
                  </a:lnTo>
                  <a:lnTo>
                    <a:pt x="119738" y="162512"/>
                  </a:lnTo>
                  <a:lnTo>
                    <a:pt x="123775" y="159826"/>
                  </a:lnTo>
                  <a:lnTo>
                    <a:pt x="127811" y="153111"/>
                  </a:lnTo>
                  <a:lnTo>
                    <a:pt x="129156" y="153111"/>
                  </a:lnTo>
                  <a:lnTo>
                    <a:pt x="133192" y="149081"/>
                  </a:lnTo>
                  <a:lnTo>
                    <a:pt x="134538" y="146395"/>
                  </a:lnTo>
                  <a:lnTo>
                    <a:pt x="135883" y="147738"/>
                  </a:lnTo>
                  <a:lnTo>
                    <a:pt x="139919" y="147738"/>
                  </a:lnTo>
                  <a:lnTo>
                    <a:pt x="139919" y="149081"/>
                  </a:lnTo>
                  <a:lnTo>
                    <a:pt x="137228" y="150425"/>
                  </a:lnTo>
                  <a:lnTo>
                    <a:pt x="133192" y="154454"/>
                  </a:lnTo>
                  <a:lnTo>
                    <a:pt x="133192" y="157140"/>
                  </a:lnTo>
                  <a:lnTo>
                    <a:pt x="131847" y="161169"/>
                  </a:lnTo>
                  <a:lnTo>
                    <a:pt x="133192" y="162512"/>
                  </a:lnTo>
                  <a:lnTo>
                    <a:pt x="133192" y="166541"/>
                  </a:lnTo>
                  <a:lnTo>
                    <a:pt x="135883" y="169228"/>
                  </a:lnTo>
                  <a:lnTo>
                    <a:pt x="137228" y="165199"/>
                  </a:lnTo>
                  <a:lnTo>
                    <a:pt x="139919" y="162512"/>
                  </a:lnTo>
                  <a:cubicBezTo>
                    <a:pt x="139919" y="162512"/>
                    <a:pt x="141265" y="162512"/>
                    <a:pt x="142610" y="162512"/>
                  </a:cubicBezTo>
                  <a:lnTo>
                    <a:pt x="145301" y="165199"/>
                  </a:lnTo>
                  <a:lnTo>
                    <a:pt x="147991" y="166541"/>
                  </a:lnTo>
                  <a:lnTo>
                    <a:pt x="152028" y="163855"/>
                  </a:lnTo>
                  <a:lnTo>
                    <a:pt x="152028" y="161169"/>
                  </a:lnTo>
                  <a:lnTo>
                    <a:pt x="153373" y="161169"/>
                  </a:lnTo>
                  <a:lnTo>
                    <a:pt x="154718" y="158483"/>
                  </a:lnTo>
                  <a:lnTo>
                    <a:pt x="154718" y="155797"/>
                  </a:lnTo>
                  <a:lnTo>
                    <a:pt x="156064" y="155797"/>
                  </a:lnTo>
                  <a:lnTo>
                    <a:pt x="157409" y="153111"/>
                  </a:lnTo>
                  <a:lnTo>
                    <a:pt x="156064" y="150425"/>
                  </a:lnTo>
                  <a:lnTo>
                    <a:pt x="157409" y="146395"/>
                  </a:lnTo>
                  <a:lnTo>
                    <a:pt x="161445" y="141023"/>
                  </a:lnTo>
                  <a:lnTo>
                    <a:pt x="164136" y="136994"/>
                  </a:lnTo>
                  <a:lnTo>
                    <a:pt x="164136" y="128935"/>
                  </a:lnTo>
                  <a:lnTo>
                    <a:pt x="164136" y="126249"/>
                  </a:lnTo>
                  <a:lnTo>
                    <a:pt x="162790" y="126249"/>
                  </a:lnTo>
                  <a:lnTo>
                    <a:pt x="162790" y="127592"/>
                  </a:lnTo>
                  <a:lnTo>
                    <a:pt x="161445" y="131622"/>
                  </a:lnTo>
                  <a:lnTo>
                    <a:pt x="157409" y="134308"/>
                  </a:lnTo>
                  <a:lnTo>
                    <a:pt x="154718" y="138337"/>
                  </a:lnTo>
                  <a:lnTo>
                    <a:pt x="152028" y="139680"/>
                  </a:lnTo>
                  <a:lnTo>
                    <a:pt x="150682" y="136994"/>
                  </a:lnTo>
                  <a:lnTo>
                    <a:pt x="152028" y="132965"/>
                  </a:lnTo>
                  <a:lnTo>
                    <a:pt x="152028" y="128935"/>
                  </a:lnTo>
                  <a:lnTo>
                    <a:pt x="156064" y="126249"/>
                  </a:lnTo>
                  <a:lnTo>
                    <a:pt x="157409" y="124906"/>
                  </a:lnTo>
                  <a:lnTo>
                    <a:pt x="161445" y="120877"/>
                  </a:lnTo>
                  <a:lnTo>
                    <a:pt x="162790" y="120877"/>
                  </a:lnTo>
                  <a:lnTo>
                    <a:pt x="164136" y="119534"/>
                  </a:lnTo>
                  <a:lnTo>
                    <a:pt x="162790" y="116848"/>
                  </a:lnTo>
                  <a:lnTo>
                    <a:pt x="160100" y="118191"/>
                  </a:lnTo>
                  <a:lnTo>
                    <a:pt x="158754" y="118191"/>
                  </a:lnTo>
                  <a:lnTo>
                    <a:pt x="156064" y="119534"/>
                  </a:lnTo>
                  <a:lnTo>
                    <a:pt x="153373" y="119534"/>
                  </a:lnTo>
                  <a:lnTo>
                    <a:pt x="150682" y="122220"/>
                  </a:lnTo>
                  <a:lnTo>
                    <a:pt x="149337" y="124906"/>
                  </a:lnTo>
                  <a:lnTo>
                    <a:pt x="143955" y="128935"/>
                  </a:lnTo>
                  <a:lnTo>
                    <a:pt x="143955" y="130278"/>
                  </a:lnTo>
                  <a:lnTo>
                    <a:pt x="141265" y="131622"/>
                  </a:lnTo>
                  <a:lnTo>
                    <a:pt x="137228" y="128935"/>
                  </a:lnTo>
                  <a:lnTo>
                    <a:pt x="137228" y="126249"/>
                  </a:lnTo>
                  <a:lnTo>
                    <a:pt x="135883" y="123563"/>
                  </a:lnTo>
                  <a:lnTo>
                    <a:pt x="135883" y="120877"/>
                  </a:lnTo>
                  <a:lnTo>
                    <a:pt x="137228" y="123563"/>
                  </a:lnTo>
                  <a:lnTo>
                    <a:pt x="138574" y="123563"/>
                  </a:lnTo>
                  <a:lnTo>
                    <a:pt x="141265" y="119534"/>
                  </a:lnTo>
                  <a:lnTo>
                    <a:pt x="139919" y="119534"/>
                  </a:lnTo>
                  <a:lnTo>
                    <a:pt x="135883" y="118191"/>
                  </a:lnTo>
                  <a:lnTo>
                    <a:pt x="138574" y="118191"/>
                  </a:lnTo>
                  <a:lnTo>
                    <a:pt x="142610" y="118191"/>
                  </a:lnTo>
                  <a:lnTo>
                    <a:pt x="138574" y="116848"/>
                  </a:lnTo>
                  <a:lnTo>
                    <a:pt x="137228" y="115504"/>
                  </a:lnTo>
                  <a:lnTo>
                    <a:pt x="137228" y="112818"/>
                  </a:lnTo>
                  <a:lnTo>
                    <a:pt x="138574" y="111475"/>
                  </a:lnTo>
                  <a:lnTo>
                    <a:pt x="142610" y="111475"/>
                  </a:lnTo>
                  <a:lnTo>
                    <a:pt x="143955" y="110132"/>
                  </a:lnTo>
                  <a:lnTo>
                    <a:pt x="147991" y="107446"/>
                  </a:lnTo>
                  <a:lnTo>
                    <a:pt x="149337" y="103417"/>
                  </a:lnTo>
                  <a:lnTo>
                    <a:pt x="153373" y="103417"/>
                  </a:lnTo>
                  <a:lnTo>
                    <a:pt x="154718" y="104760"/>
                  </a:lnTo>
                  <a:lnTo>
                    <a:pt x="160100" y="102074"/>
                  </a:lnTo>
                  <a:lnTo>
                    <a:pt x="161445" y="99388"/>
                  </a:lnTo>
                  <a:lnTo>
                    <a:pt x="161445" y="95358"/>
                  </a:lnTo>
                  <a:lnTo>
                    <a:pt x="160100" y="92672"/>
                  </a:lnTo>
                  <a:lnTo>
                    <a:pt x="157409" y="96702"/>
                  </a:lnTo>
                  <a:lnTo>
                    <a:pt x="154718" y="98045"/>
                  </a:lnTo>
                  <a:lnTo>
                    <a:pt x="153373" y="96702"/>
                  </a:lnTo>
                  <a:lnTo>
                    <a:pt x="150682" y="96702"/>
                  </a:lnTo>
                  <a:lnTo>
                    <a:pt x="150682" y="99388"/>
                  </a:lnTo>
                  <a:lnTo>
                    <a:pt x="150682" y="102074"/>
                  </a:lnTo>
                  <a:lnTo>
                    <a:pt x="149337" y="103417"/>
                  </a:lnTo>
                  <a:lnTo>
                    <a:pt x="147991" y="103417"/>
                  </a:lnTo>
                  <a:lnTo>
                    <a:pt x="145301" y="106103"/>
                  </a:lnTo>
                  <a:lnTo>
                    <a:pt x="142610" y="107446"/>
                  </a:lnTo>
                  <a:lnTo>
                    <a:pt x="142610" y="110132"/>
                  </a:lnTo>
                  <a:lnTo>
                    <a:pt x="141265" y="111475"/>
                  </a:lnTo>
                  <a:lnTo>
                    <a:pt x="142610" y="108789"/>
                  </a:lnTo>
                  <a:lnTo>
                    <a:pt x="142610" y="106103"/>
                  </a:lnTo>
                  <a:lnTo>
                    <a:pt x="141265" y="107446"/>
                  </a:lnTo>
                  <a:lnTo>
                    <a:pt x="138574" y="107446"/>
                  </a:lnTo>
                  <a:lnTo>
                    <a:pt x="141265" y="106103"/>
                  </a:lnTo>
                  <a:lnTo>
                    <a:pt x="143955" y="103417"/>
                  </a:lnTo>
                  <a:lnTo>
                    <a:pt x="145301" y="102074"/>
                  </a:lnTo>
                  <a:lnTo>
                    <a:pt x="143955" y="100731"/>
                  </a:lnTo>
                  <a:lnTo>
                    <a:pt x="146646" y="99388"/>
                  </a:lnTo>
                  <a:lnTo>
                    <a:pt x="147991" y="95358"/>
                  </a:lnTo>
                  <a:lnTo>
                    <a:pt x="146646" y="94015"/>
                  </a:lnTo>
                  <a:lnTo>
                    <a:pt x="145301" y="96702"/>
                  </a:lnTo>
                  <a:lnTo>
                    <a:pt x="146646" y="94015"/>
                  </a:lnTo>
                  <a:lnTo>
                    <a:pt x="146646" y="91329"/>
                  </a:lnTo>
                  <a:lnTo>
                    <a:pt x="145301" y="91329"/>
                  </a:lnTo>
                  <a:lnTo>
                    <a:pt x="142610" y="92672"/>
                  </a:lnTo>
                  <a:lnTo>
                    <a:pt x="137228" y="91329"/>
                  </a:lnTo>
                  <a:lnTo>
                    <a:pt x="142610" y="91329"/>
                  </a:lnTo>
                  <a:lnTo>
                    <a:pt x="143955" y="89986"/>
                  </a:lnTo>
                  <a:lnTo>
                    <a:pt x="147991" y="88643"/>
                  </a:lnTo>
                  <a:lnTo>
                    <a:pt x="150682" y="87300"/>
                  </a:lnTo>
                  <a:lnTo>
                    <a:pt x="152028" y="85957"/>
                  </a:lnTo>
                  <a:lnTo>
                    <a:pt x="154718" y="85957"/>
                  </a:lnTo>
                  <a:lnTo>
                    <a:pt x="157409" y="84614"/>
                  </a:lnTo>
                  <a:lnTo>
                    <a:pt x="157409" y="81928"/>
                  </a:lnTo>
                  <a:lnTo>
                    <a:pt x="158754" y="80585"/>
                  </a:lnTo>
                  <a:lnTo>
                    <a:pt x="158754" y="77899"/>
                  </a:lnTo>
                  <a:lnTo>
                    <a:pt x="156064" y="76555"/>
                  </a:lnTo>
                  <a:lnTo>
                    <a:pt x="152028" y="72526"/>
                  </a:lnTo>
                  <a:lnTo>
                    <a:pt x="147991" y="72526"/>
                  </a:lnTo>
                  <a:lnTo>
                    <a:pt x="143955" y="73869"/>
                  </a:lnTo>
                  <a:lnTo>
                    <a:pt x="142610" y="73869"/>
                  </a:lnTo>
                  <a:lnTo>
                    <a:pt x="142610" y="76555"/>
                  </a:lnTo>
                  <a:lnTo>
                    <a:pt x="141265" y="80585"/>
                  </a:lnTo>
                  <a:lnTo>
                    <a:pt x="139919" y="84614"/>
                  </a:lnTo>
                  <a:lnTo>
                    <a:pt x="137228" y="85957"/>
                  </a:lnTo>
                  <a:lnTo>
                    <a:pt x="138574" y="83271"/>
                  </a:lnTo>
                  <a:lnTo>
                    <a:pt x="139919" y="79241"/>
                  </a:lnTo>
                  <a:lnTo>
                    <a:pt x="138574" y="77899"/>
                  </a:lnTo>
                  <a:lnTo>
                    <a:pt x="139919" y="75212"/>
                  </a:lnTo>
                  <a:lnTo>
                    <a:pt x="141265" y="71183"/>
                  </a:lnTo>
                  <a:lnTo>
                    <a:pt x="139919" y="71183"/>
                  </a:lnTo>
                  <a:lnTo>
                    <a:pt x="135883" y="73869"/>
                  </a:lnTo>
                  <a:lnTo>
                    <a:pt x="134538" y="76555"/>
                  </a:lnTo>
                  <a:lnTo>
                    <a:pt x="131847" y="77899"/>
                  </a:lnTo>
                  <a:lnTo>
                    <a:pt x="130501" y="76555"/>
                  </a:lnTo>
                  <a:lnTo>
                    <a:pt x="129156" y="77899"/>
                  </a:lnTo>
                  <a:lnTo>
                    <a:pt x="126465" y="79241"/>
                  </a:lnTo>
                  <a:lnTo>
                    <a:pt x="125120" y="77899"/>
                  </a:lnTo>
                  <a:lnTo>
                    <a:pt x="122429" y="80585"/>
                  </a:lnTo>
                  <a:lnTo>
                    <a:pt x="121084" y="85957"/>
                  </a:lnTo>
                  <a:lnTo>
                    <a:pt x="117048" y="88643"/>
                  </a:lnTo>
                  <a:lnTo>
                    <a:pt x="119738" y="85957"/>
                  </a:lnTo>
                  <a:lnTo>
                    <a:pt x="121084" y="79241"/>
                  </a:lnTo>
                  <a:lnTo>
                    <a:pt x="123775" y="73869"/>
                  </a:lnTo>
                  <a:lnTo>
                    <a:pt x="122429" y="72526"/>
                  </a:lnTo>
                  <a:lnTo>
                    <a:pt x="119738" y="73869"/>
                  </a:lnTo>
                  <a:lnTo>
                    <a:pt x="118393" y="76555"/>
                  </a:lnTo>
                  <a:lnTo>
                    <a:pt x="115702" y="79241"/>
                  </a:lnTo>
                  <a:lnTo>
                    <a:pt x="114357" y="77899"/>
                  </a:lnTo>
                  <a:lnTo>
                    <a:pt x="115702" y="76555"/>
                  </a:lnTo>
                  <a:lnTo>
                    <a:pt x="117048" y="73869"/>
                  </a:lnTo>
                  <a:lnTo>
                    <a:pt x="117048" y="72526"/>
                  </a:lnTo>
                  <a:lnTo>
                    <a:pt x="114357" y="73869"/>
                  </a:lnTo>
                  <a:lnTo>
                    <a:pt x="110321" y="77899"/>
                  </a:lnTo>
                  <a:lnTo>
                    <a:pt x="108975" y="77899"/>
                  </a:lnTo>
                  <a:lnTo>
                    <a:pt x="107630" y="73869"/>
                  </a:lnTo>
                  <a:lnTo>
                    <a:pt x="106285" y="73869"/>
                  </a:lnTo>
                  <a:lnTo>
                    <a:pt x="102249" y="76555"/>
                  </a:lnTo>
                  <a:lnTo>
                    <a:pt x="100903" y="76555"/>
                  </a:lnTo>
                  <a:lnTo>
                    <a:pt x="100903" y="75212"/>
                  </a:lnTo>
                  <a:lnTo>
                    <a:pt x="104939" y="72526"/>
                  </a:lnTo>
                  <a:lnTo>
                    <a:pt x="107630" y="68497"/>
                  </a:lnTo>
                  <a:lnTo>
                    <a:pt x="108975" y="65811"/>
                  </a:lnTo>
                  <a:lnTo>
                    <a:pt x="107630" y="65811"/>
                  </a:lnTo>
                  <a:lnTo>
                    <a:pt x="106285" y="65811"/>
                  </a:lnTo>
                  <a:lnTo>
                    <a:pt x="102249" y="68497"/>
                  </a:lnTo>
                  <a:lnTo>
                    <a:pt x="103594" y="65811"/>
                  </a:lnTo>
                  <a:lnTo>
                    <a:pt x="107630" y="63125"/>
                  </a:lnTo>
                  <a:lnTo>
                    <a:pt x="111666" y="63125"/>
                  </a:lnTo>
                  <a:lnTo>
                    <a:pt x="113012" y="61781"/>
                  </a:lnTo>
                  <a:lnTo>
                    <a:pt x="117048" y="60438"/>
                  </a:lnTo>
                  <a:lnTo>
                    <a:pt x="119738" y="57752"/>
                  </a:lnTo>
                  <a:lnTo>
                    <a:pt x="119738" y="56409"/>
                  </a:lnTo>
                  <a:lnTo>
                    <a:pt x="118393" y="57752"/>
                  </a:lnTo>
                  <a:lnTo>
                    <a:pt x="114357" y="59095"/>
                  </a:lnTo>
                  <a:lnTo>
                    <a:pt x="111666" y="57752"/>
                  </a:lnTo>
                  <a:lnTo>
                    <a:pt x="107630" y="55066"/>
                  </a:lnTo>
                  <a:lnTo>
                    <a:pt x="106285" y="55066"/>
                  </a:lnTo>
                  <a:lnTo>
                    <a:pt x="104939" y="56409"/>
                  </a:lnTo>
                  <a:lnTo>
                    <a:pt x="106285" y="52380"/>
                  </a:lnTo>
                  <a:lnTo>
                    <a:pt x="107630" y="51037"/>
                  </a:lnTo>
                  <a:lnTo>
                    <a:pt x="107630" y="49694"/>
                  </a:lnTo>
                  <a:lnTo>
                    <a:pt x="104939" y="51037"/>
                  </a:lnTo>
                  <a:lnTo>
                    <a:pt x="102249" y="53723"/>
                  </a:lnTo>
                  <a:lnTo>
                    <a:pt x="100903" y="56409"/>
                  </a:lnTo>
                  <a:lnTo>
                    <a:pt x="98213" y="59095"/>
                  </a:lnTo>
                  <a:lnTo>
                    <a:pt x="95522" y="60438"/>
                  </a:lnTo>
                  <a:lnTo>
                    <a:pt x="94176" y="63125"/>
                  </a:lnTo>
                  <a:lnTo>
                    <a:pt x="90140" y="65811"/>
                  </a:lnTo>
                  <a:lnTo>
                    <a:pt x="87449" y="68497"/>
                  </a:lnTo>
                  <a:lnTo>
                    <a:pt x="87449" y="64468"/>
                  </a:lnTo>
                  <a:lnTo>
                    <a:pt x="88795" y="61781"/>
                  </a:lnTo>
                  <a:lnTo>
                    <a:pt x="91486" y="57752"/>
                  </a:lnTo>
                  <a:lnTo>
                    <a:pt x="91486" y="55066"/>
                  </a:lnTo>
                  <a:lnTo>
                    <a:pt x="92831" y="51037"/>
                  </a:lnTo>
                  <a:lnTo>
                    <a:pt x="95522" y="48351"/>
                  </a:lnTo>
                  <a:lnTo>
                    <a:pt x="95522" y="47008"/>
                  </a:lnTo>
                  <a:lnTo>
                    <a:pt x="98213" y="44322"/>
                  </a:lnTo>
                  <a:lnTo>
                    <a:pt x="99558" y="42978"/>
                  </a:lnTo>
                  <a:lnTo>
                    <a:pt x="102249" y="38949"/>
                  </a:lnTo>
                  <a:lnTo>
                    <a:pt x="104939" y="37606"/>
                  </a:lnTo>
                  <a:lnTo>
                    <a:pt x="106285" y="34920"/>
                  </a:lnTo>
                  <a:lnTo>
                    <a:pt x="108975" y="33577"/>
                  </a:lnTo>
                  <a:lnTo>
                    <a:pt x="110321" y="32234"/>
                  </a:lnTo>
                  <a:lnTo>
                    <a:pt x="110321" y="29548"/>
                  </a:lnTo>
                  <a:lnTo>
                    <a:pt x="111666" y="26862"/>
                  </a:lnTo>
                  <a:lnTo>
                    <a:pt x="113012" y="24175"/>
                  </a:lnTo>
                  <a:lnTo>
                    <a:pt x="113012" y="26862"/>
                  </a:lnTo>
                  <a:lnTo>
                    <a:pt x="111666" y="29548"/>
                  </a:lnTo>
                  <a:lnTo>
                    <a:pt x="113012" y="32234"/>
                  </a:lnTo>
                  <a:lnTo>
                    <a:pt x="115702" y="26862"/>
                  </a:lnTo>
                  <a:lnTo>
                    <a:pt x="121084" y="21489"/>
                  </a:lnTo>
                  <a:lnTo>
                    <a:pt x="122429" y="18803"/>
                  </a:lnTo>
                  <a:lnTo>
                    <a:pt x="121084" y="16117"/>
                  </a:lnTo>
                  <a:lnTo>
                    <a:pt x="119738" y="16117"/>
                  </a:lnTo>
                  <a:lnTo>
                    <a:pt x="117048" y="17460"/>
                  </a:lnTo>
                  <a:lnTo>
                    <a:pt x="115702" y="13431"/>
                  </a:lnTo>
                  <a:lnTo>
                    <a:pt x="114357" y="12088"/>
                  </a:lnTo>
                  <a:lnTo>
                    <a:pt x="115702" y="9401"/>
                  </a:lnTo>
                  <a:lnTo>
                    <a:pt x="118393" y="8058"/>
                  </a:lnTo>
                  <a:lnTo>
                    <a:pt x="122429" y="9401"/>
                  </a:lnTo>
                  <a:lnTo>
                    <a:pt x="126465" y="12088"/>
                  </a:lnTo>
                  <a:lnTo>
                    <a:pt x="127811" y="10745"/>
                  </a:lnTo>
                  <a:lnTo>
                    <a:pt x="129156" y="8058"/>
                  </a:lnTo>
                  <a:lnTo>
                    <a:pt x="129156" y="1343"/>
                  </a:lnTo>
                  <a:lnTo>
                    <a:pt x="125120" y="1343"/>
                  </a:lnTo>
                  <a:lnTo>
                    <a:pt x="122429" y="2686"/>
                  </a:lnTo>
                  <a:lnTo>
                    <a:pt x="122429" y="4029"/>
                  </a:lnTo>
                  <a:lnTo>
                    <a:pt x="119738" y="4029"/>
                  </a:lnTo>
                  <a:lnTo>
                    <a:pt x="119738" y="1343"/>
                  </a:lnTo>
                  <a:lnTo>
                    <a:pt x="119738" y="0"/>
                  </a:lnTo>
                  <a:lnTo>
                    <a:pt x="117048" y="1343"/>
                  </a:lnTo>
                  <a:lnTo>
                    <a:pt x="114357" y="4029"/>
                  </a:lnTo>
                  <a:lnTo>
                    <a:pt x="111666" y="4029"/>
                  </a:lnTo>
                  <a:lnTo>
                    <a:pt x="110321" y="6715"/>
                  </a:lnTo>
                  <a:lnTo>
                    <a:pt x="107630" y="9401"/>
                  </a:lnTo>
                  <a:lnTo>
                    <a:pt x="103594" y="9401"/>
                  </a:lnTo>
                  <a:lnTo>
                    <a:pt x="99558" y="12088"/>
                  </a:lnTo>
                  <a:lnTo>
                    <a:pt x="95522" y="14774"/>
                  </a:lnTo>
                  <a:lnTo>
                    <a:pt x="95522" y="18803"/>
                  </a:lnTo>
                  <a:lnTo>
                    <a:pt x="92831" y="18803"/>
                  </a:lnTo>
                  <a:lnTo>
                    <a:pt x="90140" y="17460"/>
                  </a:lnTo>
                  <a:lnTo>
                    <a:pt x="90140" y="18803"/>
                  </a:lnTo>
                  <a:lnTo>
                    <a:pt x="91486" y="20146"/>
                  </a:lnTo>
                  <a:lnTo>
                    <a:pt x="72650" y="29548"/>
                  </a:lnTo>
                  <a:lnTo>
                    <a:pt x="72650" y="2954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5" name="Freeform 1124">
              <a:extLst>
                <a:ext uri="{FF2B5EF4-FFF2-40B4-BE49-F238E27FC236}">
                  <a16:creationId xmlns:a16="http://schemas.microsoft.com/office/drawing/2014/main" id="{14CDBEBA-F1C7-C289-AC68-879F9DB41E73}"/>
                </a:ext>
              </a:extLst>
            </p:cNvPr>
            <p:cNvSpPr/>
            <p:nvPr/>
          </p:nvSpPr>
          <p:spPr>
            <a:xfrm>
              <a:off x="5818756" y="3171808"/>
              <a:ext cx="61887" cy="36263"/>
            </a:xfrm>
            <a:custGeom>
              <a:avLst/>
              <a:gdLst>
                <a:gd name="connsiteX0" fmla="*/ 17490 w 61887"/>
                <a:gd name="connsiteY0" fmla="*/ 22832 h 36263"/>
                <a:gd name="connsiteX1" fmla="*/ 20181 w 61887"/>
                <a:gd name="connsiteY1" fmla="*/ 22832 h 36263"/>
                <a:gd name="connsiteX2" fmla="*/ 30944 w 61887"/>
                <a:gd name="connsiteY2" fmla="*/ 29548 h 36263"/>
                <a:gd name="connsiteX3" fmla="*/ 37671 w 61887"/>
                <a:gd name="connsiteY3" fmla="*/ 29548 h 36263"/>
                <a:gd name="connsiteX4" fmla="*/ 43052 w 61887"/>
                <a:gd name="connsiteY4" fmla="*/ 30891 h 36263"/>
                <a:gd name="connsiteX5" fmla="*/ 47088 w 61887"/>
                <a:gd name="connsiteY5" fmla="*/ 34920 h 36263"/>
                <a:gd name="connsiteX6" fmla="*/ 49779 w 61887"/>
                <a:gd name="connsiteY6" fmla="*/ 34920 h 36263"/>
                <a:gd name="connsiteX7" fmla="*/ 55161 w 61887"/>
                <a:gd name="connsiteY7" fmla="*/ 36263 h 36263"/>
                <a:gd name="connsiteX8" fmla="*/ 61887 w 61887"/>
                <a:gd name="connsiteY8" fmla="*/ 34920 h 36263"/>
                <a:gd name="connsiteX9" fmla="*/ 61887 w 61887"/>
                <a:gd name="connsiteY9" fmla="*/ 32234 h 36263"/>
                <a:gd name="connsiteX10" fmla="*/ 59196 w 61887"/>
                <a:gd name="connsiteY10" fmla="*/ 29548 h 36263"/>
                <a:gd name="connsiteX11" fmla="*/ 57851 w 61887"/>
                <a:gd name="connsiteY11" fmla="*/ 26862 h 36263"/>
                <a:gd name="connsiteX12" fmla="*/ 55161 w 61887"/>
                <a:gd name="connsiteY12" fmla="*/ 24175 h 36263"/>
                <a:gd name="connsiteX13" fmla="*/ 51124 w 61887"/>
                <a:gd name="connsiteY13" fmla="*/ 22832 h 36263"/>
                <a:gd name="connsiteX14" fmla="*/ 47088 w 61887"/>
                <a:gd name="connsiteY14" fmla="*/ 18803 h 36263"/>
                <a:gd name="connsiteX15" fmla="*/ 41707 w 61887"/>
                <a:gd name="connsiteY15" fmla="*/ 13431 h 36263"/>
                <a:gd name="connsiteX16" fmla="*/ 39016 w 61887"/>
                <a:gd name="connsiteY16" fmla="*/ 13431 h 36263"/>
                <a:gd name="connsiteX17" fmla="*/ 34980 w 61887"/>
                <a:gd name="connsiteY17" fmla="*/ 8059 h 36263"/>
                <a:gd name="connsiteX18" fmla="*/ 28253 w 61887"/>
                <a:gd name="connsiteY18" fmla="*/ 6715 h 36263"/>
                <a:gd name="connsiteX19" fmla="*/ 21526 w 61887"/>
                <a:gd name="connsiteY19" fmla="*/ 5372 h 36263"/>
                <a:gd name="connsiteX20" fmla="*/ 9418 w 61887"/>
                <a:gd name="connsiteY20" fmla="*/ 1343 h 36263"/>
                <a:gd name="connsiteX21" fmla="*/ 4036 w 61887"/>
                <a:gd name="connsiteY21" fmla="*/ 0 h 36263"/>
                <a:gd name="connsiteX22" fmla="*/ 0 w 61887"/>
                <a:gd name="connsiteY22" fmla="*/ 2686 h 36263"/>
                <a:gd name="connsiteX23" fmla="*/ 1345 w 61887"/>
                <a:gd name="connsiteY23" fmla="*/ 6715 h 36263"/>
                <a:gd name="connsiteX24" fmla="*/ 6727 w 61887"/>
                <a:gd name="connsiteY24" fmla="*/ 9402 h 36263"/>
                <a:gd name="connsiteX25" fmla="*/ 14799 w 61887"/>
                <a:gd name="connsiteY25" fmla="*/ 16117 h 36263"/>
                <a:gd name="connsiteX26" fmla="*/ 16144 w 61887"/>
                <a:gd name="connsiteY26" fmla="*/ 20146 h 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887" h="36263">
                  <a:moveTo>
                    <a:pt x="17490" y="22832"/>
                  </a:moveTo>
                  <a:lnTo>
                    <a:pt x="20181" y="22832"/>
                  </a:lnTo>
                  <a:lnTo>
                    <a:pt x="30944" y="29548"/>
                  </a:lnTo>
                  <a:lnTo>
                    <a:pt x="37671" y="29548"/>
                  </a:lnTo>
                  <a:lnTo>
                    <a:pt x="43052" y="30891"/>
                  </a:lnTo>
                  <a:lnTo>
                    <a:pt x="47088" y="34920"/>
                  </a:lnTo>
                  <a:lnTo>
                    <a:pt x="49779" y="34920"/>
                  </a:lnTo>
                  <a:lnTo>
                    <a:pt x="55161" y="36263"/>
                  </a:lnTo>
                  <a:lnTo>
                    <a:pt x="61887" y="34920"/>
                  </a:lnTo>
                  <a:lnTo>
                    <a:pt x="61887" y="32234"/>
                  </a:lnTo>
                  <a:lnTo>
                    <a:pt x="59196" y="29548"/>
                  </a:lnTo>
                  <a:lnTo>
                    <a:pt x="57851" y="26862"/>
                  </a:lnTo>
                  <a:lnTo>
                    <a:pt x="55161" y="24175"/>
                  </a:lnTo>
                  <a:lnTo>
                    <a:pt x="51124" y="22832"/>
                  </a:lnTo>
                  <a:lnTo>
                    <a:pt x="47088" y="18803"/>
                  </a:lnTo>
                  <a:lnTo>
                    <a:pt x="41707" y="13431"/>
                  </a:lnTo>
                  <a:lnTo>
                    <a:pt x="39016" y="13431"/>
                  </a:lnTo>
                  <a:lnTo>
                    <a:pt x="34980" y="8059"/>
                  </a:lnTo>
                  <a:lnTo>
                    <a:pt x="28253" y="6715"/>
                  </a:lnTo>
                  <a:lnTo>
                    <a:pt x="21526" y="5372"/>
                  </a:lnTo>
                  <a:lnTo>
                    <a:pt x="9418" y="1343"/>
                  </a:lnTo>
                  <a:lnTo>
                    <a:pt x="4036" y="0"/>
                  </a:lnTo>
                  <a:lnTo>
                    <a:pt x="0" y="2686"/>
                  </a:lnTo>
                  <a:lnTo>
                    <a:pt x="1345" y="6715"/>
                  </a:lnTo>
                  <a:lnTo>
                    <a:pt x="6727" y="9402"/>
                  </a:lnTo>
                  <a:lnTo>
                    <a:pt x="14799" y="16117"/>
                  </a:lnTo>
                  <a:lnTo>
                    <a:pt x="16144" y="2014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6" name="Freeform 1125">
              <a:extLst>
                <a:ext uri="{FF2B5EF4-FFF2-40B4-BE49-F238E27FC236}">
                  <a16:creationId xmlns:a16="http://schemas.microsoft.com/office/drawing/2014/main" id="{D815ECD4-1974-3E2F-15EC-FBD4F316C84D}"/>
                </a:ext>
              </a:extLst>
            </p:cNvPr>
            <p:cNvSpPr/>
            <p:nvPr/>
          </p:nvSpPr>
          <p:spPr>
            <a:xfrm>
              <a:off x="5799921" y="3273882"/>
              <a:ext cx="52469" cy="38949"/>
            </a:xfrm>
            <a:custGeom>
              <a:avLst/>
              <a:gdLst>
                <a:gd name="connsiteX0" fmla="*/ 39016 w 52469"/>
                <a:gd name="connsiteY0" fmla="*/ 38949 h 38949"/>
                <a:gd name="connsiteX1" fmla="*/ 32289 w 52469"/>
                <a:gd name="connsiteY1" fmla="*/ 36263 h 38949"/>
                <a:gd name="connsiteX2" fmla="*/ 30943 w 52469"/>
                <a:gd name="connsiteY2" fmla="*/ 30891 h 38949"/>
                <a:gd name="connsiteX3" fmla="*/ 18835 w 52469"/>
                <a:gd name="connsiteY3" fmla="*/ 29548 h 38949"/>
                <a:gd name="connsiteX4" fmla="*/ 16144 w 52469"/>
                <a:gd name="connsiteY4" fmla="*/ 28205 h 38949"/>
                <a:gd name="connsiteX5" fmla="*/ 16144 w 52469"/>
                <a:gd name="connsiteY5" fmla="*/ 24175 h 38949"/>
                <a:gd name="connsiteX6" fmla="*/ 13454 w 52469"/>
                <a:gd name="connsiteY6" fmla="*/ 21489 h 38949"/>
                <a:gd name="connsiteX7" fmla="*/ 10763 w 52469"/>
                <a:gd name="connsiteY7" fmla="*/ 21489 h 38949"/>
                <a:gd name="connsiteX8" fmla="*/ 9418 w 52469"/>
                <a:gd name="connsiteY8" fmla="*/ 18803 h 38949"/>
                <a:gd name="connsiteX9" fmla="*/ 6727 w 52469"/>
                <a:gd name="connsiteY9" fmla="*/ 17460 h 38949"/>
                <a:gd name="connsiteX10" fmla="*/ 6727 w 52469"/>
                <a:gd name="connsiteY10" fmla="*/ 13431 h 38949"/>
                <a:gd name="connsiteX11" fmla="*/ 4036 w 52469"/>
                <a:gd name="connsiteY11" fmla="*/ 12088 h 38949"/>
                <a:gd name="connsiteX12" fmla="*/ 1345 w 52469"/>
                <a:gd name="connsiteY12" fmla="*/ 12088 h 38949"/>
                <a:gd name="connsiteX13" fmla="*/ 0 w 52469"/>
                <a:gd name="connsiteY13" fmla="*/ 10745 h 38949"/>
                <a:gd name="connsiteX14" fmla="*/ 1345 w 52469"/>
                <a:gd name="connsiteY14" fmla="*/ 6715 h 38949"/>
                <a:gd name="connsiteX15" fmla="*/ 10763 w 52469"/>
                <a:gd name="connsiteY15" fmla="*/ 0 h 38949"/>
                <a:gd name="connsiteX16" fmla="*/ 12108 w 52469"/>
                <a:gd name="connsiteY16" fmla="*/ 4029 h 38949"/>
                <a:gd name="connsiteX17" fmla="*/ 9418 w 52469"/>
                <a:gd name="connsiteY17" fmla="*/ 6715 h 38949"/>
                <a:gd name="connsiteX18" fmla="*/ 9418 w 52469"/>
                <a:gd name="connsiteY18" fmla="*/ 9401 h 38949"/>
                <a:gd name="connsiteX19" fmla="*/ 10763 w 52469"/>
                <a:gd name="connsiteY19" fmla="*/ 12088 h 38949"/>
                <a:gd name="connsiteX20" fmla="*/ 10763 w 52469"/>
                <a:gd name="connsiteY20" fmla="*/ 16117 h 38949"/>
                <a:gd name="connsiteX21" fmla="*/ 14799 w 52469"/>
                <a:gd name="connsiteY21" fmla="*/ 18803 h 38949"/>
                <a:gd name="connsiteX22" fmla="*/ 16144 w 52469"/>
                <a:gd name="connsiteY22" fmla="*/ 14774 h 38949"/>
                <a:gd name="connsiteX23" fmla="*/ 20181 w 52469"/>
                <a:gd name="connsiteY23" fmla="*/ 14774 h 38949"/>
                <a:gd name="connsiteX24" fmla="*/ 26908 w 52469"/>
                <a:gd name="connsiteY24" fmla="*/ 20146 h 38949"/>
                <a:gd name="connsiteX25" fmla="*/ 29598 w 52469"/>
                <a:gd name="connsiteY25" fmla="*/ 20146 h 38949"/>
                <a:gd name="connsiteX26" fmla="*/ 30943 w 52469"/>
                <a:gd name="connsiteY26" fmla="*/ 22832 h 38949"/>
                <a:gd name="connsiteX27" fmla="*/ 39016 w 52469"/>
                <a:gd name="connsiteY27" fmla="*/ 22832 h 38949"/>
                <a:gd name="connsiteX28" fmla="*/ 40361 w 52469"/>
                <a:gd name="connsiteY28" fmla="*/ 20146 h 38949"/>
                <a:gd name="connsiteX29" fmla="*/ 45743 w 52469"/>
                <a:gd name="connsiteY29" fmla="*/ 21489 h 38949"/>
                <a:gd name="connsiteX30" fmla="*/ 52470 w 52469"/>
                <a:gd name="connsiteY30" fmla="*/ 21489 h 38949"/>
                <a:gd name="connsiteX31" fmla="*/ 51124 w 52469"/>
                <a:gd name="connsiteY31" fmla="*/ 22832 h 38949"/>
                <a:gd name="connsiteX32" fmla="*/ 44397 w 52469"/>
                <a:gd name="connsiteY32" fmla="*/ 24175 h 38949"/>
                <a:gd name="connsiteX33" fmla="*/ 43052 w 52469"/>
                <a:gd name="connsiteY33" fmla="*/ 29548 h 38949"/>
                <a:gd name="connsiteX34" fmla="*/ 44397 w 52469"/>
                <a:gd name="connsiteY34" fmla="*/ 32234 h 38949"/>
                <a:gd name="connsiteX35" fmla="*/ 41707 w 52469"/>
                <a:gd name="connsiteY35" fmla="*/ 37606 h 3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2469" h="38949">
                  <a:moveTo>
                    <a:pt x="39016" y="38949"/>
                  </a:moveTo>
                  <a:lnTo>
                    <a:pt x="32289" y="36263"/>
                  </a:lnTo>
                  <a:lnTo>
                    <a:pt x="30943" y="30891"/>
                  </a:lnTo>
                  <a:lnTo>
                    <a:pt x="18835" y="29548"/>
                  </a:lnTo>
                  <a:lnTo>
                    <a:pt x="16144" y="28205"/>
                  </a:lnTo>
                  <a:lnTo>
                    <a:pt x="16144" y="24175"/>
                  </a:lnTo>
                  <a:lnTo>
                    <a:pt x="13454" y="21489"/>
                  </a:lnTo>
                  <a:lnTo>
                    <a:pt x="10763" y="21489"/>
                  </a:lnTo>
                  <a:lnTo>
                    <a:pt x="9418" y="18803"/>
                  </a:lnTo>
                  <a:lnTo>
                    <a:pt x="6727" y="17460"/>
                  </a:lnTo>
                  <a:lnTo>
                    <a:pt x="6727" y="13431"/>
                  </a:lnTo>
                  <a:lnTo>
                    <a:pt x="4036" y="12088"/>
                  </a:lnTo>
                  <a:lnTo>
                    <a:pt x="1345" y="12088"/>
                  </a:lnTo>
                  <a:lnTo>
                    <a:pt x="0" y="10745"/>
                  </a:lnTo>
                  <a:lnTo>
                    <a:pt x="1345" y="6715"/>
                  </a:lnTo>
                  <a:lnTo>
                    <a:pt x="10763" y="0"/>
                  </a:lnTo>
                  <a:lnTo>
                    <a:pt x="12108" y="4029"/>
                  </a:lnTo>
                  <a:lnTo>
                    <a:pt x="9418" y="6715"/>
                  </a:lnTo>
                  <a:lnTo>
                    <a:pt x="9418" y="9401"/>
                  </a:lnTo>
                  <a:lnTo>
                    <a:pt x="10763" y="12088"/>
                  </a:lnTo>
                  <a:lnTo>
                    <a:pt x="10763" y="16117"/>
                  </a:lnTo>
                  <a:lnTo>
                    <a:pt x="14799" y="18803"/>
                  </a:lnTo>
                  <a:lnTo>
                    <a:pt x="16144" y="14774"/>
                  </a:lnTo>
                  <a:lnTo>
                    <a:pt x="20181" y="14774"/>
                  </a:lnTo>
                  <a:lnTo>
                    <a:pt x="26908" y="20146"/>
                  </a:lnTo>
                  <a:lnTo>
                    <a:pt x="29598" y="20146"/>
                  </a:lnTo>
                  <a:lnTo>
                    <a:pt x="30943" y="22832"/>
                  </a:lnTo>
                  <a:lnTo>
                    <a:pt x="39016" y="22832"/>
                  </a:lnTo>
                  <a:lnTo>
                    <a:pt x="40361" y="20146"/>
                  </a:lnTo>
                  <a:lnTo>
                    <a:pt x="45743" y="21489"/>
                  </a:lnTo>
                  <a:lnTo>
                    <a:pt x="52470" y="21489"/>
                  </a:lnTo>
                  <a:lnTo>
                    <a:pt x="51124" y="22832"/>
                  </a:lnTo>
                  <a:lnTo>
                    <a:pt x="44397" y="24175"/>
                  </a:lnTo>
                  <a:lnTo>
                    <a:pt x="43052" y="29548"/>
                  </a:lnTo>
                  <a:lnTo>
                    <a:pt x="44397" y="32234"/>
                  </a:lnTo>
                  <a:lnTo>
                    <a:pt x="41707" y="3760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7" name="Freeform 1126">
              <a:extLst>
                <a:ext uri="{FF2B5EF4-FFF2-40B4-BE49-F238E27FC236}">
                  <a16:creationId xmlns:a16="http://schemas.microsoft.com/office/drawing/2014/main" id="{5ADC94D6-5F1F-73E2-81EF-B39D5FA2D64A}"/>
                </a:ext>
              </a:extLst>
            </p:cNvPr>
            <p:cNvSpPr/>
            <p:nvPr/>
          </p:nvSpPr>
          <p:spPr>
            <a:xfrm>
              <a:off x="5864499" y="3279254"/>
              <a:ext cx="45742" cy="51036"/>
            </a:xfrm>
            <a:custGeom>
              <a:avLst/>
              <a:gdLst>
                <a:gd name="connsiteX0" fmla="*/ 12109 w 45742"/>
                <a:gd name="connsiteY0" fmla="*/ 51037 h 51036"/>
                <a:gd name="connsiteX1" fmla="*/ 9418 w 45742"/>
                <a:gd name="connsiteY1" fmla="*/ 47008 h 51036"/>
                <a:gd name="connsiteX2" fmla="*/ 1345 w 45742"/>
                <a:gd name="connsiteY2" fmla="*/ 42979 h 51036"/>
                <a:gd name="connsiteX3" fmla="*/ 1345 w 45742"/>
                <a:gd name="connsiteY3" fmla="*/ 36263 h 51036"/>
                <a:gd name="connsiteX4" fmla="*/ 0 w 45742"/>
                <a:gd name="connsiteY4" fmla="*/ 33577 h 51036"/>
                <a:gd name="connsiteX5" fmla="*/ 1345 w 45742"/>
                <a:gd name="connsiteY5" fmla="*/ 29548 h 51036"/>
                <a:gd name="connsiteX6" fmla="*/ 8072 w 45742"/>
                <a:gd name="connsiteY6" fmla="*/ 25519 h 51036"/>
                <a:gd name="connsiteX7" fmla="*/ 13454 w 45742"/>
                <a:gd name="connsiteY7" fmla="*/ 17460 h 51036"/>
                <a:gd name="connsiteX8" fmla="*/ 16145 w 45742"/>
                <a:gd name="connsiteY8" fmla="*/ 14774 h 51036"/>
                <a:gd name="connsiteX9" fmla="*/ 18835 w 45742"/>
                <a:gd name="connsiteY9" fmla="*/ 9402 h 51036"/>
                <a:gd name="connsiteX10" fmla="*/ 25562 w 45742"/>
                <a:gd name="connsiteY10" fmla="*/ 4029 h 51036"/>
                <a:gd name="connsiteX11" fmla="*/ 26908 w 45742"/>
                <a:gd name="connsiteY11" fmla="*/ 0 h 51036"/>
                <a:gd name="connsiteX12" fmla="*/ 30944 w 45742"/>
                <a:gd name="connsiteY12" fmla="*/ 0 h 51036"/>
                <a:gd name="connsiteX13" fmla="*/ 32289 w 45742"/>
                <a:gd name="connsiteY13" fmla="*/ 1343 h 51036"/>
                <a:gd name="connsiteX14" fmla="*/ 29598 w 45742"/>
                <a:gd name="connsiteY14" fmla="*/ 5372 h 51036"/>
                <a:gd name="connsiteX15" fmla="*/ 33634 w 45742"/>
                <a:gd name="connsiteY15" fmla="*/ 5372 h 51036"/>
                <a:gd name="connsiteX16" fmla="*/ 33634 w 45742"/>
                <a:gd name="connsiteY16" fmla="*/ 9402 h 51036"/>
                <a:gd name="connsiteX17" fmla="*/ 28253 w 45742"/>
                <a:gd name="connsiteY17" fmla="*/ 18803 h 51036"/>
                <a:gd name="connsiteX18" fmla="*/ 24217 w 45742"/>
                <a:gd name="connsiteY18" fmla="*/ 22832 h 51036"/>
                <a:gd name="connsiteX19" fmla="*/ 29598 w 45742"/>
                <a:gd name="connsiteY19" fmla="*/ 24175 h 51036"/>
                <a:gd name="connsiteX20" fmla="*/ 32289 w 45742"/>
                <a:gd name="connsiteY20" fmla="*/ 28205 h 51036"/>
                <a:gd name="connsiteX21" fmla="*/ 29598 w 45742"/>
                <a:gd name="connsiteY21" fmla="*/ 30891 h 51036"/>
                <a:gd name="connsiteX22" fmla="*/ 30944 w 45742"/>
                <a:gd name="connsiteY22" fmla="*/ 33577 h 51036"/>
                <a:gd name="connsiteX23" fmla="*/ 34980 w 45742"/>
                <a:gd name="connsiteY23" fmla="*/ 30891 h 51036"/>
                <a:gd name="connsiteX24" fmla="*/ 34980 w 45742"/>
                <a:gd name="connsiteY24" fmla="*/ 26862 h 51036"/>
                <a:gd name="connsiteX25" fmla="*/ 37671 w 45742"/>
                <a:gd name="connsiteY25" fmla="*/ 26862 h 51036"/>
                <a:gd name="connsiteX26" fmla="*/ 43052 w 45742"/>
                <a:gd name="connsiteY26" fmla="*/ 28205 h 51036"/>
                <a:gd name="connsiteX27" fmla="*/ 44397 w 45742"/>
                <a:gd name="connsiteY27" fmla="*/ 33577 h 51036"/>
                <a:gd name="connsiteX28" fmla="*/ 45743 w 45742"/>
                <a:gd name="connsiteY28" fmla="*/ 36263 h 51036"/>
                <a:gd name="connsiteX29" fmla="*/ 40361 w 45742"/>
                <a:gd name="connsiteY29" fmla="*/ 37606 h 51036"/>
                <a:gd name="connsiteX30" fmla="*/ 37671 w 45742"/>
                <a:gd name="connsiteY30" fmla="*/ 40292 h 51036"/>
                <a:gd name="connsiteX31" fmla="*/ 30944 w 45742"/>
                <a:gd name="connsiteY31" fmla="*/ 40292 h 51036"/>
                <a:gd name="connsiteX32" fmla="*/ 22872 w 45742"/>
                <a:gd name="connsiteY32" fmla="*/ 47008 h 51036"/>
                <a:gd name="connsiteX33" fmla="*/ 17490 w 45742"/>
                <a:gd name="connsiteY33" fmla="*/ 47008 h 51036"/>
                <a:gd name="connsiteX34" fmla="*/ 16145 w 45742"/>
                <a:gd name="connsiteY34" fmla="*/ 44322 h 51036"/>
                <a:gd name="connsiteX35" fmla="*/ 13454 w 45742"/>
                <a:gd name="connsiteY35" fmla="*/ 45665 h 51036"/>
                <a:gd name="connsiteX36" fmla="*/ 13454 w 45742"/>
                <a:gd name="connsiteY36" fmla="*/ 49694 h 5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5742" h="51036">
                  <a:moveTo>
                    <a:pt x="12109" y="51037"/>
                  </a:moveTo>
                  <a:lnTo>
                    <a:pt x="9418" y="47008"/>
                  </a:lnTo>
                  <a:lnTo>
                    <a:pt x="1345" y="42979"/>
                  </a:lnTo>
                  <a:lnTo>
                    <a:pt x="1345" y="36263"/>
                  </a:lnTo>
                  <a:lnTo>
                    <a:pt x="0" y="33577"/>
                  </a:lnTo>
                  <a:lnTo>
                    <a:pt x="1345" y="29548"/>
                  </a:lnTo>
                  <a:lnTo>
                    <a:pt x="8072" y="25519"/>
                  </a:lnTo>
                  <a:lnTo>
                    <a:pt x="13454" y="17460"/>
                  </a:lnTo>
                  <a:lnTo>
                    <a:pt x="16145" y="14774"/>
                  </a:lnTo>
                  <a:lnTo>
                    <a:pt x="18835" y="9402"/>
                  </a:lnTo>
                  <a:lnTo>
                    <a:pt x="25562" y="4029"/>
                  </a:lnTo>
                  <a:lnTo>
                    <a:pt x="26908" y="0"/>
                  </a:lnTo>
                  <a:lnTo>
                    <a:pt x="30944" y="0"/>
                  </a:lnTo>
                  <a:lnTo>
                    <a:pt x="32289" y="1343"/>
                  </a:lnTo>
                  <a:lnTo>
                    <a:pt x="29598" y="5372"/>
                  </a:lnTo>
                  <a:lnTo>
                    <a:pt x="33634" y="5372"/>
                  </a:lnTo>
                  <a:lnTo>
                    <a:pt x="33634" y="9402"/>
                  </a:lnTo>
                  <a:lnTo>
                    <a:pt x="28253" y="18803"/>
                  </a:lnTo>
                  <a:lnTo>
                    <a:pt x="24217" y="22832"/>
                  </a:lnTo>
                  <a:lnTo>
                    <a:pt x="29598" y="24175"/>
                  </a:lnTo>
                  <a:lnTo>
                    <a:pt x="32289" y="28205"/>
                  </a:lnTo>
                  <a:lnTo>
                    <a:pt x="29598" y="30891"/>
                  </a:lnTo>
                  <a:lnTo>
                    <a:pt x="30944" y="33577"/>
                  </a:lnTo>
                  <a:lnTo>
                    <a:pt x="34980" y="30891"/>
                  </a:lnTo>
                  <a:lnTo>
                    <a:pt x="34980" y="26862"/>
                  </a:lnTo>
                  <a:lnTo>
                    <a:pt x="37671" y="26862"/>
                  </a:lnTo>
                  <a:lnTo>
                    <a:pt x="43052" y="28205"/>
                  </a:lnTo>
                  <a:lnTo>
                    <a:pt x="44397" y="33577"/>
                  </a:lnTo>
                  <a:lnTo>
                    <a:pt x="45743" y="36263"/>
                  </a:lnTo>
                  <a:lnTo>
                    <a:pt x="40361" y="37606"/>
                  </a:lnTo>
                  <a:lnTo>
                    <a:pt x="37671" y="40292"/>
                  </a:lnTo>
                  <a:lnTo>
                    <a:pt x="30944" y="40292"/>
                  </a:lnTo>
                  <a:lnTo>
                    <a:pt x="22872" y="47008"/>
                  </a:lnTo>
                  <a:lnTo>
                    <a:pt x="17490" y="47008"/>
                  </a:lnTo>
                  <a:lnTo>
                    <a:pt x="16145" y="44322"/>
                  </a:lnTo>
                  <a:lnTo>
                    <a:pt x="13454" y="45665"/>
                  </a:lnTo>
                  <a:lnTo>
                    <a:pt x="13454" y="49694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8" name="Freeform 1127">
              <a:extLst>
                <a:ext uri="{FF2B5EF4-FFF2-40B4-BE49-F238E27FC236}">
                  <a16:creationId xmlns:a16="http://schemas.microsoft.com/office/drawing/2014/main" id="{B08EE4AF-DA0E-0065-246A-930838D3D17A}"/>
                </a:ext>
              </a:extLst>
            </p:cNvPr>
            <p:cNvSpPr/>
            <p:nvPr/>
          </p:nvSpPr>
          <p:spPr>
            <a:xfrm>
              <a:off x="5474339" y="3016011"/>
              <a:ext cx="2690" cy="8058"/>
            </a:xfrm>
            <a:custGeom>
              <a:avLst/>
              <a:gdLst>
                <a:gd name="connsiteX0" fmla="*/ 0 w 2690"/>
                <a:gd name="connsiteY0" fmla="*/ 1343 h 8058"/>
                <a:gd name="connsiteX1" fmla="*/ 0 w 2690"/>
                <a:gd name="connsiteY1" fmla="*/ 6715 h 8058"/>
                <a:gd name="connsiteX2" fmla="*/ 1345 w 2690"/>
                <a:gd name="connsiteY2" fmla="*/ 8058 h 8058"/>
                <a:gd name="connsiteX3" fmla="*/ 2691 w 2690"/>
                <a:gd name="connsiteY3" fmla="*/ 5372 h 8058"/>
                <a:gd name="connsiteX4" fmla="*/ 2691 w 2690"/>
                <a:gd name="connsiteY4" fmla="*/ 0 h 8058"/>
                <a:gd name="connsiteX5" fmla="*/ 1345 w 2690"/>
                <a:gd name="connsiteY5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" h="8058">
                  <a:moveTo>
                    <a:pt x="0" y="1343"/>
                  </a:moveTo>
                  <a:lnTo>
                    <a:pt x="0" y="6715"/>
                  </a:lnTo>
                  <a:lnTo>
                    <a:pt x="1345" y="8058"/>
                  </a:lnTo>
                  <a:lnTo>
                    <a:pt x="2691" y="5372"/>
                  </a:lnTo>
                  <a:lnTo>
                    <a:pt x="2691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9" name="Freeform 1128">
              <a:extLst>
                <a:ext uri="{FF2B5EF4-FFF2-40B4-BE49-F238E27FC236}">
                  <a16:creationId xmlns:a16="http://schemas.microsoft.com/office/drawing/2014/main" id="{8DED7EC1-1911-6750-AC0D-314B2D02627C}"/>
                </a:ext>
              </a:extLst>
            </p:cNvPr>
            <p:cNvSpPr/>
            <p:nvPr/>
          </p:nvSpPr>
          <p:spPr>
            <a:xfrm>
              <a:off x="5472994" y="3068391"/>
              <a:ext cx="8072" cy="8058"/>
            </a:xfrm>
            <a:custGeom>
              <a:avLst/>
              <a:gdLst>
                <a:gd name="connsiteX0" fmla="*/ 0 w 8072"/>
                <a:gd name="connsiteY0" fmla="*/ 6715 h 8058"/>
                <a:gd name="connsiteX1" fmla="*/ 1345 w 8072"/>
                <a:gd name="connsiteY1" fmla="*/ 2686 h 8058"/>
                <a:gd name="connsiteX2" fmla="*/ 5381 w 8072"/>
                <a:gd name="connsiteY2" fmla="*/ 2686 h 8058"/>
                <a:gd name="connsiteX3" fmla="*/ 6727 w 8072"/>
                <a:gd name="connsiteY3" fmla="*/ 0 h 8058"/>
                <a:gd name="connsiteX4" fmla="*/ 8072 w 8072"/>
                <a:gd name="connsiteY4" fmla="*/ 4029 h 8058"/>
                <a:gd name="connsiteX5" fmla="*/ 2691 w 8072"/>
                <a:gd name="connsiteY5" fmla="*/ 805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8058">
                  <a:moveTo>
                    <a:pt x="0" y="6715"/>
                  </a:moveTo>
                  <a:lnTo>
                    <a:pt x="1345" y="2686"/>
                  </a:lnTo>
                  <a:lnTo>
                    <a:pt x="5381" y="2686"/>
                  </a:lnTo>
                  <a:lnTo>
                    <a:pt x="6727" y="0"/>
                  </a:lnTo>
                  <a:lnTo>
                    <a:pt x="8072" y="4029"/>
                  </a:lnTo>
                  <a:lnTo>
                    <a:pt x="2691" y="805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0" name="Freeform 1129">
              <a:extLst>
                <a:ext uri="{FF2B5EF4-FFF2-40B4-BE49-F238E27FC236}">
                  <a16:creationId xmlns:a16="http://schemas.microsoft.com/office/drawing/2014/main" id="{8476883F-3C99-E6F4-6017-FB832F481F32}"/>
                </a:ext>
              </a:extLst>
            </p:cNvPr>
            <p:cNvSpPr/>
            <p:nvPr/>
          </p:nvSpPr>
          <p:spPr>
            <a:xfrm>
              <a:off x="5424561" y="3022727"/>
              <a:ext cx="30943" cy="18802"/>
            </a:xfrm>
            <a:custGeom>
              <a:avLst/>
              <a:gdLst>
                <a:gd name="connsiteX0" fmla="*/ 0 w 30943"/>
                <a:gd name="connsiteY0" fmla="*/ 10745 h 18802"/>
                <a:gd name="connsiteX1" fmla="*/ 5382 w 30943"/>
                <a:gd name="connsiteY1" fmla="*/ 5372 h 18802"/>
                <a:gd name="connsiteX2" fmla="*/ 9418 w 30943"/>
                <a:gd name="connsiteY2" fmla="*/ 5372 h 18802"/>
                <a:gd name="connsiteX3" fmla="*/ 9418 w 30943"/>
                <a:gd name="connsiteY3" fmla="*/ 1343 h 18802"/>
                <a:gd name="connsiteX4" fmla="*/ 12109 w 30943"/>
                <a:gd name="connsiteY4" fmla="*/ 0 h 18802"/>
                <a:gd name="connsiteX5" fmla="*/ 17490 w 30943"/>
                <a:gd name="connsiteY5" fmla="*/ 0 h 18802"/>
                <a:gd name="connsiteX6" fmla="*/ 18835 w 30943"/>
                <a:gd name="connsiteY6" fmla="*/ 2686 h 18802"/>
                <a:gd name="connsiteX7" fmla="*/ 22871 w 30943"/>
                <a:gd name="connsiteY7" fmla="*/ 1343 h 18802"/>
                <a:gd name="connsiteX8" fmla="*/ 29598 w 30943"/>
                <a:gd name="connsiteY8" fmla="*/ 6715 h 18802"/>
                <a:gd name="connsiteX9" fmla="*/ 29598 w 30943"/>
                <a:gd name="connsiteY9" fmla="*/ 12088 h 18802"/>
                <a:gd name="connsiteX10" fmla="*/ 30944 w 30943"/>
                <a:gd name="connsiteY10" fmla="*/ 14774 h 18802"/>
                <a:gd name="connsiteX11" fmla="*/ 29598 w 30943"/>
                <a:gd name="connsiteY11" fmla="*/ 18803 h 18802"/>
                <a:gd name="connsiteX12" fmla="*/ 17490 w 30943"/>
                <a:gd name="connsiteY12" fmla="*/ 16117 h 18802"/>
                <a:gd name="connsiteX13" fmla="*/ 13454 w 30943"/>
                <a:gd name="connsiteY13" fmla="*/ 13431 h 18802"/>
                <a:gd name="connsiteX14" fmla="*/ 9418 w 30943"/>
                <a:gd name="connsiteY14" fmla="*/ 13431 h 18802"/>
                <a:gd name="connsiteX15" fmla="*/ 9418 w 30943"/>
                <a:gd name="connsiteY15" fmla="*/ 16117 h 18802"/>
                <a:gd name="connsiteX16" fmla="*/ 9418 w 30943"/>
                <a:gd name="connsiteY16" fmla="*/ 17460 h 18802"/>
                <a:gd name="connsiteX17" fmla="*/ 6727 w 30943"/>
                <a:gd name="connsiteY17" fmla="*/ 14774 h 18802"/>
                <a:gd name="connsiteX18" fmla="*/ 6727 w 30943"/>
                <a:gd name="connsiteY18" fmla="*/ 13431 h 18802"/>
                <a:gd name="connsiteX19" fmla="*/ 1345 w 30943"/>
                <a:gd name="connsiteY19" fmla="*/ 13431 h 18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0943" h="18802">
                  <a:moveTo>
                    <a:pt x="0" y="10745"/>
                  </a:moveTo>
                  <a:lnTo>
                    <a:pt x="5382" y="5372"/>
                  </a:lnTo>
                  <a:lnTo>
                    <a:pt x="9418" y="5372"/>
                  </a:lnTo>
                  <a:lnTo>
                    <a:pt x="9418" y="1343"/>
                  </a:lnTo>
                  <a:lnTo>
                    <a:pt x="12109" y="0"/>
                  </a:lnTo>
                  <a:lnTo>
                    <a:pt x="17490" y="0"/>
                  </a:lnTo>
                  <a:lnTo>
                    <a:pt x="18835" y="2686"/>
                  </a:lnTo>
                  <a:lnTo>
                    <a:pt x="22871" y="1343"/>
                  </a:lnTo>
                  <a:lnTo>
                    <a:pt x="29598" y="6715"/>
                  </a:lnTo>
                  <a:lnTo>
                    <a:pt x="29598" y="12088"/>
                  </a:lnTo>
                  <a:lnTo>
                    <a:pt x="30944" y="14774"/>
                  </a:lnTo>
                  <a:lnTo>
                    <a:pt x="29598" y="18803"/>
                  </a:lnTo>
                  <a:lnTo>
                    <a:pt x="17490" y="16117"/>
                  </a:lnTo>
                  <a:lnTo>
                    <a:pt x="13454" y="13431"/>
                  </a:lnTo>
                  <a:lnTo>
                    <a:pt x="9418" y="13431"/>
                  </a:lnTo>
                  <a:lnTo>
                    <a:pt x="9418" y="16117"/>
                  </a:lnTo>
                  <a:lnTo>
                    <a:pt x="9418" y="17460"/>
                  </a:lnTo>
                  <a:lnTo>
                    <a:pt x="6727" y="14774"/>
                  </a:lnTo>
                  <a:lnTo>
                    <a:pt x="6727" y="13431"/>
                  </a:lnTo>
                  <a:lnTo>
                    <a:pt x="1345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1" name="Freeform 1130">
              <a:extLst>
                <a:ext uri="{FF2B5EF4-FFF2-40B4-BE49-F238E27FC236}">
                  <a16:creationId xmlns:a16="http://schemas.microsoft.com/office/drawing/2014/main" id="{69E558E0-ACE0-862E-75BD-C524B4A2224A}"/>
                </a:ext>
              </a:extLst>
            </p:cNvPr>
            <p:cNvSpPr/>
            <p:nvPr/>
          </p:nvSpPr>
          <p:spPr>
            <a:xfrm>
              <a:off x="4361713" y="3054960"/>
              <a:ext cx="9417" cy="13430"/>
            </a:xfrm>
            <a:custGeom>
              <a:avLst/>
              <a:gdLst>
                <a:gd name="connsiteX0" fmla="*/ 0 w 9417"/>
                <a:gd name="connsiteY0" fmla="*/ 0 h 13430"/>
                <a:gd name="connsiteX1" fmla="*/ 5382 w 9417"/>
                <a:gd name="connsiteY1" fmla="*/ 4029 h 13430"/>
                <a:gd name="connsiteX2" fmla="*/ 9418 w 9417"/>
                <a:gd name="connsiteY2" fmla="*/ 10745 h 13430"/>
                <a:gd name="connsiteX3" fmla="*/ 8072 w 9417"/>
                <a:gd name="connsiteY3" fmla="*/ 13431 h 13430"/>
                <a:gd name="connsiteX4" fmla="*/ 1345 w 9417"/>
                <a:gd name="connsiteY4" fmla="*/ 671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13430">
                  <a:moveTo>
                    <a:pt x="0" y="0"/>
                  </a:moveTo>
                  <a:lnTo>
                    <a:pt x="5382" y="4029"/>
                  </a:lnTo>
                  <a:lnTo>
                    <a:pt x="9418" y="10745"/>
                  </a:lnTo>
                  <a:lnTo>
                    <a:pt x="8072" y="13431"/>
                  </a:lnTo>
                  <a:lnTo>
                    <a:pt x="1345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2" name="Freeform 1131">
              <a:extLst>
                <a:ext uri="{FF2B5EF4-FFF2-40B4-BE49-F238E27FC236}">
                  <a16:creationId xmlns:a16="http://schemas.microsoft.com/office/drawing/2014/main" id="{2E4B2F1E-0696-455E-F5F9-62FD6B6A128E}"/>
                </a:ext>
              </a:extLst>
            </p:cNvPr>
            <p:cNvSpPr/>
            <p:nvPr/>
          </p:nvSpPr>
          <p:spPr>
            <a:xfrm>
              <a:off x="4350950" y="3034814"/>
              <a:ext cx="4036" cy="8058"/>
            </a:xfrm>
            <a:custGeom>
              <a:avLst/>
              <a:gdLst>
                <a:gd name="connsiteX0" fmla="*/ 1345 w 4036"/>
                <a:gd name="connsiteY0" fmla="*/ 8059 h 8058"/>
                <a:gd name="connsiteX1" fmla="*/ 0 w 4036"/>
                <a:gd name="connsiteY1" fmla="*/ 1343 h 8058"/>
                <a:gd name="connsiteX2" fmla="*/ 4036 w 4036"/>
                <a:gd name="connsiteY2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8058">
                  <a:moveTo>
                    <a:pt x="1345" y="8059"/>
                  </a:moveTo>
                  <a:lnTo>
                    <a:pt x="0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3" name="Freeform 1132">
              <a:extLst>
                <a:ext uri="{FF2B5EF4-FFF2-40B4-BE49-F238E27FC236}">
                  <a16:creationId xmlns:a16="http://schemas.microsoft.com/office/drawing/2014/main" id="{B28EA140-2E2B-A2CE-0DDB-107025654840}"/>
                </a:ext>
              </a:extLst>
            </p:cNvPr>
            <p:cNvSpPr/>
            <p:nvPr/>
          </p:nvSpPr>
          <p:spPr>
            <a:xfrm>
              <a:off x="4324043" y="3017354"/>
              <a:ext cx="6726" cy="4029"/>
            </a:xfrm>
            <a:custGeom>
              <a:avLst/>
              <a:gdLst>
                <a:gd name="connsiteX0" fmla="*/ 0 w 6726"/>
                <a:gd name="connsiteY0" fmla="*/ 1343 h 4029"/>
                <a:gd name="connsiteX1" fmla="*/ 6727 w 6726"/>
                <a:gd name="connsiteY1" fmla="*/ 4029 h 4029"/>
                <a:gd name="connsiteX2" fmla="*/ 6727 w 6726"/>
                <a:gd name="connsiteY2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6" h="4029">
                  <a:moveTo>
                    <a:pt x="0" y="1343"/>
                  </a:moveTo>
                  <a:lnTo>
                    <a:pt x="6727" y="4029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4" name="Freeform 1133">
              <a:extLst>
                <a:ext uri="{FF2B5EF4-FFF2-40B4-BE49-F238E27FC236}">
                  <a16:creationId xmlns:a16="http://schemas.microsoft.com/office/drawing/2014/main" id="{6BC2AAB9-7DBF-9A1D-9E4A-69DFB156FEA2}"/>
                </a:ext>
              </a:extLst>
            </p:cNvPr>
            <p:cNvSpPr/>
            <p:nvPr/>
          </p:nvSpPr>
          <p:spPr>
            <a:xfrm>
              <a:off x="4279645" y="2998551"/>
              <a:ext cx="95521" cy="118190"/>
            </a:xfrm>
            <a:custGeom>
              <a:avLst/>
              <a:gdLst>
                <a:gd name="connsiteX0" fmla="*/ 0 w 95521"/>
                <a:gd name="connsiteY0" fmla="*/ 1343 h 118190"/>
                <a:gd name="connsiteX1" fmla="*/ 2691 w 95521"/>
                <a:gd name="connsiteY1" fmla="*/ 8059 h 118190"/>
                <a:gd name="connsiteX2" fmla="*/ 5382 w 95521"/>
                <a:gd name="connsiteY2" fmla="*/ 8059 h 118190"/>
                <a:gd name="connsiteX3" fmla="*/ 6727 w 95521"/>
                <a:gd name="connsiteY3" fmla="*/ 14774 h 118190"/>
                <a:gd name="connsiteX4" fmla="*/ 20181 w 95521"/>
                <a:gd name="connsiteY4" fmla="*/ 16117 h 118190"/>
                <a:gd name="connsiteX5" fmla="*/ 14799 w 95521"/>
                <a:gd name="connsiteY5" fmla="*/ 18803 h 118190"/>
                <a:gd name="connsiteX6" fmla="*/ 8072 w 95521"/>
                <a:gd name="connsiteY6" fmla="*/ 18803 h 118190"/>
                <a:gd name="connsiteX7" fmla="*/ 4036 w 95521"/>
                <a:gd name="connsiteY7" fmla="*/ 24175 h 118190"/>
                <a:gd name="connsiteX8" fmla="*/ 8072 w 95521"/>
                <a:gd name="connsiteY8" fmla="*/ 26862 h 118190"/>
                <a:gd name="connsiteX9" fmla="*/ 5382 w 95521"/>
                <a:gd name="connsiteY9" fmla="*/ 32234 h 118190"/>
                <a:gd name="connsiteX10" fmla="*/ 6727 w 95521"/>
                <a:gd name="connsiteY10" fmla="*/ 34920 h 118190"/>
                <a:gd name="connsiteX11" fmla="*/ 12108 w 95521"/>
                <a:gd name="connsiteY11" fmla="*/ 32234 h 118190"/>
                <a:gd name="connsiteX12" fmla="*/ 13454 w 95521"/>
                <a:gd name="connsiteY12" fmla="*/ 37606 h 118190"/>
                <a:gd name="connsiteX13" fmla="*/ 18835 w 95521"/>
                <a:gd name="connsiteY13" fmla="*/ 36263 h 118190"/>
                <a:gd name="connsiteX14" fmla="*/ 18835 w 95521"/>
                <a:gd name="connsiteY14" fmla="*/ 41635 h 118190"/>
                <a:gd name="connsiteX15" fmla="*/ 24217 w 95521"/>
                <a:gd name="connsiteY15" fmla="*/ 45665 h 118190"/>
                <a:gd name="connsiteX16" fmla="*/ 29598 w 95521"/>
                <a:gd name="connsiteY16" fmla="*/ 42978 h 118190"/>
                <a:gd name="connsiteX17" fmla="*/ 22871 w 95521"/>
                <a:gd name="connsiteY17" fmla="*/ 51037 h 118190"/>
                <a:gd name="connsiteX18" fmla="*/ 25562 w 95521"/>
                <a:gd name="connsiteY18" fmla="*/ 56409 h 118190"/>
                <a:gd name="connsiteX19" fmla="*/ 29598 w 95521"/>
                <a:gd name="connsiteY19" fmla="*/ 55066 h 118190"/>
                <a:gd name="connsiteX20" fmla="*/ 29598 w 95521"/>
                <a:gd name="connsiteY20" fmla="*/ 51037 h 118190"/>
                <a:gd name="connsiteX21" fmla="*/ 36325 w 95521"/>
                <a:gd name="connsiteY21" fmla="*/ 48351 h 118190"/>
                <a:gd name="connsiteX22" fmla="*/ 34980 w 95521"/>
                <a:gd name="connsiteY22" fmla="*/ 55066 h 118190"/>
                <a:gd name="connsiteX23" fmla="*/ 30944 w 95521"/>
                <a:gd name="connsiteY23" fmla="*/ 59095 h 118190"/>
                <a:gd name="connsiteX24" fmla="*/ 30944 w 95521"/>
                <a:gd name="connsiteY24" fmla="*/ 63125 h 118190"/>
                <a:gd name="connsiteX25" fmla="*/ 33634 w 95521"/>
                <a:gd name="connsiteY25" fmla="*/ 61782 h 118190"/>
                <a:gd name="connsiteX26" fmla="*/ 34980 w 95521"/>
                <a:gd name="connsiteY26" fmla="*/ 68497 h 118190"/>
                <a:gd name="connsiteX27" fmla="*/ 44397 w 95521"/>
                <a:gd name="connsiteY27" fmla="*/ 67154 h 118190"/>
                <a:gd name="connsiteX28" fmla="*/ 43052 w 95521"/>
                <a:gd name="connsiteY28" fmla="*/ 72526 h 118190"/>
                <a:gd name="connsiteX29" fmla="*/ 47088 w 95521"/>
                <a:gd name="connsiteY29" fmla="*/ 72526 h 118190"/>
                <a:gd name="connsiteX30" fmla="*/ 48434 w 95521"/>
                <a:gd name="connsiteY30" fmla="*/ 77899 h 118190"/>
                <a:gd name="connsiteX31" fmla="*/ 47088 w 95521"/>
                <a:gd name="connsiteY31" fmla="*/ 81928 h 118190"/>
                <a:gd name="connsiteX32" fmla="*/ 52470 w 95521"/>
                <a:gd name="connsiteY32" fmla="*/ 87300 h 118190"/>
                <a:gd name="connsiteX33" fmla="*/ 56506 w 95521"/>
                <a:gd name="connsiteY33" fmla="*/ 84614 h 118190"/>
                <a:gd name="connsiteX34" fmla="*/ 59197 w 95521"/>
                <a:gd name="connsiteY34" fmla="*/ 85957 h 118190"/>
                <a:gd name="connsiteX35" fmla="*/ 63233 w 95521"/>
                <a:gd name="connsiteY35" fmla="*/ 85957 h 118190"/>
                <a:gd name="connsiteX36" fmla="*/ 56506 w 95521"/>
                <a:gd name="connsiteY36" fmla="*/ 94015 h 118190"/>
                <a:gd name="connsiteX37" fmla="*/ 65923 w 95521"/>
                <a:gd name="connsiteY37" fmla="*/ 103417 h 118190"/>
                <a:gd name="connsiteX38" fmla="*/ 69960 w 95521"/>
                <a:gd name="connsiteY38" fmla="*/ 104760 h 118190"/>
                <a:gd name="connsiteX39" fmla="*/ 71305 w 95521"/>
                <a:gd name="connsiteY39" fmla="*/ 108789 h 118190"/>
                <a:gd name="connsiteX40" fmla="*/ 87449 w 95521"/>
                <a:gd name="connsiteY40" fmla="*/ 118191 h 118190"/>
                <a:gd name="connsiteX41" fmla="*/ 90140 w 95521"/>
                <a:gd name="connsiteY41" fmla="*/ 115505 h 118190"/>
                <a:gd name="connsiteX42" fmla="*/ 95522 w 95521"/>
                <a:gd name="connsiteY42" fmla="*/ 116848 h 118190"/>
                <a:gd name="connsiteX43" fmla="*/ 91486 w 95521"/>
                <a:gd name="connsiteY43" fmla="*/ 103417 h 118190"/>
                <a:gd name="connsiteX44" fmla="*/ 92831 w 95521"/>
                <a:gd name="connsiteY44" fmla="*/ 96702 h 118190"/>
                <a:gd name="connsiteX45" fmla="*/ 90140 w 95521"/>
                <a:gd name="connsiteY45" fmla="*/ 92672 h 118190"/>
                <a:gd name="connsiteX46" fmla="*/ 91486 w 95521"/>
                <a:gd name="connsiteY46" fmla="*/ 81928 h 118190"/>
                <a:gd name="connsiteX47" fmla="*/ 87449 w 95521"/>
                <a:gd name="connsiteY47" fmla="*/ 76555 h 118190"/>
                <a:gd name="connsiteX48" fmla="*/ 75341 w 95521"/>
                <a:gd name="connsiteY48" fmla="*/ 68497 h 118190"/>
                <a:gd name="connsiteX49" fmla="*/ 73996 w 95521"/>
                <a:gd name="connsiteY49" fmla="*/ 53723 h 118190"/>
                <a:gd name="connsiteX50" fmla="*/ 68614 w 95521"/>
                <a:gd name="connsiteY50" fmla="*/ 44322 h 118190"/>
                <a:gd name="connsiteX51" fmla="*/ 68614 w 95521"/>
                <a:gd name="connsiteY51" fmla="*/ 34920 h 118190"/>
                <a:gd name="connsiteX52" fmla="*/ 64578 w 95521"/>
                <a:gd name="connsiteY52" fmla="*/ 32234 h 118190"/>
                <a:gd name="connsiteX53" fmla="*/ 60542 w 95521"/>
                <a:gd name="connsiteY53" fmla="*/ 30891 h 118190"/>
                <a:gd name="connsiteX54" fmla="*/ 51124 w 95521"/>
                <a:gd name="connsiteY54" fmla="*/ 26862 h 118190"/>
                <a:gd name="connsiteX55" fmla="*/ 45743 w 95521"/>
                <a:gd name="connsiteY55" fmla="*/ 26862 h 118190"/>
                <a:gd name="connsiteX56" fmla="*/ 40361 w 95521"/>
                <a:gd name="connsiteY56" fmla="*/ 24175 h 118190"/>
                <a:gd name="connsiteX57" fmla="*/ 37671 w 95521"/>
                <a:gd name="connsiteY57" fmla="*/ 20146 h 118190"/>
                <a:gd name="connsiteX58" fmla="*/ 29598 w 95521"/>
                <a:gd name="connsiteY58" fmla="*/ 14774 h 118190"/>
                <a:gd name="connsiteX59" fmla="*/ 25562 w 95521"/>
                <a:gd name="connsiteY59" fmla="*/ 10745 h 118190"/>
                <a:gd name="connsiteX60" fmla="*/ 24217 w 95521"/>
                <a:gd name="connsiteY60" fmla="*/ 5372 h 118190"/>
                <a:gd name="connsiteX61" fmla="*/ 17490 w 95521"/>
                <a:gd name="connsiteY61" fmla="*/ 6715 h 118190"/>
                <a:gd name="connsiteX62" fmla="*/ 14799 w 95521"/>
                <a:gd name="connsiteY62" fmla="*/ 1343 h 118190"/>
                <a:gd name="connsiteX63" fmla="*/ 10763 w 95521"/>
                <a:gd name="connsiteY63" fmla="*/ 0 h 118190"/>
                <a:gd name="connsiteX64" fmla="*/ 8072 w 95521"/>
                <a:gd name="connsiteY64" fmla="*/ 1343 h 118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5521" h="118190">
                  <a:moveTo>
                    <a:pt x="0" y="1343"/>
                  </a:moveTo>
                  <a:lnTo>
                    <a:pt x="2691" y="8059"/>
                  </a:lnTo>
                  <a:lnTo>
                    <a:pt x="5382" y="8059"/>
                  </a:lnTo>
                  <a:lnTo>
                    <a:pt x="6727" y="14774"/>
                  </a:lnTo>
                  <a:lnTo>
                    <a:pt x="20181" y="16117"/>
                  </a:lnTo>
                  <a:lnTo>
                    <a:pt x="14799" y="18803"/>
                  </a:lnTo>
                  <a:lnTo>
                    <a:pt x="8072" y="18803"/>
                  </a:lnTo>
                  <a:lnTo>
                    <a:pt x="4036" y="24175"/>
                  </a:lnTo>
                  <a:lnTo>
                    <a:pt x="8072" y="26862"/>
                  </a:lnTo>
                  <a:lnTo>
                    <a:pt x="5382" y="32234"/>
                  </a:lnTo>
                  <a:lnTo>
                    <a:pt x="6727" y="34920"/>
                  </a:lnTo>
                  <a:lnTo>
                    <a:pt x="12108" y="32234"/>
                  </a:lnTo>
                  <a:lnTo>
                    <a:pt x="13454" y="37606"/>
                  </a:lnTo>
                  <a:lnTo>
                    <a:pt x="18835" y="36263"/>
                  </a:lnTo>
                  <a:lnTo>
                    <a:pt x="18835" y="41635"/>
                  </a:lnTo>
                  <a:lnTo>
                    <a:pt x="24217" y="45665"/>
                  </a:lnTo>
                  <a:lnTo>
                    <a:pt x="29598" y="42978"/>
                  </a:lnTo>
                  <a:lnTo>
                    <a:pt x="22871" y="51037"/>
                  </a:lnTo>
                  <a:lnTo>
                    <a:pt x="25562" y="56409"/>
                  </a:lnTo>
                  <a:lnTo>
                    <a:pt x="29598" y="55066"/>
                  </a:lnTo>
                  <a:lnTo>
                    <a:pt x="29598" y="51037"/>
                  </a:lnTo>
                  <a:lnTo>
                    <a:pt x="36325" y="48351"/>
                  </a:lnTo>
                  <a:lnTo>
                    <a:pt x="34980" y="55066"/>
                  </a:lnTo>
                  <a:lnTo>
                    <a:pt x="30944" y="59095"/>
                  </a:lnTo>
                  <a:lnTo>
                    <a:pt x="30944" y="63125"/>
                  </a:lnTo>
                  <a:lnTo>
                    <a:pt x="33634" y="61782"/>
                  </a:lnTo>
                  <a:lnTo>
                    <a:pt x="34980" y="68497"/>
                  </a:lnTo>
                  <a:lnTo>
                    <a:pt x="44397" y="67154"/>
                  </a:lnTo>
                  <a:lnTo>
                    <a:pt x="43052" y="72526"/>
                  </a:lnTo>
                  <a:lnTo>
                    <a:pt x="47088" y="72526"/>
                  </a:lnTo>
                  <a:lnTo>
                    <a:pt x="48434" y="77899"/>
                  </a:lnTo>
                  <a:lnTo>
                    <a:pt x="47088" y="81928"/>
                  </a:lnTo>
                  <a:lnTo>
                    <a:pt x="52470" y="87300"/>
                  </a:lnTo>
                  <a:lnTo>
                    <a:pt x="56506" y="84614"/>
                  </a:lnTo>
                  <a:lnTo>
                    <a:pt x="59197" y="85957"/>
                  </a:lnTo>
                  <a:lnTo>
                    <a:pt x="63233" y="85957"/>
                  </a:lnTo>
                  <a:lnTo>
                    <a:pt x="56506" y="94015"/>
                  </a:lnTo>
                  <a:lnTo>
                    <a:pt x="65923" y="103417"/>
                  </a:lnTo>
                  <a:lnTo>
                    <a:pt x="69960" y="104760"/>
                  </a:lnTo>
                  <a:lnTo>
                    <a:pt x="71305" y="108789"/>
                  </a:lnTo>
                  <a:lnTo>
                    <a:pt x="87449" y="118191"/>
                  </a:lnTo>
                  <a:lnTo>
                    <a:pt x="90140" y="115505"/>
                  </a:lnTo>
                  <a:lnTo>
                    <a:pt x="95522" y="116848"/>
                  </a:lnTo>
                  <a:lnTo>
                    <a:pt x="91486" y="103417"/>
                  </a:lnTo>
                  <a:lnTo>
                    <a:pt x="92831" y="96702"/>
                  </a:lnTo>
                  <a:lnTo>
                    <a:pt x="90140" y="92672"/>
                  </a:lnTo>
                  <a:lnTo>
                    <a:pt x="91486" y="81928"/>
                  </a:lnTo>
                  <a:lnTo>
                    <a:pt x="87449" y="76555"/>
                  </a:lnTo>
                  <a:lnTo>
                    <a:pt x="75341" y="68497"/>
                  </a:lnTo>
                  <a:lnTo>
                    <a:pt x="73996" y="53723"/>
                  </a:lnTo>
                  <a:lnTo>
                    <a:pt x="68614" y="44322"/>
                  </a:lnTo>
                  <a:lnTo>
                    <a:pt x="68614" y="34920"/>
                  </a:lnTo>
                  <a:lnTo>
                    <a:pt x="64578" y="32234"/>
                  </a:lnTo>
                  <a:lnTo>
                    <a:pt x="60542" y="30891"/>
                  </a:lnTo>
                  <a:lnTo>
                    <a:pt x="51124" y="26862"/>
                  </a:lnTo>
                  <a:lnTo>
                    <a:pt x="45743" y="26862"/>
                  </a:lnTo>
                  <a:lnTo>
                    <a:pt x="40361" y="24175"/>
                  </a:lnTo>
                  <a:lnTo>
                    <a:pt x="37671" y="20146"/>
                  </a:lnTo>
                  <a:lnTo>
                    <a:pt x="29598" y="14774"/>
                  </a:lnTo>
                  <a:lnTo>
                    <a:pt x="25562" y="10745"/>
                  </a:lnTo>
                  <a:lnTo>
                    <a:pt x="24217" y="5372"/>
                  </a:lnTo>
                  <a:lnTo>
                    <a:pt x="17490" y="6715"/>
                  </a:lnTo>
                  <a:lnTo>
                    <a:pt x="14799" y="1343"/>
                  </a:lnTo>
                  <a:lnTo>
                    <a:pt x="10763" y="0"/>
                  </a:lnTo>
                  <a:lnTo>
                    <a:pt x="8072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5" name="Freeform 1134">
              <a:extLst>
                <a:ext uri="{FF2B5EF4-FFF2-40B4-BE49-F238E27FC236}">
                  <a16:creationId xmlns:a16="http://schemas.microsoft.com/office/drawing/2014/main" id="{C1303482-AF00-9937-18A6-8D2BF714662D}"/>
                </a:ext>
              </a:extLst>
            </p:cNvPr>
            <p:cNvSpPr/>
            <p:nvPr/>
          </p:nvSpPr>
          <p:spPr>
            <a:xfrm>
              <a:off x="4326733" y="3007953"/>
              <a:ext cx="8072" cy="6715"/>
            </a:xfrm>
            <a:custGeom>
              <a:avLst/>
              <a:gdLst>
                <a:gd name="connsiteX0" fmla="*/ 0 w 8072"/>
                <a:gd name="connsiteY0" fmla="*/ 2686 h 6715"/>
                <a:gd name="connsiteX1" fmla="*/ 4036 w 8072"/>
                <a:gd name="connsiteY1" fmla="*/ 2686 h 6715"/>
                <a:gd name="connsiteX2" fmla="*/ 5382 w 8072"/>
                <a:gd name="connsiteY2" fmla="*/ 0 h 6715"/>
                <a:gd name="connsiteX3" fmla="*/ 8072 w 8072"/>
                <a:gd name="connsiteY3" fmla="*/ 2686 h 6715"/>
                <a:gd name="connsiteX4" fmla="*/ 4036 w 8072"/>
                <a:gd name="connsiteY4" fmla="*/ 6715 h 6715"/>
                <a:gd name="connsiteX5" fmla="*/ 0 w 8072"/>
                <a:gd name="connsiteY5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6715">
                  <a:moveTo>
                    <a:pt x="0" y="2686"/>
                  </a:moveTo>
                  <a:lnTo>
                    <a:pt x="4036" y="2686"/>
                  </a:lnTo>
                  <a:lnTo>
                    <a:pt x="5382" y="0"/>
                  </a:lnTo>
                  <a:lnTo>
                    <a:pt x="8072" y="2686"/>
                  </a:lnTo>
                  <a:lnTo>
                    <a:pt x="4036" y="6715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6" name="Freeform 1135">
              <a:extLst>
                <a:ext uri="{FF2B5EF4-FFF2-40B4-BE49-F238E27FC236}">
                  <a16:creationId xmlns:a16="http://schemas.microsoft.com/office/drawing/2014/main" id="{CC957087-57E5-D49C-2CF7-EDED295C3515}"/>
                </a:ext>
              </a:extLst>
            </p:cNvPr>
            <p:cNvSpPr/>
            <p:nvPr/>
          </p:nvSpPr>
          <p:spPr>
            <a:xfrm>
              <a:off x="4322697" y="3002580"/>
              <a:ext cx="5381" cy="4029"/>
            </a:xfrm>
            <a:custGeom>
              <a:avLst/>
              <a:gdLst>
                <a:gd name="connsiteX0" fmla="*/ 0 w 5381"/>
                <a:gd name="connsiteY0" fmla="*/ 4029 h 4029"/>
                <a:gd name="connsiteX1" fmla="*/ 2691 w 5381"/>
                <a:gd name="connsiteY1" fmla="*/ 0 h 4029"/>
                <a:gd name="connsiteX2" fmla="*/ 5381 w 5381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0" y="4029"/>
                  </a:moveTo>
                  <a:lnTo>
                    <a:pt x="2691" y="0"/>
                  </a:lnTo>
                  <a:lnTo>
                    <a:pt x="538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7" name="Freeform 1136">
              <a:extLst>
                <a:ext uri="{FF2B5EF4-FFF2-40B4-BE49-F238E27FC236}">
                  <a16:creationId xmlns:a16="http://schemas.microsoft.com/office/drawing/2014/main" id="{C9DC07FF-73A6-99E5-BD96-2E9A63D4B08F}"/>
                </a:ext>
              </a:extLst>
            </p:cNvPr>
            <p:cNvSpPr/>
            <p:nvPr/>
          </p:nvSpPr>
          <p:spPr>
            <a:xfrm>
              <a:off x="4293099" y="2892448"/>
              <a:ext cx="2690" cy="6715"/>
            </a:xfrm>
            <a:custGeom>
              <a:avLst/>
              <a:gdLst>
                <a:gd name="connsiteX0" fmla="*/ 0 w 2690"/>
                <a:gd name="connsiteY0" fmla="*/ 0 h 6715"/>
                <a:gd name="connsiteX1" fmla="*/ 0 w 2690"/>
                <a:gd name="connsiteY1" fmla="*/ 6715 h 6715"/>
                <a:gd name="connsiteX2" fmla="*/ 2691 w 2690"/>
                <a:gd name="connsiteY2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6715">
                  <a:moveTo>
                    <a:pt x="0" y="0"/>
                  </a:moveTo>
                  <a:lnTo>
                    <a:pt x="0" y="6715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8" name="Freeform 1137">
              <a:extLst>
                <a:ext uri="{FF2B5EF4-FFF2-40B4-BE49-F238E27FC236}">
                  <a16:creationId xmlns:a16="http://schemas.microsoft.com/office/drawing/2014/main" id="{E7CDCCB2-3D8B-F272-0697-B532DD27574D}"/>
                </a:ext>
              </a:extLst>
            </p:cNvPr>
            <p:cNvSpPr/>
            <p:nvPr/>
          </p:nvSpPr>
          <p:spPr>
            <a:xfrm>
              <a:off x="4306553" y="2940799"/>
              <a:ext cx="2690" cy="5372"/>
            </a:xfrm>
            <a:custGeom>
              <a:avLst/>
              <a:gdLst>
                <a:gd name="connsiteX0" fmla="*/ 0 w 2690"/>
                <a:gd name="connsiteY0" fmla="*/ 5372 h 5372"/>
                <a:gd name="connsiteX1" fmla="*/ 0 w 2690"/>
                <a:gd name="connsiteY1" fmla="*/ 1343 h 5372"/>
                <a:gd name="connsiteX2" fmla="*/ 1345 w 2690"/>
                <a:gd name="connsiteY2" fmla="*/ 0 h 5372"/>
                <a:gd name="connsiteX3" fmla="*/ 2691 w 2690"/>
                <a:gd name="connsiteY3" fmla="*/ 1343 h 5372"/>
                <a:gd name="connsiteX4" fmla="*/ 1345 w 2690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5372">
                  <a:moveTo>
                    <a:pt x="0" y="5372"/>
                  </a:moveTo>
                  <a:lnTo>
                    <a:pt x="0" y="1343"/>
                  </a:lnTo>
                  <a:lnTo>
                    <a:pt x="1345" y="0"/>
                  </a:lnTo>
                  <a:lnTo>
                    <a:pt x="2691" y="1343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9" name="Freeform 1138">
              <a:extLst>
                <a:ext uri="{FF2B5EF4-FFF2-40B4-BE49-F238E27FC236}">
                  <a16:creationId xmlns:a16="http://schemas.microsoft.com/office/drawing/2014/main" id="{8CA96F9B-5601-CBAD-C717-4634730F28F3}"/>
                </a:ext>
              </a:extLst>
            </p:cNvPr>
            <p:cNvSpPr/>
            <p:nvPr/>
          </p:nvSpPr>
          <p:spPr>
            <a:xfrm>
              <a:off x="4301171" y="2962288"/>
              <a:ext cx="5381" cy="10744"/>
            </a:xfrm>
            <a:custGeom>
              <a:avLst/>
              <a:gdLst>
                <a:gd name="connsiteX0" fmla="*/ 4036 w 5381"/>
                <a:gd name="connsiteY0" fmla="*/ 0 h 10744"/>
                <a:gd name="connsiteX1" fmla="*/ 0 w 5381"/>
                <a:gd name="connsiteY1" fmla="*/ 4029 h 10744"/>
                <a:gd name="connsiteX2" fmla="*/ 0 w 5381"/>
                <a:gd name="connsiteY2" fmla="*/ 8058 h 10744"/>
                <a:gd name="connsiteX3" fmla="*/ 4036 w 5381"/>
                <a:gd name="connsiteY3" fmla="*/ 10745 h 10744"/>
                <a:gd name="connsiteX4" fmla="*/ 5382 w 5381"/>
                <a:gd name="connsiteY4" fmla="*/ 4029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10744">
                  <a:moveTo>
                    <a:pt x="4036" y="0"/>
                  </a:moveTo>
                  <a:lnTo>
                    <a:pt x="0" y="4029"/>
                  </a:lnTo>
                  <a:lnTo>
                    <a:pt x="0" y="8058"/>
                  </a:lnTo>
                  <a:lnTo>
                    <a:pt x="4036" y="10745"/>
                  </a:lnTo>
                  <a:lnTo>
                    <a:pt x="5382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0" name="Freeform 1139">
              <a:extLst>
                <a:ext uri="{FF2B5EF4-FFF2-40B4-BE49-F238E27FC236}">
                  <a16:creationId xmlns:a16="http://schemas.microsoft.com/office/drawing/2014/main" id="{0B92E0C8-46A6-D48A-57CC-0A4D0F3D6B9B}"/>
                </a:ext>
              </a:extLst>
            </p:cNvPr>
            <p:cNvSpPr/>
            <p:nvPr/>
          </p:nvSpPr>
          <p:spPr>
            <a:xfrm>
              <a:off x="4301171" y="2946171"/>
              <a:ext cx="10763" cy="9401"/>
            </a:xfrm>
            <a:custGeom>
              <a:avLst/>
              <a:gdLst>
                <a:gd name="connsiteX0" fmla="*/ 8072 w 10763"/>
                <a:gd name="connsiteY0" fmla="*/ 9401 h 9401"/>
                <a:gd name="connsiteX1" fmla="*/ 10763 w 10763"/>
                <a:gd name="connsiteY1" fmla="*/ 2686 h 9401"/>
                <a:gd name="connsiteX2" fmla="*/ 8072 w 10763"/>
                <a:gd name="connsiteY2" fmla="*/ 0 h 9401"/>
                <a:gd name="connsiteX3" fmla="*/ 1345 w 10763"/>
                <a:gd name="connsiteY3" fmla="*/ 4029 h 9401"/>
                <a:gd name="connsiteX4" fmla="*/ 0 w 10763"/>
                <a:gd name="connsiteY4" fmla="*/ 9401 h 9401"/>
                <a:gd name="connsiteX5" fmla="*/ 2691 w 10763"/>
                <a:gd name="connsiteY5" fmla="*/ 9401 h 9401"/>
                <a:gd name="connsiteX6" fmla="*/ 8072 w 10763"/>
                <a:gd name="connsiteY6" fmla="*/ 9401 h 9401"/>
                <a:gd name="connsiteX7" fmla="*/ 8072 w 10763"/>
                <a:gd name="connsiteY7" fmla="*/ 9401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63" h="9401">
                  <a:moveTo>
                    <a:pt x="8072" y="9401"/>
                  </a:moveTo>
                  <a:lnTo>
                    <a:pt x="10763" y="2686"/>
                  </a:lnTo>
                  <a:lnTo>
                    <a:pt x="8072" y="0"/>
                  </a:lnTo>
                  <a:lnTo>
                    <a:pt x="1345" y="4029"/>
                  </a:lnTo>
                  <a:lnTo>
                    <a:pt x="0" y="9401"/>
                  </a:lnTo>
                  <a:lnTo>
                    <a:pt x="2691" y="9401"/>
                  </a:lnTo>
                  <a:cubicBezTo>
                    <a:pt x="4036" y="9401"/>
                    <a:pt x="8072" y="9401"/>
                    <a:pt x="8072" y="9401"/>
                  </a:cubicBezTo>
                  <a:lnTo>
                    <a:pt x="8072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1" name="Freeform 1140">
              <a:extLst>
                <a:ext uri="{FF2B5EF4-FFF2-40B4-BE49-F238E27FC236}">
                  <a16:creationId xmlns:a16="http://schemas.microsoft.com/office/drawing/2014/main" id="{EA494B32-4816-60A9-FECF-8B7EFE7E6C62}"/>
                </a:ext>
              </a:extLst>
            </p:cNvPr>
            <p:cNvSpPr/>
            <p:nvPr/>
          </p:nvSpPr>
          <p:spPr>
            <a:xfrm>
              <a:off x="4314625" y="2935427"/>
              <a:ext cx="20180" cy="14773"/>
            </a:xfrm>
            <a:custGeom>
              <a:avLst/>
              <a:gdLst>
                <a:gd name="connsiteX0" fmla="*/ 0 w 20180"/>
                <a:gd name="connsiteY0" fmla="*/ 14774 h 14773"/>
                <a:gd name="connsiteX1" fmla="*/ 5382 w 20180"/>
                <a:gd name="connsiteY1" fmla="*/ 6715 h 14773"/>
                <a:gd name="connsiteX2" fmla="*/ 9418 w 20180"/>
                <a:gd name="connsiteY2" fmla="*/ 6715 h 14773"/>
                <a:gd name="connsiteX3" fmla="*/ 13454 w 20180"/>
                <a:gd name="connsiteY3" fmla="*/ 1343 h 14773"/>
                <a:gd name="connsiteX4" fmla="*/ 20181 w 20180"/>
                <a:gd name="connsiteY4" fmla="*/ 0 h 14773"/>
                <a:gd name="connsiteX5" fmla="*/ 20181 w 20180"/>
                <a:gd name="connsiteY5" fmla="*/ 2686 h 14773"/>
                <a:gd name="connsiteX6" fmla="*/ 12108 w 20180"/>
                <a:gd name="connsiteY6" fmla="*/ 9401 h 14773"/>
                <a:gd name="connsiteX7" fmla="*/ 8072 w 20180"/>
                <a:gd name="connsiteY7" fmla="*/ 10745 h 14773"/>
                <a:gd name="connsiteX8" fmla="*/ 2691 w 20180"/>
                <a:gd name="connsiteY8" fmla="*/ 14774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80" h="14773">
                  <a:moveTo>
                    <a:pt x="0" y="14774"/>
                  </a:moveTo>
                  <a:lnTo>
                    <a:pt x="5382" y="6715"/>
                  </a:lnTo>
                  <a:lnTo>
                    <a:pt x="9418" y="6715"/>
                  </a:lnTo>
                  <a:lnTo>
                    <a:pt x="13454" y="1343"/>
                  </a:lnTo>
                  <a:lnTo>
                    <a:pt x="20181" y="0"/>
                  </a:lnTo>
                  <a:lnTo>
                    <a:pt x="20181" y="2686"/>
                  </a:lnTo>
                  <a:lnTo>
                    <a:pt x="12108" y="9401"/>
                  </a:lnTo>
                  <a:lnTo>
                    <a:pt x="8072" y="10745"/>
                  </a:lnTo>
                  <a:lnTo>
                    <a:pt x="2691" y="14774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2" name="Freeform 1141">
              <a:extLst>
                <a:ext uri="{FF2B5EF4-FFF2-40B4-BE49-F238E27FC236}">
                  <a16:creationId xmlns:a16="http://schemas.microsoft.com/office/drawing/2014/main" id="{BBCB30C2-D6CF-C134-3B44-B182FC749975}"/>
                </a:ext>
              </a:extLst>
            </p:cNvPr>
            <p:cNvSpPr/>
            <p:nvPr/>
          </p:nvSpPr>
          <p:spPr>
            <a:xfrm>
              <a:off x="4310589" y="2912594"/>
              <a:ext cx="4036" cy="10744"/>
            </a:xfrm>
            <a:custGeom>
              <a:avLst/>
              <a:gdLst>
                <a:gd name="connsiteX0" fmla="*/ 0 w 4036"/>
                <a:gd name="connsiteY0" fmla="*/ 10745 h 10744"/>
                <a:gd name="connsiteX1" fmla="*/ 0 w 4036"/>
                <a:gd name="connsiteY1" fmla="*/ 4029 h 10744"/>
                <a:gd name="connsiteX2" fmla="*/ 2691 w 4036"/>
                <a:gd name="connsiteY2" fmla="*/ 0 h 10744"/>
                <a:gd name="connsiteX3" fmla="*/ 4036 w 4036"/>
                <a:gd name="connsiteY3" fmla="*/ 5372 h 10744"/>
                <a:gd name="connsiteX4" fmla="*/ 2691 w 4036"/>
                <a:gd name="connsiteY4" fmla="*/ 6715 h 10744"/>
                <a:gd name="connsiteX5" fmla="*/ 2691 w 4036"/>
                <a:gd name="connsiteY5" fmla="*/ 9402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6" h="10744">
                  <a:moveTo>
                    <a:pt x="0" y="10745"/>
                  </a:moveTo>
                  <a:lnTo>
                    <a:pt x="0" y="4029"/>
                  </a:lnTo>
                  <a:lnTo>
                    <a:pt x="2691" y="0"/>
                  </a:lnTo>
                  <a:lnTo>
                    <a:pt x="4036" y="5372"/>
                  </a:lnTo>
                  <a:lnTo>
                    <a:pt x="2691" y="6715"/>
                  </a:lnTo>
                  <a:lnTo>
                    <a:pt x="2691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3" name="Freeform 1142">
              <a:extLst>
                <a:ext uri="{FF2B5EF4-FFF2-40B4-BE49-F238E27FC236}">
                  <a16:creationId xmlns:a16="http://schemas.microsoft.com/office/drawing/2014/main" id="{F38D692F-1E13-D65C-C8B3-416193A8FD32}"/>
                </a:ext>
              </a:extLst>
            </p:cNvPr>
            <p:cNvSpPr/>
            <p:nvPr/>
          </p:nvSpPr>
          <p:spPr>
            <a:xfrm>
              <a:off x="4299826" y="2917967"/>
              <a:ext cx="8072" cy="6715"/>
            </a:xfrm>
            <a:custGeom>
              <a:avLst/>
              <a:gdLst>
                <a:gd name="connsiteX0" fmla="*/ 0 w 8072"/>
                <a:gd name="connsiteY0" fmla="*/ 4029 h 6715"/>
                <a:gd name="connsiteX1" fmla="*/ 5382 w 8072"/>
                <a:gd name="connsiteY1" fmla="*/ 6715 h 6715"/>
                <a:gd name="connsiteX2" fmla="*/ 8072 w 8072"/>
                <a:gd name="connsiteY2" fmla="*/ 2686 h 6715"/>
                <a:gd name="connsiteX3" fmla="*/ 5382 w 8072"/>
                <a:gd name="connsiteY3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6715">
                  <a:moveTo>
                    <a:pt x="0" y="4029"/>
                  </a:moveTo>
                  <a:lnTo>
                    <a:pt x="5382" y="6715"/>
                  </a:lnTo>
                  <a:lnTo>
                    <a:pt x="8072" y="2686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4" name="Freeform 1143">
              <a:extLst>
                <a:ext uri="{FF2B5EF4-FFF2-40B4-BE49-F238E27FC236}">
                  <a16:creationId xmlns:a16="http://schemas.microsoft.com/office/drawing/2014/main" id="{2A06D7FB-C199-8C5C-6FEB-B1A3069884C0}"/>
                </a:ext>
              </a:extLst>
            </p:cNvPr>
            <p:cNvSpPr/>
            <p:nvPr/>
          </p:nvSpPr>
          <p:spPr>
            <a:xfrm>
              <a:off x="4291754" y="2905879"/>
              <a:ext cx="5381" cy="16116"/>
            </a:xfrm>
            <a:custGeom>
              <a:avLst/>
              <a:gdLst>
                <a:gd name="connsiteX0" fmla="*/ 0 w 5381"/>
                <a:gd name="connsiteY0" fmla="*/ 0 h 16116"/>
                <a:gd name="connsiteX1" fmla="*/ 0 w 5381"/>
                <a:gd name="connsiteY1" fmla="*/ 9402 h 16116"/>
                <a:gd name="connsiteX2" fmla="*/ 2691 w 5381"/>
                <a:gd name="connsiteY2" fmla="*/ 12088 h 16116"/>
                <a:gd name="connsiteX3" fmla="*/ 2691 w 5381"/>
                <a:gd name="connsiteY3" fmla="*/ 16117 h 16116"/>
                <a:gd name="connsiteX4" fmla="*/ 5382 w 5381"/>
                <a:gd name="connsiteY4" fmla="*/ 10745 h 16116"/>
                <a:gd name="connsiteX5" fmla="*/ 4036 w 5381"/>
                <a:gd name="connsiteY5" fmla="*/ 5372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16116">
                  <a:moveTo>
                    <a:pt x="0" y="0"/>
                  </a:moveTo>
                  <a:lnTo>
                    <a:pt x="0" y="9402"/>
                  </a:lnTo>
                  <a:lnTo>
                    <a:pt x="2691" y="12088"/>
                  </a:lnTo>
                  <a:lnTo>
                    <a:pt x="2691" y="16117"/>
                  </a:lnTo>
                  <a:lnTo>
                    <a:pt x="5382" y="10745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5" name="Freeform 1144">
              <a:extLst>
                <a:ext uri="{FF2B5EF4-FFF2-40B4-BE49-F238E27FC236}">
                  <a16:creationId xmlns:a16="http://schemas.microsoft.com/office/drawing/2014/main" id="{2781EA12-A17C-51BD-9827-FA6183CE37B8}"/>
                </a:ext>
              </a:extLst>
            </p:cNvPr>
            <p:cNvSpPr/>
            <p:nvPr/>
          </p:nvSpPr>
          <p:spPr>
            <a:xfrm>
              <a:off x="4295790" y="2895134"/>
              <a:ext cx="16144" cy="21489"/>
            </a:xfrm>
            <a:custGeom>
              <a:avLst/>
              <a:gdLst>
                <a:gd name="connsiteX0" fmla="*/ 0 w 16144"/>
                <a:gd name="connsiteY0" fmla="*/ 6715 h 21489"/>
                <a:gd name="connsiteX1" fmla="*/ 4036 w 16144"/>
                <a:gd name="connsiteY1" fmla="*/ 6715 h 21489"/>
                <a:gd name="connsiteX2" fmla="*/ 2691 w 16144"/>
                <a:gd name="connsiteY2" fmla="*/ 10745 h 21489"/>
                <a:gd name="connsiteX3" fmla="*/ 2691 w 16144"/>
                <a:gd name="connsiteY3" fmla="*/ 14774 h 21489"/>
                <a:gd name="connsiteX4" fmla="*/ 6727 w 16144"/>
                <a:gd name="connsiteY4" fmla="*/ 14774 h 21489"/>
                <a:gd name="connsiteX5" fmla="*/ 12108 w 16144"/>
                <a:gd name="connsiteY5" fmla="*/ 10745 h 21489"/>
                <a:gd name="connsiteX6" fmla="*/ 9418 w 16144"/>
                <a:gd name="connsiteY6" fmla="*/ 16117 h 21489"/>
                <a:gd name="connsiteX7" fmla="*/ 10763 w 16144"/>
                <a:gd name="connsiteY7" fmla="*/ 21489 h 21489"/>
                <a:gd name="connsiteX8" fmla="*/ 16144 w 16144"/>
                <a:gd name="connsiteY8" fmla="*/ 14774 h 21489"/>
                <a:gd name="connsiteX9" fmla="*/ 16144 w 16144"/>
                <a:gd name="connsiteY9" fmla="*/ 2686 h 21489"/>
                <a:gd name="connsiteX10" fmla="*/ 10763 w 16144"/>
                <a:gd name="connsiteY10" fmla="*/ 0 h 21489"/>
                <a:gd name="connsiteX11" fmla="*/ 5381 w 16144"/>
                <a:gd name="connsiteY11" fmla="*/ 1343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44" h="21489">
                  <a:moveTo>
                    <a:pt x="0" y="6715"/>
                  </a:moveTo>
                  <a:lnTo>
                    <a:pt x="4036" y="6715"/>
                  </a:lnTo>
                  <a:lnTo>
                    <a:pt x="2691" y="10745"/>
                  </a:lnTo>
                  <a:lnTo>
                    <a:pt x="2691" y="14774"/>
                  </a:lnTo>
                  <a:lnTo>
                    <a:pt x="6727" y="14774"/>
                  </a:lnTo>
                  <a:lnTo>
                    <a:pt x="12108" y="10745"/>
                  </a:lnTo>
                  <a:lnTo>
                    <a:pt x="9418" y="16117"/>
                  </a:lnTo>
                  <a:lnTo>
                    <a:pt x="10763" y="21489"/>
                  </a:lnTo>
                  <a:lnTo>
                    <a:pt x="16144" y="14774"/>
                  </a:lnTo>
                  <a:lnTo>
                    <a:pt x="16144" y="2686"/>
                  </a:lnTo>
                  <a:lnTo>
                    <a:pt x="10763" y="0"/>
                  </a:lnTo>
                  <a:lnTo>
                    <a:pt x="5381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6" name="Freeform 1145">
              <a:extLst>
                <a:ext uri="{FF2B5EF4-FFF2-40B4-BE49-F238E27FC236}">
                  <a16:creationId xmlns:a16="http://schemas.microsoft.com/office/drawing/2014/main" id="{37A65C19-B658-D4C1-8234-1F9D1FB3F314}"/>
                </a:ext>
              </a:extLst>
            </p:cNvPr>
            <p:cNvSpPr/>
            <p:nvPr/>
          </p:nvSpPr>
          <p:spPr>
            <a:xfrm>
              <a:off x="4295790" y="2888419"/>
              <a:ext cx="5381" cy="5372"/>
            </a:xfrm>
            <a:custGeom>
              <a:avLst/>
              <a:gdLst>
                <a:gd name="connsiteX0" fmla="*/ 0 w 5381"/>
                <a:gd name="connsiteY0" fmla="*/ 1343 h 5372"/>
                <a:gd name="connsiteX1" fmla="*/ 4036 w 5381"/>
                <a:gd name="connsiteY1" fmla="*/ 5372 h 5372"/>
                <a:gd name="connsiteX2" fmla="*/ 5381 w 5381"/>
                <a:gd name="connsiteY2" fmla="*/ 2686 h 5372"/>
                <a:gd name="connsiteX3" fmla="*/ 2691 w 5381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5372">
                  <a:moveTo>
                    <a:pt x="0" y="1343"/>
                  </a:moveTo>
                  <a:lnTo>
                    <a:pt x="4036" y="5372"/>
                  </a:lnTo>
                  <a:lnTo>
                    <a:pt x="5381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7" name="Freeform 1146">
              <a:extLst>
                <a:ext uri="{FF2B5EF4-FFF2-40B4-BE49-F238E27FC236}">
                  <a16:creationId xmlns:a16="http://schemas.microsoft.com/office/drawing/2014/main" id="{69DBC477-82E9-E480-EF0C-D4071E9C72A6}"/>
                </a:ext>
              </a:extLst>
            </p:cNvPr>
            <p:cNvSpPr/>
            <p:nvPr/>
          </p:nvSpPr>
          <p:spPr>
            <a:xfrm>
              <a:off x="4305207" y="2872302"/>
              <a:ext cx="10763" cy="9401"/>
            </a:xfrm>
            <a:custGeom>
              <a:avLst/>
              <a:gdLst>
                <a:gd name="connsiteX0" fmla="*/ 0 w 10763"/>
                <a:gd name="connsiteY0" fmla="*/ 9402 h 9401"/>
                <a:gd name="connsiteX1" fmla="*/ 2691 w 10763"/>
                <a:gd name="connsiteY1" fmla="*/ 2686 h 9401"/>
                <a:gd name="connsiteX2" fmla="*/ 8072 w 10763"/>
                <a:gd name="connsiteY2" fmla="*/ 0 h 9401"/>
                <a:gd name="connsiteX3" fmla="*/ 10763 w 10763"/>
                <a:gd name="connsiteY3" fmla="*/ 0 h 9401"/>
                <a:gd name="connsiteX4" fmla="*/ 8072 w 10763"/>
                <a:gd name="connsiteY4" fmla="*/ 5372 h 9401"/>
                <a:gd name="connsiteX5" fmla="*/ 4036 w 10763"/>
                <a:gd name="connsiteY5" fmla="*/ 6715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3" h="9401">
                  <a:moveTo>
                    <a:pt x="0" y="9402"/>
                  </a:moveTo>
                  <a:lnTo>
                    <a:pt x="2691" y="2686"/>
                  </a:lnTo>
                  <a:lnTo>
                    <a:pt x="8072" y="0"/>
                  </a:lnTo>
                  <a:lnTo>
                    <a:pt x="10763" y="0"/>
                  </a:lnTo>
                  <a:lnTo>
                    <a:pt x="8072" y="5372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8" name="Freeform 1147">
              <a:extLst>
                <a:ext uri="{FF2B5EF4-FFF2-40B4-BE49-F238E27FC236}">
                  <a16:creationId xmlns:a16="http://schemas.microsoft.com/office/drawing/2014/main" id="{B399ED35-FB8C-C3CB-FA54-FAF97292750B}"/>
                </a:ext>
              </a:extLst>
            </p:cNvPr>
            <p:cNvSpPr/>
            <p:nvPr/>
          </p:nvSpPr>
          <p:spPr>
            <a:xfrm>
              <a:off x="4271573" y="2866930"/>
              <a:ext cx="17489" cy="24175"/>
            </a:xfrm>
            <a:custGeom>
              <a:avLst/>
              <a:gdLst>
                <a:gd name="connsiteX0" fmla="*/ 2691 w 17489"/>
                <a:gd name="connsiteY0" fmla="*/ 0 h 24175"/>
                <a:gd name="connsiteX1" fmla="*/ 13454 w 17489"/>
                <a:gd name="connsiteY1" fmla="*/ 12088 h 24175"/>
                <a:gd name="connsiteX2" fmla="*/ 17490 w 17489"/>
                <a:gd name="connsiteY2" fmla="*/ 20146 h 24175"/>
                <a:gd name="connsiteX3" fmla="*/ 14799 w 17489"/>
                <a:gd name="connsiteY3" fmla="*/ 24175 h 24175"/>
                <a:gd name="connsiteX4" fmla="*/ 10763 w 17489"/>
                <a:gd name="connsiteY4" fmla="*/ 22832 h 24175"/>
                <a:gd name="connsiteX5" fmla="*/ 10763 w 17489"/>
                <a:gd name="connsiteY5" fmla="*/ 17460 h 24175"/>
                <a:gd name="connsiteX6" fmla="*/ 2691 w 17489"/>
                <a:gd name="connsiteY6" fmla="*/ 9402 h 24175"/>
                <a:gd name="connsiteX7" fmla="*/ 0 w 17489"/>
                <a:gd name="connsiteY7" fmla="*/ 4029 h 24175"/>
                <a:gd name="connsiteX8" fmla="*/ 2691 w 17489"/>
                <a:gd name="connsiteY8" fmla="*/ 0 h 24175"/>
                <a:gd name="connsiteX9" fmla="*/ 2691 w 17489"/>
                <a:gd name="connsiteY9" fmla="*/ 0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489" h="24175">
                  <a:moveTo>
                    <a:pt x="2691" y="0"/>
                  </a:moveTo>
                  <a:lnTo>
                    <a:pt x="13454" y="12088"/>
                  </a:lnTo>
                  <a:lnTo>
                    <a:pt x="17490" y="20146"/>
                  </a:lnTo>
                  <a:lnTo>
                    <a:pt x="14799" y="24175"/>
                  </a:lnTo>
                  <a:lnTo>
                    <a:pt x="10763" y="22832"/>
                  </a:lnTo>
                  <a:lnTo>
                    <a:pt x="10763" y="17460"/>
                  </a:lnTo>
                  <a:lnTo>
                    <a:pt x="2691" y="9402"/>
                  </a:lnTo>
                  <a:lnTo>
                    <a:pt x="0" y="4029"/>
                  </a:lnTo>
                  <a:cubicBezTo>
                    <a:pt x="1345" y="2686"/>
                    <a:pt x="2691" y="0"/>
                    <a:pt x="2691" y="0"/>
                  </a:cubicBez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9" name="Freeform 1148">
              <a:extLst>
                <a:ext uri="{FF2B5EF4-FFF2-40B4-BE49-F238E27FC236}">
                  <a16:creationId xmlns:a16="http://schemas.microsoft.com/office/drawing/2014/main" id="{1EF00AA9-A1F1-1827-B0C6-AEF6A9A51D23}"/>
                </a:ext>
              </a:extLst>
            </p:cNvPr>
            <p:cNvSpPr/>
            <p:nvPr/>
          </p:nvSpPr>
          <p:spPr>
            <a:xfrm>
              <a:off x="4283681" y="2860214"/>
              <a:ext cx="12108" cy="25518"/>
            </a:xfrm>
            <a:custGeom>
              <a:avLst/>
              <a:gdLst>
                <a:gd name="connsiteX0" fmla="*/ 0 w 12108"/>
                <a:gd name="connsiteY0" fmla="*/ 1343 h 25518"/>
                <a:gd name="connsiteX1" fmla="*/ 1345 w 12108"/>
                <a:gd name="connsiteY1" fmla="*/ 8059 h 25518"/>
                <a:gd name="connsiteX2" fmla="*/ 5382 w 12108"/>
                <a:gd name="connsiteY2" fmla="*/ 13431 h 25518"/>
                <a:gd name="connsiteX3" fmla="*/ 5382 w 12108"/>
                <a:gd name="connsiteY3" fmla="*/ 21489 h 25518"/>
                <a:gd name="connsiteX4" fmla="*/ 10763 w 12108"/>
                <a:gd name="connsiteY4" fmla="*/ 25518 h 25518"/>
                <a:gd name="connsiteX5" fmla="*/ 12108 w 12108"/>
                <a:gd name="connsiteY5" fmla="*/ 17460 h 25518"/>
                <a:gd name="connsiteX6" fmla="*/ 6727 w 12108"/>
                <a:gd name="connsiteY6" fmla="*/ 6715 h 25518"/>
                <a:gd name="connsiteX7" fmla="*/ 4036 w 12108"/>
                <a:gd name="connsiteY7" fmla="*/ 0 h 25518"/>
                <a:gd name="connsiteX8" fmla="*/ 2691 w 12108"/>
                <a:gd name="connsiteY8" fmla="*/ 0 h 2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08" h="25518">
                  <a:moveTo>
                    <a:pt x="0" y="1343"/>
                  </a:moveTo>
                  <a:lnTo>
                    <a:pt x="1345" y="8059"/>
                  </a:lnTo>
                  <a:lnTo>
                    <a:pt x="5382" y="13431"/>
                  </a:lnTo>
                  <a:lnTo>
                    <a:pt x="5382" y="21489"/>
                  </a:lnTo>
                  <a:lnTo>
                    <a:pt x="10763" y="25518"/>
                  </a:lnTo>
                  <a:lnTo>
                    <a:pt x="12108" y="17460"/>
                  </a:lnTo>
                  <a:lnTo>
                    <a:pt x="6727" y="6715"/>
                  </a:lnTo>
                  <a:lnTo>
                    <a:pt x="4036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0" name="Freeform 1149">
              <a:extLst>
                <a:ext uri="{FF2B5EF4-FFF2-40B4-BE49-F238E27FC236}">
                  <a16:creationId xmlns:a16="http://schemas.microsoft.com/office/drawing/2014/main" id="{1FA35CAF-B1CC-E896-285D-09E1883A6530}"/>
                </a:ext>
              </a:extLst>
            </p:cNvPr>
            <p:cNvSpPr/>
            <p:nvPr/>
          </p:nvSpPr>
          <p:spPr>
            <a:xfrm>
              <a:off x="4275609" y="2848127"/>
              <a:ext cx="13453" cy="9401"/>
            </a:xfrm>
            <a:custGeom>
              <a:avLst/>
              <a:gdLst>
                <a:gd name="connsiteX0" fmla="*/ 0 w 13453"/>
                <a:gd name="connsiteY0" fmla="*/ 6715 h 9401"/>
                <a:gd name="connsiteX1" fmla="*/ 6727 w 13453"/>
                <a:gd name="connsiteY1" fmla="*/ 6715 h 9401"/>
                <a:gd name="connsiteX2" fmla="*/ 6727 w 13453"/>
                <a:gd name="connsiteY2" fmla="*/ 9401 h 9401"/>
                <a:gd name="connsiteX3" fmla="*/ 10763 w 13453"/>
                <a:gd name="connsiteY3" fmla="*/ 9401 h 9401"/>
                <a:gd name="connsiteX4" fmla="*/ 13454 w 13453"/>
                <a:gd name="connsiteY4" fmla="*/ 2686 h 9401"/>
                <a:gd name="connsiteX5" fmla="*/ 9418 w 13453"/>
                <a:gd name="connsiteY5" fmla="*/ 0 h 9401"/>
                <a:gd name="connsiteX6" fmla="*/ 2691 w 13453"/>
                <a:gd name="connsiteY6" fmla="*/ 2686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53" h="9401">
                  <a:moveTo>
                    <a:pt x="0" y="6715"/>
                  </a:moveTo>
                  <a:lnTo>
                    <a:pt x="6727" y="6715"/>
                  </a:lnTo>
                  <a:lnTo>
                    <a:pt x="6727" y="9401"/>
                  </a:lnTo>
                  <a:lnTo>
                    <a:pt x="10763" y="9401"/>
                  </a:lnTo>
                  <a:lnTo>
                    <a:pt x="13454" y="2686"/>
                  </a:lnTo>
                  <a:lnTo>
                    <a:pt x="9418" y="0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1" name="Freeform 1150">
              <a:extLst>
                <a:ext uri="{FF2B5EF4-FFF2-40B4-BE49-F238E27FC236}">
                  <a16:creationId xmlns:a16="http://schemas.microsoft.com/office/drawing/2014/main" id="{9A9C15D7-C106-3DF3-20B2-778C39F6E281}"/>
                </a:ext>
              </a:extLst>
            </p:cNvPr>
            <p:cNvSpPr/>
            <p:nvPr/>
          </p:nvSpPr>
          <p:spPr>
            <a:xfrm>
              <a:off x="4217758" y="2834696"/>
              <a:ext cx="41706" cy="96701"/>
            </a:xfrm>
            <a:custGeom>
              <a:avLst/>
              <a:gdLst>
                <a:gd name="connsiteX0" fmla="*/ 2691 w 41706"/>
                <a:gd name="connsiteY0" fmla="*/ 22832 h 96701"/>
                <a:gd name="connsiteX1" fmla="*/ 1345 w 41706"/>
                <a:gd name="connsiteY1" fmla="*/ 13431 h 96701"/>
                <a:gd name="connsiteX2" fmla="*/ 9418 w 41706"/>
                <a:gd name="connsiteY2" fmla="*/ 0 h 96701"/>
                <a:gd name="connsiteX3" fmla="*/ 17490 w 41706"/>
                <a:gd name="connsiteY3" fmla="*/ 2686 h 96701"/>
                <a:gd name="connsiteX4" fmla="*/ 16144 w 41706"/>
                <a:gd name="connsiteY4" fmla="*/ 9401 h 96701"/>
                <a:gd name="connsiteX5" fmla="*/ 18835 w 41706"/>
                <a:gd name="connsiteY5" fmla="*/ 8058 h 96701"/>
                <a:gd name="connsiteX6" fmla="*/ 22871 w 41706"/>
                <a:gd name="connsiteY6" fmla="*/ 4029 h 96701"/>
                <a:gd name="connsiteX7" fmla="*/ 25562 w 41706"/>
                <a:gd name="connsiteY7" fmla="*/ 6715 h 96701"/>
                <a:gd name="connsiteX8" fmla="*/ 26908 w 41706"/>
                <a:gd name="connsiteY8" fmla="*/ 9401 h 96701"/>
                <a:gd name="connsiteX9" fmla="*/ 25562 w 41706"/>
                <a:gd name="connsiteY9" fmla="*/ 16117 h 96701"/>
                <a:gd name="connsiteX10" fmla="*/ 21526 w 41706"/>
                <a:gd name="connsiteY10" fmla="*/ 20146 h 96701"/>
                <a:gd name="connsiteX11" fmla="*/ 12108 w 41706"/>
                <a:gd name="connsiteY11" fmla="*/ 24175 h 96701"/>
                <a:gd name="connsiteX12" fmla="*/ 14799 w 41706"/>
                <a:gd name="connsiteY12" fmla="*/ 25518 h 96701"/>
                <a:gd name="connsiteX13" fmla="*/ 16144 w 41706"/>
                <a:gd name="connsiteY13" fmla="*/ 28205 h 96701"/>
                <a:gd name="connsiteX14" fmla="*/ 21526 w 41706"/>
                <a:gd name="connsiteY14" fmla="*/ 28205 h 96701"/>
                <a:gd name="connsiteX15" fmla="*/ 24217 w 41706"/>
                <a:gd name="connsiteY15" fmla="*/ 20146 h 96701"/>
                <a:gd name="connsiteX16" fmla="*/ 30944 w 41706"/>
                <a:gd name="connsiteY16" fmla="*/ 12088 h 96701"/>
                <a:gd name="connsiteX17" fmla="*/ 39016 w 41706"/>
                <a:gd name="connsiteY17" fmla="*/ 8058 h 96701"/>
                <a:gd name="connsiteX18" fmla="*/ 41707 w 41706"/>
                <a:gd name="connsiteY18" fmla="*/ 8058 h 96701"/>
                <a:gd name="connsiteX19" fmla="*/ 32289 w 41706"/>
                <a:gd name="connsiteY19" fmla="*/ 18803 h 96701"/>
                <a:gd name="connsiteX20" fmla="*/ 29598 w 41706"/>
                <a:gd name="connsiteY20" fmla="*/ 26862 h 96701"/>
                <a:gd name="connsiteX21" fmla="*/ 25562 w 41706"/>
                <a:gd name="connsiteY21" fmla="*/ 32234 h 96701"/>
                <a:gd name="connsiteX22" fmla="*/ 24217 w 41706"/>
                <a:gd name="connsiteY22" fmla="*/ 41635 h 96701"/>
                <a:gd name="connsiteX23" fmla="*/ 18835 w 41706"/>
                <a:gd name="connsiteY23" fmla="*/ 45665 h 96701"/>
                <a:gd name="connsiteX24" fmla="*/ 14799 w 41706"/>
                <a:gd name="connsiteY24" fmla="*/ 45665 h 96701"/>
                <a:gd name="connsiteX25" fmla="*/ 10763 w 41706"/>
                <a:gd name="connsiteY25" fmla="*/ 49694 h 96701"/>
                <a:gd name="connsiteX26" fmla="*/ 14799 w 41706"/>
                <a:gd name="connsiteY26" fmla="*/ 49694 h 96701"/>
                <a:gd name="connsiteX27" fmla="*/ 17490 w 41706"/>
                <a:gd name="connsiteY27" fmla="*/ 48351 h 96701"/>
                <a:gd name="connsiteX28" fmla="*/ 24217 w 41706"/>
                <a:gd name="connsiteY28" fmla="*/ 49694 h 96701"/>
                <a:gd name="connsiteX29" fmla="*/ 24217 w 41706"/>
                <a:gd name="connsiteY29" fmla="*/ 55066 h 96701"/>
                <a:gd name="connsiteX30" fmla="*/ 17490 w 41706"/>
                <a:gd name="connsiteY30" fmla="*/ 55066 h 96701"/>
                <a:gd name="connsiteX31" fmla="*/ 14799 w 41706"/>
                <a:gd name="connsiteY31" fmla="*/ 61782 h 96701"/>
                <a:gd name="connsiteX32" fmla="*/ 16144 w 41706"/>
                <a:gd name="connsiteY32" fmla="*/ 67154 h 96701"/>
                <a:gd name="connsiteX33" fmla="*/ 14799 w 41706"/>
                <a:gd name="connsiteY33" fmla="*/ 73869 h 96701"/>
                <a:gd name="connsiteX34" fmla="*/ 17490 w 41706"/>
                <a:gd name="connsiteY34" fmla="*/ 83271 h 96701"/>
                <a:gd name="connsiteX35" fmla="*/ 18835 w 41706"/>
                <a:gd name="connsiteY35" fmla="*/ 89986 h 96701"/>
                <a:gd name="connsiteX36" fmla="*/ 22871 w 41706"/>
                <a:gd name="connsiteY36" fmla="*/ 89986 h 96701"/>
                <a:gd name="connsiteX37" fmla="*/ 25562 w 41706"/>
                <a:gd name="connsiteY37" fmla="*/ 92672 h 96701"/>
                <a:gd name="connsiteX38" fmla="*/ 22871 w 41706"/>
                <a:gd name="connsiteY38" fmla="*/ 96702 h 96701"/>
                <a:gd name="connsiteX39" fmla="*/ 16144 w 41706"/>
                <a:gd name="connsiteY39" fmla="*/ 95358 h 96701"/>
                <a:gd name="connsiteX40" fmla="*/ 8072 w 41706"/>
                <a:gd name="connsiteY40" fmla="*/ 77898 h 96701"/>
                <a:gd name="connsiteX41" fmla="*/ 6727 w 41706"/>
                <a:gd name="connsiteY41" fmla="*/ 71183 h 96701"/>
                <a:gd name="connsiteX42" fmla="*/ 9418 w 41706"/>
                <a:gd name="connsiteY42" fmla="*/ 67154 h 96701"/>
                <a:gd name="connsiteX43" fmla="*/ 2691 w 41706"/>
                <a:gd name="connsiteY43" fmla="*/ 67154 h 96701"/>
                <a:gd name="connsiteX44" fmla="*/ 1345 w 41706"/>
                <a:gd name="connsiteY44" fmla="*/ 61782 h 96701"/>
                <a:gd name="connsiteX45" fmla="*/ 2691 w 41706"/>
                <a:gd name="connsiteY45" fmla="*/ 57752 h 96701"/>
                <a:gd name="connsiteX46" fmla="*/ 9418 w 41706"/>
                <a:gd name="connsiteY46" fmla="*/ 59095 h 96701"/>
                <a:gd name="connsiteX47" fmla="*/ 4036 w 41706"/>
                <a:gd name="connsiteY47" fmla="*/ 53723 h 96701"/>
                <a:gd name="connsiteX48" fmla="*/ 1345 w 41706"/>
                <a:gd name="connsiteY48" fmla="*/ 52380 h 96701"/>
                <a:gd name="connsiteX49" fmla="*/ 4036 w 41706"/>
                <a:gd name="connsiteY49" fmla="*/ 47008 h 96701"/>
                <a:gd name="connsiteX50" fmla="*/ 0 w 41706"/>
                <a:gd name="connsiteY50" fmla="*/ 42978 h 96701"/>
                <a:gd name="connsiteX51" fmla="*/ 1345 w 41706"/>
                <a:gd name="connsiteY51" fmla="*/ 40292 h 96701"/>
                <a:gd name="connsiteX52" fmla="*/ 5382 w 41706"/>
                <a:gd name="connsiteY52" fmla="*/ 40292 h 96701"/>
                <a:gd name="connsiteX53" fmla="*/ 8072 w 41706"/>
                <a:gd name="connsiteY53" fmla="*/ 41635 h 96701"/>
                <a:gd name="connsiteX54" fmla="*/ 8072 w 41706"/>
                <a:gd name="connsiteY54" fmla="*/ 37606 h 96701"/>
                <a:gd name="connsiteX55" fmla="*/ 4036 w 41706"/>
                <a:gd name="connsiteY55" fmla="*/ 33577 h 96701"/>
                <a:gd name="connsiteX56" fmla="*/ 0 w 41706"/>
                <a:gd name="connsiteY56" fmla="*/ 32234 h 96701"/>
                <a:gd name="connsiteX57" fmla="*/ 0 w 41706"/>
                <a:gd name="connsiteY57" fmla="*/ 28205 h 9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41706" h="96701">
                  <a:moveTo>
                    <a:pt x="2691" y="22832"/>
                  </a:moveTo>
                  <a:lnTo>
                    <a:pt x="1345" y="13431"/>
                  </a:lnTo>
                  <a:lnTo>
                    <a:pt x="9418" y="0"/>
                  </a:lnTo>
                  <a:lnTo>
                    <a:pt x="17490" y="2686"/>
                  </a:lnTo>
                  <a:lnTo>
                    <a:pt x="16144" y="9401"/>
                  </a:lnTo>
                  <a:lnTo>
                    <a:pt x="18835" y="8058"/>
                  </a:lnTo>
                  <a:lnTo>
                    <a:pt x="22871" y="4029"/>
                  </a:lnTo>
                  <a:lnTo>
                    <a:pt x="25562" y="6715"/>
                  </a:lnTo>
                  <a:lnTo>
                    <a:pt x="26908" y="9401"/>
                  </a:lnTo>
                  <a:lnTo>
                    <a:pt x="25562" y="16117"/>
                  </a:lnTo>
                  <a:lnTo>
                    <a:pt x="21526" y="20146"/>
                  </a:lnTo>
                  <a:lnTo>
                    <a:pt x="12108" y="24175"/>
                  </a:lnTo>
                  <a:lnTo>
                    <a:pt x="14799" y="25518"/>
                  </a:lnTo>
                  <a:lnTo>
                    <a:pt x="16144" y="28205"/>
                  </a:lnTo>
                  <a:lnTo>
                    <a:pt x="21526" y="28205"/>
                  </a:lnTo>
                  <a:lnTo>
                    <a:pt x="24217" y="20146"/>
                  </a:lnTo>
                  <a:lnTo>
                    <a:pt x="30944" y="12088"/>
                  </a:lnTo>
                  <a:lnTo>
                    <a:pt x="39016" y="8058"/>
                  </a:lnTo>
                  <a:lnTo>
                    <a:pt x="41707" y="8058"/>
                  </a:lnTo>
                  <a:lnTo>
                    <a:pt x="32289" y="18803"/>
                  </a:lnTo>
                  <a:lnTo>
                    <a:pt x="29598" y="26862"/>
                  </a:lnTo>
                  <a:lnTo>
                    <a:pt x="25562" y="32234"/>
                  </a:lnTo>
                  <a:lnTo>
                    <a:pt x="24217" y="41635"/>
                  </a:lnTo>
                  <a:lnTo>
                    <a:pt x="18835" y="45665"/>
                  </a:lnTo>
                  <a:lnTo>
                    <a:pt x="14799" y="45665"/>
                  </a:lnTo>
                  <a:lnTo>
                    <a:pt x="10763" y="49694"/>
                  </a:lnTo>
                  <a:lnTo>
                    <a:pt x="14799" y="49694"/>
                  </a:lnTo>
                  <a:lnTo>
                    <a:pt x="17490" y="48351"/>
                  </a:lnTo>
                  <a:lnTo>
                    <a:pt x="24217" y="49694"/>
                  </a:lnTo>
                  <a:lnTo>
                    <a:pt x="24217" y="55066"/>
                  </a:lnTo>
                  <a:lnTo>
                    <a:pt x="17490" y="55066"/>
                  </a:lnTo>
                  <a:lnTo>
                    <a:pt x="14799" y="61782"/>
                  </a:lnTo>
                  <a:lnTo>
                    <a:pt x="16144" y="67154"/>
                  </a:lnTo>
                  <a:lnTo>
                    <a:pt x="14799" y="73869"/>
                  </a:lnTo>
                  <a:lnTo>
                    <a:pt x="17490" y="83271"/>
                  </a:lnTo>
                  <a:lnTo>
                    <a:pt x="18835" y="89986"/>
                  </a:lnTo>
                  <a:lnTo>
                    <a:pt x="22871" y="89986"/>
                  </a:lnTo>
                  <a:lnTo>
                    <a:pt x="25562" y="92672"/>
                  </a:lnTo>
                  <a:lnTo>
                    <a:pt x="22871" y="96702"/>
                  </a:lnTo>
                  <a:lnTo>
                    <a:pt x="16144" y="95358"/>
                  </a:lnTo>
                  <a:lnTo>
                    <a:pt x="8072" y="77898"/>
                  </a:lnTo>
                  <a:lnTo>
                    <a:pt x="6727" y="71183"/>
                  </a:lnTo>
                  <a:lnTo>
                    <a:pt x="9418" y="67154"/>
                  </a:lnTo>
                  <a:lnTo>
                    <a:pt x="2691" y="67154"/>
                  </a:lnTo>
                  <a:lnTo>
                    <a:pt x="1345" y="61782"/>
                  </a:lnTo>
                  <a:lnTo>
                    <a:pt x="2691" y="57752"/>
                  </a:lnTo>
                  <a:lnTo>
                    <a:pt x="9418" y="59095"/>
                  </a:lnTo>
                  <a:lnTo>
                    <a:pt x="4036" y="53723"/>
                  </a:lnTo>
                  <a:lnTo>
                    <a:pt x="1345" y="52380"/>
                  </a:lnTo>
                  <a:lnTo>
                    <a:pt x="4036" y="47008"/>
                  </a:lnTo>
                  <a:lnTo>
                    <a:pt x="0" y="42978"/>
                  </a:lnTo>
                  <a:lnTo>
                    <a:pt x="1345" y="40292"/>
                  </a:lnTo>
                  <a:lnTo>
                    <a:pt x="5382" y="40292"/>
                  </a:lnTo>
                  <a:lnTo>
                    <a:pt x="8072" y="41635"/>
                  </a:lnTo>
                  <a:lnTo>
                    <a:pt x="8072" y="37606"/>
                  </a:lnTo>
                  <a:lnTo>
                    <a:pt x="4036" y="33577"/>
                  </a:lnTo>
                  <a:lnTo>
                    <a:pt x="0" y="32234"/>
                  </a:lnTo>
                  <a:lnTo>
                    <a:pt x="0" y="2820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2" name="Freeform 1151">
              <a:extLst>
                <a:ext uri="{FF2B5EF4-FFF2-40B4-BE49-F238E27FC236}">
                  <a16:creationId xmlns:a16="http://schemas.microsoft.com/office/drawing/2014/main" id="{D8D2098A-25F3-E1A1-23CE-19AD63A484F2}"/>
                </a:ext>
              </a:extLst>
            </p:cNvPr>
            <p:cNvSpPr/>
            <p:nvPr/>
          </p:nvSpPr>
          <p:spPr>
            <a:xfrm>
              <a:off x="4282336" y="2822608"/>
              <a:ext cx="4036" cy="8058"/>
            </a:xfrm>
            <a:custGeom>
              <a:avLst/>
              <a:gdLst>
                <a:gd name="connsiteX0" fmla="*/ 0 w 4036"/>
                <a:gd name="connsiteY0" fmla="*/ 8058 h 8058"/>
                <a:gd name="connsiteX1" fmla="*/ 0 w 4036"/>
                <a:gd name="connsiteY1" fmla="*/ 2686 h 8058"/>
                <a:gd name="connsiteX2" fmla="*/ 4036 w 4036"/>
                <a:gd name="connsiteY2" fmla="*/ 0 h 8058"/>
                <a:gd name="connsiteX3" fmla="*/ 4036 w 4036"/>
                <a:gd name="connsiteY3" fmla="*/ 5372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8058">
                  <a:moveTo>
                    <a:pt x="0" y="8058"/>
                  </a:moveTo>
                  <a:lnTo>
                    <a:pt x="0" y="2686"/>
                  </a:lnTo>
                  <a:lnTo>
                    <a:pt x="4036" y="0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3" name="Freeform 1152">
              <a:extLst>
                <a:ext uri="{FF2B5EF4-FFF2-40B4-BE49-F238E27FC236}">
                  <a16:creationId xmlns:a16="http://schemas.microsoft.com/office/drawing/2014/main" id="{ABE54024-2683-DC27-2403-73848E6EADE8}"/>
                </a:ext>
              </a:extLst>
            </p:cNvPr>
            <p:cNvSpPr/>
            <p:nvPr/>
          </p:nvSpPr>
          <p:spPr>
            <a:xfrm>
              <a:off x="4812414" y="2036908"/>
              <a:ext cx="8072" cy="5372"/>
            </a:xfrm>
            <a:custGeom>
              <a:avLst/>
              <a:gdLst>
                <a:gd name="connsiteX0" fmla="*/ 0 w 8072"/>
                <a:gd name="connsiteY0" fmla="*/ 2686 h 5372"/>
                <a:gd name="connsiteX1" fmla="*/ 2691 w 8072"/>
                <a:gd name="connsiteY1" fmla="*/ 5372 h 5372"/>
                <a:gd name="connsiteX2" fmla="*/ 5382 w 8072"/>
                <a:gd name="connsiteY2" fmla="*/ 4029 h 5372"/>
                <a:gd name="connsiteX3" fmla="*/ 5382 w 8072"/>
                <a:gd name="connsiteY3" fmla="*/ 1343 h 5372"/>
                <a:gd name="connsiteX4" fmla="*/ 8072 w 8072"/>
                <a:gd name="connsiteY4" fmla="*/ 0 h 5372"/>
                <a:gd name="connsiteX5" fmla="*/ 1345 w 8072"/>
                <a:gd name="connsiteY5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5372">
                  <a:moveTo>
                    <a:pt x="0" y="2686"/>
                  </a:moveTo>
                  <a:lnTo>
                    <a:pt x="2691" y="5372"/>
                  </a:lnTo>
                  <a:lnTo>
                    <a:pt x="5382" y="4029"/>
                  </a:lnTo>
                  <a:lnTo>
                    <a:pt x="5382" y="1343"/>
                  </a:lnTo>
                  <a:lnTo>
                    <a:pt x="8072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4" name="Freeform 1153">
              <a:extLst>
                <a:ext uri="{FF2B5EF4-FFF2-40B4-BE49-F238E27FC236}">
                  <a16:creationId xmlns:a16="http://schemas.microsoft.com/office/drawing/2014/main" id="{A2D9A089-21D4-1648-7DAF-A4EE0A126888}"/>
                </a:ext>
              </a:extLst>
            </p:cNvPr>
            <p:cNvSpPr/>
            <p:nvPr/>
          </p:nvSpPr>
          <p:spPr>
            <a:xfrm>
              <a:off x="4762635" y="1983185"/>
              <a:ext cx="8072" cy="8058"/>
            </a:xfrm>
            <a:custGeom>
              <a:avLst/>
              <a:gdLst>
                <a:gd name="connsiteX0" fmla="*/ 0 w 8072"/>
                <a:gd name="connsiteY0" fmla="*/ 6715 h 8058"/>
                <a:gd name="connsiteX1" fmla="*/ 2691 w 8072"/>
                <a:gd name="connsiteY1" fmla="*/ 8058 h 8058"/>
                <a:gd name="connsiteX2" fmla="*/ 8072 w 8072"/>
                <a:gd name="connsiteY2" fmla="*/ 5372 h 8058"/>
                <a:gd name="connsiteX3" fmla="*/ 8072 w 8072"/>
                <a:gd name="connsiteY3" fmla="*/ 0 h 8058"/>
                <a:gd name="connsiteX4" fmla="*/ 1345 w 8072"/>
                <a:gd name="connsiteY4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8058">
                  <a:moveTo>
                    <a:pt x="0" y="6715"/>
                  </a:moveTo>
                  <a:lnTo>
                    <a:pt x="2691" y="8058"/>
                  </a:lnTo>
                  <a:lnTo>
                    <a:pt x="8072" y="5372"/>
                  </a:lnTo>
                  <a:lnTo>
                    <a:pt x="8072" y="0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5" name="Freeform 1154">
              <a:extLst>
                <a:ext uri="{FF2B5EF4-FFF2-40B4-BE49-F238E27FC236}">
                  <a16:creationId xmlns:a16="http://schemas.microsoft.com/office/drawing/2014/main" id="{CACF6DEE-2386-F1F2-C334-EEB3A001BB67}"/>
                </a:ext>
              </a:extLst>
            </p:cNvPr>
            <p:cNvSpPr/>
            <p:nvPr/>
          </p:nvSpPr>
          <p:spPr>
            <a:xfrm>
              <a:off x="4579664" y="2001988"/>
              <a:ext cx="5381" cy="5372"/>
            </a:xfrm>
            <a:custGeom>
              <a:avLst/>
              <a:gdLst>
                <a:gd name="connsiteX0" fmla="*/ 0 w 5381"/>
                <a:gd name="connsiteY0" fmla="*/ 4029 h 5372"/>
                <a:gd name="connsiteX1" fmla="*/ 2691 w 5381"/>
                <a:gd name="connsiteY1" fmla="*/ 5372 h 5372"/>
                <a:gd name="connsiteX2" fmla="*/ 5382 w 5381"/>
                <a:gd name="connsiteY2" fmla="*/ 1343 h 5372"/>
                <a:gd name="connsiteX3" fmla="*/ 2691 w 5381"/>
                <a:gd name="connsiteY3" fmla="*/ 0 h 5372"/>
                <a:gd name="connsiteX4" fmla="*/ 0 w 5381"/>
                <a:gd name="connsiteY4" fmla="*/ 4029 h 5372"/>
                <a:gd name="connsiteX5" fmla="*/ 0 w 5381"/>
                <a:gd name="connsiteY5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5372">
                  <a:moveTo>
                    <a:pt x="0" y="4029"/>
                  </a:moveTo>
                  <a:lnTo>
                    <a:pt x="2691" y="5372"/>
                  </a:lnTo>
                  <a:lnTo>
                    <a:pt x="5382" y="1343"/>
                  </a:lnTo>
                  <a:lnTo>
                    <a:pt x="2691" y="0"/>
                  </a:lnTo>
                  <a:lnTo>
                    <a:pt x="0" y="4029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6" name="Freeform 1155">
              <a:extLst>
                <a:ext uri="{FF2B5EF4-FFF2-40B4-BE49-F238E27FC236}">
                  <a16:creationId xmlns:a16="http://schemas.microsoft.com/office/drawing/2014/main" id="{D85A14A2-E94E-0300-39DB-C7CF7334A4ED}"/>
                </a:ext>
              </a:extLst>
            </p:cNvPr>
            <p:cNvSpPr/>
            <p:nvPr/>
          </p:nvSpPr>
          <p:spPr>
            <a:xfrm>
              <a:off x="4576973" y="2010047"/>
              <a:ext cx="4036" cy="4029"/>
            </a:xfrm>
            <a:custGeom>
              <a:avLst/>
              <a:gdLst>
                <a:gd name="connsiteX0" fmla="*/ 1345 w 4036"/>
                <a:gd name="connsiteY0" fmla="*/ 4029 h 4029"/>
                <a:gd name="connsiteX1" fmla="*/ 0 w 4036"/>
                <a:gd name="connsiteY1" fmla="*/ 1343 h 4029"/>
                <a:gd name="connsiteX2" fmla="*/ 2691 w 4036"/>
                <a:gd name="connsiteY2" fmla="*/ 0 h 4029"/>
                <a:gd name="connsiteX3" fmla="*/ 4036 w 4036"/>
                <a:gd name="connsiteY3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4029">
                  <a:moveTo>
                    <a:pt x="1345" y="4029"/>
                  </a:moveTo>
                  <a:lnTo>
                    <a:pt x="0" y="1343"/>
                  </a:lnTo>
                  <a:lnTo>
                    <a:pt x="2691" y="0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7" name="Freeform 1156">
              <a:extLst>
                <a:ext uri="{FF2B5EF4-FFF2-40B4-BE49-F238E27FC236}">
                  <a16:creationId xmlns:a16="http://schemas.microsoft.com/office/drawing/2014/main" id="{0B70713B-1DD1-1733-9D6F-32BA9BE51472}"/>
                </a:ext>
              </a:extLst>
            </p:cNvPr>
            <p:cNvSpPr/>
            <p:nvPr/>
          </p:nvSpPr>
          <p:spPr>
            <a:xfrm>
              <a:off x="4566210" y="2010047"/>
              <a:ext cx="43052" cy="37606"/>
            </a:xfrm>
            <a:custGeom>
              <a:avLst/>
              <a:gdLst>
                <a:gd name="connsiteX0" fmla="*/ 2691 w 43052"/>
                <a:gd name="connsiteY0" fmla="*/ 20146 h 37606"/>
                <a:gd name="connsiteX1" fmla="*/ 4036 w 43052"/>
                <a:gd name="connsiteY1" fmla="*/ 28205 h 37606"/>
                <a:gd name="connsiteX2" fmla="*/ 0 w 43052"/>
                <a:gd name="connsiteY2" fmla="*/ 32234 h 37606"/>
                <a:gd name="connsiteX3" fmla="*/ 1345 w 43052"/>
                <a:gd name="connsiteY3" fmla="*/ 37606 h 37606"/>
                <a:gd name="connsiteX4" fmla="*/ 6727 w 43052"/>
                <a:gd name="connsiteY4" fmla="*/ 37606 h 37606"/>
                <a:gd name="connsiteX5" fmla="*/ 9418 w 43052"/>
                <a:gd name="connsiteY5" fmla="*/ 34920 h 37606"/>
                <a:gd name="connsiteX6" fmla="*/ 14799 w 43052"/>
                <a:gd name="connsiteY6" fmla="*/ 33577 h 37606"/>
                <a:gd name="connsiteX7" fmla="*/ 32289 w 43052"/>
                <a:gd name="connsiteY7" fmla="*/ 20146 h 37606"/>
                <a:gd name="connsiteX8" fmla="*/ 39016 w 43052"/>
                <a:gd name="connsiteY8" fmla="*/ 16117 h 37606"/>
                <a:gd name="connsiteX9" fmla="*/ 43052 w 43052"/>
                <a:gd name="connsiteY9" fmla="*/ 9401 h 37606"/>
                <a:gd name="connsiteX10" fmla="*/ 39016 w 43052"/>
                <a:gd name="connsiteY10" fmla="*/ 10745 h 37606"/>
                <a:gd name="connsiteX11" fmla="*/ 36325 w 43052"/>
                <a:gd name="connsiteY11" fmla="*/ 8058 h 37606"/>
                <a:gd name="connsiteX12" fmla="*/ 36325 w 43052"/>
                <a:gd name="connsiteY12" fmla="*/ 0 h 37606"/>
                <a:gd name="connsiteX13" fmla="*/ 32289 w 43052"/>
                <a:gd name="connsiteY13" fmla="*/ 0 h 37606"/>
                <a:gd name="connsiteX14" fmla="*/ 28253 w 43052"/>
                <a:gd name="connsiteY14" fmla="*/ 6715 h 37606"/>
                <a:gd name="connsiteX15" fmla="*/ 24217 w 43052"/>
                <a:gd name="connsiteY15" fmla="*/ 8058 h 37606"/>
                <a:gd name="connsiteX16" fmla="*/ 24217 w 43052"/>
                <a:gd name="connsiteY16" fmla="*/ 12088 h 37606"/>
                <a:gd name="connsiteX17" fmla="*/ 20181 w 43052"/>
                <a:gd name="connsiteY17" fmla="*/ 12088 h 37606"/>
                <a:gd name="connsiteX18" fmla="*/ 18835 w 43052"/>
                <a:gd name="connsiteY18" fmla="*/ 13431 h 37606"/>
                <a:gd name="connsiteX19" fmla="*/ 17490 w 43052"/>
                <a:gd name="connsiteY19" fmla="*/ 18803 h 37606"/>
                <a:gd name="connsiteX20" fmla="*/ 14799 w 43052"/>
                <a:gd name="connsiteY20" fmla="*/ 13431 h 37606"/>
                <a:gd name="connsiteX21" fmla="*/ 16144 w 43052"/>
                <a:gd name="connsiteY21" fmla="*/ 10745 h 37606"/>
                <a:gd name="connsiteX22" fmla="*/ 13454 w 43052"/>
                <a:gd name="connsiteY22" fmla="*/ 8058 h 37606"/>
                <a:gd name="connsiteX23" fmla="*/ 10763 w 43052"/>
                <a:gd name="connsiteY23" fmla="*/ 12088 h 37606"/>
                <a:gd name="connsiteX24" fmla="*/ 8072 w 43052"/>
                <a:gd name="connsiteY24" fmla="*/ 10745 h 37606"/>
                <a:gd name="connsiteX25" fmla="*/ 5382 w 43052"/>
                <a:gd name="connsiteY25" fmla="*/ 16117 h 3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052" h="37606">
                  <a:moveTo>
                    <a:pt x="2691" y="20146"/>
                  </a:moveTo>
                  <a:lnTo>
                    <a:pt x="4036" y="28205"/>
                  </a:lnTo>
                  <a:lnTo>
                    <a:pt x="0" y="32234"/>
                  </a:lnTo>
                  <a:lnTo>
                    <a:pt x="1345" y="37606"/>
                  </a:lnTo>
                  <a:lnTo>
                    <a:pt x="6727" y="37606"/>
                  </a:lnTo>
                  <a:lnTo>
                    <a:pt x="9418" y="34920"/>
                  </a:lnTo>
                  <a:lnTo>
                    <a:pt x="14799" y="33577"/>
                  </a:lnTo>
                  <a:lnTo>
                    <a:pt x="32289" y="20146"/>
                  </a:lnTo>
                  <a:lnTo>
                    <a:pt x="39016" y="16117"/>
                  </a:lnTo>
                  <a:lnTo>
                    <a:pt x="43052" y="9401"/>
                  </a:lnTo>
                  <a:lnTo>
                    <a:pt x="39016" y="10745"/>
                  </a:lnTo>
                  <a:lnTo>
                    <a:pt x="36325" y="8058"/>
                  </a:lnTo>
                  <a:lnTo>
                    <a:pt x="36325" y="0"/>
                  </a:lnTo>
                  <a:lnTo>
                    <a:pt x="32289" y="0"/>
                  </a:lnTo>
                  <a:lnTo>
                    <a:pt x="28253" y="6715"/>
                  </a:lnTo>
                  <a:lnTo>
                    <a:pt x="24217" y="8058"/>
                  </a:lnTo>
                  <a:lnTo>
                    <a:pt x="24217" y="12088"/>
                  </a:lnTo>
                  <a:lnTo>
                    <a:pt x="20181" y="12088"/>
                  </a:lnTo>
                  <a:lnTo>
                    <a:pt x="18835" y="13431"/>
                  </a:lnTo>
                  <a:lnTo>
                    <a:pt x="17490" y="18803"/>
                  </a:lnTo>
                  <a:lnTo>
                    <a:pt x="14799" y="13431"/>
                  </a:lnTo>
                  <a:lnTo>
                    <a:pt x="16144" y="10745"/>
                  </a:lnTo>
                  <a:lnTo>
                    <a:pt x="13454" y="8058"/>
                  </a:lnTo>
                  <a:lnTo>
                    <a:pt x="10763" y="12088"/>
                  </a:lnTo>
                  <a:lnTo>
                    <a:pt x="8072" y="10745"/>
                  </a:lnTo>
                  <a:lnTo>
                    <a:pt x="5382" y="16117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8" name="Freeform 1157">
              <a:extLst>
                <a:ext uri="{FF2B5EF4-FFF2-40B4-BE49-F238E27FC236}">
                  <a16:creationId xmlns:a16="http://schemas.microsoft.com/office/drawing/2014/main" id="{66C90399-2706-AF31-AB7B-EDE53741F831}"/>
                </a:ext>
              </a:extLst>
            </p:cNvPr>
            <p:cNvSpPr/>
            <p:nvPr/>
          </p:nvSpPr>
          <p:spPr>
            <a:xfrm>
              <a:off x="4541994" y="2031536"/>
              <a:ext cx="9417" cy="14773"/>
            </a:xfrm>
            <a:custGeom>
              <a:avLst/>
              <a:gdLst>
                <a:gd name="connsiteX0" fmla="*/ 8072 w 9417"/>
                <a:gd name="connsiteY0" fmla="*/ 14774 h 14773"/>
                <a:gd name="connsiteX1" fmla="*/ 9418 w 9417"/>
                <a:gd name="connsiteY1" fmla="*/ 10745 h 14773"/>
                <a:gd name="connsiteX2" fmla="*/ 9418 w 9417"/>
                <a:gd name="connsiteY2" fmla="*/ 0 h 14773"/>
                <a:gd name="connsiteX3" fmla="*/ 4036 w 9417"/>
                <a:gd name="connsiteY3" fmla="*/ 5372 h 14773"/>
                <a:gd name="connsiteX4" fmla="*/ 2691 w 9417"/>
                <a:gd name="connsiteY4" fmla="*/ 9402 h 14773"/>
                <a:gd name="connsiteX5" fmla="*/ 0 w 9417"/>
                <a:gd name="connsiteY5" fmla="*/ 10745 h 14773"/>
                <a:gd name="connsiteX6" fmla="*/ 1345 w 9417"/>
                <a:gd name="connsiteY6" fmla="*/ 12088 h 14773"/>
                <a:gd name="connsiteX7" fmla="*/ 8072 w 9417"/>
                <a:gd name="connsiteY7" fmla="*/ 14774 h 14773"/>
                <a:gd name="connsiteX8" fmla="*/ 8072 w 9417"/>
                <a:gd name="connsiteY8" fmla="*/ 14774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17" h="14773">
                  <a:moveTo>
                    <a:pt x="8072" y="14774"/>
                  </a:moveTo>
                  <a:lnTo>
                    <a:pt x="9418" y="10745"/>
                  </a:lnTo>
                  <a:lnTo>
                    <a:pt x="9418" y="0"/>
                  </a:lnTo>
                  <a:lnTo>
                    <a:pt x="4036" y="5372"/>
                  </a:lnTo>
                  <a:lnTo>
                    <a:pt x="2691" y="9402"/>
                  </a:lnTo>
                  <a:lnTo>
                    <a:pt x="0" y="10745"/>
                  </a:lnTo>
                  <a:lnTo>
                    <a:pt x="1345" y="12088"/>
                  </a:lnTo>
                  <a:cubicBezTo>
                    <a:pt x="4036" y="12088"/>
                    <a:pt x="8072" y="14774"/>
                    <a:pt x="8072" y="14774"/>
                  </a:cubicBezTo>
                  <a:lnTo>
                    <a:pt x="8072" y="14774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9" name="Freeform 1158">
              <a:extLst>
                <a:ext uri="{FF2B5EF4-FFF2-40B4-BE49-F238E27FC236}">
                  <a16:creationId xmlns:a16="http://schemas.microsoft.com/office/drawing/2014/main" id="{A4FC10B0-ED45-2D06-DFE6-28BA49C573C6}"/>
                </a:ext>
              </a:extLst>
            </p:cNvPr>
            <p:cNvSpPr/>
            <p:nvPr/>
          </p:nvSpPr>
          <p:spPr>
            <a:xfrm>
              <a:off x="4551411" y="2023477"/>
              <a:ext cx="14799" cy="29547"/>
            </a:xfrm>
            <a:custGeom>
              <a:avLst/>
              <a:gdLst>
                <a:gd name="connsiteX0" fmla="*/ 0 w 14799"/>
                <a:gd name="connsiteY0" fmla="*/ 25518 h 29547"/>
                <a:gd name="connsiteX1" fmla="*/ 4036 w 14799"/>
                <a:gd name="connsiteY1" fmla="*/ 24175 h 29547"/>
                <a:gd name="connsiteX2" fmla="*/ 5381 w 14799"/>
                <a:gd name="connsiteY2" fmla="*/ 21489 h 29547"/>
                <a:gd name="connsiteX3" fmla="*/ 2691 w 14799"/>
                <a:gd name="connsiteY3" fmla="*/ 14774 h 29547"/>
                <a:gd name="connsiteX4" fmla="*/ 2691 w 14799"/>
                <a:gd name="connsiteY4" fmla="*/ 5372 h 29547"/>
                <a:gd name="connsiteX5" fmla="*/ 6727 w 14799"/>
                <a:gd name="connsiteY5" fmla="*/ 2686 h 29547"/>
                <a:gd name="connsiteX6" fmla="*/ 8072 w 14799"/>
                <a:gd name="connsiteY6" fmla="*/ 4029 h 29547"/>
                <a:gd name="connsiteX7" fmla="*/ 9418 w 14799"/>
                <a:gd name="connsiteY7" fmla="*/ 1343 h 29547"/>
                <a:gd name="connsiteX8" fmla="*/ 12108 w 14799"/>
                <a:gd name="connsiteY8" fmla="*/ 0 h 29547"/>
                <a:gd name="connsiteX9" fmla="*/ 14799 w 14799"/>
                <a:gd name="connsiteY9" fmla="*/ 5372 h 29547"/>
                <a:gd name="connsiteX10" fmla="*/ 13454 w 14799"/>
                <a:gd name="connsiteY10" fmla="*/ 17460 h 29547"/>
                <a:gd name="connsiteX11" fmla="*/ 10763 w 14799"/>
                <a:gd name="connsiteY11" fmla="*/ 21489 h 29547"/>
                <a:gd name="connsiteX12" fmla="*/ 13454 w 14799"/>
                <a:gd name="connsiteY12" fmla="*/ 25518 h 29547"/>
                <a:gd name="connsiteX13" fmla="*/ 6727 w 14799"/>
                <a:gd name="connsiteY13" fmla="*/ 29548 h 2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799" h="29547">
                  <a:moveTo>
                    <a:pt x="0" y="25518"/>
                  </a:moveTo>
                  <a:lnTo>
                    <a:pt x="4036" y="24175"/>
                  </a:lnTo>
                  <a:lnTo>
                    <a:pt x="5381" y="21489"/>
                  </a:lnTo>
                  <a:lnTo>
                    <a:pt x="2691" y="14774"/>
                  </a:lnTo>
                  <a:lnTo>
                    <a:pt x="2691" y="5372"/>
                  </a:lnTo>
                  <a:lnTo>
                    <a:pt x="6727" y="2686"/>
                  </a:lnTo>
                  <a:lnTo>
                    <a:pt x="8072" y="4029"/>
                  </a:lnTo>
                  <a:lnTo>
                    <a:pt x="9418" y="1343"/>
                  </a:lnTo>
                  <a:lnTo>
                    <a:pt x="12108" y="0"/>
                  </a:lnTo>
                  <a:lnTo>
                    <a:pt x="14799" y="5372"/>
                  </a:lnTo>
                  <a:lnTo>
                    <a:pt x="13454" y="17460"/>
                  </a:lnTo>
                  <a:lnTo>
                    <a:pt x="10763" y="21489"/>
                  </a:lnTo>
                  <a:lnTo>
                    <a:pt x="13454" y="25518"/>
                  </a:lnTo>
                  <a:lnTo>
                    <a:pt x="6727" y="2954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60" name="Freeform 1159">
              <a:extLst>
                <a:ext uri="{FF2B5EF4-FFF2-40B4-BE49-F238E27FC236}">
                  <a16:creationId xmlns:a16="http://schemas.microsoft.com/office/drawing/2014/main" id="{969D7C18-C4F4-6F71-828C-BBD425114891}"/>
                </a:ext>
              </a:extLst>
            </p:cNvPr>
            <p:cNvSpPr/>
            <p:nvPr/>
          </p:nvSpPr>
          <p:spPr>
            <a:xfrm>
              <a:off x="4543339" y="2047653"/>
              <a:ext cx="18835" cy="28204"/>
            </a:xfrm>
            <a:custGeom>
              <a:avLst/>
              <a:gdLst>
                <a:gd name="connsiteX0" fmla="*/ 16145 w 18835"/>
                <a:gd name="connsiteY0" fmla="*/ 28205 h 28204"/>
                <a:gd name="connsiteX1" fmla="*/ 18835 w 18835"/>
                <a:gd name="connsiteY1" fmla="*/ 24175 h 28204"/>
                <a:gd name="connsiteX2" fmla="*/ 16145 w 18835"/>
                <a:gd name="connsiteY2" fmla="*/ 14774 h 28204"/>
                <a:gd name="connsiteX3" fmla="*/ 16145 w 18835"/>
                <a:gd name="connsiteY3" fmla="*/ 6715 h 28204"/>
                <a:gd name="connsiteX4" fmla="*/ 10763 w 18835"/>
                <a:gd name="connsiteY4" fmla="*/ 6715 h 28204"/>
                <a:gd name="connsiteX5" fmla="*/ 4036 w 18835"/>
                <a:gd name="connsiteY5" fmla="*/ 0 h 28204"/>
                <a:gd name="connsiteX6" fmla="*/ 0 w 18835"/>
                <a:gd name="connsiteY6" fmla="*/ 1343 h 28204"/>
                <a:gd name="connsiteX7" fmla="*/ 0 w 18835"/>
                <a:gd name="connsiteY7" fmla="*/ 5372 h 28204"/>
                <a:gd name="connsiteX8" fmla="*/ 10763 w 18835"/>
                <a:gd name="connsiteY8" fmla="*/ 13431 h 28204"/>
                <a:gd name="connsiteX9" fmla="*/ 4036 w 18835"/>
                <a:gd name="connsiteY9" fmla="*/ 12088 h 28204"/>
                <a:gd name="connsiteX10" fmla="*/ 4036 w 18835"/>
                <a:gd name="connsiteY10" fmla="*/ 14774 h 28204"/>
                <a:gd name="connsiteX11" fmla="*/ 9418 w 18835"/>
                <a:gd name="connsiteY11" fmla="*/ 18803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835" h="28204">
                  <a:moveTo>
                    <a:pt x="16145" y="28205"/>
                  </a:moveTo>
                  <a:lnTo>
                    <a:pt x="18835" y="24175"/>
                  </a:lnTo>
                  <a:lnTo>
                    <a:pt x="16145" y="14774"/>
                  </a:lnTo>
                  <a:lnTo>
                    <a:pt x="16145" y="6715"/>
                  </a:lnTo>
                  <a:lnTo>
                    <a:pt x="10763" y="6715"/>
                  </a:lnTo>
                  <a:lnTo>
                    <a:pt x="4036" y="0"/>
                  </a:lnTo>
                  <a:lnTo>
                    <a:pt x="0" y="1343"/>
                  </a:lnTo>
                  <a:lnTo>
                    <a:pt x="0" y="5372"/>
                  </a:lnTo>
                  <a:lnTo>
                    <a:pt x="10763" y="13431"/>
                  </a:lnTo>
                  <a:lnTo>
                    <a:pt x="4036" y="12088"/>
                  </a:lnTo>
                  <a:lnTo>
                    <a:pt x="4036" y="14774"/>
                  </a:lnTo>
                  <a:lnTo>
                    <a:pt x="9418" y="1880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61" name="Freeform 1160">
              <a:extLst>
                <a:ext uri="{FF2B5EF4-FFF2-40B4-BE49-F238E27FC236}">
                  <a16:creationId xmlns:a16="http://schemas.microsoft.com/office/drawing/2014/main" id="{9B194E39-8775-EDB5-1EA2-5209CDBD10C7}"/>
                </a:ext>
              </a:extLst>
            </p:cNvPr>
            <p:cNvSpPr/>
            <p:nvPr/>
          </p:nvSpPr>
          <p:spPr>
            <a:xfrm>
              <a:off x="4501632" y="1979156"/>
              <a:ext cx="13453" cy="10744"/>
            </a:xfrm>
            <a:custGeom>
              <a:avLst/>
              <a:gdLst>
                <a:gd name="connsiteX0" fmla="*/ 0 w 13453"/>
                <a:gd name="connsiteY0" fmla="*/ 2686 h 10744"/>
                <a:gd name="connsiteX1" fmla="*/ 4036 w 13453"/>
                <a:gd name="connsiteY1" fmla="*/ 8058 h 10744"/>
                <a:gd name="connsiteX2" fmla="*/ 6727 w 13453"/>
                <a:gd name="connsiteY2" fmla="*/ 8058 h 10744"/>
                <a:gd name="connsiteX3" fmla="*/ 12108 w 13453"/>
                <a:gd name="connsiteY3" fmla="*/ 10745 h 10744"/>
                <a:gd name="connsiteX4" fmla="*/ 13454 w 13453"/>
                <a:gd name="connsiteY4" fmla="*/ 9402 h 10744"/>
                <a:gd name="connsiteX5" fmla="*/ 8072 w 13453"/>
                <a:gd name="connsiteY5" fmla="*/ 1343 h 10744"/>
                <a:gd name="connsiteX6" fmla="*/ 2691 w 13453"/>
                <a:gd name="connsiteY6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53" h="10744">
                  <a:moveTo>
                    <a:pt x="0" y="2686"/>
                  </a:moveTo>
                  <a:lnTo>
                    <a:pt x="4036" y="8058"/>
                  </a:lnTo>
                  <a:lnTo>
                    <a:pt x="6727" y="8058"/>
                  </a:lnTo>
                  <a:lnTo>
                    <a:pt x="12108" y="10745"/>
                  </a:lnTo>
                  <a:lnTo>
                    <a:pt x="13454" y="9402"/>
                  </a:lnTo>
                  <a:lnTo>
                    <a:pt x="8072" y="134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62" name="Freeform 1161">
              <a:extLst>
                <a:ext uri="{FF2B5EF4-FFF2-40B4-BE49-F238E27FC236}">
                  <a16:creationId xmlns:a16="http://schemas.microsoft.com/office/drawing/2014/main" id="{3B118B4B-7F32-333F-5C05-4A010ADEAD8D}"/>
                </a:ext>
              </a:extLst>
            </p:cNvPr>
            <p:cNvSpPr/>
            <p:nvPr/>
          </p:nvSpPr>
          <p:spPr>
            <a:xfrm>
              <a:off x="4162597" y="1961696"/>
              <a:ext cx="1886218" cy="1465296"/>
            </a:xfrm>
            <a:custGeom>
              <a:avLst/>
              <a:gdLst>
                <a:gd name="connsiteX0" fmla="*/ 230059 w 1886218"/>
                <a:gd name="connsiteY0" fmla="*/ 1128185 h 1465296"/>
                <a:gd name="connsiteX1" fmla="*/ 230059 w 1886218"/>
                <a:gd name="connsiteY1" fmla="*/ 1128185 h 1465296"/>
                <a:gd name="connsiteX2" fmla="*/ 227369 w 1886218"/>
                <a:gd name="connsiteY2" fmla="*/ 1126842 h 1465296"/>
                <a:gd name="connsiteX3" fmla="*/ 224678 w 1886218"/>
                <a:gd name="connsiteY3" fmla="*/ 1118783 h 1465296"/>
                <a:gd name="connsiteX4" fmla="*/ 230059 w 1886218"/>
                <a:gd name="connsiteY4" fmla="*/ 1108039 h 1465296"/>
                <a:gd name="connsiteX5" fmla="*/ 231405 w 1886218"/>
                <a:gd name="connsiteY5" fmla="*/ 1101323 h 1465296"/>
                <a:gd name="connsiteX6" fmla="*/ 228714 w 1886218"/>
                <a:gd name="connsiteY6" fmla="*/ 1104009 h 1465296"/>
                <a:gd name="connsiteX7" fmla="*/ 221987 w 1886218"/>
                <a:gd name="connsiteY7" fmla="*/ 1106695 h 1465296"/>
                <a:gd name="connsiteX8" fmla="*/ 215260 w 1886218"/>
                <a:gd name="connsiteY8" fmla="*/ 1109382 h 1465296"/>
                <a:gd name="connsiteX9" fmla="*/ 211224 w 1886218"/>
                <a:gd name="connsiteY9" fmla="*/ 1102666 h 1465296"/>
                <a:gd name="connsiteX10" fmla="*/ 211224 w 1886218"/>
                <a:gd name="connsiteY10" fmla="*/ 1098637 h 1465296"/>
                <a:gd name="connsiteX11" fmla="*/ 213915 w 1886218"/>
                <a:gd name="connsiteY11" fmla="*/ 1098637 h 1465296"/>
                <a:gd name="connsiteX12" fmla="*/ 216606 w 1886218"/>
                <a:gd name="connsiteY12" fmla="*/ 1102666 h 1465296"/>
                <a:gd name="connsiteX13" fmla="*/ 217951 w 1886218"/>
                <a:gd name="connsiteY13" fmla="*/ 1104009 h 1465296"/>
                <a:gd name="connsiteX14" fmla="*/ 219296 w 1886218"/>
                <a:gd name="connsiteY14" fmla="*/ 1099980 h 1465296"/>
                <a:gd name="connsiteX15" fmla="*/ 216606 w 1886218"/>
                <a:gd name="connsiteY15" fmla="*/ 1095951 h 1465296"/>
                <a:gd name="connsiteX16" fmla="*/ 215260 w 1886218"/>
                <a:gd name="connsiteY16" fmla="*/ 1091922 h 1465296"/>
                <a:gd name="connsiteX17" fmla="*/ 211224 w 1886218"/>
                <a:gd name="connsiteY17" fmla="*/ 1091922 h 1465296"/>
                <a:gd name="connsiteX18" fmla="*/ 208533 w 1886218"/>
                <a:gd name="connsiteY18" fmla="*/ 1094608 h 1465296"/>
                <a:gd name="connsiteX19" fmla="*/ 201806 w 1886218"/>
                <a:gd name="connsiteY19" fmla="*/ 1091922 h 1465296"/>
                <a:gd name="connsiteX20" fmla="*/ 199116 w 1886218"/>
                <a:gd name="connsiteY20" fmla="*/ 1085206 h 1465296"/>
                <a:gd name="connsiteX21" fmla="*/ 199116 w 1886218"/>
                <a:gd name="connsiteY21" fmla="*/ 1082520 h 1465296"/>
                <a:gd name="connsiteX22" fmla="*/ 205843 w 1886218"/>
                <a:gd name="connsiteY22" fmla="*/ 1078491 h 1465296"/>
                <a:gd name="connsiteX23" fmla="*/ 208533 w 1886218"/>
                <a:gd name="connsiteY23" fmla="*/ 1071776 h 1465296"/>
                <a:gd name="connsiteX24" fmla="*/ 211224 w 1886218"/>
                <a:gd name="connsiteY24" fmla="*/ 1069089 h 1465296"/>
                <a:gd name="connsiteX25" fmla="*/ 209879 w 1886218"/>
                <a:gd name="connsiteY25" fmla="*/ 1066403 h 1465296"/>
                <a:gd name="connsiteX26" fmla="*/ 205843 w 1886218"/>
                <a:gd name="connsiteY26" fmla="*/ 1069089 h 1465296"/>
                <a:gd name="connsiteX27" fmla="*/ 200461 w 1886218"/>
                <a:gd name="connsiteY27" fmla="*/ 1069089 h 1465296"/>
                <a:gd name="connsiteX28" fmla="*/ 199116 w 1886218"/>
                <a:gd name="connsiteY28" fmla="*/ 1066403 h 1465296"/>
                <a:gd name="connsiteX29" fmla="*/ 201806 w 1886218"/>
                <a:gd name="connsiteY29" fmla="*/ 1062374 h 1465296"/>
                <a:gd name="connsiteX30" fmla="*/ 207188 w 1886218"/>
                <a:gd name="connsiteY30" fmla="*/ 1055658 h 1465296"/>
                <a:gd name="connsiteX31" fmla="*/ 207188 w 1886218"/>
                <a:gd name="connsiteY31" fmla="*/ 1048943 h 1465296"/>
                <a:gd name="connsiteX32" fmla="*/ 208533 w 1886218"/>
                <a:gd name="connsiteY32" fmla="*/ 1044914 h 1465296"/>
                <a:gd name="connsiteX33" fmla="*/ 208533 w 1886218"/>
                <a:gd name="connsiteY33" fmla="*/ 1042228 h 1465296"/>
                <a:gd name="connsiteX34" fmla="*/ 205843 w 1886218"/>
                <a:gd name="connsiteY34" fmla="*/ 1043571 h 1465296"/>
                <a:gd name="connsiteX35" fmla="*/ 203152 w 1886218"/>
                <a:gd name="connsiteY35" fmla="*/ 1047600 h 1465296"/>
                <a:gd name="connsiteX36" fmla="*/ 203152 w 1886218"/>
                <a:gd name="connsiteY36" fmla="*/ 1057002 h 1465296"/>
                <a:gd name="connsiteX37" fmla="*/ 197770 w 1886218"/>
                <a:gd name="connsiteY37" fmla="*/ 1065060 h 1465296"/>
                <a:gd name="connsiteX38" fmla="*/ 193734 w 1886218"/>
                <a:gd name="connsiteY38" fmla="*/ 1065060 h 1465296"/>
                <a:gd name="connsiteX39" fmla="*/ 191043 w 1886218"/>
                <a:gd name="connsiteY39" fmla="*/ 1062374 h 1465296"/>
                <a:gd name="connsiteX40" fmla="*/ 188353 w 1886218"/>
                <a:gd name="connsiteY40" fmla="*/ 1062374 h 1465296"/>
                <a:gd name="connsiteX41" fmla="*/ 188353 w 1886218"/>
                <a:gd name="connsiteY41" fmla="*/ 1059688 h 1465296"/>
                <a:gd name="connsiteX42" fmla="*/ 189698 w 1886218"/>
                <a:gd name="connsiteY42" fmla="*/ 1057002 h 1465296"/>
                <a:gd name="connsiteX43" fmla="*/ 189698 w 1886218"/>
                <a:gd name="connsiteY43" fmla="*/ 1054315 h 1465296"/>
                <a:gd name="connsiteX44" fmla="*/ 185662 w 1886218"/>
                <a:gd name="connsiteY44" fmla="*/ 1057002 h 1465296"/>
                <a:gd name="connsiteX45" fmla="*/ 182971 w 1886218"/>
                <a:gd name="connsiteY45" fmla="*/ 1061031 h 1465296"/>
                <a:gd name="connsiteX46" fmla="*/ 181626 w 1886218"/>
                <a:gd name="connsiteY46" fmla="*/ 1061031 h 1465296"/>
                <a:gd name="connsiteX47" fmla="*/ 180280 w 1886218"/>
                <a:gd name="connsiteY47" fmla="*/ 1058345 h 1465296"/>
                <a:gd name="connsiteX48" fmla="*/ 177590 w 1886218"/>
                <a:gd name="connsiteY48" fmla="*/ 1058345 h 1465296"/>
                <a:gd name="connsiteX49" fmla="*/ 174899 w 1886218"/>
                <a:gd name="connsiteY49" fmla="*/ 1061031 h 1465296"/>
                <a:gd name="connsiteX50" fmla="*/ 170863 w 1886218"/>
                <a:gd name="connsiteY50" fmla="*/ 1058345 h 1465296"/>
                <a:gd name="connsiteX51" fmla="*/ 170863 w 1886218"/>
                <a:gd name="connsiteY51" fmla="*/ 1057002 h 1465296"/>
                <a:gd name="connsiteX52" fmla="*/ 174899 w 1886218"/>
                <a:gd name="connsiteY52" fmla="*/ 1052972 h 1465296"/>
                <a:gd name="connsiteX53" fmla="*/ 178935 w 1886218"/>
                <a:gd name="connsiteY53" fmla="*/ 1052972 h 1465296"/>
                <a:gd name="connsiteX54" fmla="*/ 185662 w 1886218"/>
                <a:gd name="connsiteY54" fmla="*/ 1051629 h 1465296"/>
                <a:gd name="connsiteX55" fmla="*/ 192389 w 1886218"/>
                <a:gd name="connsiteY55" fmla="*/ 1046257 h 1465296"/>
                <a:gd name="connsiteX56" fmla="*/ 195080 w 1886218"/>
                <a:gd name="connsiteY56" fmla="*/ 1040885 h 1465296"/>
                <a:gd name="connsiteX57" fmla="*/ 193734 w 1886218"/>
                <a:gd name="connsiteY57" fmla="*/ 1035512 h 1465296"/>
                <a:gd name="connsiteX58" fmla="*/ 193734 w 1886218"/>
                <a:gd name="connsiteY58" fmla="*/ 1040885 h 1465296"/>
                <a:gd name="connsiteX59" fmla="*/ 188353 w 1886218"/>
                <a:gd name="connsiteY59" fmla="*/ 1043571 h 1465296"/>
                <a:gd name="connsiteX60" fmla="*/ 185662 w 1886218"/>
                <a:gd name="connsiteY60" fmla="*/ 1048943 h 1465296"/>
                <a:gd name="connsiteX61" fmla="*/ 182971 w 1886218"/>
                <a:gd name="connsiteY61" fmla="*/ 1050286 h 1465296"/>
                <a:gd name="connsiteX62" fmla="*/ 176244 w 1886218"/>
                <a:gd name="connsiteY62" fmla="*/ 1048943 h 1465296"/>
                <a:gd name="connsiteX63" fmla="*/ 174899 w 1886218"/>
                <a:gd name="connsiteY63" fmla="*/ 1044914 h 1465296"/>
                <a:gd name="connsiteX64" fmla="*/ 169517 w 1886218"/>
                <a:gd name="connsiteY64" fmla="*/ 1044914 h 1465296"/>
                <a:gd name="connsiteX65" fmla="*/ 169517 w 1886218"/>
                <a:gd name="connsiteY65" fmla="*/ 1042228 h 1465296"/>
                <a:gd name="connsiteX66" fmla="*/ 173554 w 1886218"/>
                <a:gd name="connsiteY66" fmla="*/ 1040885 h 1465296"/>
                <a:gd name="connsiteX67" fmla="*/ 172208 w 1886218"/>
                <a:gd name="connsiteY67" fmla="*/ 1039542 h 1465296"/>
                <a:gd name="connsiteX68" fmla="*/ 165481 w 1886218"/>
                <a:gd name="connsiteY68" fmla="*/ 1040885 h 1465296"/>
                <a:gd name="connsiteX69" fmla="*/ 161445 w 1886218"/>
                <a:gd name="connsiteY69" fmla="*/ 1038199 h 1465296"/>
                <a:gd name="connsiteX70" fmla="*/ 157409 w 1886218"/>
                <a:gd name="connsiteY70" fmla="*/ 1038199 h 1465296"/>
                <a:gd name="connsiteX71" fmla="*/ 156064 w 1886218"/>
                <a:gd name="connsiteY71" fmla="*/ 1042228 h 1465296"/>
                <a:gd name="connsiteX72" fmla="*/ 150682 w 1886218"/>
                <a:gd name="connsiteY72" fmla="*/ 1038199 h 1465296"/>
                <a:gd name="connsiteX73" fmla="*/ 147991 w 1886218"/>
                <a:gd name="connsiteY73" fmla="*/ 1032826 h 1465296"/>
                <a:gd name="connsiteX74" fmla="*/ 150682 w 1886218"/>
                <a:gd name="connsiteY74" fmla="*/ 1031483 h 1465296"/>
                <a:gd name="connsiteX75" fmla="*/ 153373 w 1886218"/>
                <a:gd name="connsiteY75" fmla="*/ 1034169 h 1465296"/>
                <a:gd name="connsiteX76" fmla="*/ 158754 w 1886218"/>
                <a:gd name="connsiteY76" fmla="*/ 1035512 h 1465296"/>
                <a:gd name="connsiteX77" fmla="*/ 165481 w 1886218"/>
                <a:gd name="connsiteY77" fmla="*/ 1034169 h 1465296"/>
                <a:gd name="connsiteX78" fmla="*/ 165481 w 1886218"/>
                <a:gd name="connsiteY78" fmla="*/ 1031483 h 1465296"/>
                <a:gd name="connsiteX79" fmla="*/ 162791 w 1886218"/>
                <a:gd name="connsiteY79" fmla="*/ 1031483 h 1465296"/>
                <a:gd name="connsiteX80" fmla="*/ 156064 w 1886218"/>
                <a:gd name="connsiteY80" fmla="*/ 1031483 h 1465296"/>
                <a:gd name="connsiteX81" fmla="*/ 153373 w 1886218"/>
                <a:gd name="connsiteY81" fmla="*/ 1030140 h 1465296"/>
                <a:gd name="connsiteX82" fmla="*/ 154718 w 1886218"/>
                <a:gd name="connsiteY82" fmla="*/ 1028797 h 1465296"/>
                <a:gd name="connsiteX83" fmla="*/ 160100 w 1886218"/>
                <a:gd name="connsiteY83" fmla="*/ 1030140 h 1465296"/>
                <a:gd name="connsiteX84" fmla="*/ 164136 w 1886218"/>
                <a:gd name="connsiteY84" fmla="*/ 1028797 h 1465296"/>
                <a:gd name="connsiteX85" fmla="*/ 165481 w 1886218"/>
                <a:gd name="connsiteY85" fmla="*/ 1027454 h 1465296"/>
                <a:gd name="connsiteX86" fmla="*/ 158754 w 1886218"/>
                <a:gd name="connsiteY86" fmla="*/ 1027454 h 1465296"/>
                <a:gd name="connsiteX87" fmla="*/ 154718 w 1886218"/>
                <a:gd name="connsiteY87" fmla="*/ 1024768 h 1465296"/>
                <a:gd name="connsiteX88" fmla="*/ 149337 w 1886218"/>
                <a:gd name="connsiteY88" fmla="*/ 1026111 h 1465296"/>
                <a:gd name="connsiteX89" fmla="*/ 146646 w 1886218"/>
                <a:gd name="connsiteY89" fmla="*/ 1026111 h 1465296"/>
                <a:gd name="connsiteX90" fmla="*/ 143955 w 1886218"/>
                <a:gd name="connsiteY90" fmla="*/ 1024768 h 1465296"/>
                <a:gd name="connsiteX91" fmla="*/ 145301 w 1886218"/>
                <a:gd name="connsiteY91" fmla="*/ 1019395 h 1465296"/>
                <a:gd name="connsiteX92" fmla="*/ 149337 w 1886218"/>
                <a:gd name="connsiteY92" fmla="*/ 1018052 h 1465296"/>
                <a:gd name="connsiteX93" fmla="*/ 152028 w 1886218"/>
                <a:gd name="connsiteY93" fmla="*/ 1020739 h 1465296"/>
                <a:gd name="connsiteX94" fmla="*/ 157409 w 1886218"/>
                <a:gd name="connsiteY94" fmla="*/ 1020739 h 1465296"/>
                <a:gd name="connsiteX95" fmla="*/ 160100 w 1886218"/>
                <a:gd name="connsiteY95" fmla="*/ 1018052 h 1465296"/>
                <a:gd name="connsiteX96" fmla="*/ 156064 w 1886218"/>
                <a:gd name="connsiteY96" fmla="*/ 1018052 h 1465296"/>
                <a:gd name="connsiteX97" fmla="*/ 152028 w 1886218"/>
                <a:gd name="connsiteY97" fmla="*/ 1016709 h 1465296"/>
                <a:gd name="connsiteX98" fmla="*/ 145301 w 1886218"/>
                <a:gd name="connsiteY98" fmla="*/ 1016709 h 1465296"/>
                <a:gd name="connsiteX99" fmla="*/ 146646 w 1886218"/>
                <a:gd name="connsiteY99" fmla="*/ 1014023 h 1465296"/>
                <a:gd name="connsiteX100" fmla="*/ 153373 w 1886218"/>
                <a:gd name="connsiteY100" fmla="*/ 1012680 h 1465296"/>
                <a:gd name="connsiteX101" fmla="*/ 156064 w 1886218"/>
                <a:gd name="connsiteY101" fmla="*/ 1014023 h 1465296"/>
                <a:gd name="connsiteX102" fmla="*/ 160100 w 1886218"/>
                <a:gd name="connsiteY102" fmla="*/ 1012680 h 1465296"/>
                <a:gd name="connsiteX103" fmla="*/ 158754 w 1886218"/>
                <a:gd name="connsiteY103" fmla="*/ 1009994 h 1465296"/>
                <a:gd name="connsiteX104" fmla="*/ 158754 w 1886218"/>
                <a:gd name="connsiteY104" fmla="*/ 1007308 h 1465296"/>
                <a:gd name="connsiteX105" fmla="*/ 161445 w 1886218"/>
                <a:gd name="connsiteY105" fmla="*/ 1004622 h 1465296"/>
                <a:gd name="connsiteX106" fmla="*/ 168172 w 1886218"/>
                <a:gd name="connsiteY106" fmla="*/ 1004622 h 1465296"/>
                <a:gd name="connsiteX107" fmla="*/ 172208 w 1886218"/>
                <a:gd name="connsiteY107" fmla="*/ 1005965 h 1465296"/>
                <a:gd name="connsiteX108" fmla="*/ 173554 w 1886218"/>
                <a:gd name="connsiteY108" fmla="*/ 1004622 h 1465296"/>
                <a:gd name="connsiteX109" fmla="*/ 166827 w 1886218"/>
                <a:gd name="connsiteY109" fmla="*/ 1003279 h 1465296"/>
                <a:gd name="connsiteX110" fmla="*/ 164136 w 1886218"/>
                <a:gd name="connsiteY110" fmla="*/ 1000592 h 1465296"/>
                <a:gd name="connsiteX111" fmla="*/ 161445 w 1886218"/>
                <a:gd name="connsiteY111" fmla="*/ 1000592 h 1465296"/>
                <a:gd name="connsiteX112" fmla="*/ 158754 w 1886218"/>
                <a:gd name="connsiteY112" fmla="*/ 1004622 h 1465296"/>
                <a:gd name="connsiteX113" fmla="*/ 153373 w 1886218"/>
                <a:gd name="connsiteY113" fmla="*/ 1005965 h 1465296"/>
                <a:gd name="connsiteX114" fmla="*/ 150682 w 1886218"/>
                <a:gd name="connsiteY114" fmla="*/ 1008651 h 1465296"/>
                <a:gd name="connsiteX115" fmla="*/ 149337 w 1886218"/>
                <a:gd name="connsiteY115" fmla="*/ 1007308 h 1465296"/>
                <a:gd name="connsiteX116" fmla="*/ 149337 w 1886218"/>
                <a:gd name="connsiteY116" fmla="*/ 1003279 h 1465296"/>
                <a:gd name="connsiteX117" fmla="*/ 147991 w 1886218"/>
                <a:gd name="connsiteY117" fmla="*/ 999249 h 1465296"/>
                <a:gd name="connsiteX118" fmla="*/ 150682 w 1886218"/>
                <a:gd name="connsiteY118" fmla="*/ 995220 h 1465296"/>
                <a:gd name="connsiteX119" fmla="*/ 157409 w 1886218"/>
                <a:gd name="connsiteY119" fmla="*/ 992534 h 1465296"/>
                <a:gd name="connsiteX120" fmla="*/ 160100 w 1886218"/>
                <a:gd name="connsiteY120" fmla="*/ 988505 h 1465296"/>
                <a:gd name="connsiteX121" fmla="*/ 172208 w 1886218"/>
                <a:gd name="connsiteY121" fmla="*/ 980446 h 1465296"/>
                <a:gd name="connsiteX122" fmla="*/ 174899 w 1886218"/>
                <a:gd name="connsiteY122" fmla="*/ 977760 h 1465296"/>
                <a:gd name="connsiteX123" fmla="*/ 177590 w 1886218"/>
                <a:gd name="connsiteY123" fmla="*/ 981789 h 1465296"/>
                <a:gd name="connsiteX124" fmla="*/ 177590 w 1886218"/>
                <a:gd name="connsiteY124" fmla="*/ 988505 h 1465296"/>
                <a:gd name="connsiteX125" fmla="*/ 180280 w 1886218"/>
                <a:gd name="connsiteY125" fmla="*/ 992534 h 1465296"/>
                <a:gd name="connsiteX126" fmla="*/ 181626 w 1886218"/>
                <a:gd name="connsiteY126" fmla="*/ 991191 h 1465296"/>
                <a:gd name="connsiteX127" fmla="*/ 180280 w 1886218"/>
                <a:gd name="connsiteY127" fmla="*/ 984476 h 1465296"/>
                <a:gd name="connsiteX128" fmla="*/ 180280 w 1886218"/>
                <a:gd name="connsiteY128" fmla="*/ 977760 h 1465296"/>
                <a:gd name="connsiteX129" fmla="*/ 185662 w 1886218"/>
                <a:gd name="connsiteY129" fmla="*/ 975074 h 1465296"/>
                <a:gd name="connsiteX130" fmla="*/ 191043 w 1886218"/>
                <a:gd name="connsiteY130" fmla="*/ 975074 h 1465296"/>
                <a:gd name="connsiteX131" fmla="*/ 187007 w 1886218"/>
                <a:gd name="connsiteY131" fmla="*/ 973731 h 1465296"/>
                <a:gd name="connsiteX132" fmla="*/ 180280 w 1886218"/>
                <a:gd name="connsiteY132" fmla="*/ 973731 h 1465296"/>
                <a:gd name="connsiteX133" fmla="*/ 177590 w 1886218"/>
                <a:gd name="connsiteY133" fmla="*/ 975074 h 1465296"/>
                <a:gd name="connsiteX134" fmla="*/ 174899 w 1886218"/>
                <a:gd name="connsiteY134" fmla="*/ 972388 h 1465296"/>
                <a:gd name="connsiteX135" fmla="*/ 176244 w 1886218"/>
                <a:gd name="connsiteY135" fmla="*/ 968358 h 1465296"/>
                <a:gd name="connsiteX136" fmla="*/ 181626 w 1886218"/>
                <a:gd name="connsiteY136" fmla="*/ 967015 h 1465296"/>
                <a:gd name="connsiteX137" fmla="*/ 187007 w 1886218"/>
                <a:gd name="connsiteY137" fmla="*/ 962986 h 1465296"/>
                <a:gd name="connsiteX138" fmla="*/ 191043 w 1886218"/>
                <a:gd name="connsiteY138" fmla="*/ 956271 h 1465296"/>
                <a:gd name="connsiteX139" fmla="*/ 188353 w 1886218"/>
                <a:gd name="connsiteY139" fmla="*/ 952242 h 1465296"/>
                <a:gd name="connsiteX140" fmla="*/ 187007 w 1886218"/>
                <a:gd name="connsiteY140" fmla="*/ 953585 h 1465296"/>
                <a:gd name="connsiteX141" fmla="*/ 185662 w 1886218"/>
                <a:gd name="connsiteY141" fmla="*/ 957614 h 1465296"/>
                <a:gd name="connsiteX142" fmla="*/ 181626 w 1886218"/>
                <a:gd name="connsiteY142" fmla="*/ 961643 h 1465296"/>
                <a:gd name="connsiteX143" fmla="*/ 176244 w 1886218"/>
                <a:gd name="connsiteY143" fmla="*/ 962986 h 1465296"/>
                <a:gd name="connsiteX144" fmla="*/ 172208 w 1886218"/>
                <a:gd name="connsiteY144" fmla="*/ 968358 h 1465296"/>
                <a:gd name="connsiteX145" fmla="*/ 164136 w 1886218"/>
                <a:gd name="connsiteY145" fmla="*/ 975074 h 1465296"/>
                <a:gd name="connsiteX146" fmla="*/ 157409 w 1886218"/>
                <a:gd name="connsiteY146" fmla="*/ 977760 h 1465296"/>
                <a:gd name="connsiteX147" fmla="*/ 153373 w 1886218"/>
                <a:gd name="connsiteY147" fmla="*/ 972388 h 1465296"/>
                <a:gd name="connsiteX148" fmla="*/ 154718 w 1886218"/>
                <a:gd name="connsiteY148" fmla="*/ 969702 h 1465296"/>
                <a:gd name="connsiteX149" fmla="*/ 158754 w 1886218"/>
                <a:gd name="connsiteY149" fmla="*/ 968358 h 1465296"/>
                <a:gd name="connsiteX150" fmla="*/ 154718 w 1886218"/>
                <a:gd name="connsiteY150" fmla="*/ 968358 h 1465296"/>
                <a:gd name="connsiteX151" fmla="*/ 147991 w 1886218"/>
                <a:gd name="connsiteY151" fmla="*/ 971045 h 1465296"/>
                <a:gd name="connsiteX152" fmla="*/ 145301 w 1886218"/>
                <a:gd name="connsiteY152" fmla="*/ 968358 h 1465296"/>
                <a:gd name="connsiteX153" fmla="*/ 146646 w 1886218"/>
                <a:gd name="connsiteY153" fmla="*/ 965672 h 1465296"/>
                <a:gd name="connsiteX154" fmla="*/ 152028 w 1886218"/>
                <a:gd name="connsiteY154" fmla="*/ 961643 h 1465296"/>
                <a:gd name="connsiteX155" fmla="*/ 157409 w 1886218"/>
                <a:gd name="connsiteY155" fmla="*/ 958957 h 1465296"/>
                <a:gd name="connsiteX156" fmla="*/ 161445 w 1886218"/>
                <a:gd name="connsiteY156" fmla="*/ 960300 h 1465296"/>
                <a:gd name="connsiteX157" fmla="*/ 162791 w 1886218"/>
                <a:gd name="connsiteY157" fmla="*/ 957614 h 1465296"/>
                <a:gd name="connsiteX158" fmla="*/ 162791 w 1886218"/>
                <a:gd name="connsiteY158" fmla="*/ 956271 h 1465296"/>
                <a:gd name="connsiteX159" fmla="*/ 160100 w 1886218"/>
                <a:gd name="connsiteY159" fmla="*/ 953585 h 1465296"/>
                <a:gd name="connsiteX160" fmla="*/ 160100 w 1886218"/>
                <a:gd name="connsiteY160" fmla="*/ 950898 h 1465296"/>
                <a:gd name="connsiteX161" fmla="*/ 162791 w 1886218"/>
                <a:gd name="connsiteY161" fmla="*/ 949555 h 1465296"/>
                <a:gd name="connsiteX162" fmla="*/ 161445 w 1886218"/>
                <a:gd name="connsiteY162" fmla="*/ 946869 h 1465296"/>
                <a:gd name="connsiteX163" fmla="*/ 157409 w 1886218"/>
                <a:gd name="connsiteY163" fmla="*/ 949555 h 1465296"/>
                <a:gd name="connsiteX164" fmla="*/ 154718 w 1886218"/>
                <a:gd name="connsiteY164" fmla="*/ 949555 h 1465296"/>
                <a:gd name="connsiteX165" fmla="*/ 152028 w 1886218"/>
                <a:gd name="connsiteY165" fmla="*/ 945526 h 1465296"/>
                <a:gd name="connsiteX166" fmla="*/ 152028 w 1886218"/>
                <a:gd name="connsiteY166" fmla="*/ 934782 h 1465296"/>
                <a:gd name="connsiteX167" fmla="*/ 149337 w 1886218"/>
                <a:gd name="connsiteY167" fmla="*/ 930752 h 1465296"/>
                <a:gd name="connsiteX168" fmla="*/ 149337 w 1886218"/>
                <a:gd name="connsiteY168" fmla="*/ 926723 h 1465296"/>
                <a:gd name="connsiteX169" fmla="*/ 150682 w 1886218"/>
                <a:gd name="connsiteY169" fmla="*/ 922694 h 1465296"/>
                <a:gd name="connsiteX170" fmla="*/ 157409 w 1886218"/>
                <a:gd name="connsiteY170" fmla="*/ 924037 h 1465296"/>
                <a:gd name="connsiteX171" fmla="*/ 162791 w 1886218"/>
                <a:gd name="connsiteY171" fmla="*/ 925380 h 1465296"/>
                <a:gd name="connsiteX172" fmla="*/ 168172 w 1886218"/>
                <a:gd name="connsiteY172" fmla="*/ 925380 h 1465296"/>
                <a:gd name="connsiteX173" fmla="*/ 174899 w 1886218"/>
                <a:gd name="connsiteY173" fmla="*/ 928066 h 1465296"/>
                <a:gd name="connsiteX174" fmla="*/ 172208 w 1886218"/>
                <a:gd name="connsiteY174" fmla="*/ 925380 h 1465296"/>
                <a:gd name="connsiteX175" fmla="*/ 168172 w 1886218"/>
                <a:gd name="connsiteY175" fmla="*/ 924037 h 1465296"/>
                <a:gd name="connsiteX176" fmla="*/ 164136 w 1886218"/>
                <a:gd name="connsiteY176" fmla="*/ 924037 h 1465296"/>
                <a:gd name="connsiteX177" fmla="*/ 160100 w 1886218"/>
                <a:gd name="connsiteY177" fmla="*/ 920008 h 1465296"/>
                <a:gd name="connsiteX178" fmla="*/ 156064 w 1886218"/>
                <a:gd name="connsiteY178" fmla="*/ 917322 h 1465296"/>
                <a:gd name="connsiteX179" fmla="*/ 156064 w 1886218"/>
                <a:gd name="connsiteY179" fmla="*/ 914635 h 1465296"/>
                <a:gd name="connsiteX180" fmla="*/ 158754 w 1886218"/>
                <a:gd name="connsiteY180" fmla="*/ 909263 h 1465296"/>
                <a:gd name="connsiteX181" fmla="*/ 161445 w 1886218"/>
                <a:gd name="connsiteY181" fmla="*/ 907920 h 1465296"/>
                <a:gd name="connsiteX182" fmla="*/ 164136 w 1886218"/>
                <a:gd name="connsiteY182" fmla="*/ 903891 h 1465296"/>
                <a:gd name="connsiteX183" fmla="*/ 164136 w 1886218"/>
                <a:gd name="connsiteY183" fmla="*/ 898518 h 1465296"/>
                <a:gd name="connsiteX184" fmla="*/ 161445 w 1886218"/>
                <a:gd name="connsiteY184" fmla="*/ 898518 h 1465296"/>
                <a:gd name="connsiteX185" fmla="*/ 157409 w 1886218"/>
                <a:gd name="connsiteY185" fmla="*/ 903891 h 1465296"/>
                <a:gd name="connsiteX186" fmla="*/ 152028 w 1886218"/>
                <a:gd name="connsiteY186" fmla="*/ 907920 h 1465296"/>
                <a:gd name="connsiteX187" fmla="*/ 143955 w 1886218"/>
                <a:gd name="connsiteY187" fmla="*/ 909263 h 1465296"/>
                <a:gd name="connsiteX188" fmla="*/ 139919 w 1886218"/>
                <a:gd name="connsiteY188" fmla="*/ 914635 h 1465296"/>
                <a:gd name="connsiteX189" fmla="*/ 139919 w 1886218"/>
                <a:gd name="connsiteY189" fmla="*/ 917322 h 1465296"/>
                <a:gd name="connsiteX190" fmla="*/ 137228 w 1886218"/>
                <a:gd name="connsiteY190" fmla="*/ 917322 h 1465296"/>
                <a:gd name="connsiteX191" fmla="*/ 133192 w 1886218"/>
                <a:gd name="connsiteY191" fmla="*/ 909263 h 1465296"/>
                <a:gd name="connsiteX192" fmla="*/ 130501 w 1886218"/>
                <a:gd name="connsiteY192" fmla="*/ 902548 h 1465296"/>
                <a:gd name="connsiteX193" fmla="*/ 131847 w 1886218"/>
                <a:gd name="connsiteY193" fmla="*/ 889117 h 1465296"/>
                <a:gd name="connsiteX194" fmla="*/ 133192 w 1886218"/>
                <a:gd name="connsiteY194" fmla="*/ 879715 h 1465296"/>
                <a:gd name="connsiteX195" fmla="*/ 133192 w 1886218"/>
                <a:gd name="connsiteY195" fmla="*/ 877029 h 1465296"/>
                <a:gd name="connsiteX196" fmla="*/ 127811 w 1886218"/>
                <a:gd name="connsiteY196" fmla="*/ 877029 h 1465296"/>
                <a:gd name="connsiteX197" fmla="*/ 127811 w 1886218"/>
                <a:gd name="connsiteY197" fmla="*/ 868971 h 1465296"/>
                <a:gd name="connsiteX198" fmla="*/ 131847 w 1886218"/>
                <a:gd name="connsiteY198" fmla="*/ 866285 h 1465296"/>
                <a:gd name="connsiteX199" fmla="*/ 134538 w 1886218"/>
                <a:gd name="connsiteY199" fmla="*/ 868971 h 1465296"/>
                <a:gd name="connsiteX200" fmla="*/ 137228 w 1886218"/>
                <a:gd name="connsiteY200" fmla="*/ 870314 h 1465296"/>
                <a:gd name="connsiteX201" fmla="*/ 135883 w 1886218"/>
                <a:gd name="connsiteY201" fmla="*/ 864942 h 1465296"/>
                <a:gd name="connsiteX202" fmla="*/ 141265 w 1886218"/>
                <a:gd name="connsiteY202" fmla="*/ 860912 h 1465296"/>
                <a:gd name="connsiteX203" fmla="*/ 143955 w 1886218"/>
                <a:gd name="connsiteY203" fmla="*/ 854197 h 1465296"/>
                <a:gd name="connsiteX204" fmla="*/ 147991 w 1886218"/>
                <a:gd name="connsiteY204" fmla="*/ 852854 h 1465296"/>
                <a:gd name="connsiteX205" fmla="*/ 153373 w 1886218"/>
                <a:gd name="connsiteY205" fmla="*/ 854197 h 1465296"/>
                <a:gd name="connsiteX206" fmla="*/ 156064 w 1886218"/>
                <a:gd name="connsiteY206" fmla="*/ 851511 h 1465296"/>
                <a:gd name="connsiteX207" fmla="*/ 153373 w 1886218"/>
                <a:gd name="connsiteY207" fmla="*/ 850168 h 1465296"/>
                <a:gd name="connsiteX208" fmla="*/ 152028 w 1886218"/>
                <a:gd name="connsiteY208" fmla="*/ 848825 h 1465296"/>
                <a:gd name="connsiteX209" fmla="*/ 160100 w 1886218"/>
                <a:gd name="connsiteY209" fmla="*/ 840766 h 1465296"/>
                <a:gd name="connsiteX210" fmla="*/ 162791 w 1886218"/>
                <a:gd name="connsiteY210" fmla="*/ 836737 h 1465296"/>
                <a:gd name="connsiteX211" fmla="*/ 169517 w 1886218"/>
                <a:gd name="connsiteY211" fmla="*/ 832708 h 1465296"/>
                <a:gd name="connsiteX212" fmla="*/ 169517 w 1886218"/>
                <a:gd name="connsiteY212" fmla="*/ 830022 h 1465296"/>
                <a:gd name="connsiteX213" fmla="*/ 166827 w 1886218"/>
                <a:gd name="connsiteY213" fmla="*/ 828679 h 1465296"/>
                <a:gd name="connsiteX214" fmla="*/ 165481 w 1886218"/>
                <a:gd name="connsiteY214" fmla="*/ 827335 h 1465296"/>
                <a:gd name="connsiteX215" fmla="*/ 158754 w 1886218"/>
                <a:gd name="connsiteY215" fmla="*/ 831365 h 1465296"/>
                <a:gd name="connsiteX216" fmla="*/ 158754 w 1886218"/>
                <a:gd name="connsiteY216" fmla="*/ 838080 h 1465296"/>
                <a:gd name="connsiteX217" fmla="*/ 149337 w 1886218"/>
                <a:gd name="connsiteY217" fmla="*/ 847482 h 1465296"/>
                <a:gd name="connsiteX218" fmla="*/ 147991 w 1886218"/>
                <a:gd name="connsiteY218" fmla="*/ 847482 h 1465296"/>
                <a:gd name="connsiteX219" fmla="*/ 147991 w 1886218"/>
                <a:gd name="connsiteY219" fmla="*/ 843452 h 1465296"/>
                <a:gd name="connsiteX220" fmla="*/ 153373 w 1886218"/>
                <a:gd name="connsiteY220" fmla="*/ 836737 h 1465296"/>
                <a:gd name="connsiteX221" fmla="*/ 154718 w 1886218"/>
                <a:gd name="connsiteY221" fmla="*/ 828679 h 1465296"/>
                <a:gd name="connsiteX222" fmla="*/ 161445 w 1886218"/>
                <a:gd name="connsiteY222" fmla="*/ 815248 h 1465296"/>
                <a:gd name="connsiteX223" fmla="*/ 164136 w 1886218"/>
                <a:gd name="connsiteY223" fmla="*/ 809875 h 1465296"/>
                <a:gd name="connsiteX224" fmla="*/ 162791 w 1886218"/>
                <a:gd name="connsiteY224" fmla="*/ 808532 h 1465296"/>
                <a:gd name="connsiteX225" fmla="*/ 162791 w 1886218"/>
                <a:gd name="connsiteY225" fmla="*/ 807189 h 1465296"/>
                <a:gd name="connsiteX226" fmla="*/ 162791 w 1886218"/>
                <a:gd name="connsiteY226" fmla="*/ 803160 h 1465296"/>
                <a:gd name="connsiteX227" fmla="*/ 165481 w 1886218"/>
                <a:gd name="connsiteY227" fmla="*/ 803160 h 1465296"/>
                <a:gd name="connsiteX228" fmla="*/ 164136 w 1886218"/>
                <a:gd name="connsiteY228" fmla="*/ 800474 h 1465296"/>
                <a:gd name="connsiteX229" fmla="*/ 165481 w 1886218"/>
                <a:gd name="connsiteY229" fmla="*/ 797788 h 1465296"/>
                <a:gd name="connsiteX230" fmla="*/ 164136 w 1886218"/>
                <a:gd name="connsiteY230" fmla="*/ 795102 h 1465296"/>
                <a:gd name="connsiteX231" fmla="*/ 161445 w 1886218"/>
                <a:gd name="connsiteY231" fmla="*/ 793759 h 1465296"/>
                <a:gd name="connsiteX232" fmla="*/ 161445 w 1886218"/>
                <a:gd name="connsiteY232" fmla="*/ 788386 h 1465296"/>
                <a:gd name="connsiteX233" fmla="*/ 158754 w 1886218"/>
                <a:gd name="connsiteY233" fmla="*/ 783014 h 1465296"/>
                <a:gd name="connsiteX234" fmla="*/ 153373 w 1886218"/>
                <a:gd name="connsiteY234" fmla="*/ 780328 h 1465296"/>
                <a:gd name="connsiteX235" fmla="*/ 150682 w 1886218"/>
                <a:gd name="connsiteY235" fmla="*/ 777642 h 1465296"/>
                <a:gd name="connsiteX236" fmla="*/ 149337 w 1886218"/>
                <a:gd name="connsiteY236" fmla="*/ 773612 h 1465296"/>
                <a:gd name="connsiteX237" fmla="*/ 143955 w 1886218"/>
                <a:gd name="connsiteY237" fmla="*/ 766897 h 1465296"/>
                <a:gd name="connsiteX238" fmla="*/ 139919 w 1886218"/>
                <a:gd name="connsiteY238" fmla="*/ 765554 h 1465296"/>
                <a:gd name="connsiteX239" fmla="*/ 135883 w 1886218"/>
                <a:gd name="connsiteY239" fmla="*/ 765554 h 1465296"/>
                <a:gd name="connsiteX240" fmla="*/ 135883 w 1886218"/>
                <a:gd name="connsiteY240" fmla="*/ 764211 h 1465296"/>
                <a:gd name="connsiteX241" fmla="*/ 137228 w 1886218"/>
                <a:gd name="connsiteY241" fmla="*/ 761525 h 1465296"/>
                <a:gd name="connsiteX242" fmla="*/ 137228 w 1886218"/>
                <a:gd name="connsiteY242" fmla="*/ 757495 h 1465296"/>
                <a:gd name="connsiteX243" fmla="*/ 134538 w 1886218"/>
                <a:gd name="connsiteY243" fmla="*/ 754809 h 1465296"/>
                <a:gd name="connsiteX244" fmla="*/ 133192 w 1886218"/>
                <a:gd name="connsiteY244" fmla="*/ 752123 h 1465296"/>
                <a:gd name="connsiteX245" fmla="*/ 135883 w 1886218"/>
                <a:gd name="connsiteY245" fmla="*/ 749437 h 1465296"/>
                <a:gd name="connsiteX246" fmla="*/ 138574 w 1886218"/>
                <a:gd name="connsiteY246" fmla="*/ 749437 h 1465296"/>
                <a:gd name="connsiteX247" fmla="*/ 137228 w 1886218"/>
                <a:gd name="connsiteY247" fmla="*/ 746751 h 1465296"/>
                <a:gd name="connsiteX248" fmla="*/ 134538 w 1886218"/>
                <a:gd name="connsiteY248" fmla="*/ 745408 h 1465296"/>
                <a:gd name="connsiteX249" fmla="*/ 131847 w 1886218"/>
                <a:gd name="connsiteY249" fmla="*/ 745408 h 1465296"/>
                <a:gd name="connsiteX250" fmla="*/ 131847 w 1886218"/>
                <a:gd name="connsiteY250" fmla="*/ 741379 h 1465296"/>
                <a:gd name="connsiteX251" fmla="*/ 135883 w 1886218"/>
                <a:gd name="connsiteY251" fmla="*/ 738692 h 1465296"/>
                <a:gd name="connsiteX252" fmla="*/ 134538 w 1886218"/>
                <a:gd name="connsiteY252" fmla="*/ 719889 h 1465296"/>
                <a:gd name="connsiteX253" fmla="*/ 135883 w 1886218"/>
                <a:gd name="connsiteY253" fmla="*/ 702429 h 1465296"/>
                <a:gd name="connsiteX254" fmla="*/ 137228 w 1886218"/>
                <a:gd name="connsiteY254" fmla="*/ 686312 h 1465296"/>
                <a:gd name="connsiteX255" fmla="*/ 135883 w 1886218"/>
                <a:gd name="connsiteY255" fmla="*/ 682283 h 1465296"/>
                <a:gd name="connsiteX256" fmla="*/ 134538 w 1886218"/>
                <a:gd name="connsiteY256" fmla="*/ 678254 h 1465296"/>
                <a:gd name="connsiteX257" fmla="*/ 137228 w 1886218"/>
                <a:gd name="connsiteY257" fmla="*/ 672882 h 1465296"/>
                <a:gd name="connsiteX258" fmla="*/ 137228 w 1886218"/>
                <a:gd name="connsiteY258" fmla="*/ 667509 h 1465296"/>
                <a:gd name="connsiteX259" fmla="*/ 134538 w 1886218"/>
                <a:gd name="connsiteY259" fmla="*/ 663480 h 1465296"/>
                <a:gd name="connsiteX260" fmla="*/ 133192 w 1886218"/>
                <a:gd name="connsiteY260" fmla="*/ 654079 h 1465296"/>
                <a:gd name="connsiteX261" fmla="*/ 127811 w 1886218"/>
                <a:gd name="connsiteY261" fmla="*/ 648706 h 1465296"/>
                <a:gd name="connsiteX262" fmla="*/ 125120 w 1886218"/>
                <a:gd name="connsiteY262" fmla="*/ 637962 h 1465296"/>
                <a:gd name="connsiteX263" fmla="*/ 126465 w 1886218"/>
                <a:gd name="connsiteY263" fmla="*/ 633932 h 1465296"/>
                <a:gd name="connsiteX264" fmla="*/ 121084 w 1886218"/>
                <a:gd name="connsiteY264" fmla="*/ 619159 h 1465296"/>
                <a:gd name="connsiteX265" fmla="*/ 122429 w 1886218"/>
                <a:gd name="connsiteY265" fmla="*/ 615129 h 1465296"/>
                <a:gd name="connsiteX266" fmla="*/ 126465 w 1886218"/>
                <a:gd name="connsiteY266" fmla="*/ 608414 h 1465296"/>
                <a:gd name="connsiteX267" fmla="*/ 125120 w 1886218"/>
                <a:gd name="connsiteY267" fmla="*/ 604385 h 1465296"/>
                <a:gd name="connsiteX268" fmla="*/ 125120 w 1886218"/>
                <a:gd name="connsiteY268" fmla="*/ 600355 h 1465296"/>
                <a:gd name="connsiteX269" fmla="*/ 119739 w 1886218"/>
                <a:gd name="connsiteY269" fmla="*/ 594983 h 1465296"/>
                <a:gd name="connsiteX270" fmla="*/ 111666 w 1886218"/>
                <a:gd name="connsiteY270" fmla="*/ 596326 h 1465296"/>
                <a:gd name="connsiteX271" fmla="*/ 103594 w 1886218"/>
                <a:gd name="connsiteY271" fmla="*/ 599012 h 1465296"/>
                <a:gd name="connsiteX272" fmla="*/ 100903 w 1886218"/>
                <a:gd name="connsiteY272" fmla="*/ 600355 h 1465296"/>
                <a:gd name="connsiteX273" fmla="*/ 91486 w 1886218"/>
                <a:gd name="connsiteY273" fmla="*/ 603042 h 1465296"/>
                <a:gd name="connsiteX274" fmla="*/ 86104 w 1886218"/>
                <a:gd name="connsiteY274" fmla="*/ 608414 h 1465296"/>
                <a:gd name="connsiteX275" fmla="*/ 78032 w 1886218"/>
                <a:gd name="connsiteY275" fmla="*/ 619159 h 1465296"/>
                <a:gd name="connsiteX276" fmla="*/ 72650 w 1886218"/>
                <a:gd name="connsiteY276" fmla="*/ 623188 h 1465296"/>
                <a:gd name="connsiteX277" fmla="*/ 63233 w 1886218"/>
                <a:gd name="connsiteY277" fmla="*/ 624531 h 1465296"/>
                <a:gd name="connsiteX278" fmla="*/ 53815 w 1886218"/>
                <a:gd name="connsiteY278" fmla="*/ 625874 h 1465296"/>
                <a:gd name="connsiteX279" fmla="*/ 52470 w 1886218"/>
                <a:gd name="connsiteY279" fmla="*/ 625874 h 1465296"/>
                <a:gd name="connsiteX280" fmla="*/ 52470 w 1886218"/>
                <a:gd name="connsiteY280" fmla="*/ 621845 h 1465296"/>
                <a:gd name="connsiteX281" fmla="*/ 56506 w 1886218"/>
                <a:gd name="connsiteY281" fmla="*/ 615129 h 1465296"/>
                <a:gd name="connsiteX282" fmla="*/ 53815 w 1886218"/>
                <a:gd name="connsiteY282" fmla="*/ 608414 h 1465296"/>
                <a:gd name="connsiteX283" fmla="*/ 47088 w 1886218"/>
                <a:gd name="connsiteY283" fmla="*/ 578866 h 1465296"/>
                <a:gd name="connsiteX284" fmla="*/ 41707 w 1886218"/>
                <a:gd name="connsiteY284" fmla="*/ 565435 h 1465296"/>
                <a:gd name="connsiteX285" fmla="*/ 40361 w 1886218"/>
                <a:gd name="connsiteY285" fmla="*/ 558720 h 1465296"/>
                <a:gd name="connsiteX286" fmla="*/ 45743 w 1886218"/>
                <a:gd name="connsiteY286" fmla="*/ 547975 h 1465296"/>
                <a:gd name="connsiteX287" fmla="*/ 32289 w 1886218"/>
                <a:gd name="connsiteY287" fmla="*/ 545289 h 1465296"/>
                <a:gd name="connsiteX288" fmla="*/ 22871 w 1886218"/>
                <a:gd name="connsiteY288" fmla="*/ 552005 h 1465296"/>
                <a:gd name="connsiteX289" fmla="*/ 17490 w 1886218"/>
                <a:gd name="connsiteY289" fmla="*/ 547975 h 1465296"/>
                <a:gd name="connsiteX290" fmla="*/ 0 w 1886218"/>
                <a:gd name="connsiteY290" fmla="*/ 547975 h 1465296"/>
                <a:gd name="connsiteX291" fmla="*/ 301364 w 1886218"/>
                <a:gd name="connsiteY291" fmla="*/ 0 h 1465296"/>
                <a:gd name="connsiteX292" fmla="*/ 302710 w 1886218"/>
                <a:gd name="connsiteY292" fmla="*/ 4029 h 1465296"/>
                <a:gd name="connsiteX293" fmla="*/ 305400 w 1886218"/>
                <a:gd name="connsiteY293" fmla="*/ 4029 h 1465296"/>
                <a:gd name="connsiteX294" fmla="*/ 320200 w 1886218"/>
                <a:gd name="connsiteY294" fmla="*/ 13431 h 1465296"/>
                <a:gd name="connsiteX295" fmla="*/ 324236 w 1886218"/>
                <a:gd name="connsiteY295" fmla="*/ 14774 h 1465296"/>
                <a:gd name="connsiteX296" fmla="*/ 329617 w 1886218"/>
                <a:gd name="connsiteY296" fmla="*/ 18803 h 1465296"/>
                <a:gd name="connsiteX297" fmla="*/ 330963 w 1886218"/>
                <a:gd name="connsiteY297" fmla="*/ 21489 h 1465296"/>
                <a:gd name="connsiteX298" fmla="*/ 333653 w 1886218"/>
                <a:gd name="connsiteY298" fmla="*/ 21489 h 1465296"/>
                <a:gd name="connsiteX299" fmla="*/ 337690 w 1886218"/>
                <a:gd name="connsiteY299" fmla="*/ 25518 h 1465296"/>
                <a:gd name="connsiteX300" fmla="*/ 337690 w 1886218"/>
                <a:gd name="connsiteY300" fmla="*/ 30891 h 1465296"/>
                <a:gd name="connsiteX301" fmla="*/ 344416 w 1886218"/>
                <a:gd name="connsiteY301" fmla="*/ 36263 h 1465296"/>
                <a:gd name="connsiteX302" fmla="*/ 343071 w 1886218"/>
                <a:gd name="connsiteY302" fmla="*/ 38949 h 1465296"/>
                <a:gd name="connsiteX303" fmla="*/ 343071 w 1886218"/>
                <a:gd name="connsiteY303" fmla="*/ 41635 h 1465296"/>
                <a:gd name="connsiteX304" fmla="*/ 340380 w 1886218"/>
                <a:gd name="connsiteY304" fmla="*/ 47008 h 1465296"/>
                <a:gd name="connsiteX305" fmla="*/ 343071 w 1886218"/>
                <a:gd name="connsiteY305" fmla="*/ 52380 h 1465296"/>
                <a:gd name="connsiteX306" fmla="*/ 345762 w 1886218"/>
                <a:gd name="connsiteY306" fmla="*/ 53723 h 1465296"/>
                <a:gd name="connsiteX307" fmla="*/ 347107 w 1886218"/>
                <a:gd name="connsiteY307" fmla="*/ 51037 h 1465296"/>
                <a:gd name="connsiteX308" fmla="*/ 348453 w 1886218"/>
                <a:gd name="connsiteY308" fmla="*/ 52380 h 1465296"/>
                <a:gd name="connsiteX309" fmla="*/ 348453 w 1886218"/>
                <a:gd name="connsiteY309" fmla="*/ 60438 h 1465296"/>
                <a:gd name="connsiteX310" fmla="*/ 351143 w 1886218"/>
                <a:gd name="connsiteY310" fmla="*/ 67154 h 1465296"/>
                <a:gd name="connsiteX311" fmla="*/ 359216 w 1886218"/>
                <a:gd name="connsiteY311" fmla="*/ 76555 h 1465296"/>
                <a:gd name="connsiteX312" fmla="*/ 364597 w 1886218"/>
                <a:gd name="connsiteY312" fmla="*/ 80585 h 1465296"/>
                <a:gd name="connsiteX313" fmla="*/ 365942 w 1886218"/>
                <a:gd name="connsiteY313" fmla="*/ 79242 h 1465296"/>
                <a:gd name="connsiteX314" fmla="*/ 368633 w 1886218"/>
                <a:gd name="connsiteY314" fmla="*/ 80585 h 1465296"/>
                <a:gd name="connsiteX315" fmla="*/ 369979 w 1886218"/>
                <a:gd name="connsiteY315" fmla="*/ 84614 h 1465296"/>
                <a:gd name="connsiteX316" fmla="*/ 374015 w 1886218"/>
                <a:gd name="connsiteY316" fmla="*/ 87300 h 1465296"/>
                <a:gd name="connsiteX317" fmla="*/ 375360 w 1886218"/>
                <a:gd name="connsiteY317" fmla="*/ 85957 h 1465296"/>
                <a:gd name="connsiteX318" fmla="*/ 380742 w 1886218"/>
                <a:gd name="connsiteY318" fmla="*/ 94015 h 1465296"/>
                <a:gd name="connsiteX319" fmla="*/ 380742 w 1886218"/>
                <a:gd name="connsiteY319" fmla="*/ 100731 h 1465296"/>
                <a:gd name="connsiteX320" fmla="*/ 383432 w 1886218"/>
                <a:gd name="connsiteY320" fmla="*/ 102074 h 1465296"/>
                <a:gd name="connsiteX321" fmla="*/ 386123 w 1886218"/>
                <a:gd name="connsiteY321" fmla="*/ 106103 h 1465296"/>
                <a:gd name="connsiteX322" fmla="*/ 390159 w 1886218"/>
                <a:gd name="connsiteY322" fmla="*/ 106103 h 1465296"/>
                <a:gd name="connsiteX323" fmla="*/ 395541 w 1886218"/>
                <a:gd name="connsiteY323" fmla="*/ 114162 h 1465296"/>
                <a:gd name="connsiteX324" fmla="*/ 395541 w 1886218"/>
                <a:gd name="connsiteY324" fmla="*/ 118191 h 1465296"/>
                <a:gd name="connsiteX325" fmla="*/ 398231 w 1886218"/>
                <a:gd name="connsiteY325" fmla="*/ 119534 h 1465296"/>
                <a:gd name="connsiteX326" fmla="*/ 396886 w 1886218"/>
                <a:gd name="connsiteY326" fmla="*/ 123563 h 1465296"/>
                <a:gd name="connsiteX327" fmla="*/ 392850 w 1886218"/>
                <a:gd name="connsiteY327" fmla="*/ 128935 h 1465296"/>
                <a:gd name="connsiteX328" fmla="*/ 388814 w 1886218"/>
                <a:gd name="connsiteY328" fmla="*/ 134308 h 1465296"/>
                <a:gd name="connsiteX329" fmla="*/ 399577 w 1886218"/>
                <a:gd name="connsiteY329" fmla="*/ 124906 h 1465296"/>
                <a:gd name="connsiteX330" fmla="*/ 403613 w 1886218"/>
                <a:gd name="connsiteY330" fmla="*/ 122220 h 1465296"/>
                <a:gd name="connsiteX331" fmla="*/ 406304 w 1886218"/>
                <a:gd name="connsiteY331" fmla="*/ 123563 h 1465296"/>
                <a:gd name="connsiteX332" fmla="*/ 407649 w 1886218"/>
                <a:gd name="connsiteY332" fmla="*/ 116848 h 1465296"/>
                <a:gd name="connsiteX333" fmla="*/ 406304 w 1886218"/>
                <a:gd name="connsiteY333" fmla="*/ 102074 h 1465296"/>
                <a:gd name="connsiteX334" fmla="*/ 407649 w 1886218"/>
                <a:gd name="connsiteY334" fmla="*/ 94015 h 1465296"/>
                <a:gd name="connsiteX335" fmla="*/ 410340 w 1886218"/>
                <a:gd name="connsiteY335" fmla="*/ 88643 h 1465296"/>
                <a:gd name="connsiteX336" fmla="*/ 418412 w 1886218"/>
                <a:gd name="connsiteY336" fmla="*/ 85957 h 1465296"/>
                <a:gd name="connsiteX337" fmla="*/ 425139 w 1886218"/>
                <a:gd name="connsiteY337" fmla="*/ 81928 h 1465296"/>
                <a:gd name="connsiteX338" fmla="*/ 429175 w 1886218"/>
                <a:gd name="connsiteY338" fmla="*/ 77898 h 1465296"/>
                <a:gd name="connsiteX339" fmla="*/ 434557 w 1886218"/>
                <a:gd name="connsiteY339" fmla="*/ 76555 h 1465296"/>
                <a:gd name="connsiteX340" fmla="*/ 437247 w 1886218"/>
                <a:gd name="connsiteY340" fmla="*/ 73869 h 1465296"/>
                <a:gd name="connsiteX341" fmla="*/ 439938 w 1886218"/>
                <a:gd name="connsiteY341" fmla="*/ 72526 h 1465296"/>
                <a:gd name="connsiteX342" fmla="*/ 443974 w 1886218"/>
                <a:gd name="connsiteY342" fmla="*/ 71183 h 1465296"/>
                <a:gd name="connsiteX343" fmla="*/ 449356 w 1886218"/>
                <a:gd name="connsiteY343" fmla="*/ 71183 h 1465296"/>
                <a:gd name="connsiteX344" fmla="*/ 450701 w 1886218"/>
                <a:gd name="connsiteY344" fmla="*/ 72526 h 1465296"/>
                <a:gd name="connsiteX345" fmla="*/ 456083 w 1886218"/>
                <a:gd name="connsiteY345" fmla="*/ 72526 h 1465296"/>
                <a:gd name="connsiteX346" fmla="*/ 458773 w 1886218"/>
                <a:gd name="connsiteY346" fmla="*/ 73869 h 1465296"/>
                <a:gd name="connsiteX347" fmla="*/ 465500 w 1886218"/>
                <a:gd name="connsiteY347" fmla="*/ 67154 h 1465296"/>
                <a:gd name="connsiteX348" fmla="*/ 468191 w 1886218"/>
                <a:gd name="connsiteY348" fmla="*/ 60438 h 1465296"/>
                <a:gd name="connsiteX349" fmla="*/ 470882 w 1886218"/>
                <a:gd name="connsiteY349" fmla="*/ 60438 h 1465296"/>
                <a:gd name="connsiteX350" fmla="*/ 474918 w 1886218"/>
                <a:gd name="connsiteY350" fmla="*/ 61782 h 1465296"/>
                <a:gd name="connsiteX351" fmla="*/ 478954 w 1886218"/>
                <a:gd name="connsiteY351" fmla="*/ 59095 h 1465296"/>
                <a:gd name="connsiteX352" fmla="*/ 477609 w 1886218"/>
                <a:gd name="connsiteY352" fmla="*/ 57752 h 1465296"/>
                <a:gd name="connsiteX353" fmla="*/ 481645 w 1886218"/>
                <a:gd name="connsiteY353" fmla="*/ 57752 h 1465296"/>
                <a:gd name="connsiteX354" fmla="*/ 484335 w 1886218"/>
                <a:gd name="connsiteY354" fmla="*/ 60438 h 1465296"/>
                <a:gd name="connsiteX355" fmla="*/ 499135 w 1886218"/>
                <a:gd name="connsiteY355" fmla="*/ 59095 h 1465296"/>
                <a:gd name="connsiteX356" fmla="*/ 511243 w 1886218"/>
                <a:gd name="connsiteY356" fmla="*/ 55066 h 1465296"/>
                <a:gd name="connsiteX357" fmla="*/ 515279 w 1886218"/>
                <a:gd name="connsiteY357" fmla="*/ 52380 h 1465296"/>
                <a:gd name="connsiteX358" fmla="*/ 517970 w 1886218"/>
                <a:gd name="connsiteY358" fmla="*/ 52380 h 1465296"/>
                <a:gd name="connsiteX359" fmla="*/ 520661 w 1886218"/>
                <a:gd name="connsiteY359" fmla="*/ 56409 h 1465296"/>
                <a:gd name="connsiteX360" fmla="*/ 523352 w 1886218"/>
                <a:gd name="connsiteY360" fmla="*/ 53723 h 1465296"/>
                <a:gd name="connsiteX361" fmla="*/ 526042 w 1886218"/>
                <a:gd name="connsiteY361" fmla="*/ 48351 h 1465296"/>
                <a:gd name="connsiteX362" fmla="*/ 534115 w 1886218"/>
                <a:gd name="connsiteY362" fmla="*/ 45665 h 1465296"/>
                <a:gd name="connsiteX363" fmla="*/ 539496 w 1886218"/>
                <a:gd name="connsiteY363" fmla="*/ 45665 h 1465296"/>
                <a:gd name="connsiteX364" fmla="*/ 540841 w 1886218"/>
                <a:gd name="connsiteY364" fmla="*/ 47008 h 1465296"/>
                <a:gd name="connsiteX365" fmla="*/ 543532 w 1886218"/>
                <a:gd name="connsiteY365" fmla="*/ 47008 h 1465296"/>
                <a:gd name="connsiteX366" fmla="*/ 544877 w 1886218"/>
                <a:gd name="connsiteY366" fmla="*/ 49694 h 1465296"/>
                <a:gd name="connsiteX367" fmla="*/ 548914 w 1886218"/>
                <a:gd name="connsiteY367" fmla="*/ 49694 h 1465296"/>
                <a:gd name="connsiteX368" fmla="*/ 550259 w 1886218"/>
                <a:gd name="connsiteY368" fmla="*/ 45665 h 1465296"/>
                <a:gd name="connsiteX369" fmla="*/ 551604 w 1886218"/>
                <a:gd name="connsiteY369" fmla="*/ 42978 h 1465296"/>
                <a:gd name="connsiteX370" fmla="*/ 554295 w 1886218"/>
                <a:gd name="connsiteY370" fmla="*/ 45665 h 1465296"/>
                <a:gd name="connsiteX371" fmla="*/ 554295 w 1886218"/>
                <a:gd name="connsiteY371" fmla="*/ 49694 h 1465296"/>
                <a:gd name="connsiteX372" fmla="*/ 558331 w 1886218"/>
                <a:gd name="connsiteY372" fmla="*/ 52380 h 1465296"/>
                <a:gd name="connsiteX373" fmla="*/ 555641 w 1886218"/>
                <a:gd name="connsiteY373" fmla="*/ 55066 h 1465296"/>
                <a:gd name="connsiteX374" fmla="*/ 552950 w 1886218"/>
                <a:gd name="connsiteY374" fmla="*/ 55066 h 1465296"/>
                <a:gd name="connsiteX375" fmla="*/ 551604 w 1886218"/>
                <a:gd name="connsiteY375" fmla="*/ 59095 h 1465296"/>
                <a:gd name="connsiteX376" fmla="*/ 540841 w 1886218"/>
                <a:gd name="connsiteY376" fmla="*/ 63125 h 1465296"/>
                <a:gd name="connsiteX377" fmla="*/ 530078 w 1886218"/>
                <a:gd name="connsiteY377" fmla="*/ 65811 h 1465296"/>
                <a:gd name="connsiteX378" fmla="*/ 527388 w 1886218"/>
                <a:gd name="connsiteY378" fmla="*/ 69840 h 1465296"/>
                <a:gd name="connsiteX379" fmla="*/ 520661 w 1886218"/>
                <a:gd name="connsiteY379" fmla="*/ 72526 h 1465296"/>
                <a:gd name="connsiteX380" fmla="*/ 516625 w 1886218"/>
                <a:gd name="connsiteY380" fmla="*/ 71183 h 1465296"/>
                <a:gd name="connsiteX381" fmla="*/ 512588 w 1886218"/>
                <a:gd name="connsiteY381" fmla="*/ 73869 h 1465296"/>
                <a:gd name="connsiteX382" fmla="*/ 509898 w 1886218"/>
                <a:gd name="connsiteY382" fmla="*/ 73869 h 1465296"/>
                <a:gd name="connsiteX383" fmla="*/ 508552 w 1886218"/>
                <a:gd name="connsiteY383" fmla="*/ 71183 h 1465296"/>
                <a:gd name="connsiteX384" fmla="*/ 500480 w 1886218"/>
                <a:gd name="connsiteY384" fmla="*/ 73869 h 1465296"/>
                <a:gd name="connsiteX385" fmla="*/ 492408 w 1886218"/>
                <a:gd name="connsiteY385" fmla="*/ 73869 h 1465296"/>
                <a:gd name="connsiteX386" fmla="*/ 491062 w 1886218"/>
                <a:gd name="connsiteY386" fmla="*/ 76555 h 1465296"/>
                <a:gd name="connsiteX387" fmla="*/ 481645 w 1886218"/>
                <a:gd name="connsiteY387" fmla="*/ 75212 h 1465296"/>
                <a:gd name="connsiteX388" fmla="*/ 476263 w 1886218"/>
                <a:gd name="connsiteY388" fmla="*/ 77898 h 1465296"/>
                <a:gd name="connsiteX389" fmla="*/ 472227 w 1886218"/>
                <a:gd name="connsiteY389" fmla="*/ 83271 h 1465296"/>
                <a:gd name="connsiteX390" fmla="*/ 460119 w 1886218"/>
                <a:gd name="connsiteY390" fmla="*/ 88643 h 1465296"/>
                <a:gd name="connsiteX391" fmla="*/ 458773 w 1886218"/>
                <a:gd name="connsiteY391" fmla="*/ 85957 h 1465296"/>
                <a:gd name="connsiteX392" fmla="*/ 453392 w 1886218"/>
                <a:gd name="connsiteY392" fmla="*/ 91329 h 1465296"/>
                <a:gd name="connsiteX393" fmla="*/ 452047 w 1886218"/>
                <a:gd name="connsiteY393" fmla="*/ 94015 h 1465296"/>
                <a:gd name="connsiteX394" fmla="*/ 448010 w 1886218"/>
                <a:gd name="connsiteY394" fmla="*/ 96702 h 1465296"/>
                <a:gd name="connsiteX395" fmla="*/ 445320 w 1886218"/>
                <a:gd name="connsiteY395" fmla="*/ 94015 h 1465296"/>
                <a:gd name="connsiteX396" fmla="*/ 441283 w 1886218"/>
                <a:gd name="connsiteY396" fmla="*/ 98045 h 1465296"/>
                <a:gd name="connsiteX397" fmla="*/ 437247 w 1886218"/>
                <a:gd name="connsiteY397" fmla="*/ 103417 h 1465296"/>
                <a:gd name="connsiteX398" fmla="*/ 434557 w 1886218"/>
                <a:gd name="connsiteY398" fmla="*/ 103417 h 1465296"/>
                <a:gd name="connsiteX399" fmla="*/ 431866 w 1886218"/>
                <a:gd name="connsiteY399" fmla="*/ 107446 h 1465296"/>
                <a:gd name="connsiteX400" fmla="*/ 435902 w 1886218"/>
                <a:gd name="connsiteY400" fmla="*/ 112818 h 1465296"/>
                <a:gd name="connsiteX401" fmla="*/ 441283 w 1886218"/>
                <a:gd name="connsiteY401" fmla="*/ 115505 h 1465296"/>
                <a:gd name="connsiteX402" fmla="*/ 435902 w 1886218"/>
                <a:gd name="connsiteY402" fmla="*/ 110132 h 1465296"/>
                <a:gd name="connsiteX403" fmla="*/ 435902 w 1886218"/>
                <a:gd name="connsiteY403" fmla="*/ 107446 h 1465296"/>
                <a:gd name="connsiteX404" fmla="*/ 441283 w 1886218"/>
                <a:gd name="connsiteY404" fmla="*/ 110132 h 1465296"/>
                <a:gd name="connsiteX405" fmla="*/ 443974 w 1886218"/>
                <a:gd name="connsiteY405" fmla="*/ 107446 h 1465296"/>
                <a:gd name="connsiteX406" fmla="*/ 448010 w 1886218"/>
                <a:gd name="connsiteY406" fmla="*/ 108789 h 1465296"/>
                <a:gd name="connsiteX407" fmla="*/ 446665 w 1886218"/>
                <a:gd name="connsiteY407" fmla="*/ 104760 h 1465296"/>
                <a:gd name="connsiteX408" fmla="*/ 453392 w 1886218"/>
                <a:gd name="connsiteY408" fmla="*/ 98045 h 1465296"/>
                <a:gd name="connsiteX409" fmla="*/ 461464 w 1886218"/>
                <a:gd name="connsiteY409" fmla="*/ 95358 h 1465296"/>
                <a:gd name="connsiteX410" fmla="*/ 466846 w 1886218"/>
                <a:gd name="connsiteY410" fmla="*/ 95358 h 1465296"/>
                <a:gd name="connsiteX411" fmla="*/ 480300 w 1886218"/>
                <a:gd name="connsiteY411" fmla="*/ 87300 h 1465296"/>
                <a:gd name="connsiteX412" fmla="*/ 481645 w 1886218"/>
                <a:gd name="connsiteY412" fmla="*/ 83271 h 1465296"/>
                <a:gd name="connsiteX413" fmla="*/ 485681 w 1886218"/>
                <a:gd name="connsiteY413" fmla="*/ 81928 h 1465296"/>
                <a:gd name="connsiteX414" fmla="*/ 488372 w 1886218"/>
                <a:gd name="connsiteY414" fmla="*/ 85957 h 1465296"/>
                <a:gd name="connsiteX415" fmla="*/ 492408 w 1886218"/>
                <a:gd name="connsiteY415" fmla="*/ 83271 h 1465296"/>
                <a:gd name="connsiteX416" fmla="*/ 496444 w 1886218"/>
                <a:gd name="connsiteY416" fmla="*/ 81928 h 1465296"/>
                <a:gd name="connsiteX417" fmla="*/ 496444 w 1886218"/>
                <a:gd name="connsiteY417" fmla="*/ 84614 h 1465296"/>
                <a:gd name="connsiteX418" fmla="*/ 504516 w 1886218"/>
                <a:gd name="connsiteY418" fmla="*/ 79242 h 1465296"/>
                <a:gd name="connsiteX419" fmla="*/ 505862 w 1886218"/>
                <a:gd name="connsiteY419" fmla="*/ 81928 h 1465296"/>
                <a:gd name="connsiteX420" fmla="*/ 500480 w 1886218"/>
                <a:gd name="connsiteY420" fmla="*/ 89986 h 1465296"/>
                <a:gd name="connsiteX421" fmla="*/ 500480 w 1886218"/>
                <a:gd name="connsiteY421" fmla="*/ 94015 h 1465296"/>
                <a:gd name="connsiteX422" fmla="*/ 505862 w 1886218"/>
                <a:gd name="connsiteY422" fmla="*/ 85957 h 1465296"/>
                <a:gd name="connsiteX423" fmla="*/ 513934 w 1886218"/>
                <a:gd name="connsiteY423" fmla="*/ 83271 h 1465296"/>
                <a:gd name="connsiteX424" fmla="*/ 530078 w 1886218"/>
                <a:gd name="connsiteY424" fmla="*/ 72526 h 1465296"/>
                <a:gd name="connsiteX425" fmla="*/ 538151 w 1886218"/>
                <a:gd name="connsiteY425" fmla="*/ 72526 h 1465296"/>
                <a:gd name="connsiteX426" fmla="*/ 543532 w 1886218"/>
                <a:gd name="connsiteY426" fmla="*/ 68497 h 1465296"/>
                <a:gd name="connsiteX427" fmla="*/ 552950 w 1886218"/>
                <a:gd name="connsiteY427" fmla="*/ 68497 h 1465296"/>
                <a:gd name="connsiteX428" fmla="*/ 556986 w 1886218"/>
                <a:gd name="connsiteY428" fmla="*/ 65811 h 1465296"/>
                <a:gd name="connsiteX429" fmla="*/ 562367 w 1886218"/>
                <a:gd name="connsiteY429" fmla="*/ 65811 h 1465296"/>
                <a:gd name="connsiteX430" fmla="*/ 561022 w 1886218"/>
                <a:gd name="connsiteY430" fmla="*/ 71183 h 1465296"/>
                <a:gd name="connsiteX431" fmla="*/ 552950 w 1886218"/>
                <a:gd name="connsiteY431" fmla="*/ 73869 h 1465296"/>
                <a:gd name="connsiteX432" fmla="*/ 552950 w 1886218"/>
                <a:gd name="connsiteY432" fmla="*/ 77898 h 1465296"/>
                <a:gd name="connsiteX433" fmla="*/ 558331 w 1886218"/>
                <a:gd name="connsiteY433" fmla="*/ 80585 h 1465296"/>
                <a:gd name="connsiteX434" fmla="*/ 563713 w 1886218"/>
                <a:gd name="connsiteY434" fmla="*/ 73869 h 1465296"/>
                <a:gd name="connsiteX435" fmla="*/ 575821 w 1886218"/>
                <a:gd name="connsiteY435" fmla="*/ 67154 h 1465296"/>
                <a:gd name="connsiteX436" fmla="*/ 578512 w 1886218"/>
                <a:gd name="connsiteY436" fmla="*/ 68497 h 1465296"/>
                <a:gd name="connsiteX437" fmla="*/ 578512 w 1886218"/>
                <a:gd name="connsiteY437" fmla="*/ 64468 h 1465296"/>
                <a:gd name="connsiteX438" fmla="*/ 582548 w 1886218"/>
                <a:gd name="connsiteY438" fmla="*/ 60438 h 1465296"/>
                <a:gd name="connsiteX439" fmla="*/ 587930 w 1886218"/>
                <a:gd name="connsiteY439" fmla="*/ 63125 h 1465296"/>
                <a:gd name="connsiteX440" fmla="*/ 587930 w 1886218"/>
                <a:gd name="connsiteY440" fmla="*/ 59095 h 1465296"/>
                <a:gd name="connsiteX441" fmla="*/ 589275 w 1886218"/>
                <a:gd name="connsiteY441" fmla="*/ 55066 h 1465296"/>
                <a:gd name="connsiteX442" fmla="*/ 591966 w 1886218"/>
                <a:gd name="connsiteY442" fmla="*/ 59095 h 1465296"/>
                <a:gd name="connsiteX443" fmla="*/ 596002 w 1886218"/>
                <a:gd name="connsiteY443" fmla="*/ 60438 h 1465296"/>
                <a:gd name="connsiteX444" fmla="*/ 597347 w 1886218"/>
                <a:gd name="connsiteY444" fmla="*/ 52380 h 1465296"/>
                <a:gd name="connsiteX445" fmla="*/ 596002 w 1886218"/>
                <a:gd name="connsiteY445" fmla="*/ 47008 h 1465296"/>
                <a:gd name="connsiteX446" fmla="*/ 598693 w 1886218"/>
                <a:gd name="connsiteY446" fmla="*/ 44322 h 1465296"/>
                <a:gd name="connsiteX447" fmla="*/ 594657 w 1886218"/>
                <a:gd name="connsiteY447" fmla="*/ 40292 h 1465296"/>
                <a:gd name="connsiteX448" fmla="*/ 600038 w 1886218"/>
                <a:gd name="connsiteY448" fmla="*/ 33577 h 1465296"/>
                <a:gd name="connsiteX449" fmla="*/ 606765 w 1886218"/>
                <a:gd name="connsiteY449" fmla="*/ 30891 h 1465296"/>
                <a:gd name="connsiteX450" fmla="*/ 606765 w 1886218"/>
                <a:gd name="connsiteY450" fmla="*/ 37606 h 1465296"/>
                <a:gd name="connsiteX451" fmla="*/ 608110 w 1886218"/>
                <a:gd name="connsiteY451" fmla="*/ 57752 h 1465296"/>
                <a:gd name="connsiteX452" fmla="*/ 605419 w 1886218"/>
                <a:gd name="connsiteY452" fmla="*/ 63125 h 1465296"/>
                <a:gd name="connsiteX453" fmla="*/ 606765 w 1886218"/>
                <a:gd name="connsiteY453" fmla="*/ 79242 h 1465296"/>
                <a:gd name="connsiteX454" fmla="*/ 601383 w 1886218"/>
                <a:gd name="connsiteY454" fmla="*/ 88643 h 1465296"/>
                <a:gd name="connsiteX455" fmla="*/ 601383 w 1886218"/>
                <a:gd name="connsiteY455" fmla="*/ 111475 h 1465296"/>
                <a:gd name="connsiteX456" fmla="*/ 604074 w 1886218"/>
                <a:gd name="connsiteY456" fmla="*/ 118191 h 1465296"/>
                <a:gd name="connsiteX457" fmla="*/ 609456 w 1886218"/>
                <a:gd name="connsiteY457" fmla="*/ 119534 h 1465296"/>
                <a:gd name="connsiteX458" fmla="*/ 612146 w 1886218"/>
                <a:gd name="connsiteY458" fmla="*/ 127592 h 1465296"/>
                <a:gd name="connsiteX459" fmla="*/ 621564 w 1886218"/>
                <a:gd name="connsiteY459" fmla="*/ 122220 h 1465296"/>
                <a:gd name="connsiteX460" fmla="*/ 618873 w 1886218"/>
                <a:gd name="connsiteY460" fmla="*/ 119534 h 1465296"/>
                <a:gd name="connsiteX461" fmla="*/ 613492 w 1886218"/>
                <a:gd name="connsiteY461" fmla="*/ 119534 h 1465296"/>
                <a:gd name="connsiteX462" fmla="*/ 612146 w 1886218"/>
                <a:gd name="connsiteY462" fmla="*/ 115505 h 1465296"/>
                <a:gd name="connsiteX463" fmla="*/ 617528 w 1886218"/>
                <a:gd name="connsiteY463" fmla="*/ 112818 h 1465296"/>
                <a:gd name="connsiteX464" fmla="*/ 621564 w 1886218"/>
                <a:gd name="connsiteY464" fmla="*/ 114162 h 1465296"/>
                <a:gd name="connsiteX465" fmla="*/ 622909 w 1886218"/>
                <a:gd name="connsiteY465" fmla="*/ 108789 h 1465296"/>
                <a:gd name="connsiteX466" fmla="*/ 620219 w 1886218"/>
                <a:gd name="connsiteY466" fmla="*/ 107446 h 1465296"/>
                <a:gd name="connsiteX467" fmla="*/ 625600 w 1886218"/>
                <a:gd name="connsiteY467" fmla="*/ 103417 h 1465296"/>
                <a:gd name="connsiteX468" fmla="*/ 632327 w 1886218"/>
                <a:gd name="connsiteY468" fmla="*/ 103417 h 1465296"/>
                <a:gd name="connsiteX469" fmla="*/ 632327 w 1886218"/>
                <a:gd name="connsiteY469" fmla="*/ 107446 h 1465296"/>
                <a:gd name="connsiteX470" fmla="*/ 637709 w 1886218"/>
                <a:gd name="connsiteY470" fmla="*/ 103417 h 1465296"/>
                <a:gd name="connsiteX471" fmla="*/ 632327 w 1886218"/>
                <a:gd name="connsiteY471" fmla="*/ 94015 h 1465296"/>
                <a:gd name="connsiteX472" fmla="*/ 636363 w 1886218"/>
                <a:gd name="connsiteY472" fmla="*/ 95358 h 1465296"/>
                <a:gd name="connsiteX473" fmla="*/ 645781 w 1886218"/>
                <a:gd name="connsiteY473" fmla="*/ 88643 h 1465296"/>
                <a:gd name="connsiteX474" fmla="*/ 645781 w 1886218"/>
                <a:gd name="connsiteY474" fmla="*/ 84614 h 1465296"/>
                <a:gd name="connsiteX475" fmla="*/ 652508 w 1886218"/>
                <a:gd name="connsiteY475" fmla="*/ 83271 h 1465296"/>
                <a:gd name="connsiteX476" fmla="*/ 653853 w 1886218"/>
                <a:gd name="connsiteY476" fmla="*/ 89986 h 1465296"/>
                <a:gd name="connsiteX477" fmla="*/ 653853 w 1886218"/>
                <a:gd name="connsiteY477" fmla="*/ 92672 h 1465296"/>
                <a:gd name="connsiteX478" fmla="*/ 648472 w 1886218"/>
                <a:gd name="connsiteY478" fmla="*/ 98045 h 1465296"/>
                <a:gd name="connsiteX479" fmla="*/ 649817 w 1886218"/>
                <a:gd name="connsiteY479" fmla="*/ 100731 h 1465296"/>
                <a:gd name="connsiteX480" fmla="*/ 644435 w 1886218"/>
                <a:gd name="connsiteY480" fmla="*/ 104760 h 1465296"/>
                <a:gd name="connsiteX481" fmla="*/ 643090 w 1886218"/>
                <a:gd name="connsiteY481" fmla="*/ 107446 h 1465296"/>
                <a:gd name="connsiteX482" fmla="*/ 645781 w 1886218"/>
                <a:gd name="connsiteY482" fmla="*/ 110132 h 1465296"/>
                <a:gd name="connsiteX483" fmla="*/ 649817 w 1886218"/>
                <a:gd name="connsiteY483" fmla="*/ 108789 h 1465296"/>
                <a:gd name="connsiteX484" fmla="*/ 651162 w 1886218"/>
                <a:gd name="connsiteY484" fmla="*/ 111475 h 1465296"/>
                <a:gd name="connsiteX485" fmla="*/ 649817 w 1886218"/>
                <a:gd name="connsiteY485" fmla="*/ 114162 h 1465296"/>
                <a:gd name="connsiteX486" fmla="*/ 645781 w 1886218"/>
                <a:gd name="connsiteY486" fmla="*/ 115505 h 1465296"/>
                <a:gd name="connsiteX487" fmla="*/ 640399 w 1886218"/>
                <a:gd name="connsiteY487" fmla="*/ 120877 h 1465296"/>
                <a:gd name="connsiteX488" fmla="*/ 637709 w 1886218"/>
                <a:gd name="connsiteY488" fmla="*/ 119534 h 1465296"/>
                <a:gd name="connsiteX489" fmla="*/ 636363 w 1886218"/>
                <a:gd name="connsiteY489" fmla="*/ 122220 h 1465296"/>
                <a:gd name="connsiteX490" fmla="*/ 632327 w 1886218"/>
                <a:gd name="connsiteY490" fmla="*/ 127592 h 1465296"/>
                <a:gd name="connsiteX491" fmla="*/ 635018 w 1886218"/>
                <a:gd name="connsiteY491" fmla="*/ 130278 h 1465296"/>
                <a:gd name="connsiteX492" fmla="*/ 643090 w 1886218"/>
                <a:gd name="connsiteY492" fmla="*/ 131622 h 1465296"/>
                <a:gd name="connsiteX493" fmla="*/ 647126 w 1886218"/>
                <a:gd name="connsiteY493" fmla="*/ 134308 h 1465296"/>
                <a:gd name="connsiteX494" fmla="*/ 651162 w 1886218"/>
                <a:gd name="connsiteY494" fmla="*/ 134308 h 1465296"/>
                <a:gd name="connsiteX495" fmla="*/ 656544 w 1886218"/>
                <a:gd name="connsiteY495" fmla="*/ 130278 h 1465296"/>
                <a:gd name="connsiteX496" fmla="*/ 661925 w 1886218"/>
                <a:gd name="connsiteY496" fmla="*/ 128935 h 1465296"/>
                <a:gd name="connsiteX497" fmla="*/ 667307 w 1886218"/>
                <a:gd name="connsiteY497" fmla="*/ 119534 h 1465296"/>
                <a:gd name="connsiteX498" fmla="*/ 672688 w 1886218"/>
                <a:gd name="connsiteY498" fmla="*/ 112818 h 1465296"/>
                <a:gd name="connsiteX499" fmla="*/ 678070 w 1886218"/>
                <a:gd name="connsiteY499" fmla="*/ 111475 h 1465296"/>
                <a:gd name="connsiteX500" fmla="*/ 682106 w 1886218"/>
                <a:gd name="connsiteY500" fmla="*/ 114162 h 1465296"/>
                <a:gd name="connsiteX501" fmla="*/ 687487 w 1886218"/>
                <a:gd name="connsiteY501" fmla="*/ 115505 h 1465296"/>
                <a:gd name="connsiteX502" fmla="*/ 691524 w 1886218"/>
                <a:gd name="connsiteY502" fmla="*/ 118191 h 1465296"/>
                <a:gd name="connsiteX503" fmla="*/ 695560 w 1886218"/>
                <a:gd name="connsiteY503" fmla="*/ 119534 h 1465296"/>
                <a:gd name="connsiteX504" fmla="*/ 702287 w 1886218"/>
                <a:gd name="connsiteY504" fmla="*/ 123563 h 1465296"/>
                <a:gd name="connsiteX505" fmla="*/ 706323 w 1886218"/>
                <a:gd name="connsiteY505" fmla="*/ 123563 h 1465296"/>
                <a:gd name="connsiteX506" fmla="*/ 706323 w 1886218"/>
                <a:gd name="connsiteY506" fmla="*/ 128935 h 1465296"/>
                <a:gd name="connsiteX507" fmla="*/ 711704 w 1886218"/>
                <a:gd name="connsiteY507" fmla="*/ 141023 h 1465296"/>
                <a:gd name="connsiteX508" fmla="*/ 711704 w 1886218"/>
                <a:gd name="connsiteY508" fmla="*/ 147739 h 1465296"/>
                <a:gd name="connsiteX509" fmla="*/ 717086 w 1886218"/>
                <a:gd name="connsiteY509" fmla="*/ 157140 h 1465296"/>
                <a:gd name="connsiteX510" fmla="*/ 738612 w 1886218"/>
                <a:gd name="connsiteY510" fmla="*/ 169228 h 1465296"/>
                <a:gd name="connsiteX511" fmla="*/ 739957 w 1886218"/>
                <a:gd name="connsiteY511" fmla="*/ 174600 h 1465296"/>
                <a:gd name="connsiteX512" fmla="*/ 746684 w 1886218"/>
                <a:gd name="connsiteY512" fmla="*/ 178629 h 1465296"/>
                <a:gd name="connsiteX513" fmla="*/ 754756 w 1886218"/>
                <a:gd name="connsiteY513" fmla="*/ 186688 h 1465296"/>
                <a:gd name="connsiteX514" fmla="*/ 757447 w 1886218"/>
                <a:gd name="connsiteY514" fmla="*/ 186688 h 1465296"/>
                <a:gd name="connsiteX515" fmla="*/ 762829 w 1886218"/>
                <a:gd name="connsiteY515" fmla="*/ 189374 h 1465296"/>
                <a:gd name="connsiteX516" fmla="*/ 764174 w 1886218"/>
                <a:gd name="connsiteY516" fmla="*/ 194746 h 1465296"/>
                <a:gd name="connsiteX517" fmla="*/ 766865 w 1886218"/>
                <a:gd name="connsiteY517" fmla="*/ 196089 h 1465296"/>
                <a:gd name="connsiteX518" fmla="*/ 769556 w 1886218"/>
                <a:gd name="connsiteY518" fmla="*/ 193403 h 1465296"/>
                <a:gd name="connsiteX519" fmla="*/ 770901 w 1886218"/>
                <a:gd name="connsiteY519" fmla="*/ 197432 h 1465296"/>
                <a:gd name="connsiteX520" fmla="*/ 778973 w 1886218"/>
                <a:gd name="connsiteY520" fmla="*/ 202805 h 1465296"/>
                <a:gd name="connsiteX521" fmla="*/ 783009 w 1886218"/>
                <a:gd name="connsiteY521" fmla="*/ 202805 h 1465296"/>
                <a:gd name="connsiteX522" fmla="*/ 783009 w 1886218"/>
                <a:gd name="connsiteY522" fmla="*/ 206834 h 1465296"/>
                <a:gd name="connsiteX523" fmla="*/ 787045 w 1886218"/>
                <a:gd name="connsiteY523" fmla="*/ 212206 h 1465296"/>
                <a:gd name="connsiteX524" fmla="*/ 788391 w 1886218"/>
                <a:gd name="connsiteY524" fmla="*/ 206834 h 1465296"/>
                <a:gd name="connsiteX525" fmla="*/ 787045 w 1886218"/>
                <a:gd name="connsiteY525" fmla="*/ 204148 h 1465296"/>
                <a:gd name="connsiteX526" fmla="*/ 788391 w 1886218"/>
                <a:gd name="connsiteY526" fmla="*/ 201462 h 1465296"/>
                <a:gd name="connsiteX527" fmla="*/ 783009 w 1886218"/>
                <a:gd name="connsiteY527" fmla="*/ 197432 h 1465296"/>
                <a:gd name="connsiteX528" fmla="*/ 783009 w 1886218"/>
                <a:gd name="connsiteY528" fmla="*/ 194746 h 1465296"/>
                <a:gd name="connsiteX529" fmla="*/ 791081 w 1886218"/>
                <a:gd name="connsiteY529" fmla="*/ 198775 h 1465296"/>
                <a:gd name="connsiteX530" fmla="*/ 792427 w 1886218"/>
                <a:gd name="connsiteY530" fmla="*/ 202805 h 1465296"/>
                <a:gd name="connsiteX531" fmla="*/ 795118 w 1886218"/>
                <a:gd name="connsiteY531" fmla="*/ 202805 h 1465296"/>
                <a:gd name="connsiteX532" fmla="*/ 796463 w 1886218"/>
                <a:gd name="connsiteY532" fmla="*/ 198775 h 1465296"/>
                <a:gd name="connsiteX533" fmla="*/ 797808 w 1886218"/>
                <a:gd name="connsiteY533" fmla="*/ 197432 h 1465296"/>
                <a:gd name="connsiteX534" fmla="*/ 804535 w 1886218"/>
                <a:gd name="connsiteY534" fmla="*/ 204148 h 1465296"/>
                <a:gd name="connsiteX535" fmla="*/ 805881 w 1886218"/>
                <a:gd name="connsiteY535" fmla="*/ 208177 h 1465296"/>
                <a:gd name="connsiteX536" fmla="*/ 809917 w 1886218"/>
                <a:gd name="connsiteY536" fmla="*/ 209520 h 1465296"/>
                <a:gd name="connsiteX537" fmla="*/ 812608 w 1886218"/>
                <a:gd name="connsiteY537" fmla="*/ 216235 h 1465296"/>
                <a:gd name="connsiteX538" fmla="*/ 815298 w 1886218"/>
                <a:gd name="connsiteY538" fmla="*/ 220265 h 1465296"/>
                <a:gd name="connsiteX539" fmla="*/ 815298 w 1886218"/>
                <a:gd name="connsiteY539" fmla="*/ 226980 h 1465296"/>
                <a:gd name="connsiteX540" fmla="*/ 817989 w 1886218"/>
                <a:gd name="connsiteY540" fmla="*/ 232352 h 1465296"/>
                <a:gd name="connsiteX541" fmla="*/ 815298 w 1886218"/>
                <a:gd name="connsiteY541" fmla="*/ 237725 h 1465296"/>
                <a:gd name="connsiteX542" fmla="*/ 815298 w 1886218"/>
                <a:gd name="connsiteY542" fmla="*/ 243097 h 1465296"/>
                <a:gd name="connsiteX543" fmla="*/ 809917 w 1886218"/>
                <a:gd name="connsiteY543" fmla="*/ 248469 h 1465296"/>
                <a:gd name="connsiteX544" fmla="*/ 799154 w 1886218"/>
                <a:gd name="connsiteY544" fmla="*/ 244440 h 1465296"/>
                <a:gd name="connsiteX545" fmla="*/ 792427 w 1886218"/>
                <a:gd name="connsiteY545" fmla="*/ 244440 h 1465296"/>
                <a:gd name="connsiteX546" fmla="*/ 792427 w 1886218"/>
                <a:gd name="connsiteY546" fmla="*/ 245783 h 1465296"/>
                <a:gd name="connsiteX547" fmla="*/ 789736 w 1886218"/>
                <a:gd name="connsiteY547" fmla="*/ 248469 h 1465296"/>
                <a:gd name="connsiteX548" fmla="*/ 784355 w 1886218"/>
                <a:gd name="connsiteY548" fmla="*/ 245783 h 1465296"/>
                <a:gd name="connsiteX549" fmla="*/ 780318 w 1886218"/>
                <a:gd name="connsiteY549" fmla="*/ 245783 h 1465296"/>
                <a:gd name="connsiteX550" fmla="*/ 780318 w 1886218"/>
                <a:gd name="connsiteY550" fmla="*/ 249812 h 1465296"/>
                <a:gd name="connsiteX551" fmla="*/ 776282 w 1886218"/>
                <a:gd name="connsiteY551" fmla="*/ 252498 h 1465296"/>
                <a:gd name="connsiteX552" fmla="*/ 776282 w 1886218"/>
                <a:gd name="connsiteY552" fmla="*/ 257871 h 1465296"/>
                <a:gd name="connsiteX553" fmla="*/ 770901 w 1886218"/>
                <a:gd name="connsiteY553" fmla="*/ 256528 h 1465296"/>
                <a:gd name="connsiteX554" fmla="*/ 765519 w 1886218"/>
                <a:gd name="connsiteY554" fmla="*/ 259214 h 1465296"/>
                <a:gd name="connsiteX555" fmla="*/ 768210 w 1886218"/>
                <a:gd name="connsiteY555" fmla="*/ 261900 h 1465296"/>
                <a:gd name="connsiteX556" fmla="*/ 773591 w 1886218"/>
                <a:gd name="connsiteY556" fmla="*/ 263243 h 1465296"/>
                <a:gd name="connsiteX557" fmla="*/ 774937 w 1886218"/>
                <a:gd name="connsiteY557" fmla="*/ 269959 h 1465296"/>
                <a:gd name="connsiteX558" fmla="*/ 778973 w 1886218"/>
                <a:gd name="connsiteY558" fmla="*/ 272645 h 1465296"/>
                <a:gd name="connsiteX559" fmla="*/ 781664 w 1886218"/>
                <a:gd name="connsiteY559" fmla="*/ 271302 h 1465296"/>
                <a:gd name="connsiteX560" fmla="*/ 788391 w 1886218"/>
                <a:gd name="connsiteY560" fmla="*/ 275331 h 1465296"/>
                <a:gd name="connsiteX561" fmla="*/ 788391 w 1886218"/>
                <a:gd name="connsiteY561" fmla="*/ 280703 h 1465296"/>
                <a:gd name="connsiteX562" fmla="*/ 795118 w 1886218"/>
                <a:gd name="connsiteY562" fmla="*/ 280703 h 1465296"/>
                <a:gd name="connsiteX563" fmla="*/ 803190 w 1886218"/>
                <a:gd name="connsiteY563" fmla="*/ 284732 h 1465296"/>
                <a:gd name="connsiteX564" fmla="*/ 811262 w 1886218"/>
                <a:gd name="connsiteY564" fmla="*/ 286075 h 1465296"/>
                <a:gd name="connsiteX565" fmla="*/ 823371 w 1886218"/>
                <a:gd name="connsiteY565" fmla="*/ 290105 h 1465296"/>
                <a:gd name="connsiteX566" fmla="*/ 830097 w 1886218"/>
                <a:gd name="connsiteY566" fmla="*/ 291448 h 1465296"/>
                <a:gd name="connsiteX567" fmla="*/ 830097 w 1886218"/>
                <a:gd name="connsiteY567" fmla="*/ 287418 h 1465296"/>
                <a:gd name="connsiteX568" fmla="*/ 831443 w 1886218"/>
                <a:gd name="connsiteY568" fmla="*/ 287418 h 1465296"/>
                <a:gd name="connsiteX569" fmla="*/ 836824 w 1886218"/>
                <a:gd name="connsiteY569" fmla="*/ 290105 h 1465296"/>
                <a:gd name="connsiteX570" fmla="*/ 836824 w 1886218"/>
                <a:gd name="connsiteY570" fmla="*/ 294134 h 1465296"/>
                <a:gd name="connsiteX571" fmla="*/ 843551 w 1886218"/>
                <a:gd name="connsiteY571" fmla="*/ 288762 h 1465296"/>
                <a:gd name="connsiteX572" fmla="*/ 846242 w 1886218"/>
                <a:gd name="connsiteY572" fmla="*/ 291448 h 1465296"/>
                <a:gd name="connsiteX573" fmla="*/ 850278 w 1886218"/>
                <a:gd name="connsiteY573" fmla="*/ 291448 h 1465296"/>
                <a:gd name="connsiteX574" fmla="*/ 852969 w 1886218"/>
                <a:gd name="connsiteY574" fmla="*/ 287418 h 1465296"/>
                <a:gd name="connsiteX575" fmla="*/ 855660 w 1886218"/>
                <a:gd name="connsiteY575" fmla="*/ 287418 h 1465296"/>
                <a:gd name="connsiteX576" fmla="*/ 855660 w 1886218"/>
                <a:gd name="connsiteY576" fmla="*/ 290105 h 1465296"/>
                <a:gd name="connsiteX577" fmla="*/ 858350 w 1886218"/>
                <a:gd name="connsiteY577" fmla="*/ 290105 h 1465296"/>
                <a:gd name="connsiteX578" fmla="*/ 866423 w 1886218"/>
                <a:gd name="connsiteY578" fmla="*/ 286075 h 1465296"/>
                <a:gd name="connsiteX579" fmla="*/ 881222 w 1886218"/>
                <a:gd name="connsiteY579" fmla="*/ 280703 h 1465296"/>
                <a:gd name="connsiteX580" fmla="*/ 885258 w 1886218"/>
                <a:gd name="connsiteY580" fmla="*/ 280703 h 1465296"/>
                <a:gd name="connsiteX581" fmla="*/ 883913 w 1886218"/>
                <a:gd name="connsiteY581" fmla="*/ 284732 h 1465296"/>
                <a:gd name="connsiteX582" fmla="*/ 883913 w 1886218"/>
                <a:gd name="connsiteY582" fmla="*/ 287418 h 1465296"/>
                <a:gd name="connsiteX583" fmla="*/ 883913 w 1886218"/>
                <a:gd name="connsiteY583" fmla="*/ 290105 h 1465296"/>
                <a:gd name="connsiteX584" fmla="*/ 885258 w 1886218"/>
                <a:gd name="connsiteY584" fmla="*/ 290105 h 1465296"/>
                <a:gd name="connsiteX585" fmla="*/ 886603 w 1886218"/>
                <a:gd name="connsiteY585" fmla="*/ 295477 h 1465296"/>
                <a:gd name="connsiteX586" fmla="*/ 885258 w 1886218"/>
                <a:gd name="connsiteY586" fmla="*/ 299506 h 1465296"/>
                <a:gd name="connsiteX587" fmla="*/ 886603 w 1886218"/>
                <a:gd name="connsiteY587" fmla="*/ 302192 h 1465296"/>
                <a:gd name="connsiteX588" fmla="*/ 887948 w 1886218"/>
                <a:gd name="connsiteY588" fmla="*/ 303535 h 1465296"/>
                <a:gd name="connsiteX589" fmla="*/ 890639 w 1886218"/>
                <a:gd name="connsiteY589" fmla="*/ 299506 h 1465296"/>
                <a:gd name="connsiteX590" fmla="*/ 894675 w 1886218"/>
                <a:gd name="connsiteY590" fmla="*/ 302192 h 1465296"/>
                <a:gd name="connsiteX591" fmla="*/ 893330 w 1886218"/>
                <a:gd name="connsiteY591" fmla="*/ 307565 h 1465296"/>
                <a:gd name="connsiteX592" fmla="*/ 890639 w 1886218"/>
                <a:gd name="connsiteY592" fmla="*/ 315623 h 1465296"/>
                <a:gd name="connsiteX593" fmla="*/ 891985 w 1886218"/>
                <a:gd name="connsiteY593" fmla="*/ 320995 h 1465296"/>
                <a:gd name="connsiteX594" fmla="*/ 893330 w 1886218"/>
                <a:gd name="connsiteY594" fmla="*/ 322339 h 1465296"/>
                <a:gd name="connsiteX595" fmla="*/ 897366 w 1886218"/>
                <a:gd name="connsiteY595" fmla="*/ 318309 h 1465296"/>
                <a:gd name="connsiteX596" fmla="*/ 897366 w 1886218"/>
                <a:gd name="connsiteY596" fmla="*/ 311594 h 1465296"/>
                <a:gd name="connsiteX597" fmla="*/ 900057 w 1886218"/>
                <a:gd name="connsiteY597" fmla="*/ 308908 h 1465296"/>
                <a:gd name="connsiteX598" fmla="*/ 901402 w 1886218"/>
                <a:gd name="connsiteY598" fmla="*/ 308908 h 1465296"/>
                <a:gd name="connsiteX599" fmla="*/ 900057 w 1886218"/>
                <a:gd name="connsiteY599" fmla="*/ 315623 h 1465296"/>
                <a:gd name="connsiteX600" fmla="*/ 897366 w 1886218"/>
                <a:gd name="connsiteY600" fmla="*/ 323682 h 1465296"/>
                <a:gd name="connsiteX601" fmla="*/ 893330 w 1886218"/>
                <a:gd name="connsiteY601" fmla="*/ 329054 h 1465296"/>
                <a:gd name="connsiteX602" fmla="*/ 891985 w 1886218"/>
                <a:gd name="connsiteY602" fmla="*/ 338455 h 1465296"/>
                <a:gd name="connsiteX603" fmla="*/ 896021 w 1886218"/>
                <a:gd name="connsiteY603" fmla="*/ 343828 h 1465296"/>
                <a:gd name="connsiteX604" fmla="*/ 896021 w 1886218"/>
                <a:gd name="connsiteY604" fmla="*/ 353229 h 1465296"/>
                <a:gd name="connsiteX605" fmla="*/ 894675 w 1886218"/>
                <a:gd name="connsiteY605" fmla="*/ 359945 h 1465296"/>
                <a:gd name="connsiteX606" fmla="*/ 900057 w 1886218"/>
                <a:gd name="connsiteY606" fmla="*/ 363974 h 1465296"/>
                <a:gd name="connsiteX607" fmla="*/ 900057 w 1886218"/>
                <a:gd name="connsiteY607" fmla="*/ 366660 h 1465296"/>
                <a:gd name="connsiteX608" fmla="*/ 897366 w 1886218"/>
                <a:gd name="connsiteY608" fmla="*/ 370689 h 1465296"/>
                <a:gd name="connsiteX609" fmla="*/ 900057 w 1886218"/>
                <a:gd name="connsiteY609" fmla="*/ 373375 h 1465296"/>
                <a:gd name="connsiteX610" fmla="*/ 902748 w 1886218"/>
                <a:gd name="connsiteY610" fmla="*/ 381434 h 1465296"/>
                <a:gd name="connsiteX611" fmla="*/ 904093 w 1886218"/>
                <a:gd name="connsiteY611" fmla="*/ 397551 h 1465296"/>
                <a:gd name="connsiteX612" fmla="*/ 904093 w 1886218"/>
                <a:gd name="connsiteY612" fmla="*/ 381434 h 1465296"/>
                <a:gd name="connsiteX613" fmla="*/ 901402 w 1886218"/>
                <a:gd name="connsiteY613" fmla="*/ 368003 h 1465296"/>
                <a:gd name="connsiteX614" fmla="*/ 902748 w 1886218"/>
                <a:gd name="connsiteY614" fmla="*/ 357259 h 1465296"/>
                <a:gd name="connsiteX615" fmla="*/ 908129 w 1886218"/>
                <a:gd name="connsiteY615" fmla="*/ 346514 h 1465296"/>
                <a:gd name="connsiteX616" fmla="*/ 912165 w 1886218"/>
                <a:gd name="connsiteY616" fmla="*/ 346514 h 1465296"/>
                <a:gd name="connsiteX617" fmla="*/ 912165 w 1886218"/>
                <a:gd name="connsiteY617" fmla="*/ 351886 h 1465296"/>
                <a:gd name="connsiteX618" fmla="*/ 910820 w 1886218"/>
                <a:gd name="connsiteY618" fmla="*/ 351886 h 1465296"/>
                <a:gd name="connsiteX619" fmla="*/ 909475 w 1886218"/>
                <a:gd name="connsiteY619" fmla="*/ 355915 h 1465296"/>
                <a:gd name="connsiteX620" fmla="*/ 910820 w 1886218"/>
                <a:gd name="connsiteY620" fmla="*/ 357259 h 1465296"/>
                <a:gd name="connsiteX621" fmla="*/ 914856 w 1886218"/>
                <a:gd name="connsiteY621" fmla="*/ 355915 h 1465296"/>
                <a:gd name="connsiteX622" fmla="*/ 916201 w 1886218"/>
                <a:gd name="connsiteY622" fmla="*/ 357259 h 1465296"/>
                <a:gd name="connsiteX623" fmla="*/ 918892 w 1886218"/>
                <a:gd name="connsiteY623" fmla="*/ 354572 h 1465296"/>
                <a:gd name="connsiteX624" fmla="*/ 918892 w 1886218"/>
                <a:gd name="connsiteY624" fmla="*/ 349200 h 1465296"/>
                <a:gd name="connsiteX625" fmla="*/ 914856 w 1886218"/>
                <a:gd name="connsiteY625" fmla="*/ 345171 h 1465296"/>
                <a:gd name="connsiteX626" fmla="*/ 914856 w 1886218"/>
                <a:gd name="connsiteY626" fmla="*/ 342485 h 1465296"/>
                <a:gd name="connsiteX627" fmla="*/ 920238 w 1886218"/>
                <a:gd name="connsiteY627" fmla="*/ 341142 h 1465296"/>
                <a:gd name="connsiteX628" fmla="*/ 921583 w 1886218"/>
                <a:gd name="connsiteY628" fmla="*/ 338455 h 1465296"/>
                <a:gd name="connsiteX629" fmla="*/ 916201 w 1886218"/>
                <a:gd name="connsiteY629" fmla="*/ 334426 h 1465296"/>
                <a:gd name="connsiteX630" fmla="*/ 917547 w 1886218"/>
                <a:gd name="connsiteY630" fmla="*/ 330397 h 1465296"/>
                <a:gd name="connsiteX631" fmla="*/ 918892 w 1886218"/>
                <a:gd name="connsiteY631" fmla="*/ 320995 h 1465296"/>
                <a:gd name="connsiteX632" fmla="*/ 924274 w 1886218"/>
                <a:gd name="connsiteY632" fmla="*/ 307565 h 1465296"/>
                <a:gd name="connsiteX633" fmla="*/ 922928 w 1886218"/>
                <a:gd name="connsiteY633" fmla="*/ 303535 h 1465296"/>
                <a:gd name="connsiteX634" fmla="*/ 922928 w 1886218"/>
                <a:gd name="connsiteY634" fmla="*/ 299506 h 1465296"/>
                <a:gd name="connsiteX635" fmla="*/ 926965 w 1886218"/>
                <a:gd name="connsiteY635" fmla="*/ 296820 h 1465296"/>
                <a:gd name="connsiteX636" fmla="*/ 933691 w 1886218"/>
                <a:gd name="connsiteY636" fmla="*/ 296820 h 1465296"/>
                <a:gd name="connsiteX637" fmla="*/ 933691 w 1886218"/>
                <a:gd name="connsiteY637" fmla="*/ 294134 h 1465296"/>
                <a:gd name="connsiteX638" fmla="*/ 936382 w 1886218"/>
                <a:gd name="connsiteY638" fmla="*/ 291448 h 1465296"/>
                <a:gd name="connsiteX639" fmla="*/ 940418 w 1886218"/>
                <a:gd name="connsiteY639" fmla="*/ 291448 h 1465296"/>
                <a:gd name="connsiteX640" fmla="*/ 941764 w 1886218"/>
                <a:gd name="connsiteY640" fmla="*/ 294134 h 1465296"/>
                <a:gd name="connsiteX641" fmla="*/ 945800 w 1886218"/>
                <a:gd name="connsiteY641" fmla="*/ 291448 h 1465296"/>
                <a:gd name="connsiteX642" fmla="*/ 948490 w 1886218"/>
                <a:gd name="connsiteY642" fmla="*/ 287418 h 1465296"/>
                <a:gd name="connsiteX643" fmla="*/ 951181 w 1886218"/>
                <a:gd name="connsiteY643" fmla="*/ 287418 h 1465296"/>
                <a:gd name="connsiteX644" fmla="*/ 951181 w 1886218"/>
                <a:gd name="connsiteY644" fmla="*/ 291448 h 1465296"/>
                <a:gd name="connsiteX645" fmla="*/ 953872 w 1886218"/>
                <a:gd name="connsiteY645" fmla="*/ 290105 h 1465296"/>
                <a:gd name="connsiteX646" fmla="*/ 959253 w 1886218"/>
                <a:gd name="connsiteY646" fmla="*/ 288762 h 1465296"/>
                <a:gd name="connsiteX647" fmla="*/ 961944 w 1886218"/>
                <a:gd name="connsiteY647" fmla="*/ 283389 h 1465296"/>
                <a:gd name="connsiteX648" fmla="*/ 964635 w 1886218"/>
                <a:gd name="connsiteY648" fmla="*/ 283389 h 1465296"/>
                <a:gd name="connsiteX649" fmla="*/ 967326 w 1886218"/>
                <a:gd name="connsiteY649" fmla="*/ 287418 h 1465296"/>
                <a:gd name="connsiteX650" fmla="*/ 968671 w 1886218"/>
                <a:gd name="connsiteY650" fmla="*/ 288762 h 1465296"/>
                <a:gd name="connsiteX651" fmla="*/ 971362 w 1886218"/>
                <a:gd name="connsiteY651" fmla="*/ 294134 h 1465296"/>
                <a:gd name="connsiteX652" fmla="*/ 970017 w 1886218"/>
                <a:gd name="connsiteY652" fmla="*/ 288762 h 1465296"/>
                <a:gd name="connsiteX653" fmla="*/ 968671 w 1886218"/>
                <a:gd name="connsiteY653" fmla="*/ 282046 h 1465296"/>
                <a:gd name="connsiteX654" fmla="*/ 972707 w 1886218"/>
                <a:gd name="connsiteY654" fmla="*/ 275331 h 1465296"/>
                <a:gd name="connsiteX655" fmla="*/ 976743 w 1886218"/>
                <a:gd name="connsiteY655" fmla="*/ 273988 h 1465296"/>
                <a:gd name="connsiteX656" fmla="*/ 979434 w 1886218"/>
                <a:gd name="connsiteY656" fmla="*/ 276674 h 1465296"/>
                <a:gd name="connsiteX657" fmla="*/ 983470 w 1886218"/>
                <a:gd name="connsiteY657" fmla="*/ 276674 h 1465296"/>
                <a:gd name="connsiteX658" fmla="*/ 986161 w 1886218"/>
                <a:gd name="connsiteY658" fmla="*/ 273988 h 1465296"/>
                <a:gd name="connsiteX659" fmla="*/ 988852 w 1886218"/>
                <a:gd name="connsiteY659" fmla="*/ 276674 h 1465296"/>
                <a:gd name="connsiteX660" fmla="*/ 995579 w 1886218"/>
                <a:gd name="connsiteY660" fmla="*/ 269959 h 1465296"/>
                <a:gd name="connsiteX661" fmla="*/ 992888 w 1886218"/>
                <a:gd name="connsiteY661" fmla="*/ 267272 h 1465296"/>
                <a:gd name="connsiteX662" fmla="*/ 996924 w 1886218"/>
                <a:gd name="connsiteY662" fmla="*/ 263243 h 1465296"/>
                <a:gd name="connsiteX663" fmla="*/ 991543 w 1886218"/>
                <a:gd name="connsiteY663" fmla="*/ 263243 h 1465296"/>
                <a:gd name="connsiteX664" fmla="*/ 991543 w 1886218"/>
                <a:gd name="connsiteY664" fmla="*/ 261900 h 1465296"/>
                <a:gd name="connsiteX665" fmla="*/ 987506 w 1886218"/>
                <a:gd name="connsiteY665" fmla="*/ 261900 h 1465296"/>
                <a:gd name="connsiteX666" fmla="*/ 976743 w 1886218"/>
                <a:gd name="connsiteY666" fmla="*/ 265929 h 1465296"/>
                <a:gd name="connsiteX667" fmla="*/ 974053 w 1886218"/>
                <a:gd name="connsiteY667" fmla="*/ 264586 h 1465296"/>
                <a:gd name="connsiteX668" fmla="*/ 972707 w 1886218"/>
                <a:gd name="connsiteY668" fmla="*/ 268615 h 1465296"/>
                <a:gd name="connsiteX669" fmla="*/ 967326 w 1886218"/>
                <a:gd name="connsiteY669" fmla="*/ 268615 h 1465296"/>
                <a:gd name="connsiteX670" fmla="*/ 967326 w 1886218"/>
                <a:gd name="connsiteY670" fmla="*/ 272645 h 1465296"/>
                <a:gd name="connsiteX671" fmla="*/ 967326 w 1886218"/>
                <a:gd name="connsiteY671" fmla="*/ 275331 h 1465296"/>
                <a:gd name="connsiteX672" fmla="*/ 961944 w 1886218"/>
                <a:gd name="connsiteY672" fmla="*/ 269959 h 1465296"/>
                <a:gd name="connsiteX673" fmla="*/ 963290 w 1886218"/>
                <a:gd name="connsiteY673" fmla="*/ 265929 h 1465296"/>
                <a:gd name="connsiteX674" fmla="*/ 960599 w 1886218"/>
                <a:gd name="connsiteY674" fmla="*/ 268615 h 1465296"/>
                <a:gd name="connsiteX675" fmla="*/ 959253 w 1886218"/>
                <a:gd name="connsiteY675" fmla="*/ 272645 h 1465296"/>
                <a:gd name="connsiteX676" fmla="*/ 955217 w 1886218"/>
                <a:gd name="connsiteY676" fmla="*/ 273988 h 1465296"/>
                <a:gd name="connsiteX677" fmla="*/ 951181 w 1886218"/>
                <a:gd name="connsiteY677" fmla="*/ 271302 h 1465296"/>
                <a:gd name="connsiteX678" fmla="*/ 947145 w 1886218"/>
                <a:gd name="connsiteY678" fmla="*/ 271302 h 1465296"/>
                <a:gd name="connsiteX679" fmla="*/ 945800 w 1886218"/>
                <a:gd name="connsiteY679" fmla="*/ 268615 h 1465296"/>
                <a:gd name="connsiteX680" fmla="*/ 941764 w 1886218"/>
                <a:gd name="connsiteY680" fmla="*/ 269959 h 1465296"/>
                <a:gd name="connsiteX681" fmla="*/ 941764 w 1886218"/>
                <a:gd name="connsiteY681" fmla="*/ 272645 h 1465296"/>
                <a:gd name="connsiteX682" fmla="*/ 945800 w 1886218"/>
                <a:gd name="connsiteY682" fmla="*/ 275331 h 1465296"/>
                <a:gd name="connsiteX683" fmla="*/ 945800 w 1886218"/>
                <a:gd name="connsiteY683" fmla="*/ 279360 h 1465296"/>
                <a:gd name="connsiteX684" fmla="*/ 940418 w 1886218"/>
                <a:gd name="connsiteY684" fmla="*/ 280703 h 1465296"/>
                <a:gd name="connsiteX685" fmla="*/ 939073 w 1886218"/>
                <a:gd name="connsiteY685" fmla="*/ 278017 h 1465296"/>
                <a:gd name="connsiteX686" fmla="*/ 931001 w 1886218"/>
                <a:gd name="connsiteY686" fmla="*/ 276674 h 1465296"/>
                <a:gd name="connsiteX687" fmla="*/ 931001 w 1886218"/>
                <a:gd name="connsiteY687" fmla="*/ 273988 h 1465296"/>
                <a:gd name="connsiteX688" fmla="*/ 933691 w 1886218"/>
                <a:gd name="connsiteY688" fmla="*/ 271302 h 1465296"/>
                <a:gd name="connsiteX689" fmla="*/ 935037 w 1886218"/>
                <a:gd name="connsiteY689" fmla="*/ 267272 h 1465296"/>
                <a:gd name="connsiteX690" fmla="*/ 933691 w 1886218"/>
                <a:gd name="connsiteY690" fmla="*/ 267272 h 1465296"/>
                <a:gd name="connsiteX691" fmla="*/ 931001 w 1886218"/>
                <a:gd name="connsiteY691" fmla="*/ 268615 h 1465296"/>
                <a:gd name="connsiteX692" fmla="*/ 926965 w 1886218"/>
                <a:gd name="connsiteY692" fmla="*/ 267272 h 1465296"/>
                <a:gd name="connsiteX693" fmla="*/ 928310 w 1886218"/>
                <a:gd name="connsiteY693" fmla="*/ 263243 h 1465296"/>
                <a:gd name="connsiteX694" fmla="*/ 932346 w 1886218"/>
                <a:gd name="connsiteY694" fmla="*/ 259214 h 1465296"/>
                <a:gd name="connsiteX695" fmla="*/ 939073 w 1886218"/>
                <a:gd name="connsiteY695" fmla="*/ 251155 h 1465296"/>
                <a:gd name="connsiteX696" fmla="*/ 944454 w 1886218"/>
                <a:gd name="connsiteY696" fmla="*/ 251155 h 1465296"/>
                <a:gd name="connsiteX697" fmla="*/ 949836 w 1886218"/>
                <a:gd name="connsiteY697" fmla="*/ 252498 h 1465296"/>
                <a:gd name="connsiteX698" fmla="*/ 968671 w 1886218"/>
                <a:gd name="connsiteY698" fmla="*/ 251155 h 1465296"/>
                <a:gd name="connsiteX699" fmla="*/ 982125 w 1886218"/>
                <a:gd name="connsiteY699" fmla="*/ 247126 h 1465296"/>
                <a:gd name="connsiteX700" fmla="*/ 986161 w 1886218"/>
                <a:gd name="connsiteY700" fmla="*/ 248469 h 1465296"/>
                <a:gd name="connsiteX701" fmla="*/ 991543 w 1886218"/>
                <a:gd name="connsiteY701" fmla="*/ 245783 h 1465296"/>
                <a:gd name="connsiteX702" fmla="*/ 994233 w 1886218"/>
                <a:gd name="connsiteY702" fmla="*/ 249812 h 1465296"/>
                <a:gd name="connsiteX703" fmla="*/ 998270 w 1886218"/>
                <a:gd name="connsiteY703" fmla="*/ 252498 h 1465296"/>
                <a:gd name="connsiteX704" fmla="*/ 999615 w 1886218"/>
                <a:gd name="connsiteY704" fmla="*/ 252498 h 1465296"/>
                <a:gd name="connsiteX705" fmla="*/ 1002306 w 1886218"/>
                <a:gd name="connsiteY705" fmla="*/ 256528 h 1465296"/>
                <a:gd name="connsiteX706" fmla="*/ 1000960 w 1886218"/>
                <a:gd name="connsiteY706" fmla="*/ 267272 h 1465296"/>
                <a:gd name="connsiteX707" fmla="*/ 999615 w 1886218"/>
                <a:gd name="connsiteY707" fmla="*/ 269959 h 1465296"/>
                <a:gd name="connsiteX708" fmla="*/ 1002306 w 1886218"/>
                <a:gd name="connsiteY708" fmla="*/ 271302 h 1465296"/>
                <a:gd name="connsiteX709" fmla="*/ 1000960 w 1886218"/>
                <a:gd name="connsiteY709" fmla="*/ 273988 h 1465296"/>
                <a:gd name="connsiteX710" fmla="*/ 996924 w 1886218"/>
                <a:gd name="connsiteY710" fmla="*/ 276674 h 1465296"/>
                <a:gd name="connsiteX711" fmla="*/ 998270 w 1886218"/>
                <a:gd name="connsiteY711" fmla="*/ 278017 h 1465296"/>
                <a:gd name="connsiteX712" fmla="*/ 999615 w 1886218"/>
                <a:gd name="connsiteY712" fmla="*/ 279360 h 1465296"/>
                <a:gd name="connsiteX713" fmla="*/ 1000960 w 1886218"/>
                <a:gd name="connsiteY713" fmla="*/ 290105 h 1465296"/>
                <a:gd name="connsiteX714" fmla="*/ 1004996 w 1886218"/>
                <a:gd name="connsiteY714" fmla="*/ 290105 h 1465296"/>
                <a:gd name="connsiteX715" fmla="*/ 1007687 w 1886218"/>
                <a:gd name="connsiteY715" fmla="*/ 291448 h 1465296"/>
                <a:gd name="connsiteX716" fmla="*/ 1007687 w 1886218"/>
                <a:gd name="connsiteY716" fmla="*/ 294134 h 1465296"/>
                <a:gd name="connsiteX717" fmla="*/ 1003651 w 1886218"/>
                <a:gd name="connsiteY717" fmla="*/ 296820 h 1465296"/>
                <a:gd name="connsiteX718" fmla="*/ 1003651 w 1886218"/>
                <a:gd name="connsiteY718" fmla="*/ 300849 h 1465296"/>
                <a:gd name="connsiteX719" fmla="*/ 1000960 w 1886218"/>
                <a:gd name="connsiteY719" fmla="*/ 304878 h 1465296"/>
                <a:gd name="connsiteX720" fmla="*/ 1006342 w 1886218"/>
                <a:gd name="connsiteY720" fmla="*/ 304878 h 1465296"/>
                <a:gd name="connsiteX721" fmla="*/ 1011723 w 1886218"/>
                <a:gd name="connsiteY721" fmla="*/ 306222 h 1465296"/>
                <a:gd name="connsiteX722" fmla="*/ 1011723 w 1886218"/>
                <a:gd name="connsiteY722" fmla="*/ 307565 h 1465296"/>
                <a:gd name="connsiteX723" fmla="*/ 1014414 w 1886218"/>
                <a:gd name="connsiteY723" fmla="*/ 307565 h 1465296"/>
                <a:gd name="connsiteX724" fmla="*/ 1017105 w 1886218"/>
                <a:gd name="connsiteY724" fmla="*/ 311594 h 1465296"/>
                <a:gd name="connsiteX725" fmla="*/ 1022486 w 1886218"/>
                <a:gd name="connsiteY725" fmla="*/ 311594 h 1465296"/>
                <a:gd name="connsiteX726" fmla="*/ 1027868 w 1886218"/>
                <a:gd name="connsiteY726" fmla="*/ 308908 h 1465296"/>
                <a:gd name="connsiteX727" fmla="*/ 1029213 w 1886218"/>
                <a:gd name="connsiteY727" fmla="*/ 310251 h 1465296"/>
                <a:gd name="connsiteX728" fmla="*/ 1029213 w 1886218"/>
                <a:gd name="connsiteY728" fmla="*/ 314280 h 1465296"/>
                <a:gd name="connsiteX729" fmla="*/ 1030558 w 1886218"/>
                <a:gd name="connsiteY729" fmla="*/ 315623 h 1465296"/>
                <a:gd name="connsiteX730" fmla="*/ 1033249 w 1886218"/>
                <a:gd name="connsiteY730" fmla="*/ 314280 h 1465296"/>
                <a:gd name="connsiteX731" fmla="*/ 1035940 w 1886218"/>
                <a:gd name="connsiteY731" fmla="*/ 316966 h 1465296"/>
                <a:gd name="connsiteX732" fmla="*/ 1034595 w 1886218"/>
                <a:gd name="connsiteY732" fmla="*/ 319652 h 1465296"/>
                <a:gd name="connsiteX733" fmla="*/ 1034595 w 1886218"/>
                <a:gd name="connsiteY733" fmla="*/ 323682 h 1465296"/>
                <a:gd name="connsiteX734" fmla="*/ 1035940 w 1886218"/>
                <a:gd name="connsiteY734" fmla="*/ 323682 h 1465296"/>
                <a:gd name="connsiteX735" fmla="*/ 1037285 w 1886218"/>
                <a:gd name="connsiteY735" fmla="*/ 327711 h 1465296"/>
                <a:gd name="connsiteX736" fmla="*/ 1044012 w 1886218"/>
                <a:gd name="connsiteY736" fmla="*/ 334426 h 1465296"/>
                <a:gd name="connsiteX737" fmla="*/ 1044012 w 1886218"/>
                <a:gd name="connsiteY737" fmla="*/ 337112 h 1465296"/>
                <a:gd name="connsiteX738" fmla="*/ 1049394 w 1886218"/>
                <a:gd name="connsiteY738" fmla="*/ 334426 h 1465296"/>
                <a:gd name="connsiteX739" fmla="*/ 1052085 w 1886218"/>
                <a:gd name="connsiteY739" fmla="*/ 335769 h 1465296"/>
                <a:gd name="connsiteX740" fmla="*/ 1052085 w 1886218"/>
                <a:gd name="connsiteY740" fmla="*/ 339798 h 1465296"/>
                <a:gd name="connsiteX741" fmla="*/ 1053430 w 1886218"/>
                <a:gd name="connsiteY741" fmla="*/ 339798 h 1465296"/>
                <a:gd name="connsiteX742" fmla="*/ 1058812 w 1886218"/>
                <a:gd name="connsiteY742" fmla="*/ 345171 h 1465296"/>
                <a:gd name="connsiteX743" fmla="*/ 1065538 w 1886218"/>
                <a:gd name="connsiteY743" fmla="*/ 342485 h 1465296"/>
                <a:gd name="connsiteX744" fmla="*/ 1073611 w 1886218"/>
                <a:gd name="connsiteY744" fmla="*/ 342485 h 1465296"/>
                <a:gd name="connsiteX745" fmla="*/ 1076301 w 1886218"/>
                <a:gd name="connsiteY745" fmla="*/ 338455 h 1465296"/>
                <a:gd name="connsiteX746" fmla="*/ 1083028 w 1886218"/>
                <a:gd name="connsiteY746" fmla="*/ 334426 h 1465296"/>
                <a:gd name="connsiteX747" fmla="*/ 1084374 w 1886218"/>
                <a:gd name="connsiteY747" fmla="*/ 334426 h 1465296"/>
                <a:gd name="connsiteX748" fmla="*/ 1085719 w 1886218"/>
                <a:gd name="connsiteY748" fmla="*/ 337112 h 1465296"/>
                <a:gd name="connsiteX749" fmla="*/ 1096482 w 1886218"/>
                <a:gd name="connsiteY749" fmla="*/ 337112 h 1465296"/>
                <a:gd name="connsiteX750" fmla="*/ 1104554 w 1886218"/>
                <a:gd name="connsiteY750" fmla="*/ 343828 h 1465296"/>
                <a:gd name="connsiteX751" fmla="*/ 1108590 w 1886218"/>
                <a:gd name="connsiteY751" fmla="*/ 345171 h 1465296"/>
                <a:gd name="connsiteX752" fmla="*/ 1112627 w 1886218"/>
                <a:gd name="connsiteY752" fmla="*/ 347857 h 1465296"/>
                <a:gd name="connsiteX753" fmla="*/ 1115317 w 1886218"/>
                <a:gd name="connsiteY753" fmla="*/ 346514 h 1465296"/>
                <a:gd name="connsiteX754" fmla="*/ 1124735 w 1886218"/>
                <a:gd name="connsiteY754" fmla="*/ 343828 h 1465296"/>
                <a:gd name="connsiteX755" fmla="*/ 1127426 w 1886218"/>
                <a:gd name="connsiteY755" fmla="*/ 349200 h 1465296"/>
                <a:gd name="connsiteX756" fmla="*/ 1130116 w 1886218"/>
                <a:gd name="connsiteY756" fmla="*/ 347857 h 1465296"/>
                <a:gd name="connsiteX757" fmla="*/ 1130116 w 1886218"/>
                <a:gd name="connsiteY757" fmla="*/ 341142 h 1465296"/>
                <a:gd name="connsiteX758" fmla="*/ 1126080 w 1886218"/>
                <a:gd name="connsiteY758" fmla="*/ 337112 h 1465296"/>
                <a:gd name="connsiteX759" fmla="*/ 1124735 w 1886218"/>
                <a:gd name="connsiteY759" fmla="*/ 330397 h 1465296"/>
                <a:gd name="connsiteX760" fmla="*/ 1126080 w 1886218"/>
                <a:gd name="connsiteY760" fmla="*/ 327711 h 1465296"/>
                <a:gd name="connsiteX761" fmla="*/ 1128771 w 1886218"/>
                <a:gd name="connsiteY761" fmla="*/ 329054 h 1465296"/>
                <a:gd name="connsiteX762" fmla="*/ 1131462 w 1886218"/>
                <a:gd name="connsiteY762" fmla="*/ 337112 h 1465296"/>
                <a:gd name="connsiteX763" fmla="*/ 1132807 w 1886218"/>
                <a:gd name="connsiteY763" fmla="*/ 343828 h 1465296"/>
                <a:gd name="connsiteX764" fmla="*/ 1140879 w 1886218"/>
                <a:gd name="connsiteY764" fmla="*/ 351886 h 1465296"/>
                <a:gd name="connsiteX765" fmla="*/ 1143570 w 1886218"/>
                <a:gd name="connsiteY765" fmla="*/ 354572 h 1465296"/>
                <a:gd name="connsiteX766" fmla="*/ 1146261 w 1886218"/>
                <a:gd name="connsiteY766" fmla="*/ 361288 h 1465296"/>
                <a:gd name="connsiteX767" fmla="*/ 1146261 w 1886218"/>
                <a:gd name="connsiteY767" fmla="*/ 350543 h 1465296"/>
                <a:gd name="connsiteX768" fmla="*/ 1143570 w 1886218"/>
                <a:gd name="connsiteY768" fmla="*/ 346514 h 1465296"/>
                <a:gd name="connsiteX769" fmla="*/ 1136843 w 1886218"/>
                <a:gd name="connsiteY769" fmla="*/ 343828 h 1465296"/>
                <a:gd name="connsiteX770" fmla="*/ 1134152 w 1886218"/>
                <a:gd name="connsiteY770" fmla="*/ 335769 h 1465296"/>
                <a:gd name="connsiteX771" fmla="*/ 1131462 w 1886218"/>
                <a:gd name="connsiteY771" fmla="*/ 326368 h 1465296"/>
                <a:gd name="connsiteX772" fmla="*/ 1132807 w 1886218"/>
                <a:gd name="connsiteY772" fmla="*/ 322339 h 1465296"/>
                <a:gd name="connsiteX773" fmla="*/ 1135498 w 1886218"/>
                <a:gd name="connsiteY773" fmla="*/ 322339 h 1465296"/>
                <a:gd name="connsiteX774" fmla="*/ 1135498 w 1886218"/>
                <a:gd name="connsiteY774" fmla="*/ 326368 h 1465296"/>
                <a:gd name="connsiteX775" fmla="*/ 1138189 w 1886218"/>
                <a:gd name="connsiteY775" fmla="*/ 327711 h 1465296"/>
                <a:gd name="connsiteX776" fmla="*/ 1140879 w 1886218"/>
                <a:gd name="connsiteY776" fmla="*/ 326368 h 1465296"/>
                <a:gd name="connsiteX777" fmla="*/ 1140879 w 1886218"/>
                <a:gd name="connsiteY777" fmla="*/ 322339 h 1465296"/>
                <a:gd name="connsiteX778" fmla="*/ 1138189 w 1886218"/>
                <a:gd name="connsiteY778" fmla="*/ 318309 h 1465296"/>
                <a:gd name="connsiteX779" fmla="*/ 1139534 w 1886218"/>
                <a:gd name="connsiteY779" fmla="*/ 315623 h 1465296"/>
                <a:gd name="connsiteX780" fmla="*/ 1138189 w 1886218"/>
                <a:gd name="connsiteY780" fmla="*/ 312937 h 1465296"/>
                <a:gd name="connsiteX781" fmla="*/ 1139534 w 1886218"/>
                <a:gd name="connsiteY781" fmla="*/ 308908 h 1465296"/>
                <a:gd name="connsiteX782" fmla="*/ 1143570 w 1886218"/>
                <a:gd name="connsiteY782" fmla="*/ 308908 h 1465296"/>
                <a:gd name="connsiteX783" fmla="*/ 1146261 w 1886218"/>
                <a:gd name="connsiteY783" fmla="*/ 312937 h 1465296"/>
                <a:gd name="connsiteX784" fmla="*/ 1146261 w 1886218"/>
                <a:gd name="connsiteY784" fmla="*/ 316966 h 1465296"/>
                <a:gd name="connsiteX785" fmla="*/ 1147606 w 1886218"/>
                <a:gd name="connsiteY785" fmla="*/ 318309 h 1465296"/>
                <a:gd name="connsiteX786" fmla="*/ 1148952 w 1886218"/>
                <a:gd name="connsiteY786" fmla="*/ 315623 h 1465296"/>
                <a:gd name="connsiteX787" fmla="*/ 1154333 w 1886218"/>
                <a:gd name="connsiteY787" fmla="*/ 312937 h 1465296"/>
                <a:gd name="connsiteX788" fmla="*/ 1155679 w 1886218"/>
                <a:gd name="connsiteY788" fmla="*/ 307565 h 1465296"/>
                <a:gd name="connsiteX789" fmla="*/ 1161060 w 1886218"/>
                <a:gd name="connsiteY789" fmla="*/ 307565 h 1465296"/>
                <a:gd name="connsiteX790" fmla="*/ 1163751 w 1886218"/>
                <a:gd name="connsiteY790" fmla="*/ 311594 h 1465296"/>
                <a:gd name="connsiteX791" fmla="*/ 1161060 w 1886218"/>
                <a:gd name="connsiteY791" fmla="*/ 315623 h 1465296"/>
                <a:gd name="connsiteX792" fmla="*/ 1161060 w 1886218"/>
                <a:gd name="connsiteY792" fmla="*/ 318309 h 1465296"/>
                <a:gd name="connsiteX793" fmla="*/ 1162405 w 1886218"/>
                <a:gd name="connsiteY793" fmla="*/ 314280 h 1465296"/>
                <a:gd name="connsiteX794" fmla="*/ 1165096 w 1886218"/>
                <a:gd name="connsiteY794" fmla="*/ 314280 h 1465296"/>
                <a:gd name="connsiteX795" fmla="*/ 1169132 w 1886218"/>
                <a:gd name="connsiteY795" fmla="*/ 316966 h 1465296"/>
                <a:gd name="connsiteX796" fmla="*/ 1169132 w 1886218"/>
                <a:gd name="connsiteY796" fmla="*/ 323682 h 1465296"/>
                <a:gd name="connsiteX797" fmla="*/ 1166442 w 1886218"/>
                <a:gd name="connsiteY797" fmla="*/ 326368 h 1465296"/>
                <a:gd name="connsiteX798" fmla="*/ 1170478 w 1886218"/>
                <a:gd name="connsiteY798" fmla="*/ 330397 h 1465296"/>
                <a:gd name="connsiteX799" fmla="*/ 1174514 w 1886218"/>
                <a:gd name="connsiteY799" fmla="*/ 329054 h 1465296"/>
                <a:gd name="connsiteX800" fmla="*/ 1177204 w 1886218"/>
                <a:gd name="connsiteY800" fmla="*/ 330397 h 1465296"/>
                <a:gd name="connsiteX801" fmla="*/ 1175859 w 1886218"/>
                <a:gd name="connsiteY801" fmla="*/ 334426 h 1465296"/>
                <a:gd name="connsiteX802" fmla="*/ 1170478 w 1886218"/>
                <a:gd name="connsiteY802" fmla="*/ 337112 h 1465296"/>
                <a:gd name="connsiteX803" fmla="*/ 1169132 w 1886218"/>
                <a:gd name="connsiteY803" fmla="*/ 339798 h 1465296"/>
                <a:gd name="connsiteX804" fmla="*/ 1173169 w 1886218"/>
                <a:gd name="connsiteY804" fmla="*/ 341142 h 1465296"/>
                <a:gd name="connsiteX805" fmla="*/ 1178550 w 1886218"/>
                <a:gd name="connsiteY805" fmla="*/ 337112 h 1465296"/>
                <a:gd name="connsiteX806" fmla="*/ 1181241 w 1886218"/>
                <a:gd name="connsiteY806" fmla="*/ 331740 h 1465296"/>
                <a:gd name="connsiteX807" fmla="*/ 1187968 w 1886218"/>
                <a:gd name="connsiteY807" fmla="*/ 330397 h 1465296"/>
                <a:gd name="connsiteX808" fmla="*/ 1193349 w 1886218"/>
                <a:gd name="connsiteY808" fmla="*/ 330397 h 1465296"/>
                <a:gd name="connsiteX809" fmla="*/ 1193349 w 1886218"/>
                <a:gd name="connsiteY809" fmla="*/ 333083 h 1465296"/>
                <a:gd name="connsiteX810" fmla="*/ 1189313 w 1886218"/>
                <a:gd name="connsiteY810" fmla="*/ 334426 h 1465296"/>
                <a:gd name="connsiteX811" fmla="*/ 1186622 w 1886218"/>
                <a:gd name="connsiteY811" fmla="*/ 337112 h 1465296"/>
                <a:gd name="connsiteX812" fmla="*/ 1185277 w 1886218"/>
                <a:gd name="connsiteY812" fmla="*/ 342485 h 1465296"/>
                <a:gd name="connsiteX813" fmla="*/ 1178550 w 1886218"/>
                <a:gd name="connsiteY813" fmla="*/ 347857 h 1465296"/>
                <a:gd name="connsiteX814" fmla="*/ 1177204 w 1886218"/>
                <a:gd name="connsiteY814" fmla="*/ 350543 h 1465296"/>
                <a:gd name="connsiteX815" fmla="*/ 1170478 w 1886218"/>
                <a:gd name="connsiteY815" fmla="*/ 357259 h 1465296"/>
                <a:gd name="connsiteX816" fmla="*/ 1170478 w 1886218"/>
                <a:gd name="connsiteY816" fmla="*/ 361288 h 1465296"/>
                <a:gd name="connsiteX817" fmla="*/ 1167787 w 1886218"/>
                <a:gd name="connsiteY817" fmla="*/ 363974 h 1465296"/>
                <a:gd name="connsiteX818" fmla="*/ 1166442 w 1886218"/>
                <a:gd name="connsiteY818" fmla="*/ 359945 h 1465296"/>
                <a:gd name="connsiteX819" fmla="*/ 1163751 w 1886218"/>
                <a:gd name="connsiteY819" fmla="*/ 363974 h 1465296"/>
                <a:gd name="connsiteX820" fmla="*/ 1161060 w 1886218"/>
                <a:gd name="connsiteY820" fmla="*/ 372032 h 1465296"/>
                <a:gd name="connsiteX821" fmla="*/ 1162405 w 1886218"/>
                <a:gd name="connsiteY821" fmla="*/ 376062 h 1465296"/>
                <a:gd name="connsiteX822" fmla="*/ 1166442 w 1886218"/>
                <a:gd name="connsiteY822" fmla="*/ 373375 h 1465296"/>
                <a:gd name="connsiteX823" fmla="*/ 1169132 w 1886218"/>
                <a:gd name="connsiteY823" fmla="*/ 373375 h 1465296"/>
                <a:gd name="connsiteX824" fmla="*/ 1169132 w 1886218"/>
                <a:gd name="connsiteY824" fmla="*/ 378748 h 1465296"/>
                <a:gd name="connsiteX825" fmla="*/ 1163751 w 1886218"/>
                <a:gd name="connsiteY825" fmla="*/ 381434 h 1465296"/>
                <a:gd name="connsiteX826" fmla="*/ 1163751 w 1886218"/>
                <a:gd name="connsiteY826" fmla="*/ 385463 h 1465296"/>
                <a:gd name="connsiteX827" fmla="*/ 1170478 w 1886218"/>
                <a:gd name="connsiteY827" fmla="*/ 382777 h 1465296"/>
                <a:gd name="connsiteX828" fmla="*/ 1173169 w 1886218"/>
                <a:gd name="connsiteY828" fmla="*/ 378748 h 1465296"/>
                <a:gd name="connsiteX829" fmla="*/ 1177204 w 1886218"/>
                <a:gd name="connsiteY829" fmla="*/ 380091 h 1465296"/>
                <a:gd name="connsiteX830" fmla="*/ 1174514 w 1886218"/>
                <a:gd name="connsiteY830" fmla="*/ 385463 h 1465296"/>
                <a:gd name="connsiteX831" fmla="*/ 1170478 w 1886218"/>
                <a:gd name="connsiteY831" fmla="*/ 388149 h 1465296"/>
                <a:gd name="connsiteX832" fmla="*/ 1173169 w 1886218"/>
                <a:gd name="connsiteY832" fmla="*/ 388149 h 1465296"/>
                <a:gd name="connsiteX833" fmla="*/ 1177204 w 1886218"/>
                <a:gd name="connsiteY833" fmla="*/ 386806 h 1465296"/>
                <a:gd name="connsiteX834" fmla="*/ 1175859 w 1886218"/>
                <a:gd name="connsiteY834" fmla="*/ 393522 h 1465296"/>
                <a:gd name="connsiteX835" fmla="*/ 1174514 w 1886218"/>
                <a:gd name="connsiteY835" fmla="*/ 397551 h 1465296"/>
                <a:gd name="connsiteX836" fmla="*/ 1171823 w 1886218"/>
                <a:gd name="connsiteY836" fmla="*/ 400237 h 1465296"/>
                <a:gd name="connsiteX837" fmla="*/ 1166442 w 1886218"/>
                <a:gd name="connsiteY837" fmla="*/ 398894 h 1465296"/>
                <a:gd name="connsiteX838" fmla="*/ 1163751 w 1886218"/>
                <a:gd name="connsiteY838" fmla="*/ 393522 h 1465296"/>
                <a:gd name="connsiteX839" fmla="*/ 1157024 w 1886218"/>
                <a:gd name="connsiteY839" fmla="*/ 396208 h 1465296"/>
                <a:gd name="connsiteX840" fmla="*/ 1155679 w 1886218"/>
                <a:gd name="connsiteY840" fmla="*/ 389492 h 1465296"/>
                <a:gd name="connsiteX841" fmla="*/ 1152988 w 1886218"/>
                <a:gd name="connsiteY841" fmla="*/ 389492 h 1465296"/>
                <a:gd name="connsiteX842" fmla="*/ 1151642 w 1886218"/>
                <a:gd name="connsiteY842" fmla="*/ 397551 h 1465296"/>
                <a:gd name="connsiteX843" fmla="*/ 1154333 w 1886218"/>
                <a:gd name="connsiteY843" fmla="*/ 401580 h 1465296"/>
                <a:gd name="connsiteX844" fmla="*/ 1157024 w 1886218"/>
                <a:gd name="connsiteY844" fmla="*/ 408295 h 1465296"/>
                <a:gd name="connsiteX845" fmla="*/ 1154333 w 1886218"/>
                <a:gd name="connsiteY845" fmla="*/ 420383 h 1465296"/>
                <a:gd name="connsiteX846" fmla="*/ 1159715 w 1886218"/>
                <a:gd name="connsiteY846" fmla="*/ 409639 h 1465296"/>
                <a:gd name="connsiteX847" fmla="*/ 1158369 w 1886218"/>
                <a:gd name="connsiteY847" fmla="*/ 401580 h 1465296"/>
                <a:gd name="connsiteX848" fmla="*/ 1161060 w 1886218"/>
                <a:gd name="connsiteY848" fmla="*/ 398894 h 1465296"/>
                <a:gd name="connsiteX849" fmla="*/ 1163751 w 1886218"/>
                <a:gd name="connsiteY849" fmla="*/ 401580 h 1465296"/>
                <a:gd name="connsiteX850" fmla="*/ 1170478 w 1886218"/>
                <a:gd name="connsiteY850" fmla="*/ 402923 h 1465296"/>
                <a:gd name="connsiteX851" fmla="*/ 1174514 w 1886218"/>
                <a:gd name="connsiteY851" fmla="*/ 405609 h 1465296"/>
                <a:gd name="connsiteX852" fmla="*/ 1177204 w 1886218"/>
                <a:gd name="connsiteY852" fmla="*/ 402923 h 1465296"/>
                <a:gd name="connsiteX853" fmla="*/ 1178550 w 1886218"/>
                <a:gd name="connsiteY853" fmla="*/ 396208 h 1465296"/>
                <a:gd name="connsiteX854" fmla="*/ 1185277 w 1886218"/>
                <a:gd name="connsiteY854" fmla="*/ 394865 h 1465296"/>
                <a:gd name="connsiteX855" fmla="*/ 1189313 w 1886218"/>
                <a:gd name="connsiteY855" fmla="*/ 389492 h 1465296"/>
                <a:gd name="connsiteX856" fmla="*/ 1194694 w 1886218"/>
                <a:gd name="connsiteY856" fmla="*/ 389492 h 1465296"/>
                <a:gd name="connsiteX857" fmla="*/ 1197385 w 1886218"/>
                <a:gd name="connsiteY857" fmla="*/ 385463 h 1465296"/>
                <a:gd name="connsiteX858" fmla="*/ 1193349 w 1886218"/>
                <a:gd name="connsiteY858" fmla="*/ 388149 h 1465296"/>
                <a:gd name="connsiteX859" fmla="*/ 1189313 w 1886218"/>
                <a:gd name="connsiteY859" fmla="*/ 386806 h 1465296"/>
                <a:gd name="connsiteX860" fmla="*/ 1186622 w 1886218"/>
                <a:gd name="connsiteY860" fmla="*/ 390835 h 1465296"/>
                <a:gd name="connsiteX861" fmla="*/ 1182586 w 1886218"/>
                <a:gd name="connsiteY861" fmla="*/ 392178 h 1465296"/>
                <a:gd name="connsiteX862" fmla="*/ 1181241 w 1886218"/>
                <a:gd name="connsiteY862" fmla="*/ 392178 h 1465296"/>
                <a:gd name="connsiteX863" fmla="*/ 1183931 w 1886218"/>
                <a:gd name="connsiteY863" fmla="*/ 386806 h 1465296"/>
                <a:gd name="connsiteX864" fmla="*/ 1186622 w 1886218"/>
                <a:gd name="connsiteY864" fmla="*/ 384120 h 1465296"/>
                <a:gd name="connsiteX865" fmla="*/ 1185277 w 1886218"/>
                <a:gd name="connsiteY865" fmla="*/ 380091 h 1465296"/>
                <a:gd name="connsiteX866" fmla="*/ 1185277 w 1886218"/>
                <a:gd name="connsiteY866" fmla="*/ 377405 h 1465296"/>
                <a:gd name="connsiteX867" fmla="*/ 1187968 w 1886218"/>
                <a:gd name="connsiteY867" fmla="*/ 369346 h 1465296"/>
                <a:gd name="connsiteX868" fmla="*/ 1187968 w 1886218"/>
                <a:gd name="connsiteY868" fmla="*/ 365317 h 1465296"/>
                <a:gd name="connsiteX869" fmla="*/ 1185277 w 1886218"/>
                <a:gd name="connsiteY869" fmla="*/ 362631 h 1465296"/>
                <a:gd name="connsiteX870" fmla="*/ 1186622 w 1886218"/>
                <a:gd name="connsiteY870" fmla="*/ 361288 h 1465296"/>
                <a:gd name="connsiteX871" fmla="*/ 1190658 w 1886218"/>
                <a:gd name="connsiteY871" fmla="*/ 354572 h 1465296"/>
                <a:gd name="connsiteX872" fmla="*/ 1193349 w 1886218"/>
                <a:gd name="connsiteY872" fmla="*/ 347857 h 1465296"/>
                <a:gd name="connsiteX873" fmla="*/ 1198731 w 1886218"/>
                <a:gd name="connsiteY873" fmla="*/ 343828 h 1465296"/>
                <a:gd name="connsiteX874" fmla="*/ 1200076 w 1886218"/>
                <a:gd name="connsiteY874" fmla="*/ 345171 h 1465296"/>
                <a:gd name="connsiteX875" fmla="*/ 1198731 w 1886218"/>
                <a:gd name="connsiteY875" fmla="*/ 347857 h 1465296"/>
                <a:gd name="connsiteX876" fmla="*/ 1201421 w 1886218"/>
                <a:gd name="connsiteY876" fmla="*/ 346514 h 1465296"/>
                <a:gd name="connsiteX877" fmla="*/ 1204112 w 1886218"/>
                <a:gd name="connsiteY877" fmla="*/ 342485 h 1465296"/>
                <a:gd name="connsiteX878" fmla="*/ 1205457 w 1886218"/>
                <a:gd name="connsiteY878" fmla="*/ 345171 h 1465296"/>
                <a:gd name="connsiteX879" fmla="*/ 1208148 w 1886218"/>
                <a:gd name="connsiteY879" fmla="*/ 345171 h 1465296"/>
                <a:gd name="connsiteX880" fmla="*/ 1209494 w 1886218"/>
                <a:gd name="connsiteY880" fmla="*/ 347857 h 1465296"/>
                <a:gd name="connsiteX881" fmla="*/ 1213530 w 1886218"/>
                <a:gd name="connsiteY881" fmla="*/ 346514 h 1465296"/>
                <a:gd name="connsiteX882" fmla="*/ 1217566 w 1886218"/>
                <a:gd name="connsiteY882" fmla="*/ 342485 h 1465296"/>
                <a:gd name="connsiteX883" fmla="*/ 1228329 w 1886218"/>
                <a:gd name="connsiteY883" fmla="*/ 337112 h 1465296"/>
                <a:gd name="connsiteX884" fmla="*/ 1231020 w 1886218"/>
                <a:gd name="connsiteY884" fmla="*/ 333083 h 1465296"/>
                <a:gd name="connsiteX885" fmla="*/ 1231020 w 1886218"/>
                <a:gd name="connsiteY885" fmla="*/ 330397 h 1465296"/>
                <a:gd name="connsiteX886" fmla="*/ 1233710 w 1886218"/>
                <a:gd name="connsiteY886" fmla="*/ 329054 h 1465296"/>
                <a:gd name="connsiteX887" fmla="*/ 1239092 w 1886218"/>
                <a:gd name="connsiteY887" fmla="*/ 325025 h 1465296"/>
                <a:gd name="connsiteX888" fmla="*/ 1245819 w 1886218"/>
                <a:gd name="connsiteY888" fmla="*/ 323682 h 1465296"/>
                <a:gd name="connsiteX889" fmla="*/ 1249855 w 1886218"/>
                <a:gd name="connsiteY889" fmla="*/ 319652 h 1465296"/>
                <a:gd name="connsiteX890" fmla="*/ 1249855 w 1886218"/>
                <a:gd name="connsiteY890" fmla="*/ 316966 h 1465296"/>
                <a:gd name="connsiteX891" fmla="*/ 1251200 w 1886218"/>
                <a:gd name="connsiteY891" fmla="*/ 310251 h 1465296"/>
                <a:gd name="connsiteX892" fmla="*/ 1253891 w 1886218"/>
                <a:gd name="connsiteY892" fmla="*/ 303535 h 1465296"/>
                <a:gd name="connsiteX893" fmla="*/ 1255236 w 1886218"/>
                <a:gd name="connsiteY893" fmla="*/ 299506 h 1465296"/>
                <a:gd name="connsiteX894" fmla="*/ 1253891 w 1886218"/>
                <a:gd name="connsiteY894" fmla="*/ 296820 h 1465296"/>
                <a:gd name="connsiteX895" fmla="*/ 1249855 w 1886218"/>
                <a:gd name="connsiteY895" fmla="*/ 298163 h 1465296"/>
                <a:gd name="connsiteX896" fmla="*/ 1245819 w 1886218"/>
                <a:gd name="connsiteY896" fmla="*/ 299506 h 1465296"/>
                <a:gd name="connsiteX897" fmla="*/ 1247164 w 1886218"/>
                <a:gd name="connsiteY897" fmla="*/ 300849 h 1465296"/>
                <a:gd name="connsiteX898" fmla="*/ 1244473 w 1886218"/>
                <a:gd name="connsiteY898" fmla="*/ 306222 h 1465296"/>
                <a:gd name="connsiteX899" fmla="*/ 1240437 w 1886218"/>
                <a:gd name="connsiteY899" fmla="*/ 306222 h 1465296"/>
                <a:gd name="connsiteX900" fmla="*/ 1237746 w 1886218"/>
                <a:gd name="connsiteY900" fmla="*/ 304878 h 1465296"/>
                <a:gd name="connsiteX901" fmla="*/ 1233710 w 1886218"/>
                <a:gd name="connsiteY901" fmla="*/ 304878 h 1465296"/>
                <a:gd name="connsiteX902" fmla="*/ 1232365 w 1886218"/>
                <a:gd name="connsiteY902" fmla="*/ 302192 h 1465296"/>
                <a:gd name="connsiteX903" fmla="*/ 1236401 w 1886218"/>
                <a:gd name="connsiteY903" fmla="*/ 295477 h 1465296"/>
                <a:gd name="connsiteX904" fmla="*/ 1239092 w 1886218"/>
                <a:gd name="connsiteY904" fmla="*/ 295477 h 1465296"/>
                <a:gd name="connsiteX905" fmla="*/ 1241783 w 1886218"/>
                <a:gd name="connsiteY905" fmla="*/ 292791 h 1465296"/>
                <a:gd name="connsiteX906" fmla="*/ 1249855 w 1886218"/>
                <a:gd name="connsiteY906" fmla="*/ 288762 h 1465296"/>
                <a:gd name="connsiteX907" fmla="*/ 1249855 w 1886218"/>
                <a:gd name="connsiteY907" fmla="*/ 286075 h 1465296"/>
                <a:gd name="connsiteX908" fmla="*/ 1247164 w 1886218"/>
                <a:gd name="connsiteY908" fmla="*/ 283389 h 1465296"/>
                <a:gd name="connsiteX909" fmla="*/ 1251200 w 1886218"/>
                <a:gd name="connsiteY909" fmla="*/ 278017 h 1465296"/>
                <a:gd name="connsiteX910" fmla="*/ 1256582 w 1886218"/>
                <a:gd name="connsiteY910" fmla="*/ 276674 h 1465296"/>
                <a:gd name="connsiteX911" fmla="*/ 1263309 w 1886218"/>
                <a:gd name="connsiteY911" fmla="*/ 278017 h 1465296"/>
                <a:gd name="connsiteX912" fmla="*/ 1257927 w 1886218"/>
                <a:gd name="connsiteY912" fmla="*/ 280703 h 1465296"/>
                <a:gd name="connsiteX913" fmla="*/ 1257927 w 1886218"/>
                <a:gd name="connsiteY913" fmla="*/ 286075 h 1465296"/>
                <a:gd name="connsiteX914" fmla="*/ 1259273 w 1886218"/>
                <a:gd name="connsiteY914" fmla="*/ 287418 h 1465296"/>
                <a:gd name="connsiteX915" fmla="*/ 1264654 w 1886218"/>
                <a:gd name="connsiteY915" fmla="*/ 284732 h 1465296"/>
                <a:gd name="connsiteX916" fmla="*/ 1268690 w 1886218"/>
                <a:gd name="connsiteY916" fmla="*/ 275331 h 1465296"/>
                <a:gd name="connsiteX917" fmla="*/ 1268690 w 1886218"/>
                <a:gd name="connsiteY917" fmla="*/ 271302 h 1465296"/>
                <a:gd name="connsiteX918" fmla="*/ 1264654 w 1886218"/>
                <a:gd name="connsiteY918" fmla="*/ 269959 h 1465296"/>
                <a:gd name="connsiteX919" fmla="*/ 1259273 w 1886218"/>
                <a:gd name="connsiteY919" fmla="*/ 269959 h 1465296"/>
                <a:gd name="connsiteX920" fmla="*/ 1256582 w 1886218"/>
                <a:gd name="connsiteY920" fmla="*/ 267272 h 1465296"/>
                <a:gd name="connsiteX921" fmla="*/ 1248509 w 1886218"/>
                <a:gd name="connsiteY921" fmla="*/ 265929 h 1465296"/>
                <a:gd name="connsiteX922" fmla="*/ 1245819 w 1886218"/>
                <a:gd name="connsiteY922" fmla="*/ 259214 h 1465296"/>
                <a:gd name="connsiteX923" fmla="*/ 1247164 w 1886218"/>
                <a:gd name="connsiteY923" fmla="*/ 252498 h 1465296"/>
                <a:gd name="connsiteX924" fmla="*/ 1244473 w 1886218"/>
                <a:gd name="connsiteY924" fmla="*/ 257871 h 1465296"/>
                <a:gd name="connsiteX925" fmla="*/ 1240437 w 1886218"/>
                <a:gd name="connsiteY925" fmla="*/ 257871 h 1465296"/>
                <a:gd name="connsiteX926" fmla="*/ 1237746 w 1886218"/>
                <a:gd name="connsiteY926" fmla="*/ 253842 h 1465296"/>
                <a:gd name="connsiteX927" fmla="*/ 1233710 w 1886218"/>
                <a:gd name="connsiteY927" fmla="*/ 251155 h 1465296"/>
                <a:gd name="connsiteX928" fmla="*/ 1232365 w 1886218"/>
                <a:gd name="connsiteY928" fmla="*/ 244440 h 1465296"/>
                <a:gd name="connsiteX929" fmla="*/ 1229674 w 1886218"/>
                <a:gd name="connsiteY929" fmla="*/ 244440 h 1465296"/>
                <a:gd name="connsiteX930" fmla="*/ 1226984 w 1886218"/>
                <a:gd name="connsiteY930" fmla="*/ 244440 h 1465296"/>
                <a:gd name="connsiteX931" fmla="*/ 1225638 w 1886218"/>
                <a:gd name="connsiteY931" fmla="*/ 240411 h 1465296"/>
                <a:gd name="connsiteX932" fmla="*/ 1224293 w 1886218"/>
                <a:gd name="connsiteY932" fmla="*/ 237725 h 1465296"/>
                <a:gd name="connsiteX933" fmla="*/ 1225638 w 1886218"/>
                <a:gd name="connsiteY933" fmla="*/ 233695 h 1465296"/>
                <a:gd name="connsiteX934" fmla="*/ 1225638 w 1886218"/>
                <a:gd name="connsiteY934" fmla="*/ 229666 h 1465296"/>
                <a:gd name="connsiteX935" fmla="*/ 1224293 w 1886218"/>
                <a:gd name="connsiteY935" fmla="*/ 224294 h 1465296"/>
                <a:gd name="connsiteX936" fmla="*/ 1224293 w 1886218"/>
                <a:gd name="connsiteY936" fmla="*/ 212206 h 1465296"/>
                <a:gd name="connsiteX937" fmla="*/ 1228329 w 1886218"/>
                <a:gd name="connsiteY937" fmla="*/ 208177 h 1465296"/>
                <a:gd name="connsiteX938" fmla="*/ 1236401 w 1886218"/>
                <a:gd name="connsiteY938" fmla="*/ 200118 h 1465296"/>
                <a:gd name="connsiteX939" fmla="*/ 1241783 w 1886218"/>
                <a:gd name="connsiteY939" fmla="*/ 198775 h 1465296"/>
                <a:gd name="connsiteX940" fmla="*/ 1245819 w 1886218"/>
                <a:gd name="connsiteY940" fmla="*/ 198775 h 1465296"/>
                <a:gd name="connsiteX941" fmla="*/ 1247164 w 1886218"/>
                <a:gd name="connsiteY941" fmla="*/ 196089 h 1465296"/>
                <a:gd name="connsiteX942" fmla="*/ 1251200 w 1886218"/>
                <a:gd name="connsiteY942" fmla="*/ 193403 h 1465296"/>
                <a:gd name="connsiteX943" fmla="*/ 1251200 w 1886218"/>
                <a:gd name="connsiteY943" fmla="*/ 190717 h 1465296"/>
                <a:gd name="connsiteX944" fmla="*/ 1248509 w 1886218"/>
                <a:gd name="connsiteY944" fmla="*/ 190717 h 1465296"/>
                <a:gd name="connsiteX945" fmla="*/ 1244473 w 1886218"/>
                <a:gd name="connsiteY945" fmla="*/ 193403 h 1465296"/>
                <a:gd name="connsiteX946" fmla="*/ 1241783 w 1886218"/>
                <a:gd name="connsiteY946" fmla="*/ 192060 h 1465296"/>
                <a:gd name="connsiteX947" fmla="*/ 1241783 w 1886218"/>
                <a:gd name="connsiteY947" fmla="*/ 188031 h 1465296"/>
                <a:gd name="connsiteX948" fmla="*/ 1239092 w 1886218"/>
                <a:gd name="connsiteY948" fmla="*/ 182659 h 1465296"/>
                <a:gd name="connsiteX949" fmla="*/ 1240437 w 1886218"/>
                <a:gd name="connsiteY949" fmla="*/ 177286 h 1465296"/>
                <a:gd name="connsiteX950" fmla="*/ 1247164 w 1886218"/>
                <a:gd name="connsiteY950" fmla="*/ 170571 h 1465296"/>
                <a:gd name="connsiteX951" fmla="*/ 1251200 w 1886218"/>
                <a:gd name="connsiteY951" fmla="*/ 161169 h 1465296"/>
                <a:gd name="connsiteX952" fmla="*/ 1253891 w 1886218"/>
                <a:gd name="connsiteY952" fmla="*/ 159826 h 1465296"/>
                <a:gd name="connsiteX953" fmla="*/ 1257927 w 1886218"/>
                <a:gd name="connsiteY953" fmla="*/ 153111 h 1465296"/>
                <a:gd name="connsiteX954" fmla="*/ 1260618 w 1886218"/>
                <a:gd name="connsiteY954" fmla="*/ 153111 h 1465296"/>
                <a:gd name="connsiteX955" fmla="*/ 1264654 w 1886218"/>
                <a:gd name="connsiteY955" fmla="*/ 147739 h 1465296"/>
                <a:gd name="connsiteX956" fmla="*/ 1271381 w 1886218"/>
                <a:gd name="connsiteY956" fmla="*/ 145052 h 1465296"/>
                <a:gd name="connsiteX957" fmla="*/ 1274072 w 1886218"/>
                <a:gd name="connsiteY957" fmla="*/ 147739 h 1465296"/>
                <a:gd name="connsiteX958" fmla="*/ 1272726 w 1886218"/>
                <a:gd name="connsiteY958" fmla="*/ 153111 h 1465296"/>
                <a:gd name="connsiteX959" fmla="*/ 1275417 w 1886218"/>
                <a:gd name="connsiteY959" fmla="*/ 155797 h 1465296"/>
                <a:gd name="connsiteX960" fmla="*/ 1274072 w 1886218"/>
                <a:gd name="connsiteY960" fmla="*/ 159826 h 1465296"/>
                <a:gd name="connsiteX961" fmla="*/ 1279453 w 1886218"/>
                <a:gd name="connsiteY961" fmla="*/ 157140 h 1465296"/>
                <a:gd name="connsiteX962" fmla="*/ 1280799 w 1886218"/>
                <a:gd name="connsiteY962" fmla="*/ 153111 h 1465296"/>
                <a:gd name="connsiteX963" fmla="*/ 1286180 w 1886218"/>
                <a:gd name="connsiteY963" fmla="*/ 145052 h 1465296"/>
                <a:gd name="connsiteX964" fmla="*/ 1286180 w 1886218"/>
                <a:gd name="connsiteY964" fmla="*/ 142366 h 1465296"/>
                <a:gd name="connsiteX965" fmla="*/ 1282144 w 1886218"/>
                <a:gd name="connsiteY965" fmla="*/ 142366 h 1465296"/>
                <a:gd name="connsiteX966" fmla="*/ 1278108 w 1886218"/>
                <a:gd name="connsiteY966" fmla="*/ 139680 h 1465296"/>
                <a:gd name="connsiteX967" fmla="*/ 1274072 w 1886218"/>
                <a:gd name="connsiteY967" fmla="*/ 135651 h 1465296"/>
                <a:gd name="connsiteX968" fmla="*/ 1279453 w 1886218"/>
                <a:gd name="connsiteY968" fmla="*/ 131622 h 1465296"/>
                <a:gd name="connsiteX969" fmla="*/ 1286180 w 1886218"/>
                <a:gd name="connsiteY969" fmla="*/ 131622 h 1465296"/>
                <a:gd name="connsiteX970" fmla="*/ 1287526 w 1886218"/>
                <a:gd name="connsiteY970" fmla="*/ 128935 h 1465296"/>
                <a:gd name="connsiteX971" fmla="*/ 1295598 w 1886218"/>
                <a:gd name="connsiteY971" fmla="*/ 123563 h 1465296"/>
                <a:gd name="connsiteX972" fmla="*/ 1294252 w 1886218"/>
                <a:gd name="connsiteY972" fmla="*/ 119534 h 1465296"/>
                <a:gd name="connsiteX973" fmla="*/ 1298288 w 1886218"/>
                <a:gd name="connsiteY973" fmla="*/ 116848 h 1465296"/>
                <a:gd name="connsiteX974" fmla="*/ 1305015 w 1886218"/>
                <a:gd name="connsiteY974" fmla="*/ 119534 h 1465296"/>
                <a:gd name="connsiteX975" fmla="*/ 1313088 w 1886218"/>
                <a:gd name="connsiteY975" fmla="*/ 120877 h 1465296"/>
                <a:gd name="connsiteX976" fmla="*/ 1313088 w 1886218"/>
                <a:gd name="connsiteY976" fmla="*/ 126249 h 1465296"/>
                <a:gd name="connsiteX977" fmla="*/ 1311742 w 1886218"/>
                <a:gd name="connsiteY977" fmla="*/ 128935 h 1465296"/>
                <a:gd name="connsiteX978" fmla="*/ 1315778 w 1886218"/>
                <a:gd name="connsiteY978" fmla="*/ 130278 h 1465296"/>
                <a:gd name="connsiteX979" fmla="*/ 1319814 w 1886218"/>
                <a:gd name="connsiteY979" fmla="*/ 134308 h 1465296"/>
                <a:gd name="connsiteX980" fmla="*/ 1323851 w 1886218"/>
                <a:gd name="connsiteY980" fmla="*/ 136994 h 1465296"/>
                <a:gd name="connsiteX981" fmla="*/ 1321160 w 1886218"/>
                <a:gd name="connsiteY981" fmla="*/ 141023 h 1465296"/>
                <a:gd name="connsiteX982" fmla="*/ 1319814 w 1886218"/>
                <a:gd name="connsiteY982" fmla="*/ 142366 h 1465296"/>
                <a:gd name="connsiteX983" fmla="*/ 1319814 w 1886218"/>
                <a:gd name="connsiteY983" fmla="*/ 147739 h 1465296"/>
                <a:gd name="connsiteX984" fmla="*/ 1319814 w 1886218"/>
                <a:gd name="connsiteY984" fmla="*/ 150425 h 1465296"/>
                <a:gd name="connsiteX985" fmla="*/ 1323851 w 1886218"/>
                <a:gd name="connsiteY985" fmla="*/ 155797 h 1465296"/>
                <a:gd name="connsiteX986" fmla="*/ 1325196 w 1886218"/>
                <a:gd name="connsiteY986" fmla="*/ 159826 h 1465296"/>
                <a:gd name="connsiteX987" fmla="*/ 1323851 w 1886218"/>
                <a:gd name="connsiteY987" fmla="*/ 167885 h 1465296"/>
                <a:gd name="connsiteX988" fmla="*/ 1327887 w 1886218"/>
                <a:gd name="connsiteY988" fmla="*/ 170571 h 1465296"/>
                <a:gd name="connsiteX989" fmla="*/ 1327887 w 1886218"/>
                <a:gd name="connsiteY989" fmla="*/ 173257 h 1465296"/>
                <a:gd name="connsiteX990" fmla="*/ 1323851 w 1886218"/>
                <a:gd name="connsiteY990" fmla="*/ 178629 h 1465296"/>
                <a:gd name="connsiteX991" fmla="*/ 1323851 w 1886218"/>
                <a:gd name="connsiteY991" fmla="*/ 181315 h 1465296"/>
                <a:gd name="connsiteX992" fmla="*/ 1319814 w 1886218"/>
                <a:gd name="connsiteY992" fmla="*/ 188031 h 1465296"/>
                <a:gd name="connsiteX993" fmla="*/ 1319814 w 1886218"/>
                <a:gd name="connsiteY993" fmla="*/ 194746 h 1465296"/>
                <a:gd name="connsiteX994" fmla="*/ 1317124 w 1886218"/>
                <a:gd name="connsiteY994" fmla="*/ 196089 h 1465296"/>
                <a:gd name="connsiteX995" fmla="*/ 1319814 w 1886218"/>
                <a:gd name="connsiteY995" fmla="*/ 200118 h 1465296"/>
                <a:gd name="connsiteX996" fmla="*/ 1317124 w 1886218"/>
                <a:gd name="connsiteY996" fmla="*/ 205491 h 1465296"/>
                <a:gd name="connsiteX997" fmla="*/ 1322505 w 1886218"/>
                <a:gd name="connsiteY997" fmla="*/ 212206 h 1465296"/>
                <a:gd name="connsiteX998" fmla="*/ 1322505 w 1886218"/>
                <a:gd name="connsiteY998" fmla="*/ 216235 h 1465296"/>
                <a:gd name="connsiteX999" fmla="*/ 1321160 w 1886218"/>
                <a:gd name="connsiteY999" fmla="*/ 217578 h 1465296"/>
                <a:gd name="connsiteX1000" fmla="*/ 1322505 w 1886218"/>
                <a:gd name="connsiteY1000" fmla="*/ 222951 h 1465296"/>
                <a:gd name="connsiteX1001" fmla="*/ 1321160 w 1886218"/>
                <a:gd name="connsiteY1001" fmla="*/ 226980 h 1465296"/>
                <a:gd name="connsiteX1002" fmla="*/ 1321160 w 1886218"/>
                <a:gd name="connsiteY1002" fmla="*/ 231009 h 1465296"/>
                <a:gd name="connsiteX1003" fmla="*/ 1323851 w 1886218"/>
                <a:gd name="connsiteY1003" fmla="*/ 231009 h 1465296"/>
                <a:gd name="connsiteX1004" fmla="*/ 1327887 w 1886218"/>
                <a:gd name="connsiteY1004" fmla="*/ 236382 h 1465296"/>
                <a:gd name="connsiteX1005" fmla="*/ 1327887 w 1886218"/>
                <a:gd name="connsiteY1005" fmla="*/ 240411 h 1465296"/>
                <a:gd name="connsiteX1006" fmla="*/ 1323851 w 1886218"/>
                <a:gd name="connsiteY1006" fmla="*/ 244440 h 1465296"/>
                <a:gd name="connsiteX1007" fmla="*/ 1319814 w 1886218"/>
                <a:gd name="connsiteY1007" fmla="*/ 241754 h 1465296"/>
                <a:gd name="connsiteX1008" fmla="*/ 1315778 w 1886218"/>
                <a:gd name="connsiteY1008" fmla="*/ 243097 h 1465296"/>
                <a:gd name="connsiteX1009" fmla="*/ 1313088 w 1886218"/>
                <a:gd name="connsiteY1009" fmla="*/ 237725 h 1465296"/>
                <a:gd name="connsiteX1010" fmla="*/ 1314433 w 1886218"/>
                <a:gd name="connsiteY1010" fmla="*/ 232352 h 1465296"/>
                <a:gd name="connsiteX1011" fmla="*/ 1309051 w 1886218"/>
                <a:gd name="connsiteY1011" fmla="*/ 235039 h 1465296"/>
                <a:gd name="connsiteX1012" fmla="*/ 1306361 w 1886218"/>
                <a:gd name="connsiteY1012" fmla="*/ 240411 h 1465296"/>
                <a:gd name="connsiteX1013" fmla="*/ 1302325 w 1886218"/>
                <a:gd name="connsiteY1013" fmla="*/ 243097 h 1465296"/>
                <a:gd name="connsiteX1014" fmla="*/ 1302325 w 1886218"/>
                <a:gd name="connsiteY1014" fmla="*/ 244440 h 1465296"/>
                <a:gd name="connsiteX1015" fmla="*/ 1309051 w 1886218"/>
                <a:gd name="connsiteY1015" fmla="*/ 243097 h 1465296"/>
                <a:gd name="connsiteX1016" fmla="*/ 1311742 w 1886218"/>
                <a:gd name="connsiteY1016" fmla="*/ 247126 h 1465296"/>
                <a:gd name="connsiteX1017" fmla="*/ 1311742 w 1886218"/>
                <a:gd name="connsiteY1017" fmla="*/ 249812 h 1465296"/>
                <a:gd name="connsiteX1018" fmla="*/ 1296943 w 1886218"/>
                <a:gd name="connsiteY1018" fmla="*/ 259214 h 1465296"/>
                <a:gd name="connsiteX1019" fmla="*/ 1294252 w 1886218"/>
                <a:gd name="connsiteY1019" fmla="*/ 259214 h 1465296"/>
                <a:gd name="connsiteX1020" fmla="*/ 1292907 w 1886218"/>
                <a:gd name="connsiteY1020" fmla="*/ 261900 h 1465296"/>
                <a:gd name="connsiteX1021" fmla="*/ 1290216 w 1886218"/>
                <a:gd name="connsiteY1021" fmla="*/ 263243 h 1465296"/>
                <a:gd name="connsiteX1022" fmla="*/ 1288871 w 1886218"/>
                <a:gd name="connsiteY1022" fmla="*/ 268615 h 1465296"/>
                <a:gd name="connsiteX1023" fmla="*/ 1291562 w 1886218"/>
                <a:gd name="connsiteY1023" fmla="*/ 271302 h 1465296"/>
                <a:gd name="connsiteX1024" fmla="*/ 1295598 w 1886218"/>
                <a:gd name="connsiteY1024" fmla="*/ 269959 h 1465296"/>
                <a:gd name="connsiteX1025" fmla="*/ 1299634 w 1886218"/>
                <a:gd name="connsiteY1025" fmla="*/ 271302 h 1465296"/>
                <a:gd name="connsiteX1026" fmla="*/ 1299634 w 1886218"/>
                <a:gd name="connsiteY1026" fmla="*/ 276674 h 1465296"/>
                <a:gd name="connsiteX1027" fmla="*/ 1305015 w 1886218"/>
                <a:gd name="connsiteY1027" fmla="*/ 280703 h 1465296"/>
                <a:gd name="connsiteX1028" fmla="*/ 1311742 w 1886218"/>
                <a:gd name="connsiteY1028" fmla="*/ 279360 h 1465296"/>
                <a:gd name="connsiteX1029" fmla="*/ 1311742 w 1886218"/>
                <a:gd name="connsiteY1029" fmla="*/ 275331 h 1465296"/>
                <a:gd name="connsiteX1030" fmla="*/ 1315778 w 1886218"/>
                <a:gd name="connsiteY1030" fmla="*/ 273988 h 1465296"/>
                <a:gd name="connsiteX1031" fmla="*/ 1317124 w 1886218"/>
                <a:gd name="connsiteY1031" fmla="*/ 276674 h 1465296"/>
                <a:gd name="connsiteX1032" fmla="*/ 1315778 w 1886218"/>
                <a:gd name="connsiteY1032" fmla="*/ 278017 h 1465296"/>
                <a:gd name="connsiteX1033" fmla="*/ 1315778 w 1886218"/>
                <a:gd name="connsiteY1033" fmla="*/ 279360 h 1465296"/>
                <a:gd name="connsiteX1034" fmla="*/ 1319814 w 1886218"/>
                <a:gd name="connsiteY1034" fmla="*/ 280703 h 1465296"/>
                <a:gd name="connsiteX1035" fmla="*/ 1322505 w 1886218"/>
                <a:gd name="connsiteY1035" fmla="*/ 284732 h 1465296"/>
                <a:gd name="connsiteX1036" fmla="*/ 1327887 w 1886218"/>
                <a:gd name="connsiteY1036" fmla="*/ 280703 h 1465296"/>
                <a:gd name="connsiteX1037" fmla="*/ 1331923 w 1886218"/>
                <a:gd name="connsiteY1037" fmla="*/ 283389 h 1465296"/>
                <a:gd name="connsiteX1038" fmla="*/ 1327887 w 1886218"/>
                <a:gd name="connsiteY1038" fmla="*/ 287418 h 1465296"/>
                <a:gd name="connsiteX1039" fmla="*/ 1322505 w 1886218"/>
                <a:gd name="connsiteY1039" fmla="*/ 287418 h 1465296"/>
                <a:gd name="connsiteX1040" fmla="*/ 1317124 w 1886218"/>
                <a:gd name="connsiteY1040" fmla="*/ 292791 h 1465296"/>
                <a:gd name="connsiteX1041" fmla="*/ 1315778 w 1886218"/>
                <a:gd name="connsiteY1041" fmla="*/ 294134 h 1465296"/>
                <a:gd name="connsiteX1042" fmla="*/ 1314433 w 1886218"/>
                <a:gd name="connsiteY1042" fmla="*/ 288762 h 1465296"/>
                <a:gd name="connsiteX1043" fmla="*/ 1311742 w 1886218"/>
                <a:gd name="connsiteY1043" fmla="*/ 288762 h 1465296"/>
                <a:gd name="connsiteX1044" fmla="*/ 1310397 w 1886218"/>
                <a:gd name="connsiteY1044" fmla="*/ 287418 h 1465296"/>
                <a:gd name="connsiteX1045" fmla="*/ 1310397 w 1886218"/>
                <a:gd name="connsiteY1045" fmla="*/ 290105 h 1465296"/>
                <a:gd name="connsiteX1046" fmla="*/ 1313088 w 1886218"/>
                <a:gd name="connsiteY1046" fmla="*/ 295477 h 1465296"/>
                <a:gd name="connsiteX1047" fmla="*/ 1313088 w 1886218"/>
                <a:gd name="connsiteY1047" fmla="*/ 299506 h 1465296"/>
                <a:gd name="connsiteX1048" fmla="*/ 1318469 w 1886218"/>
                <a:gd name="connsiteY1048" fmla="*/ 306222 h 1465296"/>
                <a:gd name="connsiteX1049" fmla="*/ 1317124 w 1886218"/>
                <a:gd name="connsiteY1049" fmla="*/ 312937 h 1465296"/>
                <a:gd name="connsiteX1050" fmla="*/ 1318469 w 1886218"/>
                <a:gd name="connsiteY1050" fmla="*/ 314280 h 1465296"/>
                <a:gd name="connsiteX1051" fmla="*/ 1317124 w 1886218"/>
                <a:gd name="connsiteY1051" fmla="*/ 318309 h 1465296"/>
                <a:gd name="connsiteX1052" fmla="*/ 1314433 w 1886218"/>
                <a:gd name="connsiteY1052" fmla="*/ 320995 h 1465296"/>
                <a:gd name="connsiteX1053" fmla="*/ 1313088 w 1886218"/>
                <a:gd name="connsiteY1053" fmla="*/ 326368 h 1465296"/>
                <a:gd name="connsiteX1054" fmla="*/ 1313088 w 1886218"/>
                <a:gd name="connsiteY1054" fmla="*/ 331740 h 1465296"/>
                <a:gd name="connsiteX1055" fmla="*/ 1307706 w 1886218"/>
                <a:gd name="connsiteY1055" fmla="*/ 337112 h 1465296"/>
                <a:gd name="connsiteX1056" fmla="*/ 1309051 w 1886218"/>
                <a:gd name="connsiteY1056" fmla="*/ 339798 h 1465296"/>
                <a:gd name="connsiteX1057" fmla="*/ 1309051 w 1886218"/>
                <a:gd name="connsiteY1057" fmla="*/ 345171 h 1465296"/>
                <a:gd name="connsiteX1058" fmla="*/ 1306361 w 1886218"/>
                <a:gd name="connsiteY1058" fmla="*/ 347857 h 1465296"/>
                <a:gd name="connsiteX1059" fmla="*/ 1306361 w 1886218"/>
                <a:gd name="connsiteY1059" fmla="*/ 350543 h 1465296"/>
                <a:gd name="connsiteX1060" fmla="*/ 1310397 w 1886218"/>
                <a:gd name="connsiteY1060" fmla="*/ 350543 h 1465296"/>
                <a:gd name="connsiteX1061" fmla="*/ 1314433 w 1886218"/>
                <a:gd name="connsiteY1061" fmla="*/ 346514 h 1465296"/>
                <a:gd name="connsiteX1062" fmla="*/ 1315778 w 1886218"/>
                <a:gd name="connsiteY1062" fmla="*/ 342485 h 1465296"/>
                <a:gd name="connsiteX1063" fmla="*/ 1322505 w 1886218"/>
                <a:gd name="connsiteY1063" fmla="*/ 338455 h 1465296"/>
                <a:gd name="connsiteX1064" fmla="*/ 1323851 w 1886218"/>
                <a:gd name="connsiteY1064" fmla="*/ 337112 h 1465296"/>
                <a:gd name="connsiteX1065" fmla="*/ 1322505 w 1886218"/>
                <a:gd name="connsiteY1065" fmla="*/ 335769 h 1465296"/>
                <a:gd name="connsiteX1066" fmla="*/ 1325196 w 1886218"/>
                <a:gd name="connsiteY1066" fmla="*/ 331740 h 1465296"/>
                <a:gd name="connsiteX1067" fmla="*/ 1327887 w 1886218"/>
                <a:gd name="connsiteY1067" fmla="*/ 334426 h 1465296"/>
                <a:gd name="connsiteX1068" fmla="*/ 1330578 w 1886218"/>
                <a:gd name="connsiteY1068" fmla="*/ 331740 h 1465296"/>
                <a:gd name="connsiteX1069" fmla="*/ 1330578 w 1886218"/>
                <a:gd name="connsiteY1069" fmla="*/ 322339 h 1465296"/>
                <a:gd name="connsiteX1070" fmla="*/ 1331923 w 1886218"/>
                <a:gd name="connsiteY1070" fmla="*/ 318309 h 1465296"/>
                <a:gd name="connsiteX1071" fmla="*/ 1338650 w 1886218"/>
                <a:gd name="connsiteY1071" fmla="*/ 312937 h 1465296"/>
                <a:gd name="connsiteX1072" fmla="*/ 1345377 w 1886218"/>
                <a:gd name="connsiteY1072" fmla="*/ 303535 h 1465296"/>
                <a:gd name="connsiteX1073" fmla="*/ 1346722 w 1886218"/>
                <a:gd name="connsiteY1073" fmla="*/ 298163 h 1465296"/>
                <a:gd name="connsiteX1074" fmla="*/ 1348067 w 1886218"/>
                <a:gd name="connsiteY1074" fmla="*/ 298163 h 1465296"/>
                <a:gd name="connsiteX1075" fmla="*/ 1350758 w 1886218"/>
                <a:gd name="connsiteY1075" fmla="*/ 299506 h 1465296"/>
                <a:gd name="connsiteX1076" fmla="*/ 1352103 w 1886218"/>
                <a:gd name="connsiteY1076" fmla="*/ 304878 h 1465296"/>
                <a:gd name="connsiteX1077" fmla="*/ 1356140 w 1886218"/>
                <a:gd name="connsiteY1077" fmla="*/ 312937 h 1465296"/>
                <a:gd name="connsiteX1078" fmla="*/ 1357485 w 1886218"/>
                <a:gd name="connsiteY1078" fmla="*/ 319652 h 1465296"/>
                <a:gd name="connsiteX1079" fmla="*/ 1361521 w 1886218"/>
                <a:gd name="connsiteY1079" fmla="*/ 326368 h 1465296"/>
                <a:gd name="connsiteX1080" fmla="*/ 1361521 w 1886218"/>
                <a:gd name="connsiteY1080" fmla="*/ 331740 h 1465296"/>
                <a:gd name="connsiteX1081" fmla="*/ 1360176 w 1886218"/>
                <a:gd name="connsiteY1081" fmla="*/ 335769 h 1465296"/>
                <a:gd name="connsiteX1082" fmla="*/ 1361521 w 1886218"/>
                <a:gd name="connsiteY1082" fmla="*/ 346514 h 1465296"/>
                <a:gd name="connsiteX1083" fmla="*/ 1358830 w 1886218"/>
                <a:gd name="connsiteY1083" fmla="*/ 351886 h 1465296"/>
                <a:gd name="connsiteX1084" fmla="*/ 1354794 w 1886218"/>
                <a:gd name="connsiteY1084" fmla="*/ 353229 h 1465296"/>
                <a:gd name="connsiteX1085" fmla="*/ 1352103 w 1886218"/>
                <a:gd name="connsiteY1085" fmla="*/ 350543 h 1465296"/>
                <a:gd name="connsiteX1086" fmla="*/ 1348067 w 1886218"/>
                <a:gd name="connsiteY1086" fmla="*/ 353229 h 1465296"/>
                <a:gd name="connsiteX1087" fmla="*/ 1346722 w 1886218"/>
                <a:gd name="connsiteY1087" fmla="*/ 358602 h 1465296"/>
                <a:gd name="connsiteX1088" fmla="*/ 1348067 w 1886218"/>
                <a:gd name="connsiteY1088" fmla="*/ 363974 h 1465296"/>
                <a:gd name="connsiteX1089" fmla="*/ 1344031 w 1886218"/>
                <a:gd name="connsiteY1089" fmla="*/ 368003 h 1465296"/>
                <a:gd name="connsiteX1090" fmla="*/ 1341341 w 1886218"/>
                <a:gd name="connsiteY1090" fmla="*/ 374718 h 1465296"/>
                <a:gd name="connsiteX1091" fmla="*/ 1342686 w 1886218"/>
                <a:gd name="connsiteY1091" fmla="*/ 377405 h 1465296"/>
                <a:gd name="connsiteX1092" fmla="*/ 1344031 w 1886218"/>
                <a:gd name="connsiteY1092" fmla="*/ 386806 h 1465296"/>
                <a:gd name="connsiteX1093" fmla="*/ 1348067 w 1886218"/>
                <a:gd name="connsiteY1093" fmla="*/ 404266 h 1465296"/>
                <a:gd name="connsiteX1094" fmla="*/ 1352103 w 1886218"/>
                <a:gd name="connsiteY1094" fmla="*/ 412325 h 1465296"/>
                <a:gd name="connsiteX1095" fmla="*/ 1349413 w 1886218"/>
                <a:gd name="connsiteY1095" fmla="*/ 416354 h 1465296"/>
                <a:gd name="connsiteX1096" fmla="*/ 1353449 w 1886218"/>
                <a:gd name="connsiteY1096" fmla="*/ 420383 h 1465296"/>
                <a:gd name="connsiteX1097" fmla="*/ 1357485 w 1886218"/>
                <a:gd name="connsiteY1097" fmla="*/ 420383 h 1465296"/>
                <a:gd name="connsiteX1098" fmla="*/ 1356140 w 1886218"/>
                <a:gd name="connsiteY1098" fmla="*/ 415011 h 1465296"/>
                <a:gd name="connsiteX1099" fmla="*/ 1354794 w 1886218"/>
                <a:gd name="connsiteY1099" fmla="*/ 412325 h 1465296"/>
                <a:gd name="connsiteX1100" fmla="*/ 1358830 w 1886218"/>
                <a:gd name="connsiteY1100" fmla="*/ 408295 h 1465296"/>
                <a:gd name="connsiteX1101" fmla="*/ 1361521 w 1886218"/>
                <a:gd name="connsiteY1101" fmla="*/ 408295 h 1465296"/>
                <a:gd name="connsiteX1102" fmla="*/ 1364212 w 1886218"/>
                <a:gd name="connsiteY1102" fmla="*/ 415011 h 1465296"/>
                <a:gd name="connsiteX1103" fmla="*/ 1366903 w 1886218"/>
                <a:gd name="connsiteY1103" fmla="*/ 413668 h 1465296"/>
                <a:gd name="connsiteX1104" fmla="*/ 1368248 w 1886218"/>
                <a:gd name="connsiteY1104" fmla="*/ 408295 h 1465296"/>
                <a:gd name="connsiteX1105" fmla="*/ 1372284 w 1886218"/>
                <a:gd name="connsiteY1105" fmla="*/ 404266 h 1465296"/>
                <a:gd name="connsiteX1106" fmla="*/ 1372284 w 1886218"/>
                <a:gd name="connsiteY1106" fmla="*/ 396208 h 1465296"/>
                <a:gd name="connsiteX1107" fmla="*/ 1376320 w 1886218"/>
                <a:gd name="connsiteY1107" fmla="*/ 394865 h 1465296"/>
                <a:gd name="connsiteX1108" fmla="*/ 1381702 w 1886218"/>
                <a:gd name="connsiteY1108" fmla="*/ 388149 h 1465296"/>
                <a:gd name="connsiteX1109" fmla="*/ 1383047 w 1886218"/>
                <a:gd name="connsiteY1109" fmla="*/ 386806 h 1465296"/>
                <a:gd name="connsiteX1110" fmla="*/ 1385738 w 1886218"/>
                <a:gd name="connsiteY1110" fmla="*/ 382777 h 1465296"/>
                <a:gd name="connsiteX1111" fmla="*/ 1395156 w 1886218"/>
                <a:gd name="connsiteY1111" fmla="*/ 376062 h 1465296"/>
                <a:gd name="connsiteX1112" fmla="*/ 1401883 w 1886218"/>
                <a:gd name="connsiteY1112" fmla="*/ 365317 h 1465296"/>
                <a:gd name="connsiteX1113" fmla="*/ 1405919 w 1886218"/>
                <a:gd name="connsiteY1113" fmla="*/ 354572 h 1465296"/>
                <a:gd name="connsiteX1114" fmla="*/ 1409955 w 1886218"/>
                <a:gd name="connsiteY1114" fmla="*/ 345171 h 1465296"/>
                <a:gd name="connsiteX1115" fmla="*/ 1415336 w 1886218"/>
                <a:gd name="connsiteY1115" fmla="*/ 342485 h 1465296"/>
                <a:gd name="connsiteX1116" fmla="*/ 1419372 w 1886218"/>
                <a:gd name="connsiteY1116" fmla="*/ 347857 h 1465296"/>
                <a:gd name="connsiteX1117" fmla="*/ 1422063 w 1886218"/>
                <a:gd name="connsiteY1117" fmla="*/ 343828 h 1465296"/>
                <a:gd name="connsiteX1118" fmla="*/ 1424754 w 1886218"/>
                <a:gd name="connsiteY1118" fmla="*/ 346514 h 1465296"/>
                <a:gd name="connsiteX1119" fmla="*/ 1430135 w 1886218"/>
                <a:gd name="connsiteY1119" fmla="*/ 345171 h 1465296"/>
                <a:gd name="connsiteX1120" fmla="*/ 1430135 w 1886218"/>
                <a:gd name="connsiteY1120" fmla="*/ 342485 h 1465296"/>
                <a:gd name="connsiteX1121" fmla="*/ 1427445 w 1886218"/>
                <a:gd name="connsiteY1121" fmla="*/ 342485 h 1465296"/>
                <a:gd name="connsiteX1122" fmla="*/ 1423408 w 1886218"/>
                <a:gd name="connsiteY1122" fmla="*/ 338455 h 1465296"/>
                <a:gd name="connsiteX1123" fmla="*/ 1424754 w 1886218"/>
                <a:gd name="connsiteY1123" fmla="*/ 335769 h 1465296"/>
                <a:gd name="connsiteX1124" fmla="*/ 1430135 w 1886218"/>
                <a:gd name="connsiteY1124" fmla="*/ 334426 h 1465296"/>
                <a:gd name="connsiteX1125" fmla="*/ 1432826 w 1886218"/>
                <a:gd name="connsiteY1125" fmla="*/ 337112 h 1465296"/>
                <a:gd name="connsiteX1126" fmla="*/ 1435517 w 1886218"/>
                <a:gd name="connsiteY1126" fmla="*/ 334426 h 1465296"/>
                <a:gd name="connsiteX1127" fmla="*/ 1439553 w 1886218"/>
                <a:gd name="connsiteY1127" fmla="*/ 335769 h 1465296"/>
                <a:gd name="connsiteX1128" fmla="*/ 1440898 w 1886218"/>
                <a:gd name="connsiteY1128" fmla="*/ 334426 h 1465296"/>
                <a:gd name="connsiteX1129" fmla="*/ 1439553 w 1886218"/>
                <a:gd name="connsiteY1129" fmla="*/ 329054 h 1465296"/>
                <a:gd name="connsiteX1130" fmla="*/ 1436862 w 1886218"/>
                <a:gd name="connsiteY1130" fmla="*/ 329054 h 1465296"/>
                <a:gd name="connsiteX1131" fmla="*/ 1434172 w 1886218"/>
                <a:gd name="connsiteY1131" fmla="*/ 323682 h 1465296"/>
                <a:gd name="connsiteX1132" fmla="*/ 1431481 w 1886218"/>
                <a:gd name="connsiteY1132" fmla="*/ 323682 h 1465296"/>
                <a:gd name="connsiteX1133" fmla="*/ 1431481 w 1886218"/>
                <a:gd name="connsiteY1133" fmla="*/ 315623 h 1465296"/>
                <a:gd name="connsiteX1134" fmla="*/ 1435517 w 1886218"/>
                <a:gd name="connsiteY1134" fmla="*/ 312937 h 1465296"/>
                <a:gd name="connsiteX1135" fmla="*/ 1435517 w 1886218"/>
                <a:gd name="connsiteY1135" fmla="*/ 307565 h 1465296"/>
                <a:gd name="connsiteX1136" fmla="*/ 1439553 w 1886218"/>
                <a:gd name="connsiteY1136" fmla="*/ 307565 h 1465296"/>
                <a:gd name="connsiteX1137" fmla="*/ 1436862 w 1886218"/>
                <a:gd name="connsiteY1137" fmla="*/ 303535 h 1465296"/>
                <a:gd name="connsiteX1138" fmla="*/ 1436862 w 1886218"/>
                <a:gd name="connsiteY1138" fmla="*/ 300849 h 1465296"/>
                <a:gd name="connsiteX1139" fmla="*/ 1440898 w 1886218"/>
                <a:gd name="connsiteY1139" fmla="*/ 296820 h 1465296"/>
                <a:gd name="connsiteX1140" fmla="*/ 1439553 w 1886218"/>
                <a:gd name="connsiteY1140" fmla="*/ 294134 h 1465296"/>
                <a:gd name="connsiteX1141" fmla="*/ 1439553 w 1886218"/>
                <a:gd name="connsiteY1141" fmla="*/ 292791 h 1465296"/>
                <a:gd name="connsiteX1142" fmla="*/ 1443589 w 1886218"/>
                <a:gd name="connsiteY1142" fmla="*/ 292791 h 1465296"/>
                <a:gd name="connsiteX1143" fmla="*/ 1444935 w 1886218"/>
                <a:gd name="connsiteY1143" fmla="*/ 288762 h 1465296"/>
                <a:gd name="connsiteX1144" fmla="*/ 1440898 w 1886218"/>
                <a:gd name="connsiteY1144" fmla="*/ 286075 h 1465296"/>
                <a:gd name="connsiteX1145" fmla="*/ 1439553 w 1886218"/>
                <a:gd name="connsiteY1145" fmla="*/ 283389 h 1465296"/>
                <a:gd name="connsiteX1146" fmla="*/ 1444935 w 1886218"/>
                <a:gd name="connsiteY1146" fmla="*/ 284732 h 1465296"/>
                <a:gd name="connsiteX1147" fmla="*/ 1447625 w 1886218"/>
                <a:gd name="connsiteY1147" fmla="*/ 288762 h 1465296"/>
                <a:gd name="connsiteX1148" fmla="*/ 1451661 w 1886218"/>
                <a:gd name="connsiteY1148" fmla="*/ 288762 h 1465296"/>
                <a:gd name="connsiteX1149" fmla="*/ 1454352 w 1886218"/>
                <a:gd name="connsiteY1149" fmla="*/ 286075 h 1465296"/>
                <a:gd name="connsiteX1150" fmla="*/ 1462424 w 1886218"/>
                <a:gd name="connsiteY1150" fmla="*/ 287418 h 1465296"/>
                <a:gd name="connsiteX1151" fmla="*/ 1470497 w 1886218"/>
                <a:gd name="connsiteY1151" fmla="*/ 292791 h 1465296"/>
                <a:gd name="connsiteX1152" fmla="*/ 1470497 w 1886218"/>
                <a:gd name="connsiteY1152" fmla="*/ 294134 h 1465296"/>
                <a:gd name="connsiteX1153" fmla="*/ 1473187 w 1886218"/>
                <a:gd name="connsiteY1153" fmla="*/ 298163 h 1465296"/>
                <a:gd name="connsiteX1154" fmla="*/ 1482605 w 1886218"/>
                <a:gd name="connsiteY1154" fmla="*/ 302192 h 1465296"/>
                <a:gd name="connsiteX1155" fmla="*/ 1486641 w 1886218"/>
                <a:gd name="connsiteY1155" fmla="*/ 299506 h 1465296"/>
                <a:gd name="connsiteX1156" fmla="*/ 1492023 w 1886218"/>
                <a:gd name="connsiteY1156" fmla="*/ 303535 h 1465296"/>
                <a:gd name="connsiteX1157" fmla="*/ 1498750 w 1886218"/>
                <a:gd name="connsiteY1157" fmla="*/ 306222 h 1465296"/>
                <a:gd name="connsiteX1158" fmla="*/ 1498750 w 1886218"/>
                <a:gd name="connsiteY1158" fmla="*/ 308908 h 1465296"/>
                <a:gd name="connsiteX1159" fmla="*/ 1496059 w 1886218"/>
                <a:gd name="connsiteY1159" fmla="*/ 310251 h 1465296"/>
                <a:gd name="connsiteX1160" fmla="*/ 1498750 w 1886218"/>
                <a:gd name="connsiteY1160" fmla="*/ 314280 h 1465296"/>
                <a:gd name="connsiteX1161" fmla="*/ 1496059 w 1886218"/>
                <a:gd name="connsiteY1161" fmla="*/ 315623 h 1465296"/>
                <a:gd name="connsiteX1162" fmla="*/ 1492023 w 1886218"/>
                <a:gd name="connsiteY1162" fmla="*/ 311594 h 1465296"/>
                <a:gd name="connsiteX1163" fmla="*/ 1489332 w 1886218"/>
                <a:gd name="connsiteY1163" fmla="*/ 311594 h 1465296"/>
                <a:gd name="connsiteX1164" fmla="*/ 1489332 w 1886218"/>
                <a:gd name="connsiteY1164" fmla="*/ 314280 h 1465296"/>
                <a:gd name="connsiteX1165" fmla="*/ 1500095 w 1886218"/>
                <a:gd name="connsiteY1165" fmla="*/ 320995 h 1465296"/>
                <a:gd name="connsiteX1166" fmla="*/ 1500095 w 1886218"/>
                <a:gd name="connsiteY1166" fmla="*/ 326368 h 1465296"/>
                <a:gd name="connsiteX1167" fmla="*/ 1496059 w 1886218"/>
                <a:gd name="connsiteY1167" fmla="*/ 329054 h 1465296"/>
                <a:gd name="connsiteX1168" fmla="*/ 1498750 w 1886218"/>
                <a:gd name="connsiteY1168" fmla="*/ 330397 h 1465296"/>
                <a:gd name="connsiteX1169" fmla="*/ 1502786 w 1886218"/>
                <a:gd name="connsiteY1169" fmla="*/ 329054 h 1465296"/>
                <a:gd name="connsiteX1170" fmla="*/ 1510858 w 1886218"/>
                <a:gd name="connsiteY1170" fmla="*/ 330397 h 1465296"/>
                <a:gd name="connsiteX1171" fmla="*/ 1512203 w 1886218"/>
                <a:gd name="connsiteY1171" fmla="*/ 333083 h 1465296"/>
                <a:gd name="connsiteX1172" fmla="*/ 1516240 w 1886218"/>
                <a:gd name="connsiteY1172" fmla="*/ 334426 h 1465296"/>
                <a:gd name="connsiteX1173" fmla="*/ 1516240 w 1886218"/>
                <a:gd name="connsiteY1173" fmla="*/ 337112 h 1465296"/>
                <a:gd name="connsiteX1174" fmla="*/ 1513549 w 1886218"/>
                <a:gd name="connsiteY1174" fmla="*/ 342485 h 1465296"/>
                <a:gd name="connsiteX1175" fmla="*/ 1505477 w 1886218"/>
                <a:gd name="connsiteY1175" fmla="*/ 347857 h 1465296"/>
                <a:gd name="connsiteX1176" fmla="*/ 1500095 w 1886218"/>
                <a:gd name="connsiteY1176" fmla="*/ 349200 h 1465296"/>
                <a:gd name="connsiteX1177" fmla="*/ 1496059 w 1886218"/>
                <a:gd name="connsiteY1177" fmla="*/ 350543 h 1465296"/>
                <a:gd name="connsiteX1178" fmla="*/ 1504131 w 1886218"/>
                <a:gd name="connsiteY1178" fmla="*/ 350543 h 1465296"/>
                <a:gd name="connsiteX1179" fmla="*/ 1506822 w 1886218"/>
                <a:gd name="connsiteY1179" fmla="*/ 351886 h 1465296"/>
                <a:gd name="connsiteX1180" fmla="*/ 1506822 w 1886218"/>
                <a:gd name="connsiteY1180" fmla="*/ 355915 h 1465296"/>
                <a:gd name="connsiteX1181" fmla="*/ 1508167 w 1886218"/>
                <a:gd name="connsiteY1181" fmla="*/ 355915 h 1465296"/>
                <a:gd name="connsiteX1182" fmla="*/ 1510858 w 1886218"/>
                <a:gd name="connsiteY1182" fmla="*/ 357259 h 1465296"/>
                <a:gd name="connsiteX1183" fmla="*/ 1506822 w 1886218"/>
                <a:gd name="connsiteY1183" fmla="*/ 362631 h 1465296"/>
                <a:gd name="connsiteX1184" fmla="*/ 1509513 w 1886218"/>
                <a:gd name="connsiteY1184" fmla="*/ 365317 h 1465296"/>
                <a:gd name="connsiteX1185" fmla="*/ 1502786 w 1886218"/>
                <a:gd name="connsiteY1185" fmla="*/ 369346 h 1465296"/>
                <a:gd name="connsiteX1186" fmla="*/ 1496059 w 1886218"/>
                <a:gd name="connsiteY1186" fmla="*/ 370689 h 1465296"/>
                <a:gd name="connsiteX1187" fmla="*/ 1492023 w 1886218"/>
                <a:gd name="connsiteY1187" fmla="*/ 370689 h 1465296"/>
                <a:gd name="connsiteX1188" fmla="*/ 1489332 w 1886218"/>
                <a:gd name="connsiteY1188" fmla="*/ 373375 h 1465296"/>
                <a:gd name="connsiteX1189" fmla="*/ 1485296 w 1886218"/>
                <a:gd name="connsiteY1189" fmla="*/ 372032 h 1465296"/>
                <a:gd name="connsiteX1190" fmla="*/ 1481260 w 1886218"/>
                <a:gd name="connsiteY1190" fmla="*/ 368003 h 1465296"/>
                <a:gd name="connsiteX1191" fmla="*/ 1477224 w 1886218"/>
                <a:gd name="connsiteY1191" fmla="*/ 366660 h 1465296"/>
                <a:gd name="connsiteX1192" fmla="*/ 1475878 w 1886218"/>
                <a:gd name="connsiteY1192" fmla="*/ 365317 h 1465296"/>
                <a:gd name="connsiteX1193" fmla="*/ 1471842 w 1886218"/>
                <a:gd name="connsiteY1193" fmla="*/ 365317 h 1465296"/>
                <a:gd name="connsiteX1194" fmla="*/ 1471842 w 1886218"/>
                <a:gd name="connsiteY1194" fmla="*/ 369346 h 1465296"/>
                <a:gd name="connsiteX1195" fmla="*/ 1469151 w 1886218"/>
                <a:gd name="connsiteY1195" fmla="*/ 370689 h 1465296"/>
                <a:gd name="connsiteX1196" fmla="*/ 1474533 w 1886218"/>
                <a:gd name="connsiteY1196" fmla="*/ 372032 h 1465296"/>
                <a:gd name="connsiteX1197" fmla="*/ 1477224 w 1886218"/>
                <a:gd name="connsiteY1197" fmla="*/ 374718 h 1465296"/>
                <a:gd name="connsiteX1198" fmla="*/ 1475878 w 1886218"/>
                <a:gd name="connsiteY1198" fmla="*/ 377405 h 1465296"/>
                <a:gd name="connsiteX1199" fmla="*/ 1473187 w 1886218"/>
                <a:gd name="connsiteY1199" fmla="*/ 381434 h 1465296"/>
                <a:gd name="connsiteX1200" fmla="*/ 1477224 w 1886218"/>
                <a:gd name="connsiteY1200" fmla="*/ 381434 h 1465296"/>
                <a:gd name="connsiteX1201" fmla="*/ 1474533 w 1886218"/>
                <a:gd name="connsiteY1201" fmla="*/ 385463 h 1465296"/>
                <a:gd name="connsiteX1202" fmla="*/ 1474533 w 1886218"/>
                <a:gd name="connsiteY1202" fmla="*/ 389492 h 1465296"/>
                <a:gd name="connsiteX1203" fmla="*/ 1475878 w 1886218"/>
                <a:gd name="connsiteY1203" fmla="*/ 389492 h 1465296"/>
                <a:gd name="connsiteX1204" fmla="*/ 1479914 w 1886218"/>
                <a:gd name="connsiteY1204" fmla="*/ 386806 h 1465296"/>
                <a:gd name="connsiteX1205" fmla="*/ 1481260 w 1886218"/>
                <a:gd name="connsiteY1205" fmla="*/ 386806 h 1465296"/>
                <a:gd name="connsiteX1206" fmla="*/ 1479914 w 1886218"/>
                <a:gd name="connsiteY1206" fmla="*/ 389492 h 1465296"/>
                <a:gd name="connsiteX1207" fmla="*/ 1473187 w 1886218"/>
                <a:gd name="connsiteY1207" fmla="*/ 392178 h 1465296"/>
                <a:gd name="connsiteX1208" fmla="*/ 1470497 w 1886218"/>
                <a:gd name="connsiteY1208" fmla="*/ 397551 h 1465296"/>
                <a:gd name="connsiteX1209" fmla="*/ 1471842 w 1886218"/>
                <a:gd name="connsiteY1209" fmla="*/ 402923 h 1465296"/>
                <a:gd name="connsiteX1210" fmla="*/ 1478569 w 1886218"/>
                <a:gd name="connsiteY1210" fmla="*/ 406952 h 1465296"/>
                <a:gd name="connsiteX1211" fmla="*/ 1477224 w 1886218"/>
                <a:gd name="connsiteY1211" fmla="*/ 410982 h 1465296"/>
                <a:gd name="connsiteX1212" fmla="*/ 1482605 w 1886218"/>
                <a:gd name="connsiteY1212" fmla="*/ 421726 h 1465296"/>
                <a:gd name="connsiteX1213" fmla="*/ 1482605 w 1886218"/>
                <a:gd name="connsiteY1213" fmla="*/ 428442 h 1465296"/>
                <a:gd name="connsiteX1214" fmla="*/ 1479914 w 1886218"/>
                <a:gd name="connsiteY1214" fmla="*/ 429785 h 1465296"/>
                <a:gd name="connsiteX1215" fmla="*/ 1479914 w 1886218"/>
                <a:gd name="connsiteY1215" fmla="*/ 433814 h 1465296"/>
                <a:gd name="connsiteX1216" fmla="*/ 1473187 w 1886218"/>
                <a:gd name="connsiteY1216" fmla="*/ 439186 h 1465296"/>
                <a:gd name="connsiteX1217" fmla="*/ 1473187 w 1886218"/>
                <a:gd name="connsiteY1217" fmla="*/ 443215 h 1465296"/>
                <a:gd name="connsiteX1218" fmla="*/ 1471842 w 1886218"/>
                <a:gd name="connsiteY1218" fmla="*/ 447245 h 1465296"/>
                <a:gd name="connsiteX1219" fmla="*/ 1466460 w 1886218"/>
                <a:gd name="connsiteY1219" fmla="*/ 445902 h 1465296"/>
                <a:gd name="connsiteX1220" fmla="*/ 1458388 w 1886218"/>
                <a:gd name="connsiteY1220" fmla="*/ 445902 h 1465296"/>
                <a:gd name="connsiteX1221" fmla="*/ 1455698 w 1886218"/>
                <a:gd name="connsiteY1221" fmla="*/ 448588 h 1465296"/>
                <a:gd name="connsiteX1222" fmla="*/ 1454352 w 1886218"/>
                <a:gd name="connsiteY1222" fmla="*/ 453960 h 1465296"/>
                <a:gd name="connsiteX1223" fmla="*/ 1448971 w 1886218"/>
                <a:gd name="connsiteY1223" fmla="*/ 456646 h 1465296"/>
                <a:gd name="connsiteX1224" fmla="*/ 1446280 w 1886218"/>
                <a:gd name="connsiteY1224" fmla="*/ 460675 h 1465296"/>
                <a:gd name="connsiteX1225" fmla="*/ 1442244 w 1886218"/>
                <a:gd name="connsiteY1225" fmla="*/ 460675 h 1465296"/>
                <a:gd name="connsiteX1226" fmla="*/ 1435517 w 1886218"/>
                <a:gd name="connsiteY1226" fmla="*/ 468734 h 1465296"/>
                <a:gd name="connsiteX1227" fmla="*/ 1432826 w 1886218"/>
                <a:gd name="connsiteY1227" fmla="*/ 467391 h 1465296"/>
                <a:gd name="connsiteX1228" fmla="*/ 1428790 w 1886218"/>
                <a:gd name="connsiteY1228" fmla="*/ 467391 h 1465296"/>
                <a:gd name="connsiteX1229" fmla="*/ 1426099 w 1886218"/>
                <a:gd name="connsiteY1229" fmla="*/ 472763 h 1465296"/>
                <a:gd name="connsiteX1230" fmla="*/ 1412645 w 1886218"/>
                <a:gd name="connsiteY1230" fmla="*/ 476792 h 1465296"/>
                <a:gd name="connsiteX1231" fmla="*/ 1409955 w 1886218"/>
                <a:gd name="connsiteY1231" fmla="*/ 474106 h 1465296"/>
                <a:gd name="connsiteX1232" fmla="*/ 1412645 w 1886218"/>
                <a:gd name="connsiteY1232" fmla="*/ 471420 h 1465296"/>
                <a:gd name="connsiteX1233" fmla="*/ 1411300 w 1886218"/>
                <a:gd name="connsiteY1233" fmla="*/ 464705 h 1465296"/>
                <a:gd name="connsiteX1234" fmla="*/ 1407264 w 1886218"/>
                <a:gd name="connsiteY1234" fmla="*/ 460675 h 1465296"/>
                <a:gd name="connsiteX1235" fmla="*/ 1407264 w 1886218"/>
                <a:gd name="connsiteY1235" fmla="*/ 457989 h 1465296"/>
                <a:gd name="connsiteX1236" fmla="*/ 1409955 w 1886218"/>
                <a:gd name="connsiteY1236" fmla="*/ 456646 h 1465296"/>
                <a:gd name="connsiteX1237" fmla="*/ 1409955 w 1886218"/>
                <a:gd name="connsiteY1237" fmla="*/ 452617 h 1465296"/>
                <a:gd name="connsiteX1238" fmla="*/ 1413991 w 1886218"/>
                <a:gd name="connsiteY1238" fmla="*/ 445902 h 1465296"/>
                <a:gd name="connsiteX1239" fmla="*/ 1408609 w 1886218"/>
                <a:gd name="connsiteY1239" fmla="*/ 451274 h 1465296"/>
                <a:gd name="connsiteX1240" fmla="*/ 1407264 w 1886218"/>
                <a:gd name="connsiteY1240" fmla="*/ 451274 h 1465296"/>
                <a:gd name="connsiteX1241" fmla="*/ 1405919 w 1886218"/>
                <a:gd name="connsiteY1241" fmla="*/ 440529 h 1465296"/>
                <a:gd name="connsiteX1242" fmla="*/ 1404573 w 1886218"/>
                <a:gd name="connsiteY1242" fmla="*/ 439186 h 1465296"/>
                <a:gd name="connsiteX1243" fmla="*/ 1401883 w 1886218"/>
                <a:gd name="connsiteY1243" fmla="*/ 435157 h 1465296"/>
                <a:gd name="connsiteX1244" fmla="*/ 1396501 w 1886218"/>
                <a:gd name="connsiteY1244" fmla="*/ 437843 h 1465296"/>
                <a:gd name="connsiteX1245" fmla="*/ 1395156 w 1886218"/>
                <a:gd name="connsiteY1245" fmla="*/ 436500 h 1465296"/>
                <a:gd name="connsiteX1246" fmla="*/ 1389774 w 1886218"/>
                <a:gd name="connsiteY1246" fmla="*/ 436500 h 1465296"/>
                <a:gd name="connsiteX1247" fmla="*/ 1385738 w 1886218"/>
                <a:gd name="connsiteY1247" fmla="*/ 443215 h 1465296"/>
                <a:gd name="connsiteX1248" fmla="*/ 1388429 w 1886218"/>
                <a:gd name="connsiteY1248" fmla="*/ 443215 h 1465296"/>
                <a:gd name="connsiteX1249" fmla="*/ 1395156 w 1886218"/>
                <a:gd name="connsiteY1249" fmla="*/ 439186 h 1465296"/>
                <a:gd name="connsiteX1250" fmla="*/ 1397846 w 1886218"/>
                <a:gd name="connsiteY1250" fmla="*/ 440529 h 1465296"/>
                <a:gd name="connsiteX1251" fmla="*/ 1396501 w 1886218"/>
                <a:gd name="connsiteY1251" fmla="*/ 444559 h 1465296"/>
                <a:gd name="connsiteX1252" fmla="*/ 1401883 w 1886218"/>
                <a:gd name="connsiteY1252" fmla="*/ 447245 h 1465296"/>
                <a:gd name="connsiteX1253" fmla="*/ 1404573 w 1886218"/>
                <a:gd name="connsiteY1253" fmla="*/ 455303 h 1465296"/>
                <a:gd name="connsiteX1254" fmla="*/ 1403228 w 1886218"/>
                <a:gd name="connsiteY1254" fmla="*/ 462018 h 1465296"/>
                <a:gd name="connsiteX1255" fmla="*/ 1405919 w 1886218"/>
                <a:gd name="connsiteY1255" fmla="*/ 464705 h 1465296"/>
                <a:gd name="connsiteX1256" fmla="*/ 1407264 w 1886218"/>
                <a:gd name="connsiteY1256" fmla="*/ 471420 h 1465296"/>
                <a:gd name="connsiteX1257" fmla="*/ 1404573 w 1886218"/>
                <a:gd name="connsiteY1257" fmla="*/ 474106 h 1465296"/>
                <a:gd name="connsiteX1258" fmla="*/ 1405919 w 1886218"/>
                <a:gd name="connsiteY1258" fmla="*/ 476792 h 1465296"/>
                <a:gd name="connsiteX1259" fmla="*/ 1405919 w 1886218"/>
                <a:gd name="connsiteY1259" fmla="*/ 480822 h 1465296"/>
                <a:gd name="connsiteX1260" fmla="*/ 1403228 w 1886218"/>
                <a:gd name="connsiteY1260" fmla="*/ 480822 h 1465296"/>
                <a:gd name="connsiteX1261" fmla="*/ 1395156 w 1886218"/>
                <a:gd name="connsiteY1261" fmla="*/ 472763 h 1465296"/>
                <a:gd name="connsiteX1262" fmla="*/ 1395156 w 1886218"/>
                <a:gd name="connsiteY1262" fmla="*/ 468734 h 1465296"/>
                <a:gd name="connsiteX1263" fmla="*/ 1391119 w 1886218"/>
                <a:gd name="connsiteY1263" fmla="*/ 467391 h 1465296"/>
                <a:gd name="connsiteX1264" fmla="*/ 1389774 w 1886218"/>
                <a:gd name="connsiteY1264" fmla="*/ 463362 h 1465296"/>
                <a:gd name="connsiteX1265" fmla="*/ 1387083 w 1886218"/>
                <a:gd name="connsiteY1265" fmla="*/ 467391 h 1465296"/>
                <a:gd name="connsiteX1266" fmla="*/ 1391119 w 1886218"/>
                <a:gd name="connsiteY1266" fmla="*/ 472763 h 1465296"/>
                <a:gd name="connsiteX1267" fmla="*/ 1391119 w 1886218"/>
                <a:gd name="connsiteY1267" fmla="*/ 476792 h 1465296"/>
                <a:gd name="connsiteX1268" fmla="*/ 1384393 w 1886218"/>
                <a:gd name="connsiteY1268" fmla="*/ 472763 h 1465296"/>
                <a:gd name="connsiteX1269" fmla="*/ 1380356 w 1886218"/>
                <a:gd name="connsiteY1269" fmla="*/ 472763 h 1465296"/>
                <a:gd name="connsiteX1270" fmla="*/ 1379011 w 1886218"/>
                <a:gd name="connsiteY1270" fmla="*/ 470077 h 1465296"/>
                <a:gd name="connsiteX1271" fmla="*/ 1376320 w 1886218"/>
                <a:gd name="connsiteY1271" fmla="*/ 471420 h 1465296"/>
                <a:gd name="connsiteX1272" fmla="*/ 1376320 w 1886218"/>
                <a:gd name="connsiteY1272" fmla="*/ 468734 h 1465296"/>
                <a:gd name="connsiteX1273" fmla="*/ 1379011 w 1886218"/>
                <a:gd name="connsiteY1273" fmla="*/ 460675 h 1465296"/>
                <a:gd name="connsiteX1274" fmla="*/ 1379011 w 1886218"/>
                <a:gd name="connsiteY1274" fmla="*/ 459332 h 1465296"/>
                <a:gd name="connsiteX1275" fmla="*/ 1376320 w 1886218"/>
                <a:gd name="connsiteY1275" fmla="*/ 457989 h 1465296"/>
                <a:gd name="connsiteX1276" fmla="*/ 1376320 w 1886218"/>
                <a:gd name="connsiteY1276" fmla="*/ 455303 h 1465296"/>
                <a:gd name="connsiteX1277" fmla="*/ 1369593 w 1886218"/>
                <a:gd name="connsiteY1277" fmla="*/ 457989 h 1465296"/>
                <a:gd name="connsiteX1278" fmla="*/ 1362867 w 1886218"/>
                <a:gd name="connsiteY1278" fmla="*/ 457989 h 1465296"/>
                <a:gd name="connsiteX1279" fmla="*/ 1358830 w 1886218"/>
                <a:gd name="connsiteY1279" fmla="*/ 455303 h 1465296"/>
                <a:gd name="connsiteX1280" fmla="*/ 1354794 w 1886218"/>
                <a:gd name="connsiteY1280" fmla="*/ 456646 h 1465296"/>
                <a:gd name="connsiteX1281" fmla="*/ 1348067 w 1886218"/>
                <a:gd name="connsiteY1281" fmla="*/ 452617 h 1465296"/>
                <a:gd name="connsiteX1282" fmla="*/ 1348067 w 1886218"/>
                <a:gd name="connsiteY1282" fmla="*/ 456646 h 1465296"/>
                <a:gd name="connsiteX1283" fmla="*/ 1349413 w 1886218"/>
                <a:gd name="connsiteY1283" fmla="*/ 459332 h 1465296"/>
                <a:gd name="connsiteX1284" fmla="*/ 1346722 w 1886218"/>
                <a:gd name="connsiteY1284" fmla="*/ 460675 h 1465296"/>
                <a:gd name="connsiteX1285" fmla="*/ 1346722 w 1886218"/>
                <a:gd name="connsiteY1285" fmla="*/ 466048 h 1465296"/>
                <a:gd name="connsiteX1286" fmla="*/ 1349413 w 1886218"/>
                <a:gd name="connsiteY1286" fmla="*/ 470077 h 1465296"/>
                <a:gd name="connsiteX1287" fmla="*/ 1356140 w 1886218"/>
                <a:gd name="connsiteY1287" fmla="*/ 471420 h 1465296"/>
                <a:gd name="connsiteX1288" fmla="*/ 1358830 w 1886218"/>
                <a:gd name="connsiteY1288" fmla="*/ 475449 h 1465296"/>
                <a:gd name="connsiteX1289" fmla="*/ 1354794 w 1886218"/>
                <a:gd name="connsiteY1289" fmla="*/ 483508 h 1465296"/>
                <a:gd name="connsiteX1290" fmla="*/ 1352103 w 1886218"/>
                <a:gd name="connsiteY1290" fmla="*/ 483508 h 1465296"/>
                <a:gd name="connsiteX1291" fmla="*/ 1338650 w 1886218"/>
                <a:gd name="connsiteY1291" fmla="*/ 492909 h 1465296"/>
                <a:gd name="connsiteX1292" fmla="*/ 1334614 w 1886218"/>
                <a:gd name="connsiteY1292" fmla="*/ 499625 h 1465296"/>
                <a:gd name="connsiteX1293" fmla="*/ 1327887 w 1886218"/>
                <a:gd name="connsiteY1293" fmla="*/ 507683 h 1465296"/>
                <a:gd name="connsiteX1294" fmla="*/ 1323851 w 1886218"/>
                <a:gd name="connsiteY1294" fmla="*/ 504997 h 1465296"/>
                <a:gd name="connsiteX1295" fmla="*/ 1319814 w 1886218"/>
                <a:gd name="connsiteY1295" fmla="*/ 507683 h 1465296"/>
                <a:gd name="connsiteX1296" fmla="*/ 1318469 w 1886218"/>
                <a:gd name="connsiteY1296" fmla="*/ 514398 h 1465296"/>
                <a:gd name="connsiteX1297" fmla="*/ 1313088 w 1886218"/>
                <a:gd name="connsiteY1297" fmla="*/ 515742 h 1465296"/>
                <a:gd name="connsiteX1298" fmla="*/ 1296943 w 1886218"/>
                <a:gd name="connsiteY1298" fmla="*/ 513055 h 1465296"/>
                <a:gd name="connsiteX1299" fmla="*/ 1294252 w 1886218"/>
                <a:gd name="connsiteY1299" fmla="*/ 507683 h 1465296"/>
                <a:gd name="connsiteX1300" fmla="*/ 1291562 w 1886218"/>
                <a:gd name="connsiteY1300" fmla="*/ 502311 h 1465296"/>
                <a:gd name="connsiteX1301" fmla="*/ 1283489 w 1886218"/>
                <a:gd name="connsiteY1301" fmla="*/ 498282 h 1465296"/>
                <a:gd name="connsiteX1302" fmla="*/ 1283489 w 1886218"/>
                <a:gd name="connsiteY1302" fmla="*/ 495595 h 1465296"/>
                <a:gd name="connsiteX1303" fmla="*/ 1286180 w 1886218"/>
                <a:gd name="connsiteY1303" fmla="*/ 495595 h 1465296"/>
                <a:gd name="connsiteX1304" fmla="*/ 1288871 w 1886218"/>
                <a:gd name="connsiteY1304" fmla="*/ 494252 h 1465296"/>
                <a:gd name="connsiteX1305" fmla="*/ 1286180 w 1886218"/>
                <a:gd name="connsiteY1305" fmla="*/ 491566 h 1465296"/>
                <a:gd name="connsiteX1306" fmla="*/ 1280799 w 1886218"/>
                <a:gd name="connsiteY1306" fmla="*/ 490223 h 1465296"/>
                <a:gd name="connsiteX1307" fmla="*/ 1275417 w 1886218"/>
                <a:gd name="connsiteY1307" fmla="*/ 479478 h 1465296"/>
                <a:gd name="connsiteX1308" fmla="*/ 1268690 w 1886218"/>
                <a:gd name="connsiteY1308" fmla="*/ 474106 h 1465296"/>
                <a:gd name="connsiteX1309" fmla="*/ 1257927 w 1886218"/>
                <a:gd name="connsiteY1309" fmla="*/ 474106 h 1465296"/>
                <a:gd name="connsiteX1310" fmla="*/ 1251200 w 1886218"/>
                <a:gd name="connsiteY1310" fmla="*/ 470077 h 1465296"/>
                <a:gd name="connsiteX1311" fmla="*/ 1239092 w 1886218"/>
                <a:gd name="connsiteY1311" fmla="*/ 470077 h 1465296"/>
                <a:gd name="connsiteX1312" fmla="*/ 1233710 w 1886218"/>
                <a:gd name="connsiteY1312" fmla="*/ 467391 h 1465296"/>
                <a:gd name="connsiteX1313" fmla="*/ 1233710 w 1886218"/>
                <a:gd name="connsiteY1313" fmla="*/ 471420 h 1465296"/>
                <a:gd name="connsiteX1314" fmla="*/ 1237746 w 1886218"/>
                <a:gd name="connsiteY1314" fmla="*/ 475449 h 1465296"/>
                <a:gd name="connsiteX1315" fmla="*/ 1239092 w 1886218"/>
                <a:gd name="connsiteY1315" fmla="*/ 472763 h 1465296"/>
                <a:gd name="connsiteX1316" fmla="*/ 1241783 w 1886218"/>
                <a:gd name="connsiteY1316" fmla="*/ 471420 h 1465296"/>
                <a:gd name="connsiteX1317" fmla="*/ 1253891 w 1886218"/>
                <a:gd name="connsiteY1317" fmla="*/ 476792 h 1465296"/>
                <a:gd name="connsiteX1318" fmla="*/ 1264654 w 1886218"/>
                <a:gd name="connsiteY1318" fmla="*/ 475449 h 1465296"/>
                <a:gd name="connsiteX1319" fmla="*/ 1268690 w 1886218"/>
                <a:gd name="connsiteY1319" fmla="*/ 478135 h 1465296"/>
                <a:gd name="connsiteX1320" fmla="*/ 1267345 w 1886218"/>
                <a:gd name="connsiteY1320" fmla="*/ 480822 h 1465296"/>
                <a:gd name="connsiteX1321" fmla="*/ 1264654 w 1886218"/>
                <a:gd name="connsiteY1321" fmla="*/ 480822 h 1465296"/>
                <a:gd name="connsiteX1322" fmla="*/ 1263309 w 1886218"/>
                <a:gd name="connsiteY1322" fmla="*/ 483508 h 1465296"/>
                <a:gd name="connsiteX1323" fmla="*/ 1264654 w 1886218"/>
                <a:gd name="connsiteY1323" fmla="*/ 484851 h 1465296"/>
                <a:gd name="connsiteX1324" fmla="*/ 1265999 w 1886218"/>
                <a:gd name="connsiteY1324" fmla="*/ 492909 h 1465296"/>
                <a:gd name="connsiteX1325" fmla="*/ 1267345 w 1886218"/>
                <a:gd name="connsiteY1325" fmla="*/ 492909 h 1465296"/>
                <a:gd name="connsiteX1326" fmla="*/ 1274072 w 1886218"/>
                <a:gd name="connsiteY1326" fmla="*/ 504997 h 1465296"/>
                <a:gd name="connsiteX1327" fmla="*/ 1276762 w 1886218"/>
                <a:gd name="connsiteY1327" fmla="*/ 511712 h 1465296"/>
                <a:gd name="connsiteX1328" fmla="*/ 1286180 w 1886218"/>
                <a:gd name="connsiteY1328" fmla="*/ 515742 h 1465296"/>
                <a:gd name="connsiteX1329" fmla="*/ 1296943 w 1886218"/>
                <a:gd name="connsiteY1329" fmla="*/ 517085 h 1465296"/>
                <a:gd name="connsiteX1330" fmla="*/ 1314433 w 1886218"/>
                <a:gd name="connsiteY1330" fmla="*/ 522457 h 1465296"/>
                <a:gd name="connsiteX1331" fmla="*/ 1315778 w 1886218"/>
                <a:gd name="connsiteY1331" fmla="*/ 527829 h 1465296"/>
                <a:gd name="connsiteX1332" fmla="*/ 1313088 w 1886218"/>
                <a:gd name="connsiteY1332" fmla="*/ 529172 h 1465296"/>
                <a:gd name="connsiteX1333" fmla="*/ 1307706 w 1886218"/>
                <a:gd name="connsiteY1333" fmla="*/ 534545 h 1465296"/>
                <a:gd name="connsiteX1334" fmla="*/ 1302325 w 1886218"/>
                <a:gd name="connsiteY1334" fmla="*/ 535888 h 1465296"/>
                <a:gd name="connsiteX1335" fmla="*/ 1295598 w 1886218"/>
                <a:gd name="connsiteY1335" fmla="*/ 546632 h 1465296"/>
                <a:gd name="connsiteX1336" fmla="*/ 1294252 w 1886218"/>
                <a:gd name="connsiteY1336" fmla="*/ 543946 h 1465296"/>
                <a:gd name="connsiteX1337" fmla="*/ 1291562 w 1886218"/>
                <a:gd name="connsiteY1337" fmla="*/ 546632 h 1465296"/>
                <a:gd name="connsiteX1338" fmla="*/ 1291562 w 1886218"/>
                <a:gd name="connsiteY1338" fmla="*/ 549318 h 1465296"/>
                <a:gd name="connsiteX1339" fmla="*/ 1275417 w 1886218"/>
                <a:gd name="connsiteY1339" fmla="*/ 566779 h 1465296"/>
                <a:gd name="connsiteX1340" fmla="*/ 1268690 w 1886218"/>
                <a:gd name="connsiteY1340" fmla="*/ 569465 h 1465296"/>
                <a:gd name="connsiteX1341" fmla="*/ 1263309 w 1886218"/>
                <a:gd name="connsiteY1341" fmla="*/ 577523 h 1465296"/>
                <a:gd name="connsiteX1342" fmla="*/ 1259273 w 1886218"/>
                <a:gd name="connsiteY1342" fmla="*/ 578866 h 1465296"/>
                <a:gd name="connsiteX1343" fmla="*/ 1256582 w 1886218"/>
                <a:gd name="connsiteY1343" fmla="*/ 576180 h 1465296"/>
                <a:gd name="connsiteX1344" fmla="*/ 1253891 w 1886218"/>
                <a:gd name="connsiteY1344" fmla="*/ 576180 h 1465296"/>
                <a:gd name="connsiteX1345" fmla="*/ 1252546 w 1886218"/>
                <a:gd name="connsiteY1345" fmla="*/ 578866 h 1465296"/>
                <a:gd name="connsiteX1346" fmla="*/ 1245819 w 1886218"/>
                <a:gd name="connsiteY1346" fmla="*/ 572151 h 1465296"/>
                <a:gd name="connsiteX1347" fmla="*/ 1241783 w 1886218"/>
                <a:gd name="connsiteY1347" fmla="*/ 569465 h 1465296"/>
                <a:gd name="connsiteX1348" fmla="*/ 1239092 w 1886218"/>
                <a:gd name="connsiteY1348" fmla="*/ 573494 h 1465296"/>
                <a:gd name="connsiteX1349" fmla="*/ 1237746 w 1886218"/>
                <a:gd name="connsiteY1349" fmla="*/ 570808 h 1465296"/>
                <a:gd name="connsiteX1350" fmla="*/ 1236401 w 1886218"/>
                <a:gd name="connsiteY1350" fmla="*/ 569465 h 1465296"/>
                <a:gd name="connsiteX1351" fmla="*/ 1239092 w 1886218"/>
                <a:gd name="connsiteY1351" fmla="*/ 564092 h 1465296"/>
                <a:gd name="connsiteX1352" fmla="*/ 1237746 w 1886218"/>
                <a:gd name="connsiteY1352" fmla="*/ 562749 h 1465296"/>
                <a:gd name="connsiteX1353" fmla="*/ 1236401 w 1886218"/>
                <a:gd name="connsiteY1353" fmla="*/ 560063 h 1465296"/>
                <a:gd name="connsiteX1354" fmla="*/ 1232365 w 1886218"/>
                <a:gd name="connsiteY1354" fmla="*/ 562749 h 1465296"/>
                <a:gd name="connsiteX1355" fmla="*/ 1228329 w 1886218"/>
                <a:gd name="connsiteY1355" fmla="*/ 573494 h 1465296"/>
                <a:gd name="connsiteX1356" fmla="*/ 1226984 w 1886218"/>
                <a:gd name="connsiteY1356" fmla="*/ 568122 h 1465296"/>
                <a:gd name="connsiteX1357" fmla="*/ 1224293 w 1886218"/>
                <a:gd name="connsiteY1357" fmla="*/ 560063 h 1465296"/>
                <a:gd name="connsiteX1358" fmla="*/ 1222947 w 1886218"/>
                <a:gd name="connsiteY1358" fmla="*/ 568122 h 1465296"/>
                <a:gd name="connsiteX1359" fmla="*/ 1225638 w 1886218"/>
                <a:gd name="connsiteY1359" fmla="*/ 570808 h 1465296"/>
                <a:gd name="connsiteX1360" fmla="*/ 1224293 w 1886218"/>
                <a:gd name="connsiteY1360" fmla="*/ 580209 h 1465296"/>
                <a:gd name="connsiteX1361" fmla="*/ 1218911 w 1886218"/>
                <a:gd name="connsiteY1361" fmla="*/ 589611 h 1465296"/>
                <a:gd name="connsiteX1362" fmla="*/ 1214875 w 1886218"/>
                <a:gd name="connsiteY1362" fmla="*/ 588268 h 1465296"/>
                <a:gd name="connsiteX1363" fmla="*/ 1213530 w 1886218"/>
                <a:gd name="connsiteY1363" fmla="*/ 585582 h 1465296"/>
                <a:gd name="connsiteX1364" fmla="*/ 1209494 w 1886218"/>
                <a:gd name="connsiteY1364" fmla="*/ 578866 h 1465296"/>
                <a:gd name="connsiteX1365" fmla="*/ 1209494 w 1886218"/>
                <a:gd name="connsiteY1365" fmla="*/ 584239 h 1465296"/>
                <a:gd name="connsiteX1366" fmla="*/ 1212184 w 1886218"/>
                <a:gd name="connsiteY1366" fmla="*/ 586925 h 1465296"/>
                <a:gd name="connsiteX1367" fmla="*/ 1206803 w 1886218"/>
                <a:gd name="connsiteY1367" fmla="*/ 589611 h 1465296"/>
                <a:gd name="connsiteX1368" fmla="*/ 1206803 w 1886218"/>
                <a:gd name="connsiteY1368" fmla="*/ 594983 h 1465296"/>
                <a:gd name="connsiteX1369" fmla="*/ 1204112 w 1886218"/>
                <a:gd name="connsiteY1369" fmla="*/ 593640 h 1465296"/>
                <a:gd name="connsiteX1370" fmla="*/ 1198731 w 1886218"/>
                <a:gd name="connsiteY1370" fmla="*/ 590954 h 1465296"/>
                <a:gd name="connsiteX1371" fmla="*/ 1198731 w 1886218"/>
                <a:gd name="connsiteY1371" fmla="*/ 586925 h 1465296"/>
                <a:gd name="connsiteX1372" fmla="*/ 1193349 w 1886218"/>
                <a:gd name="connsiteY1372" fmla="*/ 584239 h 1465296"/>
                <a:gd name="connsiteX1373" fmla="*/ 1189313 w 1886218"/>
                <a:gd name="connsiteY1373" fmla="*/ 577523 h 1465296"/>
                <a:gd name="connsiteX1374" fmla="*/ 1178550 w 1886218"/>
                <a:gd name="connsiteY1374" fmla="*/ 573494 h 1465296"/>
                <a:gd name="connsiteX1375" fmla="*/ 1169132 w 1886218"/>
                <a:gd name="connsiteY1375" fmla="*/ 568122 h 1465296"/>
                <a:gd name="connsiteX1376" fmla="*/ 1166442 w 1886218"/>
                <a:gd name="connsiteY1376" fmla="*/ 561406 h 1465296"/>
                <a:gd name="connsiteX1377" fmla="*/ 1161060 w 1886218"/>
                <a:gd name="connsiteY1377" fmla="*/ 558720 h 1465296"/>
                <a:gd name="connsiteX1378" fmla="*/ 1154333 w 1886218"/>
                <a:gd name="connsiteY1378" fmla="*/ 553348 h 1465296"/>
                <a:gd name="connsiteX1379" fmla="*/ 1151642 w 1886218"/>
                <a:gd name="connsiteY1379" fmla="*/ 549318 h 1465296"/>
                <a:gd name="connsiteX1380" fmla="*/ 1151642 w 1886218"/>
                <a:gd name="connsiteY1380" fmla="*/ 557377 h 1465296"/>
                <a:gd name="connsiteX1381" fmla="*/ 1147606 w 1886218"/>
                <a:gd name="connsiteY1381" fmla="*/ 556034 h 1465296"/>
                <a:gd name="connsiteX1382" fmla="*/ 1150297 w 1886218"/>
                <a:gd name="connsiteY1382" fmla="*/ 564092 h 1465296"/>
                <a:gd name="connsiteX1383" fmla="*/ 1154333 w 1886218"/>
                <a:gd name="connsiteY1383" fmla="*/ 568122 h 1465296"/>
                <a:gd name="connsiteX1384" fmla="*/ 1155679 w 1886218"/>
                <a:gd name="connsiteY1384" fmla="*/ 565435 h 1465296"/>
                <a:gd name="connsiteX1385" fmla="*/ 1154333 w 1886218"/>
                <a:gd name="connsiteY1385" fmla="*/ 561406 h 1465296"/>
                <a:gd name="connsiteX1386" fmla="*/ 1155679 w 1886218"/>
                <a:gd name="connsiteY1386" fmla="*/ 560063 h 1465296"/>
                <a:gd name="connsiteX1387" fmla="*/ 1157024 w 1886218"/>
                <a:gd name="connsiteY1387" fmla="*/ 560063 h 1465296"/>
                <a:gd name="connsiteX1388" fmla="*/ 1167787 w 1886218"/>
                <a:gd name="connsiteY1388" fmla="*/ 570808 h 1465296"/>
                <a:gd name="connsiteX1389" fmla="*/ 1177204 w 1886218"/>
                <a:gd name="connsiteY1389" fmla="*/ 576180 h 1465296"/>
                <a:gd name="connsiteX1390" fmla="*/ 1177204 w 1886218"/>
                <a:gd name="connsiteY1390" fmla="*/ 578866 h 1465296"/>
                <a:gd name="connsiteX1391" fmla="*/ 1171823 w 1886218"/>
                <a:gd name="connsiteY1391" fmla="*/ 582895 h 1465296"/>
                <a:gd name="connsiteX1392" fmla="*/ 1165096 w 1886218"/>
                <a:gd name="connsiteY1392" fmla="*/ 584239 h 1465296"/>
                <a:gd name="connsiteX1393" fmla="*/ 1162405 w 1886218"/>
                <a:gd name="connsiteY1393" fmla="*/ 582895 h 1465296"/>
                <a:gd name="connsiteX1394" fmla="*/ 1163751 w 1886218"/>
                <a:gd name="connsiteY1394" fmla="*/ 585582 h 1465296"/>
                <a:gd name="connsiteX1395" fmla="*/ 1163751 w 1886218"/>
                <a:gd name="connsiteY1395" fmla="*/ 588268 h 1465296"/>
                <a:gd name="connsiteX1396" fmla="*/ 1166442 w 1886218"/>
                <a:gd name="connsiteY1396" fmla="*/ 586925 h 1465296"/>
                <a:gd name="connsiteX1397" fmla="*/ 1175859 w 1886218"/>
                <a:gd name="connsiteY1397" fmla="*/ 585582 h 1465296"/>
                <a:gd name="connsiteX1398" fmla="*/ 1181241 w 1886218"/>
                <a:gd name="connsiteY1398" fmla="*/ 580209 h 1465296"/>
                <a:gd name="connsiteX1399" fmla="*/ 1183931 w 1886218"/>
                <a:gd name="connsiteY1399" fmla="*/ 580209 h 1465296"/>
                <a:gd name="connsiteX1400" fmla="*/ 1186622 w 1886218"/>
                <a:gd name="connsiteY1400" fmla="*/ 582895 h 1465296"/>
                <a:gd name="connsiteX1401" fmla="*/ 1187968 w 1886218"/>
                <a:gd name="connsiteY1401" fmla="*/ 589611 h 1465296"/>
                <a:gd name="connsiteX1402" fmla="*/ 1197385 w 1886218"/>
                <a:gd name="connsiteY1402" fmla="*/ 601698 h 1465296"/>
                <a:gd name="connsiteX1403" fmla="*/ 1197385 w 1886218"/>
                <a:gd name="connsiteY1403" fmla="*/ 613786 h 1465296"/>
                <a:gd name="connsiteX1404" fmla="*/ 1190658 w 1886218"/>
                <a:gd name="connsiteY1404" fmla="*/ 620502 h 1465296"/>
                <a:gd name="connsiteX1405" fmla="*/ 1186622 w 1886218"/>
                <a:gd name="connsiteY1405" fmla="*/ 620502 h 1465296"/>
                <a:gd name="connsiteX1406" fmla="*/ 1182586 w 1886218"/>
                <a:gd name="connsiteY1406" fmla="*/ 623188 h 1465296"/>
                <a:gd name="connsiteX1407" fmla="*/ 1177204 w 1886218"/>
                <a:gd name="connsiteY1407" fmla="*/ 623188 h 1465296"/>
                <a:gd name="connsiteX1408" fmla="*/ 1173169 w 1886218"/>
                <a:gd name="connsiteY1408" fmla="*/ 619159 h 1465296"/>
                <a:gd name="connsiteX1409" fmla="*/ 1161060 w 1886218"/>
                <a:gd name="connsiteY1409" fmla="*/ 617815 h 1465296"/>
                <a:gd name="connsiteX1410" fmla="*/ 1154333 w 1886218"/>
                <a:gd name="connsiteY1410" fmla="*/ 608414 h 1465296"/>
                <a:gd name="connsiteX1411" fmla="*/ 1151642 w 1886218"/>
                <a:gd name="connsiteY1411" fmla="*/ 600355 h 1465296"/>
                <a:gd name="connsiteX1412" fmla="*/ 1147606 w 1886218"/>
                <a:gd name="connsiteY1412" fmla="*/ 596326 h 1465296"/>
                <a:gd name="connsiteX1413" fmla="*/ 1146261 w 1886218"/>
                <a:gd name="connsiteY1413" fmla="*/ 599012 h 1465296"/>
                <a:gd name="connsiteX1414" fmla="*/ 1147606 w 1886218"/>
                <a:gd name="connsiteY1414" fmla="*/ 601698 h 1465296"/>
                <a:gd name="connsiteX1415" fmla="*/ 1147606 w 1886218"/>
                <a:gd name="connsiteY1415" fmla="*/ 607071 h 1465296"/>
                <a:gd name="connsiteX1416" fmla="*/ 1151642 w 1886218"/>
                <a:gd name="connsiteY1416" fmla="*/ 612443 h 1465296"/>
                <a:gd name="connsiteX1417" fmla="*/ 1155679 w 1886218"/>
                <a:gd name="connsiteY1417" fmla="*/ 623188 h 1465296"/>
                <a:gd name="connsiteX1418" fmla="*/ 1161060 w 1886218"/>
                <a:gd name="connsiteY1418" fmla="*/ 632589 h 1465296"/>
                <a:gd name="connsiteX1419" fmla="*/ 1158369 w 1886218"/>
                <a:gd name="connsiteY1419" fmla="*/ 635275 h 1465296"/>
                <a:gd name="connsiteX1420" fmla="*/ 1154333 w 1886218"/>
                <a:gd name="connsiteY1420" fmla="*/ 633932 h 1465296"/>
                <a:gd name="connsiteX1421" fmla="*/ 1150297 w 1886218"/>
                <a:gd name="connsiteY1421" fmla="*/ 633932 h 1465296"/>
                <a:gd name="connsiteX1422" fmla="*/ 1147606 w 1886218"/>
                <a:gd name="connsiteY1422" fmla="*/ 627217 h 1465296"/>
                <a:gd name="connsiteX1423" fmla="*/ 1147606 w 1886218"/>
                <a:gd name="connsiteY1423" fmla="*/ 631246 h 1465296"/>
                <a:gd name="connsiteX1424" fmla="*/ 1144916 w 1886218"/>
                <a:gd name="connsiteY1424" fmla="*/ 632589 h 1465296"/>
                <a:gd name="connsiteX1425" fmla="*/ 1147606 w 1886218"/>
                <a:gd name="connsiteY1425" fmla="*/ 635275 h 1465296"/>
                <a:gd name="connsiteX1426" fmla="*/ 1151642 w 1886218"/>
                <a:gd name="connsiteY1426" fmla="*/ 637962 h 1465296"/>
                <a:gd name="connsiteX1427" fmla="*/ 1152988 w 1886218"/>
                <a:gd name="connsiteY1427" fmla="*/ 640648 h 1465296"/>
                <a:gd name="connsiteX1428" fmla="*/ 1143570 w 1886218"/>
                <a:gd name="connsiteY1428" fmla="*/ 637962 h 1465296"/>
                <a:gd name="connsiteX1429" fmla="*/ 1140879 w 1886218"/>
                <a:gd name="connsiteY1429" fmla="*/ 636618 h 1465296"/>
                <a:gd name="connsiteX1430" fmla="*/ 1140879 w 1886218"/>
                <a:gd name="connsiteY1430" fmla="*/ 640648 h 1465296"/>
                <a:gd name="connsiteX1431" fmla="*/ 1143570 w 1886218"/>
                <a:gd name="connsiteY1431" fmla="*/ 643334 h 1465296"/>
                <a:gd name="connsiteX1432" fmla="*/ 1143570 w 1886218"/>
                <a:gd name="connsiteY1432" fmla="*/ 647363 h 1465296"/>
                <a:gd name="connsiteX1433" fmla="*/ 1139534 w 1886218"/>
                <a:gd name="connsiteY1433" fmla="*/ 652735 h 1465296"/>
                <a:gd name="connsiteX1434" fmla="*/ 1139534 w 1886218"/>
                <a:gd name="connsiteY1434" fmla="*/ 646020 h 1465296"/>
                <a:gd name="connsiteX1435" fmla="*/ 1135498 w 1886218"/>
                <a:gd name="connsiteY1435" fmla="*/ 646020 h 1465296"/>
                <a:gd name="connsiteX1436" fmla="*/ 1138189 w 1886218"/>
                <a:gd name="connsiteY1436" fmla="*/ 648706 h 1465296"/>
                <a:gd name="connsiteX1437" fmla="*/ 1136843 w 1886218"/>
                <a:gd name="connsiteY1437" fmla="*/ 652735 h 1465296"/>
                <a:gd name="connsiteX1438" fmla="*/ 1135498 w 1886218"/>
                <a:gd name="connsiteY1438" fmla="*/ 651392 h 1465296"/>
                <a:gd name="connsiteX1439" fmla="*/ 1128771 w 1886218"/>
                <a:gd name="connsiteY1439" fmla="*/ 650049 h 1465296"/>
                <a:gd name="connsiteX1440" fmla="*/ 1126080 w 1886218"/>
                <a:gd name="connsiteY1440" fmla="*/ 654079 h 1465296"/>
                <a:gd name="connsiteX1441" fmla="*/ 1118008 w 1886218"/>
                <a:gd name="connsiteY1441" fmla="*/ 656765 h 1465296"/>
                <a:gd name="connsiteX1442" fmla="*/ 1123389 w 1886218"/>
                <a:gd name="connsiteY1442" fmla="*/ 659451 h 1465296"/>
                <a:gd name="connsiteX1443" fmla="*/ 1123389 w 1886218"/>
                <a:gd name="connsiteY1443" fmla="*/ 663480 h 1465296"/>
                <a:gd name="connsiteX1444" fmla="*/ 1120699 w 1886218"/>
                <a:gd name="connsiteY1444" fmla="*/ 663480 h 1465296"/>
                <a:gd name="connsiteX1445" fmla="*/ 1120699 w 1886218"/>
                <a:gd name="connsiteY1445" fmla="*/ 662137 h 1465296"/>
                <a:gd name="connsiteX1446" fmla="*/ 1115317 w 1886218"/>
                <a:gd name="connsiteY1446" fmla="*/ 658108 h 1465296"/>
                <a:gd name="connsiteX1447" fmla="*/ 1109936 w 1886218"/>
                <a:gd name="connsiteY1447" fmla="*/ 656765 h 1465296"/>
                <a:gd name="connsiteX1448" fmla="*/ 1109936 w 1886218"/>
                <a:gd name="connsiteY1448" fmla="*/ 659451 h 1465296"/>
                <a:gd name="connsiteX1449" fmla="*/ 1107245 w 1886218"/>
                <a:gd name="connsiteY1449" fmla="*/ 660794 h 1465296"/>
                <a:gd name="connsiteX1450" fmla="*/ 1113972 w 1886218"/>
                <a:gd name="connsiteY1450" fmla="*/ 666166 h 1465296"/>
                <a:gd name="connsiteX1451" fmla="*/ 1111281 w 1886218"/>
                <a:gd name="connsiteY1451" fmla="*/ 668852 h 1465296"/>
                <a:gd name="connsiteX1452" fmla="*/ 1111281 w 1886218"/>
                <a:gd name="connsiteY1452" fmla="*/ 671539 h 1465296"/>
                <a:gd name="connsiteX1453" fmla="*/ 1105900 w 1886218"/>
                <a:gd name="connsiteY1453" fmla="*/ 671539 h 1465296"/>
                <a:gd name="connsiteX1454" fmla="*/ 1101864 w 1886218"/>
                <a:gd name="connsiteY1454" fmla="*/ 678254 h 1465296"/>
                <a:gd name="connsiteX1455" fmla="*/ 1096482 w 1886218"/>
                <a:gd name="connsiteY1455" fmla="*/ 680940 h 1465296"/>
                <a:gd name="connsiteX1456" fmla="*/ 1099173 w 1886218"/>
                <a:gd name="connsiteY1456" fmla="*/ 684969 h 1465296"/>
                <a:gd name="connsiteX1457" fmla="*/ 1097827 w 1886218"/>
                <a:gd name="connsiteY1457" fmla="*/ 687655 h 1465296"/>
                <a:gd name="connsiteX1458" fmla="*/ 1093791 w 1886218"/>
                <a:gd name="connsiteY1458" fmla="*/ 687655 h 1465296"/>
                <a:gd name="connsiteX1459" fmla="*/ 1091100 w 1886218"/>
                <a:gd name="connsiteY1459" fmla="*/ 691685 h 1465296"/>
                <a:gd name="connsiteX1460" fmla="*/ 1092446 w 1886218"/>
                <a:gd name="connsiteY1460" fmla="*/ 695714 h 1465296"/>
                <a:gd name="connsiteX1461" fmla="*/ 1087064 w 1886218"/>
                <a:gd name="connsiteY1461" fmla="*/ 698400 h 1465296"/>
                <a:gd name="connsiteX1462" fmla="*/ 1080337 w 1886218"/>
                <a:gd name="connsiteY1462" fmla="*/ 706459 h 1465296"/>
                <a:gd name="connsiteX1463" fmla="*/ 1074956 w 1886218"/>
                <a:gd name="connsiteY1463" fmla="*/ 707802 h 1465296"/>
                <a:gd name="connsiteX1464" fmla="*/ 1073611 w 1886218"/>
                <a:gd name="connsiteY1464" fmla="*/ 713174 h 1465296"/>
                <a:gd name="connsiteX1465" fmla="*/ 1068229 w 1886218"/>
                <a:gd name="connsiteY1465" fmla="*/ 717203 h 1465296"/>
                <a:gd name="connsiteX1466" fmla="*/ 1062847 w 1886218"/>
                <a:gd name="connsiteY1466" fmla="*/ 713174 h 1465296"/>
                <a:gd name="connsiteX1467" fmla="*/ 1062847 w 1886218"/>
                <a:gd name="connsiteY1467" fmla="*/ 717203 h 1465296"/>
                <a:gd name="connsiteX1468" fmla="*/ 1065538 w 1886218"/>
                <a:gd name="connsiteY1468" fmla="*/ 722575 h 1465296"/>
                <a:gd name="connsiteX1469" fmla="*/ 1060157 w 1886218"/>
                <a:gd name="connsiteY1469" fmla="*/ 727948 h 1465296"/>
                <a:gd name="connsiteX1470" fmla="*/ 1058812 w 1886218"/>
                <a:gd name="connsiteY1470" fmla="*/ 737349 h 1465296"/>
                <a:gd name="connsiteX1471" fmla="*/ 1056121 w 1886218"/>
                <a:gd name="connsiteY1471" fmla="*/ 741379 h 1465296"/>
                <a:gd name="connsiteX1472" fmla="*/ 1053430 w 1886218"/>
                <a:gd name="connsiteY1472" fmla="*/ 748094 h 1465296"/>
                <a:gd name="connsiteX1473" fmla="*/ 1049394 w 1886218"/>
                <a:gd name="connsiteY1473" fmla="*/ 750780 h 1465296"/>
                <a:gd name="connsiteX1474" fmla="*/ 1045358 w 1886218"/>
                <a:gd name="connsiteY1474" fmla="*/ 761525 h 1465296"/>
                <a:gd name="connsiteX1475" fmla="*/ 1048048 w 1886218"/>
                <a:gd name="connsiteY1475" fmla="*/ 762868 h 1465296"/>
                <a:gd name="connsiteX1476" fmla="*/ 1048048 w 1886218"/>
                <a:gd name="connsiteY1476" fmla="*/ 770926 h 1465296"/>
                <a:gd name="connsiteX1477" fmla="*/ 1042667 w 1886218"/>
                <a:gd name="connsiteY1477" fmla="*/ 778985 h 1465296"/>
                <a:gd name="connsiteX1478" fmla="*/ 1041322 w 1886218"/>
                <a:gd name="connsiteY1478" fmla="*/ 783014 h 1465296"/>
                <a:gd name="connsiteX1479" fmla="*/ 1035940 w 1886218"/>
                <a:gd name="connsiteY1479" fmla="*/ 784357 h 1465296"/>
                <a:gd name="connsiteX1480" fmla="*/ 1034595 w 1886218"/>
                <a:gd name="connsiteY1480" fmla="*/ 787043 h 1465296"/>
                <a:gd name="connsiteX1481" fmla="*/ 1039976 w 1886218"/>
                <a:gd name="connsiteY1481" fmla="*/ 788386 h 1465296"/>
                <a:gd name="connsiteX1482" fmla="*/ 1041322 w 1886218"/>
                <a:gd name="connsiteY1482" fmla="*/ 792415 h 1465296"/>
                <a:gd name="connsiteX1483" fmla="*/ 1039976 w 1886218"/>
                <a:gd name="connsiteY1483" fmla="*/ 796445 h 1465296"/>
                <a:gd name="connsiteX1484" fmla="*/ 1042667 w 1886218"/>
                <a:gd name="connsiteY1484" fmla="*/ 800474 h 1465296"/>
                <a:gd name="connsiteX1485" fmla="*/ 1041322 w 1886218"/>
                <a:gd name="connsiteY1485" fmla="*/ 807189 h 1465296"/>
                <a:gd name="connsiteX1486" fmla="*/ 1044012 w 1886218"/>
                <a:gd name="connsiteY1486" fmla="*/ 808532 h 1465296"/>
                <a:gd name="connsiteX1487" fmla="*/ 1038631 w 1886218"/>
                <a:gd name="connsiteY1487" fmla="*/ 820620 h 1465296"/>
                <a:gd name="connsiteX1488" fmla="*/ 1031904 w 1886218"/>
                <a:gd name="connsiteY1488" fmla="*/ 827335 h 1465296"/>
                <a:gd name="connsiteX1489" fmla="*/ 1018450 w 1886218"/>
                <a:gd name="connsiteY1489" fmla="*/ 830022 h 1465296"/>
                <a:gd name="connsiteX1490" fmla="*/ 1015759 w 1886218"/>
                <a:gd name="connsiteY1490" fmla="*/ 835394 h 1465296"/>
                <a:gd name="connsiteX1491" fmla="*/ 1022486 w 1886218"/>
                <a:gd name="connsiteY1491" fmla="*/ 828679 h 1465296"/>
                <a:gd name="connsiteX1492" fmla="*/ 1034595 w 1886218"/>
                <a:gd name="connsiteY1492" fmla="*/ 827335 h 1465296"/>
                <a:gd name="connsiteX1493" fmla="*/ 1044012 w 1886218"/>
                <a:gd name="connsiteY1493" fmla="*/ 816591 h 1465296"/>
                <a:gd name="connsiteX1494" fmla="*/ 1050739 w 1886218"/>
                <a:gd name="connsiteY1494" fmla="*/ 804503 h 1465296"/>
                <a:gd name="connsiteX1495" fmla="*/ 1065538 w 1886218"/>
                <a:gd name="connsiteY1495" fmla="*/ 803160 h 1465296"/>
                <a:gd name="connsiteX1496" fmla="*/ 1069574 w 1886218"/>
                <a:gd name="connsiteY1496" fmla="*/ 805846 h 1465296"/>
                <a:gd name="connsiteX1497" fmla="*/ 1069574 w 1886218"/>
                <a:gd name="connsiteY1497" fmla="*/ 809875 h 1465296"/>
                <a:gd name="connsiteX1498" fmla="*/ 1068229 w 1886218"/>
                <a:gd name="connsiteY1498" fmla="*/ 815248 h 1465296"/>
                <a:gd name="connsiteX1499" fmla="*/ 1068229 w 1886218"/>
                <a:gd name="connsiteY1499" fmla="*/ 821963 h 1465296"/>
                <a:gd name="connsiteX1500" fmla="*/ 1070920 w 1886218"/>
                <a:gd name="connsiteY1500" fmla="*/ 828679 h 1465296"/>
                <a:gd name="connsiteX1501" fmla="*/ 1070920 w 1886218"/>
                <a:gd name="connsiteY1501" fmla="*/ 839423 h 1465296"/>
                <a:gd name="connsiteX1502" fmla="*/ 1066884 w 1886218"/>
                <a:gd name="connsiteY1502" fmla="*/ 850168 h 1465296"/>
                <a:gd name="connsiteX1503" fmla="*/ 1069574 w 1886218"/>
                <a:gd name="connsiteY1503" fmla="*/ 854197 h 1465296"/>
                <a:gd name="connsiteX1504" fmla="*/ 1072265 w 1886218"/>
                <a:gd name="connsiteY1504" fmla="*/ 863598 h 1465296"/>
                <a:gd name="connsiteX1505" fmla="*/ 1069574 w 1886218"/>
                <a:gd name="connsiteY1505" fmla="*/ 868971 h 1465296"/>
                <a:gd name="connsiteX1506" fmla="*/ 1054775 w 1886218"/>
                <a:gd name="connsiteY1506" fmla="*/ 885088 h 1465296"/>
                <a:gd name="connsiteX1507" fmla="*/ 1046703 w 1886218"/>
                <a:gd name="connsiteY1507" fmla="*/ 887774 h 1465296"/>
                <a:gd name="connsiteX1508" fmla="*/ 1041322 w 1886218"/>
                <a:gd name="connsiteY1508" fmla="*/ 886431 h 1465296"/>
                <a:gd name="connsiteX1509" fmla="*/ 1046703 w 1886218"/>
                <a:gd name="connsiteY1509" fmla="*/ 889117 h 1465296"/>
                <a:gd name="connsiteX1510" fmla="*/ 1054775 w 1886218"/>
                <a:gd name="connsiteY1510" fmla="*/ 889117 h 1465296"/>
                <a:gd name="connsiteX1511" fmla="*/ 1072265 w 1886218"/>
                <a:gd name="connsiteY1511" fmla="*/ 882402 h 1465296"/>
                <a:gd name="connsiteX1512" fmla="*/ 1091100 w 1886218"/>
                <a:gd name="connsiteY1512" fmla="*/ 877029 h 1465296"/>
                <a:gd name="connsiteX1513" fmla="*/ 1100518 w 1886218"/>
                <a:gd name="connsiteY1513" fmla="*/ 875686 h 1465296"/>
                <a:gd name="connsiteX1514" fmla="*/ 1112627 w 1886218"/>
                <a:gd name="connsiteY1514" fmla="*/ 883745 h 1465296"/>
                <a:gd name="connsiteX1515" fmla="*/ 1120699 w 1886218"/>
                <a:gd name="connsiteY1515" fmla="*/ 890460 h 1465296"/>
                <a:gd name="connsiteX1516" fmla="*/ 1131462 w 1886218"/>
                <a:gd name="connsiteY1516" fmla="*/ 893146 h 1465296"/>
                <a:gd name="connsiteX1517" fmla="*/ 1134152 w 1886218"/>
                <a:gd name="connsiteY1517" fmla="*/ 895832 h 1465296"/>
                <a:gd name="connsiteX1518" fmla="*/ 1139534 w 1886218"/>
                <a:gd name="connsiteY1518" fmla="*/ 897175 h 1465296"/>
                <a:gd name="connsiteX1519" fmla="*/ 1147606 w 1886218"/>
                <a:gd name="connsiteY1519" fmla="*/ 906577 h 1465296"/>
                <a:gd name="connsiteX1520" fmla="*/ 1151642 w 1886218"/>
                <a:gd name="connsiteY1520" fmla="*/ 907920 h 1465296"/>
                <a:gd name="connsiteX1521" fmla="*/ 1155679 w 1886218"/>
                <a:gd name="connsiteY1521" fmla="*/ 915979 h 1465296"/>
                <a:gd name="connsiteX1522" fmla="*/ 1159715 w 1886218"/>
                <a:gd name="connsiteY1522" fmla="*/ 918665 h 1465296"/>
                <a:gd name="connsiteX1523" fmla="*/ 1159715 w 1886218"/>
                <a:gd name="connsiteY1523" fmla="*/ 922694 h 1465296"/>
                <a:gd name="connsiteX1524" fmla="*/ 1163751 w 1886218"/>
                <a:gd name="connsiteY1524" fmla="*/ 926723 h 1465296"/>
                <a:gd name="connsiteX1525" fmla="*/ 1167787 w 1886218"/>
                <a:gd name="connsiteY1525" fmla="*/ 934782 h 1465296"/>
                <a:gd name="connsiteX1526" fmla="*/ 1166442 w 1886218"/>
                <a:gd name="connsiteY1526" fmla="*/ 937468 h 1465296"/>
                <a:gd name="connsiteX1527" fmla="*/ 1170478 w 1886218"/>
                <a:gd name="connsiteY1527" fmla="*/ 936125 h 1465296"/>
                <a:gd name="connsiteX1528" fmla="*/ 1173169 w 1886218"/>
                <a:gd name="connsiteY1528" fmla="*/ 938811 h 1465296"/>
                <a:gd name="connsiteX1529" fmla="*/ 1183931 w 1886218"/>
                <a:gd name="connsiteY1529" fmla="*/ 945526 h 1465296"/>
                <a:gd name="connsiteX1530" fmla="*/ 1187968 w 1886218"/>
                <a:gd name="connsiteY1530" fmla="*/ 946869 h 1465296"/>
                <a:gd name="connsiteX1531" fmla="*/ 1194694 w 1886218"/>
                <a:gd name="connsiteY1531" fmla="*/ 952242 h 1465296"/>
                <a:gd name="connsiteX1532" fmla="*/ 1198731 w 1886218"/>
                <a:gd name="connsiteY1532" fmla="*/ 953585 h 1465296"/>
                <a:gd name="connsiteX1533" fmla="*/ 1208148 w 1886218"/>
                <a:gd name="connsiteY1533" fmla="*/ 961643 h 1465296"/>
                <a:gd name="connsiteX1534" fmla="*/ 1209494 w 1886218"/>
                <a:gd name="connsiteY1534" fmla="*/ 965672 h 1465296"/>
                <a:gd name="connsiteX1535" fmla="*/ 1214875 w 1886218"/>
                <a:gd name="connsiteY1535" fmla="*/ 971045 h 1465296"/>
                <a:gd name="connsiteX1536" fmla="*/ 1214875 w 1886218"/>
                <a:gd name="connsiteY1536" fmla="*/ 973731 h 1465296"/>
                <a:gd name="connsiteX1537" fmla="*/ 1216221 w 1886218"/>
                <a:gd name="connsiteY1537" fmla="*/ 975074 h 1465296"/>
                <a:gd name="connsiteX1538" fmla="*/ 1224293 w 1886218"/>
                <a:gd name="connsiteY1538" fmla="*/ 976417 h 1465296"/>
                <a:gd name="connsiteX1539" fmla="*/ 1226984 w 1886218"/>
                <a:gd name="connsiteY1539" fmla="*/ 976417 h 1465296"/>
                <a:gd name="connsiteX1540" fmla="*/ 1232365 w 1886218"/>
                <a:gd name="connsiteY1540" fmla="*/ 975074 h 1465296"/>
                <a:gd name="connsiteX1541" fmla="*/ 1243128 w 1886218"/>
                <a:gd name="connsiteY1541" fmla="*/ 976417 h 1465296"/>
                <a:gd name="connsiteX1542" fmla="*/ 1245819 w 1886218"/>
                <a:gd name="connsiteY1542" fmla="*/ 977760 h 1465296"/>
                <a:gd name="connsiteX1543" fmla="*/ 1248509 w 1886218"/>
                <a:gd name="connsiteY1543" fmla="*/ 977760 h 1465296"/>
                <a:gd name="connsiteX1544" fmla="*/ 1256582 w 1886218"/>
                <a:gd name="connsiteY1544" fmla="*/ 980446 h 1465296"/>
                <a:gd name="connsiteX1545" fmla="*/ 1264654 w 1886218"/>
                <a:gd name="connsiteY1545" fmla="*/ 981789 h 1465296"/>
                <a:gd name="connsiteX1546" fmla="*/ 1271381 w 1886218"/>
                <a:gd name="connsiteY1546" fmla="*/ 980446 h 1465296"/>
                <a:gd name="connsiteX1547" fmla="*/ 1275417 w 1886218"/>
                <a:gd name="connsiteY1547" fmla="*/ 980446 h 1465296"/>
                <a:gd name="connsiteX1548" fmla="*/ 1275417 w 1886218"/>
                <a:gd name="connsiteY1548" fmla="*/ 981789 h 1465296"/>
                <a:gd name="connsiteX1549" fmla="*/ 1276762 w 1886218"/>
                <a:gd name="connsiteY1549" fmla="*/ 981789 h 1465296"/>
                <a:gd name="connsiteX1550" fmla="*/ 1279453 w 1886218"/>
                <a:gd name="connsiteY1550" fmla="*/ 981789 h 1465296"/>
                <a:gd name="connsiteX1551" fmla="*/ 1280799 w 1886218"/>
                <a:gd name="connsiteY1551" fmla="*/ 988505 h 1465296"/>
                <a:gd name="connsiteX1552" fmla="*/ 1274072 w 1886218"/>
                <a:gd name="connsiteY1552" fmla="*/ 1001935 h 1465296"/>
                <a:gd name="connsiteX1553" fmla="*/ 1272726 w 1886218"/>
                <a:gd name="connsiteY1553" fmla="*/ 1005965 h 1465296"/>
                <a:gd name="connsiteX1554" fmla="*/ 1270036 w 1886218"/>
                <a:gd name="connsiteY1554" fmla="*/ 1011337 h 1465296"/>
                <a:gd name="connsiteX1555" fmla="*/ 1265999 w 1886218"/>
                <a:gd name="connsiteY1555" fmla="*/ 1018052 h 1465296"/>
                <a:gd name="connsiteX1556" fmla="*/ 1267345 w 1886218"/>
                <a:gd name="connsiteY1556" fmla="*/ 1023425 h 1465296"/>
                <a:gd name="connsiteX1557" fmla="*/ 1268690 w 1886218"/>
                <a:gd name="connsiteY1557" fmla="*/ 1024768 h 1465296"/>
                <a:gd name="connsiteX1558" fmla="*/ 1268690 w 1886218"/>
                <a:gd name="connsiteY1558" fmla="*/ 1036855 h 1465296"/>
                <a:gd name="connsiteX1559" fmla="*/ 1261963 w 1886218"/>
                <a:gd name="connsiteY1559" fmla="*/ 1046257 h 1465296"/>
                <a:gd name="connsiteX1560" fmla="*/ 1261963 w 1886218"/>
                <a:gd name="connsiteY1560" fmla="*/ 1051629 h 1465296"/>
                <a:gd name="connsiteX1561" fmla="*/ 1260618 w 1886218"/>
                <a:gd name="connsiteY1561" fmla="*/ 1058345 h 1465296"/>
                <a:gd name="connsiteX1562" fmla="*/ 1255236 w 1886218"/>
                <a:gd name="connsiteY1562" fmla="*/ 1062374 h 1465296"/>
                <a:gd name="connsiteX1563" fmla="*/ 1252546 w 1886218"/>
                <a:gd name="connsiteY1563" fmla="*/ 1073118 h 1465296"/>
                <a:gd name="connsiteX1564" fmla="*/ 1253891 w 1886218"/>
                <a:gd name="connsiteY1564" fmla="*/ 1077148 h 1465296"/>
                <a:gd name="connsiteX1565" fmla="*/ 1259273 w 1886218"/>
                <a:gd name="connsiteY1565" fmla="*/ 1081177 h 1465296"/>
                <a:gd name="connsiteX1566" fmla="*/ 1259273 w 1886218"/>
                <a:gd name="connsiteY1566" fmla="*/ 1087892 h 1465296"/>
                <a:gd name="connsiteX1567" fmla="*/ 1263309 w 1886218"/>
                <a:gd name="connsiteY1567" fmla="*/ 1089235 h 1465296"/>
                <a:gd name="connsiteX1568" fmla="*/ 1267345 w 1886218"/>
                <a:gd name="connsiteY1568" fmla="*/ 1093265 h 1465296"/>
                <a:gd name="connsiteX1569" fmla="*/ 1265999 w 1886218"/>
                <a:gd name="connsiteY1569" fmla="*/ 1098637 h 1465296"/>
                <a:gd name="connsiteX1570" fmla="*/ 1265999 w 1886218"/>
                <a:gd name="connsiteY1570" fmla="*/ 1099980 h 1465296"/>
                <a:gd name="connsiteX1571" fmla="*/ 1265999 w 1886218"/>
                <a:gd name="connsiteY1571" fmla="*/ 1104009 h 1465296"/>
                <a:gd name="connsiteX1572" fmla="*/ 1271381 w 1886218"/>
                <a:gd name="connsiteY1572" fmla="*/ 1105352 h 1465296"/>
                <a:gd name="connsiteX1573" fmla="*/ 1276762 w 1886218"/>
                <a:gd name="connsiteY1573" fmla="*/ 1109382 h 1465296"/>
                <a:gd name="connsiteX1574" fmla="*/ 1278108 w 1886218"/>
                <a:gd name="connsiteY1574" fmla="*/ 1109382 h 1465296"/>
                <a:gd name="connsiteX1575" fmla="*/ 1279453 w 1886218"/>
                <a:gd name="connsiteY1575" fmla="*/ 1112068 h 1465296"/>
                <a:gd name="connsiteX1576" fmla="*/ 1282144 w 1886218"/>
                <a:gd name="connsiteY1576" fmla="*/ 1117440 h 1465296"/>
                <a:gd name="connsiteX1577" fmla="*/ 1283489 w 1886218"/>
                <a:gd name="connsiteY1577" fmla="*/ 1125499 h 1465296"/>
                <a:gd name="connsiteX1578" fmla="*/ 1284835 w 1886218"/>
                <a:gd name="connsiteY1578" fmla="*/ 1128185 h 1465296"/>
                <a:gd name="connsiteX1579" fmla="*/ 1282144 w 1886218"/>
                <a:gd name="connsiteY1579" fmla="*/ 1136243 h 1465296"/>
                <a:gd name="connsiteX1580" fmla="*/ 1272726 w 1886218"/>
                <a:gd name="connsiteY1580" fmla="*/ 1144302 h 1465296"/>
                <a:gd name="connsiteX1581" fmla="*/ 1279453 w 1886218"/>
                <a:gd name="connsiteY1581" fmla="*/ 1140272 h 1465296"/>
                <a:gd name="connsiteX1582" fmla="*/ 1286180 w 1886218"/>
                <a:gd name="connsiteY1582" fmla="*/ 1136243 h 1465296"/>
                <a:gd name="connsiteX1583" fmla="*/ 1292907 w 1886218"/>
                <a:gd name="connsiteY1583" fmla="*/ 1138929 h 1465296"/>
                <a:gd name="connsiteX1584" fmla="*/ 1298288 w 1886218"/>
                <a:gd name="connsiteY1584" fmla="*/ 1142958 h 1465296"/>
                <a:gd name="connsiteX1585" fmla="*/ 1302325 w 1886218"/>
                <a:gd name="connsiteY1585" fmla="*/ 1142958 h 1465296"/>
                <a:gd name="connsiteX1586" fmla="*/ 1303670 w 1886218"/>
                <a:gd name="connsiteY1586" fmla="*/ 1138929 h 1465296"/>
                <a:gd name="connsiteX1587" fmla="*/ 1303670 w 1886218"/>
                <a:gd name="connsiteY1587" fmla="*/ 1134900 h 1465296"/>
                <a:gd name="connsiteX1588" fmla="*/ 1311742 w 1886218"/>
                <a:gd name="connsiteY1588" fmla="*/ 1124155 h 1465296"/>
                <a:gd name="connsiteX1589" fmla="*/ 1314433 w 1886218"/>
                <a:gd name="connsiteY1589" fmla="*/ 1122812 h 1465296"/>
                <a:gd name="connsiteX1590" fmla="*/ 1313088 w 1886218"/>
                <a:gd name="connsiteY1590" fmla="*/ 1128185 h 1465296"/>
                <a:gd name="connsiteX1591" fmla="*/ 1314433 w 1886218"/>
                <a:gd name="connsiteY1591" fmla="*/ 1130871 h 1465296"/>
                <a:gd name="connsiteX1592" fmla="*/ 1317124 w 1886218"/>
                <a:gd name="connsiteY1592" fmla="*/ 1130871 h 1465296"/>
                <a:gd name="connsiteX1593" fmla="*/ 1318469 w 1886218"/>
                <a:gd name="connsiteY1593" fmla="*/ 1140272 h 1465296"/>
                <a:gd name="connsiteX1594" fmla="*/ 1318469 w 1886218"/>
                <a:gd name="connsiteY1594" fmla="*/ 1148331 h 1465296"/>
                <a:gd name="connsiteX1595" fmla="*/ 1323851 w 1886218"/>
                <a:gd name="connsiteY1595" fmla="*/ 1152360 h 1465296"/>
                <a:gd name="connsiteX1596" fmla="*/ 1333268 w 1886218"/>
                <a:gd name="connsiteY1596" fmla="*/ 1153703 h 1465296"/>
                <a:gd name="connsiteX1597" fmla="*/ 1327887 w 1886218"/>
                <a:gd name="connsiteY1597" fmla="*/ 1151017 h 1465296"/>
                <a:gd name="connsiteX1598" fmla="*/ 1322505 w 1886218"/>
                <a:gd name="connsiteY1598" fmla="*/ 1145645 h 1465296"/>
                <a:gd name="connsiteX1599" fmla="*/ 1321160 w 1886218"/>
                <a:gd name="connsiteY1599" fmla="*/ 1138929 h 1465296"/>
                <a:gd name="connsiteX1600" fmla="*/ 1322505 w 1886218"/>
                <a:gd name="connsiteY1600" fmla="*/ 1130871 h 1465296"/>
                <a:gd name="connsiteX1601" fmla="*/ 1325196 w 1886218"/>
                <a:gd name="connsiteY1601" fmla="*/ 1128185 h 1465296"/>
                <a:gd name="connsiteX1602" fmla="*/ 1322505 w 1886218"/>
                <a:gd name="connsiteY1602" fmla="*/ 1124155 h 1465296"/>
                <a:gd name="connsiteX1603" fmla="*/ 1322505 w 1886218"/>
                <a:gd name="connsiteY1603" fmla="*/ 1118783 h 1465296"/>
                <a:gd name="connsiteX1604" fmla="*/ 1325196 w 1886218"/>
                <a:gd name="connsiteY1604" fmla="*/ 1120126 h 1465296"/>
                <a:gd name="connsiteX1605" fmla="*/ 1327887 w 1886218"/>
                <a:gd name="connsiteY1605" fmla="*/ 1120126 h 1465296"/>
                <a:gd name="connsiteX1606" fmla="*/ 1330578 w 1886218"/>
                <a:gd name="connsiteY1606" fmla="*/ 1112068 h 1465296"/>
                <a:gd name="connsiteX1607" fmla="*/ 1335959 w 1886218"/>
                <a:gd name="connsiteY1607" fmla="*/ 1106695 h 1465296"/>
                <a:gd name="connsiteX1608" fmla="*/ 1334614 w 1886218"/>
                <a:gd name="connsiteY1608" fmla="*/ 1104009 h 1465296"/>
                <a:gd name="connsiteX1609" fmla="*/ 1333268 w 1886218"/>
                <a:gd name="connsiteY1609" fmla="*/ 1095951 h 1465296"/>
                <a:gd name="connsiteX1610" fmla="*/ 1330578 w 1886218"/>
                <a:gd name="connsiteY1610" fmla="*/ 1094608 h 1465296"/>
                <a:gd name="connsiteX1611" fmla="*/ 1330578 w 1886218"/>
                <a:gd name="connsiteY1611" fmla="*/ 1089235 h 1465296"/>
                <a:gd name="connsiteX1612" fmla="*/ 1335959 w 1886218"/>
                <a:gd name="connsiteY1612" fmla="*/ 1083863 h 1465296"/>
                <a:gd name="connsiteX1613" fmla="*/ 1333268 w 1886218"/>
                <a:gd name="connsiteY1613" fmla="*/ 1081177 h 1465296"/>
                <a:gd name="connsiteX1614" fmla="*/ 1333268 w 1886218"/>
                <a:gd name="connsiteY1614" fmla="*/ 1077148 h 1465296"/>
                <a:gd name="connsiteX1615" fmla="*/ 1330578 w 1886218"/>
                <a:gd name="connsiteY1615" fmla="*/ 1077148 h 1465296"/>
                <a:gd name="connsiteX1616" fmla="*/ 1330578 w 1886218"/>
                <a:gd name="connsiteY1616" fmla="*/ 1073118 h 1465296"/>
                <a:gd name="connsiteX1617" fmla="*/ 1334614 w 1886218"/>
                <a:gd name="connsiteY1617" fmla="*/ 1061031 h 1465296"/>
                <a:gd name="connsiteX1618" fmla="*/ 1333268 w 1886218"/>
                <a:gd name="connsiteY1618" fmla="*/ 1055658 h 1465296"/>
                <a:gd name="connsiteX1619" fmla="*/ 1334614 w 1886218"/>
                <a:gd name="connsiteY1619" fmla="*/ 1046257 h 1465296"/>
                <a:gd name="connsiteX1620" fmla="*/ 1337304 w 1886218"/>
                <a:gd name="connsiteY1620" fmla="*/ 1043571 h 1465296"/>
                <a:gd name="connsiteX1621" fmla="*/ 1335959 w 1886218"/>
                <a:gd name="connsiteY1621" fmla="*/ 1039542 h 1465296"/>
                <a:gd name="connsiteX1622" fmla="*/ 1338650 w 1886218"/>
                <a:gd name="connsiteY1622" fmla="*/ 1038199 h 1465296"/>
                <a:gd name="connsiteX1623" fmla="*/ 1335959 w 1886218"/>
                <a:gd name="connsiteY1623" fmla="*/ 1032826 h 1465296"/>
                <a:gd name="connsiteX1624" fmla="*/ 1339995 w 1886218"/>
                <a:gd name="connsiteY1624" fmla="*/ 1031483 h 1465296"/>
                <a:gd name="connsiteX1625" fmla="*/ 1337304 w 1886218"/>
                <a:gd name="connsiteY1625" fmla="*/ 1030140 h 1465296"/>
                <a:gd name="connsiteX1626" fmla="*/ 1334614 w 1886218"/>
                <a:gd name="connsiteY1626" fmla="*/ 1027454 h 1465296"/>
                <a:gd name="connsiteX1627" fmla="*/ 1337304 w 1886218"/>
                <a:gd name="connsiteY1627" fmla="*/ 1024768 h 1465296"/>
                <a:gd name="connsiteX1628" fmla="*/ 1335959 w 1886218"/>
                <a:gd name="connsiteY1628" fmla="*/ 1022081 h 1465296"/>
                <a:gd name="connsiteX1629" fmla="*/ 1335959 w 1886218"/>
                <a:gd name="connsiteY1629" fmla="*/ 1016709 h 1465296"/>
                <a:gd name="connsiteX1630" fmla="*/ 1333268 w 1886218"/>
                <a:gd name="connsiteY1630" fmla="*/ 1012680 h 1465296"/>
                <a:gd name="connsiteX1631" fmla="*/ 1333268 w 1886218"/>
                <a:gd name="connsiteY1631" fmla="*/ 1007308 h 1465296"/>
                <a:gd name="connsiteX1632" fmla="*/ 1331923 w 1886218"/>
                <a:gd name="connsiteY1632" fmla="*/ 1004622 h 1465296"/>
                <a:gd name="connsiteX1633" fmla="*/ 1338650 w 1886218"/>
                <a:gd name="connsiteY1633" fmla="*/ 1001935 h 1465296"/>
                <a:gd name="connsiteX1634" fmla="*/ 1348067 w 1886218"/>
                <a:gd name="connsiteY1634" fmla="*/ 999249 h 1465296"/>
                <a:gd name="connsiteX1635" fmla="*/ 1353449 w 1886218"/>
                <a:gd name="connsiteY1635" fmla="*/ 995220 h 1465296"/>
                <a:gd name="connsiteX1636" fmla="*/ 1360176 w 1886218"/>
                <a:gd name="connsiteY1636" fmla="*/ 996563 h 1465296"/>
                <a:gd name="connsiteX1637" fmla="*/ 1362867 w 1886218"/>
                <a:gd name="connsiteY1637" fmla="*/ 993877 h 1465296"/>
                <a:gd name="connsiteX1638" fmla="*/ 1372284 w 1886218"/>
                <a:gd name="connsiteY1638" fmla="*/ 988505 h 1465296"/>
                <a:gd name="connsiteX1639" fmla="*/ 1388429 w 1886218"/>
                <a:gd name="connsiteY1639" fmla="*/ 983132 h 1465296"/>
                <a:gd name="connsiteX1640" fmla="*/ 1388429 w 1886218"/>
                <a:gd name="connsiteY1640" fmla="*/ 980446 h 1465296"/>
                <a:gd name="connsiteX1641" fmla="*/ 1392465 w 1886218"/>
                <a:gd name="connsiteY1641" fmla="*/ 977760 h 1465296"/>
                <a:gd name="connsiteX1642" fmla="*/ 1404573 w 1886218"/>
                <a:gd name="connsiteY1642" fmla="*/ 972388 h 1465296"/>
                <a:gd name="connsiteX1643" fmla="*/ 1404573 w 1886218"/>
                <a:gd name="connsiteY1643" fmla="*/ 968358 h 1465296"/>
                <a:gd name="connsiteX1644" fmla="*/ 1411300 w 1886218"/>
                <a:gd name="connsiteY1644" fmla="*/ 965672 h 1465296"/>
                <a:gd name="connsiteX1645" fmla="*/ 1418027 w 1886218"/>
                <a:gd name="connsiteY1645" fmla="*/ 953585 h 1465296"/>
                <a:gd name="connsiteX1646" fmla="*/ 1422063 w 1886218"/>
                <a:gd name="connsiteY1646" fmla="*/ 954928 h 1465296"/>
                <a:gd name="connsiteX1647" fmla="*/ 1423408 w 1886218"/>
                <a:gd name="connsiteY1647" fmla="*/ 956271 h 1465296"/>
                <a:gd name="connsiteX1648" fmla="*/ 1428790 w 1886218"/>
                <a:gd name="connsiteY1648" fmla="*/ 956271 h 1465296"/>
                <a:gd name="connsiteX1649" fmla="*/ 1432826 w 1886218"/>
                <a:gd name="connsiteY1649" fmla="*/ 952242 h 1465296"/>
                <a:gd name="connsiteX1650" fmla="*/ 1428790 w 1886218"/>
                <a:gd name="connsiteY1650" fmla="*/ 945526 h 1465296"/>
                <a:gd name="connsiteX1651" fmla="*/ 1427445 w 1886218"/>
                <a:gd name="connsiteY1651" fmla="*/ 940154 h 1465296"/>
                <a:gd name="connsiteX1652" fmla="*/ 1424754 w 1886218"/>
                <a:gd name="connsiteY1652" fmla="*/ 942840 h 1465296"/>
                <a:gd name="connsiteX1653" fmla="*/ 1423408 w 1886218"/>
                <a:gd name="connsiteY1653" fmla="*/ 948212 h 1465296"/>
                <a:gd name="connsiteX1654" fmla="*/ 1422063 w 1886218"/>
                <a:gd name="connsiteY1654" fmla="*/ 948212 h 1465296"/>
                <a:gd name="connsiteX1655" fmla="*/ 1423408 w 1886218"/>
                <a:gd name="connsiteY1655" fmla="*/ 941497 h 1465296"/>
                <a:gd name="connsiteX1656" fmla="*/ 1427445 w 1886218"/>
                <a:gd name="connsiteY1656" fmla="*/ 929409 h 1465296"/>
                <a:gd name="connsiteX1657" fmla="*/ 1430135 w 1886218"/>
                <a:gd name="connsiteY1657" fmla="*/ 926723 h 1465296"/>
                <a:gd name="connsiteX1658" fmla="*/ 1430135 w 1886218"/>
                <a:gd name="connsiteY1658" fmla="*/ 917322 h 1465296"/>
                <a:gd name="connsiteX1659" fmla="*/ 1430135 w 1886218"/>
                <a:gd name="connsiteY1659" fmla="*/ 911949 h 1465296"/>
                <a:gd name="connsiteX1660" fmla="*/ 1426099 w 1886218"/>
                <a:gd name="connsiteY1660" fmla="*/ 903891 h 1465296"/>
                <a:gd name="connsiteX1661" fmla="*/ 1427445 w 1886218"/>
                <a:gd name="connsiteY1661" fmla="*/ 887774 h 1465296"/>
                <a:gd name="connsiteX1662" fmla="*/ 1426099 w 1886218"/>
                <a:gd name="connsiteY1662" fmla="*/ 874343 h 1465296"/>
                <a:gd name="connsiteX1663" fmla="*/ 1418027 w 1886218"/>
                <a:gd name="connsiteY1663" fmla="*/ 862255 h 1465296"/>
                <a:gd name="connsiteX1664" fmla="*/ 1412645 w 1886218"/>
                <a:gd name="connsiteY1664" fmla="*/ 858226 h 1465296"/>
                <a:gd name="connsiteX1665" fmla="*/ 1409955 w 1886218"/>
                <a:gd name="connsiteY1665" fmla="*/ 852854 h 1465296"/>
                <a:gd name="connsiteX1666" fmla="*/ 1405919 w 1886218"/>
                <a:gd name="connsiteY1666" fmla="*/ 851511 h 1465296"/>
                <a:gd name="connsiteX1667" fmla="*/ 1403228 w 1886218"/>
                <a:gd name="connsiteY1667" fmla="*/ 847482 h 1465296"/>
                <a:gd name="connsiteX1668" fmla="*/ 1407264 w 1886218"/>
                <a:gd name="connsiteY1668" fmla="*/ 836737 h 1465296"/>
                <a:gd name="connsiteX1669" fmla="*/ 1411300 w 1886218"/>
                <a:gd name="connsiteY1669" fmla="*/ 835394 h 1465296"/>
                <a:gd name="connsiteX1670" fmla="*/ 1426099 w 1886218"/>
                <a:gd name="connsiteY1670" fmla="*/ 820620 h 1465296"/>
                <a:gd name="connsiteX1671" fmla="*/ 1430135 w 1886218"/>
                <a:gd name="connsiteY1671" fmla="*/ 820620 h 1465296"/>
                <a:gd name="connsiteX1672" fmla="*/ 1432826 w 1886218"/>
                <a:gd name="connsiteY1672" fmla="*/ 816591 h 1465296"/>
                <a:gd name="connsiteX1673" fmla="*/ 1432826 w 1886218"/>
                <a:gd name="connsiteY1673" fmla="*/ 812562 h 1465296"/>
                <a:gd name="connsiteX1674" fmla="*/ 1431481 w 1886218"/>
                <a:gd name="connsiteY1674" fmla="*/ 811218 h 1465296"/>
                <a:gd name="connsiteX1675" fmla="*/ 1431481 w 1886218"/>
                <a:gd name="connsiteY1675" fmla="*/ 809875 h 1465296"/>
                <a:gd name="connsiteX1676" fmla="*/ 1436862 w 1886218"/>
                <a:gd name="connsiteY1676" fmla="*/ 801817 h 1465296"/>
                <a:gd name="connsiteX1677" fmla="*/ 1439553 w 1886218"/>
                <a:gd name="connsiteY1677" fmla="*/ 801817 h 1465296"/>
                <a:gd name="connsiteX1678" fmla="*/ 1442244 w 1886218"/>
                <a:gd name="connsiteY1678" fmla="*/ 808532 h 1465296"/>
                <a:gd name="connsiteX1679" fmla="*/ 1446280 w 1886218"/>
                <a:gd name="connsiteY1679" fmla="*/ 809875 h 1465296"/>
                <a:gd name="connsiteX1680" fmla="*/ 1443589 w 1886218"/>
                <a:gd name="connsiteY1680" fmla="*/ 807189 h 1465296"/>
                <a:gd name="connsiteX1681" fmla="*/ 1443589 w 1886218"/>
                <a:gd name="connsiteY1681" fmla="*/ 801817 h 1465296"/>
                <a:gd name="connsiteX1682" fmla="*/ 1450316 w 1886218"/>
                <a:gd name="connsiteY1682" fmla="*/ 799131 h 1465296"/>
                <a:gd name="connsiteX1683" fmla="*/ 1455698 w 1886218"/>
                <a:gd name="connsiteY1683" fmla="*/ 789729 h 1465296"/>
                <a:gd name="connsiteX1684" fmla="*/ 1454352 w 1886218"/>
                <a:gd name="connsiteY1684" fmla="*/ 785700 h 1465296"/>
                <a:gd name="connsiteX1685" fmla="*/ 1447625 w 1886218"/>
                <a:gd name="connsiteY1685" fmla="*/ 785700 h 1465296"/>
                <a:gd name="connsiteX1686" fmla="*/ 1446280 w 1886218"/>
                <a:gd name="connsiteY1686" fmla="*/ 783014 h 1465296"/>
                <a:gd name="connsiteX1687" fmla="*/ 1451661 w 1886218"/>
                <a:gd name="connsiteY1687" fmla="*/ 777642 h 1465296"/>
                <a:gd name="connsiteX1688" fmla="*/ 1448971 w 1886218"/>
                <a:gd name="connsiteY1688" fmla="*/ 774955 h 1465296"/>
                <a:gd name="connsiteX1689" fmla="*/ 1446280 w 1886218"/>
                <a:gd name="connsiteY1689" fmla="*/ 772269 h 1465296"/>
                <a:gd name="connsiteX1690" fmla="*/ 1450316 w 1886218"/>
                <a:gd name="connsiteY1690" fmla="*/ 766897 h 1465296"/>
                <a:gd name="connsiteX1691" fmla="*/ 1455698 w 1886218"/>
                <a:gd name="connsiteY1691" fmla="*/ 765554 h 1465296"/>
                <a:gd name="connsiteX1692" fmla="*/ 1450316 w 1886218"/>
                <a:gd name="connsiteY1692" fmla="*/ 765554 h 1465296"/>
                <a:gd name="connsiteX1693" fmla="*/ 1448971 w 1886218"/>
                <a:gd name="connsiteY1693" fmla="*/ 761525 h 1465296"/>
                <a:gd name="connsiteX1694" fmla="*/ 1451661 w 1886218"/>
                <a:gd name="connsiteY1694" fmla="*/ 754809 h 1465296"/>
                <a:gd name="connsiteX1695" fmla="*/ 1455698 w 1886218"/>
                <a:gd name="connsiteY1695" fmla="*/ 752123 h 1465296"/>
                <a:gd name="connsiteX1696" fmla="*/ 1453007 w 1886218"/>
                <a:gd name="connsiteY1696" fmla="*/ 752123 h 1465296"/>
                <a:gd name="connsiteX1697" fmla="*/ 1443589 w 1886218"/>
                <a:gd name="connsiteY1697" fmla="*/ 752123 h 1465296"/>
                <a:gd name="connsiteX1698" fmla="*/ 1442244 w 1886218"/>
                <a:gd name="connsiteY1698" fmla="*/ 750780 h 1465296"/>
                <a:gd name="connsiteX1699" fmla="*/ 1442244 w 1886218"/>
                <a:gd name="connsiteY1699" fmla="*/ 748094 h 1465296"/>
                <a:gd name="connsiteX1700" fmla="*/ 1453007 w 1886218"/>
                <a:gd name="connsiteY1700" fmla="*/ 738692 h 1465296"/>
                <a:gd name="connsiteX1701" fmla="*/ 1459734 w 1886218"/>
                <a:gd name="connsiteY1701" fmla="*/ 729291 h 1465296"/>
                <a:gd name="connsiteX1702" fmla="*/ 1461079 w 1886218"/>
                <a:gd name="connsiteY1702" fmla="*/ 722575 h 1465296"/>
                <a:gd name="connsiteX1703" fmla="*/ 1465115 w 1886218"/>
                <a:gd name="connsiteY1703" fmla="*/ 723918 h 1465296"/>
                <a:gd name="connsiteX1704" fmla="*/ 1466460 w 1886218"/>
                <a:gd name="connsiteY1704" fmla="*/ 721232 h 1465296"/>
                <a:gd name="connsiteX1705" fmla="*/ 1466460 w 1886218"/>
                <a:gd name="connsiteY1705" fmla="*/ 714517 h 1465296"/>
                <a:gd name="connsiteX1706" fmla="*/ 1463770 w 1886218"/>
                <a:gd name="connsiteY1706" fmla="*/ 713174 h 1465296"/>
                <a:gd name="connsiteX1707" fmla="*/ 1463770 w 1886218"/>
                <a:gd name="connsiteY1707" fmla="*/ 711831 h 1465296"/>
                <a:gd name="connsiteX1708" fmla="*/ 1461079 w 1886218"/>
                <a:gd name="connsiteY1708" fmla="*/ 710488 h 1465296"/>
                <a:gd name="connsiteX1709" fmla="*/ 1457043 w 1886218"/>
                <a:gd name="connsiteY1709" fmla="*/ 705115 h 1465296"/>
                <a:gd name="connsiteX1710" fmla="*/ 1458388 w 1886218"/>
                <a:gd name="connsiteY1710" fmla="*/ 695714 h 1465296"/>
                <a:gd name="connsiteX1711" fmla="*/ 1461079 w 1886218"/>
                <a:gd name="connsiteY1711" fmla="*/ 687655 h 1465296"/>
                <a:gd name="connsiteX1712" fmla="*/ 1461079 w 1886218"/>
                <a:gd name="connsiteY1712" fmla="*/ 680940 h 1465296"/>
                <a:gd name="connsiteX1713" fmla="*/ 1466460 w 1886218"/>
                <a:gd name="connsiteY1713" fmla="*/ 679597 h 1465296"/>
                <a:gd name="connsiteX1714" fmla="*/ 1467806 w 1886218"/>
                <a:gd name="connsiteY1714" fmla="*/ 680940 h 1465296"/>
                <a:gd name="connsiteX1715" fmla="*/ 1470497 w 1886218"/>
                <a:gd name="connsiteY1715" fmla="*/ 680940 h 1465296"/>
                <a:gd name="connsiteX1716" fmla="*/ 1470497 w 1886218"/>
                <a:gd name="connsiteY1716" fmla="*/ 676911 h 1465296"/>
                <a:gd name="connsiteX1717" fmla="*/ 1474533 w 1886218"/>
                <a:gd name="connsiteY1717" fmla="*/ 674225 h 1465296"/>
                <a:gd name="connsiteX1718" fmla="*/ 1477224 w 1886218"/>
                <a:gd name="connsiteY1718" fmla="*/ 672882 h 1465296"/>
                <a:gd name="connsiteX1719" fmla="*/ 1481260 w 1886218"/>
                <a:gd name="connsiteY1719" fmla="*/ 671539 h 1465296"/>
                <a:gd name="connsiteX1720" fmla="*/ 1483950 w 1886218"/>
                <a:gd name="connsiteY1720" fmla="*/ 674225 h 1465296"/>
                <a:gd name="connsiteX1721" fmla="*/ 1492023 w 1886218"/>
                <a:gd name="connsiteY1721" fmla="*/ 674225 h 1465296"/>
                <a:gd name="connsiteX1722" fmla="*/ 1501440 w 1886218"/>
                <a:gd name="connsiteY1722" fmla="*/ 679597 h 1465296"/>
                <a:gd name="connsiteX1723" fmla="*/ 1513549 w 1886218"/>
                <a:gd name="connsiteY1723" fmla="*/ 686312 h 1465296"/>
                <a:gd name="connsiteX1724" fmla="*/ 1518930 w 1886218"/>
                <a:gd name="connsiteY1724" fmla="*/ 686312 h 1465296"/>
                <a:gd name="connsiteX1725" fmla="*/ 1517585 w 1886218"/>
                <a:gd name="connsiteY1725" fmla="*/ 690342 h 1465296"/>
                <a:gd name="connsiteX1726" fmla="*/ 1510858 w 1886218"/>
                <a:gd name="connsiteY1726" fmla="*/ 693028 h 1465296"/>
                <a:gd name="connsiteX1727" fmla="*/ 1520276 w 1886218"/>
                <a:gd name="connsiteY1727" fmla="*/ 693028 h 1465296"/>
                <a:gd name="connsiteX1728" fmla="*/ 1527002 w 1886218"/>
                <a:gd name="connsiteY1728" fmla="*/ 687655 h 1465296"/>
                <a:gd name="connsiteX1729" fmla="*/ 1531039 w 1886218"/>
                <a:gd name="connsiteY1729" fmla="*/ 687655 h 1465296"/>
                <a:gd name="connsiteX1730" fmla="*/ 1533729 w 1886218"/>
                <a:gd name="connsiteY1730" fmla="*/ 691685 h 1465296"/>
                <a:gd name="connsiteX1731" fmla="*/ 1537765 w 1886218"/>
                <a:gd name="connsiteY1731" fmla="*/ 691685 h 1465296"/>
                <a:gd name="connsiteX1732" fmla="*/ 1541802 w 1886218"/>
                <a:gd name="connsiteY1732" fmla="*/ 697057 h 1465296"/>
                <a:gd name="connsiteX1733" fmla="*/ 1541802 w 1886218"/>
                <a:gd name="connsiteY1733" fmla="*/ 690342 h 1465296"/>
                <a:gd name="connsiteX1734" fmla="*/ 1547183 w 1886218"/>
                <a:gd name="connsiteY1734" fmla="*/ 693028 h 1465296"/>
                <a:gd name="connsiteX1735" fmla="*/ 1549874 w 1886218"/>
                <a:gd name="connsiteY1735" fmla="*/ 690342 h 1465296"/>
                <a:gd name="connsiteX1736" fmla="*/ 1553910 w 1886218"/>
                <a:gd name="connsiteY1736" fmla="*/ 690342 h 1465296"/>
                <a:gd name="connsiteX1737" fmla="*/ 1560637 w 1886218"/>
                <a:gd name="connsiteY1737" fmla="*/ 686312 h 1465296"/>
                <a:gd name="connsiteX1738" fmla="*/ 1570055 w 1886218"/>
                <a:gd name="connsiteY1738" fmla="*/ 693028 h 1465296"/>
                <a:gd name="connsiteX1739" fmla="*/ 1570055 w 1886218"/>
                <a:gd name="connsiteY1739" fmla="*/ 698400 h 1465296"/>
                <a:gd name="connsiteX1740" fmla="*/ 1576782 w 1886218"/>
                <a:gd name="connsiteY1740" fmla="*/ 703772 h 1465296"/>
                <a:gd name="connsiteX1741" fmla="*/ 1580817 w 1886218"/>
                <a:gd name="connsiteY1741" fmla="*/ 703772 h 1465296"/>
                <a:gd name="connsiteX1742" fmla="*/ 1580817 w 1886218"/>
                <a:gd name="connsiteY1742" fmla="*/ 711831 h 1465296"/>
                <a:gd name="connsiteX1743" fmla="*/ 1578127 w 1886218"/>
                <a:gd name="connsiteY1743" fmla="*/ 715860 h 1465296"/>
                <a:gd name="connsiteX1744" fmla="*/ 1578127 w 1886218"/>
                <a:gd name="connsiteY1744" fmla="*/ 719889 h 1465296"/>
                <a:gd name="connsiteX1745" fmla="*/ 1580817 w 1886218"/>
                <a:gd name="connsiteY1745" fmla="*/ 717203 h 1465296"/>
                <a:gd name="connsiteX1746" fmla="*/ 1586199 w 1886218"/>
                <a:gd name="connsiteY1746" fmla="*/ 722575 h 1465296"/>
                <a:gd name="connsiteX1747" fmla="*/ 1588890 w 1886218"/>
                <a:gd name="connsiteY1747" fmla="*/ 727948 h 1465296"/>
                <a:gd name="connsiteX1748" fmla="*/ 1584854 w 1886218"/>
                <a:gd name="connsiteY1748" fmla="*/ 729291 h 1465296"/>
                <a:gd name="connsiteX1749" fmla="*/ 1590235 w 1886218"/>
                <a:gd name="connsiteY1749" fmla="*/ 731977 h 1465296"/>
                <a:gd name="connsiteX1750" fmla="*/ 1592926 w 1886218"/>
                <a:gd name="connsiteY1750" fmla="*/ 729291 h 1465296"/>
                <a:gd name="connsiteX1751" fmla="*/ 1598307 w 1886218"/>
                <a:gd name="connsiteY1751" fmla="*/ 734663 h 1465296"/>
                <a:gd name="connsiteX1752" fmla="*/ 1596962 w 1886218"/>
                <a:gd name="connsiteY1752" fmla="*/ 738692 h 1465296"/>
                <a:gd name="connsiteX1753" fmla="*/ 1592926 w 1886218"/>
                <a:gd name="connsiteY1753" fmla="*/ 734663 h 1465296"/>
                <a:gd name="connsiteX1754" fmla="*/ 1590235 w 1886218"/>
                <a:gd name="connsiteY1754" fmla="*/ 740035 h 1465296"/>
                <a:gd name="connsiteX1755" fmla="*/ 1586199 w 1886218"/>
                <a:gd name="connsiteY1755" fmla="*/ 740035 h 1465296"/>
                <a:gd name="connsiteX1756" fmla="*/ 1592926 w 1886218"/>
                <a:gd name="connsiteY1756" fmla="*/ 746751 h 1465296"/>
                <a:gd name="connsiteX1757" fmla="*/ 1592926 w 1886218"/>
                <a:gd name="connsiteY1757" fmla="*/ 750780 h 1465296"/>
                <a:gd name="connsiteX1758" fmla="*/ 1596962 w 1886218"/>
                <a:gd name="connsiteY1758" fmla="*/ 746751 h 1465296"/>
                <a:gd name="connsiteX1759" fmla="*/ 1596962 w 1886218"/>
                <a:gd name="connsiteY1759" fmla="*/ 750780 h 1465296"/>
                <a:gd name="connsiteX1760" fmla="*/ 1600998 w 1886218"/>
                <a:gd name="connsiteY1760" fmla="*/ 748094 h 1465296"/>
                <a:gd name="connsiteX1761" fmla="*/ 1609070 w 1886218"/>
                <a:gd name="connsiteY1761" fmla="*/ 756152 h 1465296"/>
                <a:gd name="connsiteX1762" fmla="*/ 1611761 w 1886218"/>
                <a:gd name="connsiteY1762" fmla="*/ 754809 h 1465296"/>
                <a:gd name="connsiteX1763" fmla="*/ 1614452 w 1886218"/>
                <a:gd name="connsiteY1763" fmla="*/ 757495 h 1465296"/>
                <a:gd name="connsiteX1764" fmla="*/ 1619834 w 1886218"/>
                <a:gd name="connsiteY1764" fmla="*/ 754809 h 1465296"/>
                <a:gd name="connsiteX1765" fmla="*/ 1626560 w 1886218"/>
                <a:gd name="connsiteY1765" fmla="*/ 756152 h 1465296"/>
                <a:gd name="connsiteX1766" fmla="*/ 1625215 w 1886218"/>
                <a:gd name="connsiteY1766" fmla="*/ 765554 h 1465296"/>
                <a:gd name="connsiteX1767" fmla="*/ 1627906 w 1886218"/>
                <a:gd name="connsiteY1767" fmla="*/ 769583 h 1465296"/>
                <a:gd name="connsiteX1768" fmla="*/ 1634633 w 1886218"/>
                <a:gd name="connsiteY1768" fmla="*/ 765554 h 1465296"/>
                <a:gd name="connsiteX1769" fmla="*/ 1634633 w 1886218"/>
                <a:gd name="connsiteY1769" fmla="*/ 757495 h 1465296"/>
                <a:gd name="connsiteX1770" fmla="*/ 1638669 w 1886218"/>
                <a:gd name="connsiteY1770" fmla="*/ 757495 h 1465296"/>
                <a:gd name="connsiteX1771" fmla="*/ 1640014 w 1886218"/>
                <a:gd name="connsiteY1771" fmla="*/ 766897 h 1465296"/>
                <a:gd name="connsiteX1772" fmla="*/ 1638669 w 1886218"/>
                <a:gd name="connsiteY1772" fmla="*/ 774955 h 1465296"/>
                <a:gd name="connsiteX1773" fmla="*/ 1631942 w 1886218"/>
                <a:gd name="connsiteY1773" fmla="*/ 776298 h 1465296"/>
                <a:gd name="connsiteX1774" fmla="*/ 1626560 w 1886218"/>
                <a:gd name="connsiteY1774" fmla="*/ 784357 h 1465296"/>
                <a:gd name="connsiteX1775" fmla="*/ 1627906 w 1886218"/>
                <a:gd name="connsiteY1775" fmla="*/ 796445 h 1465296"/>
                <a:gd name="connsiteX1776" fmla="*/ 1625215 w 1886218"/>
                <a:gd name="connsiteY1776" fmla="*/ 801817 h 1465296"/>
                <a:gd name="connsiteX1777" fmla="*/ 1623870 w 1886218"/>
                <a:gd name="connsiteY1777" fmla="*/ 795102 h 1465296"/>
                <a:gd name="connsiteX1778" fmla="*/ 1622524 w 1886218"/>
                <a:gd name="connsiteY1778" fmla="*/ 797788 h 1465296"/>
                <a:gd name="connsiteX1779" fmla="*/ 1621179 w 1886218"/>
                <a:gd name="connsiteY1779" fmla="*/ 805846 h 1465296"/>
                <a:gd name="connsiteX1780" fmla="*/ 1609070 w 1886218"/>
                <a:gd name="connsiteY1780" fmla="*/ 803160 h 1465296"/>
                <a:gd name="connsiteX1781" fmla="*/ 1595617 w 1886218"/>
                <a:gd name="connsiteY1781" fmla="*/ 799131 h 1465296"/>
                <a:gd name="connsiteX1782" fmla="*/ 1607725 w 1886218"/>
                <a:gd name="connsiteY1782" fmla="*/ 805846 h 1465296"/>
                <a:gd name="connsiteX1783" fmla="*/ 1617143 w 1886218"/>
                <a:gd name="connsiteY1783" fmla="*/ 808532 h 1465296"/>
                <a:gd name="connsiteX1784" fmla="*/ 1623870 w 1886218"/>
                <a:gd name="connsiteY1784" fmla="*/ 813905 h 1465296"/>
                <a:gd name="connsiteX1785" fmla="*/ 1623870 w 1886218"/>
                <a:gd name="connsiteY1785" fmla="*/ 823306 h 1465296"/>
                <a:gd name="connsiteX1786" fmla="*/ 1619834 w 1886218"/>
                <a:gd name="connsiteY1786" fmla="*/ 828679 h 1465296"/>
                <a:gd name="connsiteX1787" fmla="*/ 1618488 w 1886218"/>
                <a:gd name="connsiteY1787" fmla="*/ 832708 h 1465296"/>
                <a:gd name="connsiteX1788" fmla="*/ 1613107 w 1886218"/>
                <a:gd name="connsiteY1788" fmla="*/ 839423 h 1465296"/>
                <a:gd name="connsiteX1789" fmla="*/ 1614452 w 1886218"/>
                <a:gd name="connsiteY1789" fmla="*/ 840766 h 1465296"/>
                <a:gd name="connsiteX1790" fmla="*/ 1621179 w 1886218"/>
                <a:gd name="connsiteY1790" fmla="*/ 850168 h 1465296"/>
                <a:gd name="connsiteX1791" fmla="*/ 1625215 w 1886218"/>
                <a:gd name="connsiteY1791" fmla="*/ 851511 h 1465296"/>
                <a:gd name="connsiteX1792" fmla="*/ 1622524 w 1886218"/>
                <a:gd name="connsiteY1792" fmla="*/ 852854 h 1465296"/>
                <a:gd name="connsiteX1793" fmla="*/ 1614452 w 1886218"/>
                <a:gd name="connsiteY1793" fmla="*/ 848825 h 1465296"/>
                <a:gd name="connsiteX1794" fmla="*/ 1619834 w 1886218"/>
                <a:gd name="connsiteY1794" fmla="*/ 856883 h 1465296"/>
                <a:gd name="connsiteX1795" fmla="*/ 1623870 w 1886218"/>
                <a:gd name="connsiteY1795" fmla="*/ 860912 h 1465296"/>
                <a:gd name="connsiteX1796" fmla="*/ 1626560 w 1886218"/>
                <a:gd name="connsiteY1796" fmla="*/ 860912 h 1465296"/>
                <a:gd name="connsiteX1797" fmla="*/ 1623870 w 1886218"/>
                <a:gd name="connsiteY1797" fmla="*/ 855540 h 1465296"/>
                <a:gd name="connsiteX1798" fmla="*/ 1629251 w 1886218"/>
                <a:gd name="connsiteY1798" fmla="*/ 855540 h 1465296"/>
                <a:gd name="connsiteX1799" fmla="*/ 1634633 w 1886218"/>
                <a:gd name="connsiteY1799" fmla="*/ 859569 h 1465296"/>
                <a:gd name="connsiteX1800" fmla="*/ 1637323 w 1886218"/>
                <a:gd name="connsiteY1800" fmla="*/ 864942 h 1465296"/>
                <a:gd name="connsiteX1801" fmla="*/ 1635978 w 1886218"/>
                <a:gd name="connsiteY1801" fmla="*/ 870314 h 1465296"/>
                <a:gd name="connsiteX1802" fmla="*/ 1635978 w 1886218"/>
                <a:gd name="connsiteY1802" fmla="*/ 875686 h 1465296"/>
                <a:gd name="connsiteX1803" fmla="*/ 1630597 w 1886218"/>
                <a:gd name="connsiteY1803" fmla="*/ 885088 h 1465296"/>
                <a:gd name="connsiteX1804" fmla="*/ 1629251 w 1886218"/>
                <a:gd name="connsiteY1804" fmla="*/ 890460 h 1465296"/>
                <a:gd name="connsiteX1805" fmla="*/ 1626560 w 1886218"/>
                <a:gd name="connsiteY1805" fmla="*/ 895832 h 1465296"/>
                <a:gd name="connsiteX1806" fmla="*/ 1631942 w 1886218"/>
                <a:gd name="connsiteY1806" fmla="*/ 893146 h 1465296"/>
                <a:gd name="connsiteX1807" fmla="*/ 1638669 w 1886218"/>
                <a:gd name="connsiteY1807" fmla="*/ 878372 h 1465296"/>
                <a:gd name="connsiteX1808" fmla="*/ 1645396 w 1886218"/>
                <a:gd name="connsiteY1808" fmla="*/ 871657 h 1465296"/>
                <a:gd name="connsiteX1809" fmla="*/ 1646741 w 1886218"/>
                <a:gd name="connsiteY1809" fmla="*/ 873000 h 1465296"/>
                <a:gd name="connsiteX1810" fmla="*/ 1645396 w 1886218"/>
                <a:gd name="connsiteY1810" fmla="*/ 878372 h 1465296"/>
                <a:gd name="connsiteX1811" fmla="*/ 1646741 w 1886218"/>
                <a:gd name="connsiteY1811" fmla="*/ 887774 h 1465296"/>
                <a:gd name="connsiteX1812" fmla="*/ 1644050 w 1886218"/>
                <a:gd name="connsiteY1812" fmla="*/ 890460 h 1465296"/>
                <a:gd name="connsiteX1813" fmla="*/ 1645396 w 1886218"/>
                <a:gd name="connsiteY1813" fmla="*/ 894489 h 1465296"/>
                <a:gd name="connsiteX1814" fmla="*/ 1642705 w 1886218"/>
                <a:gd name="connsiteY1814" fmla="*/ 899862 h 1465296"/>
                <a:gd name="connsiteX1815" fmla="*/ 1649432 w 1886218"/>
                <a:gd name="connsiteY1815" fmla="*/ 893146 h 1465296"/>
                <a:gd name="connsiteX1816" fmla="*/ 1649432 w 1886218"/>
                <a:gd name="connsiteY1816" fmla="*/ 887774 h 1465296"/>
                <a:gd name="connsiteX1817" fmla="*/ 1654813 w 1886218"/>
                <a:gd name="connsiteY1817" fmla="*/ 882402 h 1465296"/>
                <a:gd name="connsiteX1818" fmla="*/ 1660195 w 1886218"/>
                <a:gd name="connsiteY1818" fmla="*/ 882402 h 1465296"/>
                <a:gd name="connsiteX1819" fmla="*/ 1664231 w 1886218"/>
                <a:gd name="connsiteY1819" fmla="*/ 878372 h 1465296"/>
                <a:gd name="connsiteX1820" fmla="*/ 1668267 w 1886218"/>
                <a:gd name="connsiteY1820" fmla="*/ 878372 h 1465296"/>
                <a:gd name="connsiteX1821" fmla="*/ 1668267 w 1886218"/>
                <a:gd name="connsiteY1821" fmla="*/ 881059 h 1465296"/>
                <a:gd name="connsiteX1822" fmla="*/ 1670958 w 1886218"/>
                <a:gd name="connsiteY1822" fmla="*/ 878372 h 1465296"/>
                <a:gd name="connsiteX1823" fmla="*/ 1676339 w 1886218"/>
                <a:gd name="connsiteY1823" fmla="*/ 877029 h 1465296"/>
                <a:gd name="connsiteX1824" fmla="*/ 1676339 w 1886218"/>
                <a:gd name="connsiteY1824" fmla="*/ 871657 h 1465296"/>
                <a:gd name="connsiteX1825" fmla="*/ 1680375 w 1886218"/>
                <a:gd name="connsiteY1825" fmla="*/ 867628 h 1465296"/>
                <a:gd name="connsiteX1826" fmla="*/ 1687102 w 1886218"/>
                <a:gd name="connsiteY1826" fmla="*/ 862255 h 1465296"/>
                <a:gd name="connsiteX1827" fmla="*/ 1689793 w 1886218"/>
                <a:gd name="connsiteY1827" fmla="*/ 866285 h 1465296"/>
                <a:gd name="connsiteX1828" fmla="*/ 1691139 w 1886218"/>
                <a:gd name="connsiteY1828" fmla="*/ 873000 h 1465296"/>
                <a:gd name="connsiteX1829" fmla="*/ 1691139 w 1886218"/>
                <a:gd name="connsiteY1829" fmla="*/ 879715 h 1465296"/>
                <a:gd name="connsiteX1830" fmla="*/ 1693829 w 1886218"/>
                <a:gd name="connsiteY1830" fmla="*/ 871657 h 1465296"/>
                <a:gd name="connsiteX1831" fmla="*/ 1693829 w 1886218"/>
                <a:gd name="connsiteY1831" fmla="*/ 863598 h 1465296"/>
                <a:gd name="connsiteX1832" fmla="*/ 1696520 w 1886218"/>
                <a:gd name="connsiteY1832" fmla="*/ 863598 h 1465296"/>
                <a:gd name="connsiteX1833" fmla="*/ 1695174 w 1886218"/>
                <a:gd name="connsiteY1833" fmla="*/ 860912 h 1465296"/>
                <a:gd name="connsiteX1834" fmla="*/ 1699211 w 1886218"/>
                <a:gd name="connsiteY1834" fmla="*/ 855540 h 1465296"/>
                <a:gd name="connsiteX1835" fmla="*/ 1703247 w 1886218"/>
                <a:gd name="connsiteY1835" fmla="*/ 855540 h 1465296"/>
                <a:gd name="connsiteX1836" fmla="*/ 1704592 w 1886218"/>
                <a:gd name="connsiteY1836" fmla="*/ 848825 h 1465296"/>
                <a:gd name="connsiteX1837" fmla="*/ 1708628 w 1886218"/>
                <a:gd name="connsiteY1837" fmla="*/ 846139 h 1465296"/>
                <a:gd name="connsiteX1838" fmla="*/ 1711319 w 1886218"/>
                <a:gd name="connsiteY1838" fmla="*/ 840766 h 1465296"/>
                <a:gd name="connsiteX1839" fmla="*/ 1712664 w 1886218"/>
                <a:gd name="connsiteY1839" fmla="*/ 838080 h 1465296"/>
                <a:gd name="connsiteX1840" fmla="*/ 1715355 w 1886218"/>
                <a:gd name="connsiteY1840" fmla="*/ 836737 h 1465296"/>
                <a:gd name="connsiteX1841" fmla="*/ 1720737 w 1886218"/>
                <a:gd name="connsiteY1841" fmla="*/ 842109 h 1465296"/>
                <a:gd name="connsiteX1842" fmla="*/ 1720737 w 1886218"/>
                <a:gd name="connsiteY1842" fmla="*/ 838080 h 1465296"/>
                <a:gd name="connsiteX1843" fmla="*/ 1718046 w 1886218"/>
                <a:gd name="connsiteY1843" fmla="*/ 835394 h 1465296"/>
                <a:gd name="connsiteX1844" fmla="*/ 1714010 w 1886218"/>
                <a:gd name="connsiteY1844" fmla="*/ 834051 h 1465296"/>
                <a:gd name="connsiteX1845" fmla="*/ 1714010 w 1886218"/>
                <a:gd name="connsiteY1845" fmla="*/ 831365 h 1465296"/>
                <a:gd name="connsiteX1846" fmla="*/ 1716701 w 1886218"/>
                <a:gd name="connsiteY1846" fmla="*/ 823306 h 1465296"/>
                <a:gd name="connsiteX1847" fmla="*/ 1719391 w 1886218"/>
                <a:gd name="connsiteY1847" fmla="*/ 821963 h 1465296"/>
                <a:gd name="connsiteX1848" fmla="*/ 1722082 w 1886218"/>
                <a:gd name="connsiteY1848" fmla="*/ 825992 h 1465296"/>
                <a:gd name="connsiteX1849" fmla="*/ 1722082 w 1886218"/>
                <a:gd name="connsiteY1849" fmla="*/ 820620 h 1465296"/>
                <a:gd name="connsiteX1850" fmla="*/ 1724773 w 1886218"/>
                <a:gd name="connsiteY1850" fmla="*/ 817934 h 1465296"/>
                <a:gd name="connsiteX1851" fmla="*/ 1726118 w 1886218"/>
                <a:gd name="connsiteY1851" fmla="*/ 813905 h 1465296"/>
                <a:gd name="connsiteX1852" fmla="*/ 1731500 w 1886218"/>
                <a:gd name="connsiteY1852" fmla="*/ 808532 h 1465296"/>
                <a:gd name="connsiteX1853" fmla="*/ 1734191 w 1886218"/>
                <a:gd name="connsiteY1853" fmla="*/ 804503 h 1465296"/>
                <a:gd name="connsiteX1854" fmla="*/ 1732845 w 1886218"/>
                <a:gd name="connsiteY1854" fmla="*/ 800474 h 1465296"/>
                <a:gd name="connsiteX1855" fmla="*/ 1736881 w 1886218"/>
                <a:gd name="connsiteY1855" fmla="*/ 793759 h 1465296"/>
                <a:gd name="connsiteX1856" fmla="*/ 1742263 w 1886218"/>
                <a:gd name="connsiteY1856" fmla="*/ 792415 h 1465296"/>
                <a:gd name="connsiteX1857" fmla="*/ 1744954 w 1886218"/>
                <a:gd name="connsiteY1857" fmla="*/ 795102 h 1465296"/>
                <a:gd name="connsiteX1858" fmla="*/ 1740917 w 1886218"/>
                <a:gd name="connsiteY1858" fmla="*/ 797788 h 1465296"/>
                <a:gd name="connsiteX1859" fmla="*/ 1744954 w 1886218"/>
                <a:gd name="connsiteY1859" fmla="*/ 796445 h 1465296"/>
                <a:gd name="connsiteX1860" fmla="*/ 1746299 w 1886218"/>
                <a:gd name="connsiteY1860" fmla="*/ 799131 h 1465296"/>
                <a:gd name="connsiteX1861" fmla="*/ 1743608 w 1886218"/>
                <a:gd name="connsiteY1861" fmla="*/ 800474 h 1465296"/>
                <a:gd name="connsiteX1862" fmla="*/ 1742263 w 1886218"/>
                <a:gd name="connsiteY1862" fmla="*/ 804503 h 1465296"/>
                <a:gd name="connsiteX1863" fmla="*/ 1746299 w 1886218"/>
                <a:gd name="connsiteY1863" fmla="*/ 807189 h 1465296"/>
                <a:gd name="connsiteX1864" fmla="*/ 1743608 w 1886218"/>
                <a:gd name="connsiteY1864" fmla="*/ 811218 h 1465296"/>
                <a:gd name="connsiteX1865" fmla="*/ 1740917 w 1886218"/>
                <a:gd name="connsiteY1865" fmla="*/ 811218 h 1465296"/>
                <a:gd name="connsiteX1866" fmla="*/ 1740917 w 1886218"/>
                <a:gd name="connsiteY1866" fmla="*/ 812562 h 1465296"/>
                <a:gd name="connsiteX1867" fmla="*/ 1743608 w 1886218"/>
                <a:gd name="connsiteY1867" fmla="*/ 813905 h 1465296"/>
                <a:gd name="connsiteX1868" fmla="*/ 1746299 w 1886218"/>
                <a:gd name="connsiteY1868" fmla="*/ 813905 h 1465296"/>
                <a:gd name="connsiteX1869" fmla="*/ 1744954 w 1886218"/>
                <a:gd name="connsiteY1869" fmla="*/ 817934 h 1465296"/>
                <a:gd name="connsiteX1870" fmla="*/ 1743608 w 1886218"/>
                <a:gd name="connsiteY1870" fmla="*/ 820620 h 1465296"/>
                <a:gd name="connsiteX1871" fmla="*/ 1747644 w 1886218"/>
                <a:gd name="connsiteY1871" fmla="*/ 820620 h 1465296"/>
                <a:gd name="connsiteX1872" fmla="*/ 1747644 w 1886218"/>
                <a:gd name="connsiteY1872" fmla="*/ 824649 h 1465296"/>
                <a:gd name="connsiteX1873" fmla="*/ 1744954 w 1886218"/>
                <a:gd name="connsiteY1873" fmla="*/ 827335 h 1465296"/>
                <a:gd name="connsiteX1874" fmla="*/ 1744954 w 1886218"/>
                <a:gd name="connsiteY1874" fmla="*/ 831365 h 1465296"/>
                <a:gd name="connsiteX1875" fmla="*/ 1750335 w 1886218"/>
                <a:gd name="connsiteY1875" fmla="*/ 836737 h 1465296"/>
                <a:gd name="connsiteX1876" fmla="*/ 1750335 w 1886218"/>
                <a:gd name="connsiteY1876" fmla="*/ 842109 h 1465296"/>
                <a:gd name="connsiteX1877" fmla="*/ 1748990 w 1886218"/>
                <a:gd name="connsiteY1877" fmla="*/ 844795 h 1465296"/>
                <a:gd name="connsiteX1878" fmla="*/ 1746299 w 1886218"/>
                <a:gd name="connsiteY1878" fmla="*/ 842109 h 1465296"/>
                <a:gd name="connsiteX1879" fmla="*/ 1742263 w 1886218"/>
                <a:gd name="connsiteY1879" fmla="*/ 843452 h 1465296"/>
                <a:gd name="connsiteX1880" fmla="*/ 1746299 w 1886218"/>
                <a:gd name="connsiteY1880" fmla="*/ 847482 h 1465296"/>
                <a:gd name="connsiteX1881" fmla="*/ 1747644 w 1886218"/>
                <a:gd name="connsiteY1881" fmla="*/ 850168 h 1465296"/>
                <a:gd name="connsiteX1882" fmla="*/ 1748990 w 1886218"/>
                <a:gd name="connsiteY1882" fmla="*/ 850168 h 1465296"/>
                <a:gd name="connsiteX1883" fmla="*/ 1753026 w 1886218"/>
                <a:gd name="connsiteY1883" fmla="*/ 846139 h 1465296"/>
                <a:gd name="connsiteX1884" fmla="*/ 1753026 w 1886218"/>
                <a:gd name="connsiteY1884" fmla="*/ 850168 h 1465296"/>
                <a:gd name="connsiteX1885" fmla="*/ 1757062 w 1886218"/>
                <a:gd name="connsiteY1885" fmla="*/ 852854 h 1465296"/>
                <a:gd name="connsiteX1886" fmla="*/ 1753026 w 1886218"/>
                <a:gd name="connsiteY1886" fmla="*/ 858226 h 1465296"/>
                <a:gd name="connsiteX1887" fmla="*/ 1748990 w 1886218"/>
                <a:gd name="connsiteY1887" fmla="*/ 860912 h 1465296"/>
                <a:gd name="connsiteX1888" fmla="*/ 1743608 w 1886218"/>
                <a:gd name="connsiteY1888" fmla="*/ 859569 h 1465296"/>
                <a:gd name="connsiteX1889" fmla="*/ 1740917 w 1886218"/>
                <a:gd name="connsiteY1889" fmla="*/ 862255 h 1465296"/>
                <a:gd name="connsiteX1890" fmla="*/ 1744954 w 1886218"/>
                <a:gd name="connsiteY1890" fmla="*/ 864942 h 1465296"/>
                <a:gd name="connsiteX1891" fmla="*/ 1755716 w 1886218"/>
                <a:gd name="connsiteY1891" fmla="*/ 860912 h 1465296"/>
                <a:gd name="connsiteX1892" fmla="*/ 1759753 w 1886218"/>
                <a:gd name="connsiteY1892" fmla="*/ 862255 h 1465296"/>
                <a:gd name="connsiteX1893" fmla="*/ 1758407 w 1886218"/>
                <a:gd name="connsiteY1893" fmla="*/ 867628 h 1465296"/>
                <a:gd name="connsiteX1894" fmla="*/ 1754371 w 1886218"/>
                <a:gd name="connsiteY1894" fmla="*/ 871657 h 1465296"/>
                <a:gd name="connsiteX1895" fmla="*/ 1758407 w 1886218"/>
                <a:gd name="connsiteY1895" fmla="*/ 874343 h 1465296"/>
                <a:gd name="connsiteX1896" fmla="*/ 1762443 w 1886218"/>
                <a:gd name="connsiteY1896" fmla="*/ 871657 h 1465296"/>
                <a:gd name="connsiteX1897" fmla="*/ 1762443 w 1886218"/>
                <a:gd name="connsiteY1897" fmla="*/ 877029 h 1465296"/>
                <a:gd name="connsiteX1898" fmla="*/ 1758407 w 1886218"/>
                <a:gd name="connsiteY1898" fmla="*/ 883745 h 1465296"/>
                <a:gd name="connsiteX1899" fmla="*/ 1750335 w 1886218"/>
                <a:gd name="connsiteY1899" fmla="*/ 883745 h 1465296"/>
                <a:gd name="connsiteX1900" fmla="*/ 1746299 w 1886218"/>
                <a:gd name="connsiteY1900" fmla="*/ 879715 h 1465296"/>
                <a:gd name="connsiteX1901" fmla="*/ 1743608 w 1886218"/>
                <a:gd name="connsiteY1901" fmla="*/ 883745 h 1465296"/>
                <a:gd name="connsiteX1902" fmla="*/ 1744954 w 1886218"/>
                <a:gd name="connsiteY1902" fmla="*/ 887774 h 1465296"/>
                <a:gd name="connsiteX1903" fmla="*/ 1743608 w 1886218"/>
                <a:gd name="connsiteY1903" fmla="*/ 891803 h 1465296"/>
                <a:gd name="connsiteX1904" fmla="*/ 1750335 w 1886218"/>
                <a:gd name="connsiteY1904" fmla="*/ 887774 h 1465296"/>
                <a:gd name="connsiteX1905" fmla="*/ 1758407 w 1886218"/>
                <a:gd name="connsiteY1905" fmla="*/ 889117 h 1465296"/>
                <a:gd name="connsiteX1906" fmla="*/ 1763789 w 1886218"/>
                <a:gd name="connsiteY1906" fmla="*/ 886431 h 1465296"/>
                <a:gd name="connsiteX1907" fmla="*/ 1765134 w 1886218"/>
                <a:gd name="connsiteY1907" fmla="*/ 887774 h 1465296"/>
                <a:gd name="connsiteX1908" fmla="*/ 1762443 w 1886218"/>
                <a:gd name="connsiteY1908" fmla="*/ 890460 h 1465296"/>
                <a:gd name="connsiteX1909" fmla="*/ 1762443 w 1886218"/>
                <a:gd name="connsiteY1909" fmla="*/ 893146 h 1465296"/>
                <a:gd name="connsiteX1910" fmla="*/ 1758407 w 1886218"/>
                <a:gd name="connsiteY1910" fmla="*/ 895832 h 1465296"/>
                <a:gd name="connsiteX1911" fmla="*/ 1753026 w 1886218"/>
                <a:gd name="connsiteY1911" fmla="*/ 895832 h 1465296"/>
                <a:gd name="connsiteX1912" fmla="*/ 1746299 w 1886218"/>
                <a:gd name="connsiteY1912" fmla="*/ 905234 h 1465296"/>
                <a:gd name="connsiteX1913" fmla="*/ 1754371 w 1886218"/>
                <a:gd name="connsiteY1913" fmla="*/ 901205 h 1465296"/>
                <a:gd name="connsiteX1914" fmla="*/ 1759753 w 1886218"/>
                <a:gd name="connsiteY1914" fmla="*/ 901205 h 1465296"/>
                <a:gd name="connsiteX1915" fmla="*/ 1763789 w 1886218"/>
                <a:gd name="connsiteY1915" fmla="*/ 899862 h 1465296"/>
                <a:gd name="connsiteX1916" fmla="*/ 1767825 w 1886218"/>
                <a:gd name="connsiteY1916" fmla="*/ 901205 h 1465296"/>
                <a:gd name="connsiteX1917" fmla="*/ 1767825 w 1886218"/>
                <a:gd name="connsiteY1917" fmla="*/ 906577 h 1465296"/>
                <a:gd name="connsiteX1918" fmla="*/ 1763789 w 1886218"/>
                <a:gd name="connsiteY1918" fmla="*/ 906577 h 1465296"/>
                <a:gd name="connsiteX1919" fmla="*/ 1758407 w 1886218"/>
                <a:gd name="connsiteY1919" fmla="*/ 910606 h 1465296"/>
                <a:gd name="connsiteX1920" fmla="*/ 1757062 w 1886218"/>
                <a:gd name="connsiteY1920" fmla="*/ 914635 h 1465296"/>
                <a:gd name="connsiteX1921" fmla="*/ 1759753 w 1886218"/>
                <a:gd name="connsiteY1921" fmla="*/ 911949 h 1465296"/>
                <a:gd name="connsiteX1922" fmla="*/ 1765134 w 1886218"/>
                <a:gd name="connsiteY1922" fmla="*/ 913292 h 1465296"/>
                <a:gd name="connsiteX1923" fmla="*/ 1767825 w 1886218"/>
                <a:gd name="connsiteY1923" fmla="*/ 910606 h 1465296"/>
                <a:gd name="connsiteX1924" fmla="*/ 1773206 w 1886218"/>
                <a:gd name="connsiteY1924" fmla="*/ 914635 h 1465296"/>
                <a:gd name="connsiteX1925" fmla="*/ 1775897 w 1886218"/>
                <a:gd name="connsiteY1925" fmla="*/ 922694 h 1465296"/>
                <a:gd name="connsiteX1926" fmla="*/ 1770516 w 1886218"/>
                <a:gd name="connsiteY1926" fmla="*/ 928066 h 1465296"/>
                <a:gd name="connsiteX1927" fmla="*/ 1766479 w 1886218"/>
                <a:gd name="connsiteY1927" fmla="*/ 926723 h 1465296"/>
                <a:gd name="connsiteX1928" fmla="*/ 1763789 w 1886218"/>
                <a:gd name="connsiteY1928" fmla="*/ 928066 h 1465296"/>
                <a:gd name="connsiteX1929" fmla="*/ 1758407 w 1886218"/>
                <a:gd name="connsiteY1929" fmla="*/ 928066 h 1465296"/>
                <a:gd name="connsiteX1930" fmla="*/ 1762443 w 1886218"/>
                <a:gd name="connsiteY1930" fmla="*/ 932095 h 1465296"/>
                <a:gd name="connsiteX1931" fmla="*/ 1766479 w 1886218"/>
                <a:gd name="connsiteY1931" fmla="*/ 930752 h 1465296"/>
                <a:gd name="connsiteX1932" fmla="*/ 1767825 w 1886218"/>
                <a:gd name="connsiteY1932" fmla="*/ 932095 h 1465296"/>
                <a:gd name="connsiteX1933" fmla="*/ 1774552 w 1886218"/>
                <a:gd name="connsiteY1933" fmla="*/ 933439 h 1465296"/>
                <a:gd name="connsiteX1934" fmla="*/ 1775897 w 1886218"/>
                <a:gd name="connsiteY1934" fmla="*/ 934782 h 1465296"/>
                <a:gd name="connsiteX1935" fmla="*/ 1774552 w 1886218"/>
                <a:gd name="connsiteY1935" fmla="*/ 938811 h 1465296"/>
                <a:gd name="connsiteX1936" fmla="*/ 1770516 w 1886218"/>
                <a:gd name="connsiteY1936" fmla="*/ 941497 h 1465296"/>
                <a:gd name="connsiteX1937" fmla="*/ 1775897 w 1886218"/>
                <a:gd name="connsiteY1937" fmla="*/ 942840 h 1465296"/>
                <a:gd name="connsiteX1938" fmla="*/ 1779933 w 1886218"/>
                <a:gd name="connsiteY1938" fmla="*/ 942840 h 1465296"/>
                <a:gd name="connsiteX1939" fmla="*/ 1783969 w 1886218"/>
                <a:gd name="connsiteY1939" fmla="*/ 946869 h 1465296"/>
                <a:gd name="connsiteX1940" fmla="*/ 1782624 w 1886218"/>
                <a:gd name="connsiteY1940" fmla="*/ 950898 h 1465296"/>
                <a:gd name="connsiteX1941" fmla="*/ 1778588 w 1886218"/>
                <a:gd name="connsiteY1941" fmla="*/ 953585 h 1465296"/>
                <a:gd name="connsiteX1942" fmla="*/ 1773206 w 1886218"/>
                <a:gd name="connsiteY1942" fmla="*/ 958957 h 1465296"/>
                <a:gd name="connsiteX1943" fmla="*/ 1769170 w 1886218"/>
                <a:gd name="connsiteY1943" fmla="*/ 957614 h 1465296"/>
                <a:gd name="connsiteX1944" fmla="*/ 1767825 w 1886218"/>
                <a:gd name="connsiteY1944" fmla="*/ 958957 h 1465296"/>
                <a:gd name="connsiteX1945" fmla="*/ 1771861 w 1886218"/>
                <a:gd name="connsiteY1945" fmla="*/ 961643 h 1465296"/>
                <a:gd name="connsiteX1946" fmla="*/ 1771861 w 1886218"/>
                <a:gd name="connsiteY1946" fmla="*/ 964329 h 1465296"/>
                <a:gd name="connsiteX1947" fmla="*/ 1766479 w 1886218"/>
                <a:gd name="connsiteY1947" fmla="*/ 965672 h 1465296"/>
                <a:gd name="connsiteX1948" fmla="*/ 1761098 w 1886218"/>
                <a:gd name="connsiteY1948" fmla="*/ 961643 h 1465296"/>
                <a:gd name="connsiteX1949" fmla="*/ 1753026 w 1886218"/>
                <a:gd name="connsiteY1949" fmla="*/ 961643 h 1465296"/>
                <a:gd name="connsiteX1950" fmla="*/ 1759753 w 1886218"/>
                <a:gd name="connsiteY1950" fmla="*/ 965672 h 1465296"/>
                <a:gd name="connsiteX1951" fmla="*/ 1759753 w 1886218"/>
                <a:gd name="connsiteY1951" fmla="*/ 969702 h 1465296"/>
                <a:gd name="connsiteX1952" fmla="*/ 1765134 w 1886218"/>
                <a:gd name="connsiteY1952" fmla="*/ 975074 h 1465296"/>
                <a:gd name="connsiteX1953" fmla="*/ 1767825 w 1886218"/>
                <a:gd name="connsiteY1953" fmla="*/ 977760 h 1465296"/>
                <a:gd name="connsiteX1954" fmla="*/ 1766479 w 1886218"/>
                <a:gd name="connsiteY1954" fmla="*/ 980446 h 1465296"/>
                <a:gd name="connsiteX1955" fmla="*/ 1761098 w 1886218"/>
                <a:gd name="connsiteY1955" fmla="*/ 981789 h 1465296"/>
                <a:gd name="connsiteX1956" fmla="*/ 1758407 w 1886218"/>
                <a:gd name="connsiteY1956" fmla="*/ 984476 h 1465296"/>
                <a:gd name="connsiteX1957" fmla="*/ 1751680 w 1886218"/>
                <a:gd name="connsiteY1957" fmla="*/ 983132 h 1465296"/>
                <a:gd name="connsiteX1958" fmla="*/ 1761098 w 1886218"/>
                <a:gd name="connsiteY1958" fmla="*/ 985818 h 1465296"/>
                <a:gd name="connsiteX1959" fmla="*/ 1763789 w 1886218"/>
                <a:gd name="connsiteY1959" fmla="*/ 985818 h 1465296"/>
                <a:gd name="connsiteX1960" fmla="*/ 1765134 w 1886218"/>
                <a:gd name="connsiteY1960" fmla="*/ 983132 h 1465296"/>
                <a:gd name="connsiteX1961" fmla="*/ 1771861 w 1886218"/>
                <a:gd name="connsiteY1961" fmla="*/ 981789 h 1465296"/>
                <a:gd name="connsiteX1962" fmla="*/ 1774552 w 1886218"/>
                <a:gd name="connsiteY1962" fmla="*/ 983132 h 1465296"/>
                <a:gd name="connsiteX1963" fmla="*/ 1774552 w 1886218"/>
                <a:gd name="connsiteY1963" fmla="*/ 985818 h 1465296"/>
                <a:gd name="connsiteX1964" fmla="*/ 1777243 w 1886218"/>
                <a:gd name="connsiteY1964" fmla="*/ 988505 h 1465296"/>
                <a:gd name="connsiteX1965" fmla="*/ 1774552 w 1886218"/>
                <a:gd name="connsiteY1965" fmla="*/ 991191 h 1465296"/>
                <a:gd name="connsiteX1966" fmla="*/ 1777243 w 1886218"/>
                <a:gd name="connsiteY1966" fmla="*/ 991191 h 1465296"/>
                <a:gd name="connsiteX1967" fmla="*/ 1778588 w 1886218"/>
                <a:gd name="connsiteY1967" fmla="*/ 992534 h 1465296"/>
                <a:gd name="connsiteX1968" fmla="*/ 1777243 w 1886218"/>
                <a:gd name="connsiteY1968" fmla="*/ 996563 h 1465296"/>
                <a:gd name="connsiteX1969" fmla="*/ 1778588 w 1886218"/>
                <a:gd name="connsiteY1969" fmla="*/ 997906 h 1465296"/>
                <a:gd name="connsiteX1970" fmla="*/ 1783969 w 1886218"/>
                <a:gd name="connsiteY1970" fmla="*/ 995220 h 1465296"/>
                <a:gd name="connsiteX1971" fmla="*/ 1785315 w 1886218"/>
                <a:gd name="connsiteY1971" fmla="*/ 996563 h 1465296"/>
                <a:gd name="connsiteX1972" fmla="*/ 1789351 w 1886218"/>
                <a:gd name="connsiteY1972" fmla="*/ 997906 h 1465296"/>
                <a:gd name="connsiteX1973" fmla="*/ 1789351 w 1886218"/>
                <a:gd name="connsiteY1973" fmla="*/ 1003279 h 1465296"/>
                <a:gd name="connsiteX1974" fmla="*/ 1786660 w 1886218"/>
                <a:gd name="connsiteY1974" fmla="*/ 1007308 h 1465296"/>
                <a:gd name="connsiteX1975" fmla="*/ 1786660 w 1886218"/>
                <a:gd name="connsiteY1975" fmla="*/ 1008651 h 1465296"/>
                <a:gd name="connsiteX1976" fmla="*/ 1789351 w 1886218"/>
                <a:gd name="connsiteY1976" fmla="*/ 1008651 h 1465296"/>
                <a:gd name="connsiteX1977" fmla="*/ 1794732 w 1886218"/>
                <a:gd name="connsiteY1977" fmla="*/ 1001935 h 1465296"/>
                <a:gd name="connsiteX1978" fmla="*/ 1796078 w 1886218"/>
                <a:gd name="connsiteY1978" fmla="*/ 1001935 h 1465296"/>
                <a:gd name="connsiteX1979" fmla="*/ 1794732 w 1886218"/>
                <a:gd name="connsiteY1979" fmla="*/ 1007308 h 1465296"/>
                <a:gd name="connsiteX1980" fmla="*/ 1797423 w 1886218"/>
                <a:gd name="connsiteY1980" fmla="*/ 1009994 h 1465296"/>
                <a:gd name="connsiteX1981" fmla="*/ 1792042 w 1886218"/>
                <a:gd name="connsiteY1981" fmla="*/ 1014023 h 1465296"/>
                <a:gd name="connsiteX1982" fmla="*/ 1783969 w 1886218"/>
                <a:gd name="connsiteY1982" fmla="*/ 1024768 h 1465296"/>
                <a:gd name="connsiteX1983" fmla="*/ 1778588 w 1886218"/>
                <a:gd name="connsiteY1983" fmla="*/ 1028797 h 1465296"/>
                <a:gd name="connsiteX1984" fmla="*/ 1773206 w 1886218"/>
                <a:gd name="connsiteY1984" fmla="*/ 1026111 h 1465296"/>
                <a:gd name="connsiteX1985" fmla="*/ 1778588 w 1886218"/>
                <a:gd name="connsiteY1985" fmla="*/ 1030140 h 1465296"/>
                <a:gd name="connsiteX1986" fmla="*/ 1782624 w 1886218"/>
                <a:gd name="connsiteY1986" fmla="*/ 1028797 h 1465296"/>
                <a:gd name="connsiteX1987" fmla="*/ 1792042 w 1886218"/>
                <a:gd name="connsiteY1987" fmla="*/ 1019395 h 1465296"/>
                <a:gd name="connsiteX1988" fmla="*/ 1796078 w 1886218"/>
                <a:gd name="connsiteY1988" fmla="*/ 1019395 h 1465296"/>
                <a:gd name="connsiteX1989" fmla="*/ 1796078 w 1886218"/>
                <a:gd name="connsiteY1989" fmla="*/ 1022081 h 1465296"/>
                <a:gd name="connsiteX1990" fmla="*/ 1792042 w 1886218"/>
                <a:gd name="connsiteY1990" fmla="*/ 1024768 h 1465296"/>
                <a:gd name="connsiteX1991" fmla="*/ 1789351 w 1886218"/>
                <a:gd name="connsiteY1991" fmla="*/ 1030140 h 1465296"/>
                <a:gd name="connsiteX1992" fmla="*/ 1792042 w 1886218"/>
                <a:gd name="connsiteY1992" fmla="*/ 1030140 h 1465296"/>
                <a:gd name="connsiteX1993" fmla="*/ 1797423 w 1886218"/>
                <a:gd name="connsiteY1993" fmla="*/ 1024768 h 1465296"/>
                <a:gd name="connsiteX1994" fmla="*/ 1802805 w 1886218"/>
                <a:gd name="connsiteY1994" fmla="*/ 1019395 h 1465296"/>
                <a:gd name="connsiteX1995" fmla="*/ 1808186 w 1886218"/>
                <a:gd name="connsiteY1995" fmla="*/ 1018052 h 1465296"/>
                <a:gd name="connsiteX1996" fmla="*/ 1808186 w 1886218"/>
                <a:gd name="connsiteY1996" fmla="*/ 1020739 h 1465296"/>
                <a:gd name="connsiteX1997" fmla="*/ 1804150 w 1886218"/>
                <a:gd name="connsiteY1997" fmla="*/ 1023425 h 1465296"/>
                <a:gd name="connsiteX1998" fmla="*/ 1801459 w 1886218"/>
                <a:gd name="connsiteY1998" fmla="*/ 1024768 h 1465296"/>
                <a:gd name="connsiteX1999" fmla="*/ 1802805 w 1886218"/>
                <a:gd name="connsiteY1999" fmla="*/ 1026111 h 1465296"/>
                <a:gd name="connsiteX2000" fmla="*/ 1810877 w 1886218"/>
                <a:gd name="connsiteY2000" fmla="*/ 1023425 h 1465296"/>
                <a:gd name="connsiteX2001" fmla="*/ 1812222 w 1886218"/>
                <a:gd name="connsiteY2001" fmla="*/ 1024768 h 1465296"/>
                <a:gd name="connsiteX2002" fmla="*/ 1805496 w 1886218"/>
                <a:gd name="connsiteY2002" fmla="*/ 1031483 h 1465296"/>
                <a:gd name="connsiteX2003" fmla="*/ 1801459 w 1886218"/>
                <a:gd name="connsiteY2003" fmla="*/ 1035512 h 1465296"/>
                <a:gd name="connsiteX2004" fmla="*/ 1804150 w 1886218"/>
                <a:gd name="connsiteY2004" fmla="*/ 1035512 h 1465296"/>
                <a:gd name="connsiteX2005" fmla="*/ 1808186 w 1886218"/>
                <a:gd name="connsiteY2005" fmla="*/ 1031483 h 1465296"/>
                <a:gd name="connsiteX2006" fmla="*/ 1818949 w 1886218"/>
                <a:gd name="connsiteY2006" fmla="*/ 1023425 h 1465296"/>
                <a:gd name="connsiteX2007" fmla="*/ 1820295 w 1886218"/>
                <a:gd name="connsiteY2007" fmla="*/ 1024768 h 1465296"/>
                <a:gd name="connsiteX2008" fmla="*/ 1817604 w 1886218"/>
                <a:gd name="connsiteY2008" fmla="*/ 1027454 h 1465296"/>
                <a:gd name="connsiteX2009" fmla="*/ 1816258 w 1886218"/>
                <a:gd name="connsiteY2009" fmla="*/ 1028797 h 1465296"/>
                <a:gd name="connsiteX2010" fmla="*/ 1824331 w 1886218"/>
                <a:gd name="connsiteY2010" fmla="*/ 1024768 h 1465296"/>
                <a:gd name="connsiteX2011" fmla="*/ 1822985 w 1886218"/>
                <a:gd name="connsiteY2011" fmla="*/ 1027454 h 1465296"/>
                <a:gd name="connsiteX2012" fmla="*/ 1822985 w 1886218"/>
                <a:gd name="connsiteY2012" fmla="*/ 1035512 h 1465296"/>
                <a:gd name="connsiteX2013" fmla="*/ 1820295 w 1886218"/>
                <a:gd name="connsiteY2013" fmla="*/ 1036855 h 1465296"/>
                <a:gd name="connsiteX2014" fmla="*/ 1820295 w 1886218"/>
                <a:gd name="connsiteY2014" fmla="*/ 1039542 h 1465296"/>
                <a:gd name="connsiteX2015" fmla="*/ 1827021 w 1886218"/>
                <a:gd name="connsiteY2015" fmla="*/ 1038199 h 1465296"/>
                <a:gd name="connsiteX2016" fmla="*/ 1832403 w 1886218"/>
                <a:gd name="connsiteY2016" fmla="*/ 1042228 h 1465296"/>
                <a:gd name="connsiteX2017" fmla="*/ 1836439 w 1886218"/>
                <a:gd name="connsiteY2017" fmla="*/ 1038199 h 1465296"/>
                <a:gd name="connsiteX2018" fmla="*/ 1843166 w 1886218"/>
                <a:gd name="connsiteY2018" fmla="*/ 1035512 h 1465296"/>
                <a:gd name="connsiteX2019" fmla="*/ 1847202 w 1886218"/>
                <a:gd name="connsiteY2019" fmla="*/ 1036855 h 1465296"/>
                <a:gd name="connsiteX2020" fmla="*/ 1844511 w 1886218"/>
                <a:gd name="connsiteY2020" fmla="*/ 1042228 h 1465296"/>
                <a:gd name="connsiteX2021" fmla="*/ 1841821 w 1886218"/>
                <a:gd name="connsiteY2021" fmla="*/ 1042228 h 1465296"/>
                <a:gd name="connsiteX2022" fmla="*/ 1839130 w 1886218"/>
                <a:gd name="connsiteY2022" fmla="*/ 1043571 h 1465296"/>
                <a:gd name="connsiteX2023" fmla="*/ 1852584 w 1886218"/>
                <a:gd name="connsiteY2023" fmla="*/ 1047600 h 1465296"/>
                <a:gd name="connsiteX2024" fmla="*/ 1856620 w 1886218"/>
                <a:gd name="connsiteY2024" fmla="*/ 1051629 h 1465296"/>
                <a:gd name="connsiteX2025" fmla="*/ 1848548 w 1886218"/>
                <a:gd name="connsiteY2025" fmla="*/ 1052972 h 1465296"/>
                <a:gd name="connsiteX2026" fmla="*/ 1848548 w 1886218"/>
                <a:gd name="connsiteY2026" fmla="*/ 1054315 h 1465296"/>
                <a:gd name="connsiteX2027" fmla="*/ 1839130 w 1886218"/>
                <a:gd name="connsiteY2027" fmla="*/ 1057002 h 1465296"/>
                <a:gd name="connsiteX2028" fmla="*/ 1836439 w 1886218"/>
                <a:gd name="connsiteY2028" fmla="*/ 1054315 h 1465296"/>
                <a:gd name="connsiteX2029" fmla="*/ 1828367 w 1886218"/>
                <a:gd name="connsiteY2029" fmla="*/ 1058345 h 1465296"/>
                <a:gd name="connsiteX2030" fmla="*/ 1824331 w 1886218"/>
                <a:gd name="connsiteY2030" fmla="*/ 1062374 h 1465296"/>
                <a:gd name="connsiteX2031" fmla="*/ 1813568 w 1886218"/>
                <a:gd name="connsiteY2031" fmla="*/ 1062374 h 1465296"/>
                <a:gd name="connsiteX2032" fmla="*/ 1800114 w 1886218"/>
                <a:gd name="connsiteY2032" fmla="*/ 1065060 h 1465296"/>
                <a:gd name="connsiteX2033" fmla="*/ 1800114 w 1886218"/>
                <a:gd name="connsiteY2033" fmla="*/ 1069089 h 1465296"/>
                <a:gd name="connsiteX2034" fmla="*/ 1809531 w 1886218"/>
                <a:gd name="connsiteY2034" fmla="*/ 1066403 h 1465296"/>
                <a:gd name="connsiteX2035" fmla="*/ 1820295 w 1886218"/>
                <a:gd name="connsiteY2035" fmla="*/ 1063717 h 1465296"/>
                <a:gd name="connsiteX2036" fmla="*/ 1822985 w 1886218"/>
                <a:gd name="connsiteY2036" fmla="*/ 1065060 h 1465296"/>
                <a:gd name="connsiteX2037" fmla="*/ 1824331 w 1886218"/>
                <a:gd name="connsiteY2037" fmla="*/ 1066403 h 1465296"/>
                <a:gd name="connsiteX2038" fmla="*/ 1813568 w 1886218"/>
                <a:gd name="connsiteY2038" fmla="*/ 1069089 h 1465296"/>
                <a:gd name="connsiteX2039" fmla="*/ 1804150 w 1886218"/>
                <a:gd name="connsiteY2039" fmla="*/ 1070432 h 1465296"/>
                <a:gd name="connsiteX2040" fmla="*/ 1796078 w 1886218"/>
                <a:gd name="connsiteY2040" fmla="*/ 1074462 h 1465296"/>
                <a:gd name="connsiteX2041" fmla="*/ 1792042 w 1886218"/>
                <a:gd name="connsiteY2041" fmla="*/ 1078491 h 1465296"/>
                <a:gd name="connsiteX2042" fmla="*/ 1786660 w 1886218"/>
                <a:gd name="connsiteY2042" fmla="*/ 1078491 h 1465296"/>
                <a:gd name="connsiteX2043" fmla="*/ 1785315 w 1886218"/>
                <a:gd name="connsiteY2043" fmla="*/ 1082520 h 1465296"/>
                <a:gd name="connsiteX2044" fmla="*/ 1783969 w 1886218"/>
                <a:gd name="connsiteY2044" fmla="*/ 1085206 h 1465296"/>
                <a:gd name="connsiteX2045" fmla="*/ 1774552 w 1886218"/>
                <a:gd name="connsiteY2045" fmla="*/ 1079834 h 1465296"/>
                <a:gd name="connsiteX2046" fmla="*/ 1769170 w 1886218"/>
                <a:gd name="connsiteY2046" fmla="*/ 1070432 h 1465296"/>
                <a:gd name="connsiteX2047" fmla="*/ 1769170 w 1886218"/>
                <a:gd name="connsiteY2047" fmla="*/ 1074462 h 1465296"/>
                <a:gd name="connsiteX2048" fmla="*/ 1767825 w 1886218"/>
                <a:gd name="connsiteY2048" fmla="*/ 1077148 h 1465296"/>
                <a:gd name="connsiteX2049" fmla="*/ 1771861 w 1886218"/>
                <a:gd name="connsiteY2049" fmla="*/ 1078491 h 1465296"/>
                <a:gd name="connsiteX2050" fmla="*/ 1773206 w 1886218"/>
                <a:gd name="connsiteY2050" fmla="*/ 1081177 h 1465296"/>
                <a:gd name="connsiteX2051" fmla="*/ 1782624 w 1886218"/>
                <a:gd name="connsiteY2051" fmla="*/ 1089235 h 1465296"/>
                <a:gd name="connsiteX2052" fmla="*/ 1781279 w 1886218"/>
                <a:gd name="connsiteY2052" fmla="*/ 1091922 h 1465296"/>
                <a:gd name="connsiteX2053" fmla="*/ 1778588 w 1886218"/>
                <a:gd name="connsiteY2053" fmla="*/ 1091922 h 1465296"/>
                <a:gd name="connsiteX2054" fmla="*/ 1775897 w 1886218"/>
                <a:gd name="connsiteY2054" fmla="*/ 1094608 h 1465296"/>
                <a:gd name="connsiteX2055" fmla="*/ 1777243 w 1886218"/>
                <a:gd name="connsiteY2055" fmla="*/ 1098637 h 1465296"/>
                <a:gd name="connsiteX2056" fmla="*/ 1779933 w 1886218"/>
                <a:gd name="connsiteY2056" fmla="*/ 1098637 h 1465296"/>
                <a:gd name="connsiteX2057" fmla="*/ 1781279 w 1886218"/>
                <a:gd name="connsiteY2057" fmla="*/ 1097294 h 1465296"/>
                <a:gd name="connsiteX2058" fmla="*/ 1785315 w 1886218"/>
                <a:gd name="connsiteY2058" fmla="*/ 1097294 h 1465296"/>
                <a:gd name="connsiteX2059" fmla="*/ 1789351 w 1886218"/>
                <a:gd name="connsiteY2059" fmla="*/ 1087892 h 1465296"/>
                <a:gd name="connsiteX2060" fmla="*/ 1797423 w 1886218"/>
                <a:gd name="connsiteY2060" fmla="*/ 1087892 h 1465296"/>
                <a:gd name="connsiteX2061" fmla="*/ 1802805 w 1886218"/>
                <a:gd name="connsiteY2061" fmla="*/ 1083863 h 1465296"/>
                <a:gd name="connsiteX2062" fmla="*/ 1806841 w 1886218"/>
                <a:gd name="connsiteY2062" fmla="*/ 1083863 h 1465296"/>
                <a:gd name="connsiteX2063" fmla="*/ 1808186 w 1886218"/>
                <a:gd name="connsiteY2063" fmla="*/ 1078491 h 1465296"/>
                <a:gd name="connsiteX2064" fmla="*/ 1813568 w 1886218"/>
                <a:gd name="connsiteY2064" fmla="*/ 1073118 h 1465296"/>
                <a:gd name="connsiteX2065" fmla="*/ 1818949 w 1886218"/>
                <a:gd name="connsiteY2065" fmla="*/ 1071776 h 1465296"/>
                <a:gd name="connsiteX2066" fmla="*/ 1828367 w 1886218"/>
                <a:gd name="connsiteY2066" fmla="*/ 1069089 h 1465296"/>
                <a:gd name="connsiteX2067" fmla="*/ 1835094 w 1886218"/>
                <a:gd name="connsiteY2067" fmla="*/ 1069089 h 1465296"/>
                <a:gd name="connsiteX2068" fmla="*/ 1840475 w 1886218"/>
                <a:gd name="connsiteY2068" fmla="*/ 1069089 h 1465296"/>
                <a:gd name="connsiteX2069" fmla="*/ 1837784 w 1886218"/>
                <a:gd name="connsiteY2069" fmla="*/ 1067746 h 1465296"/>
                <a:gd name="connsiteX2070" fmla="*/ 1832403 w 1886218"/>
                <a:gd name="connsiteY2070" fmla="*/ 1067746 h 1465296"/>
                <a:gd name="connsiteX2071" fmla="*/ 1829712 w 1886218"/>
                <a:gd name="connsiteY2071" fmla="*/ 1066403 h 1465296"/>
                <a:gd name="connsiteX2072" fmla="*/ 1833748 w 1886218"/>
                <a:gd name="connsiteY2072" fmla="*/ 1065060 h 1465296"/>
                <a:gd name="connsiteX2073" fmla="*/ 1844511 w 1886218"/>
                <a:gd name="connsiteY2073" fmla="*/ 1063717 h 1465296"/>
                <a:gd name="connsiteX2074" fmla="*/ 1853929 w 1886218"/>
                <a:gd name="connsiteY2074" fmla="*/ 1065060 h 1465296"/>
                <a:gd name="connsiteX2075" fmla="*/ 1856620 w 1886218"/>
                <a:gd name="connsiteY2075" fmla="*/ 1073118 h 1465296"/>
                <a:gd name="connsiteX2076" fmla="*/ 1856620 w 1886218"/>
                <a:gd name="connsiteY2076" fmla="*/ 1078491 h 1465296"/>
                <a:gd name="connsiteX2077" fmla="*/ 1849893 w 1886218"/>
                <a:gd name="connsiteY2077" fmla="*/ 1083863 h 1465296"/>
                <a:gd name="connsiteX2078" fmla="*/ 1847202 w 1886218"/>
                <a:gd name="connsiteY2078" fmla="*/ 1083863 h 1465296"/>
                <a:gd name="connsiteX2079" fmla="*/ 1844511 w 1886218"/>
                <a:gd name="connsiteY2079" fmla="*/ 1087892 h 1465296"/>
                <a:gd name="connsiteX2080" fmla="*/ 1849893 w 1886218"/>
                <a:gd name="connsiteY2080" fmla="*/ 1087892 h 1465296"/>
                <a:gd name="connsiteX2081" fmla="*/ 1852584 w 1886218"/>
                <a:gd name="connsiteY2081" fmla="*/ 1091922 h 1465296"/>
                <a:gd name="connsiteX2082" fmla="*/ 1855274 w 1886218"/>
                <a:gd name="connsiteY2082" fmla="*/ 1089235 h 1465296"/>
                <a:gd name="connsiteX2083" fmla="*/ 1856620 w 1886218"/>
                <a:gd name="connsiteY2083" fmla="*/ 1085206 h 1465296"/>
                <a:gd name="connsiteX2084" fmla="*/ 1864692 w 1886218"/>
                <a:gd name="connsiteY2084" fmla="*/ 1081177 h 1465296"/>
                <a:gd name="connsiteX2085" fmla="*/ 1870073 w 1886218"/>
                <a:gd name="connsiteY2085" fmla="*/ 1081177 h 1465296"/>
                <a:gd name="connsiteX2086" fmla="*/ 1871419 w 1886218"/>
                <a:gd name="connsiteY2086" fmla="*/ 1083863 h 1465296"/>
                <a:gd name="connsiteX2087" fmla="*/ 1868728 w 1886218"/>
                <a:gd name="connsiteY2087" fmla="*/ 1085206 h 1465296"/>
                <a:gd name="connsiteX2088" fmla="*/ 1868728 w 1886218"/>
                <a:gd name="connsiteY2088" fmla="*/ 1087892 h 1465296"/>
                <a:gd name="connsiteX2089" fmla="*/ 1875455 w 1886218"/>
                <a:gd name="connsiteY2089" fmla="*/ 1087892 h 1465296"/>
                <a:gd name="connsiteX2090" fmla="*/ 1882182 w 1886218"/>
                <a:gd name="connsiteY2090" fmla="*/ 1090579 h 1465296"/>
                <a:gd name="connsiteX2091" fmla="*/ 1883527 w 1886218"/>
                <a:gd name="connsiteY2091" fmla="*/ 1094608 h 1465296"/>
                <a:gd name="connsiteX2092" fmla="*/ 1878146 w 1886218"/>
                <a:gd name="connsiteY2092" fmla="*/ 1091922 h 1465296"/>
                <a:gd name="connsiteX2093" fmla="*/ 1875455 w 1886218"/>
                <a:gd name="connsiteY2093" fmla="*/ 1091922 h 1465296"/>
                <a:gd name="connsiteX2094" fmla="*/ 1876800 w 1886218"/>
                <a:gd name="connsiteY2094" fmla="*/ 1097294 h 1465296"/>
                <a:gd name="connsiteX2095" fmla="*/ 1884873 w 1886218"/>
                <a:gd name="connsiteY2095" fmla="*/ 1099980 h 1465296"/>
                <a:gd name="connsiteX2096" fmla="*/ 1886218 w 1886218"/>
                <a:gd name="connsiteY2096" fmla="*/ 1104009 h 1465296"/>
                <a:gd name="connsiteX2097" fmla="*/ 1882182 w 1886218"/>
                <a:gd name="connsiteY2097" fmla="*/ 1106695 h 1465296"/>
                <a:gd name="connsiteX2098" fmla="*/ 1876800 w 1886218"/>
                <a:gd name="connsiteY2098" fmla="*/ 1105352 h 1465296"/>
                <a:gd name="connsiteX2099" fmla="*/ 1872764 w 1886218"/>
                <a:gd name="connsiteY2099" fmla="*/ 1109382 h 1465296"/>
                <a:gd name="connsiteX2100" fmla="*/ 1880836 w 1886218"/>
                <a:gd name="connsiteY2100" fmla="*/ 1112068 h 1465296"/>
                <a:gd name="connsiteX2101" fmla="*/ 1879491 w 1886218"/>
                <a:gd name="connsiteY2101" fmla="*/ 1116097 h 1465296"/>
                <a:gd name="connsiteX2102" fmla="*/ 1875455 w 1886218"/>
                <a:gd name="connsiteY2102" fmla="*/ 1117440 h 1465296"/>
                <a:gd name="connsiteX2103" fmla="*/ 1874110 w 1886218"/>
                <a:gd name="connsiteY2103" fmla="*/ 1122812 h 1465296"/>
                <a:gd name="connsiteX2104" fmla="*/ 1870073 w 1886218"/>
                <a:gd name="connsiteY2104" fmla="*/ 1124155 h 1465296"/>
                <a:gd name="connsiteX2105" fmla="*/ 1863347 w 1886218"/>
                <a:gd name="connsiteY2105" fmla="*/ 1120126 h 1465296"/>
                <a:gd name="connsiteX2106" fmla="*/ 1866037 w 1886218"/>
                <a:gd name="connsiteY2106" fmla="*/ 1124155 h 1465296"/>
                <a:gd name="connsiteX2107" fmla="*/ 1872764 w 1886218"/>
                <a:gd name="connsiteY2107" fmla="*/ 1128185 h 1465296"/>
                <a:gd name="connsiteX2108" fmla="*/ 1878146 w 1886218"/>
                <a:gd name="connsiteY2108" fmla="*/ 1126842 h 1465296"/>
                <a:gd name="connsiteX2109" fmla="*/ 1880836 w 1886218"/>
                <a:gd name="connsiteY2109" fmla="*/ 1132214 h 1465296"/>
                <a:gd name="connsiteX2110" fmla="*/ 1878146 w 1886218"/>
                <a:gd name="connsiteY2110" fmla="*/ 1132214 h 1465296"/>
                <a:gd name="connsiteX2111" fmla="*/ 1872764 w 1886218"/>
                <a:gd name="connsiteY2111" fmla="*/ 1132214 h 1465296"/>
                <a:gd name="connsiteX2112" fmla="*/ 1870073 w 1886218"/>
                <a:gd name="connsiteY2112" fmla="*/ 1132214 h 1465296"/>
                <a:gd name="connsiteX2113" fmla="*/ 1874110 w 1886218"/>
                <a:gd name="connsiteY2113" fmla="*/ 1134900 h 1465296"/>
                <a:gd name="connsiteX2114" fmla="*/ 1878146 w 1886218"/>
                <a:gd name="connsiteY2114" fmla="*/ 1133557 h 1465296"/>
                <a:gd name="connsiteX2115" fmla="*/ 1880836 w 1886218"/>
                <a:gd name="connsiteY2115" fmla="*/ 1136243 h 1465296"/>
                <a:gd name="connsiteX2116" fmla="*/ 1878146 w 1886218"/>
                <a:gd name="connsiteY2116" fmla="*/ 1140272 h 1465296"/>
                <a:gd name="connsiteX2117" fmla="*/ 1878146 w 1886218"/>
                <a:gd name="connsiteY2117" fmla="*/ 1145645 h 1465296"/>
                <a:gd name="connsiteX2118" fmla="*/ 1874110 w 1886218"/>
                <a:gd name="connsiteY2118" fmla="*/ 1145645 h 1465296"/>
                <a:gd name="connsiteX2119" fmla="*/ 1872764 w 1886218"/>
                <a:gd name="connsiteY2119" fmla="*/ 1149674 h 1465296"/>
                <a:gd name="connsiteX2120" fmla="*/ 1864692 w 1886218"/>
                <a:gd name="connsiteY2120" fmla="*/ 1155046 h 1465296"/>
                <a:gd name="connsiteX2121" fmla="*/ 1859311 w 1886218"/>
                <a:gd name="connsiteY2121" fmla="*/ 1155046 h 1465296"/>
                <a:gd name="connsiteX2122" fmla="*/ 1853929 w 1886218"/>
                <a:gd name="connsiteY2122" fmla="*/ 1159076 h 1465296"/>
                <a:gd name="connsiteX2123" fmla="*/ 1852584 w 1886218"/>
                <a:gd name="connsiteY2123" fmla="*/ 1159076 h 1465296"/>
                <a:gd name="connsiteX2124" fmla="*/ 1848548 w 1886218"/>
                <a:gd name="connsiteY2124" fmla="*/ 1163105 h 1465296"/>
                <a:gd name="connsiteX2125" fmla="*/ 1845857 w 1886218"/>
                <a:gd name="connsiteY2125" fmla="*/ 1163105 h 1465296"/>
                <a:gd name="connsiteX2126" fmla="*/ 1844511 w 1886218"/>
                <a:gd name="connsiteY2126" fmla="*/ 1165791 h 1465296"/>
                <a:gd name="connsiteX2127" fmla="*/ 1839130 w 1886218"/>
                <a:gd name="connsiteY2127" fmla="*/ 1167134 h 1465296"/>
                <a:gd name="connsiteX2128" fmla="*/ 1836439 w 1886218"/>
                <a:gd name="connsiteY2128" fmla="*/ 1164448 h 1465296"/>
                <a:gd name="connsiteX2129" fmla="*/ 1832403 w 1886218"/>
                <a:gd name="connsiteY2129" fmla="*/ 1167134 h 1465296"/>
                <a:gd name="connsiteX2130" fmla="*/ 1828367 w 1886218"/>
                <a:gd name="connsiteY2130" fmla="*/ 1165791 h 1465296"/>
                <a:gd name="connsiteX2131" fmla="*/ 1827021 w 1886218"/>
                <a:gd name="connsiteY2131" fmla="*/ 1164448 h 1465296"/>
                <a:gd name="connsiteX2132" fmla="*/ 1822985 w 1886218"/>
                <a:gd name="connsiteY2132" fmla="*/ 1168477 h 1465296"/>
                <a:gd name="connsiteX2133" fmla="*/ 1816258 w 1886218"/>
                <a:gd name="connsiteY2133" fmla="*/ 1167134 h 1465296"/>
                <a:gd name="connsiteX2134" fmla="*/ 1813568 w 1886218"/>
                <a:gd name="connsiteY2134" fmla="*/ 1163105 h 1465296"/>
                <a:gd name="connsiteX2135" fmla="*/ 1812222 w 1886218"/>
                <a:gd name="connsiteY2135" fmla="*/ 1164448 h 1465296"/>
                <a:gd name="connsiteX2136" fmla="*/ 1813568 w 1886218"/>
                <a:gd name="connsiteY2136" fmla="*/ 1168477 h 1465296"/>
                <a:gd name="connsiteX2137" fmla="*/ 1808186 w 1886218"/>
                <a:gd name="connsiteY2137" fmla="*/ 1169820 h 1465296"/>
                <a:gd name="connsiteX2138" fmla="*/ 1802805 w 1886218"/>
                <a:gd name="connsiteY2138" fmla="*/ 1168477 h 1465296"/>
                <a:gd name="connsiteX2139" fmla="*/ 1801459 w 1886218"/>
                <a:gd name="connsiteY2139" fmla="*/ 1171163 h 1465296"/>
                <a:gd name="connsiteX2140" fmla="*/ 1802805 w 1886218"/>
                <a:gd name="connsiteY2140" fmla="*/ 1171163 h 1465296"/>
                <a:gd name="connsiteX2141" fmla="*/ 1802805 w 1886218"/>
                <a:gd name="connsiteY2141" fmla="*/ 1175192 h 1465296"/>
                <a:gd name="connsiteX2142" fmla="*/ 1798769 w 1886218"/>
                <a:gd name="connsiteY2142" fmla="*/ 1177879 h 1465296"/>
                <a:gd name="connsiteX2143" fmla="*/ 1796078 w 1886218"/>
                <a:gd name="connsiteY2143" fmla="*/ 1177879 h 1465296"/>
                <a:gd name="connsiteX2144" fmla="*/ 1796078 w 1886218"/>
                <a:gd name="connsiteY2144" fmla="*/ 1181908 h 1465296"/>
                <a:gd name="connsiteX2145" fmla="*/ 1792042 w 1886218"/>
                <a:gd name="connsiteY2145" fmla="*/ 1189966 h 1465296"/>
                <a:gd name="connsiteX2146" fmla="*/ 1788006 w 1886218"/>
                <a:gd name="connsiteY2146" fmla="*/ 1188623 h 1465296"/>
                <a:gd name="connsiteX2147" fmla="*/ 1786660 w 1886218"/>
                <a:gd name="connsiteY2147" fmla="*/ 1191309 h 1465296"/>
                <a:gd name="connsiteX2148" fmla="*/ 1781279 w 1886218"/>
                <a:gd name="connsiteY2148" fmla="*/ 1193995 h 1465296"/>
                <a:gd name="connsiteX2149" fmla="*/ 1778588 w 1886218"/>
                <a:gd name="connsiteY2149" fmla="*/ 1199368 h 1465296"/>
                <a:gd name="connsiteX2150" fmla="*/ 1775897 w 1886218"/>
                <a:gd name="connsiteY2150" fmla="*/ 1198025 h 1465296"/>
                <a:gd name="connsiteX2151" fmla="*/ 1773206 w 1886218"/>
                <a:gd name="connsiteY2151" fmla="*/ 1199368 h 1465296"/>
                <a:gd name="connsiteX2152" fmla="*/ 1767825 w 1886218"/>
                <a:gd name="connsiteY2152" fmla="*/ 1199368 h 1465296"/>
                <a:gd name="connsiteX2153" fmla="*/ 1766479 w 1886218"/>
                <a:gd name="connsiteY2153" fmla="*/ 1203397 h 1465296"/>
                <a:gd name="connsiteX2154" fmla="*/ 1762443 w 1886218"/>
                <a:gd name="connsiteY2154" fmla="*/ 1204740 h 1465296"/>
                <a:gd name="connsiteX2155" fmla="*/ 1758407 w 1886218"/>
                <a:gd name="connsiteY2155" fmla="*/ 1203397 h 1465296"/>
                <a:gd name="connsiteX2156" fmla="*/ 1750335 w 1886218"/>
                <a:gd name="connsiteY2156" fmla="*/ 1203397 h 1465296"/>
                <a:gd name="connsiteX2157" fmla="*/ 1748990 w 1886218"/>
                <a:gd name="connsiteY2157" fmla="*/ 1200711 h 1465296"/>
                <a:gd name="connsiteX2158" fmla="*/ 1742263 w 1886218"/>
                <a:gd name="connsiteY2158" fmla="*/ 1203397 h 1465296"/>
                <a:gd name="connsiteX2159" fmla="*/ 1739572 w 1886218"/>
                <a:gd name="connsiteY2159" fmla="*/ 1203397 h 1465296"/>
                <a:gd name="connsiteX2160" fmla="*/ 1727464 w 1886218"/>
                <a:gd name="connsiteY2160" fmla="*/ 1207426 h 1465296"/>
                <a:gd name="connsiteX2161" fmla="*/ 1723427 w 1886218"/>
                <a:gd name="connsiteY2161" fmla="*/ 1206083 h 1465296"/>
                <a:gd name="connsiteX2162" fmla="*/ 1724773 w 1886218"/>
                <a:gd name="connsiteY2162" fmla="*/ 1203397 h 1465296"/>
                <a:gd name="connsiteX2163" fmla="*/ 1720737 w 1886218"/>
                <a:gd name="connsiteY2163" fmla="*/ 1202054 h 1465296"/>
                <a:gd name="connsiteX2164" fmla="*/ 1715355 w 1886218"/>
                <a:gd name="connsiteY2164" fmla="*/ 1203397 h 1465296"/>
                <a:gd name="connsiteX2165" fmla="*/ 1711319 w 1886218"/>
                <a:gd name="connsiteY2165" fmla="*/ 1203397 h 1465296"/>
                <a:gd name="connsiteX2166" fmla="*/ 1704592 w 1886218"/>
                <a:gd name="connsiteY2166" fmla="*/ 1200711 h 1465296"/>
                <a:gd name="connsiteX2167" fmla="*/ 1701901 w 1886218"/>
                <a:gd name="connsiteY2167" fmla="*/ 1200711 h 1465296"/>
                <a:gd name="connsiteX2168" fmla="*/ 1696520 w 1886218"/>
                <a:gd name="connsiteY2168" fmla="*/ 1200711 h 1465296"/>
                <a:gd name="connsiteX2169" fmla="*/ 1691139 w 1886218"/>
                <a:gd name="connsiteY2169" fmla="*/ 1196682 h 1465296"/>
                <a:gd name="connsiteX2170" fmla="*/ 1688448 w 1886218"/>
                <a:gd name="connsiteY2170" fmla="*/ 1196682 h 1465296"/>
                <a:gd name="connsiteX2171" fmla="*/ 1685757 w 1886218"/>
                <a:gd name="connsiteY2171" fmla="*/ 1200711 h 1465296"/>
                <a:gd name="connsiteX2172" fmla="*/ 1677685 w 1886218"/>
                <a:gd name="connsiteY2172" fmla="*/ 1199368 h 1465296"/>
                <a:gd name="connsiteX2173" fmla="*/ 1670958 w 1886218"/>
                <a:gd name="connsiteY2173" fmla="*/ 1195339 h 1465296"/>
                <a:gd name="connsiteX2174" fmla="*/ 1668267 w 1886218"/>
                <a:gd name="connsiteY2174" fmla="*/ 1198025 h 1465296"/>
                <a:gd name="connsiteX2175" fmla="*/ 1662886 w 1886218"/>
                <a:gd name="connsiteY2175" fmla="*/ 1198025 h 1465296"/>
                <a:gd name="connsiteX2176" fmla="*/ 1658849 w 1886218"/>
                <a:gd name="connsiteY2176" fmla="*/ 1195339 h 1465296"/>
                <a:gd name="connsiteX2177" fmla="*/ 1653468 w 1886218"/>
                <a:gd name="connsiteY2177" fmla="*/ 1198025 h 1465296"/>
                <a:gd name="connsiteX2178" fmla="*/ 1650777 w 1886218"/>
                <a:gd name="connsiteY2178" fmla="*/ 1196682 h 1465296"/>
                <a:gd name="connsiteX2179" fmla="*/ 1646741 w 1886218"/>
                <a:gd name="connsiteY2179" fmla="*/ 1198025 h 1465296"/>
                <a:gd name="connsiteX2180" fmla="*/ 1638669 w 1886218"/>
                <a:gd name="connsiteY2180" fmla="*/ 1193995 h 1465296"/>
                <a:gd name="connsiteX2181" fmla="*/ 1627906 w 1886218"/>
                <a:gd name="connsiteY2181" fmla="*/ 1196682 h 1465296"/>
                <a:gd name="connsiteX2182" fmla="*/ 1621179 w 1886218"/>
                <a:gd name="connsiteY2182" fmla="*/ 1193995 h 1465296"/>
                <a:gd name="connsiteX2183" fmla="*/ 1617143 w 1886218"/>
                <a:gd name="connsiteY2183" fmla="*/ 1189966 h 1465296"/>
                <a:gd name="connsiteX2184" fmla="*/ 1613107 w 1886218"/>
                <a:gd name="connsiteY2184" fmla="*/ 1191309 h 1465296"/>
                <a:gd name="connsiteX2185" fmla="*/ 1610416 w 1886218"/>
                <a:gd name="connsiteY2185" fmla="*/ 1193995 h 1465296"/>
                <a:gd name="connsiteX2186" fmla="*/ 1613107 w 1886218"/>
                <a:gd name="connsiteY2186" fmla="*/ 1196682 h 1465296"/>
                <a:gd name="connsiteX2187" fmla="*/ 1610416 w 1886218"/>
                <a:gd name="connsiteY2187" fmla="*/ 1199368 h 1465296"/>
                <a:gd name="connsiteX2188" fmla="*/ 1606380 w 1886218"/>
                <a:gd name="connsiteY2188" fmla="*/ 1200711 h 1465296"/>
                <a:gd name="connsiteX2189" fmla="*/ 1596962 w 1886218"/>
                <a:gd name="connsiteY2189" fmla="*/ 1208769 h 1465296"/>
                <a:gd name="connsiteX2190" fmla="*/ 1590235 w 1886218"/>
                <a:gd name="connsiteY2190" fmla="*/ 1211455 h 1465296"/>
                <a:gd name="connsiteX2191" fmla="*/ 1590235 w 1886218"/>
                <a:gd name="connsiteY2191" fmla="*/ 1215485 h 1465296"/>
                <a:gd name="connsiteX2192" fmla="*/ 1587544 w 1886218"/>
                <a:gd name="connsiteY2192" fmla="*/ 1218171 h 1465296"/>
                <a:gd name="connsiteX2193" fmla="*/ 1587544 w 1886218"/>
                <a:gd name="connsiteY2193" fmla="*/ 1224886 h 1465296"/>
                <a:gd name="connsiteX2194" fmla="*/ 1583508 w 1886218"/>
                <a:gd name="connsiteY2194" fmla="*/ 1228915 h 1465296"/>
                <a:gd name="connsiteX2195" fmla="*/ 1576782 w 1886218"/>
                <a:gd name="connsiteY2195" fmla="*/ 1228915 h 1465296"/>
                <a:gd name="connsiteX2196" fmla="*/ 1572745 w 1886218"/>
                <a:gd name="connsiteY2196" fmla="*/ 1230258 h 1465296"/>
                <a:gd name="connsiteX2197" fmla="*/ 1563328 w 1886218"/>
                <a:gd name="connsiteY2197" fmla="*/ 1231602 h 1465296"/>
                <a:gd name="connsiteX2198" fmla="*/ 1559292 w 1886218"/>
                <a:gd name="connsiteY2198" fmla="*/ 1236974 h 1465296"/>
                <a:gd name="connsiteX2199" fmla="*/ 1556601 w 1886218"/>
                <a:gd name="connsiteY2199" fmla="*/ 1238317 h 1465296"/>
                <a:gd name="connsiteX2200" fmla="*/ 1553910 w 1886218"/>
                <a:gd name="connsiteY2200" fmla="*/ 1235631 h 1465296"/>
                <a:gd name="connsiteX2201" fmla="*/ 1549874 w 1886218"/>
                <a:gd name="connsiteY2201" fmla="*/ 1238317 h 1465296"/>
                <a:gd name="connsiteX2202" fmla="*/ 1547183 w 1886218"/>
                <a:gd name="connsiteY2202" fmla="*/ 1243689 h 1465296"/>
                <a:gd name="connsiteX2203" fmla="*/ 1543147 w 1886218"/>
                <a:gd name="connsiteY2203" fmla="*/ 1245032 h 1465296"/>
                <a:gd name="connsiteX2204" fmla="*/ 1536420 w 1886218"/>
                <a:gd name="connsiteY2204" fmla="*/ 1249062 h 1465296"/>
                <a:gd name="connsiteX2205" fmla="*/ 1536420 w 1886218"/>
                <a:gd name="connsiteY2205" fmla="*/ 1251748 h 1465296"/>
                <a:gd name="connsiteX2206" fmla="*/ 1532384 w 1886218"/>
                <a:gd name="connsiteY2206" fmla="*/ 1253091 h 1465296"/>
                <a:gd name="connsiteX2207" fmla="*/ 1527002 w 1886218"/>
                <a:gd name="connsiteY2207" fmla="*/ 1262492 h 1465296"/>
                <a:gd name="connsiteX2208" fmla="*/ 1516240 w 1886218"/>
                <a:gd name="connsiteY2208" fmla="*/ 1266522 h 1465296"/>
                <a:gd name="connsiteX2209" fmla="*/ 1513549 w 1886218"/>
                <a:gd name="connsiteY2209" fmla="*/ 1275923 h 1465296"/>
                <a:gd name="connsiteX2210" fmla="*/ 1506822 w 1886218"/>
                <a:gd name="connsiteY2210" fmla="*/ 1279952 h 1465296"/>
                <a:gd name="connsiteX2211" fmla="*/ 1501440 w 1886218"/>
                <a:gd name="connsiteY2211" fmla="*/ 1285325 h 1465296"/>
                <a:gd name="connsiteX2212" fmla="*/ 1496059 w 1886218"/>
                <a:gd name="connsiteY2212" fmla="*/ 1286668 h 1465296"/>
                <a:gd name="connsiteX2213" fmla="*/ 1493368 w 1886218"/>
                <a:gd name="connsiteY2213" fmla="*/ 1293383 h 1465296"/>
                <a:gd name="connsiteX2214" fmla="*/ 1490677 w 1886218"/>
                <a:gd name="connsiteY2214" fmla="*/ 1298755 h 1465296"/>
                <a:gd name="connsiteX2215" fmla="*/ 1478569 w 1886218"/>
                <a:gd name="connsiteY2215" fmla="*/ 1306814 h 1465296"/>
                <a:gd name="connsiteX2216" fmla="*/ 1477224 w 1886218"/>
                <a:gd name="connsiteY2216" fmla="*/ 1309500 h 1465296"/>
                <a:gd name="connsiteX2217" fmla="*/ 1463770 w 1886218"/>
                <a:gd name="connsiteY2217" fmla="*/ 1316215 h 1465296"/>
                <a:gd name="connsiteX2218" fmla="*/ 1455698 w 1886218"/>
                <a:gd name="connsiteY2218" fmla="*/ 1317558 h 1465296"/>
                <a:gd name="connsiteX2219" fmla="*/ 1462424 w 1886218"/>
                <a:gd name="connsiteY2219" fmla="*/ 1317558 h 1465296"/>
                <a:gd name="connsiteX2220" fmla="*/ 1475878 w 1886218"/>
                <a:gd name="connsiteY2220" fmla="*/ 1312186 h 1465296"/>
                <a:gd name="connsiteX2221" fmla="*/ 1487987 w 1886218"/>
                <a:gd name="connsiteY2221" fmla="*/ 1306814 h 1465296"/>
                <a:gd name="connsiteX2222" fmla="*/ 1496059 w 1886218"/>
                <a:gd name="connsiteY2222" fmla="*/ 1301442 h 1465296"/>
                <a:gd name="connsiteX2223" fmla="*/ 1502786 w 1886218"/>
                <a:gd name="connsiteY2223" fmla="*/ 1292040 h 1465296"/>
                <a:gd name="connsiteX2224" fmla="*/ 1509513 w 1886218"/>
                <a:gd name="connsiteY2224" fmla="*/ 1286668 h 1465296"/>
                <a:gd name="connsiteX2225" fmla="*/ 1513549 w 1886218"/>
                <a:gd name="connsiteY2225" fmla="*/ 1283982 h 1465296"/>
                <a:gd name="connsiteX2226" fmla="*/ 1525657 w 1886218"/>
                <a:gd name="connsiteY2226" fmla="*/ 1271894 h 1465296"/>
                <a:gd name="connsiteX2227" fmla="*/ 1543147 w 1886218"/>
                <a:gd name="connsiteY2227" fmla="*/ 1259806 h 1465296"/>
                <a:gd name="connsiteX2228" fmla="*/ 1555255 w 1886218"/>
                <a:gd name="connsiteY2228" fmla="*/ 1253091 h 1465296"/>
                <a:gd name="connsiteX2229" fmla="*/ 1563328 w 1886218"/>
                <a:gd name="connsiteY2229" fmla="*/ 1251748 h 1465296"/>
                <a:gd name="connsiteX2230" fmla="*/ 1570055 w 1886218"/>
                <a:gd name="connsiteY2230" fmla="*/ 1247718 h 1465296"/>
                <a:gd name="connsiteX2231" fmla="*/ 1583508 w 1886218"/>
                <a:gd name="connsiteY2231" fmla="*/ 1245032 h 1465296"/>
                <a:gd name="connsiteX2232" fmla="*/ 1599653 w 1886218"/>
                <a:gd name="connsiteY2232" fmla="*/ 1239660 h 1465296"/>
                <a:gd name="connsiteX2233" fmla="*/ 1605034 w 1886218"/>
                <a:gd name="connsiteY2233" fmla="*/ 1239660 h 1465296"/>
                <a:gd name="connsiteX2234" fmla="*/ 1610416 w 1886218"/>
                <a:gd name="connsiteY2234" fmla="*/ 1236974 h 1465296"/>
                <a:gd name="connsiteX2235" fmla="*/ 1627906 w 1886218"/>
                <a:gd name="connsiteY2235" fmla="*/ 1236974 h 1465296"/>
                <a:gd name="connsiteX2236" fmla="*/ 1637323 w 1886218"/>
                <a:gd name="connsiteY2236" fmla="*/ 1241003 h 1465296"/>
                <a:gd name="connsiteX2237" fmla="*/ 1646741 w 1886218"/>
                <a:gd name="connsiteY2237" fmla="*/ 1246376 h 1465296"/>
                <a:gd name="connsiteX2238" fmla="*/ 1646741 w 1886218"/>
                <a:gd name="connsiteY2238" fmla="*/ 1249062 h 1465296"/>
                <a:gd name="connsiteX2239" fmla="*/ 1638669 w 1886218"/>
                <a:gd name="connsiteY2239" fmla="*/ 1247718 h 1465296"/>
                <a:gd name="connsiteX2240" fmla="*/ 1640014 w 1886218"/>
                <a:gd name="connsiteY2240" fmla="*/ 1249062 h 1465296"/>
                <a:gd name="connsiteX2241" fmla="*/ 1638669 w 1886218"/>
                <a:gd name="connsiteY2241" fmla="*/ 1250405 h 1465296"/>
                <a:gd name="connsiteX2242" fmla="*/ 1642705 w 1886218"/>
                <a:gd name="connsiteY2242" fmla="*/ 1250405 h 1465296"/>
                <a:gd name="connsiteX2243" fmla="*/ 1648086 w 1886218"/>
                <a:gd name="connsiteY2243" fmla="*/ 1253091 h 1465296"/>
                <a:gd name="connsiteX2244" fmla="*/ 1650777 w 1886218"/>
                <a:gd name="connsiteY2244" fmla="*/ 1255777 h 1465296"/>
                <a:gd name="connsiteX2245" fmla="*/ 1648086 w 1886218"/>
                <a:gd name="connsiteY2245" fmla="*/ 1257120 h 1465296"/>
                <a:gd name="connsiteX2246" fmla="*/ 1649432 w 1886218"/>
                <a:gd name="connsiteY2246" fmla="*/ 1258463 h 1465296"/>
                <a:gd name="connsiteX2247" fmla="*/ 1645396 w 1886218"/>
                <a:gd name="connsiteY2247" fmla="*/ 1267865 h 1465296"/>
                <a:gd name="connsiteX2248" fmla="*/ 1640014 w 1886218"/>
                <a:gd name="connsiteY2248" fmla="*/ 1269208 h 1465296"/>
                <a:gd name="connsiteX2249" fmla="*/ 1634633 w 1886218"/>
                <a:gd name="connsiteY2249" fmla="*/ 1273237 h 1465296"/>
                <a:gd name="connsiteX2250" fmla="*/ 1630597 w 1886218"/>
                <a:gd name="connsiteY2250" fmla="*/ 1273237 h 1465296"/>
                <a:gd name="connsiteX2251" fmla="*/ 1623870 w 1886218"/>
                <a:gd name="connsiteY2251" fmla="*/ 1278609 h 1465296"/>
                <a:gd name="connsiteX2252" fmla="*/ 1618488 w 1886218"/>
                <a:gd name="connsiteY2252" fmla="*/ 1278609 h 1465296"/>
                <a:gd name="connsiteX2253" fmla="*/ 1614452 w 1886218"/>
                <a:gd name="connsiteY2253" fmla="*/ 1274580 h 1465296"/>
                <a:gd name="connsiteX2254" fmla="*/ 1609070 w 1886218"/>
                <a:gd name="connsiteY2254" fmla="*/ 1273237 h 1465296"/>
                <a:gd name="connsiteX2255" fmla="*/ 1605034 w 1886218"/>
                <a:gd name="connsiteY2255" fmla="*/ 1275923 h 1465296"/>
                <a:gd name="connsiteX2256" fmla="*/ 1599653 w 1886218"/>
                <a:gd name="connsiteY2256" fmla="*/ 1277266 h 1465296"/>
                <a:gd name="connsiteX2257" fmla="*/ 1594271 w 1886218"/>
                <a:gd name="connsiteY2257" fmla="*/ 1275923 h 1465296"/>
                <a:gd name="connsiteX2258" fmla="*/ 1586199 w 1886218"/>
                <a:gd name="connsiteY2258" fmla="*/ 1278609 h 1465296"/>
                <a:gd name="connsiteX2259" fmla="*/ 1594271 w 1886218"/>
                <a:gd name="connsiteY2259" fmla="*/ 1277266 h 1465296"/>
                <a:gd name="connsiteX2260" fmla="*/ 1600998 w 1886218"/>
                <a:gd name="connsiteY2260" fmla="*/ 1278609 h 1465296"/>
                <a:gd name="connsiteX2261" fmla="*/ 1611761 w 1886218"/>
                <a:gd name="connsiteY2261" fmla="*/ 1281295 h 1465296"/>
                <a:gd name="connsiteX2262" fmla="*/ 1613107 w 1886218"/>
                <a:gd name="connsiteY2262" fmla="*/ 1286668 h 1465296"/>
                <a:gd name="connsiteX2263" fmla="*/ 1614452 w 1886218"/>
                <a:gd name="connsiteY2263" fmla="*/ 1289354 h 1465296"/>
                <a:gd name="connsiteX2264" fmla="*/ 1619834 w 1886218"/>
                <a:gd name="connsiteY2264" fmla="*/ 1286668 h 1465296"/>
                <a:gd name="connsiteX2265" fmla="*/ 1625215 w 1886218"/>
                <a:gd name="connsiteY2265" fmla="*/ 1283982 h 1465296"/>
                <a:gd name="connsiteX2266" fmla="*/ 1630597 w 1886218"/>
                <a:gd name="connsiteY2266" fmla="*/ 1283982 h 1465296"/>
                <a:gd name="connsiteX2267" fmla="*/ 1631942 w 1886218"/>
                <a:gd name="connsiteY2267" fmla="*/ 1285325 h 1465296"/>
                <a:gd name="connsiteX2268" fmla="*/ 1635978 w 1886218"/>
                <a:gd name="connsiteY2268" fmla="*/ 1285325 h 1465296"/>
                <a:gd name="connsiteX2269" fmla="*/ 1637323 w 1886218"/>
                <a:gd name="connsiteY2269" fmla="*/ 1288011 h 1465296"/>
                <a:gd name="connsiteX2270" fmla="*/ 1631942 w 1886218"/>
                <a:gd name="connsiteY2270" fmla="*/ 1293383 h 1465296"/>
                <a:gd name="connsiteX2271" fmla="*/ 1625215 w 1886218"/>
                <a:gd name="connsiteY2271" fmla="*/ 1305471 h 1465296"/>
                <a:gd name="connsiteX2272" fmla="*/ 1622524 w 1886218"/>
                <a:gd name="connsiteY2272" fmla="*/ 1306814 h 1465296"/>
                <a:gd name="connsiteX2273" fmla="*/ 1618488 w 1886218"/>
                <a:gd name="connsiteY2273" fmla="*/ 1309500 h 1465296"/>
                <a:gd name="connsiteX2274" fmla="*/ 1627906 w 1886218"/>
                <a:gd name="connsiteY2274" fmla="*/ 1309500 h 1465296"/>
                <a:gd name="connsiteX2275" fmla="*/ 1627906 w 1886218"/>
                <a:gd name="connsiteY2275" fmla="*/ 1312186 h 1465296"/>
                <a:gd name="connsiteX2276" fmla="*/ 1625215 w 1886218"/>
                <a:gd name="connsiteY2276" fmla="*/ 1316215 h 1465296"/>
                <a:gd name="connsiteX2277" fmla="*/ 1629251 w 1886218"/>
                <a:gd name="connsiteY2277" fmla="*/ 1320245 h 1465296"/>
                <a:gd name="connsiteX2278" fmla="*/ 1627906 w 1886218"/>
                <a:gd name="connsiteY2278" fmla="*/ 1325617 h 1465296"/>
                <a:gd name="connsiteX2279" fmla="*/ 1629251 w 1886218"/>
                <a:gd name="connsiteY2279" fmla="*/ 1332332 h 1465296"/>
                <a:gd name="connsiteX2280" fmla="*/ 1631942 w 1886218"/>
                <a:gd name="connsiteY2280" fmla="*/ 1333676 h 1465296"/>
                <a:gd name="connsiteX2281" fmla="*/ 1634633 w 1886218"/>
                <a:gd name="connsiteY2281" fmla="*/ 1340391 h 1465296"/>
                <a:gd name="connsiteX2282" fmla="*/ 1640014 w 1886218"/>
                <a:gd name="connsiteY2282" fmla="*/ 1340391 h 1465296"/>
                <a:gd name="connsiteX2283" fmla="*/ 1641359 w 1886218"/>
                <a:gd name="connsiteY2283" fmla="*/ 1343077 h 1465296"/>
                <a:gd name="connsiteX2284" fmla="*/ 1649432 w 1886218"/>
                <a:gd name="connsiteY2284" fmla="*/ 1343077 h 1465296"/>
                <a:gd name="connsiteX2285" fmla="*/ 1648086 w 1886218"/>
                <a:gd name="connsiteY2285" fmla="*/ 1347106 h 1465296"/>
                <a:gd name="connsiteX2286" fmla="*/ 1641359 w 1886218"/>
                <a:gd name="connsiteY2286" fmla="*/ 1348449 h 1465296"/>
                <a:gd name="connsiteX2287" fmla="*/ 1649432 w 1886218"/>
                <a:gd name="connsiteY2287" fmla="*/ 1353822 h 1465296"/>
                <a:gd name="connsiteX2288" fmla="*/ 1657504 w 1886218"/>
                <a:gd name="connsiteY2288" fmla="*/ 1353822 h 1465296"/>
                <a:gd name="connsiteX2289" fmla="*/ 1661540 w 1886218"/>
                <a:gd name="connsiteY2289" fmla="*/ 1356508 h 1465296"/>
                <a:gd name="connsiteX2290" fmla="*/ 1664231 w 1886218"/>
                <a:gd name="connsiteY2290" fmla="*/ 1353822 h 1465296"/>
                <a:gd name="connsiteX2291" fmla="*/ 1670958 w 1886218"/>
                <a:gd name="connsiteY2291" fmla="*/ 1356508 h 1465296"/>
                <a:gd name="connsiteX2292" fmla="*/ 1672303 w 1886218"/>
                <a:gd name="connsiteY2292" fmla="*/ 1360537 h 1465296"/>
                <a:gd name="connsiteX2293" fmla="*/ 1681721 w 1886218"/>
                <a:gd name="connsiteY2293" fmla="*/ 1361880 h 1465296"/>
                <a:gd name="connsiteX2294" fmla="*/ 1683066 w 1886218"/>
                <a:gd name="connsiteY2294" fmla="*/ 1359194 h 1465296"/>
                <a:gd name="connsiteX2295" fmla="*/ 1691139 w 1886218"/>
                <a:gd name="connsiteY2295" fmla="*/ 1353822 h 1465296"/>
                <a:gd name="connsiteX2296" fmla="*/ 1691139 w 1886218"/>
                <a:gd name="connsiteY2296" fmla="*/ 1357851 h 1465296"/>
                <a:gd name="connsiteX2297" fmla="*/ 1689793 w 1886218"/>
                <a:gd name="connsiteY2297" fmla="*/ 1360537 h 1465296"/>
                <a:gd name="connsiteX2298" fmla="*/ 1696520 w 1886218"/>
                <a:gd name="connsiteY2298" fmla="*/ 1360537 h 1465296"/>
                <a:gd name="connsiteX2299" fmla="*/ 1705938 w 1886218"/>
                <a:gd name="connsiteY2299" fmla="*/ 1365909 h 1465296"/>
                <a:gd name="connsiteX2300" fmla="*/ 1705938 w 1886218"/>
                <a:gd name="connsiteY2300" fmla="*/ 1368595 h 1465296"/>
                <a:gd name="connsiteX2301" fmla="*/ 1701901 w 1886218"/>
                <a:gd name="connsiteY2301" fmla="*/ 1368595 h 1465296"/>
                <a:gd name="connsiteX2302" fmla="*/ 1699211 w 1886218"/>
                <a:gd name="connsiteY2302" fmla="*/ 1369939 h 1465296"/>
                <a:gd name="connsiteX2303" fmla="*/ 1704592 w 1886218"/>
                <a:gd name="connsiteY2303" fmla="*/ 1372625 h 1465296"/>
                <a:gd name="connsiteX2304" fmla="*/ 1709974 w 1886218"/>
                <a:gd name="connsiteY2304" fmla="*/ 1372625 h 1465296"/>
                <a:gd name="connsiteX2305" fmla="*/ 1712664 w 1886218"/>
                <a:gd name="connsiteY2305" fmla="*/ 1375311 h 1465296"/>
                <a:gd name="connsiteX2306" fmla="*/ 1708628 w 1886218"/>
                <a:gd name="connsiteY2306" fmla="*/ 1376654 h 1465296"/>
                <a:gd name="connsiteX2307" fmla="*/ 1704592 w 1886218"/>
                <a:gd name="connsiteY2307" fmla="*/ 1375311 h 1465296"/>
                <a:gd name="connsiteX2308" fmla="*/ 1699211 w 1886218"/>
                <a:gd name="connsiteY2308" fmla="*/ 1376654 h 1465296"/>
                <a:gd name="connsiteX2309" fmla="*/ 1692484 w 1886218"/>
                <a:gd name="connsiteY2309" fmla="*/ 1377997 h 1465296"/>
                <a:gd name="connsiteX2310" fmla="*/ 1680375 w 1886218"/>
                <a:gd name="connsiteY2310" fmla="*/ 1384712 h 1465296"/>
                <a:gd name="connsiteX2311" fmla="*/ 1676339 w 1886218"/>
                <a:gd name="connsiteY2311" fmla="*/ 1384712 h 1465296"/>
                <a:gd name="connsiteX2312" fmla="*/ 1666922 w 1886218"/>
                <a:gd name="connsiteY2312" fmla="*/ 1387399 h 1465296"/>
                <a:gd name="connsiteX2313" fmla="*/ 1658849 w 1886218"/>
                <a:gd name="connsiteY2313" fmla="*/ 1388742 h 1465296"/>
                <a:gd name="connsiteX2314" fmla="*/ 1650777 w 1886218"/>
                <a:gd name="connsiteY2314" fmla="*/ 1394114 h 1465296"/>
                <a:gd name="connsiteX2315" fmla="*/ 1646741 w 1886218"/>
                <a:gd name="connsiteY2315" fmla="*/ 1394114 h 1465296"/>
                <a:gd name="connsiteX2316" fmla="*/ 1646741 w 1886218"/>
                <a:gd name="connsiteY2316" fmla="*/ 1395457 h 1465296"/>
                <a:gd name="connsiteX2317" fmla="*/ 1640014 w 1886218"/>
                <a:gd name="connsiteY2317" fmla="*/ 1395457 h 1465296"/>
                <a:gd name="connsiteX2318" fmla="*/ 1638669 w 1886218"/>
                <a:gd name="connsiteY2318" fmla="*/ 1390085 h 1465296"/>
                <a:gd name="connsiteX2319" fmla="*/ 1635978 w 1886218"/>
                <a:gd name="connsiteY2319" fmla="*/ 1390085 h 1465296"/>
                <a:gd name="connsiteX2320" fmla="*/ 1633287 w 1886218"/>
                <a:gd name="connsiteY2320" fmla="*/ 1392771 h 1465296"/>
                <a:gd name="connsiteX2321" fmla="*/ 1630597 w 1886218"/>
                <a:gd name="connsiteY2321" fmla="*/ 1391428 h 1465296"/>
                <a:gd name="connsiteX2322" fmla="*/ 1626560 w 1886218"/>
                <a:gd name="connsiteY2322" fmla="*/ 1398143 h 1465296"/>
                <a:gd name="connsiteX2323" fmla="*/ 1629251 w 1886218"/>
                <a:gd name="connsiteY2323" fmla="*/ 1400829 h 1465296"/>
                <a:gd name="connsiteX2324" fmla="*/ 1621179 w 1886218"/>
                <a:gd name="connsiteY2324" fmla="*/ 1407545 h 1465296"/>
                <a:gd name="connsiteX2325" fmla="*/ 1614452 w 1886218"/>
                <a:gd name="connsiteY2325" fmla="*/ 1415603 h 1465296"/>
                <a:gd name="connsiteX2326" fmla="*/ 1609070 w 1886218"/>
                <a:gd name="connsiteY2326" fmla="*/ 1416946 h 1465296"/>
                <a:gd name="connsiteX2327" fmla="*/ 1603689 w 1886218"/>
                <a:gd name="connsiteY2327" fmla="*/ 1420976 h 1465296"/>
                <a:gd name="connsiteX2328" fmla="*/ 1599653 w 1886218"/>
                <a:gd name="connsiteY2328" fmla="*/ 1420976 h 1465296"/>
                <a:gd name="connsiteX2329" fmla="*/ 1598307 w 1886218"/>
                <a:gd name="connsiteY2329" fmla="*/ 1422318 h 1465296"/>
                <a:gd name="connsiteX2330" fmla="*/ 1596962 w 1886218"/>
                <a:gd name="connsiteY2330" fmla="*/ 1427691 h 1465296"/>
                <a:gd name="connsiteX2331" fmla="*/ 1595617 w 1886218"/>
                <a:gd name="connsiteY2331" fmla="*/ 1429034 h 1465296"/>
                <a:gd name="connsiteX2332" fmla="*/ 1592926 w 1886218"/>
                <a:gd name="connsiteY2332" fmla="*/ 1426348 h 1465296"/>
                <a:gd name="connsiteX2333" fmla="*/ 1590235 w 1886218"/>
                <a:gd name="connsiteY2333" fmla="*/ 1429034 h 1465296"/>
                <a:gd name="connsiteX2334" fmla="*/ 1586199 w 1886218"/>
                <a:gd name="connsiteY2334" fmla="*/ 1426348 h 1465296"/>
                <a:gd name="connsiteX2335" fmla="*/ 1584854 w 1886218"/>
                <a:gd name="connsiteY2335" fmla="*/ 1419632 h 1465296"/>
                <a:gd name="connsiteX2336" fmla="*/ 1582163 w 1886218"/>
                <a:gd name="connsiteY2336" fmla="*/ 1418289 h 1465296"/>
                <a:gd name="connsiteX2337" fmla="*/ 1579472 w 1886218"/>
                <a:gd name="connsiteY2337" fmla="*/ 1419632 h 1465296"/>
                <a:gd name="connsiteX2338" fmla="*/ 1579472 w 1886218"/>
                <a:gd name="connsiteY2338" fmla="*/ 1414260 h 1465296"/>
                <a:gd name="connsiteX2339" fmla="*/ 1576782 w 1886218"/>
                <a:gd name="connsiteY2339" fmla="*/ 1410231 h 1465296"/>
                <a:gd name="connsiteX2340" fmla="*/ 1578127 w 1886218"/>
                <a:gd name="connsiteY2340" fmla="*/ 1403515 h 1465296"/>
                <a:gd name="connsiteX2341" fmla="*/ 1582163 w 1886218"/>
                <a:gd name="connsiteY2341" fmla="*/ 1395457 h 1465296"/>
                <a:gd name="connsiteX2342" fmla="*/ 1587544 w 1886218"/>
                <a:gd name="connsiteY2342" fmla="*/ 1391428 h 1465296"/>
                <a:gd name="connsiteX2343" fmla="*/ 1588890 w 1886218"/>
                <a:gd name="connsiteY2343" fmla="*/ 1386055 h 1465296"/>
                <a:gd name="connsiteX2344" fmla="*/ 1598307 w 1886218"/>
                <a:gd name="connsiteY2344" fmla="*/ 1380683 h 1465296"/>
                <a:gd name="connsiteX2345" fmla="*/ 1610416 w 1886218"/>
                <a:gd name="connsiteY2345" fmla="*/ 1377997 h 1465296"/>
                <a:gd name="connsiteX2346" fmla="*/ 1618488 w 1886218"/>
                <a:gd name="connsiteY2346" fmla="*/ 1372625 h 1465296"/>
                <a:gd name="connsiteX2347" fmla="*/ 1626560 w 1886218"/>
                <a:gd name="connsiteY2347" fmla="*/ 1369939 h 1465296"/>
                <a:gd name="connsiteX2348" fmla="*/ 1630597 w 1886218"/>
                <a:gd name="connsiteY2348" fmla="*/ 1371282 h 1465296"/>
                <a:gd name="connsiteX2349" fmla="*/ 1630597 w 1886218"/>
                <a:gd name="connsiteY2349" fmla="*/ 1376654 h 1465296"/>
                <a:gd name="connsiteX2350" fmla="*/ 1634633 w 1886218"/>
                <a:gd name="connsiteY2350" fmla="*/ 1379340 h 1465296"/>
                <a:gd name="connsiteX2351" fmla="*/ 1633287 w 1886218"/>
                <a:gd name="connsiteY2351" fmla="*/ 1376654 h 1465296"/>
                <a:gd name="connsiteX2352" fmla="*/ 1634633 w 1886218"/>
                <a:gd name="connsiteY2352" fmla="*/ 1373968 h 1465296"/>
                <a:gd name="connsiteX2353" fmla="*/ 1640014 w 1886218"/>
                <a:gd name="connsiteY2353" fmla="*/ 1372625 h 1465296"/>
                <a:gd name="connsiteX2354" fmla="*/ 1646741 w 1886218"/>
                <a:gd name="connsiteY2354" fmla="*/ 1371282 h 1465296"/>
                <a:gd name="connsiteX2355" fmla="*/ 1652122 w 1886218"/>
                <a:gd name="connsiteY2355" fmla="*/ 1368595 h 1465296"/>
                <a:gd name="connsiteX2356" fmla="*/ 1644050 w 1886218"/>
                <a:gd name="connsiteY2356" fmla="*/ 1368595 h 1465296"/>
                <a:gd name="connsiteX2357" fmla="*/ 1633287 w 1886218"/>
                <a:gd name="connsiteY2357" fmla="*/ 1368595 h 1465296"/>
                <a:gd name="connsiteX2358" fmla="*/ 1629251 w 1886218"/>
                <a:gd name="connsiteY2358" fmla="*/ 1365909 h 1465296"/>
                <a:gd name="connsiteX2359" fmla="*/ 1625215 w 1886218"/>
                <a:gd name="connsiteY2359" fmla="*/ 1365909 h 1465296"/>
                <a:gd name="connsiteX2360" fmla="*/ 1621179 w 1886218"/>
                <a:gd name="connsiteY2360" fmla="*/ 1369939 h 1465296"/>
                <a:gd name="connsiteX2361" fmla="*/ 1615797 w 1886218"/>
                <a:gd name="connsiteY2361" fmla="*/ 1368595 h 1465296"/>
                <a:gd name="connsiteX2362" fmla="*/ 1621179 w 1886218"/>
                <a:gd name="connsiteY2362" fmla="*/ 1361880 h 1465296"/>
                <a:gd name="connsiteX2363" fmla="*/ 1625215 w 1886218"/>
                <a:gd name="connsiteY2363" fmla="*/ 1360537 h 1465296"/>
                <a:gd name="connsiteX2364" fmla="*/ 1630597 w 1886218"/>
                <a:gd name="connsiteY2364" fmla="*/ 1355165 h 1465296"/>
                <a:gd name="connsiteX2365" fmla="*/ 1630597 w 1886218"/>
                <a:gd name="connsiteY2365" fmla="*/ 1352479 h 1465296"/>
                <a:gd name="connsiteX2366" fmla="*/ 1627906 w 1886218"/>
                <a:gd name="connsiteY2366" fmla="*/ 1353822 h 1465296"/>
                <a:gd name="connsiteX2367" fmla="*/ 1627906 w 1886218"/>
                <a:gd name="connsiteY2367" fmla="*/ 1351135 h 1465296"/>
                <a:gd name="connsiteX2368" fmla="*/ 1621179 w 1886218"/>
                <a:gd name="connsiteY2368" fmla="*/ 1359194 h 1465296"/>
                <a:gd name="connsiteX2369" fmla="*/ 1617143 w 1886218"/>
                <a:gd name="connsiteY2369" fmla="*/ 1360537 h 1465296"/>
                <a:gd name="connsiteX2370" fmla="*/ 1611761 w 1886218"/>
                <a:gd name="connsiteY2370" fmla="*/ 1365909 h 1465296"/>
                <a:gd name="connsiteX2371" fmla="*/ 1605034 w 1886218"/>
                <a:gd name="connsiteY2371" fmla="*/ 1365909 h 1465296"/>
                <a:gd name="connsiteX2372" fmla="*/ 1603689 w 1886218"/>
                <a:gd name="connsiteY2372" fmla="*/ 1369939 h 1465296"/>
                <a:gd name="connsiteX2373" fmla="*/ 1591581 w 1886218"/>
                <a:gd name="connsiteY2373" fmla="*/ 1372625 h 1465296"/>
                <a:gd name="connsiteX2374" fmla="*/ 1590235 w 1886218"/>
                <a:gd name="connsiteY2374" fmla="*/ 1371282 h 1465296"/>
                <a:gd name="connsiteX2375" fmla="*/ 1591581 w 1886218"/>
                <a:gd name="connsiteY2375" fmla="*/ 1368595 h 1465296"/>
                <a:gd name="connsiteX2376" fmla="*/ 1588890 w 1886218"/>
                <a:gd name="connsiteY2376" fmla="*/ 1368595 h 1465296"/>
                <a:gd name="connsiteX2377" fmla="*/ 1592926 w 1886218"/>
                <a:gd name="connsiteY2377" fmla="*/ 1363223 h 1465296"/>
                <a:gd name="connsiteX2378" fmla="*/ 1587544 w 1886218"/>
                <a:gd name="connsiteY2378" fmla="*/ 1368595 h 1465296"/>
                <a:gd name="connsiteX2379" fmla="*/ 1584854 w 1886218"/>
                <a:gd name="connsiteY2379" fmla="*/ 1372625 h 1465296"/>
                <a:gd name="connsiteX2380" fmla="*/ 1579472 w 1886218"/>
                <a:gd name="connsiteY2380" fmla="*/ 1373968 h 1465296"/>
                <a:gd name="connsiteX2381" fmla="*/ 1575436 w 1886218"/>
                <a:gd name="connsiteY2381" fmla="*/ 1372625 h 1465296"/>
                <a:gd name="connsiteX2382" fmla="*/ 1572745 w 1886218"/>
                <a:gd name="connsiteY2382" fmla="*/ 1376654 h 1465296"/>
                <a:gd name="connsiteX2383" fmla="*/ 1570055 w 1886218"/>
                <a:gd name="connsiteY2383" fmla="*/ 1375311 h 1465296"/>
                <a:gd name="connsiteX2384" fmla="*/ 1568709 w 1886218"/>
                <a:gd name="connsiteY2384" fmla="*/ 1371282 h 1465296"/>
                <a:gd name="connsiteX2385" fmla="*/ 1563328 w 1886218"/>
                <a:gd name="connsiteY2385" fmla="*/ 1372625 h 1465296"/>
                <a:gd name="connsiteX2386" fmla="*/ 1555255 w 1886218"/>
                <a:gd name="connsiteY2386" fmla="*/ 1371282 h 1465296"/>
                <a:gd name="connsiteX2387" fmla="*/ 1555255 w 1886218"/>
                <a:gd name="connsiteY2387" fmla="*/ 1369939 h 1465296"/>
                <a:gd name="connsiteX2388" fmla="*/ 1553910 w 1886218"/>
                <a:gd name="connsiteY2388" fmla="*/ 1368595 h 1465296"/>
                <a:gd name="connsiteX2389" fmla="*/ 1555255 w 1886218"/>
                <a:gd name="connsiteY2389" fmla="*/ 1367252 h 1465296"/>
                <a:gd name="connsiteX2390" fmla="*/ 1553910 w 1886218"/>
                <a:gd name="connsiteY2390" fmla="*/ 1364566 h 1465296"/>
                <a:gd name="connsiteX2391" fmla="*/ 1555255 w 1886218"/>
                <a:gd name="connsiteY2391" fmla="*/ 1361880 h 1465296"/>
                <a:gd name="connsiteX2392" fmla="*/ 1555255 w 1886218"/>
                <a:gd name="connsiteY2392" fmla="*/ 1357851 h 1465296"/>
                <a:gd name="connsiteX2393" fmla="*/ 1552565 w 1886218"/>
                <a:gd name="connsiteY2393" fmla="*/ 1353822 h 1465296"/>
                <a:gd name="connsiteX2394" fmla="*/ 1551219 w 1886218"/>
                <a:gd name="connsiteY2394" fmla="*/ 1351135 h 1465296"/>
                <a:gd name="connsiteX2395" fmla="*/ 1548529 w 1886218"/>
                <a:gd name="connsiteY2395" fmla="*/ 1351135 h 1465296"/>
                <a:gd name="connsiteX2396" fmla="*/ 1549874 w 1886218"/>
                <a:gd name="connsiteY2396" fmla="*/ 1347106 h 1465296"/>
                <a:gd name="connsiteX2397" fmla="*/ 1556601 w 1886218"/>
                <a:gd name="connsiteY2397" fmla="*/ 1314872 h 1465296"/>
                <a:gd name="connsiteX2398" fmla="*/ 1555255 w 1886218"/>
                <a:gd name="connsiteY2398" fmla="*/ 1305471 h 1465296"/>
                <a:gd name="connsiteX2399" fmla="*/ 1545838 w 1886218"/>
                <a:gd name="connsiteY2399" fmla="*/ 1296069 h 1465296"/>
                <a:gd name="connsiteX2400" fmla="*/ 1543147 w 1886218"/>
                <a:gd name="connsiteY2400" fmla="*/ 1298755 h 1465296"/>
                <a:gd name="connsiteX2401" fmla="*/ 1536420 w 1886218"/>
                <a:gd name="connsiteY2401" fmla="*/ 1296069 h 1465296"/>
                <a:gd name="connsiteX2402" fmla="*/ 1531039 w 1886218"/>
                <a:gd name="connsiteY2402" fmla="*/ 1297412 h 1465296"/>
                <a:gd name="connsiteX2403" fmla="*/ 1527002 w 1886218"/>
                <a:gd name="connsiteY2403" fmla="*/ 1294726 h 1465296"/>
                <a:gd name="connsiteX2404" fmla="*/ 1524312 w 1886218"/>
                <a:gd name="connsiteY2404" fmla="*/ 1292040 h 1465296"/>
                <a:gd name="connsiteX2405" fmla="*/ 1522966 w 1886218"/>
                <a:gd name="connsiteY2405" fmla="*/ 1293383 h 1465296"/>
                <a:gd name="connsiteX2406" fmla="*/ 1517585 w 1886218"/>
                <a:gd name="connsiteY2406" fmla="*/ 1297412 h 1465296"/>
                <a:gd name="connsiteX2407" fmla="*/ 1516240 w 1886218"/>
                <a:gd name="connsiteY2407" fmla="*/ 1301442 h 1465296"/>
                <a:gd name="connsiteX2408" fmla="*/ 1506822 w 1886218"/>
                <a:gd name="connsiteY2408" fmla="*/ 1310843 h 1465296"/>
                <a:gd name="connsiteX2409" fmla="*/ 1502786 w 1886218"/>
                <a:gd name="connsiteY2409" fmla="*/ 1317558 h 1465296"/>
                <a:gd name="connsiteX2410" fmla="*/ 1502786 w 1886218"/>
                <a:gd name="connsiteY2410" fmla="*/ 1321588 h 1465296"/>
                <a:gd name="connsiteX2411" fmla="*/ 1496059 w 1886218"/>
                <a:gd name="connsiteY2411" fmla="*/ 1325617 h 1465296"/>
                <a:gd name="connsiteX2412" fmla="*/ 1494713 w 1886218"/>
                <a:gd name="connsiteY2412" fmla="*/ 1330989 h 1465296"/>
                <a:gd name="connsiteX2413" fmla="*/ 1493368 w 1886218"/>
                <a:gd name="connsiteY2413" fmla="*/ 1336362 h 1465296"/>
                <a:gd name="connsiteX2414" fmla="*/ 1486641 w 1886218"/>
                <a:gd name="connsiteY2414" fmla="*/ 1344420 h 1465296"/>
                <a:gd name="connsiteX2415" fmla="*/ 1482605 w 1886218"/>
                <a:gd name="connsiteY2415" fmla="*/ 1345763 h 1465296"/>
                <a:gd name="connsiteX2416" fmla="*/ 1474533 w 1886218"/>
                <a:gd name="connsiteY2416" fmla="*/ 1355165 h 1465296"/>
                <a:gd name="connsiteX2417" fmla="*/ 1473187 w 1886218"/>
                <a:gd name="connsiteY2417" fmla="*/ 1359194 h 1465296"/>
                <a:gd name="connsiteX2418" fmla="*/ 1470497 w 1886218"/>
                <a:gd name="connsiteY2418" fmla="*/ 1360537 h 1465296"/>
                <a:gd name="connsiteX2419" fmla="*/ 1465115 w 1886218"/>
                <a:gd name="connsiteY2419" fmla="*/ 1360537 h 1465296"/>
                <a:gd name="connsiteX2420" fmla="*/ 1462424 w 1886218"/>
                <a:gd name="connsiteY2420" fmla="*/ 1360537 h 1465296"/>
                <a:gd name="connsiteX2421" fmla="*/ 1459734 w 1886218"/>
                <a:gd name="connsiteY2421" fmla="*/ 1361880 h 1465296"/>
                <a:gd name="connsiteX2422" fmla="*/ 1457043 w 1886218"/>
                <a:gd name="connsiteY2422" fmla="*/ 1361880 h 1465296"/>
                <a:gd name="connsiteX2423" fmla="*/ 1451661 w 1886218"/>
                <a:gd name="connsiteY2423" fmla="*/ 1367252 h 1465296"/>
                <a:gd name="connsiteX2424" fmla="*/ 1376320 w 1886218"/>
                <a:gd name="connsiteY2424" fmla="*/ 1367252 h 1465296"/>
                <a:gd name="connsiteX2425" fmla="*/ 1366903 w 1886218"/>
                <a:gd name="connsiteY2425" fmla="*/ 1367252 h 1465296"/>
                <a:gd name="connsiteX2426" fmla="*/ 1362867 w 1886218"/>
                <a:gd name="connsiteY2426" fmla="*/ 1372625 h 1465296"/>
                <a:gd name="connsiteX2427" fmla="*/ 1356140 w 1886218"/>
                <a:gd name="connsiteY2427" fmla="*/ 1375311 h 1465296"/>
                <a:gd name="connsiteX2428" fmla="*/ 1350758 w 1886218"/>
                <a:gd name="connsiteY2428" fmla="*/ 1379340 h 1465296"/>
                <a:gd name="connsiteX2429" fmla="*/ 1338650 w 1886218"/>
                <a:gd name="connsiteY2429" fmla="*/ 1390085 h 1465296"/>
                <a:gd name="connsiteX2430" fmla="*/ 1331923 w 1886218"/>
                <a:gd name="connsiteY2430" fmla="*/ 1391428 h 1465296"/>
                <a:gd name="connsiteX2431" fmla="*/ 1327887 w 1886218"/>
                <a:gd name="connsiteY2431" fmla="*/ 1395457 h 1465296"/>
                <a:gd name="connsiteX2432" fmla="*/ 1305015 w 1886218"/>
                <a:gd name="connsiteY2432" fmla="*/ 1411574 h 1465296"/>
                <a:gd name="connsiteX2433" fmla="*/ 1256582 w 1886218"/>
                <a:gd name="connsiteY2433" fmla="*/ 1425005 h 1465296"/>
                <a:gd name="connsiteX2434" fmla="*/ 1253891 w 1886218"/>
                <a:gd name="connsiteY2434" fmla="*/ 1438435 h 1465296"/>
                <a:gd name="connsiteX2435" fmla="*/ 1243128 w 1886218"/>
                <a:gd name="connsiteY2435" fmla="*/ 1441122 h 1465296"/>
                <a:gd name="connsiteX2436" fmla="*/ 1154333 w 1886218"/>
                <a:gd name="connsiteY2436" fmla="*/ 1465297 h 1465296"/>
                <a:gd name="connsiteX2437" fmla="*/ 1150297 w 1886218"/>
                <a:gd name="connsiteY2437" fmla="*/ 1458582 h 1465296"/>
                <a:gd name="connsiteX2438" fmla="*/ 1154333 w 1886218"/>
                <a:gd name="connsiteY2438" fmla="*/ 1451866 h 1465296"/>
                <a:gd name="connsiteX2439" fmla="*/ 1165096 w 1886218"/>
                <a:gd name="connsiteY2439" fmla="*/ 1446494 h 1465296"/>
                <a:gd name="connsiteX2440" fmla="*/ 1169132 w 1886218"/>
                <a:gd name="connsiteY2440" fmla="*/ 1441122 h 1465296"/>
                <a:gd name="connsiteX2441" fmla="*/ 1171823 w 1886218"/>
                <a:gd name="connsiteY2441" fmla="*/ 1435749 h 1465296"/>
                <a:gd name="connsiteX2442" fmla="*/ 1174514 w 1886218"/>
                <a:gd name="connsiteY2442" fmla="*/ 1429034 h 1465296"/>
                <a:gd name="connsiteX2443" fmla="*/ 1175859 w 1886218"/>
                <a:gd name="connsiteY2443" fmla="*/ 1394114 h 1465296"/>
                <a:gd name="connsiteX2444" fmla="*/ 1159715 w 1886218"/>
                <a:gd name="connsiteY2444" fmla="*/ 1314872 h 1465296"/>
                <a:gd name="connsiteX2445" fmla="*/ 1143570 w 1886218"/>
                <a:gd name="connsiteY2445" fmla="*/ 1302785 h 1465296"/>
                <a:gd name="connsiteX2446" fmla="*/ 1136843 w 1886218"/>
                <a:gd name="connsiteY2446" fmla="*/ 1294726 h 1465296"/>
                <a:gd name="connsiteX2447" fmla="*/ 1033249 w 1886218"/>
                <a:gd name="connsiteY2447" fmla="*/ 1246376 h 1465296"/>
                <a:gd name="connsiteX2448" fmla="*/ 1029213 w 1886218"/>
                <a:gd name="connsiteY2448" fmla="*/ 1242346 h 1465296"/>
                <a:gd name="connsiteX2449" fmla="*/ 1022486 w 1886218"/>
                <a:gd name="connsiteY2449" fmla="*/ 1241003 h 1465296"/>
                <a:gd name="connsiteX2450" fmla="*/ 1019795 w 1886218"/>
                <a:gd name="connsiteY2450" fmla="*/ 1239660 h 1465296"/>
                <a:gd name="connsiteX2451" fmla="*/ 1007687 w 1886218"/>
                <a:gd name="connsiteY2451" fmla="*/ 1238317 h 1465296"/>
                <a:gd name="connsiteX2452" fmla="*/ 1006342 w 1886218"/>
                <a:gd name="connsiteY2452" fmla="*/ 1234288 h 1465296"/>
                <a:gd name="connsiteX2453" fmla="*/ 1003651 w 1886218"/>
                <a:gd name="connsiteY2453" fmla="*/ 1231602 h 1465296"/>
                <a:gd name="connsiteX2454" fmla="*/ 998270 w 1886218"/>
                <a:gd name="connsiteY2454" fmla="*/ 1234288 h 1465296"/>
                <a:gd name="connsiteX2455" fmla="*/ 990197 w 1886218"/>
                <a:gd name="connsiteY2455" fmla="*/ 1234288 h 1465296"/>
                <a:gd name="connsiteX2456" fmla="*/ 986161 w 1886218"/>
                <a:gd name="connsiteY2456" fmla="*/ 1232945 h 1465296"/>
                <a:gd name="connsiteX2457" fmla="*/ 983470 w 1886218"/>
                <a:gd name="connsiteY2457" fmla="*/ 1228915 h 1465296"/>
                <a:gd name="connsiteX2458" fmla="*/ 978089 w 1886218"/>
                <a:gd name="connsiteY2458" fmla="*/ 1227572 h 1465296"/>
                <a:gd name="connsiteX2459" fmla="*/ 968671 w 1886218"/>
                <a:gd name="connsiteY2459" fmla="*/ 1224886 h 1465296"/>
                <a:gd name="connsiteX2460" fmla="*/ 965980 w 1886218"/>
                <a:gd name="connsiteY2460" fmla="*/ 1218171 h 1465296"/>
                <a:gd name="connsiteX2461" fmla="*/ 963290 w 1886218"/>
                <a:gd name="connsiteY2461" fmla="*/ 1218171 h 1465296"/>
                <a:gd name="connsiteX2462" fmla="*/ 956563 w 1886218"/>
                <a:gd name="connsiteY2462" fmla="*/ 1214142 h 1465296"/>
                <a:gd name="connsiteX2463" fmla="*/ 952527 w 1886218"/>
                <a:gd name="connsiteY2463" fmla="*/ 1214142 h 1465296"/>
                <a:gd name="connsiteX2464" fmla="*/ 948490 w 1886218"/>
                <a:gd name="connsiteY2464" fmla="*/ 1212799 h 1465296"/>
                <a:gd name="connsiteX2465" fmla="*/ 943109 w 1886218"/>
                <a:gd name="connsiteY2465" fmla="*/ 1214142 h 1465296"/>
                <a:gd name="connsiteX2466" fmla="*/ 941764 w 1886218"/>
                <a:gd name="connsiteY2466" fmla="*/ 1215485 h 1465296"/>
                <a:gd name="connsiteX2467" fmla="*/ 939073 w 1886218"/>
                <a:gd name="connsiteY2467" fmla="*/ 1211455 h 1465296"/>
                <a:gd name="connsiteX2468" fmla="*/ 933691 w 1886218"/>
                <a:gd name="connsiteY2468" fmla="*/ 1210112 h 1465296"/>
                <a:gd name="connsiteX2469" fmla="*/ 932346 w 1886218"/>
                <a:gd name="connsiteY2469" fmla="*/ 1208769 h 1465296"/>
                <a:gd name="connsiteX2470" fmla="*/ 926965 w 1886218"/>
                <a:gd name="connsiteY2470" fmla="*/ 1207426 h 1465296"/>
                <a:gd name="connsiteX2471" fmla="*/ 925619 w 1886218"/>
                <a:gd name="connsiteY2471" fmla="*/ 1206083 h 1465296"/>
                <a:gd name="connsiteX2472" fmla="*/ 922928 w 1886218"/>
                <a:gd name="connsiteY2472" fmla="*/ 1202054 h 1465296"/>
                <a:gd name="connsiteX2473" fmla="*/ 921583 w 1886218"/>
                <a:gd name="connsiteY2473" fmla="*/ 1200711 h 1465296"/>
                <a:gd name="connsiteX2474" fmla="*/ 916201 w 1886218"/>
                <a:gd name="connsiteY2474" fmla="*/ 1195339 h 1465296"/>
                <a:gd name="connsiteX2475" fmla="*/ 910820 w 1886218"/>
                <a:gd name="connsiteY2475" fmla="*/ 1195339 h 1465296"/>
                <a:gd name="connsiteX2476" fmla="*/ 905438 w 1886218"/>
                <a:gd name="connsiteY2476" fmla="*/ 1195339 h 146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</a:cxnLst>
              <a:rect l="l" t="t" r="r" b="b"/>
              <a:pathLst>
                <a:path w="1886218" h="1465296">
                  <a:moveTo>
                    <a:pt x="230059" y="1128185"/>
                  </a:moveTo>
                  <a:lnTo>
                    <a:pt x="230059" y="1128185"/>
                  </a:lnTo>
                  <a:lnTo>
                    <a:pt x="227369" y="1126842"/>
                  </a:lnTo>
                  <a:lnTo>
                    <a:pt x="224678" y="1118783"/>
                  </a:lnTo>
                  <a:lnTo>
                    <a:pt x="230059" y="1108039"/>
                  </a:lnTo>
                  <a:lnTo>
                    <a:pt x="231405" y="1101323"/>
                  </a:lnTo>
                  <a:lnTo>
                    <a:pt x="228714" y="1104009"/>
                  </a:lnTo>
                  <a:lnTo>
                    <a:pt x="221987" y="1106695"/>
                  </a:lnTo>
                  <a:lnTo>
                    <a:pt x="215260" y="1109382"/>
                  </a:lnTo>
                  <a:lnTo>
                    <a:pt x="211224" y="1102666"/>
                  </a:lnTo>
                  <a:lnTo>
                    <a:pt x="211224" y="1098637"/>
                  </a:lnTo>
                  <a:lnTo>
                    <a:pt x="213915" y="1098637"/>
                  </a:lnTo>
                  <a:lnTo>
                    <a:pt x="216606" y="1102666"/>
                  </a:lnTo>
                  <a:lnTo>
                    <a:pt x="217951" y="1104009"/>
                  </a:lnTo>
                  <a:lnTo>
                    <a:pt x="219296" y="1099980"/>
                  </a:lnTo>
                  <a:lnTo>
                    <a:pt x="216606" y="1095951"/>
                  </a:lnTo>
                  <a:lnTo>
                    <a:pt x="215260" y="1091922"/>
                  </a:lnTo>
                  <a:lnTo>
                    <a:pt x="211224" y="1091922"/>
                  </a:lnTo>
                  <a:lnTo>
                    <a:pt x="208533" y="1094608"/>
                  </a:lnTo>
                  <a:lnTo>
                    <a:pt x="201806" y="1091922"/>
                  </a:lnTo>
                  <a:lnTo>
                    <a:pt x="199116" y="1085206"/>
                  </a:lnTo>
                  <a:lnTo>
                    <a:pt x="199116" y="1082520"/>
                  </a:lnTo>
                  <a:lnTo>
                    <a:pt x="205843" y="1078491"/>
                  </a:lnTo>
                  <a:lnTo>
                    <a:pt x="208533" y="1071776"/>
                  </a:lnTo>
                  <a:lnTo>
                    <a:pt x="211224" y="1069089"/>
                  </a:lnTo>
                  <a:lnTo>
                    <a:pt x="209879" y="1066403"/>
                  </a:lnTo>
                  <a:lnTo>
                    <a:pt x="205843" y="1069089"/>
                  </a:lnTo>
                  <a:lnTo>
                    <a:pt x="200461" y="1069089"/>
                  </a:lnTo>
                  <a:lnTo>
                    <a:pt x="199116" y="1066403"/>
                  </a:lnTo>
                  <a:lnTo>
                    <a:pt x="201806" y="1062374"/>
                  </a:lnTo>
                  <a:lnTo>
                    <a:pt x="207188" y="1055658"/>
                  </a:lnTo>
                  <a:lnTo>
                    <a:pt x="207188" y="1048943"/>
                  </a:lnTo>
                  <a:lnTo>
                    <a:pt x="208533" y="1044914"/>
                  </a:lnTo>
                  <a:lnTo>
                    <a:pt x="208533" y="1042228"/>
                  </a:lnTo>
                  <a:lnTo>
                    <a:pt x="205843" y="1043571"/>
                  </a:lnTo>
                  <a:lnTo>
                    <a:pt x="203152" y="1047600"/>
                  </a:lnTo>
                  <a:lnTo>
                    <a:pt x="203152" y="1057002"/>
                  </a:lnTo>
                  <a:lnTo>
                    <a:pt x="197770" y="1065060"/>
                  </a:lnTo>
                  <a:lnTo>
                    <a:pt x="193734" y="1065060"/>
                  </a:lnTo>
                  <a:lnTo>
                    <a:pt x="191043" y="1062374"/>
                  </a:lnTo>
                  <a:lnTo>
                    <a:pt x="188353" y="1062374"/>
                  </a:lnTo>
                  <a:lnTo>
                    <a:pt x="188353" y="1059688"/>
                  </a:lnTo>
                  <a:lnTo>
                    <a:pt x="189698" y="1057002"/>
                  </a:lnTo>
                  <a:lnTo>
                    <a:pt x="189698" y="1054315"/>
                  </a:lnTo>
                  <a:lnTo>
                    <a:pt x="185662" y="1057002"/>
                  </a:lnTo>
                  <a:lnTo>
                    <a:pt x="182971" y="1061031"/>
                  </a:lnTo>
                  <a:lnTo>
                    <a:pt x="181626" y="1061031"/>
                  </a:lnTo>
                  <a:lnTo>
                    <a:pt x="180280" y="1058345"/>
                  </a:lnTo>
                  <a:lnTo>
                    <a:pt x="177590" y="1058345"/>
                  </a:lnTo>
                  <a:lnTo>
                    <a:pt x="174899" y="1061031"/>
                  </a:lnTo>
                  <a:lnTo>
                    <a:pt x="170863" y="1058345"/>
                  </a:lnTo>
                  <a:lnTo>
                    <a:pt x="170863" y="1057002"/>
                  </a:lnTo>
                  <a:lnTo>
                    <a:pt x="174899" y="1052972"/>
                  </a:lnTo>
                  <a:lnTo>
                    <a:pt x="178935" y="1052972"/>
                  </a:lnTo>
                  <a:lnTo>
                    <a:pt x="185662" y="1051629"/>
                  </a:lnTo>
                  <a:lnTo>
                    <a:pt x="192389" y="1046257"/>
                  </a:lnTo>
                  <a:lnTo>
                    <a:pt x="195080" y="1040885"/>
                  </a:lnTo>
                  <a:lnTo>
                    <a:pt x="193734" y="1035512"/>
                  </a:lnTo>
                  <a:lnTo>
                    <a:pt x="193734" y="1040885"/>
                  </a:lnTo>
                  <a:lnTo>
                    <a:pt x="188353" y="1043571"/>
                  </a:lnTo>
                  <a:lnTo>
                    <a:pt x="185662" y="1048943"/>
                  </a:lnTo>
                  <a:lnTo>
                    <a:pt x="182971" y="1050286"/>
                  </a:lnTo>
                  <a:lnTo>
                    <a:pt x="176244" y="1048943"/>
                  </a:lnTo>
                  <a:lnTo>
                    <a:pt x="174899" y="1044914"/>
                  </a:lnTo>
                  <a:lnTo>
                    <a:pt x="169517" y="1044914"/>
                  </a:lnTo>
                  <a:lnTo>
                    <a:pt x="169517" y="1042228"/>
                  </a:lnTo>
                  <a:lnTo>
                    <a:pt x="173554" y="1040885"/>
                  </a:lnTo>
                  <a:lnTo>
                    <a:pt x="172208" y="1039542"/>
                  </a:lnTo>
                  <a:lnTo>
                    <a:pt x="165481" y="1040885"/>
                  </a:lnTo>
                  <a:lnTo>
                    <a:pt x="161445" y="1038199"/>
                  </a:lnTo>
                  <a:lnTo>
                    <a:pt x="157409" y="1038199"/>
                  </a:lnTo>
                  <a:lnTo>
                    <a:pt x="156064" y="1042228"/>
                  </a:lnTo>
                  <a:lnTo>
                    <a:pt x="150682" y="1038199"/>
                  </a:lnTo>
                  <a:lnTo>
                    <a:pt x="147991" y="1032826"/>
                  </a:lnTo>
                  <a:lnTo>
                    <a:pt x="150682" y="1031483"/>
                  </a:lnTo>
                  <a:lnTo>
                    <a:pt x="153373" y="1034169"/>
                  </a:lnTo>
                  <a:lnTo>
                    <a:pt x="158754" y="1035512"/>
                  </a:lnTo>
                  <a:lnTo>
                    <a:pt x="165481" y="1034169"/>
                  </a:lnTo>
                  <a:lnTo>
                    <a:pt x="165481" y="1031483"/>
                  </a:lnTo>
                  <a:lnTo>
                    <a:pt x="162791" y="1031483"/>
                  </a:lnTo>
                  <a:lnTo>
                    <a:pt x="156064" y="1031483"/>
                  </a:lnTo>
                  <a:lnTo>
                    <a:pt x="153373" y="1030140"/>
                  </a:lnTo>
                  <a:lnTo>
                    <a:pt x="154718" y="1028797"/>
                  </a:lnTo>
                  <a:lnTo>
                    <a:pt x="160100" y="1030140"/>
                  </a:lnTo>
                  <a:lnTo>
                    <a:pt x="164136" y="1028797"/>
                  </a:lnTo>
                  <a:lnTo>
                    <a:pt x="165481" y="1027454"/>
                  </a:lnTo>
                  <a:lnTo>
                    <a:pt x="158754" y="1027454"/>
                  </a:lnTo>
                  <a:lnTo>
                    <a:pt x="154718" y="1024768"/>
                  </a:lnTo>
                  <a:lnTo>
                    <a:pt x="149337" y="1026111"/>
                  </a:lnTo>
                  <a:lnTo>
                    <a:pt x="146646" y="1026111"/>
                  </a:lnTo>
                  <a:lnTo>
                    <a:pt x="143955" y="1024768"/>
                  </a:lnTo>
                  <a:lnTo>
                    <a:pt x="145301" y="1019395"/>
                  </a:lnTo>
                  <a:lnTo>
                    <a:pt x="149337" y="1018052"/>
                  </a:lnTo>
                  <a:lnTo>
                    <a:pt x="152028" y="1020739"/>
                  </a:lnTo>
                  <a:lnTo>
                    <a:pt x="157409" y="1020739"/>
                  </a:lnTo>
                  <a:lnTo>
                    <a:pt x="160100" y="1018052"/>
                  </a:lnTo>
                  <a:lnTo>
                    <a:pt x="156064" y="1018052"/>
                  </a:lnTo>
                  <a:lnTo>
                    <a:pt x="152028" y="1016709"/>
                  </a:lnTo>
                  <a:lnTo>
                    <a:pt x="145301" y="1016709"/>
                  </a:lnTo>
                  <a:lnTo>
                    <a:pt x="146646" y="1014023"/>
                  </a:lnTo>
                  <a:lnTo>
                    <a:pt x="153373" y="1012680"/>
                  </a:lnTo>
                  <a:lnTo>
                    <a:pt x="156064" y="1014023"/>
                  </a:lnTo>
                  <a:lnTo>
                    <a:pt x="160100" y="1012680"/>
                  </a:lnTo>
                  <a:lnTo>
                    <a:pt x="158754" y="1009994"/>
                  </a:lnTo>
                  <a:lnTo>
                    <a:pt x="158754" y="1007308"/>
                  </a:lnTo>
                  <a:lnTo>
                    <a:pt x="161445" y="1004622"/>
                  </a:lnTo>
                  <a:lnTo>
                    <a:pt x="168172" y="1004622"/>
                  </a:lnTo>
                  <a:lnTo>
                    <a:pt x="172208" y="1005965"/>
                  </a:lnTo>
                  <a:lnTo>
                    <a:pt x="173554" y="1004622"/>
                  </a:lnTo>
                  <a:lnTo>
                    <a:pt x="166827" y="1003279"/>
                  </a:lnTo>
                  <a:lnTo>
                    <a:pt x="164136" y="1000592"/>
                  </a:lnTo>
                  <a:lnTo>
                    <a:pt x="161445" y="1000592"/>
                  </a:lnTo>
                  <a:lnTo>
                    <a:pt x="158754" y="1004622"/>
                  </a:lnTo>
                  <a:lnTo>
                    <a:pt x="153373" y="1005965"/>
                  </a:lnTo>
                  <a:lnTo>
                    <a:pt x="150682" y="1008651"/>
                  </a:lnTo>
                  <a:lnTo>
                    <a:pt x="149337" y="1007308"/>
                  </a:lnTo>
                  <a:lnTo>
                    <a:pt x="149337" y="1003279"/>
                  </a:lnTo>
                  <a:lnTo>
                    <a:pt x="147991" y="999249"/>
                  </a:lnTo>
                  <a:lnTo>
                    <a:pt x="150682" y="995220"/>
                  </a:lnTo>
                  <a:lnTo>
                    <a:pt x="157409" y="992534"/>
                  </a:lnTo>
                  <a:lnTo>
                    <a:pt x="160100" y="988505"/>
                  </a:lnTo>
                  <a:lnTo>
                    <a:pt x="172208" y="980446"/>
                  </a:lnTo>
                  <a:lnTo>
                    <a:pt x="174899" y="977760"/>
                  </a:lnTo>
                  <a:lnTo>
                    <a:pt x="177590" y="981789"/>
                  </a:lnTo>
                  <a:lnTo>
                    <a:pt x="177590" y="988505"/>
                  </a:lnTo>
                  <a:lnTo>
                    <a:pt x="180280" y="992534"/>
                  </a:lnTo>
                  <a:lnTo>
                    <a:pt x="181626" y="991191"/>
                  </a:lnTo>
                  <a:lnTo>
                    <a:pt x="180280" y="984476"/>
                  </a:lnTo>
                  <a:lnTo>
                    <a:pt x="180280" y="977760"/>
                  </a:lnTo>
                  <a:lnTo>
                    <a:pt x="185662" y="975074"/>
                  </a:lnTo>
                  <a:lnTo>
                    <a:pt x="191043" y="975074"/>
                  </a:lnTo>
                  <a:lnTo>
                    <a:pt x="187007" y="973731"/>
                  </a:lnTo>
                  <a:lnTo>
                    <a:pt x="180280" y="973731"/>
                  </a:lnTo>
                  <a:lnTo>
                    <a:pt x="177590" y="975074"/>
                  </a:lnTo>
                  <a:lnTo>
                    <a:pt x="174899" y="972388"/>
                  </a:lnTo>
                  <a:lnTo>
                    <a:pt x="176244" y="968358"/>
                  </a:lnTo>
                  <a:lnTo>
                    <a:pt x="181626" y="967015"/>
                  </a:lnTo>
                  <a:lnTo>
                    <a:pt x="187007" y="962986"/>
                  </a:lnTo>
                  <a:lnTo>
                    <a:pt x="191043" y="956271"/>
                  </a:lnTo>
                  <a:lnTo>
                    <a:pt x="188353" y="952242"/>
                  </a:lnTo>
                  <a:lnTo>
                    <a:pt x="187007" y="953585"/>
                  </a:lnTo>
                  <a:lnTo>
                    <a:pt x="185662" y="957614"/>
                  </a:lnTo>
                  <a:lnTo>
                    <a:pt x="181626" y="961643"/>
                  </a:lnTo>
                  <a:lnTo>
                    <a:pt x="176244" y="962986"/>
                  </a:lnTo>
                  <a:lnTo>
                    <a:pt x="172208" y="968358"/>
                  </a:lnTo>
                  <a:lnTo>
                    <a:pt x="164136" y="975074"/>
                  </a:lnTo>
                  <a:lnTo>
                    <a:pt x="157409" y="977760"/>
                  </a:lnTo>
                  <a:lnTo>
                    <a:pt x="153373" y="972388"/>
                  </a:lnTo>
                  <a:lnTo>
                    <a:pt x="154718" y="969702"/>
                  </a:lnTo>
                  <a:lnTo>
                    <a:pt x="158754" y="968358"/>
                  </a:lnTo>
                  <a:lnTo>
                    <a:pt x="154718" y="968358"/>
                  </a:lnTo>
                  <a:lnTo>
                    <a:pt x="147991" y="971045"/>
                  </a:lnTo>
                  <a:lnTo>
                    <a:pt x="145301" y="968358"/>
                  </a:lnTo>
                  <a:lnTo>
                    <a:pt x="146646" y="965672"/>
                  </a:lnTo>
                  <a:lnTo>
                    <a:pt x="152028" y="961643"/>
                  </a:lnTo>
                  <a:lnTo>
                    <a:pt x="157409" y="958957"/>
                  </a:lnTo>
                  <a:lnTo>
                    <a:pt x="161445" y="960300"/>
                  </a:lnTo>
                  <a:lnTo>
                    <a:pt x="162791" y="957614"/>
                  </a:lnTo>
                  <a:lnTo>
                    <a:pt x="162791" y="956271"/>
                  </a:lnTo>
                  <a:lnTo>
                    <a:pt x="160100" y="953585"/>
                  </a:lnTo>
                  <a:lnTo>
                    <a:pt x="160100" y="950898"/>
                  </a:lnTo>
                  <a:lnTo>
                    <a:pt x="162791" y="949555"/>
                  </a:lnTo>
                  <a:lnTo>
                    <a:pt x="161445" y="946869"/>
                  </a:lnTo>
                  <a:lnTo>
                    <a:pt x="157409" y="949555"/>
                  </a:lnTo>
                  <a:lnTo>
                    <a:pt x="154718" y="949555"/>
                  </a:lnTo>
                  <a:lnTo>
                    <a:pt x="152028" y="945526"/>
                  </a:lnTo>
                  <a:lnTo>
                    <a:pt x="152028" y="934782"/>
                  </a:lnTo>
                  <a:lnTo>
                    <a:pt x="149337" y="930752"/>
                  </a:lnTo>
                  <a:lnTo>
                    <a:pt x="149337" y="926723"/>
                  </a:lnTo>
                  <a:lnTo>
                    <a:pt x="150682" y="922694"/>
                  </a:lnTo>
                  <a:lnTo>
                    <a:pt x="157409" y="924037"/>
                  </a:lnTo>
                  <a:lnTo>
                    <a:pt x="162791" y="925380"/>
                  </a:lnTo>
                  <a:lnTo>
                    <a:pt x="168172" y="925380"/>
                  </a:lnTo>
                  <a:lnTo>
                    <a:pt x="174899" y="928066"/>
                  </a:lnTo>
                  <a:lnTo>
                    <a:pt x="172208" y="925380"/>
                  </a:lnTo>
                  <a:lnTo>
                    <a:pt x="168172" y="924037"/>
                  </a:lnTo>
                  <a:lnTo>
                    <a:pt x="164136" y="924037"/>
                  </a:lnTo>
                  <a:lnTo>
                    <a:pt x="160100" y="920008"/>
                  </a:lnTo>
                  <a:lnTo>
                    <a:pt x="156064" y="917322"/>
                  </a:lnTo>
                  <a:lnTo>
                    <a:pt x="156064" y="914635"/>
                  </a:lnTo>
                  <a:lnTo>
                    <a:pt x="158754" y="909263"/>
                  </a:lnTo>
                  <a:lnTo>
                    <a:pt x="161445" y="907920"/>
                  </a:lnTo>
                  <a:lnTo>
                    <a:pt x="164136" y="903891"/>
                  </a:lnTo>
                  <a:lnTo>
                    <a:pt x="164136" y="898518"/>
                  </a:lnTo>
                  <a:lnTo>
                    <a:pt x="161445" y="898518"/>
                  </a:lnTo>
                  <a:lnTo>
                    <a:pt x="157409" y="903891"/>
                  </a:lnTo>
                  <a:lnTo>
                    <a:pt x="152028" y="907920"/>
                  </a:lnTo>
                  <a:lnTo>
                    <a:pt x="143955" y="909263"/>
                  </a:lnTo>
                  <a:lnTo>
                    <a:pt x="139919" y="914635"/>
                  </a:lnTo>
                  <a:lnTo>
                    <a:pt x="139919" y="917322"/>
                  </a:lnTo>
                  <a:lnTo>
                    <a:pt x="137228" y="917322"/>
                  </a:lnTo>
                  <a:lnTo>
                    <a:pt x="133192" y="909263"/>
                  </a:lnTo>
                  <a:lnTo>
                    <a:pt x="130501" y="902548"/>
                  </a:lnTo>
                  <a:lnTo>
                    <a:pt x="131847" y="889117"/>
                  </a:lnTo>
                  <a:lnTo>
                    <a:pt x="133192" y="879715"/>
                  </a:lnTo>
                  <a:lnTo>
                    <a:pt x="133192" y="877029"/>
                  </a:lnTo>
                  <a:lnTo>
                    <a:pt x="127811" y="877029"/>
                  </a:lnTo>
                  <a:lnTo>
                    <a:pt x="127811" y="868971"/>
                  </a:lnTo>
                  <a:lnTo>
                    <a:pt x="131847" y="866285"/>
                  </a:lnTo>
                  <a:lnTo>
                    <a:pt x="134538" y="868971"/>
                  </a:lnTo>
                  <a:lnTo>
                    <a:pt x="137228" y="870314"/>
                  </a:lnTo>
                  <a:lnTo>
                    <a:pt x="135883" y="864942"/>
                  </a:lnTo>
                  <a:lnTo>
                    <a:pt x="141265" y="860912"/>
                  </a:lnTo>
                  <a:lnTo>
                    <a:pt x="143955" y="854197"/>
                  </a:lnTo>
                  <a:lnTo>
                    <a:pt x="147991" y="852854"/>
                  </a:lnTo>
                  <a:lnTo>
                    <a:pt x="153373" y="854197"/>
                  </a:lnTo>
                  <a:lnTo>
                    <a:pt x="156064" y="851511"/>
                  </a:lnTo>
                  <a:lnTo>
                    <a:pt x="153373" y="850168"/>
                  </a:lnTo>
                  <a:lnTo>
                    <a:pt x="152028" y="848825"/>
                  </a:lnTo>
                  <a:lnTo>
                    <a:pt x="160100" y="840766"/>
                  </a:lnTo>
                  <a:lnTo>
                    <a:pt x="162791" y="836737"/>
                  </a:lnTo>
                  <a:lnTo>
                    <a:pt x="169517" y="832708"/>
                  </a:lnTo>
                  <a:lnTo>
                    <a:pt x="169517" y="830022"/>
                  </a:lnTo>
                  <a:lnTo>
                    <a:pt x="166827" y="828679"/>
                  </a:lnTo>
                  <a:lnTo>
                    <a:pt x="165481" y="827335"/>
                  </a:lnTo>
                  <a:lnTo>
                    <a:pt x="158754" y="831365"/>
                  </a:lnTo>
                  <a:lnTo>
                    <a:pt x="158754" y="838080"/>
                  </a:lnTo>
                  <a:lnTo>
                    <a:pt x="149337" y="847482"/>
                  </a:lnTo>
                  <a:lnTo>
                    <a:pt x="147991" y="847482"/>
                  </a:lnTo>
                  <a:lnTo>
                    <a:pt x="147991" y="843452"/>
                  </a:lnTo>
                  <a:lnTo>
                    <a:pt x="153373" y="836737"/>
                  </a:lnTo>
                  <a:lnTo>
                    <a:pt x="154718" y="828679"/>
                  </a:lnTo>
                  <a:lnTo>
                    <a:pt x="161445" y="815248"/>
                  </a:lnTo>
                  <a:lnTo>
                    <a:pt x="164136" y="809875"/>
                  </a:lnTo>
                  <a:lnTo>
                    <a:pt x="162791" y="808532"/>
                  </a:lnTo>
                  <a:lnTo>
                    <a:pt x="162791" y="807189"/>
                  </a:lnTo>
                  <a:lnTo>
                    <a:pt x="162791" y="803160"/>
                  </a:lnTo>
                  <a:lnTo>
                    <a:pt x="165481" y="803160"/>
                  </a:lnTo>
                  <a:lnTo>
                    <a:pt x="164136" y="800474"/>
                  </a:lnTo>
                  <a:lnTo>
                    <a:pt x="165481" y="797788"/>
                  </a:lnTo>
                  <a:lnTo>
                    <a:pt x="164136" y="795102"/>
                  </a:lnTo>
                  <a:lnTo>
                    <a:pt x="161445" y="793759"/>
                  </a:lnTo>
                  <a:lnTo>
                    <a:pt x="161445" y="788386"/>
                  </a:lnTo>
                  <a:lnTo>
                    <a:pt x="158754" y="783014"/>
                  </a:lnTo>
                  <a:lnTo>
                    <a:pt x="153373" y="780328"/>
                  </a:lnTo>
                  <a:lnTo>
                    <a:pt x="150682" y="777642"/>
                  </a:lnTo>
                  <a:lnTo>
                    <a:pt x="149337" y="773612"/>
                  </a:lnTo>
                  <a:lnTo>
                    <a:pt x="143955" y="766897"/>
                  </a:lnTo>
                  <a:lnTo>
                    <a:pt x="139919" y="765554"/>
                  </a:lnTo>
                  <a:lnTo>
                    <a:pt x="135883" y="765554"/>
                  </a:lnTo>
                  <a:lnTo>
                    <a:pt x="135883" y="764211"/>
                  </a:lnTo>
                  <a:lnTo>
                    <a:pt x="137228" y="761525"/>
                  </a:lnTo>
                  <a:lnTo>
                    <a:pt x="137228" y="757495"/>
                  </a:lnTo>
                  <a:lnTo>
                    <a:pt x="134538" y="754809"/>
                  </a:lnTo>
                  <a:lnTo>
                    <a:pt x="133192" y="752123"/>
                  </a:lnTo>
                  <a:lnTo>
                    <a:pt x="135883" y="749437"/>
                  </a:lnTo>
                  <a:lnTo>
                    <a:pt x="138574" y="749437"/>
                  </a:lnTo>
                  <a:lnTo>
                    <a:pt x="137228" y="746751"/>
                  </a:lnTo>
                  <a:lnTo>
                    <a:pt x="134538" y="745408"/>
                  </a:lnTo>
                  <a:lnTo>
                    <a:pt x="131847" y="745408"/>
                  </a:lnTo>
                  <a:lnTo>
                    <a:pt x="131847" y="741379"/>
                  </a:lnTo>
                  <a:lnTo>
                    <a:pt x="135883" y="738692"/>
                  </a:lnTo>
                  <a:lnTo>
                    <a:pt x="134538" y="719889"/>
                  </a:lnTo>
                  <a:lnTo>
                    <a:pt x="135883" y="702429"/>
                  </a:lnTo>
                  <a:lnTo>
                    <a:pt x="137228" y="686312"/>
                  </a:lnTo>
                  <a:lnTo>
                    <a:pt x="135883" y="682283"/>
                  </a:lnTo>
                  <a:lnTo>
                    <a:pt x="134538" y="678254"/>
                  </a:lnTo>
                  <a:lnTo>
                    <a:pt x="137228" y="672882"/>
                  </a:lnTo>
                  <a:lnTo>
                    <a:pt x="137228" y="667509"/>
                  </a:lnTo>
                  <a:lnTo>
                    <a:pt x="134538" y="663480"/>
                  </a:lnTo>
                  <a:lnTo>
                    <a:pt x="133192" y="654079"/>
                  </a:lnTo>
                  <a:lnTo>
                    <a:pt x="127811" y="648706"/>
                  </a:lnTo>
                  <a:lnTo>
                    <a:pt x="125120" y="637962"/>
                  </a:lnTo>
                  <a:lnTo>
                    <a:pt x="126465" y="633932"/>
                  </a:lnTo>
                  <a:lnTo>
                    <a:pt x="121084" y="619159"/>
                  </a:lnTo>
                  <a:lnTo>
                    <a:pt x="122429" y="615129"/>
                  </a:lnTo>
                  <a:lnTo>
                    <a:pt x="126465" y="608414"/>
                  </a:lnTo>
                  <a:lnTo>
                    <a:pt x="125120" y="604385"/>
                  </a:lnTo>
                  <a:lnTo>
                    <a:pt x="125120" y="600355"/>
                  </a:lnTo>
                  <a:lnTo>
                    <a:pt x="119739" y="594983"/>
                  </a:lnTo>
                  <a:lnTo>
                    <a:pt x="111666" y="596326"/>
                  </a:lnTo>
                  <a:lnTo>
                    <a:pt x="103594" y="599012"/>
                  </a:lnTo>
                  <a:lnTo>
                    <a:pt x="100903" y="600355"/>
                  </a:lnTo>
                  <a:lnTo>
                    <a:pt x="91486" y="603042"/>
                  </a:lnTo>
                  <a:lnTo>
                    <a:pt x="86104" y="608414"/>
                  </a:lnTo>
                  <a:lnTo>
                    <a:pt x="78032" y="619159"/>
                  </a:lnTo>
                  <a:lnTo>
                    <a:pt x="72650" y="623188"/>
                  </a:lnTo>
                  <a:lnTo>
                    <a:pt x="63233" y="624531"/>
                  </a:lnTo>
                  <a:lnTo>
                    <a:pt x="53815" y="625874"/>
                  </a:lnTo>
                  <a:lnTo>
                    <a:pt x="52470" y="625874"/>
                  </a:lnTo>
                  <a:lnTo>
                    <a:pt x="52470" y="621845"/>
                  </a:lnTo>
                  <a:lnTo>
                    <a:pt x="56506" y="615129"/>
                  </a:lnTo>
                  <a:lnTo>
                    <a:pt x="53815" y="608414"/>
                  </a:lnTo>
                  <a:lnTo>
                    <a:pt x="47088" y="578866"/>
                  </a:lnTo>
                  <a:lnTo>
                    <a:pt x="41707" y="565435"/>
                  </a:lnTo>
                  <a:lnTo>
                    <a:pt x="40361" y="558720"/>
                  </a:lnTo>
                  <a:lnTo>
                    <a:pt x="45743" y="547975"/>
                  </a:lnTo>
                  <a:lnTo>
                    <a:pt x="32289" y="545289"/>
                  </a:lnTo>
                  <a:lnTo>
                    <a:pt x="22871" y="552005"/>
                  </a:lnTo>
                  <a:lnTo>
                    <a:pt x="17490" y="547975"/>
                  </a:lnTo>
                  <a:lnTo>
                    <a:pt x="0" y="547975"/>
                  </a:lnTo>
                  <a:lnTo>
                    <a:pt x="301364" y="0"/>
                  </a:lnTo>
                  <a:lnTo>
                    <a:pt x="302710" y="4029"/>
                  </a:lnTo>
                  <a:lnTo>
                    <a:pt x="305400" y="4029"/>
                  </a:lnTo>
                  <a:lnTo>
                    <a:pt x="320200" y="13431"/>
                  </a:lnTo>
                  <a:lnTo>
                    <a:pt x="324236" y="14774"/>
                  </a:lnTo>
                  <a:lnTo>
                    <a:pt x="329617" y="18803"/>
                  </a:lnTo>
                  <a:lnTo>
                    <a:pt x="330963" y="21489"/>
                  </a:lnTo>
                  <a:lnTo>
                    <a:pt x="333653" y="21489"/>
                  </a:lnTo>
                  <a:lnTo>
                    <a:pt x="337690" y="25518"/>
                  </a:lnTo>
                  <a:lnTo>
                    <a:pt x="337690" y="30891"/>
                  </a:lnTo>
                  <a:lnTo>
                    <a:pt x="344416" y="36263"/>
                  </a:lnTo>
                  <a:lnTo>
                    <a:pt x="343071" y="38949"/>
                  </a:lnTo>
                  <a:lnTo>
                    <a:pt x="343071" y="41635"/>
                  </a:lnTo>
                  <a:lnTo>
                    <a:pt x="340380" y="47008"/>
                  </a:lnTo>
                  <a:lnTo>
                    <a:pt x="343071" y="52380"/>
                  </a:lnTo>
                  <a:lnTo>
                    <a:pt x="345762" y="53723"/>
                  </a:lnTo>
                  <a:lnTo>
                    <a:pt x="347107" y="51037"/>
                  </a:lnTo>
                  <a:lnTo>
                    <a:pt x="348453" y="52380"/>
                  </a:lnTo>
                  <a:lnTo>
                    <a:pt x="348453" y="60438"/>
                  </a:lnTo>
                  <a:lnTo>
                    <a:pt x="351143" y="67154"/>
                  </a:lnTo>
                  <a:lnTo>
                    <a:pt x="359216" y="76555"/>
                  </a:lnTo>
                  <a:lnTo>
                    <a:pt x="364597" y="80585"/>
                  </a:lnTo>
                  <a:lnTo>
                    <a:pt x="365942" y="79242"/>
                  </a:lnTo>
                  <a:lnTo>
                    <a:pt x="368633" y="80585"/>
                  </a:lnTo>
                  <a:lnTo>
                    <a:pt x="369979" y="84614"/>
                  </a:lnTo>
                  <a:lnTo>
                    <a:pt x="374015" y="87300"/>
                  </a:lnTo>
                  <a:lnTo>
                    <a:pt x="375360" y="85957"/>
                  </a:lnTo>
                  <a:lnTo>
                    <a:pt x="380742" y="94015"/>
                  </a:lnTo>
                  <a:lnTo>
                    <a:pt x="380742" y="100731"/>
                  </a:lnTo>
                  <a:lnTo>
                    <a:pt x="383432" y="102074"/>
                  </a:lnTo>
                  <a:lnTo>
                    <a:pt x="386123" y="106103"/>
                  </a:lnTo>
                  <a:lnTo>
                    <a:pt x="390159" y="106103"/>
                  </a:lnTo>
                  <a:lnTo>
                    <a:pt x="395541" y="114162"/>
                  </a:lnTo>
                  <a:lnTo>
                    <a:pt x="395541" y="118191"/>
                  </a:lnTo>
                  <a:lnTo>
                    <a:pt x="398231" y="119534"/>
                  </a:lnTo>
                  <a:lnTo>
                    <a:pt x="396886" y="123563"/>
                  </a:lnTo>
                  <a:lnTo>
                    <a:pt x="392850" y="128935"/>
                  </a:lnTo>
                  <a:lnTo>
                    <a:pt x="388814" y="134308"/>
                  </a:lnTo>
                  <a:lnTo>
                    <a:pt x="399577" y="124906"/>
                  </a:lnTo>
                  <a:lnTo>
                    <a:pt x="403613" y="122220"/>
                  </a:lnTo>
                  <a:lnTo>
                    <a:pt x="406304" y="123563"/>
                  </a:lnTo>
                  <a:lnTo>
                    <a:pt x="407649" y="116848"/>
                  </a:lnTo>
                  <a:lnTo>
                    <a:pt x="406304" y="102074"/>
                  </a:lnTo>
                  <a:lnTo>
                    <a:pt x="407649" y="94015"/>
                  </a:lnTo>
                  <a:lnTo>
                    <a:pt x="410340" y="88643"/>
                  </a:lnTo>
                  <a:lnTo>
                    <a:pt x="418412" y="85957"/>
                  </a:lnTo>
                  <a:lnTo>
                    <a:pt x="425139" y="81928"/>
                  </a:lnTo>
                  <a:lnTo>
                    <a:pt x="429175" y="77898"/>
                  </a:lnTo>
                  <a:lnTo>
                    <a:pt x="434557" y="76555"/>
                  </a:lnTo>
                  <a:lnTo>
                    <a:pt x="437247" y="73869"/>
                  </a:lnTo>
                  <a:lnTo>
                    <a:pt x="439938" y="72526"/>
                  </a:lnTo>
                  <a:lnTo>
                    <a:pt x="443974" y="71183"/>
                  </a:lnTo>
                  <a:lnTo>
                    <a:pt x="449356" y="71183"/>
                  </a:lnTo>
                  <a:lnTo>
                    <a:pt x="450701" y="72526"/>
                  </a:lnTo>
                  <a:lnTo>
                    <a:pt x="456083" y="72526"/>
                  </a:lnTo>
                  <a:lnTo>
                    <a:pt x="458773" y="73869"/>
                  </a:lnTo>
                  <a:lnTo>
                    <a:pt x="465500" y="67154"/>
                  </a:lnTo>
                  <a:lnTo>
                    <a:pt x="468191" y="60438"/>
                  </a:lnTo>
                  <a:lnTo>
                    <a:pt x="470882" y="60438"/>
                  </a:lnTo>
                  <a:lnTo>
                    <a:pt x="474918" y="61782"/>
                  </a:lnTo>
                  <a:lnTo>
                    <a:pt x="478954" y="59095"/>
                  </a:lnTo>
                  <a:lnTo>
                    <a:pt x="477609" y="57752"/>
                  </a:lnTo>
                  <a:lnTo>
                    <a:pt x="481645" y="57752"/>
                  </a:lnTo>
                  <a:lnTo>
                    <a:pt x="484335" y="60438"/>
                  </a:lnTo>
                  <a:lnTo>
                    <a:pt x="499135" y="59095"/>
                  </a:lnTo>
                  <a:lnTo>
                    <a:pt x="511243" y="55066"/>
                  </a:lnTo>
                  <a:lnTo>
                    <a:pt x="515279" y="52380"/>
                  </a:lnTo>
                  <a:lnTo>
                    <a:pt x="517970" y="52380"/>
                  </a:lnTo>
                  <a:lnTo>
                    <a:pt x="520661" y="56409"/>
                  </a:lnTo>
                  <a:lnTo>
                    <a:pt x="523352" y="53723"/>
                  </a:lnTo>
                  <a:lnTo>
                    <a:pt x="526042" y="48351"/>
                  </a:lnTo>
                  <a:lnTo>
                    <a:pt x="534115" y="45665"/>
                  </a:lnTo>
                  <a:lnTo>
                    <a:pt x="539496" y="45665"/>
                  </a:lnTo>
                  <a:lnTo>
                    <a:pt x="540841" y="47008"/>
                  </a:lnTo>
                  <a:lnTo>
                    <a:pt x="543532" y="47008"/>
                  </a:lnTo>
                  <a:lnTo>
                    <a:pt x="544877" y="49694"/>
                  </a:lnTo>
                  <a:lnTo>
                    <a:pt x="548914" y="49694"/>
                  </a:lnTo>
                  <a:lnTo>
                    <a:pt x="550259" y="45665"/>
                  </a:lnTo>
                  <a:lnTo>
                    <a:pt x="551604" y="42978"/>
                  </a:lnTo>
                  <a:lnTo>
                    <a:pt x="554295" y="45665"/>
                  </a:lnTo>
                  <a:lnTo>
                    <a:pt x="554295" y="49694"/>
                  </a:lnTo>
                  <a:lnTo>
                    <a:pt x="558331" y="52380"/>
                  </a:lnTo>
                  <a:lnTo>
                    <a:pt x="555641" y="55066"/>
                  </a:lnTo>
                  <a:lnTo>
                    <a:pt x="552950" y="55066"/>
                  </a:lnTo>
                  <a:lnTo>
                    <a:pt x="551604" y="59095"/>
                  </a:lnTo>
                  <a:lnTo>
                    <a:pt x="540841" y="63125"/>
                  </a:lnTo>
                  <a:lnTo>
                    <a:pt x="530078" y="65811"/>
                  </a:lnTo>
                  <a:lnTo>
                    <a:pt x="527388" y="69840"/>
                  </a:lnTo>
                  <a:lnTo>
                    <a:pt x="520661" y="72526"/>
                  </a:lnTo>
                  <a:lnTo>
                    <a:pt x="516625" y="71183"/>
                  </a:lnTo>
                  <a:lnTo>
                    <a:pt x="512588" y="73869"/>
                  </a:lnTo>
                  <a:lnTo>
                    <a:pt x="509898" y="73869"/>
                  </a:lnTo>
                  <a:lnTo>
                    <a:pt x="508552" y="71183"/>
                  </a:lnTo>
                  <a:lnTo>
                    <a:pt x="500480" y="73869"/>
                  </a:lnTo>
                  <a:lnTo>
                    <a:pt x="492408" y="73869"/>
                  </a:lnTo>
                  <a:lnTo>
                    <a:pt x="491062" y="76555"/>
                  </a:lnTo>
                  <a:lnTo>
                    <a:pt x="481645" y="75212"/>
                  </a:lnTo>
                  <a:lnTo>
                    <a:pt x="476263" y="77898"/>
                  </a:lnTo>
                  <a:lnTo>
                    <a:pt x="472227" y="83271"/>
                  </a:lnTo>
                  <a:lnTo>
                    <a:pt x="460119" y="88643"/>
                  </a:lnTo>
                  <a:lnTo>
                    <a:pt x="458773" y="85957"/>
                  </a:lnTo>
                  <a:lnTo>
                    <a:pt x="453392" y="91329"/>
                  </a:lnTo>
                  <a:lnTo>
                    <a:pt x="452047" y="94015"/>
                  </a:lnTo>
                  <a:lnTo>
                    <a:pt x="448010" y="96702"/>
                  </a:lnTo>
                  <a:lnTo>
                    <a:pt x="445320" y="94015"/>
                  </a:lnTo>
                  <a:lnTo>
                    <a:pt x="441283" y="98045"/>
                  </a:lnTo>
                  <a:lnTo>
                    <a:pt x="437247" y="103417"/>
                  </a:lnTo>
                  <a:lnTo>
                    <a:pt x="434557" y="103417"/>
                  </a:lnTo>
                  <a:lnTo>
                    <a:pt x="431866" y="107446"/>
                  </a:lnTo>
                  <a:lnTo>
                    <a:pt x="435902" y="112818"/>
                  </a:lnTo>
                  <a:lnTo>
                    <a:pt x="441283" y="115505"/>
                  </a:lnTo>
                  <a:lnTo>
                    <a:pt x="435902" y="110132"/>
                  </a:lnTo>
                  <a:lnTo>
                    <a:pt x="435902" y="107446"/>
                  </a:lnTo>
                  <a:lnTo>
                    <a:pt x="441283" y="110132"/>
                  </a:lnTo>
                  <a:lnTo>
                    <a:pt x="443974" y="107446"/>
                  </a:lnTo>
                  <a:lnTo>
                    <a:pt x="448010" y="108789"/>
                  </a:lnTo>
                  <a:lnTo>
                    <a:pt x="446665" y="104760"/>
                  </a:lnTo>
                  <a:lnTo>
                    <a:pt x="453392" y="98045"/>
                  </a:lnTo>
                  <a:lnTo>
                    <a:pt x="461464" y="95358"/>
                  </a:lnTo>
                  <a:lnTo>
                    <a:pt x="466846" y="95358"/>
                  </a:lnTo>
                  <a:lnTo>
                    <a:pt x="480300" y="87300"/>
                  </a:lnTo>
                  <a:lnTo>
                    <a:pt x="481645" y="83271"/>
                  </a:lnTo>
                  <a:lnTo>
                    <a:pt x="485681" y="81928"/>
                  </a:lnTo>
                  <a:lnTo>
                    <a:pt x="488372" y="85957"/>
                  </a:lnTo>
                  <a:lnTo>
                    <a:pt x="492408" y="83271"/>
                  </a:lnTo>
                  <a:lnTo>
                    <a:pt x="496444" y="81928"/>
                  </a:lnTo>
                  <a:lnTo>
                    <a:pt x="496444" y="84614"/>
                  </a:lnTo>
                  <a:lnTo>
                    <a:pt x="504516" y="79242"/>
                  </a:lnTo>
                  <a:lnTo>
                    <a:pt x="505862" y="81928"/>
                  </a:lnTo>
                  <a:lnTo>
                    <a:pt x="500480" y="89986"/>
                  </a:lnTo>
                  <a:lnTo>
                    <a:pt x="500480" y="94015"/>
                  </a:lnTo>
                  <a:lnTo>
                    <a:pt x="505862" y="85957"/>
                  </a:lnTo>
                  <a:lnTo>
                    <a:pt x="513934" y="83271"/>
                  </a:lnTo>
                  <a:lnTo>
                    <a:pt x="530078" y="72526"/>
                  </a:lnTo>
                  <a:lnTo>
                    <a:pt x="538151" y="72526"/>
                  </a:lnTo>
                  <a:lnTo>
                    <a:pt x="543532" y="68497"/>
                  </a:lnTo>
                  <a:lnTo>
                    <a:pt x="552950" y="68497"/>
                  </a:lnTo>
                  <a:lnTo>
                    <a:pt x="556986" y="65811"/>
                  </a:lnTo>
                  <a:lnTo>
                    <a:pt x="562367" y="65811"/>
                  </a:lnTo>
                  <a:lnTo>
                    <a:pt x="561022" y="71183"/>
                  </a:lnTo>
                  <a:lnTo>
                    <a:pt x="552950" y="73869"/>
                  </a:lnTo>
                  <a:lnTo>
                    <a:pt x="552950" y="77898"/>
                  </a:lnTo>
                  <a:lnTo>
                    <a:pt x="558331" y="80585"/>
                  </a:lnTo>
                  <a:lnTo>
                    <a:pt x="563713" y="73869"/>
                  </a:lnTo>
                  <a:lnTo>
                    <a:pt x="575821" y="67154"/>
                  </a:lnTo>
                  <a:lnTo>
                    <a:pt x="578512" y="68497"/>
                  </a:lnTo>
                  <a:lnTo>
                    <a:pt x="578512" y="64468"/>
                  </a:lnTo>
                  <a:lnTo>
                    <a:pt x="582548" y="60438"/>
                  </a:lnTo>
                  <a:lnTo>
                    <a:pt x="587930" y="63125"/>
                  </a:lnTo>
                  <a:lnTo>
                    <a:pt x="587930" y="59095"/>
                  </a:lnTo>
                  <a:lnTo>
                    <a:pt x="589275" y="55066"/>
                  </a:lnTo>
                  <a:lnTo>
                    <a:pt x="591966" y="59095"/>
                  </a:lnTo>
                  <a:lnTo>
                    <a:pt x="596002" y="60438"/>
                  </a:lnTo>
                  <a:lnTo>
                    <a:pt x="597347" y="52380"/>
                  </a:lnTo>
                  <a:lnTo>
                    <a:pt x="596002" y="47008"/>
                  </a:lnTo>
                  <a:lnTo>
                    <a:pt x="598693" y="44322"/>
                  </a:lnTo>
                  <a:lnTo>
                    <a:pt x="594657" y="40292"/>
                  </a:lnTo>
                  <a:lnTo>
                    <a:pt x="600038" y="33577"/>
                  </a:lnTo>
                  <a:lnTo>
                    <a:pt x="606765" y="30891"/>
                  </a:lnTo>
                  <a:lnTo>
                    <a:pt x="606765" y="37606"/>
                  </a:lnTo>
                  <a:lnTo>
                    <a:pt x="608110" y="57752"/>
                  </a:lnTo>
                  <a:lnTo>
                    <a:pt x="605419" y="63125"/>
                  </a:lnTo>
                  <a:lnTo>
                    <a:pt x="606765" y="79242"/>
                  </a:lnTo>
                  <a:lnTo>
                    <a:pt x="601383" y="88643"/>
                  </a:lnTo>
                  <a:lnTo>
                    <a:pt x="601383" y="111475"/>
                  </a:lnTo>
                  <a:lnTo>
                    <a:pt x="604074" y="118191"/>
                  </a:lnTo>
                  <a:lnTo>
                    <a:pt x="609456" y="119534"/>
                  </a:lnTo>
                  <a:lnTo>
                    <a:pt x="612146" y="127592"/>
                  </a:lnTo>
                  <a:lnTo>
                    <a:pt x="621564" y="122220"/>
                  </a:lnTo>
                  <a:lnTo>
                    <a:pt x="618873" y="119534"/>
                  </a:lnTo>
                  <a:lnTo>
                    <a:pt x="613492" y="119534"/>
                  </a:lnTo>
                  <a:lnTo>
                    <a:pt x="612146" y="115505"/>
                  </a:lnTo>
                  <a:lnTo>
                    <a:pt x="617528" y="112818"/>
                  </a:lnTo>
                  <a:lnTo>
                    <a:pt x="621564" y="114162"/>
                  </a:lnTo>
                  <a:lnTo>
                    <a:pt x="622909" y="108789"/>
                  </a:lnTo>
                  <a:lnTo>
                    <a:pt x="620219" y="107446"/>
                  </a:lnTo>
                  <a:lnTo>
                    <a:pt x="625600" y="103417"/>
                  </a:lnTo>
                  <a:lnTo>
                    <a:pt x="632327" y="103417"/>
                  </a:lnTo>
                  <a:lnTo>
                    <a:pt x="632327" y="107446"/>
                  </a:lnTo>
                  <a:lnTo>
                    <a:pt x="637709" y="103417"/>
                  </a:lnTo>
                  <a:lnTo>
                    <a:pt x="632327" y="94015"/>
                  </a:lnTo>
                  <a:lnTo>
                    <a:pt x="636363" y="95358"/>
                  </a:lnTo>
                  <a:lnTo>
                    <a:pt x="645781" y="88643"/>
                  </a:lnTo>
                  <a:lnTo>
                    <a:pt x="645781" y="84614"/>
                  </a:lnTo>
                  <a:lnTo>
                    <a:pt x="652508" y="83271"/>
                  </a:lnTo>
                  <a:lnTo>
                    <a:pt x="653853" y="89986"/>
                  </a:lnTo>
                  <a:lnTo>
                    <a:pt x="653853" y="92672"/>
                  </a:lnTo>
                  <a:lnTo>
                    <a:pt x="648472" y="98045"/>
                  </a:lnTo>
                  <a:lnTo>
                    <a:pt x="649817" y="100731"/>
                  </a:lnTo>
                  <a:lnTo>
                    <a:pt x="644435" y="104760"/>
                  </a:lnTo>
                  <a:lnTo>
                    <a:pt x="643090" y="107446"/>
                  </a:lnTo>
                  <a:lnTo>
                    <a:pt x="645781" y="110132"/>
                  </a:lnTo>
                  <a:lnTo>
                    <a:pt x="649817" y="108789"/>
                  </a:lnTo>
                  <a:lnTo>
                    <a:pt x="651162" y="111475"/>
                  </a:lnTo>
                  <a:lnTo>
                    <a:pt x="649817" y="114162"/>
                  </a:lnTo>
                  <a:lnTo>
                    <a:pt x="645781" y="115505"/>
                  </a:lnTo>
                  <a:lnTo>
                    <a:pt x="640399" y="120877"/>
                  </a:lnTo>
                  <a:lnTo>
                    <a:pt x="637709" y="119534"/>
                  </a:lnTo>
                  <a:lnTo>
                    <a:pt x="636363" y="122220"/>
                  </a:lnTo>
                  <a:lnTo>
                    <a:pt x="632327" y="127592"/>
                  </a:lnTo>
                  <a:lnTo>
                    <a:pt x="635018" y="130278"/>
                  </a:lnTo>
                  <a:lnTo>
                    <a:pt x="643090" y="131622"/>
                  </a:lnTo>
                  <a:lnTo>
                    <a:pt x="647126" y="134308"/>
                  </a:lnTo>
                  <a:lnTo>
                    <a:pt x="651162" y="134308"/>
                  </a:lnTo>
                  <a:lnTo>
                    <a:pt x="656544" y="130278"/>
                  </a:lnTo>
                  <a:lnTo>
                    <a:pt x="661925" y="128935"/>
                  </a:lnTo>
                  <a:lnTo>
                    <a:pt x="667307" y="119534"/>
                  </a:lnTo>
                  <a:lnTo>
                    <a:pt x="672688" y="112818"/>
                  </a:lnTo>
                  <a:lnTo>
                    <a:pt x="678070" y="111475"/>
                  </a:lnTo>
                  <a:lnTo>
                    <a:pt x="682106" y="114162"/>
                  </a:lnTo>
                  <a:lnTo>
                    <a:pt x="687487" y="115505"/>
                  </a:lnTo>
                  <a:lnTo>
                    <a:pt x="691524" y="118191"/>
                  </a:lnTo>
                  <a:lnTo>
                    <a:pt x="695560" y="119534"/>
                  </a:lnTo>
                  <a:lnTo>
                    <a:pt x="702287" y="123563"/>
                  </a:lnTo>
                  <a:lnTo>
                    <a:pt x="706323" y="123563"/>
                  </a:lnTo>
                  <a:lnTo>
                    <a:pt x="706323" y="128935"/>
                  </a:lnTo>
                  <a:lnTo>
                    <a:pt x="711704" y="141023"/>
                  </a:lnTo>
                  <a:lnTo>
                    <a:pt x="711704" y="147739"/>
                  </a:lnTo>
                  <a:lnTo>
                    <a:pt x="717086" y="157140"/>
                  </a:lnTo>
                  <a:lnTo>
                    <a:pt x="738612" y="169228"/>
                  </a:lnTo>
                  <a:lnTo>
                    <a:pt x="739957" y="174600"/>
                  </a:lnTo>
                  <a:lnTo>
                    <a:pt x="746684" y="178629"/>
                  </a:lnTo>
                  <a:lnTo>
                    <a:pt x="754756" y="186688"/>
                  </a:lnTo>
                  <a:lnTo>
                    <a:pt x="757447" y="186688"/>
                  </a:lnTo>
                  <a:lnTo>
                    <a:pt x="762829" y="189374"/>
                  </a:lnTo>
                  <a:lnTo>
                    <a:pt x="764174" y="194746"/>
                  </a:lnTo>
                  <a:lnTo>
                    <a:pt x="766865" y="196089"/>
                  </a:lnTo>
                  <a:lnTo>
                    <a:pt x="769556" y="193403"/>
                  </a:lnTo>
                  <a:lnTo>
                    <a:pt x="770901" y="197432"/>
                  </a:lnTo>
                  <a:lnTo>
                    <a:pt x="778973" y="202805"/>
                  </a:lnTo>
                  <a:lnTo>
                    <a:pt x="783009" y="202805"/>
                  </a:lnTo>
                  <a:lnTo>
                    <a:pt x="783009" y="206834"/>
                  </a:lnTo>
                  <a:lnTo>
                    <a:pt x="787045" y="212206"/>
                  </a:lnTo>
                  <a:lnTo>
                    <a:pt x="788391" y="206834"/>
                  </a:lnTo>
                  <a:lnTo>
                    <a:pt x="787045" y="204148"/>
                  </a:lnTo>
                  <a:lnTo>
                    <a:pt x="788391" y="201462"/>
                  </a:lnTo>
                  <a:lnTo>
                    <a:pt x="783009" y="197432"/>
                  </a:lnTo>
                  <a:lnTo>
                    <a:pt x="783009" y="194746"/>
                  </a:lnTo>
                  <a:lnTo>
                    <a:pt x="791081" y="198775"/>
                  </a:lnTo>
                  <a:lnTo>
                    <a:pt x="792427" y="202805"/>
                  </a:lnTo>
                  <a:lnTo>
                    <a:pt x="795118" y="202805"/>
                  </a:lnTo>
                  <a:lnTo>
                    <a:pt x="796463" y="198775"/>
                  </a:lnTo>
                  <a:lnTo>
                    <a:pt x="797808" y="197432"/>
                  </a:lnTo>
                  <a:lnTo>
                    <a:pt x="804535" y="204148"/>
                  </a:lnTo>
                  <a:lnTo>
                    <a:pt x="805881" y="208177"/>
                  </a:lnTo>
                  <a:lnTo>
                    <a:pt x="809917" y="209520"/>
                  </a:lnTo>
                  <a:lnTo>
                    <a:pt x="812608" y="216235"/>
                  </a:lnTo>
                  <a:lnTo>
                    <a:pt x="815298" y="220265"/>
                  </a:lnTo>
                  <a:lnTo>
                    <a:pt x="815298" y="226980"/>
                  </a:lnTo>
                  <a:lnTo>
                    <a:pt x="817989" y="232352"/>
                  </a:lnTo>
                  <a:lnTo>
                    <a:pt x="815298" y="237725"/>
                  </a:lnTo>
                  <a:lnTo>
                    <a:pt x="815298" y="243097"/>
                  </a:lnTo>
                  <a:lnTo>
                    <a:pt x="809917" y="248469"/>
                  </a:lnTo>
                  <a:lnTo>
                    <a:pt x="799154" y="244440"/>
                  </a:lnTo>
                  <a:lnTo>
                    <a:pt x="792427" y="244440"/>
                  </a:lnTo>
                  <a:lnTo>
                    <a:pt x="792427" y="245783"/>
                  </a:lnTo>
                  <a:lnTo>
                    <a:pt x="789736" y="248469"/>
                  </a:lnTo>
                  <a:lnTo>
                    <a:pt x="784355" y="245783"/>
                  </a:lnTo>
                  <a:lnTo>
                    <a:pt x="780318" y="245783"/>
                  </a:lnTo>
                  <a:lnTo>
                    <a:pt x="780318" y="249812"/>
                  </a:lnTo>
                  <a:lnTo>
                    <a:pt x="776282" y="252498"/>
                  </a:lnTo>
                  <a:lnTo>
                    <a:pt x="776282" y="257871"/>
                  </a:lnTo>
                  <a:lnTo>
                    <a:pt x="770901" y="256528"/>
                  </a:lnTo>
                  <a:lnTo>
                    <a:pt x="765519" y="259214"/>
                  </a:lnTo>
                  <a:lnTo>
                    <a:pt x="768210" y="261900"/>
                  </a:lnTo>
                  <a:lnTo>
                    <a:pt x="773591" y="263243"/>
                  </a:lnTo>
                  <a:lnTo>
                    <a:pt x="774937" y="269959"/>
                  </a:lnTo>
                  <a:lnTo>
                    <a:pt x="778973" y="272645"/>
                  </a:lnTo>
                  <a:lnTo>
                    <a:pt x="781664" y="271302"/>
                  </a:lnTo>
                  <a:lnTo>
                    <a:pt x="788391" y="275331"/>
                  </a:lnTo>
                  <a:lnTo>
                    <a:pt x="788391" y="280703"/>
                  </a:lnTo>
                  <a:lnTo>
                    <a:pt x="795118" y="280703"/>
                  </a:lnTo>
                  <a:lnTo>
                    <a:pt x="803190" y="284732"/>
                  </a:lnTo>
                  <a:lnTo>
                    <a:pt x="811262" y="286075"/>
                  </a:lnTo>
                  <a:lnTo>
                    <a:pt x="823371" y="290105"/>
                  </a:lnTo>
                  <a:lnTo>
                    <a:pt x="830097" y="291448"/>
                  </a:lnTo>
                  <a:lnTo>
                    <a:pt x="830097" y="287418"/>
                  </a:lnTo>
                  <a:lnTo>
                    <a:pt x="831443" y="287418"/>
                  </a:lnTo>
                  <a:lnTo>
                    <a:pt x="836824" y="290105"/>
                  </a:lnTo>
                  <a:lnTo>
                    <a:pt x="836824" y="294134"/>
                  </a:lnTo>
                  <a:lnTo>
                    <a:pt x="843551" y="288762"/>
                  </a:lnTo>
                  <a:lnTo>
                    <a:pt x="846242" y="291448"/>
                  </a:lnTo>
                  <a:lnTo>
                    <a:pt x="850278" y="291448"/>
                  </a:lnTo>
                  <a:lnTo>
                    <a:pt x="852969" y="287418"/>
                  </a:lnTo>
                  <a:lnTo>
                    <a:pt x="855660" y="287418"/>
                  </a:lnTo>
                  <a:lnTo>
                    <a:pt x="855660" y="290105"/>
                  </a:lnTo>
                  <a:lnTo>
                    <a:pt x="858350" y="290105"/>
                  </a:lnTo>
                  <a:lnTo>
                    <a:pt x="866423" y="286075"/>
                  </a:lnTo>
                  <a:lnTo>
                    <a:pt x="881222" y="280703"/>
                  </a:lnTo>
                  <a:lnTo>
                    <a:pt x="885258" y="280703"/>
                  </a:lnTo>
                  <a:lnTo>
                    <a:pt x="883913" y="284732"/>
                  </a:lnTo>
                  <a:lnTo>
                    <a:pt x="883913" y="287418"/>
                  </a:lnTo>
                  <a:lnTo>
                    <a:pt x="883913" y="290105"/>
                  </a:lnTo>
                  <a:lnTo>
                    <a:pt x="885258" y="290105"/>
                  </a:lnTo>
                  <a:lnTo>
                    <a:pt x="886603" y="295477"/>
                  </a:lnTo>
                  <a:lnTo>
                    <a:pt x="885258" y="299506"/>
                  </a:lnTo>
                  <a:lnTo>
                    <a:pt x="886603" y="302192"/>
                  </a:lnTo>
                  <a:lnTo>
                    <a:pt x="887948" y="303535"/>
                  </a:lnTo>
                  <a:lnTo>
                    <a:pt x="890639" y="299506"/>
                  </a:lnTo>
                  <a:lnTo>
                    <a:pt x="894675" y="302192"/>
                  </a:lnTo>
                  <a:lnTo>
                    <a:pt x="893330" y="307565"/>
                  </a:lnTo>
                  <a:lnTo>
                    <a:pt x="890639" y="315623"/>
                  </a:lnTo>
                  <a:lnTo>
                    <a:pt x="891985" y="320995"/>
                  </a:lnTo>
                  <a:lnTo>
                    <a:pt x="893330" y="322339"/>
                  </a:lnTo>
                  <a:lnTo>
                    <a:pt x="897366" y="318309"/>
                  </a:lnTo>
                  <a:lnTo>
                    <a:pt x="897366" y="311594"/>
                  </a:lnTo>
                  <a:lnTo>
                    <a:pt x="900057" y="308908"/>
                  </a:lnTo>
                  <a:lnTo>
                    <a:pt x="901402" y="308908"/>
                  </a:lnTo>
                  <a:lnTo>
                    <a:pt x="900057" y="315623"/>
                  </a:lnTo>
                  <a:lnTo>
                    <a:pt x="897366" y="323682"/>
                  </a:lnTo>
                  <a:lnTo>
                    <a:pt x="893330" y="329054"/>
                  </a:lnTo>
                  <a:lnTo>
                    <a:pt x="891985" y="338455"/>
                  </a:lnTo>
                  <a:lnTo>
                    <a:pt x="896021" y="343828"/>
                  </a:lnTo>
                  <a:lnTo>
                    <a:pt x="896021" y="353229"/>
                  </a:lnTo>
                  <a:lnTo>
                    <a:pt x="894675" y="359945"/>
                  </a:lnTo>
                  <a:lnTo>
                    <a:pt x="900057" y="363974"/>
                  </a:lnTo>
                  <a:lnTo>
                    <a:pt x="900057" y="366660"/>
                  </a:lnTo>
                  <a:lnTo>
                    <a:pt x="897366" y="370689"/>
                  </a:lnTo>
                  <a:lnTo>
                    <a:pt x="900057" y="373375"/>
                  </a:lnTo>
                  <a:lnTo>
                    <a:pt x="902748" y="381434"/>
                  </a:lnTo>
                  <a:lnTo>
                    <a:pt x="904093" y="397551"/>
                  </a:lnTo>
                  <a:lnTo>
                    <a:pt x="904093" y="381434"/>
                  </a:lnTo>
                  <a:lnTo>
                    <a:pt x="901402" y="368003"/>
                  </a:lnTo>
                  <a:lnTo>
                    <a:pt x="902748" y="357259"/>
                  </a:lnTo>
                  <a:lnTo>
                    <a:pt x="908129" y="346514"/>
                  </a:lnTo>
                  <a:lnTo>
                    <a:pt x="912165" y="346514"/>
                  </a:lnTo>
                  <a:lnTo>
                    <a:pt x="912165" y="351886"/>
                  </a:lnTo>
                  <a:lnTo>
                    <a:pt x="910820" y="351886"/>
                  </a:lnTo>
                  <a:lnTo>
                    <a:pt x="909475" y="355915"/>
                  </a:lnTo>
                  <a:lnTo>
                    <a:pt x="910820" y="357259"/>
                  </a:lnTo>
                  <a:lnTo>
                    <a:pt x="914856" y="355915"/>
                  </a:lnTo>
                  <a:lnTo>
                    <a:pt x="916201" y="357259"/>
                  </a:lnTo>
                  <a:lnTo>
                    <a:pt x="918892" y="354572"/>
                  </a:lnTo>
                  <a:lnTo>
                    <a:pt x="918892" y="349200"/>
                  </a:lnTo>
                  <a:lnTo>
                    <a:pt x="914856" y="345171"/>
                  </a:lnTo>
                  <a:lnTo>
                    <a:pt x="914856" y="342485"/>
                  </a:lnTo>
                  <a:lnTo>
                    <a:pt x="920238" y="341142"/>
                  </a:lnTo>
                  <a:lnTo>
                    <a:pt x="921583" y="338455"/>
                  </a:lnTo>
                  <a:lnTo>
                    <a:pt x="916201" y="334426"/>
                  </a:lnTo>
                  <a:lnTo>
                    <a:pt x="917547" y="330397"/>
                  </a:lnTo>
                  <a:lnTo>
                    <a:pt x="918892" y="320995"/>
                  </a:lnTo>
                  <a:lnTo>
                    <a:pt x="924274" y="307565"/>
                  </a:lnTo>
                  <a:lnTo>
                    <a:pt x="922928" y="303535"/>
                  </a:lnTo>
                  <a:lnTo>
                    <a:pt x="922928" y="299506"/>
                  </a:lnTo>
                  <a:lnTo>
                    <a:pt x="926965" y="296820"/>
                  </a:lnTo>
                  <a:lnTo>
                    <a:pt x="933691" y="296820"/>
                  </a:lnTo>
                  <a:lnTo>
                    <a:pt x="933691" y="294134"/>
                  </a:lnTo>
                  <a:lnTo>
                    <a:pt x="936382" y="291448"/>
                  </a:lnTo>
                  <a:lnTo>
                    <a:pt x="940418" y="291448"/>
                  </a:lnTo>
                  <a:lnTo>
                    <a:pt x="941764" y="294134"/>
                  </a:lnTo>
                  <a:lnTo>
                    <a:pt x="945800" y="291448"/>
                  </a:lnTo>
                  <a:lnTo>
                    <a:pt x="948490" y="287418"/>
                  </a:lnTo>
                  <a:lnTo>
                    <a:pt x="951181" y="287418"/>
                  </a:lnTo>
                  <a:lnTo>
                    <a:pt x="951181" y="291448"/>
                  </a:lnTo>
                  <a:lnTo>
                    <a:pt x="953872" y="290105"/>
                  </a:lnTo>
                  <a:lnTo>
                    <a:pt x="959253" y="288762"/>
                  </a:lnTo>
                  <a:lnTo>
                    <a:pt x="961944" y="283389"/>
                  </a:lnTo>
                  <a:lnTo>
                    <a:pt x="964635" y="283389"/>
                  </a:lnTo>
                  <a:lnTo>
                    <a:pt x="967326" y="287418"/>
                  </a:lnTo>
                  <a:lnTo>
                    <a:pt x="968671" y="288762"/>
                  </a:lnTo>
                  <a:lnTo>
                    <a:pt x="971362" y="294134"/>
                  </a:lnTo>
                  <a:lnTo>
                    <a:pt x="970017" y="288762"/>
                  </a:lnTo>
                  <a:lnTo>
                    <a:pt x="968671" y="282046"/>
                  </a:lnTo>
                  <a:lnTo>
                    <a:pt x="972707" y="275331"/>
                  </a:lnTo>
                  <a:lnTo>
                    <a:pt x="976743" y="273988"/>
                  </a:lnTo>
                  <a:lnTo>
                    <a:pt x="979434" y="276674"/>
                  </a:lnTo>
                  <a:lnTo>
                    <a:pt x="983470" y="276674"/>
                  </a:lnTo>
                  <a:lnTo>
                    <a:pt x="986161" y="273988"/>
                  </a:lnTo>
                  <a:lnTo>
                    <a:pt x="988852" y="276674"/>
                  </a:lnTo>
                  <a:lnTo>
                    <a:pt x="995579" y="269959"/>
                  </a:lnTo>
                  <a:lnTo>
                    <a:pt x="992888" y="267272"/>
                  </a:lnTo>
                  <a:lnTo>
                    <a:pt x="996924" y="263243"/>
                  </a:lnTo>
                  <a:lnTo>
                    <a:pt x="991543" y="263243"/>
                  </a:lnTo>
                  <a:lnTo>
                    <a:pt x="991543" y="261900"/>
                  </a:lnTo>
                  <a:lnTo>
                    <a:pt x="987506" y="261900"/>
                  </a:lnTo>
                  <a:lnTo>
                    <a:pt x="976743" y="265929"/>
                  </a:lnTo>
                  <a:lnTo>
                    <a:pt x="974053" y="264586"/>
                  </a:lnTo>
                  <a:lnTo>
                    <a:pt x="972707" y="268615"/>
                  </a:lnTo>
                  <a:lnTo>
                    <a:pt x="967326" y="268615"/>
                  </a:lnTo>
                  <a:lnTo>
                    <a:pt x="967326" y="272645"/>
                  </a:lnTo>
                  <a:lnTo>
                    <a:pt x="967326" y="275331"/>
                  </a:lnTo>
                  <a:lnTo>
                    <a:pt x="961944" y="269959"/>
                  </a:lnTo>
                  <a:lnTo>
                    <a:pt x="963290" y="265929"/>
                  </a:lnTo>
                  <a:lnTo>
                    <a:pt x="960599" y="268615"/>
                  </a:lnTo>
                  <a:lnTo>
                    <a:pt x="959253" y="272645"/>
                  </a:lnTo>
                  <a:lnTo>
                    <a:pt x="955217" y="273988"/>
                  </a:lnTo>
                  <a:lnTo>
                    <a:pt x="951181" y="271302"/>
                  </a:lnTo>
                  <a:lnTo>
                    <a:pt x="947145" y="271302"/>
                  </a:lnTo>
                  <a:lnTo>
                    <a:pt x="945800" y="268615"/>
                  </a:lnTo>
                  <a:lnTo>
                    <a:pt x="941764" y="269959"/>
                  </a:lnTo>
                  <a:lnTo>
                    <a:pt x="941764" y="272645"/>
                  </a:lnTo>
                  <a:lnTo>
                    <a:pt x="945800" y="275331"/>
                  </a:lnTo>
                  <a:lnTo>
                    <a:pt x="945800" y="279360"/>
                  </a:lnTo>
                  <a:lnTo>
                    <a:pt x="940418" y="280703"/>
                  </a:lnTo>
                  <a:lnTo>
                    <a:pt x="939073" y="278017"/>
                  </a:lnTo>
                  <a:lnTo>
                    <a:pt x="931001" y="276674"/>
                  </a:lnTo>
                  <a:lnTo>
                    <a:pt x="931001" y="273988"/>
                  </a:lnTo>
                  <a:lnTo>
                    <a:pt x="933691" y="271302"/>
                  </a:lnTo>
                  <a:lnTo>
                    <a:pt x="935037" y="267272"/>
                  </a:lnTo>
                  <a:lnTo>
                    <a:pt x="933691" y="267272"/>
                  </a:lnTo>
                  <a:lnTo>
                    <a:pt x="931001" y="268615"/>
                  </a:lnTo>
                  <a:lnTo>
                    <a:pt x="926965" y="267272"/>
                  </a:lnTo>
                  <a:lnTo>
                    <a:pt x="928310" y="263243"/>
                  </a:lnTo>
                  <a:lnTo>
                    <a:pt x="932346" y="259214"/>
                  </a:lnTo>
                  <a:lnTo>
                    <a:pt x="939073" y="251155"/>
                  </a:lnTo>
                  <a:lnTo>
                    <a:pt x="944454" y="251155"/>
                  </a:lnTo>
                  <a:lnTo>
                    <a:pt x="949836" y="252498"/>
                  </a:lnTo>
                  <a:lnTo>
                    <a:pt x="968671" y="251155"/>
                  </a:lnTo>
                  <a:lnTo>
                    <a:pt x="982125" y="247126"/>
                  </a:lnTo>
                  <a:lnTo>
                    <a:pt x="986161" y="248469"/>
                  </a:lnTo>
                  <a:lnTo>
                    <a:pt x="991543" y="245783"/>
                  </a:lnTo>
                  <a:lnTo>
                    <a:pt x="994233" y="249812"/>
                  </a:lnTo>
                  <a:lnTo>
                    <a:pt x="998270" y="252498"/>
                  </a:lnTo>
                  <a:lnTo>
                    <a:pt x="999615" y="252498"/>
                  </a:lnTo>
                  <a:lnTo>
                    <a:pt x="1002306" y="256528"/>
                  </a:lnTo>
                  <a:lnTo>
                    <a:pt x="1000960" y="267272"/>
                  </a:lnTo>
                  <a:lnTo>
                    <a:pt x="999615" y="269959"/>
                  </a:lnTo>
                  <a:lnTo>
                    <a:pt x="1002306" y="271302"/>
                  </a:lnTo>
                  <a:lnTo>
                    <a:pt x="1000960" y="273988"/>
                  </a:lnTo>
                  <a:lnTo>
                    <a:pt x="996924" y="276674"/>
                  </a:lnTo>
                  <a:lnTo>
                    <a:pt x="998270" y="278017"/>
                  </a:lnTo>
                  <a:lnTo>
                    <a:pt x="999615" y="279360"/>
                  </a:lnTo>
                  <a:lnTo>
                    <a:pt x="1000960" y="290105"/>
                  </a:lnTo>
                  <a:lnTo>
                    <a:pt x="1004996" y="290105"/>
                  </a:lnTo>
                  <a:lnTo>
                    <a:pt x="1007687" y="291448"/>
                  </a:lnTo>
                  <a:lnTo>
                    <a:pt x="1007687" y="294134"/>
                  </a:lnTo>
                  <a:lnTo>
                    <a:pt x="1003651" y="296820"/>
                  </a:lnTo>
                  <a:lnTo>
                    <a:pt x="1003651" y="300849"/>
                  </a:lnTo>
                  <a:lnTo>
                    <a:pt x="1000960" y="304878"/>
                  </a:lnTo>
                  <a:lnTo>
                    <a:pt x="1006342" y="304878"/>
                  </a:lnTo>
                  <a:lnTo>
                    <a:pt x="1011723" y="306222"/>
                  </a:lnTo>
                  <a:lnTo>
                    <a:pt x="1011723" y="307565"/>
                  </a:lnTo>
                  <a:lnTo>
                    <a:pt x="1014414" y="307565"/>
                  </a:lnTo>
                  <a:lnTo>
                    <a:pt x="1017105" y="311594"/>
                  </a:lnTo>
                  <a:lnTo>
                    <a:pt x="1022486" y="311594"/>
                  </a:lnTo>
                  <a:lnTo>
                    <a:pt x="1027868" y="308908"/>
                  </a:lnTo>
                  <a:lnTo>
                    <a:pt x="1029213" y="310251"/>
                  </a:lnTo>
                  <a:lnTo>
                    <a:pt x="1029213" y="314280"/>
                  </a:lnTo>
                  <a:lnTo>
                    <a:pt x="1030558" y="315623"/>
                  </a:lnTo>
                  <a:lnTo>
                    <a:pt x="1033249" y="314280"/>
                  </a:lnTo>
                  <a:lnTo>
                    <a:pt x="1035940" y="316966"/>
                  </a:lnTo>
                  <a:lnTo>
                    <a:pt x="1034595" y="319652"/>
                  </a:lnTo>
                  <a:lnTo>
                    <a:pt x="1034595" y="323682"/>
                  </a:lnTo>
                  <a:lnTo>
                    <a:pt x="1035940" y="323682"/>
                  </a:lnTo>
                  <a:lnTo>
                    <a:pt x="1037285" y="327711"/>
                  </a:lnTo>
                  <a:lnTo>
                    <a:pt x="1044012" y="334426"/>
                  </a:lnTo>
                  <a:lnTo>
                    <a:pt x="1044012" y="337112"/>
                  </a:lnTo>
                  <a:lnTo>
                    <a:pt x="1049394" y="334426"/>
                  </a:lnTo>
                  <a:lnTo>
                    <a:pt x="1052085" y="335769"/>
                  </a:lnTo>
                  <a:lnTo>
                    <a:pt x="1052085" y="339798"/>
                  </a:lnTo>
                  <a:lnTo>
                    <a:pt x="1053430" y="339798"/>
                  </a:lnTo>
                  <a:lnTo>
                    <a:pt x="1058812" y="345171"/>
                  </a:lnTo>
                  <a:lnTo>
                    <a:pt x="1065538" y="342485"/>
                  </a:lnTo>
                  <a:lnTo>
                    <a:pt x="1073611" y="342485"/>
                  </a:lnTo>
                  <a:lnTo>
                    <a:pt x="1076301" y="338455"/>
                  </a:lnTo>
                  <a:lnTo>
                    <a:pt x="1083028" y="334426"/>
                  </a:lnTo>
                  <a:lnTo>
                    <a:pt x="1084374" y="334426"/>
                  </a:lnTo>
                  <a:lnTo>
                    <a:pt x="1085719" y="337112"/>
                  </a:lnTo>
                  <a:lnTo>
                    <a:pt x="1096482" y="337112"/>
                  </a:lnTo>
                  <a:lnTo>
                    <a:pt x="1104554" y="343828"/>
                  </a:lnTo>
                  <a:lnTo>
                    <a:pt x="1108590" y="345171"/>
                  </a:lnTo>
                  <a:lnTo>
                    <a:pt x="1112627" y="347857"/>
                  </a:lnTo>
                  <a:lnTo>
                    <a:pt x="1115317" y="346514"/>
                  </a:lnTo>
                  <a:lnTo>
                    <a:pt x="1124735" y="343828"/>
                  </a:lnTo>
                  <a:lnTo>
                    <a:pt x="1127426" y="349200"/>
                  </a:lnTo>
                  <a:lnTo>
                    <a:pt x="1130116" y="347857"/>
                  </a:lnTo>
                  <a:lnTo>
                    <a:pt x="1130116" y="341142"/>
                  </a:lnTo>
                  <a:lnTo>
                    <a:pt x="1126080" y="337112"/>
                  </a:lnTo>
                  <a:lnTo>
                    <a:pt x="1124735" y="330397"/>
                  </a:lnTo>
                  <a:lnTo>
                    <a:pt x="1126080" y="327711"/>
                  </a:lnTo>
                  <a:lnTo>
                    <a:pt x="1128771" y="329054"/>
                  </a:lnTo>
                  <a:lnTo>
                    <a:pt x="1131462" y="337112"/>
                  </a:lnTo>
                  <a:lnTo>
                    <a:pt x="1132807" y="343828"/>
                  </a:lnTo>
                  <a:lnTo>
                    <a:pt x="1140879" y="351886"/>
                  </a:lnTo>
                  <a:lnTo>
                    <a:pt x="1143570" y="354572"/>
                  </a:lnTo>
                  <a:lnTo>
                    <a:pt x="1146261" y="361288"/>
                  </a:lnTo>
                  <a:lnTo>
                    <a:pt x="1146261" y="350543"/>
                  </a:lnTo>
                  <a:lnTo>
                    <a:pt x="1143570" y="346514"/>
                  </a:lnTo>
                  <a:lnTo>
                    <a:pt x="1136843" y="343828"/>
                  </a:lnTo>
                  <a:lnTo>
                    <a:pt x="1134152" y="335769"/>
                  </a:lnTo>
                  <a:lnTo>
                    <a:pt x="1131462" y="326368"/>
                  </a:lnTo>
                  <a:lnTo>
                    <a:pt x="1132807" y="322339"/>
                  </a:lnTo>
                  <a:lnTo>
                    <a:pt x="1135498" y="322339"/>
                  </a:lnTo>
                  <a:lnTo>
                    <a:pt x="1135498" y="326368"/>
                  </a:lnTo>
                  <a:lnTo>
                    <a:pt x="1138189" y="327711"/>
                  </a:lnTo>
                  <a:lnTo>
                    <a:pt x="1140879" y="326368"/>
                  </a:lnTo>
                  <a:lnTo>
                    <a:pt x="1140879" y="322339"/>
                  </a:lnTo>
                  <a:lnTo>
                    <a:pt x="1138189" y="318309"/>
                  </a:lnTo>
                  <a:lnTo>
                    <a:pt x="1139534" y="315623"/>
                  </a:lnTo>
                  <a:lnTo>
                    <a:pt x="1138189" y="312937"/>
                  </a:lnTo>
                  <a:lnTo>
                    <a:pt x="1139534" y="308908"/>
                  </a:lnTo>
                  <a:lnTo>
                    <a:pt x="1143570" y="308908"/>
                  </a:lnTo>
                  <a:lnTo>
                    <a:pt x="1146261" y="312937"/>
                  </a:lnTo>
                  <a:lnTo>
                    <a:pt x="1146261" y="316966"/>
                  </a:lnTo>
                  <a:lnTo>
                    <a:pt x="1147606" y="318309"/>
                  </a:lnTo>
                  <a:lnTo>
                    <a:pt x="1148952" y="315623"/>
                  </a:lnTo>
                  <a:lnTo>
                    <a:pt x="1154333" y="312937"/>
                  </a:lnTo>
                  <a:lnTo>
                    <a:pt x="1155679" y="307565"/>
                  </a:lnTo>
                  <a:lnTo>
                    <a:pt x="1161060" y="307565"/>
                  </a:lnTo>
                  <a:lnTo>
                    <a:pt x="1163751" y="311594"/>
                  </a:lnTo>
                  <a:lnTo>
                    <a:pt x="1161060" y="315623"/>
                  </a:lnTo>
                  <a:lnTo>
                    <a:pt x="1161060" y="318309"/>
                  </a:lnTo>
                  <a:lnTo>
                    <a:pt x="1162405" y="314280"/>
                  </a:lnTo>
                  <a:lnTo>
                    <a:pt x="1165096" y="314280"/>
                  </a:lnTo>
                  <a:lnTo>
                    <a:pt x="1169132" y="316966"/>
                  </a:lnTo>
                  <a:lnTo>
                    <a:pt x="1169132" y="323682"/>
                  </a:lnTo>
                  <a:lnTo>
                    <a:pt x="1166442" y="326368"/>
                  </a:lnTo>
                  <a:lnTo>
                    <a:pt x="1170478" y="330397"/>
                  </a:lnTo>
                  <a:lnTo>
                    <a:pt x="1174514" y="329054"/>
                  </a:lnTo>
                  <a:lnTo>
                    <a:pt x="1177204" y="330397"/>
                  </a:lnTo>
                  <a:lnTo>
                    <a:pt x="1175859" y="334426"/>
                  </a:lnTo>
                  <a:lnTo>
                    <a:pt x="1170478" y="337112"/>
                  </a:lnTo>
                  <a:lnTo>
                    <a:pt x="1169132" y="339798"/>
                  </a:lnTo>
                  <a:lnTo>
                    <a:pt x="1173169" y="341142"/>
                  </a:lnTo>
                  <a:lnTo>
                    <a:pt x="1178550" y="337112"/>
                  </a:lnTo>
                  <a:lnTo>
                    <a:pt x="1181241" y="331740"/>
                  </a:lnTo>
                  <a:lnTo>
                    <a:pt x="1187968" y="330397"/>
                  </a:lnTo>
                  <a:lnTo>
                    <a:pt x="1193349" y="330397"/>
                  </a:lnTo>
                  <a:lnTo>
                    <a:pt x="1193349" y="333083"/>
                  </a:lnTo>
                  <a:lnTo>
                    <a:pt x="1189313" y="334426"/>
                  </a:lnTo>
                  <a:lnTo>
                    <a:pt x="1186622" y="337112"/>
                  </a:lnTo>
                  <a:lnTo>
                    <a:pt x="1185277" y="342485"/>
                  </a:lnTo>
                  <a:lnTo>
                    <a:pt x="1178550" y="347857"/>
                  </a:lnTo>
                  <a:lnTo>
                    <a:pt x="1177204" y="350543"/>
                  </a:lnTo>
                  <a:lnTo>
                    <a:pt x="1170478" y="357259"/>
                  </a:lnTo>
                  <a:lnTo>
                    <a:pt x="1170478" y="361288"/>
                  </a:lnTo>
                  <a:lnTo>
                    <a:pt x="1167787" y="363974"/>
                  </a:lnTo>
                  <a:lnTo>
                    <a:pt x="1166442" y="359945"/>
                  </a:lnTo>
                  <a:lnTo>
                    <a:pt x="1163751" y="363974"/>
                  </a:lnTo>
                  <a:lnTo>
                    <a:pt x="1161060" y="372032"/>
                  </a:lnTo>
                  <a:lnTo>
                    <a:pt x="1162405" y="376062"/>
                  </a:lnTo>
                  <a:lnTo>
                    <a:pt x="1166442" y="373375"/>
                  </a:lnTo>
                  <a:lnTo>
                    <a:pt x="1169132" y="373375"/>
                  </a:lnTo>
                  <a:lnTo>
                    <a:pt x="1169132" y="378748"/>
                  </a:lnTo>
                  <a:lnTo>
                    <a:pt x="1163751" y="381434"/>
                  </a:lnTo>
                  <a:lnTo>
                    <a:pt x="1163751" y="385463"/>
                  </a:lnTo>
                  <a:lnTo>
                    <a:pt x="1170478" y="382777"/>
                  </a:lnTo>
                  <a:lnTo>
                    <a:pt x="1173169" y="378748"/>
                  </a:lnTo>
                  <a:lnTo>
                    <a:pt x="1177204" y="380091"/>
                  </a:lnTo>
                  <a:lnTo>
                    <a:pt x="1174514" y="385463"/>
                  </a:lnTo>
                  <a:lnTo>
                    <a:pt x="1170478" y="388149"/>
                  </a:lnTo>
                  <a:lnTo>
                    <a:pt x="1173169" y="388149"/>
                  </a:lnTo>
                  <a:lnTo>
                    <a:pt x="1177204" y="386806"/>
                  </a:lnTo>
                  <a:lnTo>
                    <a:pt x="1175859" y="393522"/>
                  </a:lnTo>
                  <a:lnTo>
                    <a:pt x="1174514" y="397551"/>
                  </a:lnTo>
                  <a:lnTo>
                    <a:pt x="1171823" y="400237"/>
                  </a:lnTo>
                  <a:lnTo>
                    <a:pt x="1166442" y="398894"/>
                  </a:lnTo>
                  <a:lnTo>
                    <a:pt x="1163751" y="393522"/>
                  </a:lnTo>
                  <a:lnTo>
                    <a:pt x="1157024" y="396208"/>
                  </a:lnTo>
                  <a:lnTo>
                    <a:pt x="1155679" y="389492"/>
                  </a:lnTo>
                  <a:lnTo>
                    <a:pt x="1152988" y="389492"/>
                  </a:lnTo>
                  <a:lnTo>
                    <a:pt x="1151642" y="397551"/>
                  </a:lnTo>
                  <a:lnTo>
                    <a:pt x="1154333" y="401580"/>
                  </a:lnTo>
                  <a:lnTo>
                    <a:pt x="1157024" y="408295"/>
                  </a:lnTo>
                  <a:lnTo>
                    <a:pt x="1154333" y="420383"/>
                  </a:lnTo>
                  <a:lnTo>
                    <a:pt x="1159715" y="409639"/>
                  </a:lnTo>
                  <a:lnTo>
                    <a:pt x="1158369" y="401580"/>
                  </a:lnTo>
                  <a:lnTo>
                    <a:pt x="1161060" y="398894"/>
                  </a:lnTo>
                  <a:lnTo>
                    <a:pt x="1163751" y="401580"/>
                  </a:lnTo>
                  <a:lnTo>
                    <a:pt x="1170478" y="402923"/>
                  </a:lnTo>
                  <a:lnTo>
                    <a:pt x="1174514" y="405609"/>
                  </a:lnTo>
                  <a:lnTo>
                    <a:pt x="1177204" y="402923"/>
                  </a:lnTo>
                  <a:lnTo>
                    <a:pt x="1178550" y="396208"/>
                  </a:lnTo>
                  <a:lnTo>
                    <a:pt x="1185277" y="394865"/>
                  </a:lnTo>
                  <a:lnTo>
                    <a:pt x="1189313" y="389492"/>
                  </a:lnTo>
                  <a:lnTo>
                    <a:pt x="1194694" y="389492"/>
                  </a:lnTo>
                  <a:lnTo>
                    <a:pt x="1197385" y="385463"/>
                  </a:lnTo>
                  <a:lnTo>
                    <a:pt x="1193349" y="388149"/>
                  </a:lnTo>
                  <a:lnTo>
                    <a:pt x="1189313" y="386806"/>
                  </a:lnTo>
                  <a:lnTo>
                    <a:pt x="1186622" y="390835"/>
                  </a:lnTo>
                  <a:lnTo>
                    <a:pt x="1182586" y="392178"/>
                  </a:lnTo>
                  <a:lnTo>
                    <a:pt x="1181241" y="392178"/>
                  </a:lnTo>
                  <a:lnTo>
                    <a:pt x="1183931" y="386806"/>
                  </a:lnTo>
                  <a:lnTo>
                    <a:pt x="1186622" y="384120"/>
                  </a:lnTo>
                  <a:lnTo>
                    <a:pt x="1185277" y="380091"/>
                  </a:lnTo>
                  <a:lnTo>
                    <a:pt x="1185277" y="377405"/>
                  </a:lnTo>
                  <a:lnTo>
                    <a:pt x="1187968" y="369346"/>
                  </a:lnTo>
                  <a:lnTo>
                    <a:pt x="1187968" y="365317"/>
                  </a:lnTo>
                  <a:lnTo>
                    <a:pt x="1185277" y="362631"/>
                  </a:lnTo>
                  <a:lnTo>
                    <a:pt x="1186622" y="361288"/>
                  </a:lnTo>
                  <a:lnTo>
                    <a:pt x="1190658" y="354572"/>
                  </a:lnTo>
                  <a:lnTo>
                    <a:pt x="1193349" y="347857"/>
                  </a:lnTo>
                  <a:lnTo>
                    <a:pt x="1198731" y="343828"/>
                  </a:lnTo>
                  <a:lnTo>
                    <a:pt x="1200076" y="345171"/>
                  </a:lnTo>
                  <a:lnTo>
                    <a:pt x="1198731" y="347857"/>
                  </a:lnTo>
                  <a:lnTo>
                    <a:pt x="1201421" y="346514"/>
                  </a:lnTo>
                  <a:lnTo>
                    <a:pt x="1204112" y="342485"/>
                  </a:lnTo>
                  <a:lnTo>
                    <a:pt x="1205457" y="345171"/>
                  </a:lnTo>
                  <a:lnTo>
                    <a:pt x="1208148" y="345171"/>
                  </a:lnTo>
                  <a:lnTo>
                    <a:pt x="1209494" y="347857"/>
                  </a:lnTo>
                  <a:lnTo>
                    <a:pt x="1213530" y="346514"/>
                  </a:lnTo>
                  <a:lnTo>
                    <a:pt x="1217566" y="342485"/>
                  </a:lnTo>
                  <a:lnTo>
                    <a:pt x="1228329" y="337112"/>
                  </a:lnTo>
                  <a:lnTo>
                    <a:pt x="1231020" y="333083"/>
                  </a:lnTo>
                  <a:lnTo>
                    <a:pt x="1231020" y="330397"/>
                  </a:lnTo>
                  <a:lnTo>
                    <a:pt x="1233710" y="329054"/>
                  </a:lnTo>
                  <a:lnTo>
                    <a:pt x="1239092" y="325025"/>
                  </a:lnTo>
                  <a:lnTo>
                    <a:pt x="1245819" y="323682"/>
                  </a:lnTo>
                  <a:lnTo>
                    <a:pt x="1249855" y="319652"/>
                  </a:lnTo>
                  <a:lnTo>
                    <a:pt x="1249855" y="316966"/>
                  </a:lnTo>
                  <a:lnTo>
                    <a:pt x="1251200" y="310251"/>
                  </a:lnTo>
                  <a:lnTo>
                    <a:pt x="1253891" y="303535"/>
                  </a:lnTo>
                  <a:lnTo>
                    <a:pt x="1255236" y="299506"/>
                  </a:lnTo>
                  <a:lnTo>
                    <a:pt x="1253891" y="296820"/>
                  </a:lnTo>
                  <a:lnTo>
                    <a:pt x="1249855" y="298163"/>
                  </a:lnTo>
                  <a:lnTo>
                    <a:pt x="1245819" y="299506"/>
                  </a:lnTo>
                  <a:lnTo>
                    <a:pt x="1247164" y="300849"/>
                  </a:lnTo>
                  <a:lnTo>
                    <a:pt x="1244473" y="306222"/>
                  </a:lnTo>
                  <a:lnTo>
                    <a:pt x="1240437" y="306222"/>
                  </a:lnTo>
                  <a:lnTo>
                    <a:pt x="1237746" y="304878"/>
                  </a:lnTo>
                  <a:lnTo>
                    <a:pt x="1233710" y="304878"/>
                  </a:lnTo>
                  <a:lnTo>
                    <a:pt x="1232365" y="302192"/>
                  </a:lnTo>
                  <a:lnTo>
                    <a:pt x="1236401" y="295477"/>
                  </a:lnTo>
                  <a:lnTo>
                    <a:pt x="1239092" y="295477"/>
                  </a:lnTo>
                  <a:lnTo>
                    <a:pt x="1241783" y="292791"/>
                  </a:lnTo>
                  <a:lnTo>
                    <a:pt x="1249855" y="288762"/>
                  </a:lnTo>
                  <a:lnTo>
                    <a:pt x="1249855" y="286075"/>
                  </a:lnTo>
                  <a:lnTo>
                    <a:pt x="1247164" y="283389"/>
                  </a:lnTo>
                  <a:lnTo>
                    <a:pt x="1251200" y="278017"/>
                  </a:lnTo>
                  <a:lnTo>
                    <a:pt x="1256582" y="276674"/>
                  </a:lnTo>
                  <a:lnTo>
                    <a:pt x="1263309" y="278017"/>
                  </a:lnTo>
                  <a:lnTo>
                    <a:pt x="1257927" y="280703"/>
                  </a:lnTo>
                  <a:lnTo>
                    <a:pt x="1257927" y="286075"/>
                  </a:lnTo>
                  <a:lnTo>
                    <a:pt x="1259273" y="287418"/>
                  </a:lnTo>
                  <a:lnTo>
                    <a:pt x="1264654" y="284732"/>
                  </a:lnTo>
                  <a:lnTo>
                    <a:pt x="1268690" y="275331"/>
                  </a:lnTo>
                  <a:lnTo>
                    <a:pt x="1268690" y="271302"/>
                  </a:lnTo>
                  <a:lnTo>
                    <a:pt x="1264654" y="269959"/>
                  </a:lnTo>
                  <a:lnTo>
                    <a:pt x="1259273" y="269959"/>
                  </a:lnTo>
                  <a:lnTo>
                    <a:pt x="1256582" y="267272"/>
                  </a:lnTo>
                  <a:lnTo>
                    <a:pt x="1248509" y="265929"/>
                  </a:lnTo>
                  <a:lnTo>
                    <a:pt x="1245819" y="259214"/>
                  </a:lnTo>
                  <a:lnTo>
                    <a:pt x="1247164" y="252498"/>
                  </a:lnTo>
                  <a:lnTo>
                    <a:pt x="1244473" y="257871"/>
                  </a:lnTo>
                  <a:lnTo>
                    <a:pt x="1240437" y="257871"/>
                  </a:lnTo>
                  <a:lnTo>
                    <a:pt x="1237746" y="253842"/>
                  </a:lnTo>
                  <a:lnTo>
                    <a:pt x="1233710" y="251155"/>
                  </a:lnTo>
                  <a:lnTo>
                    <a:pt x="1232365" y="244440"/>
                  </a:lnTo>
                  <a:lnTo>
                    <a:pt x="1229674" y="244440"/>
                  </a:lnTo>
                  <a:lnTo>
                    <a:pt x="1226984" y="244440"/>
                  </a:lnTo>
                  <a:lnTo>
                    <a:pt x="1225638" y="240411"/>
                  </a:lnTo>
                  <a:lnTo>
                    <a:pt x="1224293" y="237725"/>
                  </a:lnTo>
                  <a:lnTo>
                    <a:pt x="1225638" y="233695"/>
                  </a:lnTo>
                  <a:lnTo>
                    <a:pt x="1225638" y="229666"/>
                  </a:lnTo>
                  <a:lnTo>
                    <a:pt x="1224293" y="224294"/>
                  </a:lnTo>
                  <a:lnTo>
                    <a:pt x="1224293" y="212206"/>
                  </a:lnTo>
                  <a:lnTo>
                    <a:pt x="1228329" y="208177"/>
                  </a:lnTo>
                  <a:lnTo>
                    <a:pt x="1236401" y="200118"/>
                  </a:lnTo>
                  <a:lnTo>
                    <a:pt x="1241783" y="198775"/>
                  </a:lnTo>
                  <a:lnTo>
                    <a:pt x="1245819" y="198775"/>
                  </a:lnTo>
                  <a:lnTo>
                    <a:pt x="1247164" y="196089"/>
                  </a:lnTo>
                  <a:lnTo>
                    <a:pt x="1251200" y="193403"/>
                  </a:lnTo>
                  <a:lnTo>
                    <a:pt x="1251200" y="190717"/>
                  </a:lnTo>
                  <a:lnTo>
                    <a:pt x="1248509" y="190717"/>
                  </a:lnTo>
                  <a:lnTo>
                    <a:pt x="1244473" y="193403"/>
                  </a:lnTo>
                  <a:lnTo>
                    <a:pt x="1241783" y="192060"/>
                  </a:lnTo>
                  <a:lnTo>
                    <a:pt x="1241783" y="188031"/>
                  </a:lnTo>
                  <a:lnTo>
                    <a:pt x="1239092" y="182659"/>
                  </a:lnTo>
                  <a:lnTo>
                    <a:pt x="1240437" y="177286"/>
                  </a:lnTo>
                  <a:lnTo>
                    <a:pt x="1247164" y="170571"/>
                  </a:lnTo>
                  <a:lnTo>
                    <a:pt x="1251200" y="161169"/>
                  </a:lnTo>
                  <a:lnTo>
                    <a:pt x="1253891" y="159826"/>
                  </a:lnTo>
                  <a:lnTo>
                    <a:pt x="1257927" y="153111"/>
                  </a:lnTo>
                  <a:lnTo>
                    <a:pt x="1260618" y="153111"/>
                  </a:lnTo>
                  <a:lnTo>
                    <a:pt x="1264654" y="147739"/>
                  </a:lnTo>
                  <a:lnTo>
                    <a:pt x="1271381" y="145052"/>
                  </a:lnTo>
                  <a:lnTo>
                    <a:pt x="1274072" y="147739"/>
                  </a:lnTo>
                  <a:lnTo>
                    <a:pt x="1272726" y="153111"/>
                  </a:lnTo>
                  <a:lnTo>
                    <a:pt x="1275417" y="155797"/>
                  </a:lnTo>
                  <a:lnTo>
                    <a:pt x="1274072" y="159826"/>
                  </a:lnTo>
                  <a:lnTo>
                    <a:pt x="1279453" y="157140"/>
                  </a:lnTo>
                  <a:lnTo>
                    <a:pt x="1280799" y="153111"/>
                  </a:lnTo>
                  <a:lnTo>
                    <a:pt x="1286180" y="145052"/>
                  </a:lnTo>
                  <a:lnTo>
                    <a:pt x="1286180" y="142366"/>
                  </a:lnTo>
                  <a:lnTo>
                    <a:pt x="1282144" y="142366"/>
                  </a:lnTo>
                  <a:lnTo>
                    <a:pt x="1278108" y="139680"/>
                  </a:lnTo>
                  <a:lnTo>
                    <a:pt x="1274072" y="135651"/>
                  </a:lnTo>
                  <a:lnTo>
                    <a:pt x="1279453" y="131622"/>
                  </a:lnTo>
                  <a:lnTo>
                    <a:pt x="1286180" y="131622"/>
                  </a:lnTo>
                  <a:lnTo>
                    <a:pt x="1287526" y="128935"/>
                  </a:lnTo>
                  <a:lnTo>
                    <a:pt x="1295598" y="123563"/>
                  </a:lnTo>
                  <a:lnTo>
                    <a:pt x="1294252" y="119534"/>
                  </a:lnTo>
                  <a:lnTo>
                    <a:pt x="1298288" y="116848"/>
                  </a:lnTo>
                  <a:lnTo>
                    <a:pt x="1305015" y="119534"/>
                  </a:lnTo>
                  <a:lnTo>
                    <a:pt x="1313088" y="120877"/>
                  </a:lnTo>
                  <a:lnTo>
                    <a:pt x="1313088" y="126249"/>
                  </a:lnTo>
                  <a:lnTo>
                    <a:pt x="1311742" y="128935"/>
                  </a:lnTo>
                  <a:lnTo>
                    <a:pt x="1315778" y="130278"/>
                  </a:lnTo>
                  <a:lnTo>
                    <a:pt x="1319814" y="134308"/>
                  </a:lnTo>
                  <a:lnTo>
                    <a:pt x="1323851" y="136994"/>
                  </a:lnTo>
                  <a:lnTo>
                    <a:pt x="1321160" y="141023"/>
                  </a:lnTo>
                  <a:lnTo>
                    <a:pt x="1319814" y="142366"/>
                  </a:lnTo>
                  <a:lnTo>
                    <a:pt x="1319814" y="147739"/>
                  </a:lnTo>
                  <a:lnTo>
                    <a:pt x="1319814" y="150425"/>
                  </a:lnTo>
                  <a:lnTo>
                    <a:pt x="1323851" y="155797"/>
                  </a:lnTo>
                  <a:lnTo>
                    <a:pt x="1325196" y="159826"/>
                  </a:lnTo>
                  <a:lnTo>
                    <a:pt x="1323851" y="167885"/>
                  </a:lnTo>
                  <a:lnTo>
                    <a:pt x="1327887" y="170571"/>
                  </a:lnTo>
                  <a:lnTo>
                    <a:pt x="1327887" y="173257"/>
                  </a:lnTo>
                  <a:lnTo>
                    <a:pt x="1323851" y="178629"/>
                  </a:lnTo>
                  <a:lnTo>
                    <a:pt x="1323851" y="181315"/>
                  </a:lnTo>
                  <a:lnTo>
                    <a:pt x="1319814" y="188031"/>
                  </a:lnTo>
                  <a:lnTo>
                    <a:pt x="1319814" y="194746"/>
                  </a:lnTo>
                  <a:lnTo>
                    <a:pt x="1317124" y="196089"/>
                  </a:lnTo>
                  <a:lnTo>
                    <a:pt x="1319814" y="200118"/>
                  </a:lnTo>
                  <a:lnTo>
                    <a:pt x="1317124" y="205491"/>
                  </a:lnTo>
                  <a:lnTo>
                    <a:pt x="1322505" y="212206"/>
                  </a:lnTo>
                  <a:lnTo>
                    <a:pt x="1322505" y="216235"/>
                  </a:lnTo>
                  <a:lnTo>
                    <a:pt x="1321160" y="217578"/>
                  </a:lnTo>
                  <a:lnTo>
                    <a:pt x="1322505" y="222951"/>
                  </a:lnTo>
                  <a:lnTo>
                    <a:pt x="1321160" y="226980"/>
                  </a:lnTo>
                  <a:lnTo>
                    <a:pt x="1321160" y="231009"/>
                  </a:lnTo>
                  <a:lnTo>
                    <a:pt x="1323851" y="231009"/>
                  </a:lnTo>
                  <a:lnTo>
                    <a:pt x="1327887" y="236382"/>
                  </a:lnTo>
                  <a:lnTo>
                    <a:pt x="1327887" y="240411"/>
                  </a:lnTo>
                  <a:lnTo>
                    <a:pt x="1323851" y="244440"/>
                  </a:lnTo>
                  <a:lnTo>
                    <a:pt x="1319814" y="241754"/>
                  </a:lnTo>
                  <a:lnTo>
                    <a:pt x="1315778" y="243097"/>
                  </a:lnTo>
                  <a:lnTo>
                    <a:pt x="1313088" y="237725"/>
                  </a:lnTo>
                  <a:lnTo>
                    <a:pt x="1314433" y="232352"/>
                  </a:lnTo>
                  <a:lnTo>
                    <a:pt x="1309051" y="235039"/>
                  </a:lnTo>
                  <a:lnTo>
                    <a:pt x="1306361" y="240411"/>
                  </a:lnTo>
                  <a:lnTo>
                    <a:pt x="1302325" y="243097"/>
                  </a:lnTo>
                  <a:lnTo>
                    <a:pt x="1302325" y="244440"/>
                  </a:lnTo>
                  <a:lnTo>
                    <a:pt x="1309051" y="243097"/>
                  </a:lnTo>
                  <a:lnTo>
                    <a:pt x="1311742" y="247126"/>
                  </a:lnTo>
                  <a:lnTo>
                    <a:pt x="1311742" y="249812"/>
                  </a:lnTo>
                  <a:lnTo>
                    <a:pt x="1296943" y="259214"/>
                  </a:lnTo>
                  <a:lnTo>
                    <a:pt x="1294252" y="259214"/>
                  </a:lnTo>
                  <a:lnTo>
                    <a:pt x="1292907" y="261900"/>
                  </a:lnTo>
                  <a:lnTo>
                    <a:pt x="1290216" y="263243"/>
                  </a:lnTo>
                  <a:lnTo>
                    <a:pt x="1288871" y="268615"/>
                  </a:lnTo>
                  <a:lnTo>
                    <a:pt x="1291562" y="271302"/>
                  </a:lnTo>
                  <a:lnTo>
                    <a:pt x="1295598" y="269959"/>
                  </a:lnTo>
                  <a:lnTo>
                    <a:pt x="1299634" y="271302"/>
                  </a:lnTo>
                  <a:lnTo>
                    <a:pt x="1299634" y="276674"/>
                  </a:lnTo>
                  <a:lnTo>
                    <a:pt x="1305015" y="280703"/>
                  </a:lnTo>
                  <a:lnTo>
                    <a:pt x="1311742" y="279360"/>
                  </a:lnTo>
                  <a:lnTo>
                    <a:pt x="1311742" y="275331"/>
                  </a:lnTo>
                  <a:lnTo>
                    <a:pt x="1315778" y="273988"/>
                  </a:lnTo>
                  <a:lnTo>
                    <a:pt x="1317124" y="276674"/>
                  </a:lnTo>
                  <a:lnTo>
                    <a:pt x="1315778" y="278017"/>
                  </a:lnTo>
                  <a:lnTo>
                    <a:pt x="1315778" y="279360"/>
                  </a:lnTo>
                  <a:lnTo>
                    <a:pt x="1319814" y="280703"/>
                  </a:lnTo>
                  <a:lnTo>
                    <a:pt x="1322505" y="284732"/>
                  </a:lnTo>
                  <a:lnTo>
                    <a:pt x="1327887" y="280703"/>
                  </a:lnTo>
                  <a:lnTo>
                    <a:pt x="1331923" y="283389"/>
                  </a:lnTo>
                  <a:lnTo>
                    <a:pt x="1327887" y="287418"/>
                  </a:lnTo>
                  <a:lnTo>
                    <a:pt x="1322505" y="287418"/>
                  </a:lnTo>
                  <a:lnTo>
                    <a:pt x="1317124" y="292791"/>
                  </a:lnTo>
                  <a:lnTo>
                    <a:pt x="1315778" y="294134"/>
                  </a:lnTo>
                  <a:lnTo>
                    <a:pt x="1314433" y="288762"/>
                  </a:lnTo>
                  <a:lnTo>
                    <a:pt x="1311742" y="288762"/>
                  </a:lnTo>
                  <a:lnTo>
                    <a:pt x="1310397" y="287418"/>
                  </a:lnTo>
                  <a:lnTo>
                    <a:pt x="1310397" y="290105"/>
                  </a:lnTo>
                  <a:lnTo>
                    <a:pt x="1313088" y="295477"/>
                  </a:lnTo>
                  <a:lnTo>
                    <a:pt x="1313088" y="299506"/>
                  </a:lnTo>
                  <a:lnTo>
                    <a:pt x="1318469" y="306222"/>
                  </a:lnTo>
                  <a:lnTo>
                    <a:pt x="1317124" y="312937"/>
                  </a:lnTo>
                  <a:lnTo>
                    <a:pt x="1318469" y="314280"/>
                  </a:lnTo>
                  <a:lnTo>
                    <a:pt x="1317124" y="318309"/>
                  </a:lnTo>
                  <a:lnTo>
                    <a:pt x="1314433" y="320995"/>
                  </a:lnTo>
                  <a:lnTo>
                    <a:pt x="1313088" y="326368"/>
                  </a:lnTo>
                  <a:lnTo>
                    <a:pt x="1313088" y="331740"/>
                  </a:lnTo>
                  <a:lnTo>
                    <a:pt x="1307706" y="337112"/>
                  </a:lnTo>
                  <a:lnTo>
                    <a:pt x="1309051" y="339798"/>
                  </a:lnTo>
                  <a:lnTo>
                    <a:pt x="1309051" y="345171"/>
                  </a:lnTo>
                  <a:lnTo>
                    <a:pt x="1306361" y="347857"/>
                  </a:lnTo>
                  <a:lnTo>
                    <a:pt x="1306361" y="350543"/>
                  </a:lnTo>
                  <a:lnTo>
                    <a:pt x="1310397" y="350543"/>
                  </a:lnTo>
                  <a:lnTo>
                    <a:pt x="1314433" y="346514"/>
                  </a:lnTo>
                  <a:lnTo>
                    <a:pt x="1315778" y="342485"/>
                  </a:lnTo>
                  <a:lnTo>
                    <a:pt x="1322505" y="338455"/>
                  </a:lnTo>
                  <a:lnTo>
                    <a:pt x="1323851" y="337112"/>
                  </a:lnTo>
                  <a:lnTo>
                    <a:pt x="1322505" y="335769"/>
                  </a:lnTo>
                  <a:lnTo>
                    <a:pt x="1325196" y="331740"/>
                  </a:lnTo>
                  <a:lnTo>
                    <a:pt x="1327887" y="334426"/>
                  </a:lnTo>
                  <a:lnTo>
                    <a:pt x="1330578" y="331740"/>
                  </a:lnTo>
                  <a:lnTo>
                    <a:pt x="1330578" y="322339"/>
                  </a:lnTo>
                  <a:lnTo>
                    <a:pt x="1331923" y="318309"/>
                  </a:lnTo>
                  <a:lnTo>
                    <a:pt x="1338650" y="312937"/>
                  </a:lnTo>
                  <a:lnTo>
                    <a:pt x="1345377" y="303535"/>
                  </a:lnTo>
                  <a:lnTo>
                    <a:pt x="1346722" y="298163"/>
                  </a:lnTo>
                  <a:lnTo>
                    <a:pt x="1348067" y="298163"/>
                  </a:lnTo>
                  <a:lnTo>
                    <a:pt x="1350758" y="299506"/>
                  </a:lnTo>
                  <a:lnTo>
                    <a:pt x="1352103" y="304878"/>
                  </a:lnTo>
                  <a:lnTo>
                    <a:pt x="1356140" y="312937"/>
                  </a:lnTo>
                  <a:lnTo>
                    <a:pt x="1357485" y="319652"/>
                  </a:lnTo>
                  <a:lnTo>
                    <a:pt x="1361521" y="326368"/>
                  </a:lnTo>
                  <a:lnTo>
                    <a:pt x="1361521" y="331740"/>
                  </a:lnTo>
                  <a:lnTo>
                    <a:pt x="1360176" y="335769"/>
                  </a:lnTo>
                  <a:lnTo>
                    <a:pt x="1361521" y="346514"/>
                  </a:lnTo>
                  <a:lnTo>
                    <a:pt x="1358830" y="351886"/>
                  </a:lnTo>
                  <a:lnTo>
                    <a:pt x="1354794" y="353229"/>
                  </a:lnTo>
                  <a:lnTo>
                    <a:pt x="1352103" y="350543"/>
                  </a:lnTo>
                  <a:lnTo>
                    <a:pt x="1348067" y="353229"/>
                  </a:lnTo>
                  <a:lnTo>
                    <a:pt x="1346722" y="358602"/>
                  </a:lnTo>
                  <a:lnTo>
                    <a:pt x="1348067" y="363974"/>
                  </a:lnTo>
                  <a:lnTo>
                    <a:pt x="1344031" y="368003"/>
                  </a:lnTo>
                  <a:lnTo>
                    <a:pt x="1341341" y="374718"/>
                  </a:lnTo>
                  <a:lnTo>
                    <a:pt x="1342686" y="377405"/>
                  </a:lnTo>
                  <a:lnTo>
                    <a:pt x="1344031" y="386806"/>
                  </a:lnTo>
                  <a:lnTo>
                    <a:pt x="1348067" y="404266"/>
                  </a:lnTo>
                  <a:lnTo>
                    <a:pt x="1352103" y="412325"/>
                  </a:lnTo>
                  <a:lnTo>
                    <a:pt x="1349413" y="416354"/>
                  </a:lnTo>
                  <a:lnTo>
                    <a:pt x="1353449" y="420383"/>
                  </a:lnTo>
                  <a:lnTo>
                    <a:pt x="1357485" y="420383"/>
                  </a:lnTo>
                  <a:lnTo>
                    <a:pt x="1356140" y="415011"/>
                  </a:lnTo>
                  <a:lnTo>
                    <a:pt x="1354794" y="412325"/>
                  </a:lnTo>
                  <a:lnTo>
                    <a:pt x="1358830" y="408295"/>
                  </a:lnTo>
                  <a:lnTo>
                    <a:pt x="1361521" y="408295"/>
                  </a:lnTo>
                  <a:lnTo>
                    <a:pt x="1364212" y="415011"/>
                  </a:lnTo>
                  <a:lnTo>
                    <a:pt x="1366903" y="413668"/>
                  </a:lnTo>
                  <a:lnTo>
                    <a:pt x="1368248" y="408295"/>
                  </a:lnTo>
                  <a:lnTo>
                    <a:pt x="1372284" y="404266"/>
                  </a:lnTo>
                  <a:lnTo>
                    <a:pt x="1372284" y="396208"/>
                  </a:lnTo>
                  <a:lnTo>
                    <a:pt x="1376320" y="394865"/>
                  </a:lnTo>
                  <a:lnTo>
                    <a:pt x="1381702" y="388149"/>
                  </a:lnTo>
                  <a:lnTo>
                    <a:pt x="1383047" y="386806"/>
                  </a:lnTo>
                  <a:lnTo>
                    <a:pt x="1385738" y="382777"/>
                  </a:lnTo>
                  <a:lnTo>
                    <a:pt x="1395156" y="376062"/>
                  </a:lnTo>
                  <a:lnTo>
                    <a:pt x="1401883" y="365317"/>
                  </a:lnTo>
                  <a:lnTo>
                    <a:pt x="1405919" y="354572"/>
                  </a:lnTo>
                  <a:lnTo>
                    <a:pt x="1409955" y="345171"/>
                  </a:lnTo>
                  <a:lnTo>
                    <a:pt x="1415336" y="342485"/>
                  </a:lnTo>
                  <a:lnTo>
                    <a:pt x="1419372" y="347857"/>
                  </a:lnTo>
                  <a:lnTo>
                    <a:pt x="1422063" y="343828"/>
                  </a:lnTo>
                  <a:lnTo>
                    <a:pt x="1424754" y="346514"/>
                  </a:lnTo>
                  <a:lnTo>
                    <a:pt x="1430135" y="345171"/>
                  </a:lnTo>
                  <a:lnTo>
                    <a:pt x="1430135" y="342485"/>
                  </a:lnTo>
                  <a:lnTo>
                    <a:pt x="1427445" y="342485"/>
                  </a:lnTo>
                  <a:lnTo>
                    <a:pt x="1423408" y="338455"/>
                  </a:lnTo>
                  <a:lnTo>
                    <a:pt x="1424754" y="335769"/>
                  </a:lnTo>
                  <a:lnTo>
                    <a:pt x="1430135" y="334426"/>
                  </a:lnTo>
                  <a:lnTo>
                    <a:pt x="1432826" y="337112"/>
                  </a:lnTo>
                  <a:lnTo>
                    <a:pt x="1435517" y="334426"/>
                  </a:lnTo>
                  <a:lnTo>
                    <a:pt x="1439553" y="335769"/>
                  </a:lnTo>
                  <a:lnTo>
                    <a:pt x="1440898" y="334426"/>
                  </a:lnTo>
                  <a:lnTo>
                    <a:pt x="1439553" y="329054"/>
                  </a:lnTo>
                  <a:lnTo>
                    <a:pt x="1436862" y="329054"/>
                  </a:lnTo>
                  <a:lnTo>
                    <a:pt x="1434172" y="323682"/>
                  </a:lnTo>
                  <a:lnTo>
                    <a:pt x="1431481" y="323682"/>
                  </a:lnTo>
                  <a:lnTo>
                    <a:pt x="1431481" y="315623"/>
                  </a:lnTo>
                  <a:lnTo>
                    <a:pt x="1435517" y="312937"/>
                  </a:lnTo>
                  <a:lnTo>
                    <a:pt x="1435517" y="307565"/>
                  </a:lnTo>
                  <a:lnTo>
                    <a:pt x="1439553" y="307565"/>
                  </a:lnTo>
                  <a:lnTo>
                    <a:pt x="1436862" y="303535"/>
                  </a:lnTo>
                  <a:lnTo>
                    <a:pt x="1436862" y="300849"/>
                  </a:lnTo>
                  <a:lnTo>
                    <a:pt x="1440898" y="296820"/>
                  </a:lnTo>
                  <a:lnTo>
                    <a:pt x="1439553" y="294134"/>
                  </a:lnTo>
                  <a:lnTo>
                    <a:pt x="1439553" y="292791"/>
                  </a:lnTo>
                  <a:lnTo>
                    <a:pt x="1443589" y="292791"/>
                  </a:lnTo>
                  <a:lnTo>
                    <a:pt x="1444935" y="288762"/>
                  </a:lnTo>
                  <a:lnTo>
                    <a:pt x="1440898" y="286075"/>
                  </a:lnTo>
                  <a:lnTo>
                    <a:pt x="1439553" y="283389"/>
                  </a:lnTo>
                  <a:lnTo>
                    <a:pt x="1444935" y="284732"/>
                  </a:lnTo>
                  <a:lnTo>
                    <a:pt x="1447625" y="288762"/>
                  </a:lnTo>
                  <a:lnTo>
                    <a:pt x="1451661" y="288762"/>
                  </a:lnTo>
                  <a:lnTo>
                    <a:pt x="1454352" y="286075"/>
                  </a:lnTo>
                  <a:lnTo>
                    <a:pt x="1462424" y="287418"/>
                  </a:lnTo>
                  <a:lnTo>
                    <a:pt x="1470497" y="292791"/>
                  </a:lnTo>
                  <a:lnTo>
                    <a:pt x="1470497" y="294134"/>
                  </a:lnTo>
                  <a:lnTo>
                    <a:pt x="1473187" y="298163"/>
                  </a:lnTo>
                  <a:lnTo>
                    <a:pt x="1482605" y="302192"/>
                  </a:lnTo>
                  <a:lnTo>
                    <a:pt x="1486641" y="299506"/>
                  </a:lnTo>
                  <a:lnTo>
                    <a:pt x="1492023" y="303535"/>
                  </a:lnTo>
                  <a:lnTo>
                    <a:pt x="1498750" y="306222"/>
                  </a:lnTo>
                  <a:lnTo>
                    <a:pt x="1498750" y="308908"/>
                  </a:lnTo>
                  <a:lnTo>
                    <a:pt x="1496059" y="310251"/>
                  </a:lnTo>
                  <a:lnTo>
                    <a:pt x="1498750" y="314280"/>
                  </a:lnTo>
                  <a:lnTo>
                    <a:pt x="1496059" y="315623"/>
                  </a:lnTo>
                  <a:lnTo>
                    <a:pt x="1492023" y="311594"/>
                  </a:lnTo>
                  <a:lnTo>
                    <a:pt x="1489332" y="311594"/>
                  </a:lnTo>
                  <a:lnTo>
                    <a:pt x="1489332" y="314280"/>
                  </a:lnTo>
                  <a:lnTo>
                    <a:pt x="1500095" y="320995"/>
                  </a:lnTo>
                  <a:lnTo>
                    <a:pt x="1500095" y="326368"/>
                  </a:lnTo>
                  <a:lnTo>
                    <a:pt x="1496059" y="329054"/>
                  </a:lnTo>
                  <a:lnTo>
                    <a:pt x="1498750" y="330397"/>
                  </a:lnTo>
                  <a:lnTo>
                    <a:pt x="1502786" y="329054"/>
                  </a:lnTo>
                  <a:lnTo>
                    <a:pt x="1510858" y="330397"/>
                  </a:lnTo>
                  <a:lnTo>
                    <a:pt x="1512203" y="333083"/>
                  </a:lnTo>
                  <a:lnTo>
                    <a:pt x="1516240" y="334426"/>
                  </a:lnTo>
                  <a:lnTo>
                    <a:pt x="1516240" y="337112"/>
                  </a:lnTo>
                  <a:lnTo>
                    <a:pt x="1513549" y="342485"/>
                  </a:lnTo>
                  <a:lnTo>
                    <a:pt x="1505477" y="347857"/>
                  </a:lnTo>
                  <a:lnTo>
                    <a:pt x="1500095" y="349200"/>
                  </a:lnTo>
                  <a:lnTo>
                    <a:pt x="1496059" y="350543"/>
                  </a:lnTo>
                  <a:lnTo>
                    <a:pt x="1504131" y="350543"/>
                  </a:lnTo>
                  <a:lnTo>
                    <a:pt x="1506822" y="351886"/>
                  </a:lnTo>
                  <a:lnTo>
                    <a:pt x="1506822" y="355915"/>
                  </a:lnTo>
                  <a:lnTo>
                    <a:pt x="1508167" y="355915"/>
                  </a:lnTo>
                  <a:lnTo>
                    <a:pt x="1510858" y="357259"/>
                  </a:lnTo>
                  <a:lnTo>
                    <a:pt x="1506822" y="362631"/>
                  </a:lnTo>
                  <a:lnTo>
                    <a:pt x="1509513" y="365317"/>
                  </a:lnTo>
                  <a:lnTo>
                    <a:pt x="1502786" y="369346"/>
                  </a:lnTo>
                  <a:lnTo>
                    <a:pt x="1496059" y="370689"/>
                  </a:lnTo>
                  <a:lnTo>
                    <a:pt x="1492023" y="370689"/>
                  </a:lnTo>
                  <a:lnTo>
                    <a:pt x="1489332" y="373375"/>
                  </a:lnTo>
                  <a:lnTo>
                    <a:pt x="1485296" y="372032"/>
                  </a:lnTo>
                  <a:lnTo>
                    <a:pt x="1481260" y="368003"/>
                  </a:lnTo>
                  <a:lnTo>
                    <a:pt x="1477224" y="366660"/>
                  </a:lnTo>
                  <a:lnTo>
                    <a:pt x="1475878" y="365317"/>
                  </a:lnTo>
                  <a:lnTo>
                    <a:pt x="1471842" y="365317"/>
                  </a:lnTo>
                  <a:lnTo>
                    <a:pt x="1471842" y="369346"/>
                  </a:lnTo>
                  <a:lnTo>
                    <a:pt x="1469151" y="370689"/>
                  </a:lnTo>
                  <a:lnTo>
                    <a:pt x="1474533" y="372032"/>
                  </a:lnTo>
                  <a:lnTo>
                    <a:pt x="1477224" y="374718"/>
                  </a:lnTo>
                  <a:lnTo>
                    <a:pt x="1475878" y="377405"/>
                  </a:lnTo>
                  <a:lnTo>
                    <a:pt x="1473187" y="381434"/>
                  </a:lnTo>
                  <a:lnTo>
                    <a:pt x="1477224" y="381434"/>
                  </a:lnTo>
                  <a:lnTo>
                    <a:pt x="1474533" y="385463"/>
                  </a:lnTo>
                  <a:lnTo>
                    <a:pt x="1474533" y="389492"/>
                  </a:lnTo>
                  <a:lnTo>
                    <a:pt x="1475878" y="389492"/>
                  </a:lnTo>
                  <a:lnTo>
                    <a:pt x="1479914" y="386806"/>
                  </a:lnTo>
                  <a:lnTo>
                    <a:pt x="1481260" y="386806"/>
                  </a:lnTo>
                  <a:lnTo>
                    <a:pt x="1479914" y="389492"/>
                  </a:lnTo>
                  <a:lnTo>
                    <a:pt x="1473187" y="392178"/>
                  </a:lnTo>
                  <a:lnTo>
                    <a:pt x="1470497" y="397551"/>
                  </a:lnTo>
                  <a:lnTo>
                    <a:pt x="1471842" y="402923"/>
                  </a:lnTo>
                  <a:lnTo>
                    <a:pt x="1478569" y="406952"/>
                  </a:lnTo>
                  <a:lnTo>
                    <a:pt x="1477224" y="410982"/>
                  </a:lnTo>
                  <a:lnTo>
                    <a:pt x="1482605" y="421726"/>
                  </a:lnTo>
                  <a:lnTo>
                    <a:pt x="1482605" y="428442"/>
                  </a:lnTo>
                  <a:lnTo>
                    <a:pt x="1479914" y="429785"/>
                  </a:lnTo>
                  <a:lnTo>
                    <a:pt x="1479914" y="433814"/>
                  </a:lnTo>
                  <a:lnTo>
                    <a:pt x="1473187" y="439186"/>
                  </a:lnTo>
                  <a:lnTo>
                    <a:pt x="1473187" y="443215"/>
                  </a:lnTo>
                  <a:lnTo>
                    <a:pt x="1471842" y="447245"/>
                  </a:lnTo>
                  <a:lnTo>
                    <a:pt x="1466460" y="445902"/>
                  </a:lnTo>
                  <a:lnTo>
                    <a:pt x="1458388" y="445902"/>
                  </a:lnTo>
                  <a:lnTo>
                    <a:pt x="1455698" y="448588"/>
                  </a:lnTo>
                  <a:lnTo>
                    <a:pt x="1454352" y="453960"/>
                  </a:lnTo>
                  <a:lnTo>
                    <a:pt x="1448971" y="456646"/>
                  </a:lnTo>
                  <a:lnTo>
                    <a:pt x="1446280" y="460675"/>
                  </a:lnTo>
                  <a:lnTo>
                    <a:pt x="1442244" y="460675"/>
                  </a:lnTo>
                  <a:lnTo>
                    <a:pt x="1435517" y="468734"/>
                  </a:lnTo>
                  <a:lnTo>
                    <a:pt x="1432826" y="467391"/>
                  </a:lnTo>
                  <a:lnTo>
                    <a:pt x="1428790" y="467391"/>
                  </a:lnTo>
                  <a:lnTo>
                    <a:pt x="1426099" y="472763"/>
                  </a:lnTo>
                  <a:lnTo>
                    <a:pt x="1412645" y="476792"/>
                  </a:lnTo>
                  <a:lnTo>
                    <a:pt x="1409955" y="474106"/>
                  </a:lnTo>
                  <a:lnTo>
                    <a:pt x="1412645" y="471420"/>
                  </a:lnTo>
                  <a:lnTo>
                    <a:pt x="1411300" y="464705"/>
                  </a:lnTo>
                  <a:lnTo>
                    <a:pt x="1407264" y="460675"/>
                  </a:lnTo>
                  <a:lnTo>
                    <a:pt x="1407264" y="457989"/>
                  </a:lnTo>
                  <a:lnTo>
                    <a:pt x="1409955" y="456646"/>
                  </a:lnTo>
                  <a:lnTo>
                    <a:pt x="1409955" y="452617"/>
                  </a:lnTo>
                  <a:lnTo>
                    <a:pt x="1413991" y="445902"/>
                  </a:lnTo>
                  <a:lnTo>
                    <a:pt x="1408609" y="451274"/>
                  </a:lnTo>
                  <a:lnTo>
                    <a:pt x="1407264" y="451274"/>
                  </a:lnTo>
                  <a:lnTo>
                    <a:pt x="1405919" y="440529"/>
                  </a:lnTo>
                  <a:lnTo>
                    <a:pt x="1404573" y="439186"/>
                  </a:lnTo>
                  <a:lnTo>
                    <a:pt x="1401883" y="435157"/>
                  </a:lnTo>
                  <a:lnTo>
                    <a:pt x="1396501" y="437843"/>
                  </a:lnTo>
                  <a:lnTo>
                    <a:pt x="1395156" y="436500"/>
                  </a:lnTo>
                  <a:lnTo>
                    <a:pt x="1389774" y="436500"/>
                  </a:lnTo>
                  <a:lnTo>
                    <a:pt x="1385738" y="443215"/>
                  </a:lnTo>
                  <a:lnTo>
                    <a:pt x="1388429" y="443215"/>
                  </a:lnTo>
                  <a:lnTo>
                    <a:pt x="1395156" y="439186"/>
                  </a:lnTo>
                  <a:lnTo>
                    <a:pt x="1397846" y="440529"/>
                  </a:lnTo>
                  <a:lnTo>
                    <a:pt x="1396501" y="444559"/>
                  </a:lnTo>
                  <a:lnTo>
                    <a:pt x="1401883" y="447245"/>
                  </a:lnTo>
                  <a:lnTo>
                    <a:pt x="1404573" y="455303"/>
                  </a:lnTo>
                  <a:lnTo>
                    <a:pt x="1403228" y="462018"/>
                  </a:lnTo>
                  <a:lnTo>
                    <a:pt x="1405919" y="464705"/>
                  </a:lnTo>
                  <a:lnTo>
                    <a:pt x="1407264" y="471420"/>
                  </a:lnTo>
                  <a:lnTo>
                    <a:pt x="1404573" y="474106"/>
                  </a:lnTo>
                  <a:lnTo>
                    <a:pt x="1405919" y="476792"/>
                  </a:lnTo>
                  <a:lnTo>
                    <a:pt x="1405919" y="480822"/>
                  </a:lnTo>
                  <a:lnTo>
                    <a:pt x="1403228" y="480822"/>
                  </a:lnTo>
                  <a:lnTo>
                    <a:pt x="1395156" y="472763"/>
                  </a:lnTo>
                  <a:lnTo>
                    <a:pt x="1395156" y="468734"/>
                  </a:lnTo>
                  <a:lnTo>
                    <a:pt x="1391119" y="467391"/>
                  </a:lnTo>
                  <a:lnTo>
                    <a:pt x="1389774" y="463362"/>
                  </a:lnTo>
                  <a:lnTo>
                    <a:pt x="1387083" y="467391"/>
                  </a:lnTo>
                  <a:lnTo>
                    <a:pt x="1391119" y="472763"/>
                  </a:lnTo>
                  <a:lnTo>
                    <a:pt x="1391119" y="476792"/>
                  </a:lnTo>
                  <a:lnTo>
                    <a:pt x="1384393" y="472763"/>
                  </a:lnTo>
                  <a:lnTo>
                    <a:pt x="1380356" y="472763"/>
                  </a:lnTo>
                  <a:lnTo>
                    <a:pt x="1379011" y="470077"/>
                  </a:lnTo>
                  <a:lnTo>
                    <a:pt x="1376320" y="471420"/>
                  </a:lnTo>
                  <a:lnTo>
                    <a:pt x="1376320" y="468734"/>
                  </a:lnTo>
                  <a:lnTo>
                    <a:pt x="1379011" y="460675"/>
                  </a:lnTo>
                  <a:lnTo>
                    <a:pt x="1379011" y="459332"/>
                  </a:lnTo>
                  <a:lnTo>
                    <a:pt x="1376320" y="457989"/>
                  </a:lnTo>
                  <a:lnTo>
                    <a:pt x="1376320" y="455303"/>
                  </a:lnTo>
                  <a:lnTo>
                    <a:pt x="1369593" y="457989"/>
                  </a:lnTo>
                  <a:lnTo>
                    <a:pt x="1362867" y="457989"/>
                  </a:lnTo>
                  <a:lnTo>
                    <a:pt x="1358830" y="455303"/>
                  </a:lnTo>
                  <a:lnTo>
                    <a:pt x="1354794" y="456646"/>
                  </a:lnTo>
                  <a:lnTo>
                    <a:pt x="1348067" y="452617"/>
                  </a:lnTo>
                  <a:lnTo>
                    <a:pt x="1348067" y="456646"/>
                  </a:lnTo>
                  <a:lnTo>
                    <a:pt x="1349413" y="459332"/>
                  </a:lnTo>
                  <a:lnTo>
                    <a:pt x="1346722" y="460675"/>
                  </a:lnTo>
                  <a:lnTo>
                    <a:pt x="1346722" y="466048"/>
                  </a:lnTo>
                  <a:lnTo>
                    <a:pt x="1349413" y="470077"/>
                  </a:lnTo>
                  <a:lnTo>
                    <a:pt x="1356140" y="471420"/>
                  </a:lnTo>
                  <a:lnTo>
                    <a:pt x="1358830" y="475449"/>
                  </a:lnTo>
                  <a:lnTo>
                    <a:pt x="1354794" y="483508"/>
                  </a:lnTo>
                  <a:lnTo>
                    <a:pt x="1352103" y="483508"/>
                  </a:lnTo>
                  <a:lnTo>
                    <a:pt x="1338650" y="492909"/>
                  </a:lnTo>
                  <a:lnTo>
                    <a:pt x="1334614" y="499625"/>
                  </a:lnTo>
                  <a:lnTo>
                    <a:pt x="1327887" y="507683"/>
                  </a:lnTo>
                  <a:lnTo>
                    <a:pt x="1323851" y="504997"/>
                  </a:lnTo>
                  <a:lnTo>
                    <a:pt x="1319814" y="507683"/>
                  </a:lnTo>
                  <a:lnTo>
                    <a:pt x="1318469" y="514398"/>
                  </a:lnTo>
                  <a:lnTo>
                    <a:pt x="1313088" y="515742"/>
                  </a:lnTo>
                  <a:lnTo>
                    <a:pt x="1296943" y="513055"/>
                  </a:lnTo>
                  <a:lnTo>
                    <a:pt x="1294252" y="507683"/>
                  </a:lnTo>
                  <a:lnTo>
                    <a:pt x="1291562" y="502311"/>
                  </a:lnTo>
                  <a:lnTo>
                    <a:pt x="1283489" y="498282"/>
                  </a:lnTo>
                  <a:lnTo>
                    <a:pt x="1283489" y="495595"/>
                  </a:lnTo>
                  <a:lnTo>
                    <a:pt x="1286180" y="495595"/>
                  </a:lnTo>
                  <a:lnTo>
                    <a:pt x="1288871" y="494252"/>
                  </a:lnTo>
                  <a:lnTo>
                    <a:pt x="1286180" y="491566"/>
                  </a:lnTo>
                  <a:lnTo>
                    <a:pt x="1280799" y="490223"/>
                  </a:lnTo>
                  <a:lnTo>
                    <a:pt x="1275417" y="479478"/>
                  </a:lnTo>
                  <a:lnTo>
                    <a:pt x="1268690" y="474106"/>
                  </a:lnTo>
                  <a:lnTo>
                    <a:pt x="1257927" y="474106"/>
                  </a:lnTo>
                  <a:lnTo>
                    <a:pt x="1251200" y="470077"/>
                  </a:lnTo>
                  <a:lnTo>
                    <a:pt x="1239092" y="470077"/>
                  </a:lnTo>
                  <a:lnTo>
                    <a:pt x="1233710" y="467391"/>
                  </a:lnTo>
                  <a:lnTo>
                    <a:pt x="1233710" y="471420"/>
                  </a:lnTo>
                  <a:lnTo>
                    <a:pt x="1237746" y="475449"/>
                  </a:lnTo>
                  <a:lnTo>
                    <a:pt x="1239092" y="472763"/>
                  </a:lnTo>
                  <a:lnTo>
                    <a:pt x="1241783" y="471420"/>
                  </a:lnTo>
                  <a:lnTo>
                    <a:pt x="1253891" y="476792"/>
                  </a:lnTo>
                  <a:lnTo>
                    <a:pt x="1264654" y="475449"/>
                  </a:lnTo>
                  <a:lnTo>
                    <a:pt x="1268690" y="478135"/>
                  </a:lnTo>
                  <a:lnTo>
                    <a:pt x="1267345" y="480822"/>
                  </a:lnTo>
                  <a:lnTo>
                    <a:pt x="1264654" y="480822"/>
                  </a:lnTo>
                  <a:lnTo>
                    <a:pt x="1263309" y="483508"/>
                  </a:lnTo>
                  <a:lnTo>
                    <a:pt x="1264654" y="484851"/>
                  </a:lnTo>
                  <a:lnTo>
                    <a:pt x="1265999" y="492909"/>
                  </a:lnTo>
                  <a:lnTo>
                    <a:pt x="1267345" y="492909"/>
                  </a:lnTo>
                  <a:lnTo>
                    <a:pt x="1274072" y="504997"/>
                  </a:lnTo>
                  <a:lnTo>
                    <a:pt x="1276762" y="511712"/>
                  </a:lnTo>
                  <a:lnTo>
                    <a:pt x="1286180" y="515742"/>
                  </a:lnTo>
                  <a:lnTo>
                    <a:pt x="1296943" y="517085"/>
                  </a:lnTo>
                  <a:lnTo>
                    <a:pt x="1314433" y="522457"/>
                  </a:lnTo>
                  <a:lnTo>
                    <a:pt x="1315778" y="527829"/>
                  </a:lnTo>
                  <a:lnTo>
                    <a:pt x="1313088" y="529172"/>
                  </a:lnTo>
                  <a:lnTo>
                    <a:pt x="1307706" y="534545"/>
                  </a:lnTo>
                  <a:lnTo>
                    <a:pt x="1302325" y="535888"/>
                  </a:lnTo>
                  <a:lnTo>
                    <a:pt x="1295598" y="546632"/>
                  </a:lnTo>
                  <a:lnTo>
                    <a:pt x="1294252" y="543946"/>
                  </a:lnTo>
                  <a:lnTo>
                    <a:pt x="1291562" y="546632"/>
                  </a:lnTo>
                  <a:lnTo>
                    <a:pt x="1291562" y="549318"/>
                  </a:lnTo>
                  <a:lnTo>
                    <a:pt x="1275417" y="566779"/>
                  </a:lnTo>
                  <a:lnTo>
                    <a:pt x="1268690" y="569465"/>
                  </a:lnTo>
                  <a:lnTo>
                    <a:pt x="1263309" y="577523"/>
                  </a:lnTo>
                  <a:lnTo>
                    <a:pt x="1259273" y="578866"/>
                  </a:lnTo>
                  <a:lnTo>
                    <a:pt x="1256582" y="576180"/>
                  </a:lnTo>
                  <a:lnTo>
                    <a:pt x="1253891" y="576180"/>
                  </a:lnTo>
                  <a:lnTo>
                    <a:pt x="1252546" y="578866"/>
                  </a:lnTo>
                  <a:lnTo>
                    <a:pt x="1245819" y="572151"/>
                  </a:lnTo>
                  <a:lnTo>
                    <a:pt x="1241783" y="569465"/>
                  </a:lnTo>
                  <a:lnTo>
                    <a:pt x="1239092" y="573494"/>
                  </a:lnTo>
                  <a:lnTo>
                    <a:pt x="1237746" y="570808"/>
                  </a:lnTo>
                  <a:lnTo>
                    <a:pt x="1236401" y="569465"/>
                  </a:lnTo>
                  <a:lnTo>
                    <a:pt x="1239092" y="564092"/>
                  </a:lnTo>
                  <a:lnTo>
                    <a:pt x="1237746" y="562749"/>
                  </a:lnTo>
                  <a:lnTo>
                    <a:pt x="1236401" y="560063"/>
                  </a:lnTo>
                  <a:lnTo>
                    <a:pt x="1232365" y="562749"/>
                  </a:lnTo>
                  <a:lnTo>
                    <a:pt x="1228329" y="573494"/>
                  </a:lnTo>
                  <a:lnTo>
                    <a:pt x="1226984" y="568122"/>
                  </a:lnTo>
                  <a:lnTo>
                    <a:pt x="1224293" y="560063"/>
                  </a:lnTo>
                  <a:lnTo>
                    <a:pt x="1222947" y="568122"/>
                  </a:lnTo>
                  <a:lnTo>
                    <a:pt x="1225638" y="570808"/>
                  </a:lnTo>
                  <a:lnTo>
                    <a:pt x="1224293" y="580209"/>
                  </a:lnTo>
                  <a:lnTo>
                    <a:pt x="1218911" y="589611"/>
                  </a:lnTo>
                  <a:lnTo>
                    <a:pt x="1214875" y="588268"/>
                  </a:lnTo>
                  <a:lnTo>
                    <a:pt x="1213530" y="585582"/>
                  </a:lnTo>
                  <a:lnTo>
                    <a:pt x="1209494" y="578866"/>
                  </a:lnTo>
                  <a:lnTo>
                    <a:pt x="1209494" y="584239"/>
                  </a:lnTo>
                  <a:lnTo>
                    <a:pt x="1212184" y="586925"/>
                  </a:lnTo>
                  <a:lnTo>
                    <a:pt x="1206803" y="589611"/>
                  </a:lnTo>
                  <a:lnTo>
                    <a:pt x="1206803" y="594983"/>
                  </a:lnTo>
                  <a:lnTo>
                    <a:pt x="1204112" y="593640"/>
                  </a:lnTo>
                  <a:lnTo>
                    <a:pt x="1198731" y="590954"/>
                  </a:lnTo>
                  <a:lnTo>
                    <a:pt x="1198731" y="586925"/>
                  </a:lnTo>
                  <a:lnTo>
                    <a:pt x="1193349" y="584239"/>
                  </a:lnTo>
                  <a:lnTo>
                    <a:pt x="1189313" y="577523"/>
                  </a:lnTo>
                  <a:lnTo>
                    <a:pt x="1178550" y="573494"/>
                  </a:lnTo>
                  <a:lnTo>
                    <a:pt x="1169132" y="568122"/>
                  </a:lnTo>
                  <a:lnTo>
                    <a:pt x="1166442" y="561406"/>
                  </a:lnTo>
                  <a:lnTo>
                    <a:pt x="1161060" y="558720"/>
                  </a:lnTo>
                  <a:lnTo>
                    <a:pt x="1154333" y="553348"/>
                  </a:lnTo>
                  <a:lnTo>
                    <a:pt x="1151642" y="549318"/>
                  </a:lnTo>
                  <a:lnTo>
                    <a:pt x="1151642" y="557377"/>
                  </a:lnTo>
                  <a:lnTo>
                    <a:pt x="1147606" y="556034"/>
                  </a:lnTo>
                  <a:lnTo>
                    <a:pt x="1150297" y="564092"/>
                  </a:lnTo>
                  <a:lnTo>
                    <a:pt x="1154333" y="568122"/>
                  </a:lnTo>
                  <a:lnTo>
                    <a:pt x="1155679" y="565435"/>
                  </a:lnTo>
                  <a:lnTo>
                    <a:pt x="1154333" y="561406"/>
                  </a:lnTo>
                  <a:lnTo>
                    <a:pt x="1155679" y="560063"/>
                  </a:lnTo>
                  <a:lnTo>
                    <a:pt x="1157024" y="560063"/>
                  </a:lnTo>
                  <a:lnTo>
                    <a:pt x="1167787" y="570808"/>
                  </a:lnTo>
                  <a:lnTo>
                    <a:pt x="1177204" y="576180"/>
                  </a:lnTo>
                  <a:lnTo>
                    <a:pt x="1177204" y="578866"/>
                  </a:lnTo>
                  <a:lnTo>
                    <a:pt x="1171823" y="582895"/>
                  </a:lnTo>
                  <a:lnTo>
                    <a:pt x="1165096" y="584239"/>
                  </a:lnTo>
                  <a:lnTo>
                    <a:pt x="1162405" y="582895"/>
                  </a:lnTo>
                  <a:lnTo>
                    <a:pt x="1163751" y="585582"/>
                  </a:lnTo>
                  <a:lnTo>
                    <a:pt x="1163751" y="588268"/>
                  </a:lnTo>
                  <a:lnTo>
                    <a:pt x="1166442" y="586925"/>
                  </a:lnTo>
                  <a:lnTo>
                    <a:pt x="1175859" y="585582"/>
                  </a:lnTo>
                  <a:lnTo>
                    <a:pt x="1181241" y="580209"/>
                  </a:lnTo>
                  <a:lnTo>
                    <a:pt x="1183931" y="580209"/>
                  </a:lnTo>
                  <a:lnTo>
                    <a:pt x="1186622" y="582895"/>
                  </a:lnTo>
                  <a:lnTo>
                    <a:pt x="1187968" y="589611"/>
                  </a:lnTo>
                  <a:lnTo>
                    <a:pt x="1197385" y="601698"/>
                  </a:lnTo>
                  <a:lnTo>
                    <a:pt x="1197385" y="613786"/>
                  </a:lnTo>
                  <a:lnTo>
                    <a:pt x="1190658" y="620502"/>
                  </a:lnTo>
                  <a:lnTo>
                    <a:pt x="1186622" y="620502"/>
                  </a:lnTo>
                  <a:lnTo>
                    <a:pt x="1182586" y="623188"/>
                  </a:lnTo>
                  <a:lnTo>
                    <a:pt x="1177204" y="623188"/>
                  </a:lnTo>
                  <a:lnTo>
                    <a:pt x="1173169" y="619159"/>
                  </a:lnTo>
                  <a:lnTo>
                    <a:pt x="1161060" y="617815"/>
                  </a:lnTo>
                  <a:lnTo>
                    <a:pt x="1154333" y="608414"/>
                  </a:lnTo>
                  <a:lnTo>
                    <a:pt x="1151642" y="600355"/>
                  </a:lnTo>
                  <a:lnTo>
                    <a:pt x="1147606" y="596326"/>
                  </a:lnTo>
                  <a:lnTo>
                    <a:pt x="1146261" y="599012"/>
                  </a:lnTo>
                  <a:lnTo>
                    <a:pt x="1147606" y="601698"/>
                  </a:lnTo>
                  <a:lnTo>
                    <a:pt x="1147606" y="607071"/>
                  </a:lnTo>
                  <a:lnTo>
                    <a:pt x="1151642" y="612443"/>
                  </a:lnTo>
                  <a:lnTo>
                    <a:pt x="1155679" y="623188"/>
                  </a:lnTo>
                  <a:lnTo>
                    <a:pt x="1161060" y="632589"/>
                  </a:lnTo>
                  <a:lnTo>
                    <a:pt x="1158369" y="635275"/>
                  </a:lnTo>
                  <a:lnTo>
                    <a:pt x="1154333" y="633932"/>
                  </a:lnTo>
                  <a:lnTo>
                    <a:pt x="1150297" y="633932"/>
                  </a:lnTo>
                  <a:lnTo>
                    <a:pt x="1147606" y="627217"/>
                  </a:lnTo>
                  <a:lnTo>
                    <a:pt x="1147606" y="631246"/>
                  </a:lnTo>
                  <a:lnTo>
                    <a:pt x="1144916" y="632589"/>
                  </a:lnTo>
                  <a:lnTo>
                    <a:pt x="1147606" y="635275"/>
                  </a:lnTo>
                  <a:lnTo>
                    <a:pt x="1151642" y="637962"/>
                  </a:lnTo>
                  <a:lnTo>
                    <a:pt x="1152988" y="640648"/>
                  </a:lnTo>
                  <a:lnTo>
                    <a:pt x="1143570" y="637962"/>
                  </a:lnTo>
                  <a:lnTo>
                    <a:pt x="1140879" y="636618"/>
                  </a:lnTo>
                  <a:lnTo>
                    <a:pt x="1140879" y="640648"/>
                  </a:lnTo>
                  <a:lnTo>
                    <a:pt x="1143570" y="643334"/>
                  </a:lnTo>
                  <a:lnTo>
                    <a:pt x="1143570" y="647363"/>
                  </a:lnTo>
                  <a:lnTo>
                    <a:pt x="1139534" y="652735"/>
                  </a:lnTo>
                  <a:lnTo>
                    <a:pt x="1139534" y="646020"/>
                  </a:lnTo>
                  <a:lnTo>
                    <a:pt x="1135498" y="646020"/>
                  </a:lnTo>
                  <a:lnTo>
                    <a:pt x="1138189" y="648706"/>
                  </a:lnTo>
                  <a:lnTo>
                    <a:pt x="1136843" y="652735"/>
                  </a:lnTo>
                  <a:lnTo>
                    <a:pt x="1135498" y="651392"/>
                  </a:lnTo>
                  <a:lnTo>
                    <a:pt x="1128771" y="650049"/>
                  </a:lnTo>
                  <a:lnTo>
                    <a:pt x="1126080" y="654079"/>
                  </a:lnTo>
                  <a:lnTo>
                    <a:pt x="1118008" y="656765"/>
                  </a:lnTo>
                  <a:lnTo>
                    <a:pt x="1123389" y="659451"/>
                  </a:lnTo>
                  <a:lnTo>
                    <a:pt x="1123389" y="663480"/>
                  </a:lnTo>
                  <a:lnTo>
                    <a:pt x="1120699" y="663480"/>
                  </a:lnTo>
                  <a:lnTo>
                    <a:pt x="1120699" y="662137"/>
                  </a:lnTo>
                  <a:lnTo>
                    <a:pt x="1115317" y="658108"/>
                  </a:lnTo>
                  <a:lnTo>
                    <a:pt x="1109936" y="656765"/>
                  </a:lnTo>
                  <a:lnTo>
                    <a:pt x="1109936" y="659451"/>
                  </a:lnTo>
                  <a:lnTo>
                    <a:pt x="1107245" y="660794"/>
                  </a:lnTo>
                  <a:lnTo>
                    <a:pt x="1113972" y="666166"/>
                  </a:lnTo>
                  <a:lnTo>
                    <a:pt x="1111281" y="668852"/>
                  </a:lnTo>
                  <a:lnTo>
                    <a:pt x="1111281" y="671539"/>
                  </a:lnTo>
                  <a:lnTo>
                    <a:pt x="1105900" y="671539"/>
                  </a:lnTo>
                  <a:lnTo>
                    <a:pt x="1101864" y="678254"/>
                  </a:lnTo>
                  <a:lnTo>
                    <a:pt x="1096482" y="680940"/>
                  </a:lnTo>
                  <a:lnTo>
                    <a:pt x="1099173" y="684969"/>
                  </a:lnTo>
                  <a:lnTo>
                    <a:pt x="1097827" y="687655"/>
                  </a:lnTo>
                  <a:lnTo>
                    <a:pt x="1093791" y="687655"/>
                  </a:lnTo>
                  <a:lnTo>
                    <a:pt x="1091100" y="691685"/>
                  </a:lnTo>
                  <a:lnTo>
                    <a:pt x="1092446" y="695714"/>
                  </a:lnTo>
                  <a:lnTo>
                    <a:pt x="1087064" y="698400"/>
                  </a:lnTo>
                  <a:lnTo>
                    <a:pt x="1080337" y="706459"/>
                  </a:lnTo>
                  <a:lnTo>
                    <a:pt x="1074956" y="707802"/>
                  </a:lnTo>
                  <a:lnTo>
                    <a:pt x="1073611" y="713174"/>
                  </a:lnTo>
                  <a:lnTo>
                    <a:pt x="1068229" y="717203"/>
                  </a:lnTo>
                  <a:lnTo>
                    <a:pt x="1062847" y="713174"/>
                  </a:lnTo>
                  <a:lnTo>
                    <a:pt x="1062847" y="717203"/>
                  </a:lnTo>
                  <a:lnTo>
                    <a:pt x="1065538" y="722575"/>
                  </a:lnTo>
                  <a:lnTo>
                    <a:pt x="1060157" y="727948"/>
                  </a:lnTo>
                  <a:lnTo>
                    <a:pt x="1058812" y="737349"/>
                  </a:lnTo>
                  <a:lnTo>
                    <a:pt x="1056121" y="741379"/>
                  </a:lnTo>
                  <a:lnTo>
                    <a:pt x="1053430" y="748094"/>
                  </a:lnTo>
                  <a:lnTo>
                    <a:pt x="1049394" y="750780"/>
                  </a:lnTo>
                  <a:lnTo>
                    <a:pt x="1045358" y="761525"/>
                  </a:lnTo>
                  <a:lnTo>
                    <a:pt x="1048048" y="762868"/>
                  </a:lnTo>
                  <a:lnTo>
                    <a:pt x="1048048" y="770926"/>
                  </a:lnTo>
                  <a:lnTo>
                    <a:pt x="1042667" y="778985"/>
                  </a:lnTo>
                  <a:lnTo>
                    <a:pt x="1041322" y="783014"/>
                  </a:lnTo>
                  <a:lnTo>
                    <a:pt x="1035940" y="784357"/>
                  </a:lnTo>
                  <a:lnTo>
                    <a:pt x="1034595" y="787043"/>
                  </a:lnTo>
                  <a:lnTo>
                    <a:pt x="1039976" y="788386"/>
                  </a:lnTo>
                  <a:lnTo>
                    <a:pt x="1041322" y="792415"/>
                  </a:lnTo>
                  <a:lnTo>
                    <a:pt x="1039976" y="796445"/>
                  </a:lnTo>
                  <a:lnTo>
                    <a:pt x="1042667" y="800474"/>
                  </a:lnTo>
                  <a:lnTo>
                    <a:pt x="1041322" y="807189"/>
                  </a:lnTo>
                  <a:lnTo>
                    <a:pt x="1044012" y="808532"/>
                  </a:lnTo>
                  <a:lnTo>
                    <a:pt x="1038631" y="820620"/>
                  </a:lnTo>
                  <a:lnTo>
                    <a:pt x="1031904" y="827335"/>
                  </a:lnTo>
                  <a:lnTo>
                    <a:pt x="1018450" y="830022"/>
                  </a:lnTo>
                  <a:lnTo>
                    <a:pt x="1015759" y="835394"/>
                  </a:lnTo>
                  <a:lnTo>
                    <a:pt x="1022486" y="828679"/>
                  </a:lnTo>
                  <a:lnTo>
                    <a:pt x="1034595" y="827335"/>
                  </a:lnTo>
                  <a:lnTo>
                    <a:pt x="1044012" y="816591"/>
                  </a:lnTo>
                  <a:lnTo>
                    <a:pt x="1050739" y="804503"/>
                  </a:lnTo>
                  <a:lnTo>
                    <a:pt x="1065538" y="803160"/>
                  </a:lnTo>
                  <a:lnTo>
                    <a:pt x="1069574" y="805846"/>
                  </a:lnTo>
                  <a:lnTo>
                    <a:pt x="1069574" y="809875"/>
                  </a:lnTo>
                  <a:lnTo>
                    <a:pt x="1068229" y="815248"/>
                  </a:lnTo>
                  <a:lnTo>
                    <a:pt x="1068229" y="821963"/>
                  </a:lnTo>
                  <a:lnTo>
                    <a:pt x="1070920" y="828679"/>
                  </a:lnTo>
                  <a:lnTo>
                    <a:pt x="1070920" y="839423"/>
                  </a:lnTo>
                  <a:lnTo>
                    <a:pt x="1066884" y="850168"/>
                  </a:lnTo>
                  <a:lnTo>
                    <a:pt x="1069574" y="854197"/>
                  </a:lnTo>
                  <a:lnTo>
                    <a:pt x="1072265" y="863598"/>
                  </a:lnTo>
                  <a:lnTo>
                    <a:pt x="1069574" y="868971"/>
                  </a:lnTo>
                  <a:lnTo>
                    <a:pt x="1054775" y="885088"/>
                  </a:lnTo>
                  <a:lnTo>
                    <a:pt x="1046703" y="887774"/>
                  </a:lnTo>
                  <a:lnTo>
                    <a:pt x="1041322" y="886431"/>
                  </a:lnTo>
                  <a:lnTo>
                    <a:pt x="1046703" y="889117"/>
                  </a:lnTo>
                  <a:lnTo>
                    <a:pt x="1054775" y="889117"/>
                  </a:lnTo>
                  <a:lnTo>
                    <a:pt x="1072265" y="882402"/>
                  </a:lnTo>
                  <a:lnTo>
                    <a:pt x="1091100" y="877029"/>
                  </a:lnTo>
                  <a:lnTo>
                    <a:pt x="1100518" y="875686"/>
                  </a:lnTo>
                  <a:lnTo>
                    <a:pt x="1112627" y="883745"/>
                  </a:lnTo>
                  <a:lnTo>
                    <a:pt x="1120699" y="890460"/>
                  </a:lnTo>
                  <a:lnTo>
                    <a:pt x="1131462" y="893146"/>
                  </a:lnTo>
                  <a:lnTo>
                    <a:pt x="1134152" y="895832"/>
                  </a:lnTo>
                  <a:lnTo>
                    <a:pt x="1139534" y="897175"/>
                  </a:lnTo>
                  <a:lnTo>
                    <a:pt x="1147606" y="906577"/>
                  </a:lnTo>
                  <a:lnTo>
                    <a:pt x="1151642" y="907920"/>
                  </a:lnTo>
                  <a:lnTo>
                    <a:pt x="1155679" y="915979"/>
                  </a:lnTo>
                  <a:lnTo>
                    <a:pt x="1159715" y="918665"/>
                  </a:lnTo>
                  <a:lnTo>
                    <a:pt x="1159715" y="922694"/>
                  </a:lnTo>
                  <a:lnTo>
                    <a:pt x="1163751" y="926723"/>
                  </a:lnTo>
                  <a:lnTo>
                    <a:pt x="1167787" y="934782"/>
                  </a:lnTo>
                  <a:lnTo>
                    <a:pt x="1166442" y="937468"/>
                  </a:lnTo>
                  <a:lnTo>
                    <a:pt x="1170478" y="936125"/>
                  </a:lnTo>
                  <a:lnTo>
                    <a:pt x="1173169" y="938811"/>
                  </a:lnTo>
                  <a:lnTo>
                    <a:pt x="1183931" y="945526"/>
                  </a:lnTo>
                  <a:lnTo>
                    <a:pt x="1187968" y="946869"/>
                  </a:lnTo>
                  <a:lnTo>
                    <a:pt x="1194694" y="952242"/>
                  </a:lnTo>
                  <a:lnTo>
                    <a:pt x="1198731" y="953585"/>
                  </a:lnTo>
                  <a:lnTo>
                    <a:pt x="1208148" y="961643"/>
                  </a:lnTo>
                  <a:lnTo>
                    <a:pt x="1209494" y="965672"/>
                  </a:lnTo>
                  <a:lnTo>
                    <a:pt x="1214875" y="971045"/>
                  </a:lnTo>
                  <a:lnTo>
                    <a:pt x="1214875" y="973731"/>
                  </a:lnTo>
                  <a:lnTo>
                    <a:pt x="1216221" y="975074"/>
                  </a:lnTo>
                  <a:lnTo>
                    <a:pt x="1224293" y="976417"/>
                  </a:lnTo>
                  <a:lnTo>
                    <a:pt x="1226984" y="976417"/>
                  </a:lnTo>
                  <a:lnTo>
                    <a:pt x="1232365" y="975074"/>
                  </a:lnTo>
                  <a:lnTo>
                    <a:pt x="1243128" y="976417"/>
                  </a:lnTo>
                  <a:lnTo>
                    <a:pt x="1245819" y="977760"/>
                  </a:lnTo>
                  <a:lnTo>
                    <a:pt x="1248509" y="977760"/>
                  </a:lnTo>
                  <a:lnTo>
                    <a:pt x="1256582" y="980446"/>
                  </a:lnTo>
                  <a:lnTo>
                    <a:pt x="1264654" y="981789"/>
                  </a:lnTo>
                  <a:lnTo>
                    <a:pt x="1271381" y="980446"/>
                  </a:lnTo>
                  <a:lnTo>
                    <a:pt x="1275417" y="980446"/>
                  </a:lnTo>
                  <a:lnTo>
                    <a:pt x="1275417" y="981789"/>
                  </a:lnTo>
                  <a:lnTo>
                    <a:pt x="1276762" y="981789"/>
                  </a:lnTo>
                  <a:lnTo>
                    <a:pt x="1279453" y="981789"/>
                  </a:lnTo>
                  <a:lnTo>
                    <a:pt x="1280799" y="988505"/>
                  </a:lnTo>
                  <a:lnTo>
                    <a:pt x="1274072" y="1001935"/>
                  </a:lnTo>
                  <a:lnTo>
                    <a:pt x="1272726" y="1005965"/>
                  </a:lnTo>
                  <a:lnTo>
                    <a:pt x="1270036" y="1011337"/>
                  </a:lnTo>
                  <a:lnTo>
                    <a:pt x="1265999" y="1018052"/>
                  </a:lnTo>
                  <a:lnTo>
                    <a:pt x="1267345" y="1023425"/>
                  </a:lnTo>
                  <a:lnTo>
                    <a:pt x="1268690" y="1024768"/>
                  </a:lnTo>
                  <a:lnTo>
                    <a:pt x="1268690" y="1036855"/>
                  </a:lnTo>
                  <a:lnTo>
                    <a:pt x="1261963" y="1046257"/>
                  </a:lnTo>
                  <a:lnTo>
                    <a:pt x="1261963" y="1051629"/>
                  </a:lnTo>
                  <a:lnTo>
                    <a:pt x="1260618" y="1058345"/>
                  </a:lnTo>
                  <a:lnTo>
                    <a:pt x="1255236" y="1062374"/>
                  </a:lnTo>
                  <a:lnTo>
                    <a:pt x="1252546" y="1073118"/>
                  </a:lnTo>
                  <a:lnTo>
                    <a:pt x="1253891" y="1077148"/>
                  </a:lnTo>
                  <a:lnTo>
                    <a:pt x="1259273" y="1081177"/>
                  </a:lnTo>
                  <a:lnTo>
                    <a:pt x="1259273" y="1087892"/>
                  </a:lnTo>
                  <a:lnTo>
                    <a:pt x="1263309" y="1089235"/>
                  </a:lnTo>
                  <a:lnTo>
                    <a:pt x="1267345" y="1093265"/>
                  </a:lnTo>
                  <a:lnTo>
                    <a:pt x="1265999" y="1098637"/>
                  </a:lnTo>
                  <a:lnTo>
                    <a:pt x="1265999" y="1099980"/>
                  </a:lnTo>
                  <a:lnTo>
                    <a:pt x="1265999" y="1104009"/>
                  </a:lnTo>
                  <a:lnTo>
                    <a:pt x="1271381" y="1105352"/>
                  </a:lnTo>
                  <a:lnTo>
                    <a:pt x="1276762" y="1109382"/>
                  </a:lnTo>
                  <a:lnTo>
                    <a:pt x="1278108" y="1109382"/>
                  </a:lnTo>
                  <a:lnTo>
                    <a:pt x="1279453" y="1112068"/>
                  </a:lnTo>
                  <a:lnTo>
                    <a:pt x="1282144" y="1117440"/>
                  </a:lnTo>
                  <a:lnTo>
                    <a:pt x="1283489" y="1125499"/>
                  </a:lnTo>
                  <a:lnTo>
                    <a:pt x="1284835" y="1128185"/>
                  </a:lnTo>
                  <a:lnTo>
                    <a:pt x="1282144" y="1136243"/>
                  </a:lnTo>
                  <a:lnTo>
                    <a:pt x="1272726" y="1144302"/>
                  </a:lnTo>
                  <a:lnTo>
                    <a:pt x="1279453" y="1140272"/>
                  </a:lnTo>
                  <a:lnTo>
                    <a:pt x="1286180" y="1136243"/>
                  </a:lnTo>
                  <a:lnTo>
                    <a:pt x="1292907" y="1138929"/>
                  </a:lnTo>
                  <a:lnTo>
                    <a:pt x="1298288" y="1142958"/>
                  </a:lnTo>
                  <a:lnTo>
                    <a:pt x="1302325" y="1142958"/>
                  </a:lnTo>
                  <a:lnTo>
                    <a:pt x="1303670" y="1138929"/>
                  </a:lnTo>
                  <a:lnTo>
                    <a:pt x="1303670" y="1134900"/>
                  </a:lnTo>
                  <a:lnTo>
                    <a:pt x="1311742" y="1124155"/>
                  </a:lnTo>
                  <a:lnTo>
                    <a:pt x="1314433" y="1122812"/>
                  </a:lnTo>
                  <a:lnTo>
                    <a:pt x="1313088" y="1128185"/>
                  </a:lnTo>
                  <a:lnTo>
                    <a:pt x="1314433" y="1130871"/>
                  </a:lnTo>
                  <a:lnTo>
                    <a:pt x="1317124" y="1130871"/>
                  </a:lnTo>
                  <a:lnTo>
                    <a:pt x="1318469" y="1140272"/>
                  </a:lnTo>
                  <a:lnTo>
                    <a:pt x="1318469" y="1148331"/>
                  </a:lnTo>
                  <a:lnTo>
                    <a:pt x="1323851" y="1152360"/>
                  </a:lnTo>
                  <a:lnTo>
                    <a:pt x="1333268" y="1153703"/>
                  </a:lnTo>
                  <a:lnTo>
                    <a:pt x="1327887" y="1151017"/>
                  </a:lnTo>
                  <a:lnTo>
                    <a:pt x="1322505" y="1145645"/>
                  </a:lnTo>
                  <a:lnTo>
                    <a:pt x="1321160" y="1138929"/>
                  </a:lnTo>
                  <a:lnTo>
                    <a:pt x="1322505" y="1130871"/>
                  </a:lnTo>
                  <a:lnTo>
                    <a:pt x="1325196" y="1128185"/>
                  </a:lnTo>
                  <a:lnTo>
                    <a:pt x="1322505" y="1124155"/>
                  </a:lnTo>
                  <a:lnTo>
                    <a:pt x="1322505" y="1118783"/>
                  </a:lnTo>
                  <a:lnTo>
                    <a:pt x="1325196" y="1120126"/>
                  </a:lnTo>
                  <a:lnTo>
                    <a:pt x="1327887" y="1120126"/>
                  </a:lnTo>
                  <a:lnTo>
                    <a:pt x="1330578" y="1112068"/>
                  </a:lnTo>
                  <a:lnTo>
                    <a:pt x="1335959" y="1106695"/>
                  </a:lnTo>
                  <a:lnTo>
                    <a:pt x="1334614" y="1104009"/>
                  </a:lnTo>
                  <a:lnTo>
                    <a:pt x="1333268" y="1095951"/>
                  </a:lnTo>
                  <a:lnTo>
                    <a:pt x="1330578" y="1094608"/>
                  </a:lnTo>
                  <a:lnTo>
                    <a:pt x="1330578" y="1089235"/>
                  </a:lnTo>
                  <a:lnTo>
                    <a:pt x="1335959" y="1083863"/>
                  </a:lnTo>
                  <a:lnTo>
                    <a:pt x="1333268" y="1081177"/>
                  </a:lnTo>
                  <a:lnTo>
                    <a:pt x="1333268" y="1077148"/>
                  </a:lnTo>
                  <a:lnTo>
                    <a:pt x="1330578" y="1077148"/>
                  </a:lnTo>
                  <a:lnTo>
                    <a:pt x="1330578" y="1073118"/>
                  </a:lnTo>
                  <a:lnTo>
                    <a:pt x="1334614" y="1061031"/>
                  </a:lnTo>
                  <a:lnTo>
                    <a:pt x="1333268" y="1055658"/>
                  </a:lnTo>
                  <a:lnTo>
                    <a:pt x="1334614" y="1046257"/>
                  </a:lnTo>
                  <a:lnTo>
                    <a:pt x="1337304" y="1043571"/>
                  </a:lnTo>
                  <a:lnTo>
                    <a:pt x="1335959" y="1039542"/>
                  </a:lnTo>
                  <a:lnTo>
                    <a:pt x="1338650" y="1038199"/>
                  </a:lnTo>
                  <a:lnTo>
                    <a:pt x="1335959" y="1032826"/>
                  </a:lnTo>
                  <a:lnTo>
                    <a:pt x="1339995" y="1031483"/>
                  </a:lnTo>
                  <a:lnTo>
                    <a:pt x="1337304" y="1030140"/>
                  </a:lnTo>
                  <a:lnTo>
                    <a:pt x="1334614" y="1027454"/>
                  </a:lnTo>
                  <a:lnTo>
                    <a:pt x="1337304" y="1024768"/>
                  </a:lnTo>
                  <a:lnTo>
                    <a:pt x="1335959" y="1022081"/>
                  </a:lnTo>
                  <a:lnTo>
                    <a:pt x="1335959" y="1016709"/>
                  </a:lnTo>
                  <a:lnTo>
                    <a:pt x="1333268" y="1012680"/>
                  </a:lnTo>
                  <a:lnTo>
                    <a:pt x="1333268" y="1007308"/>
                  </a:lnTo>
                  <a:lnTo>
                    <a:pt x="1331923" y="1004622"/>
                  </a:lnTo>
                  <a:lnTo>
                    <a:pt x="1338650" y="1001935"/>
                  </a:lnTo>
                  <a:lnTo>
                    <a:pt x="1348067" y="999249"/>
                  </a:lnTo>
                  <a:lnTo>
                    <a:pt x="1353449" y="995220"/>
                  </a:lnTo>
                  <a:lnTo>
                    <a:pt x="1360176" y="996563"/>
                  </a:lnTo>
                  <a:lnTo>
                    <a:pt x="1362867" y="993877"/>
                  </a:lnTo>
                  <a:lnTo>
                    <a:pt x="1372284" y="988505"/>
                  </a:lnTo>
                  <a:lnTo>
                    <a:pt x="1388429" y="983132"/>
                  </a:lnTo>
                  <a:lnTo>
                    <a:pt x="1388429" y="980446"/>
                  </a:lnTo>
                  <a:lnTo>
                    <a:pt x="1392465" y="977760"/>
                  </a:lnTo>
                  <a:lnTo>
                    <a:pt x="1404573" y="972388"/>
                  </a:lnTo>
                  <a:lnTo>
                    <a:pt x="1404573" y="968358"/>
                  </a:lnTo>
                  <a:lnTo>
                    <a:pt x="1411300" y="965672"/>
                  </a:lnTo>
                  <a:lnTo>
                    <a:pt x="1418027" y="953585"/>
                  </a:lnTo>
                  <a:lnTo>
                    <a:pt x="1422063" y="954928"/>
                  </a:lnTo>
                  <a:lnTo>
                    <a:pt x="1423408" y="956271"/>
                  </a:lnTo>
                  <a:lnTo>
                    <a:pt x="1428790" y="956271"/>
                  </a:lnTo>
                  <a:lnTo>
                    <a:pt x="1432826" y="952242"/>
                  </a:lnTo>
                  <a:lnTo>
                    <a:pt x="1428790" y="945526"/>
                  </a:lnTo>
                  <a:lnTo>
                    <a:pt x="1427445" y="940154"/>
                  </a:lnTo>
                  <a:lnTo>
                    <a:pt x="1424754" y="942840"/>
                  </a:lnTo>
                  <a:lnTo>
                    <a:pt x="1423408" y="948212"/>
                  </a:lnTo>
                  <a:lnTo>
                    <a:pt x="1422063" y="948212"/>
                  </a:lnTo>
                  <a:lnTo>
                    <a:pt x="1423408" y="941497"/>
                  </a:lnTo>
                  <a:lnTo>
                    <a:pt x="1427445" y="929409"/>
                  </a:lnTo>
                  <a:lnTo>
                    <a:pt x="1430135" y="926723"/>
                  </a:lnTo>
                  <a:lnTo>
                    <a:pt x="1430135" y="917322"/>
                  </a:lnTo>
                  <a:lnTo>
                    <a:pt x="1430135" y="911949"/>
                  </a:lnTo>
                  <a:lnTo>
                    <a:pt x="1426099" y="903891"/>
                  </a:lnTo>
                  <a:lnTo>
                    <a:pt x="1427445" y="887774"/>
                  </a:lnTo>
                  <a:lnTo>
                    <a:pt x="1426099" y="874343"/>
                  </a:lnTo>
                  <a:lnTo>
                    <a:pt x="1418027" y="862255"/>
                  </a:lnTo>
                  <a:lnTo>
                    <a:pt x="1412645" y="858226"/>
                  </a:lnTo>
                  <a:lnTo>
                    <a:pt x="1409955" y="852854"/>
                  </a:lnTo>
                  <a:lnTo>
                    <a:pt x="1405919" y="851511"/>
                  </a:lnTo>
                  <a:lnTo>
                    <a:pt x="1403228" y="847482"/>
                  </a:lnTo>
                  <a:lnTo>
                    <a:pt x="1407264" y="836737"/>
                  </a:lnTo>
                  <a:lnTo>
                    <a:pt x="1411300" y="835394"/>
                  </a:lnTo>
                  <a:lnTo>
                    <a:pt x="1426099" y="820620"/>
                  </a:lnTo>
                  <a:lnTo>
                    <a:pt x="1430135" y="820620"/>
                  </a:lnTo>
                  <a:lnTo>
                    <a:pt x="1432826" y="816591"/>
                  </a:lnTo>
                  <a:lnTo>
                    <a:pt x="1432826" y="812562"/>
                  </a:lnTo>
                  <a:lnTo>
                    <a:pt x="1431481" y="811218"/>
                  </a:lnTo>
                  <a:lnTo>
                    <a:pt x="1431481" y="809875"/>
                  </a:lnTo>
                  <a:lnTo>
                    <a:pt x="1436862" y="801817"/>
                  </a:lnTo>
                  <a:lnTo>
                    <a:pt x="1439553" y="801817"/>
                  </a:lnTo>
                  <a:lnTo>
                    <a:pt x="1442244" y="808532"/>
                  </a:lnTo>
                  <a:lnTo>
                    <a:pt x="1446280" y="809875"/>
                  </a:lnTo>
                  <a:lnTo>
                    <a:pt x="1443589" y="807189"/>
                  </a:lnTo>
                  <a:lnTo>
                    <a:pt x="1443589" y="801817"/>
                  </a:lnTo>
                  <a:lnTo>
                    <a:pt x="1450316" y="799131"/>
                  </a:lnTo>
                  <a:lnTo>
                    <a:pt x="1455698" y="789729"/>
                  </a:lnTo>
                  <a:lnTo>
                    <a:pt x="1454352" y="785700"/>
                  </a:lnTo>
                  <a:lnTo>
                    <a:pt x="1447625" y="785700"/>
                  </a:lnTo>
                  <a:lnTo>
                    <a:pt x="1446280" y="783014"/>
                  </a:lnTo>
                  <a:lnTo>
                    <a:pt x="1451661" y="777642"/>
                  </a:lnTo>
                  <a:lnTo>
                    <a:pt x="1448971" y="774955"/>
                  </a:lnTo>
                  <a:lnTo>
                    <a:pt x="1446280" y="772269"/>
                  </a:lnTo>
                  <a:lnTo>
                    <a:pt x="1450316" y="766897"/>
                  </a:lnTo>
                  <a:lnTo>
                    <a:pt x="1455698" y="765554"/>
                  </a:lnTo>
                  <a:lnTo>
                    <a:pt x="1450316" y="765554"/>
                  </a:lnTo>
                  <a:lnTo>
                    <a:pt x="1448971" y="761525"/>
                  </a:lnTo>
                  <a:lnTo>
                    <a:pt x="1451661" y="754809"/>
                  </a:lnTo>
                  <a:lnTo>
                    <a:pt x="1455698" y="752123"/>
                  </a:lnTo>
                  <a:lnTo>
                    <a:pt x="1453007" y="752123"/>
                  </a:lnTo>
                  <a:lnTo>
                    <a:pt x="1443589" y="752123"/>
                  </a:lnTo>
                  <a:lnTo>
                    <a:pt x="1442244" y="750780"/>
                  </a:lnTo>
                  <a:lnTo>
                    <a:pt x="1442244" y="748094"/>
                  </a:lnTo>
                  <a:lnTo>
                    <a:pt x="1453007" y="738692"/>
                  </a:lnTo>
                  <a:lnTo>
                    <a:pt x="1459734" y="729291"/>
                  </a:lnTo>
                  <a:lnTo>
                    <a:pt x="1461079" y="722575"/>
                  </a:lnTo>
                  <a:lnTo>
                    <a:pt x="1465115" y="723918"/>
                  </a:lnTo>
                  <a:lnTo>
                    <a:pt x="1466460" y="721232"/>
                  </a:lnTo>
                  <a:lnTo>
                    <a:pt x="1466460" y="714517"/>
                  </a:lnTo>
                  <a:lnTo>
                    <a:pt x="1463770" y="713174"/>
                  </a:lnTo>
                  <a:lnTo>
                    <a:pt x="1463770" y="711831"/>
                  </a:lnTo>
                  <a:lnTo>
                    <a:pt x="1461079" y="710488"/>
                  </a:lnTo>
                  <a:lnTo>
                    <a:pt x="1457043" y="705115"/>
                  </a:lnTo>
                  <a:lnTo>
                    <a:pt x="1458388" y="695714"/>
                  </a:lnTo>
                  <a:lnTo>
                    <a:pt x="1461079" y="687655"/>
                  </a:lnTo>
                  <a:lnTo>
                    <a:pt x="1461079" y="680940"/>
                  </a:lnTo>
                  <a:lnTo>
                    <a:pt x="1466460" y="679597"/>
                  </a:lnTo>
                  <a:lnTo>
                    <a:pt x="1467806" y="680940"/>
                  </a:lnTo>
                  <a:lnTo>
                    <a:pt x="1470497" y="680940"/>
                  </a:lnTo>
                  <a:lnTo>
                    <a:pt x="1470497" y="676911"/>
                  </a:lnTo>
                  <a:lnTo>
                    <a:pt x="1474533" y="674225"/>
                  </a:lnTo>
                  <a:lnTo>
                    <a:pt x="1477224" y="672882"/>
                  </a:lnTo>
                  <a:lnTo>
                    <a:pt x="1481260" y="671539"/>
                  </a:lnTo>
                  <a:lnTo>
                    <a:pt x="1483950" y="674225"/>
                  </a:lnTo>
                  <a:lnTo>
                    <a:pt x="1492023" y="674225"/>
                  </a:lnTo>
                  <a:lnTo>
                    <a:pt x="1501440" y="679597"/>
                  </a:lnTo>
                  <a:lnTo>
                    <a:pt x="1513549" y="686312"/>
                  </a:lnTo>
                  <a:lnTo>
                    <a:pt x="1518930" y="686312"/>
                  </a:lnTo>
                  <a:lnTo>
                    <a:pt x="1517585" y="690342"/>
                  </a:lnTo>
                  <a:lnTo>
                    <a:pt x="1510858" y="693028"/>
                  </a:lnTo>
                  <a:lnTo>
                    <a:pt x="1520276" y="693028"/>
                  </a:lnTo>
                  <a:lnTo>
                    <a:pt x="1527002" y="687655"/>
                  </a:lnTo>
                  <a:lnTo>
                    <a:pt x="1531039" y="687655"/>
                  </a:lnTo>
                  <a:lnTo>
                    <a:pt x="1533729" y="691685"/>
                  </a:lnTo>
                  <a:lnTo>
                    <a:pt x="1537765" y="691685"/>
                  </a:lnTo>
                  <a:lnTo>
                    <a:pt x="1541802" y="697057"/>
                  </a:lnTo>
                  <a:lnTo>
                    <a:pt x="1541802" y="690342"/>
                  </a:lnTo>
                  <a:lnTo>
                    <a:pt x="1547183" y="693028"/>
                  </a:lnTo>
                  <a:lnTo>
                    <a:pt x="1549874" y="690342"/>
                  </a:lnTo>
                  <a:lnTo>
                    <a:pt x="1553910" y="690342"/>
                  </a:lnTo>
                  <a:lnTo>
                    <a:pt x="1560637" y="686312"/>
                  </a:lnTo>
                  <a:lnTo>
                    <a:pt x="1570055" y="693028"/>
                  </a:lnTo>
                  <a:lnTo>
                    <a:pt x="1570055" y="698400"/>
                  </a:lnTo>
                  <a:lnTo>
                    <a:pt x="1576782" y="703772"/>
                  </a:lnTo>
                  <a:lnTo>
                    <a:pt x="1580817" y="703772"/>
                  </a:lnTo>
                  <a:lnTo>
                    <a:pt x="1580817" y="711831"/>
                  </a:lnTo>
                  <a:lnTo>
                    <a:pt x="1578127" y="715860"/>
                  </a:lnTo>
                  <a:lnTo>
                    <a:pt x="1578127" y="719889"/>
                  </a:lnTo>
                  <a:lnTo>
                    <a:pt x="1580817" y="717203"/>
                  </a:lnTo>
                  <a:lnTo>
                    <a:pt x="1586199" y="722575"/>
                  </a:lnTo>
                  <a:lnTo>
                    <a:pt x="1588890" y="727948"/>
                  </a:lnTo>
                  <a:lnTo>
                    <a:pt x="1584854" y="729291"/>
                  </a:lnTo>
                  <a:lnTo>
                    <a:pt x="1590235" y="731977"/>
                  </a:lnTo>
                  <a:lnTo>
                    <a:pt x="1592926" y="729291"/>
                  </a:lnTo>
                  <a:lnTo>
                    <a:pt x="1598307" y="734663"/>
                  </a:lnTo>
                  <a:lnTo>
                    <a:pt x="1596962" y="738692"/>
                  </a:lnTo>
                  <a:lnTo>
                    <a:pt x="1592926" y="734663"/>
                  </a:lnTo>
                  <a:lnTo>
                    <a:pt x="1590235" y="740035"/>
                  </a:lnTo>
                  <a:lnTo>
                    <a:pt x="1586199" y="740035"/>
                  </a:lnTo>
                  <a:lnTo>
                    <a:pt x="1592926" y="746751"/>
                  </a:lnTo>
                  <a:lnTo>
                    <a:pt x="1592926" y="750780"/>
                  </a:lnTo>
                  <a:lnTo>
                    <a:pt x="1596962" y="746751"/>
                  </a:lnTo>
                  <a:lnTo>
                    <a:pt x="1596962" y="750780"/>
                  </a:lnTo>
                  <a:lnTo>
                    <a:pt x="1600998" y="748094"/>
                  </a:lnTo>
                  <a:lnTo>
                    <a:pt x="1609070" y="756152"/>
                  </a:lnTo>
                  <a:lnTo>
                    <a:pt x="1611761" y="754809"/>
                  </a:lnTo>
                  <a:lnTo>
                    <a:pt x="1614452" y="757495"/>
                  </a:lnTo>
                  <a:lnTo>
                    <a:pt x="1619834" y="754809"/>
                  </a:lnTo>
                  <a:lnTo>
                    <a:pt x="1626560" y="756152"/>
                  </a:lnTo>
                  <a:lnTo>
                    <a:pt x="1625215" y="765554"/>
                  </a:lnTo>
                  <a:lnTo>
                    <a:pt x="1627906" y="769583"/>
                  </a:lnTo>
                  <a:lnTo>
                    <a:pt x="1634633" y="765554"/>
                  </a:lnTo>
                  <a:lnTo>
                    <a:pt x="1634633" y="757495"/>
                  </a:lnTo>
                  <a:lnTo>
                    <a:pt x="1638669" y="757495"/>
                  </a:lnTo>
                  <a:lnTo>
                    <a:pt x="1640014" y="766897"/>
                  </a:lnTo>
                  <a:lnTo>
                    <a:pt x="1638669" y="774955"/>
                  </a:lnTo>
                  <a:lnTo>
                    <a:pt x="1631942" y="776298"/>
                  </a:lnTo>
                  <a:lnTo>
                    <a:pt x="1626560" y="784357"/>
                  </a:lnTo>
                  <a:lnTo>
                    <a:pt x="1627906" y="796445"/>
                  </a:lnTo>
                  <a:lnTo>
                    <a:pt x="1625215" y="801817"/>
                  </a:lnTo>
                  <a:lnTo>
                    <a:pt x="1623870" y="795102"/>
                  </a:lnTo>
                  <a:lnTo>
                    <a:pt x="1622524" y="797788"/>
                  </a:lnTo>
                  <a:lnTo>
                    <a:pt x="1621179" y="805846"/>
                  </a:lnTo>
                  <a:lnTo>
                    <a:pt x="1609070" y="803160"/>
                  </a:lnTo>
                  <a:lnTo>
                    <a:pt x="1595617" y="799131"/>
                  </a:lnTo>
                  <a:lnTo>
                    <a:pt x="1607725" y="805846"/>
                  </a:lnTo>
                  <a:lnTo>
                    <a:pt x="1617143" y="808532"/>
                  </a:lnTo>
                  <a:lnTo>
                    <a:pt x="1623870" y="813905"/>
                  </a:lnTo>
                  <a:lnTo>
                    <a:pt x="1623870" y="823306"/>
                  </a:lnTo>
                  <a:lnTo>
                    <a:pt x="1619834" y="828679"/>
                  </a:lnTo>
                  <a:lnTo>
                    <a:pt x="1618488" y="832708"/>
                  </a:lnTo>
                  <a:lnTo>
                    <a:pt x="1613107" y="839423"/>
                  </a:lnTo>
                  <a:lnTo>
                    <a:pt x="1614452" y="840766"/>
                  </a:lnTo>
                  <a:lnTo>
                    <a:pt x="1621179" y="850168"/>
                  </a:lnTo>
                  <a:lnTo>
                    <a:pt x="1625215" y="851511"/>
                  </a:lnTo>
                  <a:lnTo>
                    <a:pt x="1622524" y="852854"/>
                  </a:lnTo>
                  <a:lnTo>
                    <a:pt x="1614452" y="848825"/>
                  </a:lnTo>
                  <a:lnTo>
                    <a:pt x="1619834" y="856883"/>
                  </a:lnTo>
                  <a:lnTo>
                    <a:pt x="1623870" y="860912"/>
                  </a:lnTo>
                  <a:lnTo>
                    <a:pt x="1626560" y="860912"/>
                  </a:lnTo>
                  <a:lnTo>
                    <a:pt x="1623870" y="855540"/>
                  </a:lnTo>
                  <a:lnTo>
                    <a:pt x="1629251" y="855540"/>
                  </a:lnTo>
                  <a:lnTo>
                    <a:pt x="1634633" y="859569"/>
                  </a:lnTo>
                  <a:lnTo>
                    <a:pt x="1637323" y="864942"/>
                  </a:lnTo>
                  <a:lnTo>
                    <a:pt x="1635978" y="870314"/>
                  </a:lnTo>
                  <a:lnTo>
                    <a:pt x="1635978" y="875686"/>
                  </a:lnTo>
                  <a:lnTo>
                    <a:pt x="1630597" y="885088"/>
                  </a:lnTo>
                  <a:lnTo>
                    <a:pt x="1629251" y="890460"/>
                  </a:lnTo>
                  <a:lnTo>
                    <a:pt x="1626560" y="895832"/>
                  </a:lnTo>
                  <a:lnTo>
                    <a:pt x="1631942" y="893146"/>
                  </a:lnTo>
                  <a:lnTo>
                    <a:pt x="1638669" y="878372"/>
                  </a:lnTo>
                  <a:lnTo>
                    <a:pt x="1645396" y="871657"/>
                  </a:lnTo>
                  <a:lnTo>
                    <a:pt x="1646741" y="873000"/>
                  </a:lnTo>
                  <a:lnTo>
                    <a:pt x="1645396" y="878372"/>
                  </a:lnTo>
                  <a:lnTo>
                    <a:pt x="1646741" y="887774"/>
                  </a:lnTo>
                  <a:lnTo>
                    <a:pt x="1644050" y="890460"/>
                  </a:lnTo>
                  <a:lnTo>
                    <a:pt x="1645396" y="894489"/>
                  </a:lnTo>
                  <a:lnTo>
                    <a:pt x="1642705" y="899862"/>
                  </a:lnTo>
                  <a:lnTo>
                    <a:pt x="1649432" y="893146"/>
                  </a:lnTo>
                  <a:lnTo>
                    <a:pt x="1649432" y="887774"/>
                  </a:lnTo>
                  <a:lnTo>
                    <a:pt x="1654813" y="882402"/>
                  </a:lnTo>
                  <a:lnTo>
                    <a:pt x="1660195" y="882402"/>
                  </a:lnTo>
                  <a:lnTo>
                    <a:pt x="1664231" y="878372"/>
                  </a:lnTo>
                  <a:lnTo>
                    <a:pt x="1668267" y="878372"/>
                  </a:lnTo>
                  <a:lnTo>
                    <a:pt x="1668267" y="881059"/>
                  </a:lnTo>
                  <a:lnTo>
                    <a:pt x="1670958" y="878372"/>
                  </a:lnTo>
                  <a:lnTo>
                    <a:pt x="1676339" y="877029"/>
                  </a:lnTo>
                  <a:lnTo>
                    <a:pt x="1676339" y="871657"/>
                  </a:lnTo>
                  <a:lnTo>
                    <a:pt x="1680375" y="867628"/>
                  </a:lnTo>
                  <a:lnTo>
                    <a:pt x="1687102" y="862255"/>
                  </a:lnTo>
                  <a:lnTo>
                    <a:pt x="1689793" y="866285"/>
                  </a:lnTo>
                  <a:lnTo>
                    <a:pt x="1691139" y="873000"/>
                  </a:lnTo>
                  <a:lnTo>
                    <a:pt x="1691139" y="879715"/>
                  </a:lnTo>
                  <a:lnTo>
                    <a:pt x="1693829" y="871657"/>
                  </a:lnTo>
                  <a:lnTo>
                    <a:pt x="1693829" y="863598"/>
                  </a:lnTo>
                  <a:lnTo>
                    <a:pt x="1696520" y="863598"/>
                  </a:lnTo>
                  <a:lnTo>
                    <a:pt x="1695174" y="860912"/>
                  </a:lnTo>
                  <a:lnTo>
                    <a:pt x="1699211" y="855540"/>
                  </a:lnTo>
                  <a:lnTo>
                    <a:pt x="1703247" y="855540"/>
                  </a:lnTo>
                  <a:lnTo>
                    <a:pt x="1704592" y="848825"/>
                  </a:lnTo>
                  <a:lnTo>
                    <a:pt x="1708628" y="846139"/>
                  </a:lnTo>
                  <a:lnTo>
                    <a:pt x="1711319" y="840766"/>
                  </a:lnTo>
                  <a:lnTo>
                    <a:pt x="1712664" y="838080"/>
                  </a:lnTo>
                  <a:lnTo>
                    <a:pt x="1715355" y="836737"/>
                  </a:lnTo>
                  <a:lnTo>
                    <a:pt x="1720737" y="842109"/>
                  </a:lnTo>
                  <a:lnTo>
                    <a:pt x="1720737" y="838080"/>
                  </a:lnTo>
                  <a:lnTo>
                    <a:pt x="1718046" y="835394"/>
                  </a:lnTo>
                  <a:lnTo>
                    <a:pt x="1714010" y="834051"/>
                  </a:lnTo>
                  <a:lnTo>
                    <a:pt x="1714010" y="831365"/>
                  </a:lnTo>
                  <a:lnTo>
                    <a:pt x="1716701" y="823306"/>
                  </a:lnTo>
                  <a:lnTo>
                    <a:pt x="1719391" y="821963"/>
                  </a:lnTo>
                  <a:lnTo>
                    <a:pt x="1722082" y="825992"/>
                  </a:lnTo>
                  <a:lnTo>
                    <a:pt x="1722082" y="820620"/>
                  </a:lnTo>
                  <a:lnTo>
                    <a:pt x="1724773" y="817934"/>
                  </a:lnTo>
                  <a:lnTo>
                    <a:pt x="1726118" y="813905"/>
                  </a:lnTo>
                  <a:lnTo>
                    <a:pt x="1731500" y="808532"/>
                  </a:lnTo>
                  <a:lnTo>
                    <a:pt x="1734191" y="804503"/>
                  </a:lnTo>
                  <a:lnTo>
                    <a:pt x="1732845" y="800474"/>
                  </a:lnTo>
                  <a:lnTo>
                    <a:pt x="1736881" y="793759"/>
                  </a:lnTo>
                  <a:lnTo>
                    <a:pt x="1742263" y="792415"/>
                  </a:lnTo>
                  <a:lnTo>
                    <a:pt x="1744954" y="795102"/>
                  </a:lnTo>
                  <a:lnTo>
                    <a:pt x="1740917" y="797788"/>
                  </a:lnTo>
                  <a:lnTo>
                    <a:pt x="1744954" y="796445"/>
                  </a:lnTo>
                  <a:lnTo>
                    <a:pt x="1746299" y="799131"/>
                  </a:lnTo>
                  <a:lnTo>
                    <a:pt x="1743608" y="800474"/>
                  </a:lnTo>
                  <a:lnTo>
                    <a:pt x="1742263" y="804503"/>
                  </a:lnTo>
                  <a:lnTo>
                    <a:pt x="1746299" y="807189"/>
                  </a:lnTo>
                  <a:lnTo>
                    <a:pt x="1743608" y="811218"/>
                  </a:lnTo>
                  <a:lnTo>
                    <a:pt x="1740917" y="811218"/>
                  </a:lnTo>
                  <a:lnTo>
                    <a:pt x="1740917" y="812562"/>
                  </a:lnTo>
                  <a:lnTo>
                    <a:pt x="1743608" y="813905"/>
                  </a:lnTo>
                  <a:lnTo>
                    <a:pt x="1746299" y="813905"/>
                  </a:lnTo>
                  <a:lnTo>
                    <a:pt x="1744954" y="817934"/>
                  </a:lnTo>
                  <a:lnTo>
                    <a:pt x="1743608" y="820620"/>
                  </a:lnTo>
                  <a:lnTo>
                    <a:pt x="1747644" y="820620"/>
                  </a:lnTo>
                  <a:lnTo>
                    <a:pt x="1747644" y="824649"/>
                  </a:lnTo>
                  <a:lnTo>
                    <a:pt x="1744954" y="827335"/>
                  </a:lnTo>
                  <a:lnTo>
                    <a:pt x="1744954" y="831365"/>
                  </a:lnTo>
                  <a:lnTo>
                    <a:pt x="1750335" y="836737"/>
                  </a:lnTo>
                  <a:lnTo>
                    <a:pt x="1750335" y="842109"/>
                  </a:lnTo>
                  <a:lnTo>
                    <a:pt x="1748990" y="844795"/>
                  </a:lnTo>
                  <a:lnTo>
                    <a:pt x="1746299" y="842109"/>
                  </a:lnTo>
                  <a:lnTo>
                    <a:pt x="1742263" y="843452"/>
                  </a:lnTo>
                  <a:lnTo>
                    <a:pt x="1746299" y="847482"/>
                  </a:lnTo>
                  <a:lnTo>
                    <a:pt x="1747644" y="850168"/>
                  </a:lnTo>
                  <a:lnTo>
                    <a:pt x="1748990" y="850168"/>
                  </a:lnTo>
                  <a:lnTo>
                    <a:pt x="1753026" y="846139"/>
                  </a:lnTo>
                  <a:lnTo>
                    <a:pt x="1753026" y="850168"/>
                  </a:lnTo>
                  <a:lnTo>
                    <a:pt x="1757062" y="852854"/>
                  </a:lnTo>
                  <a:lnTo>
                    <a:pt x="1753026" y="858226"/>
                  </a:lnTo>
                  <a:lnTo>
                    <a:pt x="1748990" y="860912"/>
                  </a:lnTo>
                  <a:lnTo>
                    <a:pt x="1743608" y="859569"/>
                  </a:lnTo>
                  <a:lnTo>
                    <a:pt x="1740917" y="862255"/>
                  </a:lnTo>
                  <a:lnTo>
                    <a:pt x="1744954" y="864942"/>
                  </a:lnTo>
                  <a:lnTo>
                    <a:pt x="1755716" y="860912"/>
                  </a:lnTo>
                  <a:lnTo>
                    <a:pt x="1759753" y="862255"/>
                  </a:lnTo>
                  <a:lnTo>
                    <a:pt x="1758407" y="867628"/>
                  </a:lnTo>
                  <a:lnTo>
                    <a:pt x="1754371" y="871657"/>
                  </a:lnTo>
                  <a:lnTo>
                    <a:pt x="1758407" y="874343"/>
                  </a:lnTo>
                  <a:lnTo>
                    <a:pt x="1762443" y="871657"/>
                  </a:lnTo>
                  <a:lnTo>
                    <a:pt x="1762443" y="877029"/>
                  </a:lnTo>
                  <a:lnTo>
                    <a:pt x="1758407" y="883745"/>
                  </a:lnTo>
                  <a:lnTo>
                    <a:pt x="1750335" y="883745"/>
                  </a:lnTo>
                  <a:lnTo>
                    <a:pt x="1746299" y="879715"/>
                  </a:lnTo>
                  <a:lnTo>
                    <a:pt x="1743608" y="883745"/>
                  </a:lnTo>
                  <a:lnTo>
                    <a:pt x="1744954" y="887774"/>
                  </a:lnTo>
                  <a:lnTo>
                    <a:pt x="1743608" y="891803"/>
                  </a:lnTo>
                  <a:lnTo>
                    <a:pt x="1750335" y="887774"/>
                  </a:lnTo>
                  <a:lnTo>
                    <a:pt x="1758407" y="889117"/>
                  </a:lnTo>
                  <a:lnTo>
                    <a:pt x="1763789" y="886431"/>
                  </a:lnTo>
                  <a:lnTo>
                    <a:pt x="1765134" y="887774"/>
                  </a:lnTo>
                  <a:lnTo>
                    <a:pt x="1762443" y="890460"/>
                  </a:lnTo>
                  <a:lnTo>
                    <a:pt x="1762443" y="893146"/>
                  </a:lnTo>
                  <a:lnTo>
                    <a:pt x="1758407" y="895832"/>
                  </a:lnTo>
                  <a:lnTo>
                    <a:pt x="1753026" y="895832"/>
                  </a:lnTo>
                  <a:lnTo>
                    <a:pt x="1746299" y="905234"/>
                  </a:lnTo>
                  <a:lnTo>
                    <a:pt x="1754371" y="901205"/>
                  </a:lnTo>
                  <a:lnTo>
                    <a:pt x="1759753" y="901205"/>
                  </a:lnTo>
                  <a:lnTo>
                    <a:pt x="1763789" y="899862"/>
                  </a:lnTo>
                  <a:lnTo>
                    <a:pt x="1767825" y="901205"/>
                  </a:lnTo>
                  <a:lnTo>
                    <a:pt x="1767825" y="906577"/>
                  </a:lnTo>
                  <a:lnTo>
                    <a:pt x="1763789" y="906577"/>
                  </a:lnTo>
                  <a:lnTo>
                    <a:pt x="1758407" y="910606"/>
                  </a:lnTo>
                  <a:lnTo>
                    <a:pt x="1757062" y="914635"/>
                  </a:lnTo>
                  <a:lnTo>
                    <a:pt x="1759753" y="911949"/>
                  </a:lnTo>
                  <a:lnTo>
                    <a:pt x="1765134" y="913292"/>
                  </a:lnTo>
                  <a:lnTo>
                    <a:pt x="1767825" y="910606"/>
                  </a:lnTo>
                  <a:lnTo>
                    <a:pt x="1773206" y="914635"/>
                  </a:lnTo>
                  <a:lnTo>
                    <a:pt x="1775897" y="922694"/>
                  </a:lnTo>
                  <a:lnTo>
                    <a:pt x="1770516" y="928066"/>
                  </a:lnTo>
                  <a:lnTo>
                    <a:pt x="1766479" y="926723"/>
                  </a:lnTo>
                  <a:lnTo>
                    <a:pt x="1763789" y="928066"/>
                  </a:lnTo>
                  <a:lnTo>
                    <a:pt x="1758407" y="928066"/>
                  </a:lnTo>
                  <a:lnTo>
                    <a:pt x="1762443" y="932095"/>
                  </a:lnTo>
                  <a:lnTo>
                    <a:pt x="1766479" y="930752"/>
                  </a:lnTo>
                  <a:lnTo>
                    <a:pt x="1767825" y="932095"/>
                  </a:lnTo>
                  <a:lnTo>
                    <a:pt x="1774552" y="933439"/>
                  </a:lnTo>
                  <a:lnTo>
                    <a:pt x="1775897" y="934782"/>
                  </a:lnTo>
                  <a:lnTo>
                    <a:pt x="1774552" y="938811"/>
                  </a:lnTo>
                  <a:lnTo>
                    <a:pt x="1770516" y="941497"/>
                  </a:lnTo>
                  <a:lnTo>
                    <a:pt x="1775897" y="942840"/>
                  </a:lnTo>
                  <a:lnTo>
                    <a:pt x="1779933" y="942840"/>
                  </a:lnTo>
                  <a:lnTo>
                    <a:pt x="1783969" y="946869"/>
                  </a:lnTo>
                  <a:lnTo>
                    <a:pt x="1782624" y="950898"/>
                  </a:lnTo>
                  <a:lnTo>
                    <a:pt x="1778588" y="953585"/>
                  </a:lnTo>
                  <a:lnTo>
                    <a:pt x="1773206" y="958957"/>
                  </a:lnTo>
                  <a:lnTo>
                    <a:pt x="1769170" y="957614"/>
                  </a:lnTo>
                  <a:lnTo>
                    <a:pt x="1767825" y="958957"/>
                  </a:lnTo>
                  <a:lnTo>
                    <a:pt x="1771861" y="961643"/>
                  </a:lnTo>
                  <a:lnTo>
                    <a:pt x="1771861" y="964329"/>
                  </a:lnTo>
                  <a:lnTo>
                    <a:pt x="1766479" y="965672"/>
                  </a:lnTo>
                  <a:lnTo>
                    <a:pt x="1761098" y="961643"/>
                  </a:lnTo>
                  <a:lnTo>
                    <a:pt x="1753026" y="961643"/>
                  </a:lnTo>
                  <a:lnTo>
                    <a:pt x="1759753" y="965672"/>
                  </a:lnTo>
                  <a:lnTo>
                    <a:pt x="1759753" y="969702"/>
                  </a:lnTo>
                  <a:lnTo>
                    <a:pt x="1765134" y="975074"/>
                  </a:lnTo>
                  <a:lnTo>
                    <a:pt x="1767825" y="977760"/>
                  </a:lnTo>
                  <a:lnTo>
                    <a:pt x="1766479" y="980446"/>
                  </a:lnTo>
                  <a:lnTo>
                    <a:pt x="1761098" y="981789"/>
                  </a:lnTo>
                  <a:lnTo>
                    <a:pt x="1758407" y="984476"/>
                  </a:lnTo>
                  <a:lnTo>
                    <a:pt x="1751680" y="983132"/>
                  </a:lnTo>
                  <a:lnTo>
                    <a:pt x="1761098" y="985818"/>
                  </a:lnTo>
                  <a:lnTo>
                    <a:pt x="1763789" y="985818"/>
                  </a:lnTo>
                  <a:lnTo>
                    <a:pt x="1765134" y="983132"/>
                  </a:lnTo>
                  <a:lnTo>
                    <a:pt x="1771861" y="981789"/>
                  </a:lnTo>
                  <a:lnTo>
                    <a:pt x="1774552" y="983132"/>
                  </a:lnTo>
                  <a:lnTo>
                    <a:pt x="1774552" y="985818"/>
                  </a:lnTo>
                  <a:lnTo>
                    <a:pt x="1777243" y="988505"/>
                  </a:lnTo>
                  <a:lnTo>
                    <a:pt x="1774552" y="991191"/>
                  </a:lnTo>
                  <a:lnTo>
                    <a:pt x="1777243" y="991191"/>
                  </a:lnTo>
                  <a:lnTo>
                    <a:pt x="1778588" y="992534"/>
                  </a:lnTo>
                  <a:lnTo>
                    <a:pt x="1777243" y="996563"/>
                  </a:lnTo>
                  <a:lnTo>
                    <a:pt x="1778588" y="997906"/>
                  </a:lnTo>
                  <a:lnTo>
                    <a:pt x="1783969" y="995220"/>
                  </a:lnTo>
                  <a:lnTo>
                    <a:pt x="1785315" y="996563"/>
                  </a:lnTo>
                  <a:lnTo>
                    <a:pt x="1789351" y="997906"/>
                  </a:lnTo>
                  <a:lnTo>
                    <a:pt x="1789351" y="1003279"/>
                  </a:lnTo>
                  <a:lnTo>
                    <a:pt x="1786660" y="1007308"/>
                  </a:lnTo>
                  <a:lnTo>
                    <a:pt x="1786660" y="1008651"/>
                  </a:lnTo>
                  <a:lnTo>
                    <a:pt x="1789351" y="1008651"/>
                  </a:lnTo>
                  <a:lnTo>
                    <a:pt x="1794732" y="1001935"/>
                  </a:lnTo>
                  <a:lnTo>
                    <a:pt x="1796078" y="1001935"/>
                  </a:lnTo>
                  <a:lnTo>
                    <a:pt x="1794732" y="1007308"/>
                  </a:lnTo>
                  <a:lnTo>
                    <a:pt x="1797423" y="1009994"/>
                  </a:lnTo>
                  <a:lnTo>
                    <a:pt x="1792042" y="1014023"/>
                  </a:lnTo>
                  <a:lnTo>
                    <a:pt x="1783969" y="1024768"/>
                  </a:lnTo>
                  <a:lnTo>
                    <a:pt x="1778588" y="1028797"/>
                  </a:lnTo>
                  <a:lnTo>
                    <a:pt x="1773206" y="1026111"/>
                  </a:lnTo>
                  <a:lnTo>
                    <a:pt x="1778588" y="1030140"/>
                  </a:lnTo>
                  <a:lnTo>
                    <a:pt x="1782624" y="1028797"/>
                  </a:lnTo>
                  <a:lnTo>
                    <a:pt x="1792042" y="1019395"/>
                  </a:lnTo>
                  <a:lnTo>
                    <a:pt x="1796078" y="1019395"/>
                  </a:lnTo>
                  <a:lnTo>
                    <a:pt x="1796078" y="1022081"/>
                  </a:lnTo>
                  <a:lnTo>
                    <a:pt x="1792042" y="1024768"/>
                  </a:lnTo>
                  <a:lnTo>
                    <a:pt x="1789351" y="1030140"/>
                  </a:lnTo>
                  <a:lnTo>
                    <a:pt x="1792042" y="1030140"/>
                  </a:lnTo>
                  <a:lnTo>
                    <a:pt x="1797423" y="1024768"/>
                  </a:lnTo>
                  <a:lnTo>
                    <a:pt x="1802805" y="1019395"/>
                  </a:lnTo>
                  <a:lnTo>
                    <a:pt x="1808186" y="1018052"/>
                  </a:lnTo>
                  <a:lnTo>
                    <a:pt x="1808186" y="1020739"/>
                  </a:lnTo>
                  <a:lnTo>
                    <a:pt x="1804150" y="1023425"/>
                  </a:lnTo>
                  <a:lnTo>
                    <a:pt x="1801459" y="1024768"/>
                  </a:lnTo>
                  <a:lnTo>
                    <a:pt x="1802805" y="1026111"/>
                  </a:lnTo>
                  <a:lnTo>
                    <a:pt x="1810877" y="1023425"/>
                  </a:lnTo>
                  <a:lnTo>
                    <a:pt x="1812222" y="1024768"/>
                  </a:lnTo>
                  <a:lnTo>
                    <a:pt x="1805496" y="1031483"/>
                  </a:lnTo>
                  <a:lnTo>
                    <a:pt x="1801459" y="1035512"/>
                  </a:lnTo>
                  <a:lnTo>
                    <a:pt x="1804150" y="1035512"/>
                  </a:lnTo>
                  <a:lnTo>
                    <a:pt x="1808186" y="1031483"/>
                  </a:lnTo>
                  <a:lnTo>
                    <a:pt x="1818949" y="1023425"/>
                  </a:lnTo>
                  <a:lnTo>
                    <a:pt x="1820295" y="1024768"/>
                  </a:lnTo>
                  <a:lnTo>
                    <a:pt x="1817604" y="1027454"/>
                  </a:lnTo>
                  <a:lnTo>
                    <a:pt x="1816258" y="1028797"/>
                  </a:lnTo>
                  <a:lnTo>
                    <a:pt x="1824331" y="1024768"/>
                  </a:lnTo>
                  <a:lnTo>
                    <a:pt x="1822985" y="1027454"/>
                  </a:lnTo>
                  <a:lnTo>
                    <a:pt x="1822985" y="1035512"/>
                  </a:lnTo>
                  <a:lnTo>
                    <a:pt x="1820295" y="1036855"/>
                  </a:lnTo>
                  <a:lnTo>
                    <a:pt x="1820295" y="1039542"/>
                  </a:lnTo>
                  <a:lnTo>
                    <a:pt x="1827021" y="1038199"/>
                  </a:lnTo>
                  <a:lnTo>
                    <a:pt x="1832403" y="1042228"/>
                  </a:lnTo>
                  <a:lnTo>
                    <a:pt x="1836439" y="1038199"/>
                  </a:lnTo>
                  <a:lnTo>
                    <a:pt x="1843166" y="1035512"/>
                  </a:lnTo>
                  <a:lnTo>
                    <a:pt x="1847202" y="1036855"/>
                  </a:lnTo>
                  <a:lnTo>
                    <a:pt x="1844511" y="1042228"/>
                  </a:lnTo>
                  <a:lnTo>
                    <a:pt x="1841821" y="1042228"/>
                  </a:lnTo>
                  <a:lnTo>
                    <a:pt x="1839130" y="1043571"/>
                  </a:lnTo>
                  <a:lnTo>
                    <a:pt x="1852584" y="1047600"/>
                  </a:lnTo>
                  <a:lnTo>
                    <a:pt x="1856620" y="1051629"/>
                  </a:lnTo>
                  <a:lnTo>
                    <a:pt x="1848548" y="1052972"/>
                  </a:lnTo>
                  <a:lnTo>
                    <a:pt x="1848548" y="1054315"/>
                  </a:lnTo>
                  <a:lnTo>
                    <a:pt x="1839130" y="1057002"/>
                  </a:lnTo>
                  <a:lnTo>
                    <a:pt x="1836439" y="1054315"/>
                  </a:lnTo>
                  <a:lnTo>
                    <a:pt x="1828367" y="1058345"/>
                  </a:lnTo>
                  <a:lnTo>
                    <a:pt x="1824331" y="1062374"/>
                  </a:lnTo>
                  <a:lnTo>
                    <a:pt x="1813568" y="1062374"/>
                  </a:lnTo>
                  <a:lnTo>
                    <a:pt x="1800114" y="1065060"/>
                  </a:lnTo>
                  <a:lnTo>
                    <a:pt x="1800114" y="1069089"/>
                  </a:lnTo>
                  <a:lnTo>
                    <a:pt x="1809531" y="1066403"/>
                  </a:lnTo>
                  <a:lnTo>
                    <a:pt x="1820295" y="1063717"/>
                  </a:lnTo>
                  <a:lnTo>
                    <a:pt x="1822985" y="1065060"/>
                  </a:lnTo>
                  <a:lnTo>
                    <a:pt x="1824331" y="1066403"/>
                  </a:lnTo>
                  <a:lnTo>
                    <a:pt x="1813568" y="1069089"/>
                  </a:lnTo>
                  <a:lnTo>
                    <a:pt x="1804150" y="1070432"/>
                  </a:lnTo>
                  <a:lnTo>
                    <a:pt x="1796078" y="1074462"/>
                  </a:lnTo>
                  <a:lnTo>
                    <a:pt x="1792042" y="1078491"/>
                  </a:lnTo>
                  <a:lnTo>
                    <a:pt x="1786660" y="1078491"/>
                  </a:lnTo>
                  <a:lnTo>
                    <a:pt x="1785315" y="1082520"/>
                  </a:lnTo>
                  <a:lnTo>
                    <a:pt x="1783969" y="1085206"/>
                  </a:lnTo>
                  <a:lnTo>
                    <a:pt x="1774552" y="1079834"/>
                  </a:lnTo>
                  <a:lnTo>
                    <a:pt x="1769170" y="1070432"/>
                  </a:lnTo>
                  <a:lnTo>
                    <a:pt x="1769170" y="1074462"/>
                  </a:lnTo>
                  <a:lnTo>
                    <a:pt x="1767825" y="1077148"/>
                  </a:lnTo>
                  <a:lnTo>
                    <a:pt x="1771861" y="1078491"/>
                  </a:lnTo>
                  <a:lnTo>
                    <a:pt x="1773206" y="1081177"/>
                  </a:lnTo>
                  <a:lnTo>
                    <a:pt x="1782624" y="1089235"/>
                  </a:lnTo>
                  <a:lnTo>
                    <a:pt x="1781279" y="1091922"/>
                  </a:lnTo>
                  <a:lnTo>
                    <a:pt x="1778588" y="1091922"/>
                  </a:lnTo>
                  <a:lnTo>
                    <a:pt x="1775897" y="1094608"/>
                  </a:lnTo>
                  <a:lnTo>
                    <a:pt x="1777243" y="1098637"/>
                  </a:lnTo>
                  <a:lnTo>
                    <a:pt x="1779933" y="1098637"/>
                  </a:lnTo>
                  <a:lnTo>
                    <a:pt x="1781279" y="1097294"/>
                  </a:lnTo>
                  <a:lnTo>
                    <a:pt x="1785315" y="1097294"/>
                  </a:lnTo>
                  <a:lnTo>
                    <a:pt x="1789351" y="1087892"/>
                  </a:lnTo>
                  <a:lnTo>
                    <a:pt x="1797423" y="1087892"/>
                  </a:lnTo>
                  <a:lnTo>
                    <a:pt x="1802805" y="1083863"/>
                  </a:lnTo>
                  <a:lnTo>
                    <a:pt x="1806841" y="1083863"/>
                  </a:lnTo>
                  <a:lnTo>
                    <a:pt x="1808186" y="1078491"/>
                  </a:lnTo>
                  <a:lnTo>
                    <a:pt x="1813568" y="1073118"/>
                  </a:lnTo>
                  <a:lnTo>
                    <a:pt x="1818949" y="1071776"/>
                  </a:lnTo>
                  <a:lnTo>
                    <a:pt x="1828367" y="1069089"/>
                  </a:lnTo>
                  <a:lnTo>
                    <a:pt x="1835094" y="1069089"/>
                  </a:lnTo>
                  <a:lnTo>
                    <a:pt x="1840475" y="1069089"/>
                  </a:lnTo>
                  <a:lnTo>
                    <a:pt x="1837784" y="1067746"/>
                  </a:lnTo>
                  <a:lnTo>
                    <a:pt x="1832403" y="1067746"/>
                  </a:lnTo>
                  <a:lnTo>
                    <a:pt x="1829712" y="1066403"/>
                  </a:lnTo>
                  <a:lnTo>
                    <a:pt x="1833748" y="1065060"/>
                  </a:lnTo>
                  <a:lnTo>
                    <a:pt x="1844511" y="1063717"/>
                  </a:lnTo>
                  <a:lnTo>
                    <a:pt x="1853929" y="1065060"/>
                  </a:lnTo>
                  <a:lnTo>
                    <a:pt x="1856620" y="1073118"/>
                  </a:lnTo>
                  <a:lnTo>
                    <a:pt x="1856620" y="1078491"/>
                  </a:lnTo>
                  <a:lnTo>
                    <a:pt x="1849893" y="1083863"/>
                  </a:lnTo>
                  <a:lnTo>
                    <a:pt x="1847202" y="1083863"/>
                  </a:lnTo>
                  <a:lnTo>
                    <a:pt x="1844511" y="1087892"/>
                  </a:lnTo>
                  <a:lnTo>
                    <a:pt x="1849893" y="1087892"/>
                  </a:lnTo>
                  <a:lnTo>
                    <a:pt x="1852584" y="1091922"/>
                  </a:lnTo>
                  <a:lnTo>
                    <a:pt x="1855274" y="1089235"/>
                  </a:lnTo>
                  <a:lnTo>
                    <a:pt x="1856620" y="1085206"/>
                  </a:lnTo>
                  <a:lnTo>
                    <a:pt x="1864692" y="1081177"/>
                  </a:lnTo>
                  <a:lnTo>
                    <a:pt x="1870073" y="1081177"/>
                  </a:lnTo>
                  <a:lnTo>
                    <a:pt x="1871419" y="1083863"/>
                  </a:lnTo>
                  <a:lnTo>
                    <a:pt x="1868728" y="1085206"/>
                  </a:lnTo>
                  <a:lnTo>
                    <a:pt x="1868728" y="1087892"/>
                  </a:lnTo>
                  <a:lnTo>
                    <a:pt x="1875455" y="1087892"/>
                  </a:lnTo>
                  <a:lnTo>
                    <a:pt x="1882182" y="1090579"/>
                  </a:lnTo>
                  <a:lnTo>
                    <a:pt x="1883527" y="1094608"/>
                  </a:lnTo>
                  <a:lnTo>
                    <a:pt x="1878146" y="1091922"/>
                  </a:lnTo>
                  <a:lnTo>
                    <a:pt x="1875455" y="1091922"/>
                  </a:lnTo>
                  <a:lnTo>
                    <a:pt x="1876800" y="1097294"/>
                  </a:lnTo>
                  <a:lnTo>
                    <a:pt x="1884873" y="1099980"/>
                  </a:lnTo>
                  <a:lnTo>
                    <a:pt x="1886218" y="1104009"/>
                  </a:lnTo>
                  <a:lnTo>
                    <a:pt x="1882182" y="1106695"/>
                  </a:lnTo>
                  <a:lnTo>
                    <a:pt x="1876800" y="1105352"/>
                  </a:lnTo>
                  <a:lnTo>
                    <a:pt x="1872764" y="1109382"/>
                  </a:lnTo>
                  <a:lnTo>
                    <a:pt x="1880836" y="1112068"/>
                  </a:lnTo>
                  <a:lnTo>
                    <a:pt x="1879491" y="1116097"/>
                  </a:lnTo>
                  <a:lnTo>
                    <a:pt x="1875455" y="1117440"/>
                  </a:lnTo>
                  <a:lnTo>
                    <a:pt x="1874110" y="1122812"/>
                  </a:lnTo>
                  <a:lnTo>
                    <a:pt x="1870073" y="1124155"/>
                  </a:lnTo>
                  <a:lnTo>
                    <a:pt x="1863347" y="1120126"/>
                  </a:lnTo>
                  <a:lnTo>
                    <a:pt x="1866037" y="1124155"/>
                  </a:lnTo>
                  <a:lnTo>
                    <a:pt x="1872764" y="1128185"/>
                  </a:lnTo>
                  <a:lnTo>
                    <a:pt x="1878146" y="1126842"/>
                  </a:lnTo>
                  <a:lnTo>
                    <a:pt x="1880836" y="1132214"/>
                  </a:lnTo>
                  <a:lnTo>
                    <a:pt x="1878146" y="1132214"/>
                  </a:lnTo>
                  <a:lnTo>
                    <a:pt x="1872764" y="1132214"/>
                  </a:lnTo>
                  <a:lnTo>
                    <a:pt x="1870073" y="1132214"/>
                  </a:lnTo>
                  <a:lnTo>
                    <a:pt x="1874110" y="1134900"/>
                  </a:lnTo>
                  <a:lnTo>
                    <a:pt x="1878146" y="1133557"/>
                  </a:lnTo>
                  <a:lnTo>
                    <a:pt x="1880836" y="1136243"/>
                  </a:lnTo>
                  <a:lnTo>
                    <a:pt x="1878146" y="1140272"/>
                  </a:lnTo>
                  <a:lnTo>
                    <a:pt x="1878146" y="1145645"/>
                  </a:lnTo>
                  <a:lnTo>
                    <a:pt x="1874110" y="1145645"/>
                  </a:lnTo>
                  <a:lnTo>
                    <a:pt x="1872764" y="1149674"/>
                  </a:lnTo>
                  <a:lnTo>
                    <a:pt x="1864692" y="1155046"/>
                  </a:lnTo>
                  <a:lnTo>
                    <a:pt x="1859311" y="1155046"/>
                  </a:lnTo>
                  <a:lnTo>
                    <a:pt x="1853929" y="1159076"/>
                  </a:lnTo>
                  <a:lnTo>
                    <a:pt x="1852584" y="1159076"/>
                  </a:lnTo>
                  <a:lnTo>
                    <a:pt x="1848548" y="1163105"/>
                  </a:lnTo>
                  <a:lnTo>
                    <a:pt x="1845857" y="1163105"/>
                  </a:lnTo>
                  <a:lnTo>
                    <a:pt x="1844511" y="1165791"/>
                  </a:lnTo>
                  <a:lnTo>
                    <a:pt x="1839130" y="1167134"/>
                  </a:lnTo>
                  <a:lnTo>
                    <a:pt x="1836439" y="1164448"/>
                  </a:lnTo>
                  <a:lnTo>
                    <a:pt x="1832403" y="1167134"/>
                  </a:lnTo>
                  <a:lnTo>
                    <a:pt x="1828367" y="1165791"/>
                  </a:lnTo>
                  <a:lnTo>
                    <a:pt x="1827021" y="1164448"/>
                  </a:lnTo>
                  <a:lnTo>
                    <a:pt x="1822985" y="1168477"/>
                  </a:lnTo>
                  <a:lnTo>
                    <a:pt x="1816258" y="1167134"/>
                  </a:lnTo>
                  <a:lnTo>
                    <a:pt x="1813568" y="1163105"/>
                  </a:lnTo>
                  <a:lnTo>
                    <a:pt x="1812222" y="1164448"/>
                  </a:lnTo>
                  <a:lnTo>
                    <a:pt x="1813568" y="1168477"/>
                  </a:lnTo>
                  <a:lnTo>
                    <a:pt x="1808186" y="1169820"/>
                  </a:lnTo>
                  <a:lnTo>
                    <a:pt x="1802805" y="1168477"/>
                  </a:lnTo>
                  <a:lnTo>
                    <a:pt x="1801459" y="1171163"/>
                  </a:lnTo>
                  <a:lnTo>
                    <a:pt x="1802805" y="1171163"/>
                  </a:lnTo>
                  <a:lnTo>
                    <a:pt x="1802805" y="1175192"/>
                  </a:lnTo>
                  <a:lnTo>
                    <a:pt x="1798769" y="1177879"/>
                  </a:lnTo>
                  <a:lnTo>
                    <a:pt x="1796078" y="1177879"/>
                  </a:lnTo>
                  <a:lnTo>
                    <a:pt x="1796078" y="1181908"/>
                  </a:lnTo>
                  <a:lnTo>
                    <a:pt x="1792042" y="1189966"/>
                  </a:lnTo>
                  <a:lnTo>
                    <a:pt x="1788006" y="1188623"/>
                  </a:lnTo>
                  <a:lnTo>
                    <a:pt x="1786660" y="1191309"/>
                  </a:lnTo>
                  <a:lnTo>
                    <a:pt x="1781279" y="1193995"/>
                  </a:lnTo>
                  <a:lnTo>
                    <a:pt x="1778588" y="1199368"/>
                  </a:lnTo>
                  <a:lnTo>
                    <a:pt x="1775897" y="1198025"/>
                  </a:lnTo>
                  <a:lnTo>
                    <a:pt x="1773206" y="1199368"/>
                  </a:lnTo>
                  <a:lnTo>
                    <a:pt x="1767825" y="1199368"/>
                  </a:lnTo>
                  <a:lnTo>
                    <a:pt x="1766479" y="1203397"/>
                  </a:lnTo>
                  <a:lnTo>
                    <a:pt x="1762443" y="1204740"/>
                  </a:lnTo>
                  <a:lnTo>
                    <a:pt x="1758407" y="1203397"/>
                  </a:lnTo>
                  <a:lnTo>
                    <a:pt x="1750335" y="1203397"/>
                  </a:lnTo>
                  <a:lnTo>
                    <a:pt x="1748990" y="1200711"/>
                  </a:lnTo>
                  <a:lnTo>
                    <a:pt x="1742263" y="1203397"/>
                  </a:lnTo>
                  <a:lnTo>
                    <a:pt x="1739572" y="1203397"/>
                  </a:lnTo>
                  <a:lnTo>
                    <a:pt x="1727464" y="1207426"/>
                  </a:lnTo>
                  <a:lnTo>
                    <a:pt x="1723427" y="1206083"/>
                  </a:lnTo>
                  <a:lnTo>
                    <a:pt x="1724773" y="1203397"/>
                  </a:lnTo>
                  <a:lnTo>
                    <a:pt x="1720737" y="1202054"/>
                  </a:lnTo>
                  <a:lnTo>
                    <a:pt x="1715355" y="1203397"/>
                  </a:lnTo>
                  <a:lnTo>
                    <a:pt x="1711319" y="1203397"/>
                  </a:lnTo>
                  <a:lnTo>
                    <a:pt x="1704592" y="1200711"/>
                  </a:lnTo>
                  <a:lnTo>
                    <a:pt x="1701901" y="1200711"/>
                  </a:lnTo>
                  <a:lnTo>
                    <a:pt x="1696520" y="1200711"/>
                  </a:lnTo>
                  <a:lnTo>
                    <a:pt x="1691139" y="1196682"/>
                  </a:lnTo>
                  <a:lnTo>
                    <a:pt x="1688448" y="1196682"/>
                  </a:lnTo>
                  <a:lnTo>
                    <a:pt x="1685757" y="1200711"/>
                  </a:lnTo>
                  <a:lnTo>
                    <a:pt x="1677685" y="1199368"/>
                  </a:lnTo>
                  <a:lnTo>
                    <a:pt x="1670958" y="1195339"/>
                  </a:lnTo>
                  <a:lnTo>
                    <a:pt x="1668267" y="1198025"/>
                  </a:lnTo>
                  <a:lnTo>
                    <a:pt x="1662886" y="1198025"/>
                  </a:lnTo>
                  <a:lnTo>
                    <a:pt x="1658849" y="1195339"/>
                  </a:lnTo>
                  <a:lnTo>
                    <a:pt x="1653468" y="1198025"/>
                  </a:lnTo>
                  <a:lnTo>
                    <a:pt x="1650777" y="1196682"/>
                  </a:lnTo>
                  <a:lnTo>
                    <a:pt x="1646741" y="1198025"/>
                  </a:lnTo>
                  <a:lnTo>
                    <a:pt x="1638669" y="1193995"/>
                  </a:lnTo>
                  <a:lnTo>
                    <a:pt x="1627906" y="1196682"/>
                  </a:lnTo>
                  <a:lnTo>
                    <a:pt x="1621179" y="1193995"/>
                  </a:lnTo>
                  <a:lnTo>
                    <a:pt x="1617143" y="1189966"/>
                  </a:lnTo>
                  <a:lnTo>
                    <a:pt x="1613107" y="1191309"/>
                  </a:lnTo>
                  <a:lnTo>
                    <a:pt x="1610416" y="1193995"/>
                  </a:lnTo>
                  <a:lnTo>
                    <a:pt x="1613107" y="1196682"/>
                  </a:lnTo>
                  <a:lnTo>
                    <a:pt x="1610416" y="1199368"/>
                  </a:lnTo>
                  <a:lnTo>
                    <a:pt x="1606380" y="1200711"/>
                  </a:lnTo>
                  <a:lnTo>
                    <a:pt x="1596962" y="1208769"/>
                  </a:lnTo>
                  <a:lnTo>
                    <a:pt x="1590235" y="1211455"/>
                  </a:lnTo>
                  <a:lnTo>
                    <a:pt x="1590235" y="1215485"/>
                  </a:lnTo>
                  <a:lnTo>
                    <a:pt x="1587544" y="1218171"/>
                  </a:lnTo>
                  <a:lnTo>
                    <a:pt x="1587544" y="1224886"/>
                  </a:lnTo>
                  <a:lnTo>
                    <a:pt x="1583508" y="1228915"/>
                  </a:lnTo>
                  <a:lnTo>
                    <a:pt x="1576782" y="1228915"/>
                  </a:lnTo>
                  <a:lnTo>
                    <a:pt x="1572745" y="1230258"/>
                  </a:lnTo>
                  <a:lnTo>
                    <a:pt x="1563328" y="1231602"/>
                  </a:lnTo>
                  <a:lnTo>
                    <a:pt x="1559292" y="1236974"/>
                  </a:lnTo>
                  <a:lnTo>
                    <a:pt x="1556601" y="1238317"/>
                  </a:lnTo>
                  <a:lnTo>
                    <a:pt x="1553910" y="1235631"/>
                  </a:lnTo>
                  <a:lnTo>
                    <a:pt x="1549874" y="1238317"/>
                  </a:lnTo>
                  <a:lnTo>
                    <a:pt x="1547183" y="1243689"/>
                  </a:lnTo>
                  <a:lnTo>
                    <a:pt x="1543147" y="1245032"/>
                  </a:lnTo>
                  <a:lnTo>
                    <a:pt x="1536420" y="1249062"/>
                  </a:lnTo>
                  <a:lnTo>
                    <a:pt x="1536420" y="1251748"/>
                  </a:lnTo>
                  <a:lnTo>
                    <a:pt x="1532384" y="1253091"/>
                  </a:lnTo>
                  <a:lnTo>
                    <a:pt x="1527002" y="1262492"/>
                  </a:lnTo>
                  <a:lnTo>
                    <a:pt x="1516240" y="1266522"/>
                  </a:lnTo>
                  <a:lnTo>
                    <a:pt x="1513549" y="1275923"/>
                  </a:lnTo>
                  <a:lnTo>
                    <a:pt x="1506822" y="1279952"/>
                  </a:lnTo>
                  <a:lnTo>
                    <a:pt x="1501440" y="1285325"/>
                  </a:lnTo>
                  <a:lnTo>
                    <a:pt x="1496059" y="1286668"/>
                  </a:lnTo>
                  <a:lnTo>
                    <a:pt x="1493368" y="1293383"/>
                  </a:lnTo>
                  <a:lnTo>
                    <a:pt x="1490677" y="1298755"/>
                  </a:lnTo>
                  <a:lnTo>
                    <a:pt x="1478569" y="1306814"/>
                  </a:lnTo>
                  <a:lnTo>
                    <a:pt x="1477224" y="1309500"/>
                  </a:lnTo>
                  <a:lnTo>
                    <a:pt x="1463770" y="1316215"/>
                  </a:lnTo>
                  <a:lnTo>
                    <a:pt x="1455698" y="1317558"/>
                  </a:lnTo>
                  <a:lnTo>
                    <a:pt x="1462424" y="1317558"/>
                  </a:lnTo>
                  <a:lnTo>
                    <a:pt x="1475878" y="1312186"/>
                  </a:lnTo>
                  <a:lnTo>
                    <a:pt x="1487987" y="1306814"/>
                  </a:lnTo>
                  <a:lnTo>
                    <a:pt x="1496059" y="1301442"/>
                  </a:lnTo>
                  <a:lnTo>
                    <a:pt x="1502786" y="1292040"/>
                  </a:lnTo>
                  <a:lnTo>
                    <a:pt x="1509513" y="1286668"/>
                  </a:lnTo>
                  <a:lnTo>
                    <a:pt x="1513549" y="1283982"/>
                  </a:lnTo>
                  <a:lnTo>
                    <a:pt x="1525657" y="1271894"/>
                  </a:lnTo>
                  <a:lnTo>
                    <a:pt x="1543147" y="1259806"/>
                  </a:lnTo>
                  <a:lnTo>
                    <a:pt x="1555255" y="1253091"/>
                  </a:lnTo>
                  <a:lnTo>
                    <a:pt x="1563328" y="1251748"/>
                  </a:lnTo>
                  <a:lnTo>
                    <a:pt x="1570055" y="1247718"/>
                  </a:lnTo>
                  <a:lnTo>
                    <a:pt x="1583508" y="1245032"/>
                  </a:lnTo>
                  <a:lnTo>
                    <a:pt x="1599653" y="1239660"/>
                  </a:lnTo>
                  <a:lnTo>
                    <a:pt x="1605034" y="1239660"/>
                  </a:lnTo>
                  <a:lnTo>
                    <a:pt x="1610416" y="1236974"/>
                  </a:lnTo>
                  <a:lnTo>
                    <a:pt x="1627906" y="1236974"/>
                  </a:lnTo>
                  <a:lnTo>
                    <a:pt x="1637323" y="1241003"/>
                  </a:lnTo>
                  <a:lnTo>
                    <a:pt x="1646741" y="1246376"/>
                  </a:lnTo>
                  <a:lnTo>
                    <a:pt x="1646741" y="1249062"/>
                  </a:lnTo>
                  <a:lnTo>
                    <a:pt x="1638669" y="1247718"/>
                  </a:lnTo>
                  <a:lnTo>
                    <a:pt x="1640014" y="1249062"/>
                  </a:lnTo>
                  <a:lnTo>
                    <a:pt x="1638669" y="1250405"/>
                  </a:lnTo>
                  <a:lnTo>
                    <a:pt x="1642705" y="1250405"/>
                  </a:lnTo>
                  <a:lnTo>
                    <a:pt x="1648086" y="1253091"/>
                  </a:lnTo>
                  <a:lnTo>
                    <a:pt x="1650777" y="1255777"/>
                  </a:lnTo>
                  <a:lnTo>
                    <a:pt x="1648086" y="1257120"/>
                  </a:lnTo>
                  <a:lnTo>
                    <a:pt x="1649432" y="1258463"/>
                  </a:lnTo>
                  <a:lnTo>
                    <a:pt x="1645396" y="1267865"/>
                  </a:lnTo>
                  <a:lnTo>
                    <a:pt x="1640014" y="1269208"/>
                  </a:lnTo>
                  <a:lnTo>
                    <a:pt x="1634633" y="1273237"/>
                  </a:lnTo>
                  <a:lnTo>
                    <a:pt x="1630597" y="1273237"/>
                  </a:lnTo>
                  <a:lnTo>
                    <a:pt x="1623870" y="1278609"/>
                  </a:lnTo>
                  <a:lnTo>
                    <a:pt x="1618488" y="1278609"/>
                  </a:lnTo>
                  <a:lnTo>
                    <a:pt x="1614452" y="1274580"/>
                  </a:lnTo>
                  <a:lnTo>
                    <a:pt x="1609070" y="1273237"/>
                  </a:lnTo>
                  <a:lnTo>
                    <a:pt x="1605034" y="1275923"/>
                  </a:lnTo>
                  <a:lnTo>
                    <a:pt x="1599653" y="1277266"/>
                  </a:lnTo>
                  <a:lnTo>
                    <a:pt x="1594271" y="1275923"/>
                  </a:lnTo>
                  <a:lnTo>
                    <a:pt x="1586199" y="1278609"/>
                  </a:lnTo>
                  <a:lnTo>
                    <a:pt x="1594271" y="1277266"/>
                  </a:lnTo>
                  <a:lnTo>
                    <a:pt x="1600998" y="1278609"/>
                  </a:lnTo>
                  <a:lnTo>
                    <a:pt x="1611761" y="1281295"/>
                  </a:lnTo>
                  <a:lnTo>
                    <a:pt x="1613107" y="1286668"/>
                  </a:lnTo>
                  <a:lnTo>
                    <a:pt x="1614452" y="1289354"/>
                  </a:lnTo>
                  <a:lnTo>
                    <a:pt x="1619834" y="1286668"/>
                  </a:lnTo>
                  <a:lnTo>
                    <a:pt x="1625215" y="1283982"/>
                  </a:lnTo>
                  <a:lnTo>
                    <a:pt x="1630597" y="1283982"/>
                  </a:lnTo>
                  <a:lnTo>
                    <a:pt x="1631942" y="1285325"/>
                  </a:lnTo>
                  <a:lnTo>
                    <a:pt x="1635978" y="1285325"/>
                  </a:lnTo>
                  <a:lnTo>
                    <a:pt x="1637323" y="1288011"/>
                  </a:lnTo>
                  <a:lnTo>
                    <a:pt x="1631942" y="1293383"/>
                  </a:lnTo>
                  <a:lnTo>
                    <a:pt x="1625215" y="1305471"/>
                  </a:lnTo>
                  <a:lnTo>
                    <a:pt x="1622524" y="1306814"/>
                  </a:lnTo>
                  <a:lnTo>
                    <a:pt x="1618488" y="1309500"/>
                  </a:lnTo>
                  <a:lnTo>
                    <a:pt x="1627906" y="1309500"/>
                  </a:lnTo>
                  <a:lnTo>
                    <a:pt x="1627906" y="1312186"/>
                  </a:lnTo>
                  <a:lnTo>
                    <a:pt x="1625215" y="1316215"/>
                  </a:lnTo>
                  <a:lnTo>
                    <a:pt x="1629251" y="1320245"/>
                  </a:lnTo>
                  <a:lnTo>
                    <a:pt x="1627906" y="1325617"/>
                  </a:lnTo>
                  <a:lnTo>
                    <a:pt x="1629251" y="1332332"/>
                  </a:lnTo>
                  <a:lnTo>
                    <a:pt x="1631942" y="1333676"/>
                  </a:lnTo>
                  <a:lnTo>
                    <a:pt x="1634633" y="1340391"/>
                  </a:lnTo>
                  <a:lnTo>
                    <a:pt x="1640014" y="1340391"/>
                  </a:lnTo>
                  <a:lnTo>
                    <a:pt x="1641359" y="1343077"/>
                  </a:lnTo>
                  <a:lnTo>
                    <a:pt x="1649432" y="1343077"/>
                  </a:lnTo>
                  <a:lnTo>
                    <a:pt x="1648086" y="1347106"/>
                  </a:lnTo>
                  <a:lnTo>
                    <a:pt x="1641359" y="1348449"/>
                  </a:lnTo>
                  <a:lnTo>
                    <a:pt x="1649432" y="1353822"/>
                  </a:lnTo>
                  <a:lnTo>
                    <a:pt x="1657504" y="1353822"/>
                  </a:lnTo>
                  <a:lnTo>
                    <a:pt x="1661540" y="1356508"/>
                  </a:lnTo>
                  <a:lnTo>
                    <a:pt x="1664231" y="1353822"/>
                  </a:lnTo>
                  <a:lnTo>
                    <a:pt x="1670958" y="1356508"/>
                  </a:lnTo>
                  <a:lnTo>
                    <a:pt x="1672303" y="1360537"/>
                  </a:lnTo>
                  <a:lnTo>
                    <a:pt x="1681721" y="1361880"/>
                  </a:lnTo>
                  <a:lnTo>
                    <a:pt x="1683066" y="1359194"/>
                  </a:lnTo>
                  <a:lnTo>
                    <a:pt x="1691139" y="1353822"/>
                  </a:lnTo>
                  <a:lnTo>
                    <a:pt x="1691139" y="1357851"/>
                  </a:lnTo>
                  <a:lnTo>
                    <a:pt x="1689793" y="1360537"/>
                  </a:lnTo>
                  <a:lnTo>
                    <a:pt x="1696520" y="1360537"/>
                  </a:lnTo>
                  <a:lnTo>
                    <a:pt x="1705938" y="1365909"/>
                  </a:lnTo>
                  <a:lnTo>
                    <a:pt x="1705938" y="1368595"/>
                  </a:lnTo>
                  <a:lnTo>
                    <a:pt x="1701901" y="1368595"/>
                  </a:lnTo>
                  <a:lnTo>
                    <a:pt x="1699211" y="1369939"/>
                  </a:lnTo>
                  <a:lnTo>
                    <a:pt x="1704592" y="1372625"/>
                  </a:lnTo>
                  <a:lnTo>
                    <a:pt x="1709974" y="1372625"/>
                  </a:lnTo>
                  <a:lnTo>
                    <a:pt x="1712664" y="1375311"/>
                  </a:lnTo>
                  <a:lnTo>
                    <a:pt x="1708628" y="1376654"/>
                  </a:lnTo>
                  <a:lnTo>
                    <a:pt x="1704592" y="1375311"/>
                  </a:lnTo>
                  <a:lnTo>
                    <a:pt x="1699211" y="1376654"/>
                  </a:lnTo>
                  <a:lnTo>
                    <a:pt x="1692484" y="1377997"/>
                  </a:lnTo>
                  <a:lnTo>
                    <a:pt x="1680375" y="1384712"/>
                  </a:lnTo>
                  <a:lnTo>
                    <a:pt x="1676339" y="1384712"/>
                  </a:lnTo>
                  <a:lnTo>
                    <a:pt x="1666922" y="1387399"/>
                  </a:lnTo>
                  <a:lnTo>
                    <a:pt x="1658849" y="1388742"/>
                  </a:lnTo>
                  <a:lnTo>
                    <a:pt x="1650777" y="1394114"/>
                  </a:lnTo>
                  <a:lnTo>
                    <a:pt x="1646741" y="1394114"/>
                  </a:lnTo>
                  <a:lnTo>
                    <a:pt x="1646741" y="1395457"/>
                  </a:lnTo>
                  <a:lnTo>
                    <a:pt x="1640014" y="1395457"/>
                  </a:lnTo>
                  <a:lnTo>
                    <a:pt x="1638669" y="1390085"/>
                  </a:lnTo>
                  <a:lnTo>
                    <a:pt x="1635978" y="1390085"/>
                  </a:lnTo>
                  <a:lnTo>
                    <a:pt x="1633287" y="1392771"/>
                  </a:lnTo>
                  <a:lnTo>
                    <a:pt x="1630597" y="1391428"/>
                  </a:lnTo>
                  <a:lnTo>
                    <a:pt x="1626560" y="1398143"/>
                  </a:lnTo>
                  <a:lnTo>
                    <a:pt x="1629251" y="1400829"/>
                  </a:lnTo>
                  <a:lnTo>
                    <a:pt x="1621179" y="1407545"/>
                  </a:lnTo>
                  <a:lnTo>
                    <a:pt x="1614452" y="1415603"/>
                  </a:lnTo>
                  <a:lnTo>
                    <a:pt x="1609070" y="1416946"/>
                  </a:lnTo>
                  <a:lnTo>
                    <a:pt x="1603689" y="1420976"/>
                  </a:lnTo>
                  <a:lnTo>
                    <a:pt x="1599653" y="1420976"/>
                  </a:lnTo>
                  <a:lnTo>
                    <a:pt x="1598307" y="1422318"/>
                  </a:lnTo>
                  <a:lnTo>
                    <a:pt x="1596962" y="1427691"/>
                  </a:lnTo>
                  <a:lnTo>
                    <a:pt x="1595617" y="1429034"/>
                  </a:lnTo>
                  <a:lnTo>
                    <a:pt x="1592926" y="1426348"/>
                  </a:lnTo>
                  <a:lnTo>
                    <a:pt x="1590235" y="1429034"/>
                  </a:lnTo>
                  <a:lnTo>
                    <a:pt x="1586199" y="1426348"/>
                  </a:lnTo>
                  <a:lnTo>
                    <a:pt x="1584854" y="1419632"/>
                  </a:lnTo>
                  <a:lnTo>
                    <a:pt x="1582163" y="1418289"/>
                  </a:lnTo>
                  <a:lnTo>
                    <a:pt x="1579472" y="1419632"/>
                  </a:lnTo>
                  <a:lnTo>
                    <a:pt x="1579472" y="1414260"/>
                  </a:lnTo>
                  <a:lnTo>
                    <a:pt x="1576782" y="1410231"/>
                  </a:lnTo>
                  <a:lnTo>
                    <a:pt x="1578127" y="1403515"/>
                  </a:lnTo>
                  <a:lnTo>
                    <a:pt x="1582163" y="1395457"/>
                  </a:lnTo>
                  <a:lnTo>
                    <a:pt x="1587544" y="1391428"/>
                  </a:lnTo>
                  <a:lnTo>
                    <a:pt x="1588890" y="1386055"/>
                  </a:lnTo>
                  <a:lnTo>
                    <a:pt x="1598307" y="1380683"/>
                  </a:lnTo>
                  <a:lnTo>
                    <a:pt x="1610416" y="1377997"/>
                  </a:lnTo>
                  <a:lnTo>
                    <a:pt x="1618488" y="1372625"/>
                  </a:lnTo>
                  <a:lnTo>
                    <a:pt x="1626560" y="1369939"/>
                  </a:lnTo>
                  <a:lnTo>
                    <a:pt x="1630597" y="1371282"/>
                  </a:lnTo>
                  <a:lnTo>
                    <a:pt x="1630597" y="1376654"/>
                  </a:lnTo>
                  <a:lnTo>
                    <a:pt x="1634633" y="1379340"/>
                  </a:lnTo>
                  <a:lnTo>
                    <a:pt x="1633287" y="1376654"/>
                  </a:lnTo>
                  <a:lnTo>
                    <a:pt x="1634633" y="1373968"/>
                  </a:lnTo>
                  <a:lnTo>
                    <a:pt x="1640014" y="1372625"/>
                  </a:lnTo>
                  <a:lnTo>
                    <a:pt x="1646741" y="1371282"/>
                  </a:lnTo>
                  <a:lnTo>
                    <a:pt x="1652122" y="1368595"/>
                  </a:lnTo>
                  <a:lnTo>
                    <a:pt x="1644050" y="1368595"/>
                  </a:lnTo>
                  <a:lnTo>
                    <a:pt x="1633287" y="1368595"/>
                  </a:lnTo>
                  <a:lnTo>
                    <a:pt x="1629251" y="1365909"/>
                  </a:lnTo>
                  <a:lnTo>
                    <a:pt x="1625215" y="1365909"/>
                  </a:lnTo>
                  <a:lnTo>
                    <a:pt x="1621179" y="1369939"/>
                  </a:lnTo>
                  <a:lnTo>
                    <a:pt x="1615797" y="1368595"/>
                  </a:lnTo>
                  <a:lnTo>
                    <a:pt x="1621179" y="1361880"/>
                  </a:lnTo>
                  <a:lnTo>
                    <a:pt x="1625215" y="1360537"/>
                  </a:lnTo>
                  <a:lnTo>
                    <a:pt x="1630597" y="1355165"/>
                  </a:lnTo>
                  <a:lnTo>
                    <a:pt x="1630597" y="1352479"/>
                  </a:lnTo>
                  <a:lnTo>
                    <a:pt x="1627906" y="1353822"/>
                  </a:lnTo>
                  <a:lnTo>
                    <a:pt x="1627906" y="1351135"/>
                  </a:lnTo>
                  <a:lnTo>
                    <a:pt x="1621179" y="1359194"/>
                  </a:lnTo>
                  <a:lnTo>
                    <a:pt x="1617143" y="1360537"/>
                  </a:lnTo>
                  <a:lnTo>
                    <a:pt x="1611761" y="1365909"/>
                  </a:lnTo>
                  <a:lnTo>
                    <a:pt x="1605034" y="1365909"/>
                  </a:lnTo>
                  <a:lnTo>
                    <a:pt x="1603689" y="1369939"/>
                  </a:lnTo>
                  <a:lnTo>
                    <a:pt x="1591581" y="1372625"/>
                  </a:lnTo>
                  <a:lnTo>
                    <a:pt x="1590235" y="1371282"/>
                  </a:lnTo>
                  <a:lnTo>
                    <a:pt x="1591581" y="1368595"/>
                  </a:lnTo>
                  <a:lnTo>
                    <a:pt x="1588890" y="1368595"/>
                  </a:lnTo>
                  <a:lnTo>
                    <a:pt x="1592926" y="1363223"/>
                  </a:lnTo>
                  <a:lnTo>
                    <a:pt x="1587544" y="1368595"/>
                  </a:lnTo>
                  <a:lnTo>
                    <a:pt x="1584854" y="1372625"/>
                  </a:lnTo>
                  <a:lnTo>
                    <a:pt x="1579472" y="1373968"/>
                  </a:lnTo>
                  <a:lnTo>
                    <a:pt x="1575436" y="1372625"/>
                  </a:lnTo>
                  <a:lnTo>
                    <a:pt x="1572745" y="1376654"/>
                  </a:lnTo>
                  <a:lnTo>
                    <a:pt x="1570055" y="1375311"/>
                  </a:lnTo>
                  <a:lnTo>
                    <a:pt x="1568709" y="1371282"/>
                  </a:lnTo>
                  <a:lnTo>
                    <a:pt x="1563328" y="1372625"/>
                  </a:lnTo>
                  <a:lnTo>
                    <a:pt x="1555255" y="1371282"/>
                  </a:lnTo>
                  <a:lnTo>
                    <a:pt x="1555255" y="1369939"/>
                  </a:lnTo>
                  <a:lnTo>
                    <a:pt x="1553910" y="1368595"/>
                  </a:lnTo>
                  <a:lnTo>
                    <a:pt x="1555255" y="1367252"/>
                  </a:lnTo>
                  <a:lnTo>
                    <a:pt x="1553910" y="1364566"/>
                  </a:lnTo>
                  <a:lnTo>
                    <a:pt x="1555255" y="1361880"/>
                  </a:lnTo>
                  <a:lnTo>
                    <a:pt x="1555255" y="1357851"/>
                  </a:lnTo>
                  <a:lnTo>
                    <a:pt x="1552565" y="1353822"/>
                  </a:lnTo>
                  <a:lnTo>
                    <a:pt x="1551219" y="1351135"/>
                  </a:lnTo>
                  <a:lnTo>
                    <a:pt x="1548529" y="1351135"/>
                  </a:lnTo>
                  <a:lnTo>
                    <a:pt x="1549874" y="1347106"/>
                  </a:lnTo>
                  <a:lnTo>
                    <a:pt x="1556601" y="1314872"/>
                  </a:lnTo>
                  <a:lnTo>
                    <a:pt x="1555255" y="1305471"/>
                  </a:lnTo>
                  <a:lnTo>
                    <a:pt x="1545838" y="1296069"/>
                  </a:lnTo>
                  <a:lnTo>
                    <a:pt x="1543147" y="1298755"/>
                  </a:lnTo>
                  <a:lnTo>
                    <a:pt x="1536420" y="1296069"/>
                  </a:lnTo>
                  <a:lnTo>
                    <a:pt x="1531039" y="1297412"/>
                  </a:lnTo>
                  <a:lnTo>
                    <a:pt x="1527002" y="1294726"/>
                  </a:lnTo>
                  <a:lnTo>
                    <a:pt x="1524312" y="1292040"/>
                  </a:lnTo>
                  <a:lnTo>
                    <a:pt x="1522966" y="1293383"/>
                  </a:lnTo>
                  <a:lnTo>
                    <a:pt x="1517585" y="1297412"/>
                  </a:lnTo>
                  <a:lnTo>
                    <a:pt x="1516240" y="1301442"/>
                  </a:lnTo>
                  <a:lnTo>
                    <a:pt x="1506822" y="1310843"/>
                  </a:lnTo>
                  <a:lnTo>
                    <a:pt x="1502786" y="1317558"/>
                  </a:lnTo>
                  <a:lnTo>
                    <a:pt x="1502786" y="1321588"/>
                  </a:lnTo>
                  <a:lnTo>
                    <a:pt x="1496059" y="1325617"/>
                  </a:lnTo>
                  <a:lnTo>
                    <a:pt x="1494713" y="1330989"/>
                  </a:lnTo>
                  <a:lnTo>
                    <a:pt x="1493368" y="1336362"/>
                  </a:lnTo>
                  <a:lnTo>
                    <a:pt x="1486641" y="1344420"/>
                  </a:lnTo>
                  <a:lnTo>
                    <a:pt x="1482605" y="1345763"/>
                  </a:lnTo>
                  <a:lnTo>
                    <a:pt x="1474533" y="1355165"/>
                  </a:lnTo>
                  <a:lnTo>
                    <a:pt x="1473187" y="1359194"/>
                  </a:lnTo>
                  <a:lnTo>
                    <a:pt x="1470497" y="1360537"/>
                  </a:lnTo>
                  <a:lnTo>
                    <a:pt x="1465115" y="1360537"/>
                  </a:lnTo>
                  <a:lnTo>
                    <a:pt x="1462424" y="1360537"/>
                  </a:lnTo>
                  <a:lnTo>
                    <a:pt x="1459734" y="1361880"/>
                  </a:lnTo>
                  <a:lnTo>
                    <a:pt x="1457043" y="1361880"/>
                  </a:lnTo>
                  <a:lnTo>
                    <a:pt x="1451661" y="1367252"/>
                  </a:lnTo>
                  <a:lnTo>
                    <a:pt x="1376320" y="1367252"/>
                  </a:lnTo>
                  <a:lnTo>
                    <a:pt x="1366903" y="1367252"/>
                  </a:lnTo>
                  <a:lnTo>
                    <a:pt x="1362867" y="1372625"/>
                  </a:lnTo>
                  <a:lnTo>
                    <a:pt x="1356140" y="1375311"/>
                  </a:lnTo>
                  <a:lnTo>
                    <a:pt x="1350758" y="1379340"/>
                  </a:lnTo>
                  <a:lnTo>
                    <a:pt x="1338650" y="1390085"/>
                  </a:lnTo>
                  <a:lnTo>
                    <a:pt x="1331923" y="1391428"/>
                  </a:lnTo>
                  <a:lnTo>
                    <a:pt x="1327887" y="1395457"/>
                  </a:lnTo>
                  <a:lnTo>
                    <a:pt x="1305015" y="1411574"/>
                  </a:lnTo>
                  <a:lnTo>
                    <a:pt x="1256582" y="1425005"/>
                  </a:lnTo>
                  <a:lnTo>
                    <a:pt x="1253891" y="1438435"/>
                  </a:lnTo>
                  <a:lnTo>
                    <a:pt x="1243128" y="1441122"/>
                  </a:lnTo>
                  <a:lnTo>
                    <a:pt x="1154333" y="1465297"/>
                  </a:lnTo>
                  <a:lnTo>
                    <a:pt x="1150297" y="1458582"/>
                  </a:lnTo>
                  <a:lnTo>
                    <a:pt x="1154333" y="1451866"/>
                  </a:lnTo>
                  <a:lnTo>
                    <a:pt x="1165096" y="1446494"/>
                  </a:lnTo>
                  <a:lnTo>
                    <a:pt x="1169132" y="1441122"/>
                  </a:lnTo>
                  <a:lnTo>
                    <a:pt x="1171823" y="1435749"/>
                  </a:lnTo>
                  <a:lnTo>
                    <a:pt x="1174514" y="1429034"/>
                  </a:lnTo>
                  <a:lnTo>
                    <a:pt x="1175859" y="1394114"/>
                  </a:lnTo>
                  <a:lnTo>
                    <a:pt x="1159715" y="1314872"/>
                  </a:lnTo>
                  <a:lnTo>
                    <a:pt x="1143570" y="1302785"/>
                  </a:lnTo>
                  <a:lnTo>
                    <a:pt x="1136843" y="1294726"/>
                  </a:lnTo>
                  <a:lnTo>
                    <a:pt x="1033249" y="1246376"/>
                  </a:lnTo>
                  <a:lnTo>
                    <a:pt x="1029213" y="1242346"/>
                  </a:lnTo>
                  <a:lnTo>
                    <a:pt x="1022486" y="1241003"/>
                  </a:lnTo>
                  <a:lnTo>
                    <a:pt x="1019795" y="1239660"/>
                  </a:lnTo>
                  <a:lnTo>
                    <a:pt x="1007687" y="1238317"/>
                  </a:lnTo>
                  <a:lnTo>
                    <a:pt x="1006342" y="1234288"/>
                  </a:lnTo>
                  <a:lnTo>
                    <a:pt x="1003651" y="1231602"/>
                  </a:lnTo>
                  <a:lnTo>
                    <a:pt x="998270" y="1234288"/>
                  </a:lnTo>
                  <a:lnTo>
                    <a:pt x="990197" y="1234288"/>
                  </a:lnTo>
                  <a:lnTo>
                    <a:pt x="986161" y="1232945"/>
                  </a:lnTo>
                  <a:lnTo>
                    <a:pt x="983470" y="1228915"/>
                  </a:lnTo>
                  <a:lnTo>
                    <a:pt x="978089" y="1227572"/>
                  </a:lnTo>
                  <a:lnTo>
                    <a:pt x="968671" y="1224886"/>
                  </a:lnTo>
                  <a:lnTo>
                    <a:pt x="965980" y="1218171"/>
                  </a:lnTo>
                  <a:lnTo>
                    <a:pt x="963290" y="1218171"/>
                  </a:lnTo>
                  <a:lnTo>
                    <a:pt x="956563" y="1214142"/>
                  </a:lnTo>
                  <a:lnTo>
                    <a:pt x="952527" y="1214142"/>
                  </a:lnTo>
                  <a:lnTo>
                    <a:pt x="948490" y="1212799"/>
                  </a:lnTo>
                  <a:lnTo>
                    <a:pt x="943109" y="1214142"/>
                  </a:lnTo>
                  <a:lnTo>
                    <a:pt x="941764" y="1215485"/>
                  </a:lnTo>
                  <a:lnTo>
                    <a:pt x="939073" y="1211455"/>
                  </a:lnTo>
                  <a:lnTo>
                    <a:pt x="933691" y="1210112"/>
                  </a:lnTo>
                  <a:lnTo>
                    <a:pt x="932346" y="1208769"/>
                  </a:lnTo>
                  <a:lnTo>
                    <a:pt x="926965" y="1207426"/>
                  </a:lnTo>
                  <a:lnTo>
                    <a:pt x="925619" y="1206083"/>
                  </a:lnTo>
                  <a:lnTo>
                    <a:pt x="922928" y="1202054"/>
                  </a:lnTo>
                  <a:lnTo>
                    <a:pt x="921583" y="1200711"/>
                  </a:lnTo>
                  <a:lnTo>
                    <a:pt x="916201" y="1195339"/>
                  </a:lnTo>
                  <a:lnTo>
                    <a:pt x="910820" y="1195339"/>
                  </a:lnTo>
                  <a:lnTo>
                    <a:pt x="905438" y="119533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163" name="Freeform 1162">
            <a:extLst>
              <a:ext uri="{FF2B5EF4-FFF2-40B4-BE49-F238E27FC236}">
                <a16:creationId xmlns:a16="http://schemas.microsoft.com/office/drawing/2014/main" id="{8970A972-7582-A9EC-A024-FBE73CDC8A43}"/>
              </a:ext>
            </a:extLst>
          </p:cNvPr>
          <p:cNvSpPr/>
          <p:nvPr/>
        </p:nvSpPr>
        <p:spPr>
          <a:xfrm>
            <a:off x="5264461" y="4121364"/>
            <a:ext cx="6726" cy="4029"/>
          </a:xfrm>
          <a:custGeom>
            <a:avLst/>
            <a:gdLst>
              <a:gd name="connsiteX0" fmla="*/ 4036 w 6726"/>
              <a:gd name="connsiteY0" fmla="*/ 4029 h 4029"/>
              <a:gd name="connsiteX1" fmla="*/ 0 w 6726"/>
              <a:gd name="connsiteY1" fmla="*/ 4029 h 4029"/>
              <a:gd name="connsiteX2" fmla="*/ 1345 w 6726"/>
              <a:gd name="connsiteY2" fmla="*/ 0 h 4029"/>
              <a:gd name="connsiteX3" fmla="*/ 6727 w 6726"/>
              <a:gd name="connsiteY3" fmla="*/ 0 h 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26" h="4029">
                <a:moveTo>
                  <a:pt x="4036" y="4029"/>
                </a:moveTo>
                <a:lnTo>
                  <a:pt x="0" y="4029"/>
                </a:lnTo>
                <a:lnTo>
                  <a:pt x="1345" y="0"/>
                </a:lnTo>
                <a:lnTo>
                  <a:pt x="6727" y="0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64" name="Freeform 1163">
            <a:extLst>
              <a:ext uri="{FF2B5EF4-FFF2-40B4-BE49-F238E27FC236}">
                <a16:creationId xmlns:a16="http://schemas.microsoft.com/office/drawing/2014/main" id="{0BF743E9-4B33-5AEF-8584-92009C904C67}"/>
              </a:ext>
            </a:extLst>
          </p:cNvPr>
          <p:cNvSpPr/>
          <p:nvPr/>
        </p:nvSpPr>
        <p:spPr>
          <a:xfrm>
            <a:off x="5341147" y="4144196"/>
            <a:ext cx="59196" cy="24175"/>
          </a:xfrm>
          <a:custGeom>
            <a:avLst/>
            <a:gdLst>
              <a:gd name="connsiteX0" fmla="*/ 8072 w 59196"/>
              <a:gd name="connsiteY0" fmla="*/ 1343 h 24175"/>
              <a:gd name="connsiteX1" fmla="*/ 13454 w 59196"/>
              <a:gd name="connsiteY1" fmla="*/ 1343 h 24175"/>
              <a:gd name="connsiteX2" fmla="*/ 22871 w 59196"/>
              <a:gd name="connsiteY2" fmla="*/ 0 h 24175"/>
              <a:gd name="connsiteX3" fmla="*/ 43052 w 59196"/>
              <a:gd name="connsiteY3" fmla="*/ 1343 h 24175"/>
              <a:gd name="connsiteX4" fmla="*/ 48434 w 59196"/>
              <a:gd name="connsiteY4" fmla="*/ 9401 h 24175"/>
              <a:gd name="connsiteX5" fmla="*/ 55161 w 59196"/>
              <a:gd name="connsiteY5" fmla="*/ 10745 h 24175"/>
              <a:gd name="connsiteX6" fmla="*/ 59196 w 59196"/>
              <a:gd name="connsiteY6" fmla="*/ 14774 h 24175"/>
              <a:gd name="connsiteX7" fmla="*/ 57851 w 59196"/>
              <a:gd name="connsiteY7" fmla="*/ 17460 h 24175"/>
              <a:gd name="connsiteX8" fmla="*/ 49779 w 59196"/>
              <a:gd name="connsiteY8" fmla="*/ 17460 h 24175"/>
              <a:gd name="connsiteX9" fmla="*/ 45743 w 59196"/>
              <a:gd name="connsiteY9" fmla="*/ 16117 h 24175"/>
              <a:gd name="connsiteX10" fmla="*/ 44397 w 59196"/>
              <a:gd name="connsiteY10" fmla="*/ 20146 h 24175"/>
              <a:gd name="connsiteX11" fmla="*/ 41707 w 59196"/>
              <a:gd name="connsiteY11" fmla="*/ 20146 h 24175"/>
              <a:gd name="connsiteX12" fmla="*/ 39016 w 59196"/>
              <a:gd name="connsiteY12" fmla="*/ 17460 h 24175"/>
              <a:gd name="connsiteX13" fmla="*/ 34980 w 59196"/>
              <a:gd name="connsiteY13" fmla="*/ 17460 h 24175"/>
              <a:gd name="connsiteX14" fmla="*/ 34980 w 59196"/>
              <a:gd name="connsiteY14" fmla="*/ 24175 h 24175"/>
              <a:gd name="connsiteX15" fmla="*/ 28253 w 59196"/>
              <a:gd name="connsiteY15" fmla="*/ 22832 h 24175"/>
              <a:gd name="connsiteX16" fmla="*/ 24217 w 59196"/>
              <a:gd name="connsiteY16" fmla="*/ 20146 h 24175"/>
              <a:gd name="connsiteX17" fmla="*/ 18835 w 59196"/>
              <a:gd name="connsiteY17" fmla="*/ 20146 h 24175"/>
              <a:gd name="connsiteX18" fmla="*/ 14799 w 59196"/>
              <a:gd name="connsiteY18" fmla="*/ 17460 h 24175"/>
              <a:gd name="connsiteX19" fmla="*/ 12108 w 59196"/>
              <a:gd name="connsiteY19" fmla="*/ 10745 h 24175"/>
              <a:gd name="connsiteX20" fmla="*/ 8072 w 59196"/>
              <a:gd name="connsiteY20" fmla="*/ 9401 h 24175"/>
              <a:gd name="connsiteX21" fmla="*/ 5381 w 59196"/>
              <a:gd name="connsiteY21" fmla="*/ 10745 h 24175"/>
              <a:gd name="connsiteX22" fmla="*/ 0 w 59196"/>
              <a:gd name="connsiteY22" fmla="*/ 6715 h 24175"/>
              <a:gd name="connsiteX23" fmla="*/ 4036 w 59196"/>
              <a:gd name="connsiteY23" fmla="*/ 2686 h 2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9196" h="24175">
                <a:moveTo>
                  <a:pt x="8072" y="1343"/>
                </a:moveTo>
                <a:lnTo>
                  <a:pt x="13454" y="1343"/>
                </a:lnTo>
                <a:lnTo>
                  <a:pt x="22871" y="0"/>
                </a:lnTo>
                <a:lnTo>
                  <a:pt x="43052" y="1343"/>
                </a:lnTo>
                <a:lnTo>
                  <a:pt x="48434" y="9401"/>
                </a:lnTo>
                <a:lnTo>
                  <a:pt x="55161" y="10745"/>
                </a:lnTo>
                <a:lnTo>
                  <a:pt x="59196" y="14774"/>
                </a:lnTo>
                <a:lnTo>
                  <a:pt x="57851" y="17460"/>
                </a:lnTo>
                <a:lnTo>
                  <a:pt x="49779" y="17460"/>
                </a:lnTo>
                <a:lnTo>
                  <a:pt x="45743" y="16117"/>
                </a:lnTo>
                <a:lnTo>
                  <a:pt x="44397" y="20146"/>
                </a:lnTo>
                <a:lnTo>
                  <a:pt x="41707" y="20146"/>
                </a:lnTo>
                <a:lnTo>
                  <a:pt x="39016" y="17460"/>
                </a:lnTo>
                <a:lnTo>
                  <a:pt x="34980" y="17460"/>
                </a:lnTo>
                <a:lnTo>
                  <a:pt x="34980" y="24175"/>
                </a:lnTo>
                <a:lnTo>
                  <a:pt x="28253" y="22832"/>
                </a:lnTo>
                <a:lnTo>
                  <a:pt x="24217" y="20146"/>
                </a:lnTo>
                <a:lnTo>
                  <a:pt x="18835" y="20146"/>
                </a:lnTo>
                <a:lnTo>
                  <a:pt x="14799" y="17460"/>
                </a:lnTo>
                <a:lnTo>
                  <a:pt x="12108" y="10745"/>
                </a:lnTo>
                <a:lnTo>
                  <a:pt x="8072" y="9401"/>
                </a:lnTo>
                <a:lnTo>
                  <a:pt x="5381" y="10745"/>
                </a:lnTo>
                <a:lnTo>
                  <a:pt x="0" y="6715"/>
                </a:lnTo>
                <a:lnTo>
                  <a:pt x="4036" y="2686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165" name="Graphic 5">
            <a:extLst>
              <a:ext uri="{FF2B5EF4-FFF2-40B4-BE49-F238E27FC236}">
                <a16:creationId xmlns:a16="http://schemas.microsoft.com/office/drawing/2014/main" id="{4A945274-6A97-F6D5-934E-916F742823EF}"/>
              </a:ext>
            </a:extLst>
          </p:cNvPr>
          <p:cNvGrpSpPr/>
          <p:nvPr/>
        </p:nvGrpSpPr>
        <p:grpSpPr>
          <a:xfrm>
            <a:off x="5448777" y="4097188"/>
            <a:ext cx="69959" cy="60438"/>
            <a:chOff x="5448777" y="4097188"/>
            <a:chExt cx="69959" cy="60438"/>
          </a:xfrm>
          <a:solidFill>
            <a:srgbClr val="E5E5E4"/>
          </a:solidFill>
        </p:grpSpPr>
        <p:sp>
          <p:nvSpPr>
            <p:cNvPr id="1166" name="Freeform 1165">
              <a:extLst>
                <a:ext uri="{FF2B5EF4-FFF2-40B4-BE49-F238E27FC236}">
                  <a16:creationId xmlns:a16="http://schemas.microsoft.com/office/drawing/2014/main" id="{F774E925-4CBC-5A27-5898-BFD532F981F1}"/>
                </a:ext>
              </a:extLst>
            </p:cNvPr>
            <p:cNvSpPr/>
            <p:nvPr/>
          </p:nvSpPr>
          <p:spPr>
            <a:xfrm>
              <a:off x="5448777" y="4107933"/>
              <a:ext cx="69959" cy="49693"/>
            </a:xfrm>
            <a:custGeom>
              <a:avLst/>
              <a:gdLst>
                <a:gd name="connsiteX0" fmla="*/ 57851 w 69959"/>
                <a:gd name="connsiteY0" fmla="*/ 47008 h 49693"/>
                <a:gd name="connsiteX1" fmla="*/ 57851 w 69959"/>
                <a:gd name="connsiteY1" fmla="*/ 44321 h 49693"/>
                <a:gd name="connsiteX2" fmla="*/ 64578 w 69959"/>
                <a:gd name="connsiteY2" fmla="*/ 37606 h 49693"/>
                <a:gd name="connsiteX3" fmla="*/ 64578 w 69959"/>
                <a:gd name="connsiteY3" fmla="*/ 34920 h 49693"/>
                <a:gd name="connsiteX4" fmla="*/ 64578 w 69959"/>
                <a:gd name="connsiteY4" fmla="*/ 30891 h 49693"/>
                <a:gd name="connsiteX5" fmla="*/ 61887 w 69959"/>
                <a:gd name="connsiteY5" fmla="*/ 25518 h 49693"/>
                <a:gd name="connsiteX6" fmla="*/ 63233 w 69959"/>
                <a:gd name="connsiteY6" fmla="*/ 24175 h 49693"/>
                <a:gd name="connsiteX7" fmla="*/ 67269 w 69959"/>
                <a:gd name="connsiteY7" fmla="*/ 22832 h 49693"/>
                <a:gd name="connsiteX8" fmla="*/ 68614 w 69959"/>
                <a:gd name="connsiteY8" fmla="*/ 17460 h 49693"/>
                <a:gd name="connsiteX9" fmla="*/ 67269 w 69959"/>
                <a:gd name="connsiteY9" fmla="*/ 13431 h 49693"/>
                <a:gd name="connsiteX10" fmla="*/ 69960 w 69959"/>
                <a:gd name="connsiteY10" fmla="*/ 8058 h 49693"/>
                <a:gd name="connsiteX11" fmla="*/ 68614 w 69959"/>
                <a:gd name="connsiteY11" fmla="*/ 5372 h 49693"/>
                <a:gd name="connsiteX12" fmla="*/ 68614 w 69959"/>
                <a:gd name="connsiteY12" fmla="*/ 5372 h 49693"/>
                <a:gd name="connsiteX13" fmla="*/ 63233 w 69959"/>
                <a:gd name="connsiteY13" fmla="*/ 4029 h 49693"/>
                <a:gd name="connsiteX14" fmla="*/ 59196 w 69959"/>
                <a:gd name="connsiteY14" fmla="*/ 5372 h 49693"/>
                <a:gd name="connsiteX15" fmla="*/ 55161 w 69959"/>
                <a:gd name="connsiteY15" fmla="*/ 1343 h 49693"/>
                <a:gd name="connsiteX16" fmla="*/ 44397 w 69959"/>
                <a:gd name="connsiteY16" fmla="*/ 0 h 49693"/>
                <a:gd name="connsiteX17" fmla="*/ 41707 w 69959"/>
                <a:gd name="connsiteY17" fmla="*/ 1343 h 49693"/>
                <a:gd name="connsiteX18" fmla="*/ 37671 w 69959"/>
                <a:gd name="connsiteY18" fmla="*/ 0 h 49693"/>
                <a:gd name="connsiteX19" fmla="*/ 28253 w 69959"/>
                <a:gd name="connsiteY19" fmla="*/ 0 h 49693"/>
                <a:gd name="connsiteX20" fmla="*/ 26908 w 69959"/>
                <a:gd name="connsiteY20" fmla="*/ 2686 h 49693"/>
                <a:gd name="connsiteX21" fmla="*/ 32289 w 69959"/>
                <a:gd name="connsiteY21" fmla="*/ 5372 h 49693"/>
                <a:gd name="connsiteX22" fmla="*/ 45743 w 69959"/>
                <a:gd name="connsiteY22" fmla="*/ 10744 h 49693"/>
                <a:gd name="connsiteX23" fmla="*/ 44397 w 69959"/>
                <a:gd name="connsiteY23" fmla="*/ 13431 h 49693"/>
                <a:gd name="connsiteX24" fmla="*/ 45743 w 69959"/>
                <a:gd name="connsiteY24" fmla="*/ 17460 h 49693"/>
                <a:gd name="connsiteX25" fmla="*/ 44397 w 69959"/>
                <a:gd name="connsiteY25" fmla="*/ 24175 h 49693"/>
                <a:gd name="connsiteX26" fmla="*/ 47088 w 69959"/>
                <a:gd name="connsiteY26" fmla="*/ 28204 h 49693"/>
                <a:gd name="connsiteX27" fmla="*/ 52470 w 69959"/>
                <a:gd name="connsiteY27" fmla="*/ 29548 h 49693"/>
                <a:gd name="connsiteX28" fmla="*/ 57851 w 69959"/>
                <a:gd name="connsiteY28" fmla="*/ 34920 h 49693"/>
                <a:gd name="connsiteX29" fmla="*/ 56506 w 69959"/>
                <a:gd name="connsiteY29" fmla="*/ 37606 h 49693"/>
                <a:gd name="connsiteX30" fmla="*/ 45743 w 69959"/>
                <a:gd name="connsiteY30" fmla="*/ 37606 h 49693"/>
                <a:gd name="connsiteX31" fmla="*/ 44397 w 69959"/>
                <a:gd name="connsiteY31" fmla="*/ 38949 h 49693"/>
                <a:gd name="connsiteX32" fmla="*/ 40361 w 69959"/>
                <a:gd name="connsiteY32" fmla="*/ 37606 h 49693"/>
                <a:gd name="connsiteX33" fmla="*/ 33634 w 69959"/>
                <a:gd name="connsiteY33" fmla="*/ 37606 h 49693"/>
                <a:gd name="connsiteX34" fmla="*/ 28253 w 69959"/>
                <a:gd name="connsiteY34" fmla="*/ 34920 h 49693"/>
                <a:gd name="connsiteX35" fmla="*/ 21526 w 69959"/>
                <a:gd name="connsiteY35" fmla="*/ 37606 h 49693"/>
                <a:gd name="connsiteX36" fmla="*/ 21526 w 69959"/>
                <a:gd name="connsiteY36" fmla="*/ 34920 h 49693"/>
                <a:gd name="connsiteX37" fmla="*/ 18835 w 69959"/>
                <a:gd name="connsiteY37" fmla="*/ 33577 h 49693"/>
                <a:gd name="connsiteX38" fmla="*/ 10763 w 69959"/>
                <a:gd name="connsiteY38" fmla="*/ 34920 h 49693"/>
                <a:gd name="connsiteX39" fmla="*/ 6727 w 69959"/>
                <a:gd name="connsiteY39" fmla="*/ 30891 h 49693"/>
                <a:gd name="connsiteX40" fmla="*/ 1345 w 69959"/>
                <a:gd name="connsiteY40" fmla="*/ 33577 h 49693"/>
                <a:gd name="connsiteX41" fmla="*/ 0 w 69959"/>
                <a:gd name="connsiteY41" fmla="*/ 36263 h 49693"/>
                <a:gd name="connsiteX42" fmla="*/ 1345 w 69959"/>
                <a:gd name="connsiteY42" fmla="*/ 40292 h 49693"/>
                <a:gd name="connsiteX43" fmla="*/ 8072 w 69959"/>
                <a:gd name="connsiteY43" fmla="*/ 41635 h 49693"/>
                <a:gd name="connsiteX44" fmla="*/ 14799 w 69959"/>
                <a:gd name="connsiteY44" fmla="*/ 48351 h 49693"/>
                <a:gd name="connsiteX45" fmla="*/ 17490 w 69959"/>
                <a:gd name="connsiteY45" fmla="*/ 49694 h 49693"/>
                <a:gd name="connsiteX46" fmla="*/ 17490 w 69959"/>
                <a:gd name="connsiteY46" fmla="*/ 45665 h 49693"/>
                <a:gd name="connsiteX47" fmla="*/ 20181 w 69959"/>
                <a:gd name="connsiteY47" fmla="*/ 42978 h 49693"/>
                <a:gd name="connsiteX48" fmla="*/ 32289 w 69959"/>
                <a:gd name="connsiteY48" fmla="*/ 42978 h 49693"/>
                <a:gd name="connsiteX49" fmla="*/ 37671 w 69959"/>
                <a:gd name="connsiteY49" fmla="*/ 45665 h 49693"/>
                <a:gd name="connsiteX50" fmla="*/ 52470 w 69959"/>
                <a:gd name="connsiteY50" fmla="*/ 45665 h 49693"/>
                <a:gd name="connsiteX51" fmla="*/ 55161 w 69959"/>
                <a:gd name="connsiteY51" fmla="*/ 44321 h 49693"/>
                <a:gd name="connsiteX52" fmla="*/ 57851 w 69959"/>
                <a:gd name="connsiteY52" fmla="*/ 47008 h 49693"/>
                <a:gd name="connsiteX53" fmla="*/ 57851 w 69959"/>
                <a:gd name="connsiteY53" fmla="*/ 47008 h 49693"/>
                <a:gd name="connsiteX54" fmla="*/ 57851 w 69959"/>
                <a:gd name="connsiteY54" fmla="*/ 47008 h 49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9959" h="49693">
                  <a:moveTo>
                    <a:pt x="57851" y="47008"/>
                  </a:moveTo>
                  <a:lnTo>
                    <a:pt x="57851" y="44321"/>
                  </a:lnTo>
                  <a:lnTo>
                    <a:pt x="64578" y="37606"/>
                  </a:lnTo>
                  <a:lnTo>
                    <a:pt x="64578" y="34920"/>
                  </a:lnTo>
                  <a:lnTo>
                    <a:pt x="64578" y="30891"/>
                  </a:lnTo>
                  <a:lnTo>
                    <a:pt x="61887" y="25518"/>
                  </a:lnTo>
                  <a:lnTo>
                    <a:pt x="63233" y="24175"/>
                  </a:lnTo>
                  <a:lnTo>
                    <a:pt x="67269" y="22832"/>
                  </a:lnTo>
                  <a:lnTo>
                    <a:pt x="68614" y="17460"/>
                  </a:lnTo>
                  <a:lnTo>
                    <a:pt x="67269" y="13431"/>
                  </a:lnTo>
                  <a:lnTo>
                    <a:pt x="69960" y="8058"/>
                  </a:lnTo>
                  <a:lnTo>
                    <a:pt x="68614" y="5372"/>
                  </a:lnTo>
                  <a:lnTo>
                    <a:pt x="68614" y="5372"/>
                  </a:lnTo>
                  <a:lnTo>
                    <a:pt x="63233" y="4029"/>
                  </a:lnTo>
                  <a:lnTo>
                    <a:pt x="59196" y="5372"/>
                  </a:lnTo>
                  <a:lnTo>
                    <a:pt x="55161" y="1343"/>
                  </a:lnTo>
                  <a:lnTo>
                    <a:pt x="44397" y="0"/>
                  </a:lnTo>
                  <a:lnTo>
                    <a:pt x="41707" y="1343"/>
                  </a:lnTo>
                  <a:lnTo>
                    <a:pt x="37671" y="0"/>
                  </a:lnTo>
                  <a:lnTo>
                    <a:pt x="28253" y="0"/>
                  </a:lnTo>
                  <a:lnTo>
                    <a:pt x="26908" y="2686"/>
                  </a:lnTo>
                  <a:lnTo>
                    <a:pt x="32289" y="5372"/>
                  </a:lnTo>
                  <a:lnTo>
                    <a:pt x="45743" y="10744"/>
                  </a:lnTo>
                  <a:lnTo>
                    <a:pt x="44397" y="13431"/>
                  </a:lnTo>
                  <a:lnTo>
                    <a:pt x="45743" y="17460"/>
                  </a:lnTo>
                  <a:lnTo>
                    <a:pt x="44397" y="24175"/>
                  </a:lnTo>
                  <a:lnTo>
                    <a:pt x="47088" y="28204"/>
                  </a:lnTo>
                  <a:lnTo>
                    <a:pt x="52470" y="29548"/>
                  </a:lnTo>
                  <a:lnTo>
                    <a:pt x="57851" y="34920"/>
                  </a:lnTo>
                  <a:lnTo>
                    <a:pt x="56506" y="37606"/>
                  </a:lnTo>
                  <a:lnTo>
                    <a:pt x="45743" y="37606"/>
                  </a:lnTo>
                  <a:lnTo>
                    <a:pt x="44397" y="38949"/>
                  </a:lnTo>
                  <a:lnTo>
                    <a:pt x="40361" y="37606"/>
                  </a:lnTo>
                  <a:lnTo>
                    <a:pt x="33634" y="37606"/>
                  </a:lnTo>
                  <a:lnTo>
                    <a:pt x="28253" y="34920"/>
                  </a:lnTo>
                  <a:lnTo>
                    <a:pt x="21526" y="37606"/>
                  </a:lnTo>
                  <a:lnTo>
                    <a:pt x="21526" y="34920"/>
                  </a:lnTo>
                  <a:lnTo>
                    <a:pt x="18835" y="33577"/>
                  </a:lnTo>
                  <a:lnTo>
                    <a:pt x="10763" y="34920"/>
                  </a:lnTo>
                  <a:lnTo>
                    <a:pt x="6727" y="30891"/>
                  </a:lnTo>
                  <a:lnTo>
                    <a:pt x="1345" y="33577"/>
                  </a:lnTo>
                  <a:lnTo>
                    <a:pt x="0" y="36263"/>
                  </a:lnTo>
                  <a:lnTo>
                    <a:pt x="1345" y="40292"/>
                  </a:lnTo>
                  <a:lnTo>
                    <a:pt x="8072" y="41635"/>
                  </a:lnTo>
                  <a:lnTo>
                    <a:pt x="14799" y="48351"/>
                  </a:lnTo>
                  <a:lnTo>
                    <a:pt x="17490" y="49694"/>
                  </a:lnTo>
                  <a:lnTo>
                    <a:pt x="17490" y="45665"/>
                  </a:lnTo>
                  <a:lnTo>
                    <a:pt x="20181" y="42978"/>
                  </a:lnTo>
                  <a:lnTo>
                    <a:pt x="32289" y="42978"/>
                  </a:lnTo>
                  <a:lnTo>
                    <a:pt x="37671" y="45665"/>
                  </a:lnTo>
                  <a:lnTo>
                    <a:pt x="52470" y="45665"/>
                  </a:lnTo>
                  <a:lnTo>
                    <a:pt x="55161" y="44321"/>
                  </a:lnTo>
                  <a:lnTo>
                    <a:pt x="57851" y="47008"/>
                  </a:lnTo>
                  <a:lnTo>
                    <a:pt x="57851" y="47008"/>
                  </a:lnTo>
                  <a:lnTo>
                    <a:pt x="57851" y="4700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67" name="Freeform 1166">
              <a:extLst>
                <a:ext uri="{FF2B5EF4-FFF2-40B4-BE49-F238E27FC236}">
                  <a16:creationId xmlns:a16="http://schemas.microsoft.com/office/drawing/2014/main" id="{0E4536C3-017E-DD79-E48F-E1EF6B7CAF57}"/>
                </a:ext>
              </a:extLst>
            </p:cNvPr>
            <p:cNvSpPr/>
            <p:nvPr/>
          </p:nvSpPr>
          <p:spPr>
            <a:xfrm>
              <a:off x="5486448" y="4097188"/>
              <a:ext cx="13453" cy="5372"/>
            </a:xfrm>
            <a:custGeom>
              <a:avLst/>
              <a:gdLst>
                <a:gd name="connsiteX0" fmla="*/ 0 w 13453"/>
                <a:gd name="connsiteY0" fmla="*/ 2686 h 5372"/>
                <a:gd name="connsiteX1" fmla="*/ 4036 w 13453"/>
                <a:gd name="connsiteY1" fmla="*/ 0 h 5372"/>
                <a:gd name="connsiteX2" fmla="*/ 13454 w 13453"/>
                <a:gd name="connsiteY2" fmla="*/ 5372 h 5372"/>
                <a:gd name="connsiteX3" fmla="*/ 4036 w 13453"/>
                <a:gd name="connsiteY3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3" h="5372">
                  <a:moveTo>
                    <a:pt x="0" y="2686"/>
                  </a:moveTo>
                  <a:lnTo>
                    <a:pt x="4036" y="0"/>
                  </a:lnTo>
                  <a:lnTo>
                    <a:pt x="13454" y="5372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68" name="Freeform 1167">
              <a:extLst>
                <a:ext uri="{FF2B5EF4-FFF2-40B4-BE49-F238E27FC236}">
                  <a16:creationId xmlns:a16="http://schemas.microsoft.com/office/drawing/2014/main" id="{AD65FC42-F143-86E4-D2F7-5AC4BCEACE15}"/>
                </a:ext>
              </a:extLst>
            </p:cNvPr>
            <p:cNvSpPr/>
            <p:nvPr/>
          </p:nvSpPr>
          <p:spPr>
            <a:xfrm>
              <a:off x="5475685" y="4130765"/>
              <a:ext cx="10763" cy="6715"/>
            </a:xfrm>
            <a:custGeom>
              <a:avLst/>
              <a:gdLst>
                <a:gd name="connsiteX0" fmla="*/ 0 w 10763"/>
                <a:gd name="connsiteY0" fmla="*/ 1343 h 6715"/>
                <a:gd name="connsiteX1" fmla="*/ 5381 w 10763"/>
                <a:gd name="connsiteY1" fmla="*/ 0 h 6715"/>
                <a:gd name="connsiteX2" fmla="*/ 9418 w 10763"/>
                <a:gd name="connsiteY2" fmla="*/ 2686 h 6715"/>
                <a:gd name="connsiteX3" fmla="*/ 10763 w 10763"/>
                <a:gd name="connsiteY3" fmla="*/ 6715 h 6715"/>
                <a:gd name="connsiteX4" fmla="*/ 4036 w 10763"/>
                <a:gd name="connsiteY4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63" h="6715">
                  <a:moveTo>
                    <a:pt x="0" y="1343"/>
                  </a:moveTo>
                  <a:lnTo>
                    <a:pt x="5381" y="0"/>
                  </a:lnTo>
                  <a:lnTo>
                    <a:pt x="9418" y="2686"/>
                  </a:lnTo>
                  <a:lnTo>
                    <a:pt x="10763" y="6715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169" name="Graphic 5">
            <a:extLst>
              <a:ext uri="{FF2B5EF4-FFF2-40B4-BE49-F238E27FC236}">
                <a16:creationId xmlns:a16="http://schemas.microsoft.com/office/drawing/2014/main" id="{8FDF807A-31AB-A781-7FAB-C06A1547CD40}"/>
              </a:ext>
            </a:extLst>
          </p:cNvPr>
          <p:cNvGrpSpPr/>
          <p:nvPr/>
        </p:nvGrpSpPr>
        <p:grpSpPr>
          <a:xfrm>
            <a:off x="5177011" y="4011231"/>
            <a:ext cx="277147" cy="98044"/>
            <a:chOff x="5177011" y="4011231"/>
            <a:chExt cx="277147" cy="98044"/>
          </a:xfrm>
          <a:solidFill>
            <a:srgbClr val="E5E5E4"/>
          </a:solidFill>
        </p:grpSpPr>
        <p:sp>
          <p:nvSpPr>
            <p:cNvPr id="1170" name="Freeform 1169">
              <a:extLst>
                <a:ext uri="{FF2B5EF4-FFF2-40B4-BE49-F238E27FC236}">
                  <a16:creationId xmlns:a16="http://schemas.microsoft.com/office/drawing/2014/main" id="{E52A3F0C-FE5D-CEFA-3B40-79BB525B16BF}"/>
                </a:ext>
              </a:extLst>
            </p:cNvPr>
            <p:cNvSpPr/>
            <p:nvPr/>
          </p:nvSpPr>
          <p:spPr>
            <a:xfrm>
              <a:off x="5225445" y="4047494"/>
              <a:ext cx="14799" cy="13430"/>
            </a:xfrm>
            <a:custGeom>
              <a:avLst/>
              <a:gdLst>
                <a:gd name="connsiteX0" fmla="*/ 4036 w 14799"/>
                <a:gd name="connsiteY0" fmla="*/ 4029 h 13430"/>
                <a:gd name="connsiteX1" fmla="*/ 5382 w 14799"/>
                <a:gd name="connsiteY1" fmla="*/ 0 h 13430"/>
                <a:gd name="connsiteX2" fmla="*/ 10763 w 14799"/>
                <a:gd name="connsiteY2" fmla="*/ 1343 h 13430"/>
                <a:gd name="connsiteX3" fmla="*/ 14799 w 14799"/>
                <a:gd name="connsiteY3" fmla="*/ 6715 h 13430"/>
                <a:gd name="connsiteX4" fmla="*/ 14799 w 14799"/>
                <a:gd name="connsiteY4" fmla="*/ 10744 h 13430"/>
                <a:gd name="connsiteX5" fmla="*/ 6727 w 14799"/>
                <a:gd name="connsiteY5" fmla="*/ 13431 h 13430"/>
                <a:gd name="connsiteX6" fmla="*/ 1345 w 14799"/>
                <a:gd name="connsiteY6" fmla="*/ 10744 h 13430"/>
                <a:gd name="connsiteX7" fmla="*/ 0 w 14799"/>
                <a:gd name="connsiteY7" fmla="*/ 8058 h 13430"/>
                <a:gd name="connsiteX8" fmla="*/ 2691 w 14799"/>
                <a:gd name="connsiteY8" fmla="*/ 10744 h 13430"/>
                <a:gd name="connsiteX9" fmla="*/ 5382 w 14799"/>
                <a:gd name="connsiteY9" fmla="*/ 10744 h 13430"/>
                <a:gd name="connsiteX10" fmla="*/ 8072 w 14799"/>
                <a:gd name="connsiteY10" fmla="*/ 8058 h 13430"/>
                <a:gd name="connsiteX11" fmla="*/ 5382 w 14799"/>
                <a:gd name="connsiteY11" fmla="*/ 671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99" h="13430">
                  <a:moveTo>
                    <a:pt x="4036" y="4029"/>
                  </a:moveTo>
                  <a:lnTo>
                    <a:pt x="5382" y="0"/>
                  </a:lnTo>
                  <a:lnTo>
                    <a:pt x="10763" y="1343"/>
                  </a:lnTo>
                  <a:lnTo>
                    <a:pt x="14799" y="6715"/>
                  </a:lnTo>
                  <a:lnTo>
                    <a:pt x="14799" y="10744"/>
                  </a:lnTo>
                  <a:lnTo>
                    <a:pt x="6727" y="13431"/>
                  </a:lnTo>
                  <a:lnTo>
                    <a:pt x="1345" y="10744"/>
                  </a:lnTo>
                  <a:lnTo>
                    <a:pt x="0" y="8058"/>
                  </a:lnTo>
                  <a:lnTo>
                    <a:pt x="2691" y="10744"/>
                  </a:lnTo>
                  <a:lnTo>
                    <a:pt x="5382" y="10744"/>
                  </a:lnTo>
                  <a:lnTo>
                    <a:pt x="8072" y="8058"/>
                  </a:lnTo>
                  <a:lnTo>
                    <a:pt x="5382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1" name="Freeform 1170">
              <a:extLst>
                <a:ext uri="{FF2B5EF4-FFF2-40B4-BE49-F238E27FC236}">
                  <a16:creationId xmlns:a16="http://schemas.microsoft.com/office/drawing/2014/main" id="{834B22D8-8511-BE57-723B-EF3DD7E96B21}"/>
                </a:ext>
              </a:extLst>
            </p:cNvPr>
            <p:cNvSpPr/>
            <p:nvPr/>
          </p:nvSpPr>
          <p:spPr>
            <a:xfrm>
              <a:off x="5177011" y="4011231"/>
              <a:ext cx="277147" cy="98044"/>
            </a:xfrm>
            <a:custGeom>
              <a:avLst/>
              <a:gdLst>
                <a:gd name="connsiteX0" fmla="*/ 16144 w 277147"/>
                <a:gd name="connsiteY0" fmla="*/ 26862 h 98044"/>
                <a:gd name="connsiteX1" fmla="*/ 18835 w 277147"/>
                <a:gd name="connsiteY1" fmla="*/ 30891 h 98044"/>
                <a:gd name="connsiteX2" fmla="*/ 17490 w 277147"/>
                <a:gd name="connsiteY2" fmla="*/ 33577 h 98044"/>
                <a:gd name="connsiteX3" fmla="*/ 13454 w 277147"/>
                <a:gd name="connsiteY3" fmla="*/ 30891 h 98044"/>
                <a:gd name="connsiteX4" fmla="*/ 4036 w 277147"/>
                <a:gd name="connsiteY4" fmla="*/ 36263 h 98044"/>
                <a:gd name="connsiteX5" fmla="*/ 0 w 277147"/>
                <a:gd name="connsiteY5" fmla="*/ 36263 h 98044"/>
                <a:gd name="connsiteX6" fmla="*/ 0 w 277147"/>
                <a:gd name="connsiteY6" fmla="*/ 38949 h 98044"/>
                <a:gd name="connsiteX7" fmla="*/ 5381 w 277147"/>
                <a:gd name="connsiteY7" fmla="*/ 41635 h 98044"/>
                <a:gd name="connsiteX8" fmla="*/ 10763 w 277147"/>
                <a:gd name="connsiteY8" fmla="*/ 34920 h 98044"/>
                <a:gd name="connsiteX9" fmla="*/ 12108 w 277147"/>
                <a:gd name="connsiteY9" fmla="*/ 36263 h 98044"/>
                <a:gd name="connsiteX10" fmla="*/ 12108 w 277147"/>
                <a:gd name="connsiteY10" fmla="*/ 40292 h 98044"/>
                <a:gd name="connsiteX11" fmla="*/ 18835 w 277147"/>
                <a:gd name="connsiteY11" fmla="*/ 36263 h 98044"/>
                <a:gd name="connsiteX12" fmla="*/ 22871 w 277147"/>
                <a:gd name="connsiteY12" fmla="*/ 36263 h 98044"/>
                <a:gd name="connsiteX13" fmla="*/ 28253 w 277147"/>
                <a:gd name="connsiteY13" fmla="*/ 28205 h 98044"/>
                <a:gd name="connsiteX14" fmla="*/ 34980 w 277147"/>
                <a:gd name="connsiteY14" fmla="*/ 29548 h 98044"/>
                <a:gd name="connsiteX15" fmla="*/ 37671 w 277147"/>
                <a:gd name="connsiteY15" fmla="*/ 28205 h 98044"/>
                <a:gd name="connsiteX16" fmla="*/ 41707 w 277147"/>
                <a:gd name="connsiteY16" fmla="*/ 29548 h 98044"/>
                <a:gd name="connsiteX17" fmla="*/ 47088 w 277147"/>
                <a:gd name="connsiteY17" fmla="*/ 29548 h 98044"/>
                <a:gd name="connsiteX18" fmla="*/ 53815 w 277147"/>
                <a:gd name="connsiteY18" fmla="*/ 20146 h 98044"/>
                <a:gd name="connsiteX19" fmla="*/ 59196 w 277147"/>
                <a:gd name="connsiteY19" fmla="*/ 18803 h 98044"/>
                <a:gd name="connsiteX20" fmla="*/ 61887 w 277147"/>
                <a:gd name="connsiteY20" fmla="*/ 16117 h 98044"/>
                <a:gd name="connsiteX21" fmla="*/ 68614 w 277147"/>
                <a:gd name="connsiteY21" fmla="*/ 16117 h 98044"/>
                <a:gd name="connsiteX22" fmla="*/ 73996 w 277147"/>
                <a:gd name="connsiteY22" fmla="*/ 16117 h 98044"/>
                <a:gd name="connsiteX23" fmla="*/ 84759 w 277147"/>
                <a:gd name="connsiteY23" fmla="*/ 17460 h 98044"/>
                <a:gd name="connsiteX24" fmla="*/ 88795 w 277147"/>
                <a:gd name="connsiteY24" fmla="*/ 20146 h 98044"/>
                <a:gd name="connsiteX25" fmla="*/ 84759 w 277147"/>
                <a:gd name="connsiteY25" fmla="*/ 22832 h 98044"/>
                <a:gd name="connsiteX26" fmla="*/ 79377 w 277147"/>
                <a:gd name="connsiteY26" fmla="*/ 22832 h 98044"/>
                <a:gd name="connsiteX27" fmla="*/ 75341 w 277147"/>
                <a:gd name="connsiteY27" fmla="*/ 25519 h 98044"/>
                <a:gd name="connsiteX28" fmla="*/ 79377 w 277147"/>
                <a:gd name="connsiteY28" fmla="*/ 28205 h 98044"/>
                <a:gd name="connsiteX29" fmla="*/ 95522 w 277147"/>
                <a:gd name="connsiteY29" fmla="*/ 30891 h 98044"/>
                <a:gd name="connsiteX30" fmla="*/ 98213 w 277147"/>
                <a:gd name="connsiteY30" fmla="*/ 29548 h 98044"/>
                <a:gd name="connsiteX31" fmla="*/ 102249 w 277147"/>
                <a:gd name="connsiteY31" fmla="*/ 29548 h 98044"/>
                <a:gd name="connsiteX32" fmla="*/ 106285 w 277147"/>
                <a:gd name="connsiteY32" fmla="*/ 33577 h 98044"/>
                <a:gd name="connsiteX33" fmla="*/ 114357 w 277147"/>
                <a:gd name="connsiteY33" fmla="*/ 33577 h 98044"/>
                <a:gd name="connsiteX34" fmla="*/ 118393 w 277147"/>
                <a:gd name="connsiteY34" fmla="*/ 33577 h 98044"/>
                <a:gd name="connsiteX35" fmla="*/ 119738 w 277147"/>
                <a:gd name="connsiteY35" fmla="*/ 30891 h 98044"/>
                <a:gd name="connsiteX36" fmla="*/ 122429 w 277147"/>
                <a:gd name="connsiteY36" fmla="*/ 33577 h 98044"/>
                <a:gd name="connsiteX37" fmla="*/ 123775 w 277147"/>
                <a:gd name="connsiteY37" fmla="*/ 36263 h 98044"/>
                <a:gd name="connsiteX38" fmla="*/ 131847 w 277147"/>
                <a:gd name="connsiteY38" fmla="*/ 42979 h 98044"/>
                <a:gd name="connsiteX39" fmla="*/ 138574 w 277147"/>
                <a:gd name="connsiteY39" fmla="*/ 42979 h 98044"/>
                <a:gd name="connsiteX40" fmla="*/ 141265 w 277147"/>
                <a:gd name="connsiteY40" fmla="*/ 41635 h 98044"/>
                <a:gd name="connsiteX41" fmla="*/ 145301 w 277147"/>
                <a:gd name="connsiteY41" fmla="*/ 45665 h 98044"/>
                <a:gd name="connsiteX42" fmla="*/ 150682 w 277147"/>
                <a:gd name="connsiteY42" fmla="*/ 45665 h 98044"/>
                <a:gd name="connsiteX43" fmla="*/ 154718 w 277147"/>
                <a:gd name="connsiteY43" fmla="*/ 47008 h 98044"/>
                <a:gd name="connsiteX44" fmla="*/ 161445 w 277147"/>
                <a:gd name="connsiteY44" fmla="*/ 44322 h 98044"/>
                <a:gd name="connsiteX45" fmla="*/ 165481 w 277147"/>
                <a:gd name="connsiteY45" fmla="*/ 45665 h 98044"/>
                <a:gd name="connsiteX46" fmla="*/ 169517 w 277147"/>
                <a:gd name="connsiteY46" fmla="*/ 60438 h 98044"/>
                <a:gd name="connsiteX47" fmla="*/ 177590 w 277147"/>
                <a:gd name="connsiteY47" fmla="*/ 71183 h 98044"/>
                <a:gd name="connsiteX48" fmla="*/ 181626 w 277147"/>
                <a:gd name="connsiteY48" fmla="*/ 71183 h 98044"/>
                <a:gd name="connsiteX49" fmla="*/ 184317 w 277147"/>
                <a:gd name="connsiteY49" fmla="*/ 69840 h 98044"/>
                <a:gd name="connsiteX50" fmla="*/ 189698 w 277147"/>
                <a:gd name="connsiteY50" fmla="*/ 72526 h 98044"/>
                <a:gd name="connsiteX51" fmla="*/ 199116 w 277147"/>
                <a:gd name="connsiteY51" fmla="*/ 73869 h 98044"/>
                <a:gd name="connsiteX52" fmla="*/ 200461 w 277147"/>
                <a:gd name="connsiteY52" fmla="*/ 75212 h 98044"/>
                <a:gd name="connsiteX53" fmla="*/ 204497 w 277147"/>
                <a:gd name="connsiteY53" fmla="*/ 76556 h 98044"/>
                <a:gd name="connsiteX54" fmla="*/ 203152 w 277147"/>
                <a:gd name="connsiteY54" fmla="*/ 81928 h 98044"/>
                <a:gd name="connsiteX55" fmla="*/ 197770 w 277147"/>
                <a:gd name="connsiteY55" fmla="*/ 83271 h 98044"/>
                <a:gd name="connsiteX56" fmla="*/ 188353 w 277147"/>
                <a:gd name="connsiteY56" fmla="*/ 91329 h 98044"/>
                <a:gd name="connsiteX57" fmla="*/ 188353 w 277147"/>
                <a:gd name="connsiteY57" fmla="*/ 96702 h 98044"/>
                <a:gd name="connsiteX58" fmla="*/ 197770 w 277147"/>
                <a:gd name="connsiteY58" fmla="*/ 98045 h 98044"/>
                <a:gd name="connsiteX59" fmla="*/ 203152 w 277147"/>
                <a:gd name="connsiteY59" fmla="*/ 95359 h 98044"/>
                <a:gd name="connsiteX60" fmla="*/ 208533 w 277147"/>
                <a:gd name="connsiteY60" fmla="*/ 96702 h 98044"/>
                <a:gd name="connsiteX61" fmla="*/ 220642 w 277147"/>
                <a:gd name="connsiteY61" fmla="*/ 94015 h 98044"/>
                <a:gd name="connsiteX62" fmla="*/ 227369 w 277147"/>
                <a:gd name="connsiteY62" fmla="*/ 94015 h 98044"/>
                <a:gd name="connsiteX63" fmla="*/ 236786 w 277147"/>
                <a:gd name="connsiteY63" fmla="*/ 98045 h 98044"/>
                <a:gd name="connsiteX64" fmla="*/ 250240 w 277147"/>
                <a:gd name="connsiteY64" fmla="*/ 95359 h 98044"/>
                <a:gd name="connsiteX65" fmla="*/ 251585 w 277147"/>
                <a:gd name="connsiteY65" fmla="*/ 92672 h 98044"/>
                <a:gd name="connsiteX66" fmla="*/ 255622 w 277147"/>
                <a:gd name="connsiteY66" fmla="*/ 92672 h 98044"/>
                <a:gd name="connsiteX67" fmla="*/ 258312 w 277147"/>
                <a:gd name="connsiteY67" fmla="*/ 89986 h 98044"/>
                <a:gd name="connsiteX68" fmla="*/ 267730 w 277147"/>
                <a:gd name="connsiteY68" fmla="*/ 91329 h 98044"/>
                <a:gd name="connsiteX69" fmla="*/ 274457 w 277147"/>
                <a:gd name="connsiteY69" fmla="*/ 89986 h 98044"/>
                <a:gd name="connsiteX70" fmla="*/ 277147 w 277147"/>
                <a:gd name="connsiteY70" fmla="*/ 84614 h 98044"/>
                <a:gd name="connsiteX71" fmla="*/ 274457 w 277147"/>
                <a:gd name="connsiteY71" fmla="*/ 81928 h 98044"/>
                <a:gd name="connsiteX72" fmla="*/ 270421 w 277147"/>
                <a:gd name="connsiteY72" fmla="*/ 81928 h 98044"/>
                <a:gd name="connsiteX73" fmla="*/ 266385 w 277147"/>
                <a:gd name="connsiteY73" fmla="*/ 73869 h 98044"/>
                <a:gd name="connsiteX74" fmla="*/ 255622 w 277147"/>
                <a:gd name="connsiteY74" fmla="*/ 69840 h 98044"/>
                <a:gd name="connsiteX75" fmla="*/ 242168 w 277147"/>
                <a:gd name="connsiteY75" fmla="*/ 69840 h 98044"/>
                <a:gd name="connsiteX76" fmla="*/ 238132 w 277147"/>
                <a:gd name="connsiteY76" fmla="*/ 68497 h 98044"/>
                <a:gd name="connsiteX77" fmla="*/ 240822 w 277147"/>
                <a:gd name="connsiteY77" fmla="*/ 65811 h 98044"/>
                <a:gd name="connsiteX78" fmla="*/ 243513 w 277147"/>
                <a:gd name="connsiteY78" fmla="*/ 59096 h 98044"/>
                <a:gd name="connsiteX79" fmla="*/ 239477 w 277147"/>
                <a:gd name="connsiteY79" fmla="*/ 57752 h 98044"/>
                <a:gd name="connsiteX80" fmla="*/ 235441 w 277147"/>
                <a:gd name="connsiteY80" fmla="*/ 60438 h 98044"/>
                <a:gd name="connsiteX81" fmla="*/ 230059 w 277147"/>
                <a:gd name="connsiteY81" fmla="*/ 59096 h 98044"/>
                <a:gd name="connsiteX82" fmla="*/ 221987 w 277147"/>
                <a:gd name="connsiteY82" fmla="*/ 52380 h 98044"/>
                <a:gd name="connsiteX83" fmla="*/ 219296 w 277147"/>
                <a:gd name="connsiteY83" fmla="*/ 55066 h 98044"/>
                <a:gd name="connsiteX84" fmla="*/ 213915 w 277147"/>
                <a:gd name="connsiteY84" fmla="*/ 51037 h 98044"/>
                <a:gd name="connsiteX85" fmla="*/ 207188 w 277147"/>
                <a:gd name="connsiteY85" fmla="*/ 45665 h 98044"/>
                <a:gd name="connsiteX86" fmla="*/ 203152 w 277147"/>
                <a:gd name="connsiteY86" fmla="*/ 49694 h 98044"/>
                <a:gd name="connsiteX87" fmla="*/ 201806 w 277147"/>
                <a:gd name="connsiteY87" fmla="*/ 48351 h 98044"/>
                <a:gd name="connsiteX88" fmla="*/ 203152 w 277147"/>
                <a:gd name="connsiteY88" fmla="*/ 44322 h 98044"/>
                <a:gd name="connsiteX89" fmla="*/ 199116 w 277147"/>
                <a:gd name="connsiteY89" fmla="*/ 42979 h 98044"/>
                <a:gd name="connsiteX90" fmla="*/ 197770 w 277147"/>
                <a:gd name="connsiteY90" fmla="*/ 47008 h 98044"/>
                <a:gd name="connsiteX91" fmla="*/ 195080 w 277147"/>
                <a:gd name="connsiteY91" fmla="*/ 42979 h 98044"/>
                <a:gd name="connsiteX92" fmla="*/ 185662 w 277147"/>
                <a:gd name="connsiteY92" fmla="*/ 41635 h 98044"/>
                <a:gd name="connsiteX93" fmla="*/ 178935 w 277147"/>
                <a:gd name="connsiteY93" fmla="*/ 34920 h 98044"/>
                <a:gd name="connsiteX94" fmla="*/ 172208 w 277147"/>
                <a:gd name="connsiteY94" fmla="*/ 30891 h 98044"/>
                <a:gd name="connsiteX95" fmla="*/ 165481 w 277147"/>
                <a:gd name="connsiteY95" fmla="*/ 26862 h 98044"/>
                <a:gd name="connsiteX96" fmla="*/ 152028 w 277147"/>
                <a:gd name="connsiteY96" fmla="*/ 25519 h 98044"/>
                <a:gd name="connsiteX97" fmla="*/ 146646 w 277147"/>
                <a:gd name="connsiteY97" fmla="*/ 22832 h 98044"/>
                <a:gd name="connsiteX98" fmla="*/ 143955 w 277147"/>
                <a:gd name="connsiteY98" fmla="*/ 17460 h 98044"/>
                <a:gd name="connsiteX99" fmla="*/ 138574 w 277147"/>
                <a:gd name="connsiteY99" fmla="*/ 10745 h 98044"/>
                <a:gd name="connsiteX100" fmla="*/ 133192 w 277147"/>
                <a:gd name="connsiteY100" fmla="*/ 12088 h 98044"/>
                <a:gd name="connsiteX101" fmla="*/ 131847 w 277147"/>
                <a:gd name="connsiteY101" fmla="*/ 9402 h 98044"/>
                <a:gd name="connsiteX102" fmla="*/ 111666 w 277147"/>
                <a:gd name="connsiteY102" fmla="*/ 6715 h 98044"/>
                <a:gd name="connsiteX103" fmla="*/ 104939 w 277147"/>
                <a:gd name="connsiteY103" fmla="*/ 9402 h 98044"/>
                <a:gd name="connsiteX104" fmla="*/ 98213 w 277147"/>
                <a:gd name="connsiteY104" fmla="*/ 6715 h 98044"/>
                <a:gd name="connsiteX105" fmla="*/ 92831 w 277147"/>
                <a:gd name="connsiteY105" fmla="*/ 1343 h 98044"/>
                <a:gd name="connsiteX106" fmla="*/ 80723 w 277147"/>
                <a:gd name="connsiteY106" fmla="*/ 0 h 98044"/>
                <a:gd name="connsiteX107" fmla="*/ 69960 w 277147"/>
                <a:gd name="connsiteY107" fmla="*/ 0 h 98044"/>
                <a:gd name="connsiteX108" fmla="*/ 64578 w 277147"/>
                <a:gd name="connsiteY108" fmla="*/ 4029 h 98044"/>
                <a:gd name="connsiteX109" fmla="*/ 51124 w 277147"/>
                <a:gd name="connsiteY109" fmla="*/ 5372 h 98044"/>
                <a:gd name="connsiteX110" fmla="*/ 40361 w 277147"/>
                <a:gd name="connsiteY110" fmla="*/ 8059 h 98044"/>
                <a:gd name="connsiteX111" fmla="*/ 36325 w 277147"/>
                <a:gd name="connsiteY111" fmla="*/ 10745 h 98044"/>
                <a:gd name="connsiteX112" fmla="*/ 25562 w 277147"/>
                <a:gd name="connsiteY112" fmla="*/ 14774 h 98044"/>
                <a:gd name="connsiteX113" fmla="*/ 21526 w 277147"/>
                <a:gd name="connsiteY113" fmla="*/ 18803 h 98044"/>
                <a:gd name="connsiteX114" fmla="*/ 17490 w 277147"/>
                <a:gd name="connsiteY114" fmla="*/ 21489 h 9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277147" h="98044">
                  <a:moveTo>
                    <a:pt x="16144" y="26862"/>
                  </a:moveTo>
                  <a:lnTo>
                    <a:pt x="18835" y="30891"/>
                  </a:lnTo>
                  <a:lnTo>
                    <a:pt x="17490" y="33577"/>
                  </a:lnTo>
                  <a:lnTo>
                    <a:pt x="13454" y="30891"/>
                  </a:lnTo>
                  <a:lnTo>
                    <a:pt x="4036" y="36263"/>
                  </a:lnTo>
                  <a:lnTo>
                    <a:pt x="0" y="36263"/>
                  </a:lnTo>
                  <a:lnTo>
                    <a:pt x="0" y="38949"/>
                  </a:lnTo>
                  <a:lnTo>
                    <a:pt x="5381" y="41635"/>
                  </a:lnTo>
                  <a:lnTo>
                    <a:pt x="10763" y="34920"/>
                  </a:lnTo>
                  <a:lnTo>
                    <a:pt x="12108" y="36263"/>
                  </a:lnTo>
                  <a:lnTo>
                    <a:pt x="12108" y="40292"/>
                  </a:lnTo>
                  <a:lnTo>
                    <a:pt x="18835" y="36263"/>
                  </a:lnTo>
                  <a:lnTo>
                    <a:pt x="22871" y="36263"/>
                  </a:lnTo>
                  <a:lnTo>
                    <a:pt x="28253" y="28205"/>
                  </a:lnTo>
                  <a:lnTo>
                    <a:pt x="34980" y="29548"/>
                  </a:lnTo>
                  <a:lnTo>
                    <a:pt x="37671" y="28205"/>
                  </a:lnTo>
                  <a:lnTo>
                    <a:pt x="41707" y="29548"/>
                  </a:lnTo>
                  <a:lnTo>
                    <a:pt x="47088" y="29548"/>
                  </a:lnTo>
                  <a:lnTo>
                    <a:pt x="53815" y="20146"/>
                  </a:lnTo>
                  <a:lnTo>
                    <a:pt x="59196" y="18803"/>
                  </a:lnTo>
                  <a:lnTo>
                    <a:pt x="61887" y="16117"/>
                  </a:lnTo>
                  <a:lnTo>
                    <a:pt x="68614" y="16117"/>
                  </a:lnTo>
                  <a:lnTo>
                    <a:pt x="73996" y="16117"/>
                  </a:lnTo>
                  <a:lnTo>
                    <a:pt x="84759" y="17460"/>
                  </a:lnTo>
                  <a:lnTo>
                    <a:pt x="88795" y="20146"/>
                  </a:lnTo>
                  <a:lnTo>
                    <a:pt x="84759" y="22832"/>
                  </a:lnTo>
                  <a:lnTo>
                    <a:pt x="79377" y="22832"/>
                  </a:lnTo>
                  <a:lnTo>
                    <a:pt x="75341" y="25519"/>
                  </a:lnTo>
                  <a:lnTo>
                    <a:pt x="79377" y="28205"/>
                  </a:lnTo>
                  <a:lnTo>
                    <a:pt x="95522" y="30891"/>
                  </a:lnTo>
                  <a:lnTo>
                    <a:pt x="98213" y="29548"/>
                  </a:lnTo>
                  <a:lnTo>
                    <a:pt x="102249" y="29548"/>
                  </a:lnTo>
                  <a:lnTo>
                    <a:pt x="106285" y="33577"/>
                  </a:lnTo>
                  <a:lnTo>
                    <a:pt x="114357" y="33577"/>
                  </a:lnTo>
                  <a:lnTo>
                    <a:pt x="118393" y="33577"/>
                  </a:lnTo>
                  <a:lnTo>
                    <a:pt x="119738" y="30891"/>
                  </a:lnTo>
                  <a:lnTo>
                    <a:pt x="122429" y="33577"/>
                  </a:lnTo>
                  <a:lnTo>
                    <a:pt x="123775" y="36263"/>
                  </a:lnTo>
                  <a:lnTo>
                    <a:pt x="131847" y="42979"/>
                  </a:lnTo>
                  <a:lnTo>
                    <a:pt x="138574" y="42979"/>
                  </a:lnTo>
                  <a:lnTo>
                    <a:pt x="141265" y="41635"/>
                  </a:lnTo>
                  <a:lnTo>
                    <a:pt x="145301" y="45665"/>
                  </a:lnTo>
                  <a:lnTo>
                    <a:pt x="150682" y="45665"/>
                  </a:lnTo>
                  <a:lnTo>
                    <a:pt x="154718" y="47008"/>
                  </a:lnTo>
                  <a:lnTo>
                    <a:pt x="161445" y="44322"/>
                  </a:lnTo>
                  <a:lnTo>
                    <a:pt x="165481" y="45665"/>
                  </a:lnTo>
                  <a:lnTo>
                    <a:pt x="169517" y="60438"/>
                  </a:lnTo>
                  <a:lnTo>
                    <a:pt x="177590" y="71183"/>
                  </a:lnTo>
                  <a:lnTo>
                    <a:pt x="181626" y="71183"/>
                  </a:lnTo>
                  <a:lnTo>
                    <a:pt x="184317" y="69840"/>
                  </a:lnTo>
                  <a:lnTo>
                    <a:pt x="189698" y="72526"/>
                  </a:lnTo>
                  <a:lnTo>
                    <a:pt x="199116" y="73869"/>
                  </a:lnTo>
                  <a:lnTo>
                    <a:pt x="200461" y="75212"/>
                  </a:lnTo>
                  <a:lnTo>
                    <a:pt x="204497" y="76556"/>
                  </a:lnTo>
                  <a:lnTo>
                    <a:pt x="203152" y="81928"/>
                  </a:lnTo>
                  <a:lnTo>
                    <a:pt x="197770" y="83271"/>
                  </a:lnTo>
                  <a:lnTo>
                    <a:pt x="188353" y="91329"/>
                  </a:lnTo>
                  <a:lnTo>
                    <a:pt x="188353" y="96702"/>
                  </a:lnTo>
                  <a:lnTo>
                    <a:pt x="197770" y="98045"/>
                  </a:lnTo>
                  <a:lnTo>
                    <a:pt x="203152" y="95359"/>
                  </a:lnTo>
                  <a:lnTo>
                    <a:pt x="208533" y="96702"/>
                  </a:lnTo>
                  <a:lnTo>
                    <a:pt x="220642" y="94015"/>
                  </a:lnTo>
                  <a:lnTo>
                    <a:pt x="227369" y="94015"/>
                  </a:lnTo>
                  <a:lnTo>
                    <a:pt x="236786" y="98045"/>
                  </a:lnTo>
                  <a:lnTo>
                    <a:pt x="250240" y="95359"/>
                  </a:lnTo>
                  <a:lnTo>
                    <a:pt x="251585" y="92672"/>
                  </a:lnTo>
                  <a:lnTo>
                    <a:pt x="255622" y="92672"/>
                  </a:lnTo>
                  <a:lnTo>
                    <a:pt x="258312" y="89986"/>
                  </a:lnTo>
                  <a:lnTo>
                    <a:pt x="267730" y="91329"/>
                  </a:lnTo>
                  <a:lnTo>
                    <a:pt x="274457" y="89986"/>
                  </a:lnTo>
                  <a:lnTo>
                    <a:pt x="277147" y="84614"/>
                  </a:lnTo>
                  <a:lnTo>
                    <a:pt x="274457" y="81928"/>
                  </a:lnTo>
                  <a:lnTo>
                    <a:pt x="270421" y="81928"/>
                  </a:lnTo>
                  <a:lnTo>
                    <a:pt x="266385" y="73869"/>
                  </a:lnTo>
                  <a:lnTo>
                    <a:pt x="255622" y="69840"/>
                  </a:lnTo>
                  <a:lnTo>
                    <a:pt x="242168" y="69840"/>
                  </a:lnTo>
                  <a:lnTo>
                    <a:pt x="238132" y="68497"/>
                  </a:lnTo>
                  <a:lnTo>
                    <a:pt x="240822" y="65811"/>
                  </a:lnTo>
                  <a:lnTo>
                    <a:pt x="243513" y="59096"/>
                  </a:lnTo>
                  <a:lnTo>
                    <a:pt x="239477" y="57752"/>
                  </a:lnTo>
                  <a:lnTo>
                    <a:pt x="235441" y="60438"/>
                  </a:lnTo>
                  <a:lnTo>
                    <a:pt x="230059" y="59096"/>
                  </a:lnTo>
                  <a:lnTo>
                    <a:pt x="221987" y="52380"/>
                  </a:lnTo>
                  <a:lnTo>
                    <a:pt x="219296" y="55066"/>
                  </a:lnTo>
                  <a:lnTo>
                    <a:pt x="213915" y="51037"/>
                  </a:lnTo>
                  <a:lnTo>
                    <a:pt x="207188" y="45665"/>
                  </a:lnTo>
                  <a:lnTo>
                    <a:pt x="203152" y="49694"/>
                  </a:lnTo>
                  <a:lnTo>
                    <a:pt x="201806" y="48351"/>
                  </a:lnTo>
                  <a:lnTo>
                    <a:pt x="203152" y="44322"/>
                  </a:lnTo>
                  <a:lnTo>
                    <a:pt x="199116" y="42979"/>
                  </a:lnTo>
                  <a:lnTo>
                    <a:pt x="197770" y="47008"/>
                  </a:lnTo>
                  <a:lnTo>
                    <a:pt x="195080" y="42979"/>
                  </a:lnTo>
                  <a:lnTo>
                    <a:pt x="185662" y="41635"/>
                  </a:lnTo>
                  <a:lnTo>
                    <a:pt x="178935" y="34920"/>
                  </a:lnTo>
                  <a:lnTo>
                    <a:pt x="172208" y="30891"/>
                  </a:lnTo>
                  <a:lnTo>
                    <a:pt x="165481" y="26862"/>
                  </a:lnTo>
                  <a:lnTo>
                    <a:pt x="152028" y="25519"/>
                  </a:lnTo>
                  <a:lnTo>
                    <a:pt x="146646" y="22832"/>
                  </a:lnTo>
                  <a:lnTo>
                    <a:pt x="143955" y="17460"/>
                  </a:lnTo>
                  <a:lnTo>
                    <a:pt x="138574" y="10745"/>
                  </a:lnTo>
                  <a:lnTo>
                    <a:pt x="133192" y="12088"/>
                  </a:lnTo>
                  <a:lnTo>
                    <a:pt x="131847" y="9402"/>
                  </a:lnTo>
                  <a:lnTo>
                    <a:pt x="111666" y="6715"/>
                  </a:lnTo>
                  <a:lnTo>
                    <a:pt x="104939" y="9402"/>
                  </a:lnTo>
                  <a:lnTo>
                    <a:pt x="98213" y="6715"/>
                  </a:lnTo>
                  <a:lnTo>
                    <a:pt x="92831" y="1343"/>
                  </a:lnTo>
                  <a:lnTo>
                    <a:pt x="80723" y="0"/>
                  </a:lnTo>
                  <a:lnTo>
                    <a:pt x="69960" y="0"/>
                  </a:lnTo>
                  <a:lnTo>
                    <a:pt x="64578" y="4029"/>
                  </a:lnTo>
                  <a:lnTo>
                    <a:pt x="51124" y="5372"/>
                  </a:lnTo>
                  <a:lnTo>
                    <a:pt x="40361" y="8059"/>
                  </a:lnTo>
                  <a:lnTo>
                    <a:pt x="36325" y="10745"/>
                  </a:lnTo>
                  <a:lnTo>
                    <a:pt x="25562" y="14774"/>
                  </a:lnTo>
                  <a:lnTo>
                    <a:pt x="21526" y="18803"/>
                  </a:lnTo>
                  <a:lnTo>
                    <a:pt x="17490" y="2148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172" name="Graphic 5">
            <a:extLst>
              <a:ext uri="{FF2B5EF4-FFF2-40B4-BE49-F238E27FC236}">
                <a16:creationId xmlns:a16="http://schemas.microsoft.com/office/drawing/2014/main" id="{6943EBBB-2F27-B73F-B609-B7B79A6C8E0B}"/>
              </a:ext>
            </a:extLst>
          </p:cNvPr>
          <p:cNvGrpSpPr/>
          <p:nvPr/>
        </p:nvGrpSpPr>
        <p:grpSpPr>
          <a:xfrm>
            <a:off x="5347874" y="3903785"/>
            <a:ext cx="146645" cy="175943"/>
            <a:chOff x="5347874" y="3903785"/>
            <a:chExt cx="146645" cy="175943"/>
          </a:xfrm>
          <a:solidFill>
            <a:srgbClr val="E5E5E4"/>
          </a:solidFill>
        </p:grpSpPr>
        <p:sp>
          <p:nvSpPr>
            <p:cNvPr id="1173" name="Freeform 1172">
              <a:extLst>
                <a:ext uri="{FF2B5EF4-FFF2-40B4-BE49-F238E27FC236}">
                  <a16:creationId xmlns:a16="http://schemas.microsoft.com/office/drawing/2014/main" id="{6734EEED-86DE-A583-9EE8-CD383C83A255}"/>
                </a:ext>
              </a:extLst>
            </p:cNvPr>
            <p:cNvSpPr/>
            <p:nvPr/>
          </p:nvSpPr>
          <p:spPr>
            <a:xfrm>
              <a:off x="5485103" y="4058239"/>
              <a:ext cx="2690" cy="5372"/>
            </a:xfrm>
            <a:custGeom>
              <a:avLst/>
              <a:gdLst>
                <a:gd name="connsiteX0" fmla="*/ 0 w 2690"/>
                <a:gd name="connsiteY0" fmla="*/ 2686 h 5372"/>
                <a:gd name="connsiteX1" fmla="*/ 2691 w 2690"/>
                <a:gd name="connsiteY1" fmla="*/ 5372 h 5372"/>
                <a:gd name="connsiteX2" fmla="*/ 2691 w 2690"/>
                <a:gd name="connsiteY2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5372">
                  <a:moveTo>
                    <a:pt x="0" y="2686"/>
                  </a:moveTo>
                  <a:lnTo>
                    <a:pt x="2691" y="53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4" name="Freeform 1173">
              <a:extLst>
                <a:ext uri="{FF2B5EF4-FFF2-40B4-BE49-F238E27FC236}">
                  <a16:creationId xmlns:a16="http://schemas.microsoft.com/office/drawing/2014/main" id="{8D3A135E-417E-6771-C4B2-0F5AF5B42C36}"/>
                </a:ext>
              </a:extLst>
            </p:cNvPr>
            <p:cNvSpPr/>
            <p:nvPr/>
          </p:nvSpPr>
          <p:spPr>
            <a:xfrm>
              <a:off x="5467613" y="4066297"/>
              <a:ext cx="17489" cy="13430"/>
            </a:xfrm>
            <a:custGeom>
              <a:avLst/>
              <a:gdLst>
                <a:gd name="connsiteX0" fmla="*/ 0 w 17489"/>
                <a:gd name="connsiteY0" fmla="*/ 13431 h 13430"/>
                <a:gd name="connsiteX1" fmla="*/ 13454 w 17489"/>
                <a:gd name="connsiteY1" fmla="*/ 12088 h 13430"/>
                <a:gd name="connsiteX2" fmla="*/ 17490 w 17489"/>
                <a:gd name="connsiteY2" fmla="*/ 5372 h 13430"/>
                <a:gd name="connsiteX3" fmla="*/ 17490 w 17489"/>
                <a:gd name="connsiteY3" fmla="*/ 0 h 13430"/>
                <a:gd name="connsiteX4" fmla="*/ 16145 w 17489"/>
                <a:gd name="connsiteY4" fmla="*/ 0 h 13430"/>
                <a:gd name="connsiteX5" fmla="*/ 13454 w 17489"/>
                <a:gd name="connsiteY5" fmla="*/ 4029 h 13430"/>
                <a:gd name="connsiteX6" fmla="*/ 8072 w 17489"/>
                <a:gd name="connsiteY6" fmla="*/ 1343 h 13430"/>
                <a:gd name="connsiteX7" fmla="*/ 1345 w 17489"/>
                <a:gd name="connsiteY7" fmla="*/ 5372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489" h="13430">
                  <a:moveTo>
                    <a:pt x="0" y="13431"/>
                  </a:moveTo>
                  <a:lnTo>
                    <a:pt x="13454" y="12088"/>
                  </a:lnTo>
                  <a:lnTo>
                    <a:pt x="17490" y="5372"/>
                  </a:lnTo>
                  <a:lnTo>
                    <a:pt x="17490" y="0"/>
                  </a:lnTo>
                  <a:lnTo>
                    <a:pt x="16145" y="0"/>
                  </a:lnTo>
                  <a:lnTo>
                    <a:pt x="13454" y="4029"/>
                  </a:lnTo>
                  <a:lnTo>
                    <a:pt x="8072" y="1343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5" name="Freeform 1174">
              <a:extLst>
                <a:ext uri="{FF2B5EF4-FFF2-40B4-BE49-F238E27FC236}">
                  <a16:creationId xmlns:a16="http://schemas.microsoft.com/office/drawing/2014/main" id="{8C37CDEB-E678-288D-6019-251F6F21E97A}"/>
                </a:ext>
              </a:extLst>
            </p:cNvPr>
            <p:cNvSpPr/>
            <p:nvPr/>
          </p:nvSpPr>
          <p:spPr>
            <a:xfrm>
              <a:off x="5482412" y="4034064"/>
              <a:ext cx="12108" cy="6715"/>
            </a:xfrm>
            <a:custGeom>
              <a:avLst/>
              <a:gdLst>
                <a:gd name="connsiteX0" fmla="*/ 0 w 12108"/>
                <a:gd name="connsiteY0" fmla="*/ 2686 h 6715"/>
                <a:gd name="connsiteX1" fmla="*/ 5381 w 12108"/>
                <a:gd name="connsiteY1" fmla="*/ 0 h 6715"/>
                <a:gd name="connsiteX2" fmla="*/ 12108 w 12108"/>
                <a:gd name="connsiteY2" fmla="*/ 4029 h 6715"/>
                <a:gd name="connsiteX3" fmla="*/ 12108 w 12108"/>
                <a:gd name="connsiteY3" fmla="*/ 6715 h 6715"/>
                <a:gd name="connsiteX4" fmla="*/ 8072 w 12108"/>
                <a:gd name="connsiteY4" fmla="*/ 4029 h 6715"/>
                <a:gd name="connsiteX5" fmla="*/ 2691 w 12108"/>
                <a:gd name="connsiteY5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8" h="6715">
                  <a:moveTo>
                    <a:pt x="0" y="2686"/>
                  </a:moveTo>
                  <a:lnTo>
                    <a:pt x="5381" y="0"/>
                  </a:lnTo>
                  <a:lnTo>
                    <a:pt x="12108" y="4029"/>
                  </a:lnTo>
                  <a:lnTo>
                    <a:pt x="12108" y="6715"/>
                  </a:lnTo>
                  <a:lnTo>
                    <a:pt x="8072" y="4029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6" name="Freeform 1175">
              <a:extLst>
                <a:ext uri="{FF2B5EF4-FFF2-40B4-BE49-F238E27FC236}">
                  <a16:creationId xmlns:a16="http://schemas.microsoft.com/office/drawing/2014/main" id="{78B364CE-5E18-DE91-8C82-EA9C9C22942A}"/>
                </a:ext>
              </a:extLst>
            </p:cNvPr>
            <p:cNvSpPr/>
            <p:nvPr/>
          </p:nvSpPr>
          <p:spPr>
            <a:xfrm>
              <a:off x="5455504" y="4023319"/>
              <a:ext cx="13453" cy="14773"/>
            </a:xfrm>
            <a:custGeom>
              <a:avLst/>
              <a:gdLst>
                <a:gd name="connsiteX0" fmla="*/ 13454 w 13453"/>
                <a:gd name="connsiteY0" fmla="*/ 0 h 14773"/>
                <a:gd name="connsiteX1" fmla="*/ 8072 w 13453"/>
                <a:gd name="connsiteY1" fmla="*/ 1343 h 14773"/>
                <a:gd name="connsiteX2" fmla="*/ 8072 w 13453"/>
                <a:gd name="connsiteY2" fmla="*/ 5372 h 14773"/>
                <a:gd name="connsiteX3" fmla="*/ 2691 w 13453"/>
                <a:gd name="connsiteY3" fmla="*/ 12088 h 14773"/>
                <a:gd name="connsiteX4" fmla="*/ 0 w 13453"/>
                <a:gd name="connsiteY4" fmla="*/ 12088 h 14773"/>
                <a:gd name="connsiteX5" fmla="*/ 0 w 13453"/>
                <a:gd name="connsiteY5" fmla="*/ 14774 h 14773"/>
                <a:gd name="connsiteX6" fmla="*/ 2691 w 13453"/>
                <a:gd name="connsiteY6" fmla="*/ 14774 h 14773"/>
                <a:gd name="connsiteX7" fmla="*/ 13454 w 13453"/>
                <a:gd name="connsiteY7" fmla="*/ 8058 h 14773"/>
                <a:gd name="connsiteX8" fmla="*/ 13454 w 13453"/>
                <a:gd name="connsiteY8" fmla="*/ 2686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53" h="14773">
                  <a:moveTo>
                    <a:pt x="13454" y="0"/>
                  </a:moveTo>
                  <a:lnTo>
                    <a:pt x="8072" y="1343"/>
                  </a:lnTo>
                  <a:lnTo>
                    <a:pt x="8072" y="5372"/>
                  </a:lnTo>
                  <a:lnTo>
                    <a:pt x="2691" y="12088"/>
                  </a:lnTo>
                  <a:lnTo>
                    <a:pt x="0" y="12088"/>
                  </a:lnTo>
                  <a:lnTo>
                    <a:pt x="0" y="14774"/>
                  </a:lnTo>
                  <a:lnTo>
                    <a:pt x="2691" y="14774"/>
                  </a:lnTo>
                  <a:lnTo>
                    <a:pt x="13454" y="8058"/>
                  </a:lnTo>
                  <a:lnTo>
                    <a:pt x="13454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7" name="Freeform 1176">
              <a:extLst>
                <a:ext uri="{FF2B5EF4-FFF2-40B4-BE49-F238E27FC236}">
                  <a16:creationId xmlns:a16="http://schemas.microsoft.com/office/drawing/2014/main" id="{096BB309-4CBD-855B-26EE-B14394D03393}"/>
                </a:ext>
              </a:extLst>
            </p:cNvPr>
            <p:cNvSpPr/>
            <p:nvPr/>
          </p:nvSpPr>
          <p:spPr>
            <a:xfrm>
              <a:off x="5452814" y="4019290"/>
              <a:ext cx="8072" cy="8058"/>
            </a:xfrm>
            <a:custGeom>
              <a:avLst/>
              <a:gdLst>
                <a:gd name="connsiteX0" fmla="*/ 1345 w 8072"/>
                <a:gd name="connsiteY0" fmla="*/ 0 h 8058"/>
                <a:gd name="connsiteX1" fmla="*/ 6727 w 8072"/>
                <a:gd name="connsiteY1" fmla="*/ 2686 h 8058"/>
                <a:gd name="connsiteX2" fmla="*/ 8072 w 8072"/>
                <a:gd name="connsiteY2" fmla="*/ 8059 h 8058"/>
                <a:gd name="connsiteX3" fmla="*/ 4036 w 8072"/>
                <a:gd name="connsiteY3" fmla="*/ 6715 h 8058"/>
                <a:gd name="connsiteX4" fmla="*/ 0 w 8072"/>
                <a:gd name="connsiteY4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8058">
                  <a:moveTo>
                    <a:pt x="1345" y="0"/>
                  </a:moveTo>
                  <a:lnTo>
                    <a:pt x="6727" y="2686"/>
                  </a:lnTo>
                  <a:lnTo>
                    <a:pt x="8072" y="8059"/>
                  </a:lnTo>
                  <a:lnTo>
                    <a:pt x="4036" y="6715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8" name="Freeform 1177">
              <a:extLst>
                <a:ext uri="{FF2B5EF4-FFF2-40B4-BE49-F238E27FC236}">
                  <a16:creationId xmlns:a16="http://schemas.microsoft.com/office/drawing/2014/main" id="{ED65E7C3-83DE-7340-DE38-5261A9E6DBE7}"/>
                </a:ext>
              </a:extLst>
            </p:cNvPr>
            <p:cNvSpPr/>
            <p:nvPr/>
          </p:nvSpPr>
          <p:spPr>
            <a:xfrm>
              <a:off x="5432633" y="3999144"/>
              <a:ext cx="10763" cy="22832"/>
            </a:xfrm>
            <a:custGeom>
              <a:avLst/>
              <a:gdLst>
                <a:gd name="connsiteX0" fmla="*/ 1345 w 10763"/>
                <a:gd name="connsiteY0" fmla="*/ 0 h 22832"/>
                <a:gd name="connsiteX1" fmla="*/ 5381 w 10763"/>
                <a:gd name="connsiteY1" fmla="*/ 8059 h 22832"/>
                <a:gd name="connsiteX2" fmla="*/ 6727 w 10763"/>
                <a:gd name="connsiteY2" fmla="*/ 14774 h 22832"/>
                <a:gd name="connsiteX3" fmla="*/ 10763 w 10763"/>
                <a:gd name="connsiteY3" fmla="*/ 22832 h 22832"/>
                <a:gd name="connsiteX4" fmla="*/ 8072 w 10763"/>
                <a:gd name="connsiteY4" fmla="*/ 21489 h 22832"/>
                <a:gd name="connsiteX5" fmla="*/ 5381 w 10763"/>
                <a:gd name="connsiteY5" fmla="*/ 18803 h 22832"/>
                <a:gd name="connsiteX6" fmla="*/ 0 w 10763"/>
                <a:gd name="connsiteY6" fmla="*/ 10745 h 22832"/>
                <a:gd name="connsiteX7" fmla="*/ 4036 w 10763"/>
                <a:gd name="connsiteY7" fmla="*/ 9401 h 22832"/>
                <a:gd name="connsiteX8" fmla="*/ 0 w 10763"/>
                <a:gd name="connsiteY8" fmla="*/ 2686 h 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" h="22832">
                  <a:moveTo>
                    <a:pt x="1345" y="0"/>
                  </a:moveTo>
                  <a:lnTo>
                    <a:pt x="5381" y="8059"/>
                  </a:lnTo>
                  <a:lnTo>
                    <a:pt x="6727" y="14774"/>
                  </a:lnTo>
                  <a:lnTo>
                    <a:pt x="10763" y="22832"/>
                  </a:lnTo>
                  <a:lnTo>
                    <a:pt x="8072" y="21489"/>
                  </a:lnTo>
                  <a:lnTo>
                    <a:pt x="5381" y="18803"/>
                  </a:lnTo>
                  <a:lnTo>
                    <a:pt x="0" y="10745"/>
                  </a:lnTo>
                  <a:lnTo>
                    <a:pt x="4036" y="9401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9" name="Freeform 1178">
              <a:extLst>
                <a:ext uri="{FF2B5EF4-FFF2-40B4-BE49-F238E27FC236}">
                  <a16:creationId xmlns:a16="http://schemas.microsoft.com/office/drawing/2014/main" id="{66EE56CA-1D2D-F070-9921-4BE59686A687}"/>
                </a:ext>
              </a:extLst>
            </p:cNvPr>
            <p:cNvSpPr/>
            <p:nvPr/>
          </p:nvSpPr>
          <p:spPr>
            <a:xfrm>
              <a:off x="5413798" y="3996457"/>
              <a:ext cx="4036" cy="4029"/>
            </a:xfrm>
            <a:custGeom>
              <a:avLst/>
              <a:gdLst>
                <a:gd name="connsiteX0" fmla="*/ 1345 w 4036"/>
                <a:gd name="connsiteY0" fmla="*/ 0 h 4029"/>
                <a:gd name="connsiteX1" fmla="*/ 0 w 4036"/>
                <a:gd name="connsiteY1" fmla="*/ 4029 h 4029"/>
                <a:gd name="connsiteX2" fmla="*/ 4036 w 4036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4029">
                  <a:moveTo>
                    <a:pt x="1345" y="0"/>
                  </a:moveTo>
                  <a:lnTo>
                    <a:pt x="0" y="4029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0" name="Freeform 1179">
              <a:extLst>
                <a:ext uri="{FF2B5EF4-FFF2-40B4-BE49-F238E27FC236}">
                  <a16:creationId xmlns:a16="http://schemas.microsoft.com/office/drawing/2014/main" id="{E7005554-6FFC-3755-F482-48C2AA498DD7}"/>
                </a:ext>
              </a:extLst>
            </p:cNvPr>
            <p:cNvSpPr/>
            <p:nvPr/>
          </p:nvSpPr>
          <p:spPr>
            <a:xfrm>
              <a:off x="5451468" y="3985713"/>
              <a:ext cx="5381" cy="8058"/>
            </a:xfrm>
            <a:custGeom>
              <a:avLst/>
              <a:gdLst>
                <a:gd name="connsiteX0" fmla="*/ 4036 w 5381"/>
                <a:gd name="connsiteY0" fmla="*/ 0 h 8058"/>
                <a:gd name="connsiteX1" fmla="*/ 0 w 5381"/>
                <a:gd name="connsiteY1" fmla="*/ 5372 h 8058"/>
                <a:gd name="connsiteX2" fmla="*/ 2691 w 5381"/>
                <a:gd name="connsiteY2" fmla="*/ 8059 h 8058"/>
                <a:gd name="connsiteX3" fmla="*/ 5382 w 5381"/>
                <a:gd name="connsiteY3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8058">
                  <a:moveTo>
                    <a:pt x="4036" y="0"/>
                  </a:moveTo>
                  <a:lnTo>
                    <a:pt x="0" y="5372"/>
                  </a:lnTo>
                  <a:lnTo>
                    <a:pt x="2691" y="8059"/>
                  </a:lnTo>
                  <a:lnTo>
                    <a:pt x="538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1" name="Freeform 1180">
              <a:extLst>
                <a:ext uri="{FF2B5EF4-FFF2-40B4-BE49-F238E27FC236}">
                  <a16:creationId xmlns:a16="http://schemas.microsoft.com/office/drawing/2014/main" id="{C37EA26C-13C0-7E12-B2A3-022CB50E6750}"/>
                </a:ext>
              </a:extLst>
            </p:cNvPr>
            <p:cNvSpPr/>
            <p:nvPr/>
          </p:nvSpPr>
          <p:spPr>
            <a:xfrm>
              <a:off x="5425906" y="3970939"/>
              <a:ext cx="10763" cy="20146"/>
            </a:xfrm>
            <a:custGeom>
              <a:avLst/>
              <a:gdLst>
                <a:gd name="connsiteX0" fmla="*/ 1345 w 10763"/>
                <a:gd name="connsiteY0" fmla="*/ 0 h 20146"/>
                <a:gd name="connsiteX1" fmla="*/ 0 w 10763"/>
                <a:gd name="connsiteY1" fmla="*/ 4029 h 20146"/>
                <a:gd name="connsiteX2" fmla="*/ 4036 w 10763"/>
                <a:gd name="connsiteY2" fmla="*/ 8059 h 20146"/>
                <a:gd name="connsiteX3" fmla="*/ 5381 w 10763"/>
                <a:gd name="connsiteY3" fmla="*/ 14774 h 20146"/>
                <a:gd name="connsiteX4" fmla="*/ 2691 w 10763"/>
                <a:gd name="connsiteY4" fmla="*/ 17460 h 20146"/>
                <a:gd name="connsiteX5" fmla="*/ 5381 w 10763"/>
                <a:gd name="connsiteY5" fmla="*/ 20146 h 20146"/>
                <a:gd name="connsiteX6" fmla="*/ 10763 w 10763"/>
                <a:gd name="connsiteY6" fmla="*/ 20146 h 20146"/>
                <a:gd name="connsiteX7" fmla="*/ 10763 w 10763"/>
                <a:gd name="connsiteY7" fmla="*/ 17460 h 20146"/>
                <a:gd name="connsiteX8" fmla="*/ 8072 w 10763"/>
                <a:gd name="connsiteY8" fmla="*/ 9402 h 20146"/>
                <a:gd name="connsiteX9" fmla="*/ 5381 w 10763"/>
                <a:gd name="connsiteY9" fmla="*/ 4029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63" h="20146">
                  <a:moveTo>
                    <a:pt x="1345" y="0"/>
                  </a:moveTo>
                  <a:lnTo>
                    <a:pt x="0" y="4029"/>
                  </a:lnTo>
                  <a:lnTo>
                    <a:pt x="4036" y="8059"/>
                  </a:lnTo>
                  <a:lnTo>
                    <a:pt x="5381" y="14774"/>
                  </a:lnTo>
                  <a:lnTo>
                    <a:pt x="2691" y="17460"/>
                  </a:lnTo>
                  <a:lnTo>
                    <a:pt x="5381" y="20146"/>
                  </a:lnTo>
                  <a:lnTo>
                    <a:pt x="10763" y="20146"/>
                  </a:lnTo>
                  <a:lnTo>
                    <a:pt x="10763" y="17460"/>
                  </a:lnTo>
                  <a:lnTo>
                    <a:pt x="8072" y="9402"/>
                  </a:lnTo>
                  <a:lnTo>
                    <a:pt x="538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2" name="Freeform 1181">
              <a:extLst>
                <a:ext uri="{FF2B5EF4-FFF2-40B4-BE49-F238E27FC236}">
                  <a16:creationId xmlns:a16="http://schemas.microsoft.com/office/drawing/2014/main" id="{2B01E6F8-FC14-0601-F98B-C3963096A2DD}"/>
                </a:ext>
              </a:extLst>
            </p:cNvPr>
            <p:cNvSpPr/>
            <p:nvPr/>
          </p:nvSpPr>
          <p:spPr>
            <a:xfrm>
              <a:off x="5405725" y="3949450"/>
              <a:ext cx="12108" cy="20146"/>
            </a:xfrm>
            <a:custGeom>
              <a:avLst/>
              <a:gdLst>
                <a:gd name="connsiteX0" fmla="*/ 0 w 12108"/>
                <a:gd name="connsiteY0" fmla="*/ 0 h 20146"/>
                <a:gd name="connsiteX1" fmla="*/ 8072 w 12108"/>
                <a:gd name="connsiteY1" fmla="*/ 4029 h 20146"/>
                <a:gd name="connsiteX2" fmla="*/ 12108 w 12108"/>
                <a:gd name="connsiteY2" fmla="*/ 10745 h 20146"/>
                <a:gd name="connsiteX3" fmla="*/ 9418 w 12108"/>
                <a:gd name="connsiteY3" fmla="*/ 18803 h 20146"/>
                <a:gd name="connsiteX4" fmla="*/ 6727 w 12108"/>
                <a:gd name="connsiteY4" fmla="*/ 20146 h 20146"/>
                <a:gd name="connsiteX5" fmla="*/ 5381 w 12108"/>
                <a:gd name="connsiteY5" fmla="*/ 17460 h 20146"/>
                <a:gd name="connsiteX6" fmla="*/ 8072 w 12108"/>
                <a:gd name="connsiteY6" fmla="*/ 14774 h 20146"/>
                <a:gd name="connsiteX7" fmla="*/ 9418 w 12108"/>
                <a:gd name="connsiteY7" fmla="*/ 10745 h 20146"/>
                <a:gd name="connsiteX8" fmla="*/ 5381 w 12108"/>
                <a:gd name="connsiteY8" fmla="*/ 5372 h 20146"/>
                <a:gd name="connsiteX9" fmla="*/ 0 w 12108"/>
                <a:gd name="connsiteY9" fmla="*/ 4029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08" h="20146">
                  <a:moveTo>
                    <a:pt x="0" y="0"/>
                  </a:moveTo>
                  <a:lnTo>
                    <a:pt x="8072" y="4029"/>
                  </a:lnTo>
                  <a:lnTo>
                    <a:pt x="12108" y="10745"/>
                  </a:lnTo>
                  <a:lnTo>
                    <a:pt x="9418" y="18803"/>
                  </a:lnTo>
                  <a:lnTo>
                    <a:pt x="6727" y="20146"/>
                  </a:lnTo>
                  <a:lnTo>
                    <a:pt x="5381" y="17460"/>
                  </a:lnTo>
                  <a:lnTo>
                    <a:pt x="8072" y="14774"/>
                  </a:lnTo>
                  <a:lnTo>
                    <a:pt x="9418" y="10745"/>
                  </a:lnTo>
                  <a:lnTo>
                    <a:pt x="5381" y="5372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3" name="Freeform 1182">
              <a:extLst>
                <a:ext uri="{FF2B5EF4-FFF2-40B4-BE49-F238E27FC236}">
                  <a16:creationId xmlns:a16="http://schemas.microsoft.com/office/drawing/2014/main" id="{E0CC2CC8-1E3B-8A0E-60F4-E9E9C46AB74A}"/>
                </a:ext>
              </a:extLst>
            </p:cNvPr>
            <p:cNvSpPr/>
            <p:nvPr/>
          </p:nvSpPr>
          <p:spPr>
            <a:xfrm>
              <a:off x="5378818" y="3903785"/>
              <a:ext cx="20180" cy="32233"/>
            </a:xfrm>
            <a:custGeom>
              <a:avLst/>
              <a:gdLst>
                <a:gd name="connsiteX0" fmla="*/ 0 w 20180"/>
                <a:gd name="connsiteY0" fmla="*/ 0 h 32233"/>
                <a:gd name="connsiteX1" fmla="*/ 8072 w 20180"/>
                <a:gd name="connsiteY1" fmla="*/ 0 h 32233"/>
                <a:gd name="connsiteX2" fmla="*/ 14799 w 20180"/>
                <a:gd name="connsiteY2" fmla="*/ 5372 h 32233"/>
                <a:gd name="connsiteX3" fmla="*/ 16144 w 20180"/>
                <a:gd name="connsiteY3" fmla="*/ 10745 h 32233"/>
                <a:gd name="connsiteX4" fmla="*/ 20181 w 20180"/>
                <a:gd name="connsiteY4" fmla="*/ 13431 h 32233"/>
                <a:gd name="connsiteX5" fmla="*/ 20181 w 20180"/>
                <a:gd name="connsiteY5" fmla="*/ 20146 h 32233"/>
                <a:gd name="connsiteX6" fmla="*/ 14799 w 20180"/>
                <a:gd name="connsiteY6" fmla="*/ 22832 h 32233"/>
                <a:gd name="connsiteX7" fmla="*/ 14799 w 20180"/>
                <a:gd name="connsiteY7" fmla="*/ 28205 h 32233"/>
                <a:gd name="connsiteX8" fmla="*/ 10763 w 20180"/>
                <a:gd name="connsiteY8" fmla="*/ 32234 h 32233"/>
                <a:gd name="connsiteX9" fmla="*/ 12108 w 20180"/>
                <a:gd name="connsiteY9" fmla="*/ 24175 h 32233"/>
                <a:gd name="connsiteX10" fmla="*/ 10763 w 20180"/>
                <a:gd name="connsiteY10" fmla="*/ 18803 h 32233"/>
                <a:gd name="connsiteX11" fmla="*/ 14799 w 20180"/>
                <a:gd name="connsiteY11" fmla="*/ 16117 h 32233"/>
                <a:gd name="connsiteX12" fmla="*/ 9418 w 20180"/>
                <a:gd name="connsiteY12" fmla="*/ 8059 h 32233"/>
                <a:gd name="connsiteX13" fmla="*/ 8072 w 20180"/>
                <a:gd name="connsiteY13" fmla="*/ 2686 h 3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80" h="32233">
                  <a:moveTo>
                    <a:pt x="0" y="0"/>
                  </a:moveTo>
                  <a:lnTo>
                    <a:pt x="8072" y="0"/>
                  </a:lnTo>
                  <a:lnTo>
                    <a:pt x="14799" y="5372"/>
                  </a:lnTo>
                  <a:lnTo>
                    <a:pt x="16144" y="10745"/>
                  </a:lnTo>
                  <a:lnTo>
                    <a:pt x="20181" y="13431"/>
                  </a:lnTo>
                  <a:lnTo>
                    <a:pt x="20181" y="20146"/>
                  </a:lnTo>
                  <a:lnTo>
                    <a:pt x="14799" y="22832"/>
                  </a:lnTo>
                  <a:lnTo>
                    <a:pt x="14799" y="28205"/>
                  </a:lnTo>
                  <a:lnTo>
                    <a:pt x="10763" y="32234"/>
                  </a:lnTo>
                  <a:lnTo>
                    <a:pt x="12108" y="24175"/>
                  </a:lnTo>
                  <a:lnTo>
                    <a:pt x="10763" y="18803"/>
                  </a:lnTo>
                  <a:lnTo>
                    <a:pt x="14799" y="16117"/>
                  </a:lnTo>
                  <a:lnTo>
                    <a:pt x="9418" y="8059"/>
                  </a:lnTo>
                  <a:lnTo>
                    <a:pt x="807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4" name="Freeform 1183">
              <a:extLst>
                <a:ext uri="{FF2B5EF4-FFF2-40B4-BE49-F238E27FC236}">
                  <a16:creationId xmlns:a16="http://schemas.microsoft.com/office/drawing/2014/main" id="{7C57C198-4E12-2A21-D17C-860C16C2D769}"/>
                </a:ext>
              </a:extLst>
            </p:cNvPr>
            <p:cNvSpPr/>
            <p:nvPr/>
          </p:nvSpPr>
          <p:spPr>
            <a:xfrm>
              <a:off x="5347874" y="3907814"/>
              <a:ext cx="30943" cy="9401"/>
            </a:xfrm>
            <a:custGeom>
              <a:avLst/>
              <a:gdLst>
                <a:gd name="connsiteX0" fmla="*/ 0 w 30943"/>
                <a:gd name="connsiteY0" fmla="*/ 1343 h 9401"/>
                <a:gd name="connsiteX1" fmla="*/ 6727 w 30943"/>
                <a:gd name="connsiteY1" fmla="*/ 1343 h 9401"/>
                <a:gd name="connsiteX2" fmla="*/ 9418 w 30943"/>
                <a:gd name="connsiteY2" fmla="*/ 4029 h 9401"/>
                <a:gd name="connsiteX3" fmla="*/ 16144 w 30943"/>
                <a:gd name="connsiteY3" fmla="*/ 0 h 9401"/>
                <a:gd name="connsiteX4" fmla="*/ 25562 w 30943"/>
                <a:gd name="connsiteY4" fmla="*/ 0 h 9401"/>
                <a:gd name="connsiteX5" fmla="*/ 30944 w 30943"/>
                <a:gd name="connsiteY5" fmla="*/ 5372 h 9401"/>
                <a:gd name="connsiteX6" fmla="*/ 26908 w 30943"/>
                <a:gd name="connsiteY6" fmla="*/ 4029 h 9401"/>
                <a:gd name="connsiteX7" fmla="*/ 21526 w 30943"/>
                <a:gd name="connsiteY7" fmla="*/ 2686 h 9401"/>
                <a:gd name="connsiteX8" fmla="*/ 12108 w 30943"/>
                <a:gd name="connsiteY8" fmla="*/ 9401 h 9401"/>
                <a:gd name="connsiteX9" fmla="*/ 6727 w 30943"/>
                <a:gd name="connsiteY9" fmla="*/ 9401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943" h="9401">
                  <a:moveTo>
                    <a:pt x="0" y="1343"/>
                  </a:moveTo>
                  <a:lnTo>
                    <a:pt x="6727" y="1343"/>
                  </a:lnTo>
                  <a:lnTo>
                    <a:pt x="9418" y="4029"/>
                  </a:lnTo>
                  <a:lnTo>
                    <a:pt x="16144" y="0"/>
                  </a:lnTo>
                  <a:lnTo>
                    <a:pt x="25562" y="0"/>
                  </a:lnTo>
                  <a:lnTo>
                    <a:pt x="30944" y="5372"/>
                  </a:lnTo>
                  <a:lnTo>
                    <a:pt x="26908" y="4029"/>
                  </a:lnTo>
                  <a:lnTo>
                    <a:pt x="21526" y="2686"/>
                  </a:lnTo>
                  <a:lnTo>
                    <a:pt x="12108" y="9401"/>
                  </a:lnTo>
                  <a:lnTo>
                    <a:pt x="6727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5" name="Freeform 1184">
              <a:extLst>
                <a:ext uri="{FF2B5EF4-FFF2-40B4-BE49-F238E27FC236}">
                  <a16:creationId xmlns:a16="http://schemas.microsoft.com/office/drawing/2014/main" id="{DF5DF4CB-E32C-9263-C19C-06DF17F3968A}"/>
                </a:ext>
              </a:extLst>
            </p:cNvPr>
            <p:cNvSpPr/>
            <p:nvPr/>
          </p:nvSpPr>
          <p:spPr>
            <a:xfrm>
              <a:off x="5380163" y="3956165"/>
              <a:ext cx="12108" cy="4029"/>
            </a:xfrm>
            <a:custGeom>
              <a:avLst/>
              <a:gdLst>
                <a:gd name="connsiteX0" fmla="*/ 0 w 12108"/>
                <a:gd name="connsiteY0" fmla="*/ 2686 h 4029"/>
                <a:gd name="connsiteX1" fmla="*/ 6727 w 12108"/>
                <a:gd name="connsiteY1" fmla="*/ 0 h 4029"/>
                <a:gd name="connsiteX2" fmla="*/ 12109 w 12108"/>
                <a:gd name="connsiteY2" fmla="*/ 1343 h 4029"/>
                <a:gd name="connsiteX3" fmla="*/ 9418 w 12108"/>
                <a:gd name="connsiteY3" fmla="*/ 4029 h 4029"/>
                <a:gd name="connsiteX4" fmla="*/ 2691 w 12108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8" h="4029">
                  <a:moveTo>
                    <a:pt x="0" y="2686"/>
                  </a:moveTo>
                  <a:lnTo>
                    <a:pt x="6727" y="0"/>
                  </a:lnTo>
                  <a:lnTo>
                    <a:pt x="12109" y="1343"/>
                  </a:lnTo>
                  <a:lnTo>
                    <a:pt x="9418" y="4029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6" name="Freeform 1185">
              <a:extLst>
                <a:ext uri="{FF2B5EF4-FFF2-40B4-BE49-F238E27FC236}">
                  <a16:creationId xmlns:a16="http://schemas.microsoft.com/office/drawing/2014/main" id="{8C529CB1-9571-2974-2441-4B3A3D4916B1}"/>
                </a:ext>
              </a:extLst>
            </p:cNvPr>
            <p:cNvSpPr/>
            <p:nvPr/>
          </p:nvSpPr>
          <p:spPr>
            <a:xfrm>
              <a:off x="5370746" y="3980341"/>
              <a:ext cx="5381" cy="4029"/>
            </a:xfrm>
            <a:custGeom>
              <a:avLst/>
              <a:gdLst>
                <a:gd name="connsiteX0" fmla="*/ 1345 w 5381"/>
                <a:gd name="connsiteY0" fmla="*/ 4029 h 4029"/>
                <a:gd name="connsiteX1" fmla="*/ 0 w 5381"/>
                <a:gd name="connsiteY1" fmla="*/ 1343 h 4029"/>
                <a:gd name="connsiteX2" fmla="*/ 5382 w 5381"/>
                <a:gd name="connsiteY2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1345" y="4029"/>
                  </a:moveTo>
                  <a:lnTo>
                    <a:pt x="0" y="1343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7" name="Freeform 1186">
              <a:extLst>
                <a:ext uri="{FF2B5EF4-FFF2-40B4-BE49-F238E27FC236}">
                  <a16:creationId xmlns:a16="http://schemas.microsoft.com/office/drawing/2014/main" id="{2826278F-2891-4483-F233-AD940778E090}"/>
                </a:ext>
              </a:extLst>
            </p:cNvPr>
            <p:cNvSpPr/>
            <p:nvPr/>
          </p:nvSpPr>
          <p:spPr>
            <a:xfrm>
              <a:off x="5366709" y="3983027"/>
              <a:ext cx="2690" cy="4029"/>
            </a:xfrm>
            <a:custGeom>
              <a:avLst/>
              <a:gdLst>
                <a:gd name="connsiteX0" fmla="*/ 0 w 2690"/>
                <a:gd name="connsiteY0" fmla="*/ 2686 h 4029"/>
                <a:gd name="connsiteX1" fmla="*/ 2691 w 2690"/>
                <a:gd name="connsiteY1" fmla="*/ 0 h 4029"/>
                <a:gd name="connsiteX2" fmla="*/ 2691 w 2690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0" y="2686"/>
                  </a:moveTo>
                  <a:lnTo>
                    <a:pt x="2691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8" name="Freeform 1187">
              <a:extLst>
                <a:ext uri="{FF2B5EF4-FFF2-40B4-BE49-F238E27FC236}">
                  <a16:creationId xmlns:a16="http://schemas.microsoft.com/office/drawing/2014/main" id="{496BE34D-8321-43C5-FF59-DB75BBAAD6EE}"/>
                </a:ext>
              </a:extLst>
            </p:cNvPr>
            <p:cNvSpPr/>
            <p:nvPr/>
          </p:nvSpPr>
          <p:spPr>
            <a:xfrm>
              <a:off x="5359982" y="3957508"/>
              <a:ext cx="14799" cy="20146"/>
            </a:xfrm>
            <a:custGeom>
              <a:avLst/>
              <a:gdLst>
                <a:gd name="connsiteX0" fmla="*/ 8072 w 14799"/>
                <a:gd name="connsiteY0" fmla="*/ 20146 h 20146"/>
                <a:gd name="connsiteX1" fmla="*/ 14799 w 14799"/>
                <a:gd name="connsiteY1" fmla="*/ 16117 h 20146"/>
                <a:gd name="connsiteX2" fmla="*/ 10763 w 14799"/>
                <a:gd name="connsiteY2" fmla="*/ 8059 h 20146"/>
                <a:gd name="connsiteX3" fmla="*/ 9418 w 14799"/>
                <a:gd name="connsiteY3" fmla="*/ 1343 h 20146"/>
                <a:gd name="connsiteX4" fmla="*/ 5382 w 14799"/>
                <a:gd name="connsiteY4" fmla="*/ 0 h 20146"/>
                <a:gd name="connsiteX5" fmla="*/ 4036 w 14799"/>
                <a:gd name="connsiteY5" fmla="*/ 6715 h 20146"/>
                <a:gd name="connsiteX6" fmla="*/ 0 w 14799"/>
                <a:gd name="connsiteY6" fmla="*/ 14774 h 20146"/>
                <a:gd name="connsiteX7" fmla="*/ 2691 w 14799"/>
                <a:gd name="connsiteY7" fmla="*/ 17460 h 20146"/>
                <a:gd name="connsiteX8" fmla="*/ 6727 w 14799"/>
                <a:gd name="connsiteY8" fmla="*/ 16117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99" h="20146">
                  <a:moveTo>
                    <a:pt x="8072" y="20146"/>
                  </a:moveTo>
                  <a:lnTo>
                    <a:pt x="14799" y="16117"/>
                  </a:lnTo>
                  <a:lnTo>
                    <a:pt x="10763" y="8059"/>
                  </a:lnTo>
                  <a:lnTo>
                    <a:pt x="9418" y="1343"/>
                  </a:lnTo>
                  <a:lnTo>
                    <a:pt x="5382" y="0"/>
                  </a:lnTo>
                  <a:lnTo>
                    <a:pt x="4036" y="6715"/>
                  </a:lnTo>
                  <a:lnTo>
                    <a:pt x="0" y="14774"/>
                  </a:lnTo>
                  <a:lnTo>
                    <a:pt x="2691" y="17460"/>
                  </a:lnTo>
                  <a:lnTo>
                    <a:pt x="6727" y="1611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9" name="Freeform 1188">
              <a:extLst>
                <a:ext uri="{FF2B5EF4-FFF2-40B4-BE49-F238E27FC236}">
                  <a16:creationId xmlns:a16="http://schemas.microsoft.com/office/drawing/2014/main" id="{8B007DAB-98E0-2549-8AB4-2E3C0E3B4068}"/>
                </a:ext>
              </a:extLst>
            </p:cNvPr>
            <p:cNvSpPr/>
            <p:nvPr/>
          </p:nvSpPr>
          <p:spPr>
            <a:xfrm>
              <a:off x="5369400" y="3984370"/>
              <a:ext cx="9417" cy="14773"/>
            </a:xfrm>
            <a:custGeom>
              <a:avLst/>
              <a:gdLst>
                <a:gd name="connsiteX0" fmla="*/ 6727 w 9417"/>
                <a:gd name="connsiteY0" fmla="*/ 0 h 14773"/>
                <a:gd name="connsiteX1" fmla="*/ 0 w 9417"/>
                <a:gd name="connsiteY1" fmla="*/ 4029 h 14773"/>
                <a:gd name="connsiteX2" fmla="*/ 0 w 9417"/>
                <a:gd name="connsiteY2" fmla="*/ 8059 h 14773"/>
                <a:gd name="connsiteX3" fmla="*/ 2691 w 9417"/>
                <a:gd name="connsiteY3" fmla="*/ 14774 h 14773"/>
                <a:gd name="connsiteX4" fmla="*/ 6727 w 9417"/>
                <a:gd name="connsiteY4" fmla="*/ 13431 h 14773"/>
                <a:gd name="connsiteX5" fmla="*/ 9418 w 9417"/>
                <a:gd name="connsiteY5" fmla="*/ 9402 h 14773"/>
                <a:gd name="connsiteX6" fmla="*/ 8072 w 9417"/>
                <a:gd name="connsiteY6" fmla="*/ 6715 h 14773"/>
                <a:gd name="connsiteX7" fmla="*/ 8072 w 9417"/>
                <a:gd name="connsiteY7" fmla="*/ 2686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17" h="14773">
                  <a:moveTo>
                    <a:pt x="6727" y="0"/>
                  </a:moveTo>
                  <a:lnTo>
                    <a:pt x="0" y="4029"/>
                  </a:lnTo>
                  <a:lnTo>
                    <a:pt x="0" y="8059"/>
                  </a:lnTo>
                  <a:lnTo>
                    <a:pt x="2691" y="14774"/>
                  </a:lnTo>
                  <a:lnTo>
                    <a:pt x="6727" y="13431"/>
                  </a:lnTo>
                  <a:lnTo>
                    <a:pt x="9418" y="9402"/>
                  </a:lnTo>
                  <a:lnTo>
                    <a:pt x="8072" y="6715"/>
                  </a:lnTo>
                  <a:lnTo>
                    <a:pt x="807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190" name="Graphic 5">
            <a:extLst>
              <a:ext uri="{FF2B5EF4-FFF2-40B4-BE49-F238E27FC236}">
                <a16:creationId xmlns:a16="http://schemas.microsoft.com/office/drawing/2014/main" id="{320F844C-4915-374E-B94A-BDE1D6E6313F}"/>
              </a:ext>
            </a:extLst>
          </p:cNvPr>
          <p:cNvGrpSpPr/>
          <p:nvPr/>
        </p:nvGrpSpPr>
        <p:grpSpPr>
          <a:xfrm>
            <a:off x="5918314" y="6146723"/>
            <a:ext cx="78031" cy="40292"/>
            <a:chOff x="5918314" y="6146723"/>
            <a:chExt cx="78031" cy="40292"/>
          </a:xfrm>
          <a:solidFill>
            <a:srgbClr val="E5E5E4"/>
          </a:solidFill>
        </p:grpSpPr>
        <p:sp>
          <p:nvSpPr>
            <p:cNvPr id="1191" name="Freeform 1190">
              <a:extLst>
                <a:ext uri="{FF2B5EF4-FFF2-40B4-BE49-F238E27FC236}">
                  <a16:creationId xmlns:a16="http://schemas.microsoft.com/office/drawing/2014/main" id="{6F031B84-1587-72DF-1976-5F97E8EBBF75}"/>
                </a:ext>
              </a:extLst>
            </p:cNvPr>
            <p:cNvSpPr/>
            <p:nvPr/>
          </p:nvSpPr>
          <p:spPr>
            <a:xfrm>
              <a:off x="5945221" y="6146723"/>
              <a:ext cx="9417" cy="2686"/>
            </a:xfrm>
            <a:custGeom>
              <a:avLst/>
              <a:gdLst>
                <a:gd name="connsiteX0" fmla="*/ 0 w 9417"/>
                <a:gd name="connsiteY0" fmla="*/ 0 h 2686"/>
                <a:gd name="connsiteX1" fmla="*/ 6727 w 9417"/>
                <a:gd name="connsiteY1" fmla="*/ 0 h 2686"/>
                <a:gd name="connsiteX2" fmla="*/ 9418 w 9417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17" h="2686">
                  <a:moveTo>
                    <a:pt x="0" y="0"/>
                  </a:moveTo>
                  <a:lnTo>
                    <a:pt x="6727" y="0"/>
                  </a:lnTo>
                  <a:lnTo>
                    <a:pt x="9418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92" name="Freeform 1191">
              <a:extLst>
                <a:ext uri="{FF2B5EF4-FFF2-40B4-BE49-F238E27FC236}">
                  <a16:creationId xmlns:a16="http://schemas.microsoft.com/office/drawing/2014/main" id="{1C53A96C-9528-7338-BE98-844D6E62CC75}"/>
                </a:ext>
              </a:extLst>
            </p:cNvPr>
            <p:cNvSpPr/>
            <p:nvPr/>
          </p:nvSpPr>
          <p:spPr>
            <a:xfrm>
              <a:off x="5937149" y="6149410"/>
              <a:ext cx="5381" cy="4029"/>
            </a:xfrm>
            <a:custGeom>
              <a:avLst/>
              <a:gdLst>
                <a:gd name="connsiteX0" fmla="*/ 0 w 5381"/>
                <a:gd name="connsiteY0" fmla="*/ 0 h 4029"/>
                <a:gd name="connsiteX1" fmla="*/ 1345 w 5381"/>
                <a:gd name="connsiteY1" fmla="*/ 4029 h 4029"/>
                <a:gd name="connsiteX2" fmla="*/ 5381 w 5381"/>
                <a:gd name="connsiteY2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0" y="0"/>
                  </a:moveTo>
                  <a:lnTo>
                    <a:pt x="1345" y="4029"/>
                  </a:lnTo>
                  <a:lnTo>
                    <a:pt x="538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93" name="Freeform 1192">
              <a:extLst>
                <a:ext uri="{FF2B5EF4-FFF2-40B4-BE49-F238E27FC236}">
                  <a16:creationId xmlns:a16="http://schemas.microsoft.com/office/drawing/2014/main" id="{E3E787A0-AE44-4FF2-25FB-4F36C45FB983}"/>
                </a:ext>
              </a:extLst>
            </p:cNvPr>
            <p:cNvSpPr/>
            <p:nvPr/>
          </p:nvSpPr>
          <p:spPr>
            <a:xfrm>
              <a:off x="5918314" y="6169556"/>
              <a:ext cx="9417" cy="5372"/>
            </a:xfrm>
            <a:custGeom>
              <a:avLst/>
              <a:gdLst>
                <a:gd name="connsiteX0" fmla="*/ 0 w 9417"/>
                <a:gd name="connsiteY0" fmla="*/ 2686 h 5372"/>
                <a:gd name="connsiteX1" fmla="*/ 2691 w 9417"/>
                <a:gd name="connsiteY1" fmla="*/ 0 h 5372"/>
                <a:gd name="connsiteX2" fmla="*/ 5382 w 9417"/>
                <a:gd name="connsiteY2" fmla="*/ 2686 h 5372"/>
                <a:gd name="connsiteX3" fmla="*/ 9418 w 9417"/>
                <a:gd name="connsiteY3" fmla="*/ 2686 h 5372"/>
                <a:gd name="connsiteX4" fmla="*/ 2691 w 9417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5372">
                  <a:moveTo>
                    <a:pt x="0" y="2686"/>
                  </a:moveTo>
                  <a:lnTo>
                    <a:pt x="2691" y="0"/>
                  </a:lnTo>
                  <a:lnTo>
                    <a:pt x="5382" y="2686"/>
                  </a:lnTo>
                  <a:lnTo>
                    <a:pt x="9418" y="2686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94" name="Freeform 1193">
              <a:extLst>
                <a:ext uri="{FF2B5EF4-FFF2-40B4-BE49-F238E27FC236}">
                  <a16:creationId xmlns:a16="http://schemas.microsoft.com/office/drawing/2014/main" id="{9CA505EC-CD6D-79DE-222A-CCE2AE985D35}"/>
                </a:ext>
              </a:extLst>
            </p:cNvPr>
            <p:cNvSpPr/>
            <p:nvPr/>
          </p:nvSpPr>
          <p:spPr>
            <a:xfrm>
              <a:off x="5954639" y="6148067"/>
              <a:ext cx="41706" cy="38949"/>
            </a:xfrm>
            <a:custGeom>
              <a:avLst/>
              <a:gdLst>
                <a:gd name="connsiteX0" fmla="*/ 0 w 41706"/>
                <a:gd name="connsiteY0" fmla="*/ 30891 h 38949"/>
                <a:gd name="connsiteX1" fmla="*/ 4036 w 41706"/>
                <a:gd name="connsiteY1" fmla="*/ 32234 h 38949"/>
                <a:gd name="connsiteX2" fmla="*/ 8072 w 41706"/>
                <a:gd name="connsiteY2" fmla="*/ 38949 h 38949"/>
                <a:gd name="connsiteX3" fmla="*/ 10763 w 41706"/>
                <a:gd name="connsiteY3" fmla="*/ 38949 h 38949"/>
                <a:gd name="connsiteX4" fmla="*/ 12108 w 41706"/>
                <a:gd name="connsiteY4" fmla="*/ 37606 h 38949"/>
                <a:gd name="connsiteX5" fmla="*/ 8072 w 41706"/>
                <a:gd name="connsiteY5" fmla="*/ 32234 h 38949"/>
                <a:gd name="connsiteX6" fmla="*/ 9418 w 41706"/>
                <a:gd name="connsiteY6" fmla="*/ 30891 h 38949"/>
                <a:gd name="connsiteX7" fmla="*/ 14799 w 41706"/>
                <a:gd name="connsiteY7" fmla="*/ 33577 h 38949"/>
                <a:gd name="connsiteX8" fmla="*/ 17490 w 41706"/>
                <a:gd name="connsiteY8" fmla="*/ 32234 h 38949"/>
                <a:gd name="connsiteX9" fmla="*/ 14799 w 41706"/>
                <a:gd name="connsiteY9" fmla="*/ 29548 h 38949"/>
                <a:gd name="connsiteX10" fmla="*/ 14799 w 41706"/>
                <a:gd name="connsiteY10" fmla="*/ 26862 h 38949"/>
                <a:gd name="connsiteX11" fmla="*/ 18835 w 41706"/>
                <a:gd name="connsiteY11" fmla="*/ 28205 h 38949"/>
                <a:gd name="connsiteX12" fmla="*/ 24217 w 41706"/>
                <a:gd name="connsiteY12" fmla="*/ 26862 h 38949"/>
                <a:gd name="connsiteX13" fmla="*/ 24217 w 41706"/>
                <a:gd name="connsiteY13" fmla="*/ 25518 h 38949"/>
                <a:gd name="connsiteX14" fmla="*/ 20181 w 41706"/>
                <a:gd name="connsiteY14" fmla="*/ 25518 h 38949"/>
                <a:gd name="connsiteX15" fmla="*/ 17490 w 41706"/>
                <a:gd name="connsiteY15" fmla="*/ 22832 h 38949"/>
                <a:gd name="connsiteX16" fmla="*/ 20181 w 41706"/>
                <a:gd name="connsiteY16" fmla="*/ 21489 h 38949"/>
                <a:gd name="connsiteX17" fmla="*/ 24217 w 41706"/>
                <a:gd name="connsiteY17" fmla="*/ 22832 h 38949"/>
                <a:gd name="connsiteX18" fmla="*/ 30943 w 41706"/>
                <a:gd name="connsiteY18" fmla="*/ 21489 h 38949"/>
                <a:gd name="connsiteX19" fmla="*/ 34980 w 41706"/>
                <a:gd name="connsiteY19" fmla="*/ 17460 h 38949"/>
                <a:gd name="connsiteX20" fmla="*/ 40361 w 41706"/>
                <a:gd name="connsiteY20" fmla="*/ 16117 h 38949"/>
                <a:gd name="connsiteX21" fmla="*/ 39016 w 41706"/>
                <a:gd name="connsiteY21" fmla="*/ 13431 h 38949"/>
                <a:gd name="connsiteX22" fmla="*/ 36325 w 41706"/>
                <a:gd name="connsiteY22" fmla="*/ 12088 h 38949"/>
                <a:gd name="connsiteX23" fmla="*/ 36325 w 41706"/>
                <a:gd name="connsiteY23" fmla="*/ 10744 h 38949"/>
                <a:gd name="connsiteX24" fmla="*/ 37670 w 41706"/>
                <a:gd name="connsiteY24" fmla="*/ 9402 h 38949"/>
                <a:gd name="connsiteX25" fmla="*/ 41707 w 41706"/>
                <a:gd name="connsiteY25" fmla="*/ 9402 h 38949"/>
                <a:gd name="connsiteX26" fmla="*/ 40361 w 41706"/>
                <a:gd name="connsiteY26" fmla="*/ 6715 h 38949"/>
                <a:gd name="connsiteX27" fmla="*/ 33634 w 41706"/>
                <a:gd name="connsiteY27" fmla="*/ 5372 h 38949"/>
                <a:gd name="connsiteX28" fmla="*/ 29598 w 41706"/>
                <a:gd name="connsiteY28" fmla="*/ 6715 h 38949"/>
                <a:gd name="connsiteX29" fmla="*/ 30943 w 41706"/>
                <a:gd name="connsiteY29" fmla="*/ 9402 h 38949"/>
                <a:gd name="connsiteX30" fmla="*/ 28253 w 41706"/>
                <a:gd name="connsiteY30" fmla="*/ 10744 h 38949"/>
                <a:gd name="connsiteX31" fmla="*/ 24217 w 41706"/>
                <a:gd name="connsiteY31" fmla="*/ 5372 h 38949"/>
                <a:gd name="connsiteX32" fmla="*/ 24217 w 41706"/>
                <a:gd name="connsiteY32" fmla="*/ 1343 h 38949"/>
                <a:gd name="connsiteX33" fmla="*/ 17490 w 41706"/>
                <a:gd name="connsiteY33" fmla="*/ 0 h 38949"/>
                <a:gd name="connsiteX34" fmla="*/ 16144 w 41706"/>
                <a:gd name="connsiteY34" fmla="*/ 4029 h 38949"/>
                <a:gd name="connsiteX35" fmla="*/ 12108 w 41706"/>
                <a:gd name="connsiteY35" fmla="*/ 6715 h 38949"/>
                <a:gd name="connsiteX36" fmla="*/ 13454 w 41706"/>
                <a:gd name="connsiteY36" fmla="*/ 9402 h 38949"/>
                <a:gd name="connsiteX37" fmla="*/ 12108 w 41706"/>
                <a:gd name="connsiteY37" fmla="*/ 12088 h 38949"/>
                <a:gd name="connsiteX38" fmla="*/ 17490 w 41706"/>
                <a:gd name="connsiteY38" fmla="*/ 18803 h 38949"/>
                <a:gd name="connsiteX39" fmla="*/ 16144 w 41706"/>
                <a:gd name="connsiteY39" fmla="*/ 20146 h 38949"/>
                <a:gd name="connsiteX40" fmla="*/ 13454 w 41706"/>
                <a:gd name="connsiteY40" fmla="*/ 18803 h 38949"/>
                <a:gd name="connsiteX41" fmla="*/ 9418 w 41706"/>
                <a:gd name="connsiteY41" fmla="*/ 18803 h 3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1706" h="38949">
                  <a:moveTo>
                    <a:pt x="0" y="30891"/>
                  </a:moveTo>
                  <a:lnTo>
                    <a:pt x="4036" y="32234"/>
                  </a:lnTo>
                  <a:lnTo>
                    <a:pt x="8072" y="38949"/>
                  </a:lnTo>
                  <a:lnTo>
                    <a:pt x="10763" y="38949"/>
                  </a:lnTo>
                  <a:lnTo>
                    <a:pt x="12108" y="37606"/>
                  </a:lnTo>
                  <a:lnTo>
                    <a:pt x="8072" y="32234"/>
                  </a:lnTo>
                  <a:lnTo>
                    <a:pt x="9418" y="30891"/>
                  </a:lnTo>
                  <a:lnTo>
                    <a:pt x="14799" y="33577"/>
                  </a:lnTo>
                  <a:lnTo>
                    <a:pt x="17490" y="32234"/>
                  </a:lnTo>
                  <a:lnTo>
                    <a:pt x="14799" y="29548"/>
                  </a:lnTo>
                  <a:lnTo>
                    <a:pt x="14799" y="26862"/>
                  </a:lnTo>
                  <a:lnTo>
                    <a:pt x="18835" y="28205"/>
                  </a:lnTo>
                  <a:lnTo>
                    <a:pt x="24217" y="26862"/>
                  </a:lnTo>
                  <a:lnTo>
                    <a:pt x="24217" y="25518"/>
                  </a:lnTo>
                  <a:lnTo>
                    <a:pt x="20181" y="25518"/>
                  </a:lnTo>
                  <a:lnTo>
                    <a:pt x="17490" y="22832"/>
                  </a:lnTo>
                  <a:lnTo>
                    <a:pt x="20181" y="21489"/>
                  </a:lnTo>
                  <a:lnTo>
                    <a:pt x="24217" y="22832"/>
                  </a:lnTo>
                  <a:lnTo>
                    <a:pt x="30943" y="21489"/>
                  </a:lnTo>
                  <a:lnTo>
                    <a:pt x="34980" y="17460"/>
                  </a:lnTo>
                  <a:lnTo>
                    <a:pt x="40361" y="16117"/>
                  </a:lnTo>
                  <a:lnTo>
                    <a:pt x="39016" y="13431"/>
                  </a:lnTo>
                  <a:lnTo>
                    <a:pt x="36325" y="12088"/>
                  </a:lnTo>
                  <a:lnTo>
                    <a:pt x="36325" y="10744"/>
                  </a:lnTo>
                  <a:lnTo>
                    <a:pt x="37670" y="9402"/>
                  </a:lnTo>
                  <a:lnTo>
                    <a:pt x="41707" y="9402"/>
                  </a:lnTo>
                  <a:lnTo>
                    <a:pt x="40361" y="6715"/>
                  </a:lnTo>
                  <a:lnTo>
                    <a:pt x="33634" y="5372"/>
                  </a:lnTo>
                  <a:lnTo>
                    <a:pt x="29598" y="6715"/>
                  </a:lnTo>
                  <a:lnTo>
                    <a:pt x="30943" y="9402"/>
                  </a:lnTo>
                  <a:lnTo>
                    <a:pt x="28253" y="10744"/>
                  </a:lnTo>
                  <a:lnTo>
                    <a:pt x="24217" y="5372"/>
                  </a:lnTo>
                  <a:lnTo>
                    <a:pt x="24217" y="1343"/>
                  </a:lnTo>
                  <a:lnTo>
                    <a:pt x="17490" y="0"/>
                  </a:lnTo>
                  <a:lnTo>
                    <a:pt x="16144" y="4029"/>
                  </a:lnTo>
                  <a:lnTo>
                    <a:pt x="12108" y="6715"/>
                  </a:lnTo>
                  <a:lnTo>
                    <a:pt x="13454" y="9402"/>
                  </a:lnTo>
                  <a:lnTo>
                    <a:pt x="12108" y="12088"/>
                  </a:lnTo>
                  <a:lnTo>
                    <a:pt x="17490" y="18803"/>
                  </a:lnTo>
                  <a:lnTo>
                    <a:pt x="16144" y="20146"/>
                  </a:lnTo>
                  <a:lnTo>
                    <a:pt x="13454" y="18803"/>
                  </a:lnTo>
                  <a:lnTo>
                    <a:pt x="9418" y="1880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95" name="Freeform 1194">
              <a:extLst>
                <a:ext uri="{FF2B5EF4-FFF2-40B4-BE49-F238E27FC236}">
                  <a16:creationId xmlns:a16="http://schemas.microsoft.com/office/drawing/2014/main" id="{3C59A59D-5CD9-9395-67FD-874EC559CB11}"/>
                </a:ext>
              </a:extLst>
            </p:cNvPr>
            <p:cNvSpPr/>
            <p:nvPr/>
          </p:nvSpPr>
          <p:spPr>
            <a:xfrm>
              <a:off x="5925041" y="6152096"/>
              <a:ext cx="37670" cy="32234"/>
            </a:xfrm>
            <a:custGeom>
              <a:avLst/>
              <a:gdLst>
                <a:gd name="connsiteX0" fmla="*/ 24217 w 37670"/>
                <a:gd name="connsiteY0" fmla="*/ 1343 h 32234"/>
                <a:gd name="connsiteX1" fmla="*/ 26908 w 37670"/>
                <a:gd name="connsiteY1" fmla="*/ 5373 h 32234"/>
                <a:gd name="connsiteX2" fmla="*/ 29598 w 37670"/>
                <a:gd name="connsiteY2" fmla="*/ 4029 h 32234"/>
                <a:gd name="connsiteX3" fmla="*/ 32289 w 37670"/>
                <a:gd name="connsiteY3" fmla="*/ 1343 h 32234"/>
                <a:gd name="connsiteX4" fmla="*/ 34980 w 37670"/>
                <a:gd name="connsiteY4" fmla="*/ 0 h 32234"/>
                <a:gd name="connsiteX5" fmla="*/ 37671 w 37670"/>
                <a:gd name="connsiteY5" fmla="*/ 4029 h 32234"/>
                <a:gd name="connsiteX6" fmla="*/ 34980 w 37670"/>
                <a:gd name="connsiteY6" fmla="*/ 9402 h 32234"/>
                <a:gd name="connsiteX7" fmla="*/ 28253 w 37670"/>
                <a:gd name="connsiteY7" fmla="*/ 14774 h 32234"/>
                <a:gd name="connsiteX8" fmla="*/ 28253 w 37670"/>
                <a:gd name="connsiteY8" fmla="*/ 20146 h 32234"/>
                <a:gd name="connsiteX9" fmla="*/ 22872 w 37670"/>
                <a:gd name="connsiteY9" fmla="*/ 22832 h 32234"/>
                <a:gd name="connsiteX10" fmla="*/ 14799 w 37670"/>
                <a:gd name="connsiteY10" fmla="*/ 22832 h 32234"/>
                <a:gd name="connsiteX11" fmla="*/ 10763 w 37670"/>
                <a:gd name="connsiteY11" fmla="*/ 25519 h 32234"/>
                <a:gd name="connsiteX12" fmla="*/ 16145 w 37670"/>
                <a:gd name="connsiteY12" fmla="*/ 28205 h 32234"/>
                <a:gd name="connsiteX13" fmla="*/ 13454 w 37670"/>
                <a:gd name="connsiteY13" fmla="*/ 32234 h 32234"/>
                <a:gd name="connsiteX14" fmla="*/ 8072 w 37670"/>
                <a:gd name="connsiteY14" fmla="*/ 29548 h 32234"/>
                <a:gd name="connsiteX15" fmla="*/ 5382 w 37670"/>
                <a:gd name="connsiteY15" fmla="*/ 32234 h 32234"/>
                <a:gd name="connsiteX16" fmla="*/ 0 w 37670"/>
                <a:gd name="connsiteY16" fmla="*/ 29548 h 32234"/>
                <a:gd name="connsiteX17" fmla="*/ 0 w 37670"/>
                <a:gd name="connsiteY17" fmla="*/ 26862 h 32234"/>
                <a:gd name="connsiteX18" fmla="*/ 4036 w 37670"/>
                <a:gd name="connsiteY18" fmla="*/ 26862 h 32234"/>
                <a:gd name="connsiteX19" fmla="*/ 8072 w 37670"/>
                <a:gd name="connsiteY19" fmla="*/ 21489 h 32234"/>
                <a:gd name="connsiteX20" fmla="*/ 8072 w 37670"/>
                <a:gd name="connsiteY20" fmla="*/ 18803 h 32234"/>
                <a:gd name="connsiteX21" fmla="*/ 10763 w 37670"/>
                <a:gd name="connsiteY21" fmla="*/ 16117 h 32234"/>
                <a:gd name="connsiteX22" fmla="*/ 17490 w 37670"/>
                <a:gd name="connsiteY22" fmla="*/ 16117 h 32234"/>
                <a:gd name="connsiteX23" fmla="*/ 17490 w 37670"/>
                <a:gd name="connsiteY23" fmla="*/ 13431 h 32234"/>
                <a:gd name="connsiteX24" fmla="*/ 10763 w 37670"/>
                <a:gd name="connsiteY24" fmla="*/ 13431 h 32234"/>
                <a:gd name="connsiteX25" fmla="*/ 5382 w 37670"/>
                <a:gd name="connsiteY25" fmla="*/ 4029 h 32234"/>
                <a:gd name="connsiteX26" fmla="*/ 6727 w 37670"/>
                <a:gd name="connsiteY26" fmla="*/ 2686 h 32234"/>
                <a:gd name="connsiteX27" fmla="*/ 12109 w 37670"/>
                <a:gd name="connsiteY27" fmla="*/ 6715 h 32234"/>
                <a:gd name="connsiteX28" fmla="*/ 17490 w 37670"/>
                <a:gd name="connsiteY28" fmla="*/ 8059 h 32234"/>
                <a:gd name="connsiteX29" fmla="*/ 18835 w 37670"/>
                <a:gd name="connsiteY29" fmla="*/ 1343 h 32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670" h="32234">
                  <a:moveTo>
                    <a:pt x="24217" y="1343"/>
                  </a:moveTo>
                  <a:lnTo>
                    <a:pt x="26908" y="5373"/>
                  </a:lnTo>
                  <a:lnTo>
                    <a:pt x="29598" y="4029"/>
                  </a:lnTo>
                  <a:lnTo>
                    <a:pt x="32289" y="1343"/>
                  </a:lnTo>
                  <a:lnTo>
                    <a:pt x="34980" y="0"/>
                  </a:lnTo>
                  <a:lnTo>
                    <a:pt x="37671" y="4029"/>
                  </a:lnTo>
                  <a:lnTo>
                    <a:pt x="34980" y="9402"/>
                  </a:lnTo>
                  <a:lnTo>
                    <a:pt x="28253" y="14774"/>
                  </a:lnTo>
                  <a:lnTo>
                    <a:pt x="28253" y="20146"/>
                  </a:lnTo>
                  <a:lnTo>
                    <a:pt x="22872" y="22832"/>
                  </a:lnTo>
                  <a:lnTo>
                    <a:pt x="14799" y="22832"/>
                  </a:lnTo>
                  <a:lnTo>
                    <a:pt x="10763" y="25519"/>
                  </a:lnTo>
                  <a:lnTo>
                    <a:pt x="16145" y="28205"/>
                  </a:lnTo>
                  <a:lnTo>
                    <a:pt x="13454" y="32234"/>
                  </a:lnTo>
                  <a:lnTo>
                    <a:pt x="8072" y="29548"/>
                  </a:lnTo>
                  <a:lnTo>
                    <a:pt x="5382" y="32234"/>
                  </a:lnTo>
                  <a:lnTo>
                    <a:pt x="0" y="29548"/>
                  </a:lnTo>
                  <a:lnTo>
                    <a:pt x="0" y="26862"/>
                  </a:lnTo>
                  <a:lnTo>
                    <a:pt x="4036" y="26862"/>
                  </a:lnTo>
                  <a:lnTo>
                    <a:pt x="8072" y="21489"/>
                  </a:lnTo>
                  <a:lnTo>
                    <a:pt x="8072" y="18803"/>
                  </a:lnTo>
                  <a:lnTo>
                    <a:pt x="10763" y="16117"/>
                  </a:lnTo>
                  <a:lnTo>
                    <a:pt x="17490" y="16117"/>
                  </a:lnTo>
                  <a:lnTo>
                    <a:pt x="17490" y="13431"/>
                  </a:lnTo>
                  <a:lnTo>
                    <a:pt x="10763" y="13431"/>
                  </a:lnTo>
                  <a:lnTo>
                    <a:pt x="5382" y="4029"/>
                  </a:lnTo>
                  <a:lnTo>
                    <a:pt x="6727" y="2686"/>
                  </a:lnTo>
                  <a:lnTo>
                    <a:pt x="12109" y="6715"/>
                  </a:lnTo>
                  <a:lnTo>
                    <a:pt x="17490" y="8059"/>
                  </a:lnTo>
                  <a:lnTo>
                    <a:pt x="18835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196" name="Freeform 1195">
            <a:extLst>
              <a:ext uri="{FF2B5EF4-FFF2-40B4-BE49-F238E27FC236}">
                <a16:creationId xmlns:a16="http://schemas.microsoft.com/office/drawing/2014/main" id="{52908465-F036-5649-9727-EE44DE9508D1}"/>
              </a:ext>
            </a:extLst>
          </p:cNvPr>
          <p:cNvSpPr/>
          <p:nvPr/>
        </p:nvSpPr>
        <p:spPr>
          <a:xfrm>
            <a:off x="5214682" y="4383264"/>
            <a:ext cx="143955" cy="65810"/>
          </a:xfrm>
          <a:custGeom>
            <a:avLst/>
            <a:gdLst>
              <a:gd name="connsiteX0" fmla="*/ 130501 w 143955"/>
              <a:gd name="connsiteY0" fmla="*/ 63125 h 65810"/>
              <a:gd name="connsiteX1" fmla="*/ 125120 w 143955"/>
              <a:gd name="connsiteY1" fmla="*/ 57752 h 65810"/>
              <a:gd name="connsiteX2" fmla="*/ 118393 w 143955"/>
              <a:gd name="connsiteY2" fmla="*/ 51037 h 65810"/>
              <a:gd name="connsiteX3" fmla="*/ 117048 w 143955"/>
              <a:gd name="connsiteY3" fmla="*/ 44321 h 65810"/>
              <a:gd name="connsiteX4" fmla="*/ 118393 w 143955"/>
              <a:gd name="connsiteY4" fmla="*/ 41635 h 65810"/>
              <a:gd name="connsiteX5" fmla="*/ 122429 w 143955"/>
              <a:gd name="connsiteY5" fmla="*/ 34920 h 65810"/>
              <a:gd name="connsiteX6" fmla="*/ 125120 w 143955"/>
              <a:gd name="connsiteY6" fmla="*/ 34920 h 65810"/>
              <a:gd name="connsiteX7" fmla="*/ 127811 w 143955"/>
              <a:gd name="connsiteY7" fmla="*/ 32234 h 65810"/>
              <a:gd name="connsiteX8" fmla="*/ 126465 w 143955"/>
              <a:gd name="connsiteY8" fmla="*/ 29548 h 65810"/>
              <a:gd name="connsiteX9" fmla="*/ 123775 w 143955"/>
              <a:gd name="connsiteY9" fmla="*/ 29548 h 65810"/>
              <a:gd name="connsiteX10" fmla="*/ 119738 w 143955"/>
              <a:gd name="connsiteY10" fmla="*/ 33577 h 65810"/>
              <a:gd name="connsiteX11" fmla="*/ 118393 w 143955"/>
              <a:gd name="connsiteY11" fmla="*/ 34920 h 65810"/>
              <a:gd name="connsiteX12" fmla="*/ 115702 w 143955"/>
              <a:gd name="connsiteY12" fmla="*/ 32234 h 65810"/>
              <a:gd name="connsiteX13" fmla="*/ 114357 w 143955"/>
              <a:gd name="connsiteY13" fmla="*/ 26862 h 65810"/>
              <a:gd name="connsiteX14" fmla="*/ 108975 w 143955"/>
              <a:gd name="connsiteY14" fmla="*/ 21489 h 65810"/>
              <a:gd name="connsiteX15" fmla="*/ 106285 w 143955"/>
              <a:gd name="connsiteY15" fmla="*/ 20146 h 65810"/>
              <a:gd name="connsiteX16" fmla="*/ 100903 w 143955"/>
              <a:gd name="connsiteY16" fmla="*/ 16117 h 65810"/>
              <a:gd name="connsiteX17" fmla="*/ 98212 w 143955"/>
              <a:gd name="connsiteY17" fmla="*/ 14774 h 65810"/>
              <a:gd name="connsiteX18" fmla="*/ 91485 w 143955"/>
              <a:gd name="connsiteY18" fmla="*/ 14774 h 65810"/>
              <a:gd name="connsiteX19" fmla="*/ 84759 w 143955"/>
              <a:gd name="connsiteY19" fmla="*/ 18803 h 65810"/>
              <a:gd name="connsiteX20" fmla="*/ 83413 w 143955"/>
              <a:gd name="connsiteY20" fmla="*/ 24175 h 65810"/>
              <a:gd name="connsiteX21" fmla="*/ 84759 w 143955"/>
              <a:gd name="connsiteY21" fmla="*/ 25518 h 65810"/>
              <a:gd name="connsiteX22" fmla="*/ 84759 w 143955"/>
              <a:gd name="connsiteY22" fmla="*/ 28204 h 65810"/>
              <a:gd name="connsiteX23" fmla="*/ 78032 w 143955"/>
              <a:gd name="connsiteY23" fmla="*/ 34920 h 65810"/>
              <a:gd name="connsiteX24" fmla="*/ 69960 w 143955"/>
              <a:gd name="connsiteY24" fmla="*/ 36263 h 65810"/>
              <a:gd name="connsiteX25" fmla="*/ 65923 w 143955"/>
              <a:gd name="connsiteY25" fmla="*/ 38949 h 65810"/>
              <a:gd name="connsiteX26" fmla="*/ 64578 w 143955"/>
              <a:gd name="connsiteY26" fmla="*/ 41635 h 65810"/>
              <a:gd name="connsiteX27" fmla="*/ 67269 w 143955"/>
              <a:gd name="connsiteY27" fmla="*/ 45665 h 65810"/>
              <a:gd name="connsiteX28" fmla="*/ 71305 w 143955"/>
              <a:gd name="connsiteY28" fmla="*/ 48351 h 65810"/>
              <a:gd name="connsiteX29" fmla="*/ 75341 w 143955"/>
              <a:gd name="connsiteY29" fmla="*/ 52380 h 65810"/>
              <a:gd name="connsiteX30" fmla="*/ 73996 w 143955"/>
              <a:gd name="connsiteY30" fmla="*/ 57752 h 65810"/>
              <a:gd name="connsiteX31" fmla="*/ 71305 w 143955"/>
              <a:gd name="connsiteY31" fmla="*/ 57752 h 65810"/>
              <a:gd name="connsiteX32" fmla="*/ 67269 w 143955"/>
              <a:gd name="connsiteY32" fmla="*/ 57752 h 65810"/>
              <a:gd name="connsiteX33" fmla="*/ 63233 w 143955"/>
              <a:gd name="connsiteY33" fmla="*/ 61781 h 65810"/>
              <a:gd name="connsiteX34" fmla="*/ 60542 w 143955"/>
              <a:gd name="connsiteY34" fmla="*/ 65811 h 65810"/>
              <a:gd name="connsiteX35" fmla="*/ 53815 w 143955"/>
              <a:gd name="connsiteY35" fmla="*/ 64468 h 65810"/>
              <a:gd name="connsiteX36" fmla="*/ 51124 w 143955"/>
              <a:gd name="connsiteY36" fmla="*/ 61781 h 65810"/>
              <a:gd name="connsiteX37" fmla="*/ 52470 w 143955"/>
              <a:gd name="connsiteY37" fmla="*/ 57752 h 65810"/>
              <a:gd name="connsiteX38" fmla="*/ 51124 w 143955"/>
              <a:gd name="connsiteY38" fmla="*/ 53723 h 65810"/>
              <a:gd name="connsiteX39" fmla="*/ 52470 w 143955"/>
              <a:gd name="connsiteY39" fmla="*/ 49694 h 65810"/>
              <a:gd name="connsiteX40" fmla="*/ 51124 w 143955"/>
              <a:gd name="connsiteY40" fmla="*/ 48351 h 65810"/>
              <a:gd name="connsiteX41" fmla="*/ 47088 w 143955"/>
              <a:gd name="connsiteY41" fmla="*/ 47008 h 65810"/>
              <a:gd name="connsiteX42" fmla="*/ 45743 w 143955"/>
              <a:gd name="connsiteY42" fmla="*/ 49694 h 65810"/>
              <a:gd name="connsiteX43" fmla="*/ 47088 w 143955"/>
              <a:gd name="connsiteY43" fmla="*/ 52380 h 65810"/>
              <a:gd name="connsiteX44" fmla="*/ 45743 w 143955"/>
              <a:gd name="connsiteY44" fmla="*/ 55066 h 65810"/>
              <a:gd name="connsiteX45" fmla="*/ 41707 w 143955"/>
              <a:gd name="connsiteY45" fmla="*/ 55066 h 65810"/>
              <a:gd name="connsiteX46" fmla="*/ 37670 w 143955"/>
              <a:gd name="connsiteY46" fmla="*/ 53723 h 65810"/>
              <a:gd name="connsiteX47" fmla="*/ 33634 w 143955"/>
              <a:gd name="connsiteY47" fmla="*/ 47008 h 65810"/>
              <a:gd name="connsiteX48" fmla="*/ 32289 w 143955"/>
              <a:gd name="connsiteY48" fmla="*/ 40292 h 65810"/>
              <a:gd name="connsiteX49" fmla="*/ 22871 w 143955"/>
              <a:gd name="connsiteY49" fmla="*/ 38949 h 65810"/>
              <a:gd name="connsiteX50" fmla="*/ 20181 w 143955"/>
              <a:gd name="connsiteY50" fmla="*/ 37606 h 65810"/>
              <a:gd name="connsiteX51" fmla="*/ 20181 w 143955"/>
              <a:gd name="connsiteY51" fmla="*/ 36263 h 65810"/>
              <a:gd name="connsiteX52" fmla="*/ 18835 w 143955"/>
              <a:gd name="connsiteY52" fmla="*/ 33577 h 65810"/>
              <a:gd name="connsiteX53" fmla="*/ 16144 w 143955"/>
              <a:gd name="connsiteY53" fmla="*/ 34920 h 65810"/>
              <a:gd name="connsiteX54" fmla="*/ 10763 w 143955"/>
              <a:gd name="connsiteY54" fmla="*/ 36263 h 65810"/>
              <a:gd name="connsiteX55" fmla="*/ 6727 w 143955"/>
              <a:gd name="connsiteY55" fmla="*/ 34920 h 65810"/>
              <a:gd name="connsiteX56" fmla="*/ 2691 w 143955"/>
              <a:gd name="connsiteY56" fmla="*/ 34920 h 65810"/>
              <a:gd name="connsiteX57" fmla="*/ 1345 w 143955"/>
              <a:gd name="connsiteY57" fmla="*/ 33577 h 65810"/>
              <a:gd name="connsiteX58" fmla="*/ 1345 w 143955"/>
              <a:gd name="connsiteY58" fmla="*/ 30891 h 65810"/>
              <a:gd name="connsiteX59" fmla="*/ 2691 w 143955"/>
              <a:gd name="connsiteY59" fmla="*/ 26862 h 65810"/>
              <a:gd name="connsiteX60" fmla="*/ 6727 w 143955"/>
              <a:gd name="connsiteY60" fmla="*/ 22832 h 65810"/>
              <a:gd name="connsiteX61" fmla="*/ 4036 w 143955"/>
              <a:gd name="connsiteY61" fmla="*/ 18803 h 65810"/>
              <a:gd name="connsiteX62" fmla="*/ 0 w 143955"/>
              <a:gd name="connsiteY62" fmla="*/ 17460 h 65810"/>
              <a:gd name="connsiteX63" fmla="*/ 1345 w 143955"/>
              <a:gd name="connsiteY63" fmla="*/ 13431 h 65810"/>
              <a:gd name="connsiteX64" fmla="*/ 4036 w 143955"/>
              <a:gd name="connsiteY64" fmla="*/ 9401 h 65810"/>
              <a:gd name="connsiteX65" fmla="*/ 4036 w 143955"/>
              <a:gd name="connsiteY65" fmla="*/ 5372 h 65810"/>
              <a:gd name="connsiteX66" fmla="*/ 6727 w 143955"/>
              <a:gd name="connsiteY66" fmla="*/ 4029 h 65810"/>
              <a:gd name="connsiteX67" fmla="*/ 10763 w 143955"/>
              <a:gd name="connsiteY67" fmla="*/ 4029 h 65810"/>
              <a:gd name="connsiteX68" fmla="*/ 12108 w 143955"/>
              <a:gd name="connsiteY68" fmla="*/ 6715 h 65810"/>
              <a:gd name="connsiteX69" fmla="*/ 14799 w 143955"/>
              <a:gd name="connsiteY69" fmla="*/ 9401 h 65810"/>
              <a:gd name="connsiteX70" fmla="*/ 17490 w 143955"/>
              <a:gd name="connsiteY70" fmla="*/ 10744 h 65810"/>
              <a:gd name="connsiteX71" fmla="*/ 20181 w 143955"/>
              <a:gd name="connsiteY71" fmla="*/ 10744 h 65810"/>
              <a:gd name="connsiteX72" fmla="*/ 21526 w 143955"/>
              <a:gd name="connsiteY72" fmla="*/ 12088 h 65810"/>
              <a:gd name="connsiteX73" fmla="*/ 20181 w 143955"/>
              <a:gd name="connsiteY73" fmla="*/ 13431 h 65810"/>
              <a:gd name="connsiteX74" fmla="*/ 18835 w 143955"/>
              <a:gd name="connsiteY74" fmla="*/ 13431 h 65810"/>
              <a:gd name="connsiteX75" fmla="*/ 20181 w 143955"/>
              <a:gd name="connsiteY75" fmla="*/ 16117 h 65810"/>
              <a:gd name="connsiteX76" fmla="*/ 24217 w 143955"/>
              <a:gd name="connsiteY76" fmla="*/ 17460 h 65810"/>
              <a:gd name="connsiteX77" fmla="*/ 28253 w 143955"/>
              <a:gd name="connsiteY77" fmla="*/ 17460 h 65810"/>
              <a:gd name="connsiteX78" fmla="*/ 28253 w 143955"/>
              <a:gd name="connsiteY78" fmla="*/ 14774 h 65810"/>
              <a:gd name="connsiteX79" fmla="*/ 25562 w 143955"/>
              <a:gd name="connsiteY79" fmla="*/ 13431 h 65810"/>
              <a:gd name="connsiteX80" fmla="*/ 26908 w 143955"/>
              <a:gd name="connsiteY80" fmla="*/ 12088 h 65810"/>
              <a:gd name="connsiteX81" fmla="*/ 33634 w 143955"/>
              <a:gd name="connsiteY81" fmla="*/ 14774 h 65810"/>
              <a:gd name="connsiteX82" fmla="*/ 41707 w 143955"/>
              <a:gd name="connsiteY82" fmla="*/ 20146 h 65810"/>
              <a:gd name="connsiteX83" fmla="*/ 49779 w 143955"/>
              <a:gd name="connsiteY83" fmla="*/ 21489 h 65810"/>
              <a:gd name="connsiteX84" fmla="*/ 55160 w 143955"/>
              <a:gd name="connsiteY84" fmla="*/ 20146 h 65810"/>
              <a:gd name="connsiteX85" fmla="*/ 59196 w 143955"/>
              <a:gd name="connsiteY85" fmla="*/ 16117 h 65810"/>
              <a:gd name="connsiteX86" fmla="*/ 75341 w 143955"/>
              <a:gd name="connsiteY86" fmla="*/ 8058 h 65810"/>
              <a:gd name="connsiteX87" fmla="*/ 83413 w 143955"/>
              <a:gd name="connsiteY87" fmla="*/ 6715 h 65810"/>
              <a:gd name="connsiteX88" fmla="*/ 90140 w 143955"/>
              <a:gd name="connsiteY88" fmla="*/ 1343 h 65810"/>
              <a:gd name="connsiteX89" fmla="*/ 92831 w 143955"/>
              <a:gd name="connsiteY89" fmla="*/ 0 h 65810"/>
              <a:gd name="connsiteX90" fmla="*/ 96867 w 143955"/>
              <a:gd name="connsiteY90" fmla="*/ 2686 h 65810"/>
              <a:gd name="connsiteX91" fmla="*/ 98212 w 143955"/>
              <a:gd name="connsiteY91" fmla="*/ 4029 h 65810"/>
              <a:gd name="connsiteX92" fmla="*/ 102249 w 143955"/>
              <a:gd name="connsiteY92" fmla="*/ 5372 h 65810"/>
              <a:gd name="connsiteX93" fmla="*/ 114357 w 143955"/>
              <a:gd name="connsiteY93" fmla="*/ 5372 h 65810"/>
              <a:gd name="connsiteX94" fmla="*/ 119738 w 143955"/>
              <a:gd name="connsiteY94" fmla="*/ 6715 h 65810"/>
              <a:gd name="connsiteX95" fmla="*/ 130501 w 143955"/>
              <a:gd name="connsiteY95" fmla="*/ 13431 h 65810"/>
              <a:gd name="connsiteX96" fmla="*/ 135883 w 143955"/>
              <a:gd name="connsiteY96" fmla="*/ 18803 h 65810"/>
              <a:gd name="connsiteX97" fmla="*/ 137228 w 143955"/>
              <a:gd name="connsiteY97" fmla="*/ 21489 h 65810"/>
              <a:gd name="connsiteX98" fmla="*/ 139919 w 143955"/>
              <a:gd name="connsiteY98" fmla="*/ 24175 h 65810"/>
              <a:gd name="connsiteX99" fmla="*/ 142610 w 143955"/>
              <a:gd name="connsiteY99" fmla="*/ 25518 h 65810"/>
              <a:gd name="connsiteX100" fmla="*/ 141265 w 143955"/>
              <a:gd name="connsiteY100" fmla="*/ 29548 h 65810"/>
              <a:gd name="connsiteX101" fmla="*/ 142610 w 143955"/>
              <a:gd name="connsiteY101" fmla="*/ 33577 h 65810"/>
              <a:gd name="connsiteX102" fmla="*/ 143955 w 143955"/>
              <a:gd name="connsiteY102" fmla="*/ 40292 h 65810"/>
              <a:gd name="connsiteX103" fmla="*/ 141265 w 143955"/>
              <a:gd name="connsiteY103" fmla="*/ 47008 h 65810"/>
              <a:gd name="connsiteX104" fmla="*/ 138574 w 143955"/>
              <a:gd name="connsiteY104" fmla="*/ 52380 h 65810"/>
              <a:gd name="connsiteX105" fmla="*/ 135883 w 143955"/>
              <a:gd name="connsiteY105" fmla="*/ 55066 h 65810"/>
              <a:gd name="connsiteX106" fmla="*/ 133192 w 143955"/>
              <a:gd name="connsiteY106" fmla="*/ 55066 h 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43955" h="65810">
                <a:moveTo>
                  <a:pt x="130501" y="63125"/>
                </a:moveTo>
                <a:lnTo>
                  <a:pt x="125120" y="57752"/>
                </a:lnTo>
                <a:lnTo>
                  <a:pt x="118393" y="51037"/>
                </a:lnTo>
                <a:lnTo>
                  <a:pt x="117048" y="44321"/>
                </a:lnTo>
                <a:lnTo>
                  <a:pt x="118393" y="41635"/>
                </a:lnTo>
                <a:lnTo>
                  <a:pt x="122429" y="34920"/>
                </a:lnTo>
                <a:lnTo>
                  <a:pt x="125120" y="34920"/>
                </a:lnTo>
                <a:lnTo>
                  <a:pt x="127811" y="32234"/>
                </a:lnTo>
                <a:lnTo>
                  <a:pt x="126465" y="29548"/>
                </a:lnTo>
                <a:lnTo>
                  <a:pt x="123775" y="29548"/>
                </a:lnTo>
                <a:lnTo>
                  <a:pt x="119738" y="33577"/>
                </a:lnTo>
                <a:lnTo>
                  <a:pt x="118393" y="34920"/>
                </a:lnTo>
                <a:lnTo>
                  <a:pt x="115702" y="32234"/>
                </a:lnTo>
                <a:lnTo>
                  <a:pt x="114357" y="26862"/>
                </a:lnTo>
                <a:lnTo>
                  <a:pt x="108975" y="21489"/>
                </a:lnTo>
                <a:lnTo>
                  <a:pt x="106285" y="20146"/>
                </a:lnTo>
                <a:lnTo>
                  <a:pt x="100903" y="16117"/>
                </a:lnTo>
                <a:lnTo>
                  <a:pt x="98212" y="14774"/>
                </a:lnTo>
                <a:lnTo>
                  <a:pt x="91485" y="14774"/>
                </a:lnTo>
                <a:lnTo>
                  <a:pt x="84759" y="18803"/>
                </a:lnTo>
                <a:lnTo>
                  <a:pt x="83413" y="24175"/>
                </a:lnTo>
                <a:lnTo>
                  <a:pt x="84759" y="25518"/>
                </a:lnTo>
                <a:lnTo>
                  <a:pt x="84759" y="28204"/>
                </a:lnTo>
                <a:lnTo>
                  <a:pt x="78032" y="34920"/>
                </a:lnTo>
                <a:lnTo>
                  <a:pt x="69960" y="36263"/>
                </a:lnTo>
                <a:lnTo>
                  <a:pt x="65923" y="38949"/>
                </a:lnTo>
                <a:lnTo>
                  <a:pt x="64578" y="41635"/>
                </a:lnTo>
                <a:lnTo>
                  <a:pt x="67269" y="45665"/>
                </a:lnTo>
                <a:lnTo>
                  <a:pt x="71305" y="48351"/>
                </a:lnTo>
                <a:lnTo>
                  <a:pt x="75341" y="52380"/>
                </a:lnTo>
                <a:lnTo>
                  <a:pt x="73996" y="57752"/>
                </a:lnTo>
                <a:lnTo>
                  <a:pt x="71305" y="57752"/>
                </a:lnTo>
                <a:lnTo>
                  <a:pt x="67269" y="57752"/>
                </a:lnTo>
                <a:lnTo>
                  <a:pt x="63233" y="61781"/>
                </a:lnTo>
                <a:lnTo>
                  <a:pt x="60542" y="65811"/>
                </a:lnTo>
                <a:lnTo>
                  <a:pt x="53815" y="64468"/>
                </a:lnTo>
                <a:lnTo>
                  <a:pt x="51124" y="61781"/>
                </a:lnTo>
                <a:lnTo>
                  <a:pt x="52470" y="57752"/>
                </a:lnTo>
                <a:lnTo>
                  <a:pt x="51124" y="53723"/>
                </a:lnTo>
                <a:lnTo>
                  <a:pt x="52470" y="49694"/>
                </a:lnTo>
                <a:lnTo>
                  <a:pt x="51124" y="48351"/>
                </a:lnTo>
                <a:lnTo>
                  <a:pt x="47088" y="47008"/>
                </a:lnTo>
                <a:lnTo>
                  <a:pt x="45743" y="49694"/>
                </a:lnTo>
                <a:lnTo>
                  <a:pt x="47088" y="52380"/>
                </a:lnTo>
                <a:lnTo>
                  <a:pt x="45743" y="55066"/>
                </a:lnTo>
                <a:lnTo>
                  <a:pt x="41707" y="55066"/>
                </a:lnTo>
                <a:lnTo>
                  <a:pt x="37670" y="53723"/>
                </a:lnTo>
                <a:lnTo>
                  <a:pt x="33634" y="47008"/>
                </a:lnTo>
                <a:lnTo>
                  <a:pt x="32289" y="40292"/>
                </a:lnTo>
                <a:lnTo>
                  <a:pt x="22871" y="38949"/>
                </a:lnTo>
                <a:lnTo>
                  <a:pt x="20181" y="37606"/>
                </a:lnTo>
                <a:lnTo>
                  <a:pt x="20181" y="36263"/>
                </a:lnTo>
                <a:lnTo>
                  <a:pt x="18835" y="33577"/>
                </a:lnTo>
                <a:lnTo>
                  <a:pt x="16144" y="34920"/>
                </a:lnTo>
                <a:lnTo>
                  <a:pt x="10763" y="36263"/>
                </a:lnTo>
                <a:lnTo>
                  <a:pt x="6727" y="34920"/>
                </a:lnTo>
                <a:lnTo>
                  <a:pt x="2691" y="34920"/>
                </a:lnTo>
                <a:lnTo>
                  <a:pt x="1345" y="33577"/>
                </a:lnTo>
                <a:lnTo>
                  <a:pt x="1345" y="30891"/>
                </a:lnTo>
                <a:lnTo>
                  <a:pt x="2691" y="26862"/>
                </a:lnTo>
                <a:lnTo>
                  <a:pt x="6727" y="22832"/>
                </a:lnTo>
                <a:lnTo>
                  <a:pt x="4036" y="18803"/>
                </a:lnTo>
                <a:lnTo>
                  <a:pt x="0" y="17460"/>
                </a:lnTo>
                <a:lnTo>
                  <a:pt x="1345" y="13431"/>
                </a:lnTo>
                <a:lnTo>
                  <a:pt x="4036" y="9401"/>
                </a:lnTo>
                <a:lnTo>
                  <a:pt x="4036" y="5372"/>
                </a:lnTo>
                <a:lnTo>
                  <a:pt x="6727" y="4029"/>
                </a:lnTo>
                <a:lnTo>
                  <a:pt x="10763" y="4029"/>
                </a:lnTo>
                <a:lnTo>
                  <a:pt x="12108" y="6715"/>
                </a:lnTo>
                <a:lnTo>
                  <a:pt x="14799" y="9401"/>
                </a:lnTo>
                <a:lnTo>
                  <a:pt x="17490" y="10744"/>
                </a:lnTo>
                <a:lnTo>
                  <a:pt x="20181" y="10744"/>
                </a:lnTo>
                <a:lnTo>
                  <a:pt x="21526" y="12088"/>
                </a:lnTo>
                <a:lnTo>
                  <a:pt x="20181" y="13431"/>
                </a:lnTo>
                <a:lnTo>
                  <a:pt x="18835" y="13431"/>
                </a:lnTo>
                <a:lnTo>
                  <a:pt x="20181" y="16117"/>
                </a:lnTo>
                <a:lnTo>
                  <a:pt x="24217" y="17460"/>
                </a:lnTo>
                <a:lnTo>
                  <a:pt x="28253" y="17460"/>
                </a:lnTo>
                <a:lnTo>
                  <a:pt x="28253" y="14774"/>
                </a:lnTo>
                <a:lnTo>
                  <a:pt x="25562" y="13431"/>
                </a:lnTo>
                <a:lnTo>
                  <a:pt x="26908" y="12088"/>
                </a:lnTo>
                <a:lnTo>
                  <a:pt x="33634" y="14774"/>
                </a:lnTo>
                <a:lnTo>
                  <a:pt x="41707" y="20146"/>
                </a:lnTo>
                <a:lnTo>
                  <a:pt x="49779" y="21489"/>
                </a:lnTo>
                <a:lnTo>
                  <a:pt x="55160" y="20146"/>
                </a:lnTo>
                <a:lnTo>
                  <a:pt x="59196" y="16117"/>
                </a:lnTo>
                <a:lnTo>
                  <a:pt x="75341" y="8058"/>
                </a:lnTo>
                <a:lnTo>
                  <a:pt x="83413" y="6715"/>
                </a:lnTo>
                <a:lnTo>
                  <a:pt x="90140" y="1343"/>
                </a:lnTo>
                <a:lnTo>
                  <a:pt x="92831" y="0"/>
                </a:lnTo>
                <a:lnTo>
                  <a:pt x="96867" y="2686"/>
                </a:lnTo>
                <a:lnTo>
                  <a:pt x="98212" y="4029"/>
                </a:lnTo>
                <a:lnTo>
                  <a:pt x="102249" y="5372"/>
                </a:lnTo>
                <a:lnTo>
                  <a:pt x="114357" y="5372"/>
                </a:lnTo>
                <a:lnTo>
                  <a:pt x="119738" y="6715"/>
                </a:lnTo>
                <a:lnTo>
                  <a:pt x="130501" y="13431"/>
                </a:lnTo>
                <a:lnTo>
                  <a:pt x="135883" y="18803"/>
                </a:lnTo>
                <a:lnTo>
                  <a:pt x="137228" y="21489"/>
                </a:lnTo>
                <a:lnTo>
                  <a:pt x="139919" y="24175"/>
                </a:lnTo>
                <a:lnTo>
                  <a:pt x="142610" y="25518"/>
                </a:lnTo>
                <a:lnTo>
                  <a:pt x="141265" y="29548"/>
                </a:lnTo>
                <a:lnTo>
                  <a:pt x="142610" y="33577"/>
                </a:lnTo>
                <a:lnTo>
                  <a:pt x="143955" y="40292"/>
                </a:lnTo>
                <a:lnTo>
                  <a:pt x="141265" y="47008"/>
                </a:lnTo>
                <a:lnTo>
                  <a:pt x="138574" y="52380"/>
                </a:lnTo>
                <a:lnTo>
                  <a:pt x="135883" y="55066"/>
                </a:lnTo>
                <a:lnTo>
                  <a:pt x="133192" y="55066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97" name="Freeform 1196">
            <a:extLst>
              <a:ext uri="{FF2B5EF4-FFF2-40B4-BE49-F238E27FC236}">
                <a16:creationId xmlns:a16="http://schemas.microsoft.com/office/drawing/2014/main" id="{127C73DD-A63A-05EA-4046-A3E38489FE32}"/>
              </a:ext>
            </a:extLst>
          </p:cNvPr>
          <p:cNvSpPr/>
          <p:nvPr/>
        </p:nvSpPr>
        <p:spPr>
          <a:xfrm>
            <a:off x="5137995" y="4341628"/>
            <a:ext cx="87449" cy="83270"/>
          </a:xfrm>
          <a:custGeom>
            <a:avLst/>
            <a:gdLst>
              <a:gd name="connsiteX0" fmla="*/ 78032 w 87449"/>
              <a:gd name="connsiteY0" fmla="*/ 75212 h 83270"/>
              <a:gd name="connsiteX1" fmla="*/ 78032 w 87449"/>
              <a:gd name="connsiteY1" fmla="*/ 75212 h 83270"/>
              <a:gd name="connsiteX2" fmla="*/ 79377 w 87449"/>
              <a:gd name="connsiteY2" fmla="*/ 76555 h 83270"/>
              <a:gd name="connsiteX3" fmla="*/ 79377 w 87449"/>
              <a:gd name="connsiteY3" fmla="*/ 76555 h 83270"/>
              <a:gd name="connsiteX4" fmla="*/ 79377 w 87449"/>
              <a:gd name="connsiteY4" fmla="*/ 80585 h 83270"/>
              <a:gd name="connsiteX5" fmla="*/ 78032 w 87449"/>
              <a:gd name="connsiteY5" fmla="*/ 83271 h 83270"/>
              <a:gd name="connsiteX6" fmla="*/ 75341 w 87449"/>
              <a:gd name="connsiteY6" fmla="*/ 81928 h 83270"/>
              <a:gd name="connsiteX7" fmla="*/ 73996 w 87449"/>
              <a:gd name="connsiteY7" fmla="*/ 80585 h 83270"/>
              <a:gd name="connsiteX8" fmla="*/ 72650 w 87449"/>
              <a:gd name="connsiteY8" fmla="*/ 79241 h 83270"/>
              <a:gd name="connsiteX9" fmla="*/ 69960 w 87449"/>
              <a:gd name="connsiteY9" fmla="*/ 79241 h 83270"/>
              <a:gd name="connsiteX10" fmla="*/ 69960 w 87449"/>
              <a:gd name="connsiteY10" fmla="*/ 73869 h 83270"/>
              <a:gd name="connsiteX11" fmla="*/ 65924 w 87449"/>
              <a:gd name="connsiteY11" fmla="*/ 68497 h 83270"/>
              <a:gd name="connsiteX12" fmla="*/ 63233 w 87449"/>
              <a:gd name="connsiteY12" fmla="*/ 65811 h 83270"/>
              <a:gd name="connsiteX13" fmla="*/ 60542 w 87449"/>
              <a:gd name="connsiteY13" fmla="*/ 68497 h 83270"/>
              <a:gd name="connsiteX14" fmla="*/ 60542 w 87449"/>
              <a:gd name="connsiteY14" fmla="*/ 68497 h 83270"/>
              <a:gd name="connsiteX15" fmla="*/ 65924 w 87449"/>
              <a:gd name="connsiteY15" fmla="*/ 71183 h 83270"/>
              <a:gd name="connsiteX16" fmla="*/ 68614 w 87449"/>
              <a:gd name="connsiteY16" fmla="*/ 73869 h 83270"/>
              <a:gd name="connsiteX17" fmla="*/ 67269 w 87449"/>
              <a:gd name="connsiteY17" fmla="*/ 77899 h 83270"/>
              <a:gd name="connsiteX18" fmla="*/ 65924 w 87449"/>
              <a:gd name="connsiteY18" fmla="*/ 79241 h 83270"/>
              <a:gd name="connsiteX19" fmla="*/ 61887 w 87449"/>
              <a:gd name="connsiteY19" fmla="*/ 76555 h 83270"/>
              <a:gd name="connsiteX20" fmla="*/ 55161 w 87449"/>
              <a:gd name="connsiteY20" fmla="*/ 75212 h 83270"/>
              <a:gd name="connsiteX21" fmla="*/ 52470 w 87449"/>
              <a:gd name="connsiteY21" fmla="*/ 71183 h 83270"/>
              <a:gd name="connsiteX22" fmla="*/ 52470 w 87449"/>
              <a:gd name="connsiteY22" fmla="*/ 67154 h 83270"/>
              <a:gd name="connsiteX23" fmla="*/ 56506 w 87449"/>
              <a:gd name="connsiteY23" fmla="*/ 63125 h 83270"/>
              <a:gd name="connsiteX24" fmla="*/ 55161 w 87449"/>
              <a:gd name="connsiteY24" fmla="*/ 60438 h 83270"/>
              <a:gd name="connsiteX25" fmla="*/ 49779 w 87449"/>
              <a:gd name="connsiteY25" fmla="*/ 55066 h 83270"/>
              <a:gd name="connsiteX26" fmla="*/ 47088 w 87449"/>
              <a:gd name="connsiteY26" fmla="*/ 52380 h 83270"/>
              <a:gd name="connsiteX27" fmla="*/ 41707 w 87449"/>
              <a:gd name="connsiteY27" fmla="*/ 48351 h 83270"/>
              <a:gd name="connsiteX28" fmla="*/ 36325 w 87449"/>
              <a:gd name="connsiteY28" fmla="*/ 44322 h 83270"/>
              <a:gd name="connsiteX29" fmla="*/ 33634 w 87449"/>
              <a:gd name="connsiteY29" fmla="*/ 38949 h 83270"/>
              <a:gd name="connsiteX30" fmla="*/ 29598 w 87449"/>
              <a:gd name="connsiteY30" fmla="*/ 36263 h 83270"/>
              <a:gd name="connsiteX31" fmla="*/ 28253 w 87449"/>
              <a:gd name="connsiteY31" fmla="*/ 32234 h 83270"/>
              <a:gd name="connsiteX32" fmla="*/ 24217 w 87449"/>
              <a:gd name="connsiteY32" fmla="*/ 29548 h 83270"/>
              <a:gd name="connsiteX33" fmla="*/ 20181 w 87449"/>
              <a:gd name="connsiteY33" fmla="*/ 25518 h 83270"/>
              <a:gd name="connsiteX34" fmla="*/ 17490 w 87449"/>
              <a:gd name="connsiteY34" fmla="*/ 28205 h 83270"/>
              <a:gd name="connsiteX35" fmla="*/ 18835 w 87449"/>
              <a:gd name="connsiteY35" fmla="*/ 30891 h 83270"/>
              <a:gd name="connsiteX36" fmla="*/ 25562 w 87449"/>
              <a:gd name="connsiteY36" fmla="*/ 34920 h 83270"/>
              <a:gd name="connsiteX37" fmla="*/ 26908 w 87449"/>
              <a:gd name="connsiteY37" fmla="*/ 40292 h 83270"/>
              <a:gd name="connsiteX38" fmla="*/ 24217 w 87449"/>
              <a:gd name="connsiteY38" fmla="*/ 45665 h 83270"/>
              <a:gd name="connsiteX39" fmla="*/ 21526 w 87449"/>
              <a:gd name="connsiteY39" fmla="*/ 45665 h 83270"/>
              <a:gd name="connsiteX40" fmla="*/ 18835 w 87449"/>
              <a:gd name="connsiteY40" fmla="*/ 41635 h 83270"/>
              <a:gd name="connsiteX41" fmla="*/ 14799 w 87449"/>
              <a:gd name="connsiteY41" fmla="*/ 38949 h 83270"/>
              <a:gd name="connsiteX42" fmla="*/ 8072 w 87449"/>
              <a:gd name="connsiteY42" fmla="*/ 37606 h 83270"/>
              <a:gd name="connsiteX43" fmla="*/ 1345 w 87449"/>
              <a:gd name="connsiteY43" fmla="*/ 32234 h 83270"/>
              <a:gd name="connsiteX44" fmla="*/ 0 w 87449"/>
              <a:gd name="connsiteY44" fmla="*/ 26862 h 83270"/>
              <a:gd name="connsiteX45" fmla="*/ 2691 w 87449"/>
              <a:gd name="connsiteY45" fmla="*/ 21489 h 83270"/>
              <a:gd name="connsiteX46" fmla="*/ 6727 w 87449"/>
              <a:gd name="connsiteY46" fmla="*/ 18803 h 83270"/>
              <a:gd name="connsiteX47" fmla="*/ 5382 w 87449"/>
              <a:gd name="connsiteY47" fmla="*/ 13431 h 83270"/>
              <a:gd name="connsiteX48" fmla="*/ 2691 w 87449"/>
              <a:gd name="connsiteY48" fmla="*/ 12088 h 83270"/>
              <a:gd name="connsiteX49" fmla="*/ 0 w 87449"/>
              <a:gd name="connsiteY49" fmla="*/ 10745 h 83270"/>
              <a:gd name="connsiteX50" fmla="*/ 2691 w 87449"/>
              <a:gd name="connsiteY50" fmla="*/ 9401 h 83270"/>
              <a:gd name="connsiteX51" fmla="*/ 4036 w 87449"/>
              <a:gd name="connsiteY51" fmla="*/ 4029 h 83270"/>
              <a:gd name="connsiteX52" fmla="*/ 2691 w 87449"/>
              <a:gd name="connsiteY52" fmla="*/ 4029 h 83270"/>
              <a:gd name="connsiteX53" fmla="*/ 5382 w 87449"/>
              <a:gd name="connsiteY53" fmla="*/ 2686 h 83270"/>
              <a:gd name="connsiteX54" fmla="*/ 5382 w 87449"/>
              <a:gd name="connsiteY54" fmla="*/ 1343 h 83270"/>
              <a:gd name="connsiteX55" fmla="*/ 13454 w 87449"/>
              <a:gd name="connsiteY55" fmla="*/ 0 h 83270"/>
              <a:gd name="connsiteX56" fmla="*/ 28253 w 87449"/>
              <a:gd name="connsiteY56" fmla="*/ 4029 h 83270"/>
              <a:gd name="connsiteX57" fmla="*/ 32289 w 87449"/>
              <a:gd name="connsiteY57" fmla="*/ 2686 h 83270"/>
              <a:gd name="connsiteX58" fmla="*/ 39016 w 87449"/>
              <a:gd name="connsiteY58" fmla="*/ 2686 h 83270"/>
              <a:gd name="connsiteX59" fmla="*/ 43052 w 87449"/>
              <a:gd name="connsiteY59" fmla="*/ 6715 h 83270"/>
              <a:gd name="connsiteX60" fmla="*/ 45743 w 87449"/>
              <a:gd name="connsiteY60" fmla="*/ 8059 h 83270"/>
              <a:gd name="connsiteX61" fmla="*/ 45743 w 87449"/>
              <a:gd name="connsiteY61" fmla="*/ 9401 h 83270"/>
              <a:gd name="connsiteX62" fmla="*/ 51124 w 87449"/>
              <a:gd name="connsiteY62" fmla="*/ 14774 h 83270"/>
              <a:gd name="connsiteX63" fmla="*/ 53815 w 87449"/>
              <a:gd name="connsiteY63" fmla="*/ 13431 h 83270"/>
              <a:gd name="connsiteX64" fmla="*/ 56506 w 87449"/>
              <a:gd name="connsiteY64" fmla="*/ 13431 h 83270"/>
              <a:gd name="connsiteX65" fmla="*/ 55161 w 87449"/>
              <a:gd name="connsiteY65" fmla="*/ 14774 h 83270"/>
              <a:gd name="connsiteX66" fmla="*/ 60542 w 87449"/>
              <a:gd name="connsiteY66" fmla="*/ 14774 h 83270"/>
              <a:gd name="connsiteX67" fmla="*/ 61887 w 87449"/>
              <a:gd name="connsiteY67" fmla="*/ 12088 h 83270"/>
              <a:gd name="connsiteX68" fmla="*/ 64578 w 87449"/>
              <a:gd name="connsiteY68" fmla="*/ 12088 h 83270"/>
              <a:gd name="connsiteX69" fmla="*/ 65924 w 87449"/>
              <a:gd name="connsiteY69" fmla="*/ 17460 h 83270"/>
              <a:gd name="connsiteX70" fmla="*/ 67269 w 87449"/>
              <a:gd name="connsiteY70" fmla="*/ 22832 h 83270"/>
              <a:gd name="connsiteX71" fmla="*/ 69960 w 87449"/>
              <a:gd name="connsiteY71" fmla="*/ 26862 h 83270"/>
              <a:gd name="connsiteX72" fmla="*/ 75341 w 87449"/>
              <a:gd name="connsiteY72" fmla="*/ 32234 h 83270"/>
              <a:gd name="connsiteX73" fmla="*/ 76687 w 87449"/>
              <a:gd name="connsiteY73" fmla="*/ 36263 h 83270"/>
              <a:gd name="connsiteX74" fmla="*/ 79377 w 87449"/>
              <a:gd name="connsiteY74" fmla="*/ 40292 h 83270"/>
              <a:gd name="connsiteX75" fmla="*/ 83414 w 87449"/>
              <a:gd name="connsiteY75" fmla="*/ 41635 h 83270"/>
              <a:gd name="connsiteX76" fmla="*/ 87449 w 87449"/>
              <a:gd name="connsiteY76" fmla="*/ 44322 h 83270"/>
              <a:gd name="connsiteX77" fmla="*/ 87449 w 87449"/>
              <a:gd name="connsiteY77" fmla="*/ 45665 h 83270"/>
              <a:gd name="connsiteX78" fmla="*/ 83414 w 87449"/>
              <a:gd name="connsiteY78" fmla="*/ 45665 h 83270"/>
              <a:gd name="connsiteX79" fmla="*/ 80723 w 87449"/>
              <a:gd name="connsiteY79" fmla="*/ 47008 h 83270"/>
              <a:gd name="connsiteX80" fmla="*/ 80723 w 87449"/>
              <a:gd name="connsiteY80" fmla="*/ 51037 h 83270"/>
              <a:gd name="connsiteX81" fmla="*/ 78032 w 87449"/>
              <a:gd name="connsiteY81" fmla="*/ 55066 h 83270"/>
              <a:gd name="connsiteX82" fmla="*/ 76687 w 87449"/>
              <a:gd name="connsiteY82" fmla="*/ 59095 h 83270"/>
              <a:gd name="connsiteX83" fmla="*/ 80723 w 87449"/>
              <a:gd name="connsiteY83" fmla="*/ 60438 h 83270"/>
              <a:gd name="connsiteX84" fmla="*/ 83414 w 87449"/>
              <a:gd name="connsiteY84" fmla="*/ 64468 h 83270"/>
              <a:gd name="connsiteX85" fmla="*/ 79377 w 87449"/>
              <a:gd name="connsiteY85" fmla="*/ 68497 h 83270"/>
              <a:gd name="connsiteX86" fmla="*/ 78032 w 87449"/>
              <a:gd name="connsiteY86" fmla="*/ 72526 h 8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87449" h="83270">
                <a:moveTo>
                  <a:pt x="78032" y="75212"/>
                </a:moveTo>
                <a:lnTo>
                  <a:pt x="78032" y="75212"/>
                </a:lnTo>
                <a:lnTo>
                  <a:pt x="79377" y="76555"/>
                </a:lnTo>
                <a:lnTo>
                  <a:pt x="79377" y="76555"/>
                </a:lnTo>
                <a:lnTo>
                  <a:pt x="79377" y="80585"/>
                </a:lnTo>
                <a:lnTo>
                  <a:pt x="78032" y="83271"/>
                </a:lnTo>
                <a:lnTo>
                  <a:pt x="75341" y="81928"/>
                </a:lnTo>
                <a:lnTo>
                  <a:pt x="73996" y="80585"/>
                </a:lnTo>
                <a:lnTo>
                  <a:pt x="72650" y="79241"/>
                </a:lnTo>
                <a:lnTo>
                  <a:pt x="69960" y="79241"/>
                </a:lnTo>
                <a:lnTo>
                  <a:pt x="69960" y="73869"/>
                </a:lnTo>
                <a:lnTo>
                  <a:pt x="65924" y="68497"/>
                </a:lnTo>
                <a:lnTo>
                  <a:pt x="63233" y="65811"/>
                </a:lnTo>
                <a:lnTo>
                  <a:pt x="60542" y="68497"/>
                </a:lnTo>
                <a:lnTo>
                  <a:pt x="60542" y="68497"/>
                </a:lnTo>
                <a:lnTo>
                  <a:pt x="65924" y="71183"/>
                </a:lnTo>
                <a:lnTo>
                  <a:pt x="68614" y="73869"/>
                </a:lnTo>
                <a:lnTo>
                  <a:pt x="67269" y="77899"/>
                </a:lnTo>
                <a:lnTo>
                  <a:pt x="65924" y="79241"/>
                </a:lnTo>
                <a:lnTo>
                  <a:pt x="61887" y="76555"/>
                </a:lnTo>
                <a:lnTo>
                  <a:pt x="55161" y="75212"/>
                </a:lnTo>
                <a:lnTo>
                  <a:pt x="52470" y="71183"/>
                </a:lnTo>
                <a:lnTo>
                  <a:pt x="52470" y="67154"/>
                </a:lnTo>
                <a:lnTo>
                  <a:pt x="56506" y="63125"/>
                </a:lnTo>
                <a:lnTo>
                  <a:pt x="55161" y="60438"/>
                </a:lnTo>
                <a:lnTo>
                  <a:pt x="49779" y="55066"/>
                </a:lnTo>
                <a:lnTo>
                  <a:pt x="47088" y="52380"/>
                </a:lnTo>
                <a:lnTo>
                  <a:pt x="41707" y="48351"/>
                </a:lnTo>
                <a:lnTo>
                  <a:pt x="36325" y="44322"/>
                </a:lnTo>
                <a:lnTo>
                  <a:pt x="33634" y="38949"/>
                </a:lnTo>
                <a:lnTo>
                  <a:pt x="29598" y="36263"/>
                </a:lnTo>
                <a:lnTo>
                  <a:pt x="28253" y="32234"/>
                </a:lnTo>
                <a:lnTo>
                  <a:pt x="24217" y="29548"/>
                </a:lnTo>
                <a:lnTo>
                  <a:pt x="20181" y="25518"/>
                </a:lnTo>
                <a:lnTo>
                  <a:pt x="17490" y="28205"/>
                </a:lnTo>
                <a:lnTo>
                  <a:pt x="18835" y="30891"/>
                </a:lnTo>
                <a:lnTo>
                  <a:pt x="25562" y="34920"/>
                </a:lnTo>
                <a:lnTo>
                  <a:pt x="26908" y="40292"/>
                </a:lnTo>
                <a:lnTo>
                  <a:pt x="24217" y="45665"/>
                </a:lnTo>
                <a:lnTo>
                  <a:pt x="21526" y="45665"/>
                </a:lnTo>
                <a:lnTo>
                  <a:pt x="18835" y="41635"/>
                </a:lnTo>
                <a:lnTo>
                  <a:pt x="14799" y="38949"/>
                </a:lnTo>
                <a:lnTo>
                  <a:pt x="8072" y="37606"/>
                </a:lnTo>
                <a:lnTo>
                  <a:pt x="1345" y="32234"/>
                </a:lnTo>
                <a:lnTo>
                  <a:pt x="0" y="26862"/>
                </a:lnTo>
                <a:lnTo>
                  <a:pt x="2691" y="21489"/>
                </a:lnTo>
                <a:lnTo>
                  <a:pt x="6727" y="18803"/>
                </a:lnTo>
                <a:lnTo>
                  <a:pt x="5382" y="13431"/>
                </a:lnTo>
                <a:lnTo>
                  <a:pt x="2691" y="12088"/>
                </a:lnTo>
                <a:lnTo>
                  <a:pt x="0" y="10745"/>
                </a:lnTo>
                <a:lnTo>
                  <a:pt x="2691" y="9401"/>
                </a:lnTo>
                <a:lnTo>
                  <a:pt x="4036" y="4029"/>
                </a:lnTo>
                <a:lnTo>
                  <a:pt x="2691" y="4029"/>
                </a:lnTo>
                <a:lnTo>
                  <a:pt x="5382" y="2686"/>
                </a:lnTo>
                <a:lnTo>
                  <a:pt x="5382" y="1343"/>
                </a:lnTo>
                <a:lnTo>
                  <a:pt x="13454" y="0"/>
                </a:lnTo>
                <a:lnTo>
                  <a:pt x="28253" y="4029"/>
                </a:lnTo>
                <a:lnTo>
                  <a:pt x="32289" y="2686"/>
                </a:lnTo>
                <a:lnTo>
                  <a:pt x="39016" y="2686"/>
                </a:lnTo>
                <a:lnTo>
                  <a:pt x="43052" y="6715"/>
                </a:lnTo>
                <a:lnTo>
                  <a:pt x="45743" y="8059"/>
                </a:lnTo>
                <a:lnTo>
                  <a:pt x="45743" y="9401"/>
                </a:lnTo>
                <a:lnTo>
                  <a:pt x="51124" y="14774"/>
                </a:lnTo>
                <a:lnTo>
                  <a:pt x="53815" y="13431"/>
                </a:lnTo>
                <a:lnTo>
                  <a:pt x="56506" y="13431"/>
                </a:lnTo>
                <a:lnTo>
                  <a:pt x="55161" y="14774"/>
                </a:lnTo>
                <a:lnTo>
                  <a:pt x="60542" y="14774"/>
                </a:lnTo>
                <a:lnTo>
                  <a:pt x="61887" y="12088"/>
                </a:lnTo>
                <a:lnTo>
                  <a:pt x="64578" y="12088"/>
                </a:lnTo>
                <a:lnTo>
                  <a:pt x="65924" y="17460"/>
                </a:lnTo>
                <a:lnTo>
                  <a:pt x="67269" y="22832"/>
                </a:lnTo>
                <a:lnTo>
                  <a:pt x="69960" y="26862"/>
                </a:lnTo>
                <a:lnTo>
                  <a:pt x="75341" y="32234"/>
                </a:lnTo>
                <a:lnTo>
                  <a:pt x="76687" y="36263"/>
                </a:lnTo>
                <a:lnTo>
                  <a:pt x="79377" y="40292"/>
                </a:lnTo>
                <a:lnTo>
                  <a:pt x="83414" y="41635"/>
                </a:lnTo>
                <a:lnTo>
                  <a:pt x="87449" y="44322"/>
                </a:lnTo>
                <a:lnTo>
                  <a:pt x="87449" y="45665"/>
                </a:lnTo>
                <a:lnTo>
                  <a:pt x="83414" y="45665"/>
                </a:lnTo>
                <a:lnTo>
                  <a:pt x="80723" y="47008"/>
                </a:lnTo>
                <a:lnTo>
                  <a:pt x="80723" y="51037"/>
                </a:lnTo>
                <a:lnTo>
                  <a:pt x="78032" y="55066"/>
                </a:lnTo>
                <a:lnTo>
                  <a:pt x="76687" y="59095"/>
                </a:lnTo>
                <a:lnTo>
                  <a:pt x="80723" y="60438"/>
                </a:lnTo>
                <a:lnTo>
                  <a:pt x="83414" y="64468"/>
                </a:lnTo>
                <a:lnTo>
                  <a:pt x="79377" y="68497"/>
                </a:lnTo>
                <a:lnTo>
                  <a:pt x="78032" y="72526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98" name="Freeform 1197">
            <a:extLst>
              <a:ext uri="{FF2B5EF4-FFF2-40B4-BE49-F238E27FC236}">
                <a16:creationId xmlns:a16="http://schemas.microsoft.com/office/drawing/2014/main" id="{D4A13BBC-024B-DAC3-17E2-585AA056C913}"/>
              </a:ext>
            </a:extLst>
          </p:cNvPr>
          <p:cNvSpPr/>
          <p:nvPr/>
        </p:nvSpPr>
        <p:spPr>
          <a:xfrm>
            <a:off x="5096289" y="4236868"/>
            <a:ext cx="122429" cy="119533"/>
          </a:xfrm>
          <a:custGeom>
            <a:avLst/>
            <a:gdLst>
              <a:gd name="connsiteX0" fmla="*/ 43052 w 122429"/>
              <a:gd name="connsiteY0" fmla="*/ 106103 h 119533"/>
              <a:gd name="connsiteX1" fmla="*/ 40361 w 122429"/>
              <a:gd name="connsiteY1" fmla="*/ 106103 h 119533"/>
              <a:gd name="connsiteX2" fmla="*/ 28253 w 122429"/>
              <a:gd name="connsiteY2" fmla="*/ 92672 h 119533"/>
              <a:gd name="connsiteX3" fmla="*/ 21526 w 122429"/>
              <a:gd name="connsiteY3" fmla="*/ 83271 h 119533"/>
              <a:gd name="connsiteX4" fmla="*/ 13454 w 122429"/>
              <a:gd name="connsiteY4" fmla="*/ 76555 h 119533"/>
              <a:gd name="connsiteX5" fmla="*/ 13454 w 122429"/>
              <a:gd name="connsiteY5" fmla="*/ 73869 h 119533"/>
              <a:gd name="connsiteX6" fmla="*/ 9418 w 122429"/>
              <a:gd name="connsiteY6" fmla="*/ 71183 h 119533"/>
              <a:gd name="connsiteX7" fmla="*/ 0 w 122429"/>
              <a:gd name="connsiteY7" fmla="*/ 59096 h 119533"/>
              <a:gd name="connsiteX8" fmla="*/ 1345 w 122429"/>
              <a:gd name="connsiteY8" fmla="*/ 57752 h 119533"/>
              <a:gd name="connsiteX9" fmla="*/ 6727 w 122429"/>
              <a:gd name="connsiteY9" fmla="*/ 59096 h 119533"/>
              <a:gd name="connsiteX10" fmla="*/ 8072 w 122429"/>
              <a:gd name="connsiteY10" fmla="*/ 59096 h 119533"/>
              <a:gd name="connsiteX11" fmla="*/ 8072 w 122429"/>
              <a:gd name="connsiteY11" fmla="*/ 56409 h 119533"/>
              <a:gd name="connsiteX12" fmla="*/ 12108 w 122429"/>
              <a:gd name="connsiteY12" fmla="*/ 55066 h 119533"/>
              <a:gd name="connsiteX13" fmla="*/ 18835 w 122429"/>
              <a:gd name="connsiteY13" fmla="*/ 55066 h 119533"/>
              <a:gd name="connsiteX14" fmla="*/ 20181 w 122429"/>
              <a:gd name="connsiteY14" fmla="*/ 51037 h 119533"/>
              <a:gd name="connsiteX15" fmla="*/ 21526 w 122429"/>
              <a:gd name="connsiteY15" fmla="*/ 44322 h 119533"/>
              <a:gd name="connsiteX16" fmla="*/ 21526 w 122429"/>
              <a:gd name="connsiteY16" fmla="*/ 40292 h 119533"/>
              <a:gd name="connsiteX17" fmla="*/ 21526 w 122429"/>
              <a:gd name="connsiteY17" fmla="*/ 34920 h 119533"/>
              <a:gd name="connsiteX18" fmla="*/ 29598 w 122429"/>
              <a:gd name="connsiteY18" fmla="*/ 33577 h 119533"/>
              <a:gd name="connsiteX19" fmla="*/ 37671 w 122429"/>
              <a:gd name="connsiteY19" fmla="*/ 28205 h 119533"/>
              <a:gd name="connsiteX20" fmla="*/ 44397 w 122429"/>
              <a:gd name="connsiteY20" fmla="*/ 29548 h 119533"/>
              <a:gd name="connsiteX21" fmla="*/ 47088 w 122429"/>
              <a:gd name="connsiteY21" fmla="*/ 32234 h 119533"/>
              <a:gd name="connsiteX22" fmla="*/ 49779 w 122429"/>
              <a:gd name="connsiteY22" fmla="*/ 30891 h 119533"/>
              <a:gd name="connsiteX23" fmla="*/ 53815 w 122429"/>
              <a:gd name="connsiteY23" fmla="*/ 32234 h 119533"/>
              <a:gd name="connsiteX24" fmla="*/ 55160 w 122429"/>
              <a:gd name="connsiteY24" fmla="*/ 29548 h 119533"/>
              <a:gd name="connsiteX25" fmla="*/ 60542 w 122429"/>
              <a:gd name="connsiteY25" fmla="*/ 28205 h 119533"/>
              <a:gd name="connsiteX26" fmla="*/ 65923 w 122429"/>
              <a:gd name="connsiteY26" fmla="*/ 22832 h 119533"/>
              <a:gd name="connsiteX27" fmla="*/ 68614 w 122429"/>
              <a:gd name="connsiteY27" fmla="*/ 21489 h 119533"/>
              <a:gd name="connsiteX28" fmla="*/ 68614 w 122429"/>
              <a:gd name="connsiteY28" fmla="*/ 18803 h 119533"/>
              <a:gd name="connsiteX29" fmla="*/ 72650 w 122429"/>
              <a:gd name="connsiteY29" fmla="*/ 12088 h 119533"/>
              <a:gd name="connsiteX30" fmla="*/ 78032 w 122429"/>
              <a:gd name="connsiteY30" fmla="*/ 12088 h 119533"/>
              <a:gd name="connsiteX31" fmla="*/ 79377 w 122429"/>
              <a:gd name="connsiteY31" fmla="*/ 6715 h 119533"/>
              <a:gd name="connsiteX32" fmla="*/ 80723 w 122429"/>
              <a:gd name="connsiteY32" fmla="*/ 6715 h 119533"/>
              <a:gd name="connsiteX33" fmla="*/ 84759 w 122429"/>
              <a:gd name="connsiteY33" fmla="*/ 9401 h 119533"/>
              <a:gd name="connsiteX34" fmla="*/ 86104 w 122429"/>
              <a:gd name="connsiteY34" fmla="*/ 12088 h 119533"/>
              <a:gd name="connsiteX35" fmla="*/ 91486 w 122429"/>
              <a:gd name="connsiteY35" fmla="*/ 10745 h 119533"/>
              <a:gd name="connsiteX36" fmla="*/ 94176 w 122429"/>
              <a:gd name="connsiteY36" fmla="*/ 12088 h 119533"/>
              <a:gd name="connsiteX37" fmla="*/ 95522 w 122429"/>
              <a:gd name="connsiteY37" fmla="*/ 9401 h 119533"/>
              <a:gd name="connsiteX38" fmla="*/ 99558 w 122429"/>
              <a:gd name="connsiteY38" fmla="*/ 9401 h 119533"/>
              <a:gd name="connsiteX39" fmla="*/ 103594 w 122429"/>
              <a:gd name="connsiteY39" fmla="*/ 6715 h 119533"/>
              <a:gd name="connsiteX40" fmla="*/ 107630 w 122429"/>
              <a:gd name="connsiteY40" fmla="*/ 5372 h 119533"/>
              <a:gd name="connsiteX41" fmla="*/ 108975 w 122429"/>
              <a:gd name="connsiteY41" fmla="*/ 1343 h 119533"/>
              <a:gd name="connsiteX42" fmla="*/ 111666 w 122429"/>
              <a:gd name="connsiteY42" fmla="*/ 0 h 119533"/>
              <a:gd name="connsiteX43" fmla="*/ 114357 w 122429"/>
              <a:gd name="connsiteY43" fmla="*/ 0 h 119533"/>
              <a:gd name="connsiteX44" fmla="*/ 115702 w 122429"/>
              <a:gd name="connsiteY44" fmla="*/ 1343 h 119533"/>
              <a:gd name="connsiteX45" fmla="*/ 119738 w 122429"/>
              <a:gd name="connsiteY45" fmla="*/ 1343 h 119533"/>
              <a:gd name="connsiteX46" fmla="*/ 122429 w 122429"/>
              <a:gd name="connsiteY46" fmla="*/ 1343 h 119533"/>
              <a:gd name="connsiteX47" fmla="*/ 121084 w 122429"/>
              <a:gd name="connsiteY47" fmla="*/ 2686 h 119533"/>
              <a:gd name="connsiteX48" fmla="*/ 119738 w 122429"/>
              <a:gd name="connsiteY48" fmla="*/ 5372 h 119533"/>
              <a:gd name="connsiteX49" fmla="*/ 119738 w 122429"/>
              <a:gd name="connsiteY49" fmla="*/ 12088 h 119533"/>
              <a:gd name="connsiteX50" fmla="*/ 121084 w 122429"/>
              <a:gd name="connsiteY50" fmla="*/ 16117 h 119533"/>
              <a:gd name="connsiteX51" fmla="*/ 119738 w 122429"/>
              <a:gd name="connsiteY51" fmla="*/ 18803 h 119533"/>
              <a:gd name="connsiteX52" fmla="*/ 119738 w 122429"/>
              <a:gd name="connsiteY52" fmla="*/ 21489 h 119533"/>
              <a:gd name="connsiteX53" fmla="*/ 122429 w 122429"/>
              <a:gd name="connsiteY53" fmla="*/ 22832 h 119533"/>
              <a:gd name="connsiteX54" fmla="*/ 122429 w 122429"/>
              <a:gd name="connsiteY54" fmla="*/ 25519 h 119533"/>
              <a:gd name="connsiteX55" fmla="*/ 121084 w 122429"/>
              <a:gd name="connsiteY55" fmla="*/ 29548 h 119533"/>
              <a:gd name="connsiteX56" fmla="*/ 117048 w 122429"/>
              <a:gd name="connsiteY56" fmla="*/ 34920 h 119533"/>
              <a:gd name="connsiteX57" fmla="*/ 115702 w 122429"/>
              <a:gd name="connsiteY57" fmla="*/ 41635 h 119533"/>
              <a:gd name="connsiteX58" fmla="*/ 114357 w 122429"/>
              <a:gd name="connsiteY58" fmla="*/ 40292 h 119533"/>
              <a:gd name="connsiteX59" fmla="*/ 113012 w 122429"/>
              <a:gd name="connsiteY59" fmla="*/ 40292 h 119533"/>
              <a:gd name="connsiteX60" fmla="*/ 111666 w 122429"/>
              <a:gd name="connsiteY60" fmla="*/ 41635 h 119533"/>
              <a:gd name="connsiteX61" fmla="*/ 111666 w 122429"/>
              <a:gd name="connsiteY61" fmla="*/ 44322 h 119533"/>
              <a:gd name="connsiteX62" fmla="*/ 113012 w 122429"/>
              <a:gd name="connsiteY62" fmla="*/ 45665 h 119533"/>
              <a:gd name="connsiteX63" fmla="*/ 114357 w 122429"/>
              <a:gd name="connsiteY63" fmla="*/ 48351 h 119533"/>
              <a:gd name="connsiteX64" fmla="*/ 113012 w 122429"/>
              <a:gd name="connsiteY64" fmla="*/ 51037 h 119533"/>
              <a:gd name="connsiteX65" fmla="*/ 113012 w 122429"/>
              <a:gd name="connsiteY65" fmla="*/ 63125 h 119533"/>
              <a:gd name="connsiteX66" fmla="*/ 111666 w 122429"/>
              <a:gd name="connsiteY66" fmla="*/ 73869 h 119533"/>
              <a:gd name="connsiteX67" fmla="*/ 110321 w 122429"/>
              <a:gd name="connsiteY67" fmla="*/ 77899 h 119533"/>
              <a:gd name="connsiteX68" fmla="*/ 108975 w 122429"/>
              <a:gd name="connsiteY68" fmla="*/ 77899 h 119533"/>
              <a:gd name="connsiteX69" fmla="*/ 108975 w 122429"/>
              <a:gd name="connsiteY69" fmla="*/ 72526 h 119533"/>
              <a:gd name="connsiteX70" fmla="*/ 108975 w 122429"/>
              <a:gd name="connsiteY70" fmla="*/ 68497 h 119533"/>
              <a:gd name="connsiteX71" fmla="*/ 110321 w 122429"/>
              <a:gd name="connsiteY71" fmla="*/ 67154 h 119533"/>
              <a:gd name="connsiteX72" fmla="*/ 107630 w 122429"/>
              <a:gd name="connsiteY72" fmla="*/ 67154 h 119533"/>
              <a:gd name="connsiteX73" fmla="*/ 104939 w 122429"/>
              <a:gd name="connsiteY73" fmla="*/ 75212 h 119533"/>
              <a:gd name="connsiteX74" fmla="*/ 104939 w 122429"/>
              <a:gd name="connsiteY74" fmla="*/ 79242 h 119533"/>
              <a:gd name="connsiteX75" fmla="*/ 106285 w 122429"/>
              <a:gd name="connsiteY75" fmla="*/ 81928 h 119533"/>
              <a:gd name="connsiteX76" fmla="*/ 103594 w 122429"/>
              <a:gd name="connsiteY76" fmla="*/ 87300 h 119533"/>
              <a:gd name="connsiteX77" fmla="*/ 102249 w 122429"/>
              <a:gd name="connsiteY77" fmla="*/ 91329 h 119533"/>
              <a:gd name="connsiteX78" fmla="*/ 102249 w 122429"/>
              <a:gd name="connsiteY78" fmla="*/ 95359 h 119533"/>
              <a:gd name="connsiteX79" fmla="*/ 104939 w 122429"/>
              <a:gd name="connsiteY79" fmla="*/ 94015 h 119533"/>
              <a:gd name="connsiteX80" fmla="*/ 106285 w 122429"/>
              <a:gd name="connsiteY80" fmla="*/ 91329 h 119533"/>
              <a:gd name="connsiteX81" fmla="*/ 107630 w 122429"/>
              <a:gd name="connsiteY81" fmla="*/ 88643 h 119533"/>
              <a:gd name="connsiteX82" fmla="*/ 107630 w 122429"/>
              <a:gd name="connsiteY82" fmla="*/ 94015 h 119533"/>
              <a:gd name="connsiteX83" fmla="*/ 106285 w 122429"/>
              <a:gd name="connsiteY83" fmla="*/ 98045 h 119533"/>
              <a:gd name="connsiteX84" fmla="*/ 103594 w 122429"/>
              <a:gd name="connsiteY84" fmla="*/ 104760 h 119533"/>
              <a:gd name="connsiteX85" fmla="*/ 104939 w 122429"/>
              <a:gd name="connsiteY85" fmla="*/ 110132 h 119533"/>
              <a:gd name="connsiteX86" fmla="*/ 107630 w 122429"/>
              <a:gd name="connsiteY86" fmla="*/ 112819 h 119533"/>
              <a:gd name="connsiteX87" fmla="*/ 108975 w 122429"/>
              <a:gd name="connsiteY87" fmla="*/ 116848 h 119533"/>
              <a:gd name="connsiteX88" fmla="*/ 106285 w 122429"/>
              <a:gd name="connsiteY88" fmla="*/ 118191 h 119533"/>
              <a:gd name="connsiteX89" fmla="*/ 106285 w 122429"/>
              <a:gd name="connsiteY89" fmla="*/ 118191 h 119533"/>
              <a:gd name="connsiteX90" fmla="*/ 103594 w 122429"/>
              <a:gd name="connsiteY90" fmla="*/ 118191 h 119533"/>
              <a:gd name="connsiteX91" fmla="*/ 100903 w 122429"/>
              <a:gd name="connsiteY91" fmla="*/ 119534 h 119533"/>
              <a:gd name="connsiteX92" fmla="*/ 95522 w 122429"/>
              <a:gd name="connsiteY92" fmla="*/ 114162 h 119533"/>
              <a:gd name="connsiteX93" fmla="*/ 95522 w 122429"/>
              <a:gd name="connsiteY93" fmla="*/ 112819 h 119533"/>
              <a:gd name="connsiteX94" fmla="*/ 92831 w 122429"/>
              <a:gd name="connsiteY94" fmla="*/ 111475 h 119533"/>
              <a:gd name="connsiteX95" fmla="*/ 90140 w 122429"/>
              <a:gd name="connsiteY95" fmla="*/ 107446 h 119533"/>
              <a:gd name="connsiteX96" fmla="*/ 83413 w 122429"/>
              <a:gd name="connsiteY96" fmla="*/ 107446 h 119533"/>
              <a:gd name="connsiteX97" fmla="*/ 78032 w 122429"/>
              <a:gd name="connsiteY97" fmla="*/ 108789 h 119533"/>
              <a:gd name="connsiteX98" fmla="*/ 64578 w 122429"/>
              <a:gd name="connsiteY98" fmla="*/ 104760 h 119533"/>
              <a:gd name="connsiteX99" fmla="*/ 56506 w 122429"/>
              <a:gd name="connsiteY99" fmla="*/ 106103 h 119533"/>
              <a:gd name="connsiteX100" fmla="*/ 56506 w 122429"/>
              <a:gd name="connsiteY100" fmla="*/ 107446 h 119533"/>
              <a:gd name="connsiteX101" fmla="*/ 55160 w 122429"/>
              <a:gd name="connsiteY101" fmla="*/ 108789 h 119533"/>
              <a:gd name="connsiteX102" fmla="*/ 43052 w 122429"/>
              <a:gd name="connsiteY102" fmla="*/ 106103 h 11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122429" h="119533">
                <a:moveTo>
                  <a:pt x="43052" y="106103"/>
                </a:moveTo>
                <a:lnTo>
                  <a:pt x="40361" y="106103"/>
                </a:lnTo>
                <a:lnTo>
                  <a:pt x="28253" y="92672"/>
                </a:lnTo>
                <a:lnTo>
                  <a:pt x="21526" y="83271"/>
                </a:lnTo>
                <a:lnTo>
                  <a:pt x="13454" y="76555"/>
                </a:lnTo>
                <a:lnTo>
                  <a:pt x="13454" y="73869"/>
                </a:lnTo>
                <a:lnTo>
                  <a:pt x="9418" y="71183"/>
                </a:lnTo>
                <a:lnTo>
                  <a:pt x="0" y="59096"/>
                </a:lnTo>
                <a:lnTo>
                  <a:pt x="1345" y="57752"/>
                </a:lnTo>
                <a:lnTo>
                  <a:pt x="6727" y="59096"/>
                </a:lnTo>
                <a:lnTo>
                  <a:pt x="8072" y="59096"/>
                </a:lnTo>
                <a:lnTo>
                  <a:pt x="8072" y="56409"/>
                </a:lnTo>
                <a:lnTo>
                  <a:pt x="12108" y="55066"/>
                </a:lnTo>
                <a:lnTo>
                  <a:pt x="18835" y="55066"/>
                </a:lnTo>
                <a:lnTo>
                  <a:pt x="20181" y="51037"/>
                </a:lnTo>
                <a:lnTo>
                  <a:pt x="21526" y="44322"/>
                </a:lnTo>
                <a:lnTo>
                  <a:pt x="21526" y="40292"/>
                </a:lnTo>
                <a:lnTo>
                  <a:pt x="21526" y="34920"/>
                </a:lnTo>
                <a:lnTo>
                  <a:pt x="29598" y="33577"/>
                </a:lnTo>
                <a:lnTo>
                  <a:pt x="37671" y="28205"/>
                </a:lnTo>
                <a:lnTo>
                  <a:pt x="44397" y="29548"/>
                </a:lnTo>
                <a:lnTo>
                  <a:pt x="47088" y="32234"/>
                </a:lnTo>
                <a:lnTo>
                  <a:pt x="49779" y="30891"/>
                </a:lnTo>
                <a:lnTo>
                  <a:pt x="53815" y="32234"/>
                </a:lnTo>
                <a:lnTo>
                  <a:pt x="55160" y="29548"/>
                </a:lnTo>
                <a:lnTo>
                  <a:pt x="60542" y="28205"/>
                </a:lnTo>
                <a:lnTo>
                  <a:pt x="65923" y="22832"/>
                </a:lnTo>
                <a:lnTo>
                  <a:pt x="68614" y="21489"/>
                </a:lnTo>
                <a:lnTo>
                  <a:pt x="68614" y="18803"/>
                </a:lnTo>
                <a:lnTo>
                  <a:pt x="72650" y="12088"/>
                </a:lnTo>
                <a:lnTo>
                  <a:pt x="78032" y="12088"/>
                </a:lnTo>
                <a:lnTo>
                  <a:pt x="79377" y="6715"/>
                </a:lnTo>
                <a:lnTo>
                  <a:pt x="80723" y="6715"/>
                </a:lnTo>
                <a:lnTo>
                  <a:pt x="84759" y="9401"/>
                </a:lnTo>
                <a:lnTo>
                  <a:pt x="86104" y="12088"/>
                </a:lnTo>
                <a:lnTo>
                  <a:pt x="91486" y="10745"/>
                </a:lnTo>
                <a:lnTo>
                  <a:pt x="94176" y="12088"/>
                </a:lnTo>
                <a:lnTo>
                  <a:pt x="95522" y="9401"/>
                </a:lnTo>
                <a:lnTo>
                  <a:pt x="99558" y="9401"/>
                </a:lnTo>
                <a:lnTo>
                  <a:pt x="103594" y="6715"/>
                </a:lnTo>
                <a:lnTo>
                  <a:pt x="107630" y="5372"/>
                </a:lnTo>
                <a:lnTo>
                  <a:pt x="108975" y="1343"/>
                </a:lnTo>
                <a:lnTo>
                  <a:pt x="111666" y="0"/>
                </a:lnTo>
                <a:lnTo>
                  <a:pt x="114357" y="0"/>
                </a:lnTo>
                <a:lnTo>
                  <a:pt x="115702" y="1343"/>
                </a:lnTo>
                <a:lnTo>
                  <a:pt x="119738" y="1343"/>
                </a:lnTo>
                <a:lnTo>
                  <a:pt x="122429" y="1343"/>
                </a:lnTo>
                <a:lnTo>
                  <a:pt x="121084" y="2686"/>
                </a:lnTo>
                <a:lnTo>
                  <a:pt x="119738" y="5372"/>
                </a:lnTo>
                <a:lnTo>
                  <a:pt x="119738" y="12088"/>
                </a:lnTo>
                <a:lnTo>
                  <a:pt x="121084" y="16117"/>
                </a:lnTo>
                <a:lnTo>
                  <a:pt x="119738" y="18803"/>
                </a:lnTo>
                <a:lnTo>
                  <a:pt x="119738" y="21489"/>
                </a:lnTo>
                <a:lnTo>
                  <a:pt x="122429" y="22832"/>
                </a:lnTo>
                <a:lnTo>
                  <a:pt x="122429" y="25519"/>
                </a:lnTo>
                <a:lnTo>
                  <a:pt x="121084" y="29548"/>
                </a:lnTo>
                <a:lnTo>
                  <a:pt x="117048" y="34920"/>
                </a:lnTo>
                <a:lnTo>
                  <a:pt x="115702" y="41635"/>
                </a:lnTo>
                <a:lnTo>
                  <a:pt x="114357" y="40292"/>
                </a:lnTo>
                <a:lnTo>
                  <a:pt x="113012" y="40292"/>
                </a:lnTo>
                <a:lnTo>
                  <a:pt x="111666" y="41635"/>
                </a:lnTo>
                <a:lnTo>
                  <a:pt x="111666" y="44322"/>
                </a:lnTo>
                <a:lnTo>
                  <a:pt x="113012" y="45665"/>
                </a:lnTo>
                <a:lnTo>
                  <a:pt x="114357" y="48351"/>
                </a:lnTo>
                <a:lnTo>
                  <a:pt x="113012" y="51037"/>
                </a:lnTo>
                <a:lnTo>
                  <a:pt x="113012" y="63125"/>
                </a:lnTo>
                <a:lnTo>
                  <a:pt x="111666" y="73869"/>
                </a:lnTo>
                <a:lnTo>
                  <a:pt x="110321" y="77899"/>
                </a:lnTo>
                <a:lnTo>
                  <a:pt x="108975" y="77899"/>
                </a:lnTo>
                <a:cubicBezTo>
                  <a:pt x="108975" y="77899"/>
                  <a:pt x="108975" y="73869"/>
                  <a:pt x="108975" y="72526"/>
                </a:cubicBezTo>
                <a:cubicBezTo>
                  <a:pt x="108975" y="71183"/>
                  <a:pt x="108975" y="68497"/>
                  <a:pt x="108975" y="68497"/>
                </a:cubicBezTo>
                <a:lnTo>
                  <a:pt x="110321" y="67154"/>
                </a:lnTo>
                <a:lnTo>
                  <a:pt x="107630" y="67154"/>
                </a:lnTo>
                <a:lnTo>
                  <a:pt x="104939" y="75212"/>
                </a:lnTo>
                <a:lnTo>
                  <a:pt x="104939" y="79242"/>
                </a:lnTo>
                <a:lnTo>
                  <a:pt x="106285" y="81928"/>
                </a:lnTo>
                <a:lnTo>
                  <a:pt x="103594" y="87300"/>
                </a:lnTo>
                <a:lnTo>
                  <a:pt x="102249" y="91329"/>
                </a:lnTo>
                <a:lnTo>
                  <a:pt x="102249" y="95359"/>
                </a:lnTo>
                <a:lnTo>
                  <a:pt x="104939" y="94015"/>
                </a:lnTo>
                <a:lnTo>
                  <a:pt x="106285" y="91329"/>
                </a:lnTo>
                <a:lnTo>
                  <a:pt x="107630" y="88643"/>
                </a:lnTo>
                <a:lnTo>
                  <a:pt x="107630" y="94015"/>
                </a:lnTo>
                <a:lnTo>
                  <a:pt x="106285" y="98045"/>
                </a:lnTo>
                <a:lnTo>
                  <a:pt x="103594" y="104760"/>
                </a:lnTo>
                <a:lnTo>
                  <a:pt x="104939" y="110132"/>
                </a:lnTo>
                <a:lnTo>
                  <a:pt x="107630" y="112819"/>
                </a:lnTo>
                <a:lnTo>
                  <a:pt x="108975" y="116848"/>
                </a:lnTo>
                <a:lnTo>
                  <a:pt x="106285" y="118191"/>
                </a:lnTo>
                <a:lnTo>
                  <a:pt x="106285" y="118191"/>
                </a:lnTo>
                <a:lnTo>
                  <a:pt x="103594" y="118191"/>
                </a:lnTo>
                <a:lnTo>
                  <a:pt x="100903" y="119534"/>
                </a:lnTo>
                <a:lnTo>
                  <a:pt x="95522" y="114162"/>
                </a:lnTo>
                <a:lnTo>
                  <a:pt x="95522" y="112819"/>
                </a:lnTo>
                <a:lnTo>
                  <a:pt x="92831" y="111475"/>
                </a:lnTo>
                <a:lnTo>
                  <a:pt x="90140" y="107446"/>
                </a:lnTo>
                <a:lnTo>
                  <a:pt x="83413" y="107446"/>
                </a:lnTo>
                <a:lnTo>
                  <a:pt x="78032" y="108789"/>
                </a:lnTo>
                <a:lnTo>
                  <a:pt x="64578" y="104760"/>
                </a:lnTo>
                <a:lnTo>
                  <a:pt x="56506" y="106103"/>
                </a:lnTo>
                <a:lnTo>
                  <a:pt x="56506" y="107446"/>
                </a:lnTo>
                <a:lnTo>
                  <a:pt x="55160" y="108789"/>
                </a:lnTo>
                <a:lnTo>
                  <a:pt x="43052" y="10610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99" name="Freeform 1198">
            <a:extLst>
              <a:ext uri="{FF2B5EF4-FFF2-40B4-BE49-F238E27FC236}">
                <a16:creationId xmlns:a16="http://schemas.microsoft.com/office/drawing/2014/main" id="{217D6699-569E-10DF-B64D-72BCC33D20D3}"/>
              </a:ext>
            </a:extLst>
          </p:cNvPr>
          <p:cNvSpPr/>
          <p:nvPr/>
        </p:nvSpPr>
        <p:spPr>
          <a:xfrm>
            <a:off x="5043819" y="4210007"/>
            <a:ext cx="173553" cy="83270"/>
          </a:xfrm>
          <a:custGeom>
            <a:avLst/>
            <a:gdLst>
              <a:gd name="connsiteX0" fmla="*/ 60542 w 173553"/>
              <a:gd name="connsiteY0" fmla="*/ 83271 h 83270"/>
              <a:gd name="connsiteX1" fmla="*/ 59197 w 173553"/>
              <a:gd name="connsiteY1" fmla="*/ 80585 h 83270"/>
              <a:gd name="connsiteX2" fmla="*/ 59197 w 173553"/>
              <a:gd name="connsiteY2" fmla="*/ 77899 h 83270"/>
              <a:gd name="connsiteX3" fmla="*/ 56506 w 173553"/>
              <a:gd name="connsiteY3" fmla="*/ 76555 h 83270"/>
              <a:gd name="connsiteX4" fmla="*/ 56506 w 173553"/>
              <a:gd name="connsiteY4" fmla="*/ 77899 h 83270"/>
              <a:gd name="connsiteX5" fmla="*/ 53815 w 173553"/>
              <a:gd name="connsiteY5" fmla="*/ 77899 h 83270"/>
              <a:gd name="connsiteX6" fmla="*/ 52470 w 173553"/>
              <a:gd name="connsiteY6" fmla="*/ 76555 h 83270"/>
              <a:gd name="connsiteX7" fmla="*/ 49779 w 173553"/>
              <a:gd name="connsiteY7" fmla="*/ 75212 h 83270"/>
              <a:gd name="connsiteX8" fmla="*/ 48434 w 173553"/>
              <a:gd name="connsiteY8" fmla="*/ 76555 h 83270"/>
              <a:gd name="connsiteX9" fmla="*/ 49779 w 173553"/>
              <a:gd name="connsiteY9" fmla="*/ 79242 h 83270"/>
              <a:gd name="connsiteX10" fmla="*/ 45743 w 173553"/>
              <a:gd name="connsiteY10" fmla="*/ 83271 h 83270"/>
              <a:gd name="connsiteX11" fmla="*/ 33634 w 173553"/>
              <a:gd name="connsiteY11" fmla="*/ 83271 h 83270"/>
              <a:gd name="connsiteX12" fmla="*/ 30944 w 173553"/>
              <a:gd name="connsiteY12" fmla="*/ 80585 h 83270"/>
              <a:gd name="connsiteX13" fmla="*/ 26908 w 173553"/>
              <a:gd name="connsiteY13" fmla="*/ 76555 h 83270"/>
              <a:gd name="connsiteX14" fmla="*/ 22872 w 173553"/>
              <a:gd name="connsiteY14" fmla="*/ 75212 h 83270"/>
              <a:gd name="connsiteX15" fmla="*/ 20181 w 173553"/>
              <a:gd name="connsiteY15" fmla="*/ 76555 h 83270"/>
              <a:gd name="connsiteX16" fmla="*/ 24217 w 173553"/>
              <a:gd name="connsiteY16" fmla="*/ 79242 h 83270"/>
              <a:gd name="connsiteX17" fmla="*/ 22872 w 173553"/>
              <a:gd name="connsiteY17" fmla="*/ 80585 h 83270"/>
              <a:gd name="connsiteX18" fmla="*/ 14799 w 173553"/>
              <a:gd name="connsiteY18" fmla="*/ 76555 h 83270"/>
              <a:gd name="connsiteX19" fmla="*/ 6727 w 173553"/>
              <a:gd name="connsiteY19" fmla="*/ 72526 h 83270"/>
              <a:gd name="connsiteX20" fmla="*/ 4036 w 173553"/>
              <a:gd name="connsiteY20" fmla="*/ 72526 h 83270"/>
              <a:gd name="connsiteX21" fmla="*/ 0 w 173553"/>
              <a:gd name="connsiteY21" fmla="*/ 67154 h 83270"/>
              <a:gd name="connsiteX22" fmla="*/ 2691 w 173553"/>
              <a:gd name="connsiteY22" fmla="*/ 53723 h 83270"/>
              <a:gd name="connsiteX23" fmla="*/ 4036 w 173553"/>
              <a:gd name="connsiteY23" fmla="*/ 53723 h 83270"/>
              <a:gd name="connsiteX24" fmla="*/ 4036 w 173553"/>
              <a:gd name="connsiteY24" fmla="*/ 51037 h 83270"/>
              <a:gd name="connsiteX25" fmla="*/ 4036 w 173553"/>
              <a:gd name="connsiteY25" fmla="*/ 49694 h 83270"/>
              <a:gd name="connsiteX26" fmla="*/ 10763 w 173553"/>
              <a:gd name="connsiteY26" fmla="*/ 45665 h 83270"/>
              <a:gd name="connsiteX27" fmla="*/ 13454 w 173553"/>
              <a:gd name="connsiteY27" fmla="*/ 38949 h 83270"/>
              <a:gd name="connsiteX28" fmla="*/ 12109 w 173553"/>
              <a:gd name="connsiteY28" fmla="*/ 33577 h 83270"/>
              <a:gd name="connsiteX29" fmla="*/ 16145 w 173553"/>
              <a:gd name="connsiteY29" fmla="*/ 29548 h 83270"/>
              <a:gd name="connsiteX30" fmla="*/ 22872 w 173553"/>
              <a:gd name="connsiteY30" fmla="*/ 22832 h 83270"/>
              <a:gd name="connsiteX31" fmla="*/ 26908 w 173553"/>
              <a:gd name="connsiteY31" fmla="*/ 22832 h 83270"/>
              <a:gd name="connsiteX32" fmla="*/ 34980 w 173553"/>
              <a:gd name="connsiteY32" fmla="*/ 18803 h 83270"/>
              <a:gd name="connsiteX33" fmla="*/ 36325 w 173553"/>
              <a:gd name="connsiteY33" fmla="*/ 14774 h 83270"/>
              <a:gd name="connsiteX34" fmla="*/ 40361 w 173553"/>
              <a:gd name="connsiteY34" fmla="*/ 12088 h 83270"/>
              <a:gd name="connsiteX35" fmla="*/ 40361 w 173553"/>
              <a:gd name="connsiteY35" fmla="*/ 9401 h 83270"/>
              <a:gd name="connsiteX36" fmla="*/ 44397 w 173553"/>
              <a:gd name="connsiteY36" fmla="*/ 12088 h 83270"/>
              <a:gd name="connsiteX37" fmla="*/ 51124 w 173553"/>
              <a:gd name="connsiteY37" fmla="*/ 8059 h 83270"/>
              <a:gd name="connsiteX38" fmla="*/ 65924 w 173553"/>
              <a:gd name="connsiteY38" fmla="*/ 8059 h 83270"/>
              <a:gd name="connsiteX39" fmla="*/ 76687 w 173553"/>
              <a:gd name="connsiteY39" fmla="*/ 9401 h 83270"/>
              <a:gd name="connsiteX40" fmla="*/ 86104 w 173553"/>
              <a:gd name="connsiteY40" fmla="*/ 6715 h 83270"/>
              <a:gd name="connsiteX41" fmla="*/ 90140 w 173553"/>
              <a:gd name="connsiteY41" fmla="*/ 8059 h 83270"/>
              <a:gd name="connsiteX42" fmla="*/ 92831 w 173553"/>
              <a:gd name="connsiteY42" fmla="*/ 6715 h 83270"/>
              <a:gd name="connsiteX43" fmla="*/ 96867 w 173553"/>
              <a:gd name="connsiteY43" fmla="*/ 4029 h 83270"/>
              <a:gd name="connsiteX44" fmla="*/ 94176 w 173553"/>
              <a:gd name="connsiteY44" fmla="*/ 2686 h 83270"/>
              <a:gd name="connsiteX45" fmla="*/ 95522 w 173553"/>
              <a:gd name="connsiteY45" fmla="*/ 0 h 83270"/>
              <a:gd name="connsiteX46" fmla="*/ 100903 w 173553"/>
              <a:gd name="connsiteY46" fmla="*/ 2686 h 83270"/>
              <a:gd name="connsiteX47" fmla="*/ 107630 w 173553"/>
              <a:gd name="connsiteY47" fmla="*/ 8059 h 83270"/>
              <a:gd name="connsiteX48" fmla="*/ 118393 w 173553"/>
              <a:gd name="connsiteY48" fmla="*/ 8059 h 83270"/>
              <a:gd name="connsiteX49" fmla="*/ 129156 w 173553"/>
              <a:gd name="connsiteY49" fmla="*/ 9401 h 83270"/>
              <a:gd name="connsiteX50" fmla="*/ 133192 w 173553"/>
              <a:gd name="connsiteY50" fmla="*/ 12088 h 83270"/>
              <a:gd name="connsiteX51" fmla="*/ 134538 w 173553"/>
              <a:gd name="connsiteY51" fmla="*/ 8059 h 83270"/>
              <a:gd name="connsiteX52" fmla="*/ 137229 w 173553"/>
              <a:gd name="connsiteY52" fmla="*/ 9401 h 83270"/>
              <a:gd name="connsiteX53" fmla="*/ 141265 w 173553"/>
              <a:gd name="connsiteY53" fmla="*/ 9401 h 83270"/>
              <a:gd name="connsiteX54" fmla="*/ 145301 w 173553"/>
              <a:gd name="connsiteY54" fmla="*/ 9401 h 83270"/>
              <a:gd name="connsiteX55" fmla="*/ 152028 w 173553"/>
              <a:gd name="connsiteY55" fmla="*/ 12088 h 83270"/>
              <a:gd name="connsiteX56" fmla="*/ 157409 w 173553"/>
              <a:gd name="connsiteY56" fmla="*/ 16117 h 83270"/>
              <a:gd name="connsiteX57" fmla="*/ 156064 w 173553"/>
              <a:gd name="connsiteY57" fmla="*/ 17460 h 83270"/>
              <a:gd name="connsiteX58" fmla="*/ 149337 w 173553"/>
              <a:gd name="connsiteY58" fmla="*/ 14774 h 83270"/>
              <a:gd name="connsiteX59" fmla="*/ 143955 w 173553"/>
              <a:gd name="connsiteY59" fmla="*/ 14774 h 83270"/>
              <a:gd name="connsiteX60" fmla="*/ 142610 w 173553"/>
              <a:gd name="connsiteY60" fmla="*/ 14774 h 83270"/>
              <a:gd name="connsiteX61" fmla="*/ 142610 w 173553"/>
              <a:gd name="connsiteY61" fmla="*/ 17460 h 83270"/>
              <a:gd name="connsiteX62" fmla="*/ 139919 w 173553"/>
              <a:gd name="connsiteY62" fmla="*/ 18803 h 83270"/>
              <a:gd name="connsiteX63" fmla="*/ 138574 w 173553"/>
              <a:gd name="connsiteY63" fmla="*/ 20146 h 83270"/>
              <a:gd name="connsiteX64" fmla="*/ 142610 w 173553"/>
              <a:gd name="connsiteY64" fmla="*/ 20146 h 83270"/>
              <a:gd name="connsiteX65" fmla="*/ 147991 w 173553"/>
              <a:gd name="connsiteY65" fmla="*/ 20146 h 83270"/>
              <a:gd name="connsiteX66" fmla="*/ 150682 w 173553"/>
              <a:gd name="connsiteY66" fmla="*/ 22832 h 83270"/>
              <a:gd name="connsiteX67" fmla="*/ 157409 w 173553"/>
              <a:gd name="connsiteY67" fmla="*/ 24175 h 83270"/>
              <a:gd name="connsiteX68" fmla="*/ 162791 w 173553"/>
              <a:gd name="connsiteY68" fmla="*/ 24175 h 83270"/>
              <a:gd name="connsiteX69" fmla="*/ 160100 w 173553"/>
              <a:gd name="connsiteY69" fmla="*/ 18803 h 83270"/>
              <a:gd name="connsiteX70" fmla="*/ 160100 w 173553"/>
              <a:gd name="connsiteY70" fmla="*/ 18803 h 83270"/>
              <a:gd name="connsiteX71" fmla="*/ 166827 w 173553"/>
              <a:gd name="connsiteY71" fmla="*/ 21489 h 83270"/>
              <a:gd name="connsiteX72" fmla="*/ 172208 w 173553"/>
              <a:gd name="connsiteY72" fmla="*/ 25519 h 83270"/>
              <a:gd name="connsiteX73" fmla="*/ 173554 w 173553"/>
              <a:gd name="connsiteY73" fmla="*/ 28205 h 83270"/>
              <a:gd name="connsiteX74" fmla="*/ 172208 w 173553"/>
              <a:gd name="connsiteY74" fmla="*/ 29548 h 83270"/>
              <a:gd name="connsiteX75" fmla="*/ 169518 w 173553"/>
              <a:gd name="connsiteY75" fmla="*/ 30891 h 83270"/>
              <a:gd name="connsiteX76" fmla="*/ 165481 w 173553"/>
              <a:gd name="connsiteY76" fmla="*/ 30891 h 83270"/>
              <a:gd name="connsiteX77" fmla="*/ 164136 w 173553"/>
              <a:gd name="connsiteY77" fmla="*/ 29548 h 83270"/>
              <a:gd name="connsiteX78" fmla="*/ 161445 w 173553"/>
              <a:gd name="connsiteY78" fmla="*/ 29548 h 83270"/>
              <a:gd name="connsiteX79" fmla="*/ 158754 w 173553"/>
              <a:gd name="connsiteY79" fmla="*/ 29548 h 83270"/>
              <a:gd name="connsiteX80" fmla="*/ 158754 w 173553"/>
              <a:gd name="connsiteY80" fmla="*/ 33577 h 83270"/>
              <a:gd name="connsiteX81" fmla="*/ 154718 w 173553"/>
              <a:gd name="connsiteY81" fmla="*/ 34920 h 83270"/>
              <a:gd name="connsiteX82" fmla="*/ 150682 w 173553"/>
              <a:gd name="connsiteY82" fmla="*/ 38949 h 83270"/>
              <a:gd name="connsiteX83" fmla="*/ 145301 w 173553"/>
              <a:gd name="connsiteY83" fmla="*/ 38949 h 83270"/>
              <a:gd name="connsiteX84" fmla="*/ 145301 w 173553"/>
              <a:gd name="connsiteY84" fmla="*/ 41635 h 83270"/>
              <a:gd name="connsiteX85" fmla="*/ 141265 w 173553"/>
              <a:gd name="connsiteY85" fmla="*/ 41635 h 83270"/>
              <a:gd name="connsiteX86" fmla="*/ 137229 w 173553"/>
              <a:gd name="connsiteY86" fmla="*/ 41635 h 83270"/>
              <a:gd name="connsiteX87" fmla="*/ 135883 w 173553"/>
              <a:gd name="connsiteY87" fmla="*/ 38949 h 83270"/>
              <a:gd name="connsiteX88" fmla="*/ 131847 w 173553"/>
              <a:gd name="connsiteY88" fmla="*/ 36263 h 83270"/>
              <a:gd name="connsiteX89" fmla="*/ 130502 w 173553"/>
              <a:gd name="connsiteY89" fmla="*/ 37606 h 83270"/>
              <a:gd name="connsiteX90" fmla="*/ 129156 w 173553"/>
              <a:gd name="connsiteY90" fmla="*/ 41635 h 83270"/>
              <a:gd name="connsiteX91" fmla="*/ 123775 w 173553"/>
              <a:gd name="connsiteY91" fmla="*/ 41635 h 83270"/>
              <a:gd name="connsiteX92" fmla="*/ 119739 w 173553"/>
              <a:gd name="connsiteY92" fmla="*/ 48351 h 83270"/>
              <a:gd name="connsiteX93" fmla="*/ 119739 w 173553"/>
              <a:gd name="connsiteY93" fmla="*/ 51037 h 83270"/>
              <a:gd name="connsiteX94" fmla="*/ 117048 w 173553"/>
              <a:gd name="connsiteY94" fmla="*/ 52380 h 83270"/>
              <a:gd name="connsiteX95" fmla="*/ 111666 w 173553"/>
              <a:gd name="connsiteY95" fmla="*/ 57752 h 83270"/>
              <a:gd name="connsiteX96" fmla="*/ 106285 w 173553"/>
              <a:gd name="connsiteY96" fmla="*/ 59096 h 83270"/>
              <a:gd name="connsiteX97" fmla="*/ 104939 w 173553"/>
              <a:gd name="connsiteY97" fmla="*/ 61782 h 83270"/>
              <a:gd name="connsiteX98" fmla="*/ 100903 w 173553"/>
              <a:gd name="connsiteY98" fmla="*/ 60438 h 83270"/>
              <a:gd name="connsiteX99" fmla="*/ 99558 w 173553"/>
              <a:gd name="connsiteY99" fmla="*/ 61782 h 83270"/>
              <a:gd name="connsiteX100" fmla="*/ 95522 w 173553"/>
              <a:gd name="connsiteY100" fmla="*/ 59096 h 83270"/>
              <a:gd name="connsiteX101" fmla="*/ 90140 w 173553"/>
              <a:gd name="connsiteY101" fmla="*/ 57752 h 83270"/>
              <a:gd name="connsiteX102" fmla="*/ 80723 w 173553"/>
              <a:gd name="connsiteY102" fmla="*/ 63125 h 83270"/>
              <a:gd name="connsiteX103" fmla="*/ 72650 w 173553"/>
              <a:gd name="connsiteY103" fmla="*/ 63125 h 83270"/>
              <a:gd name="connsiteX104" fmla="*/ 73996 w 173553"/>
              <a:gd name="connsiteY104" fmla="*/ 68497 h 83270"/>
              <a:gd name="connsiteX105" fmla="*/ 73996 w 173553"/>
              <a:gd name="connsiteY105" fmla="*/ 72526 h 83270"/>
              <a:gd name="connsiteX106" fmla="*/ 72650 w 173553"/>
              <a:gd name="connsiteY106" fmla="*/ 79242 h 83270"/>
              <a:gd name="connsiteX107" fmla="*/ 71305 w 173553"/>
              <a:gd name="connsiteY107" fmla="*/ 81928 h 83270"/>
              <a:gd name="connsiteX108" fmla="*/ 64578 w 173553"/>
              <a:gd name="connsiteY108" fmla="*/ 83271 h 8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73553" h="83270">
                <a:moveTo>
                  <a:pt x="60542" y="83271"/>
                </a:moveTo>
                <a:lnTo>
                  <a:pt x="59197" y="80585"/>
                </a:lnTo>
                <a:lnTo>
                  <a:pt x="59197" y="77899"/>
                </a:lnTo>
                <a:lnTo>
                  <a:pt x="56506" y="76555"/>
                </a:lnTo>
                <a:lnTo>
                  <a:pt x="56506" y="77899"/>
                </a:lnTo>
                <a:lnTo>
                  <a:pt x="53815" y="77899"/>
                </a:lnTo>
                <a:lnTo>
                  <a:pt x="52470" y="76555"/>
                </a:lnTo>
                <a:lnTo>
                  <a:pt x="49779" y="75212"/>
                </a:lnTo>
                <a:lnTo>
                  <a:pt x="48434" y="76555"/>
                </a:lnTo>
                <a:lnTo>
                  <a:pt x="49779" y="79242"/>
                </a:lnTo>
                <a:lnTo>
                  <a:pt x="45743" y="83271"/>
                </a:lnTo>
                <a:lnTo>
                  <a:pt x="33634" y="83271"/>
                </a:lnTo>
                <a:lnTo>
                  <a:pt x="30944" y="80585"/>
                </a:lnTo>
                <a:lnTo>
                  <a:pt x="26908" y="76555"/>
                </a:lnTo>
                <a:lnTo>
                  <a:pt x="22872" y="75212"/>
                </a:lnTo>
                <a:lnTo>
                  <a:pt x="20181" y="76555"/>
                </a:lnTo>
                <a:lnTo>
                  <a:pt x="24217" y="79242"/>
                </a:lnTo>
                <a:lnTo>
                  <a:pt x="22872" y="80585"/>
                </a:lnTo>
                <a:lnTo>
                  <a:pt x="14799" y="76555"/>
                </a:lnTo>
                <a:lnTo>
                  <a:pt x="6727" y="72526"/>
                </a:lnTo>
                <a:lnTo>
                  <a:pt x="4036" y="72526"/>
                </a:lnTo>
                <a:lnTo>
                  <a:pt x="0" y="67154"/>
                </a:lnTo>
                <a:lnTo>
                  <a:pt x="2691" y="53723"/>
                </a:lnTo>
                <a:lnTo>
                  <a:pt x="4036" y="53723"/>
                </a:lnTo>
                <a:lnTo>
                  <a:pt x="4036" y="51037"/>
                </a:lnTo>
                <a:lnTo>
                  <a:pt x="4036" y="49694"/>
                </a:lnTo>
                <a:lnTo>
                  <a:pt x="10763" y="45665"/>
                </a:lnTo>
                <a:lnTo>
                  <a:pt x="13454" y="38949"/>
                </a:lnTo>
                <a:lnTo>
                  <a:pt x="12109" y="33577"/>
                </a:lnTo>
                <a:lnTo>
                  <a:pt x="16145" y="29548"/>
                </a:lnTo>
                <a:lnTo>
                  <a:pt x="22872" y="22832"/>
                </a:lnTo>
                <a:lnTo>
                  <a:pt x="26908" y="22832"/>
                </a:lnTo>
                <a:lnTo>
                  <a:pt x="34980" y="18803"/>
                </a:lnTo>
                <a:lnTo>
                  <a:pt x="36325" y="14774"/>
                </a:lnTo>
                <a:lnTo>
                  <a:pt x="40361" y="12088"/>
                </a:lnTo>
                <a:lnTo>
                  <a:pt x="40361" y="9401"/>
                </a:lnTo>
                <a:lnTo>
                  <a:pt x="44397" y="12088"/>
                </a:lnTo>
                <a:lnTo>
                  <a:pt x="51124" y="8059"/>
                </a:lnTo>
                <a:lnTo>
                  <a:pt x="65924" y="8059"/>
                </a:lnTo>
                <a:lnTo>
                  <a:pt x="76687" y="9401"/>
                </a:lnTo>
                <a:lnTo>
                  <a:pt x="86104" y="6715"/>
                </a:lnTo>
                <a:lnTo>
                  <a:pt x="90140" y="8059"/>
                </a:lnTo>
                <a:lnTo>
                  <a:pt x="92831" y="6715"/>
                </a:lnTo>
                <a:lnTo>
                  <a:pt x="96867" y="4029"/>
                </a:lnTo>
                <a:lnTo>
                  <a:pt x="94176" y="2686"/>
                </a:lnTo>
                <a:lnTo>
                  <a:pt x="95522" y="0"/>
                </a:lnTo>
                <a:lnTo>
                  <a:pt x="100903" y="2686"/>
                </a:lnTo>
                <a:lnTo>
                  <a:pt x="107630" y="8059"/>
                </a:lnTo>
                <a:lnTo>
                  <a:pt x="118393" y="8059"/>
                </a:lnTo>
                <a:lnTo>
                  <a:pt x="129156" y="9401"/>
                </a:lnTo>
                <a:lnTo>
                  <a:pt x="133192" y="12088"/>
                </a:lnTo>
                <a:lnTo>
                  <a:pt x="134538" y="8059"/>
                </a:lnTo>
                <a:lnTo>
                  <a:pt x="137229" y="9401"/>
                </a:lnTo>
                <a:lnTo>
                  <a:pt x="141265" y="9401"/>
                </a:lnTo>
                <a:lnTo>
                  <a:pt x="145301" y="9401"/>
                </a:lnTo>
                <a:lnTo>
                  <a:pt x="152028" y="12088"/>
                </a:lnTo>
                <a:lnTo>
                  <a:pt x="157409" y="16117"/>
                </a:lnTo>
                <a:lnTo>
                  <a:pt x="156064" y="17460"/>
                </a:lnTo>
                <a:lnTo>
                  <a:pt x="149337" y="14774"/>
                </a:lnTo>
                <a:lnTo>
                  <a:pt x="143955" y="14774"/>
                </a:lnTo>
                <a:lnTo>
                  <a:pt x="142610" y="14774"/>
                </a:lnTo>
                <a:lnTo>
                  <a:pt x="142610" y="17460"/>
                </a:lnTo>
                <a:lnTo>
                  <a:pt x="139919" y="18803"/>
                </a:lnTo>
                <a:lnTo>
                  <a:pt x="138574" y="20146"/>
                </a:lnTo>
                <a:lnTo>
                  <a:pt x="142610" y="20146"/>
                </a:lnTo>
                <a:lnTo>
                  <a:pt x="147991" y="20146"/>
                </a:lnTo>
                <a:lnTo>
                  <a:pt x="150682" y="22832"/>
                </a:lnTo>
                <a:lnTo>
                  <a:pt x="157409" y="24175"/>
                </a:lnTo>
                <a:lnTo>
                  <a:pt x="162791" y="24175"/>
                </a:lnTo>
                <a:lnTo>
                  <a:pt x="160100" y="18803"/>
                </a:lnTo>
                <a:lnTo>
                  <a:pt x="160100" y="18803"/>
                </a:lnTo>
                <a:lnTo>
                  <a:pt x="166827" y="21489"/>
                </a:lnTo>
                <a:lnTo>
                  <a:pt x="172208" y="25519"/>
                </a:lnTo>
                <a:lnTo>
                  <a:pt x="173554" y="28205"/>
                </a:lnTo>
                <a:lnTo>
                  <a:pt x="172208" y="29548"/>
                </a:lnTo>
                <a:lnTo>
                  <a:pt x="169518" y="30891"/>
                </a:lnTo>
                <a:lnTo>
                  <a:pt x="165481" y="30891"/>
                </a:lnTo>
                <a:lnTo>
                  <a:pt x="164136" y="29548"/>
                </a:lnTo>
                <a:lnTo>
                  <a:pt x="161445" y="29548"/>
                </a:lnTo>
                <a:lnTo>
                  <a:pt x="158754" y="29548"/>
                </a:lnTo>
                <a:lnTo>
                  <a:pt x="158754" y="33577"/>
                </a:lnTo>
                <a:lnTo>
                  <a:pt x="154718" y="34920"/>
                </a:lnTo>
                <a:lnTo>
                  <a:pt x="150682" y="38949"/>
                </a:lnTo>
                <a:lnTo>
                  <a:pt x="145301" y="38949"/>
                </a:lnTo>
                <a:lnTo>
                  <a:pt x="145301" y="41635"/>
                </a:lnTo>
                <a:lnTo>
                  <a:pt x="141265" y="41635"/>
                </a:lnTo>
                <a:lnTo>
                  <a:pt x="137229" y="41635"/>
                </a:lnTo>
                <a:lnTo>
                  <a:pt x="135883" y="38949"/>
                </a:lnTo>
                <a:lnTo>
                  <a:pt x="131847" y="36263"/>
                </a:lnTo>
                <a:lnTo>
                  <a:pt x="130502" y="37606"/>
                </a:lnTo>
                <a:lnTo>
                  <a:pt x="129156" y="41635"/>
                </a:lnTo>
                <a:lnTo>
                  <a:pt x="123775" y="41635"/>
                </a:lnTo>
                <a:lnTo>
                  <a:pt x="119739" y="48351"/>
                </a:lnTo>
                <a:lnTo>
                  <a:pt x="119739" y="51037"/>
                </a:lnTo>
                <a:lnTo>
                  <a:pt x="117048" y="52380"/>
                </a:lnTo>
                <a:lnTo>
                  <a:pt x="111666" y="57752"/>
                </a:lnTo>
                <a:lnTo>
                  <a:pt x="106285" y="59096"/>
                </a:lnTo>
                <a:lnTo>
                  <a:pt x="104939" y="61782"/>
                </a:lnTo>
                <a:lnTo>
                  <a:pt x="100903" y="60438"/>
                </a:lnTo>
                <a:lnTo>
                  <a:pt x="99558" y="61782"/>
                </a:lnTo>
                <a:lnTo>
                  <a:pt x="95522" y="59096"/>
                </a:lnTo>
                <a:lnTo>
                  <a:pt x="90140" y="57752"/>
                </a:lnTo>
                <a:lnTo>
                  <a:pt x="80723" y="63125"/>
                </a:lnTo>
                <a:lnTo>
                  <a:pt x="72650" y="63125"/>
                </a:lnTo>
                <a:lnTo>
                  <a:pt x="73996" y="68497"/>
                </a:lnTo>
                <a:lnTo>
                  <a:pt x="73996" y="72526"/>
                </a:lnTo>
                <a:lnTo>
                  <a:pt x="72650" y="79242"/>
                </a:lnTo>
                <a:lnTo>
                  <a:pt x="71305" y="81928"/>
                </a:lnTo>
                <a:lnTo>
                  <a:pt x="64578" y="83271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00" name="Freeform 1199">
            <a:extLst>
              <a:ext uri="{FF2B5EF4-FFF2-40B4-BE49-F238E27FC236}">
                <a16:creationId xmlns:a16="http://schemas.microsoft.com/office/drawing/2014/main" id="{BB468544-AD5F-4CC0-7C5A-BEF89F6E4390}"/>
              </a:ext>
            </a:extLst>
          </p:cNvPr>
          <p:cNvSpPr/>
          <p:nvPr/>
        </p:nvSpPr>
        <p:spPr>
          <a:xfrm>
            <a:off x="5030365" y="4255671"/>
            <a:ext cx="64578" cy="37605"/>
          </a:xfrm>
          <a:custGeom>
            <a:avLst/>
            <a:gdLst>
              <a:gd name="connsiteX0" fmla="*/ 22872 w 64578"/>
              <a:gd name="connsiteY0" fmla="*/ 0 h 37605"/>
              <a:gd name="connsiteX1" fmla="*/ 28253 w 64578"/>
              <a:gd name="connsiteY1" fmla="*/ 1343 h 37605"/>
              <a:gd name="connsiteX2" fmla="*/ 28253 w 64578"/>
              <a:gd name="connsiteY2" fmla="*/ 2686 h 37605"/>
              <a:gd name="connsiteX3" fmla="*/ 32289 w 64578"/>
              <a:gd name="connsiteY3" fmla="*/ 4029 h 37605"/>
              <a:gd name="connsiteX4" fmla="*/ 33634 w 64578"/>
              <a:gd name="connsiteY4" fmla="*/ 6715 h 37605"/>
              <a:gd name="connsiteX5" fmla="*/ 39016 w 64578"/>
              <a:gd name="connsiteY5" fmla="*/ 5372 h 37605"/>
              <a:gd name="connsiteX6" fmla="*/ 44397 w 64578"/>
              <a:gd name="connsiteY6" fmla="*/ 6715 h 37605"/>
              <a:gd name="connsiteX7" fmla="*/ 47088 w 64578"/>
              <a:gd name="connsiteY7" fmla="*/ 10744 h 37605"/>
              <a:gd name="connsiteX8" fmla="*/ 48434 w 64578"/>
              <a:gd name="connsiteY8" fmla="*/ 13431 h 37605"/>
              <a:gd name="connsiteX9" fmla="*/ 51124 w 64578"/>
              <a:gd name="connsiteY9" fmla="*/ 16117 h 37605"/>
              <a:gd name="connsiteX10" fmla="*/ 52470 w 64578"/>
              <a:gd name="connsiteY10" fmla="*/ 13431 h 37605"/>
              <a:gd name="connsiteX11" fmla="*/ 53815 w 64578"/>
              <a:gd name="connsiteY11" fmla="*/ 10744 h 37605"/>
              <a:gd name="connsiteX12" fmla="*/ 57851 w 64578"/>
              <a:gd name="connsiteY12" fmla="*/ 10744 h 37605"/>
              <a:gd name="connsiteX13" fmla="*/ 60542 w 64578"/>
              <a:gd name="connsiteY13" fmla="*/ 10744 h 37605"/>
              <a:gd name="connsiteX14" fmla="*/ 64578 w 64578"/>
              <a:gd name="connsiteY14" fmla="*/ 12088 h 37605"/>
              <a:gd name="connsiteX15" fmla="*/ 64578 w 64578"/>
              <a:gd name="connsiteY15" fmla="*/ 16117 h 37605"/>
              <a:gd name="connsiteX16" fmla="*/ 63233 w 64578"/>
              <a:gd name="connsiteY16" fmla="*/ 21489 h 37605"/>
              <a:gd name="connsiteX17" fmla="*/ 63233 w 64578"/>
              <a:gd name="connsiteY17" fmla="*/ 22832 h 37605"/>
              <a:gd name="connsiteX18" fmla="*/ 61887 w 64578"/>
              <a:gd name="connsiteY18" fmla="*/ 26862 h 37605"/>
              <a:gd name="connsiteX19" fmla="*/ 63233 w 64578"/>
              <a:gd name="connsiteY19" fmla="*/ 29548 h 37605"/>
              <a:gd name="connsiteX20" fmla="*/ 61887 w 64578"/>
              <a:gd name="connsiteY20" fmla="*/ 30891 h 37605"/>
              <a:gd name="connsiteX21" fmla="*/ 63233 w 64578"/>
              <a:gd name="connsiteY21" fmla="*/ 33577 h 37605"/>
              <a:gd name="connsiteX22" fmla="*/ 59197 w 64578"/>
              <a:gd name="connsiteY22" fmla="*/ 37606 h 37605"/>
              <a:gd name="connsiteX23" fmla="*/ 47088 w 64578"/>
              <a:gd name="connsiteY23" fmla="*/ 37606 h 37605"/>
              <a:gd name="connsiteX24" fmla="*/ 44397 w 64578"/>
              <a:gd name="connsiteY24" fmla="*/ 34920 h 37605"/>
              <a:gd name="connsiteX25" fmla="*/ 40361 w 64578"/>
              <a:gd name="connsiteY25" fmla="*/ 30891 h 37605"/>
              <a:gd name="connsiteX26" fmla="*/ 36325 w 64578"/>
              <a:gd name="connsiteY26" fmla="*/ 29548 h 37605"/>
              <a:gd name="connsiteX27" fmla="*/ 33634 w 64578"/>
              <a:gd name="connsiteY27" fmla="*/ 30891 h 37605"/>
              <a:gd name="connsiteX28" fmla="*/ 37671 w 64578"/>
              <a:gd name="connsiteY28" fmla="*/ 33577 h 37605"/>
              <a:gd name="connsiteX29" fmla="*/ 36325 w 64578"/>
              <a:gd name="connsiteY29" fmla="*/ 34920 h 37605"/>
              <a:gd name="connsiteX30" fmla="*/ 28253 w 64578"/>
              <a:gd name="connsiteY30" fmla="*/ 30891 h 37605"/>
              <a:gd name="connsiteX31" fmla="*/ 20181 w 64578"/>
              <a:gd name="connsiteY31" fmla="*/ 26862 h 37605"/>
              <a:gd name="connsiteX32" fmla="*/ 16145 w 64578"/>
              <a:gd name="connsiteY32" fmla="*/ 26862 h 37605"/>
              <a:gd name="connsiteX33" fmla="*/ 10763 w 64578"/>
              <a:gd name="connsiteY33" fmla="*/ 25518 h 37605"/>
              <a:gd name="connsiteX34" fmla="*/ 6727 w 64578"/>
              <a:gd name="connsiteY34" fmla="*/ 21489 h 37605"/>
              <a:gd name="connsiteX35" fmla="*/ 1345 w 64578"/>
              <a:gd name="connsiteY35" fmla="*/ 21489 h 37605"/>
              <a:gd name="connsiteX36" fmla="*/ 0 w 64578"/>
              <a:gd name="connsiteY36" fmla="*/ 21489 h 37605"/>
              <a:gd name="connsiteX37" fmla="*/ 1345 w 64578"/>
              <a:gd name="connsiteY37" fmla="*/ 18803 h 37605"/>
              <a:gd name="connsiteX38" fmla="*/ 1345 w 64578"/>
              <a:gd name="connsiteY38" fmla="*/ 16117 h 37605"/>
              <a:gd name="connsiteX39" fmla="*/ 6727 w 64578"/>
              <a:gd name="connsiteY39" fmla="*/ 10744 h 37605"/>
              <a:gd name="connsiteX40" fmla="*/ 12109 w 64578"/>
              <a:gd name="connsiteY40" fmla="*/ 9401 h 37605"/>
              <a:gd name="connsiteX41" fmla="*/ 17490 w 64578"/>
              <a:gd name="connsiteY41" fmla="*/ 8058 h 37605"/>
              <a:gd name="connsiteX42" fmla="*/ 17490 w 64578"/>
              <a:gd name="connsiteY42" fmla="*/ 5372 h 37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4578" h="37605">
                <a:moveTo>
                  <a:pt x="22872" y="0"/>
                </a:moveTo>
                <a:lnTo>
                  <a:pt x="28253" y="1343"/>
                </a:lnTo>
                <a:lnTo>
                  <a:pt x="28253" y="2686"/>
                </a:lnTo>
                <a:lnTo>
                  <a:pt x="32289" y="4029"/>
                </a:lnTo>
                <a:lnTo>
                  <a:pt x="33634" y="6715"/>
                </a:lnTo>
                <a:lnTo>
                  <a:pt x="39016" y="5372"/>
                </a:lnTo>
                <a:lnTo>
                  <a:pt x="44397" y="6715"/>
                </a:lnTo>
                <a:lnTo>
                  <a:pt x="47088" y="10744"/>
                </a:lnTo>
                <a:lnTo>
                  <a:pt x="48434" y="13431"/>
                </a:lnTo>
                <a:lnTo>
                  <a:pt x="51124" y="16117"/>
                </a:lnTo>
                <a:lnTo>
                  <a:pt x="52470" y="13431"/>
                </a:lnTo>
                <a:lnTo>
                  <a:pt x="53815" y="10744"/>
                </a:lnTo>
                <a:lnTo>
                  <a:pt x="57851" y="10744"/>
                </a:lnTo>
                <a:lnTo>
                  <a:pt x="60542" y="10744"/>
                </a:lnTo>
                <a:lnTo>
                  <a:pt x="64578" y="12088"/>
                </a:lnTo>
                <a:lnTo>
                  <a:pt x="64578" y="16117"/>
                </a:lnTo>
                <a:lnTo>
                  <a:pt x="63233" y="21489"/>
                </a:lnTo>
                <a:lnTo>
                  <a:pt x="63233" y="22832"/>
                </a:lnTo>
                <a:lnTo>
                  <a:pt x="61887" y="26862"/>
                </a:lnTo>
                <a:lnTo>
                  <a:pt x="63233" y="29548"/>
                </a:lnTo>
                <a:lnTo>
                  <a:pt x="61887" y="30891"/>
                </a:lnTo>
                <a:lnTo>
                  <a:pt x="63233" y="33577"/>
                </a:lnTo>
                <a:lnTo>
                  <a:pt x="59197" y="37606"/>
                </a:lnTo>
                <a:lnTo>
                  <a:pt x="47088" y="37606"/>
                </a:lnTo>
                <a:lnTo>
                  <a:pt x="44397" y="34920"/>
                </a:lnTo>
                <a:lnTo>
                  <a:pt x="40361" y="30891"/>
                </a:lnTo>
                <a:lnTo>
                  <a:pt x="36325" y="29548"/>
                </a:lnTo>
                <a:lnTo>
                  <a:pt x="33634" y="30891"/>
                </a:lnTo>
                <a:lnTo>
                  <a:pt x="37671" y="33577"/>
                </a:lnTo>
                <a:lnTo>
                  <a:pt x="36325" y="34920"/>
                </a:lnTo>
                <a:lnTo>
                  <a:pt x="28253" y="30891"/>
                </a:lnTo>
                <a:lnTo>
                  <a:pt x="20181" y="26862"/>
                </a:lnTo>
                <a:lnTo>
                  <a:pt x="16145" y="26862"/>
                </a:lnTo>
                <a:lnTo>
                  <a:pt x="10763" y="25518"/>
                </a:lnTo>
                <a:lnTo>
                  <a:pt x="6727" y="21489"/>
                </a:lnTo>
                <a:lnTo>
                  <a:pt x="1345" y="21489"/>
                </a:lnTo>
                <a:lnTo>
                  <a:pt x="0" y="21489"/>
                </a:lnTo>
                <a:lnTo>
                  <a:pt x="1345" y="18803"/>
                </a:lnTo>
                <a:lnTo>
                  <a:pt x="1345" y="16117"/>
                </a:lnTo>
                <a:lnTo>
                  <a:pt x="6727" y="10744"/>
                </a:lnTo>
                <a:lnTo>
                  <a:pt x="12109" y="9401"/>
                </a:lnTo>
                <a:lnTo>
                  <a:pt x="17490" y="8058"/>
                </a:lnTo>
                <a:lnTo>
                  <a:pt x="17490" y="537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01" name="Freeform 1200">
            <a:extLst>
              <a:ext uri="{FF2B5EF4-FFF2-40B4-BE49-F238E27FC236}">
                <a16:creationId xmlns:a16="http://schemas.microsoft.com/office/drawing/2014/main" id="{D7109FFC-4FFA-BD3F-7F17-4C1A074CA1AC}"/>
              </a:ext>
            </a:extLst>
          </p:cNvPr>
          <p:cNvSpPr/>
          <p:nvPr/>
        </p:nvSpPr>
        <p:spPr>
          <a:xfrm>
            <a:off x="5058618" y="4148225"/>
            <a:ext cx="30943" cy="67153"/>
          </a:xfrm>
          <a:custGeom>
            <a:avLst/>
            <a:gdLst>
              <a:gd name="connsiteX0" fmla="*/ 1345 w 30943"/>
              <a:gd name="connsiteY0" fmla="*/ 17460 h 67153"/>
              <a:gd name="connsiteX1" fmla="*/ 1345 w 30943"/>
              <a:gd name="connsiteY1" fmla="*/ 17460 h 67153"/>
              <a:gd name="connsiteX2" fmla="*/ 1345 w 30943"/>
              <a:gd name="connsiteY2" fmla="*/ 13431 h 67153"/>
              <a:gd name="connsiteX3" fmla="*/ 4036 w 30943"/>
              <a:gd name="connsiteY3" fmla="*/ 12088 h 67153"/>
              <a:gd name="connsiteX4" fmla="*/ 8072 w 30943"/>
              <a:gd name="connsiteY4" fmla="*/ 12088 h 67153"/>
              <a:gd name="connsiteX5" fmla="*/ 8072 w 30943"/>
              <a:gd name="connsiteY5" fmla="*/ 13431 h 67153"/>
              <a:gd name="connsiteX6" fmla="*/ 9418 w 30943"/>
              <a:gd name="connsiteY6" fmla="*/ 14774 h 67153"/>
              <a:gd name="connsiteX7" fmla="*/ 10763 w 30943"/>
              <a:gd name="connsiteY7" fmla="*/ 13431 h 67153"/>
              <a:gd name="connsiteX8" fmla="*/ 12108 w 30943"/>
              <a:gd name="connsiteY8" fmla="*/ 13431 h 67153"/>
              <a:gd name="connsiteX9" fmla="*/ 12108 w 30943"/>
              <a:gd name="connsiteY9" fmla="*/ 12088 h 67153"/>
              <a:gd name="connsiteX10" fmla="*/ 16144 w 30943"/>
              <a:gd name="connsiteY10" fmla="*/ 6715 h 67153"/>
              <a:gd name="connsiteX11" fmla="*/ 17490 w 30943"/>
              <a:gd name="connsiteY11" fmla="*/ 4029 h 67153"/>
              <a:gd name="connsiteX12" fmla="*/ 17490 w 30943"/>
              <a:gd name="connsiteY12" fmla="*/ 1343 h 67153"/>
              <a:gd name="connsiteX13" fmla="*/ 21526 w 30943"/>
              <a:gd name="connsiteY13" fmla="*/ 0 h 67153"/>
              <a:gd name="connsiteX14" fmla="*/ 22871 w 30943"/>
              <a:gd name="connsiteY14" fmla="*/ 0 h 67153"/>
              <a:gd name="connsiteX15" fmla="*/ 24217 w 30943"/>
              <a:gd name="connsiteY15" fmla="*/ 2686 h 67153"/>
              <a:gd name="connsiteX16" fmla="*/ 26908 w 30943"/>
              <a:gd name="connsiteY16" fmla="*/ 0 h 67153"/>
              <a:gd name="connsiteX17" fmla="*/ 29598 w 30943"/>
              <a:gd name="connsiteY17" fmla="*/ 0 h 67153"/>
              <a:gd name="connsiteX18" fmla="*/ 30944 w 30943"/>
              <a:gd name="connsiteY18" fmla="*/ 2686 h 67153"/>
              <a:gd name="connsiteX19" fmla="*/ 29598 w 30943"/>
              <a:gd name="connsiteY19" fmla="*/ 5372 h 67153"/>
              <a:gd name="connsiteX20" fmla="*/ 29598 w 30943"/>
              <a:gd name="connsiteY20" fmla="*/ 18803 h 67153"/>
              <a:gd name="connsiteX21" fmla="*/ 26908 w 30943"/>
              <a:gd name="connsiteY21" fmla="*/ 22832 h 67153"/>
              <a:gd name="connsiteX22" fmla="*/ 25562 w 30943"/>
              <a:gd name="connsiteY22" fmla="*/ 30891 h 67153"/>
              <a:gd name="connsiteX23" fmla="*/ 28253 w 30943"/>
              <a:gd name="connsiteY23" fmla="*/ 33577 h 67153"/>
              <a:gd name="connsiteX24" fmla="*/ 28253 w 30943"/>
              <a:gd name="connsiteY24" fmla="*/ 41635 h 67153"/>
              <a:gd name="connsiteX25" fmla="*/ 25562 w 30943"/>
              <a:gd name="connsiteY25" fmla="*/ 49694 h 67153"/>
              <a:gd name="connsiteX26" fmla="*/ 17490 w 30943"/>
              <a:gd name="connsiteY26" fmla="*/ 59095 h 67153"/>
              <a:gd name="connsiteX27" fmla="*/ 14799 w 30943"/>
              <a:gd name="connsiteY27" fmla="*/ 57752 h 67153"/>
              <a:gd name="connsiteX28" fmla="*/ 10763 w 30943"/>
              <a:gd name="connsiteY28" fmla="*/ 61781 h 67153"/>
              <a:gd name="connsiteX29" fmla="*/ 8072 w 30943"/>
              <a:gd name="connsiteY29" fmla="*/ 65811 h 67153"/>
              <a:gd name="connsiteX30" fmla="*/ 8072 w 30943"/>
              <a:gd name="connsiteY30" fmla="*/ 67154 h 67153"/>
              <a:gd name="connsiteX31" fmla="*/ 5381 w 30943"/>
              <a:gd name="connsiteY31" fmla="*/ 67154 h 67153"/>
              <a:gd name="connsiteX32" fmla="*/ 4036 w 30943"/>
              <a:gd name="connsiteY32" fmla="*/ 65811 h 67153"/>
              <a:gd name="connsiteX33" fmla="*/ 0 w 30943"/>
              <a:gd name="connsiteY33" fmla="*/ 65811 h 6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0943" h="67153">
                <a:moveTo>
                  <a:pt x="1345" y="17460"/>
                </a:moveTo>
                <a:lnTo>
                  <a:pt x="1345" y="17460"/>
                </a:lnTo>
                <a:lnTo>
                  <a:pt x="1345" y="13431"/>
                </a:lnTo>
                <a:lnTo>
                  <a:pt x="4036" y="12088"/>
                </a:lnTo>
                <a:lnTo>
                  <a:pt x="8072" y="12088"/>
                </a:lnTo>
                <a:lnTo>
                  <a:pt x="8072" y="13431"/>
                </a:lnTo>
                <a:lnTo>
                  <a:pt x="9418" y="14774"/>
                </a:lnTo>
                <a:lnTo>
                  <a:pt x="10763" y="13431"/>
                </a:lnTo>
                <a:lnTo>
                  <a:pt x="12108" y="13431"/>
                </a:lnTo>
                <a:lnTo>
                  <a:pt x="12108" y="12088"/>
                </a:lnTo>
                <a:lnTo>
                  <a:pt x="16144" y="6715"/>
                </a:lnTo>
                <a:lnTo>
                  <a:pt x="17490" y="4029"/>
                </a:lnTo>
                <a:lnTo>
                  <a:pt x="17490" y="1343"/>
                </a:lnTo>
                <a:lnTo>
                  <a:pt x="21526" y="0"/>
                </a:lnTo>
                <a:lnTo>
                  <a:pt x="22871" y="0"/>
                </a:lnTo>
                <a:lnTo>
                  <a:pt x="24217" y="2686"/>
                </a:lnTo>
                <a:lnTo>
                  <a:pt x="26908" y="0"/>
                </a:lnTo>
                <a:lnTo>
                  <a:pt x="29598" y="0"/>
                </a:lnTo>
                <a:lnTo>
                  <a:pt x="30944" y="2686"/>
                </a:lnTo>
                <a:lnTo>
                  <a:pt x="29598" y="5372"/>
                </a:lnTo>
                <a:lnTo>
                  <a:pt x="29598" y="18803"/>
                </a:lnTo>
                <a:lnTo>
                  <a:pt x="26908" y="22832"/>
                </a:lnTo>
                <a:lnTo>
                  <a:pt x="25562" y="30891"/>
                </a:lnTo>
                <a:lnTo>
                  <a:pt x="28253" y="33577"/>
                </a:lnTo>
                <a:lnTo>
                  <a:pt x="28253" y="41635"/>
                </a:lnTo>
                <a:lnTo>
                  <a:pt x="25562" y="49694"/>
                </a:lnTo>
                <a:lnTo>
                  <a:pt x="17490" y="59095"/>
                </a:lnTo>
                <a:lnTo>
                  <a:pt x="14799" y="57752"/>
                </a:lnTo>
                <a:lnTo>
                  <a:pt x="10763" y="61781"/>
                </a:lnTo>
                <a:lnTo>
                  <a:pt x="8072" y="65811"/>
                </a:lnTo>
                <a:lnTo>
                  <a:pt x="8072" y="67154"/>
                </a:lnTo>
                <a:lnTo>
                  <a:pt x="5381" y="67154"/>
                </a:lnTo>
                <a:lnTo>
                  <a:pt x="4036" y="65811"/>
                </a:lnTo>
                <a:lnTo>
                  <a:pt x="0" y="65811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02" name="Freeform 1201">
            <a:extLst>
              <a:ext uri="{FF2B5EF4-FFF2-40B4-BE49-F238E27FC236}">
                <a16:creationId xmlns:a16="http://schemas.microsoft.com/office/drawing/2014/main" id="{B0EFE64B-71FE-A46F-8A86-FCE1A4BAD0ED}"/>
              </a:ext>
            </a:extLst>
          </p:cNvPr>
          <p:cNvSpPr/>
          <p:nvPr/>
        </p:nvSpPr>
        <p:spPr>
          <a:xfrm>
            <a:off x="4976550" y="4164342"/>
            <a:ext cx="107630" cy="112818"/>
          </a:xfrm>
          <a:custGeom>
            <a:avLst/>
            <a:gdLst>
              <a:gd name="connsiteX0" fmla="*/ 43052 w 107630"/>
              <a:gd name="connsiteY0" fmla="*/ 108789 h 112818"/>
              <a:gd name="connsiteX1" fmla="*/ 36325 w 107630"/>
              <a:gd name="connsiteY1" fmla="*/ 110132 h 112818"/>
              <a:gd name="connsiteX2" fmla="*/ 29598 w 107630"/>
              <a:gd name="connsiteY2" fmla="*/ 110132 h 112818"/>
              <a:gd name="connsiteX3" fmla="*/ 14799 w 107630"/>
              <a:gd name="connsiteY3" fmla="*/ 104760 h 112818"/>
              <a:gd name="connsiteX4" fmla="*/ 12109 w 107630"/>
              <a:gd name="connsiteY4" fmla="*/ 100731 h 112818"/>
              <a:gd name="connsiteX5" fmla="*/ 8072 w 107630"/>
              <a:gd name="connsiteY5" fmla="*/ 99388 h 112818"/>
              <a:gd name="connsiteX6" fmla="*/ 4036 w 107630"/>
              <a:gd name="connsiteY6" fmla="*/ 94015 h 112818"/>
              <a:gd name="connsiteX7" fmla="*/ 0 w 107630"/>
              <a:gd name="connsiteY7" fmla="*/ 89986 h 112818"/>
              <a:gd name="connsiteX8" fmla="*/ 1345 w 107630"/>
              <a:gd name="connsiteY8" fmla="*/ 88643 h 112818"/>
              <a:gd name="connsiteX9" fmla="*/ 2691 w 107630"/>
              <a:gd name="connsiteY9" fmla="*/ 85957 h 112818"/>
              <a:gd name="connsiteX10" fmla="*/ 4036 w 107630"/>
              <a:gd name="connsiteY10" fmla="*/ 84614 h 112818"/>
              <a:gd name="connsiteX11" fmla="*/ 5382 w 107630"/>
              <a:gd name="connsiteY11" fmla="*/ 81928 h 112818"/>
              <a:gd name="connsiteX12" fmla="*/ 4036 w 107630"/>
              <a:gd name="connsiteY12" fmla="*/ 80585 h 112818"/>
              <a:gd name="connsiteX13" fmla="*/ 2691 w 107630"/>
              <a:gd name="connsiteY13" fmla="*/ 79241 h 112818"/>
              <a:gd name="connsiteX14" fmla="*/ 4036 w 107630"/>
              <a:gd name="connsiteY14" fmla="*/ 76555 h 112818"/>
              <a:gd name="connsiteX15" fmla="*/ 2691 w 107630"/>
              <a:gd name="connsiteY15" fmla="*/ 75212 h 112818"/>
              <a:gd name="connsiteX16" fmla="*/ 2691 w 107630"/>
              <a:gd name="connsiteY16" fmla="*/ 71183 h 112818"/>
              <a:gd name="connsiteX17" fmla="*/ 18835 w 107630"/>
              <a:gd name="connsiteY17" fmla="*/ 47008 h 112818"/>
              <a:gd name="connsiteX18" fmla="*/ 51124 w 107630"/>
              <a:gd name="connsiteY18" fmla="*/ 45665 h 112818"/>
              <a:gd name="connsiteX19" fmla="*/ 53815 w 107630"/>
              <a:gd name="connsiteY19" fmla="*/ 42978 h 112818"/>
              <a:gd name="connsiteX20" fmla="*/ 53815 w 107630"/>
              <a:gd name="connsiteY20" fmla="*/ 40292 h 112818"/>
              <a:gd name="connsiteX21" fmla="*/ 51124 w 107630"/>
              <a:gd name="connsiteY21" fmla="*/ 37606 h 112818"/>
              <a:gd name="connsiteX22" fmla="*/ 47088 w 107630"/>
              <a:gd name="connsiteY22" fmla="*/ 37606 h 112818"/>
              <a:gd name="connsiteX23" fmla="*/ 44397 w 107630"/>
              <a:gd name="connsiteY23" fmla="*/ 36263 h 112818"/>
              <a:gd name="connsiteX24" fmla="*/ 44397 w 107630"/>
              <a:gd name="connsiteY24" fmla="*/ 32234 h 112818"/>
              <a:gd name="connsiteX25" fmla="*/ 43052 w 107630"/>
              <a:gd name="connsiteY25" fmla="*/ 28204 h 112818"/>
              <a:gd name="connsiteX26" fmla="*/ 39016 w 107630"/>
              <a:gd name="connsiteY26" fmla="*/ 28204 h 112818"/>
              <a:gd name="connsiteX27" fmla="*/ 34980 w 107630"/>
              <a:gd name="connsiteY27" fmla="*/ 25518 h 112818"/>
              <a:gd name="connsiteX28" fmla="*/ 30944 w 107630"/>
              <a:gd name="connsiteY28" fmla="*/ 21489 h 112818"/>
              <a:gd name="connsiteX29" fmla="*/ 29598 w 107630"/>
              <a:gd name="connsiteY29" fmla="*/ 18803 h 112818"/>
              <a:gd name="connsiteX30" fmla="*/ 25562 w 107630"/>
              <a:gd name="connsiteY30" fmla="*/ 14774 h 112818"/>
              <a:gd name="connsiteX31" fmla="*/ 36325 w 107630"/>
              <a:gd name="connsiteY31" fmla="*/ 14774 h 112818"/>
              <a:gd name="connsiteX32" fmla="*/ 37671 w 107630"/>
              <a:gd name="connsiteY32" fmla="*/ 0 h 112818"/>
              <a:gd name="connsiteX33" fmla="*/ 83414 w 107630"/>
              <a:gd name="connsiteY33" fmla="*/ 1343 h 112818"/>
              <a:gd name="connsiteX34" fmla="*/ 83414 w 107630"/>
              <a:gd name="connsiteY34" fmla="*/ 1343 h 112818"/>
              <a:gd name="connsiteX35" fmla="*/ 82068 w 107630"/>
              <a:gd name="connsiteY35" fmla="*/ 49694 h 112818"/>
              <a:gd name="connsiteX36" fmla="*/ 86104 w 107630"/>
              <a:gd name="connsiteY36" fmla="*/ 49694 h 112818"/>
              <a:gd name="connsiteX37" fmla="*/ 87449 w 107630"/>
              <a:gd name="connsiteY37" fmla="*/ 51037 h 112818"/>
              <a:gd name="connsiteX38" fmla="*/ 90140 w 107630"/>
              <a:gd name="connsiteY38" fmla="*/ 51037 h 112818"/>
              <a:gd name="connsiteX39" fmla="*/ 91486 w 107630"/>
              <a:gd name="connsiteY39" fmla="*/ 53723 h 112818"/>
              <a:gd name="connsiteX40" fmla="*/ 95522 w 107630"/>
              <a:gd name="connsiteY40" fmla="*/ 53723 h 112818"/>
              <a:gd name="connsiteX41" fmla="*/ 99558 w 107630"/>
              <a:gd name="connsiteY41" fmla="*/ 56409 h 112818"/>
              <a:gd name="connsiteX42" fmla="*/ 100903 w 107630"/>
              <a:gd name="connsiteY42" fmla="*/ 52380 h 112818"/>
              <a:gd name="connsiteX43" fmla="*/ 106285 w 107630"/>
              <a:gd name="connsiteY43" fmla="*/ 53723 h 112818"/>
              <a:gd name="connsiteX44" fmla="*/ 107630 w 107630"/>
              <a:gd name="connsiteY44" fmla="*/ 55066 h 112818"/>
              <a:gd name="connsiteX45" fmla="*/ 107630 w 107630"/>
              <a:gd name="connsiteY45" fmla="*/ 57752 h 112818"/>
              <a:gd name="connsiteX46" fmla="*/ 103594 w 107630"/>
              <a:gd name="connsiteY46" fmla="*/ 60438 h 112818"/>
              <a:gd name="connsiteX47" fmla="*/ 102249 w 107630"/>
              <a:gd name="connsiteY47" fmla="*/ 64468 h 112818"/>
              <a:gd name="connsiteX48" fmla="*/ 94176 w 107630"/>
              <a:gd name="connsiteY48" fmla="*/ 68497 h 112818"/>
              <a:gd name="connsiteX49" fmla="*/ 90140 w 107630"/>
              <a:gd name="connsiteY49" fmla="*/ 68497 h 112818"/>
              <a:gd name="connsiteX50" fmla="*/ 83414 w 107630"/>
              <a:gd name="connsiteY50" fmla="*/ 75212 h 112818"/>
              <a:gd name="connsiteX51" fmla="*/ 79377 w 107630"/>
              <a:gd name="connsiteY51" fmla="*/ 79241 h 112818"/>
              <a:gd name="connsiteX52" fmla="*/ 80723 w 107630"/>
              <a:gd name="connsiteY52" fmla="*/ 84614 h 112818"/>
              <a:gd name="connsiteX53" fmla="*/ 78032 w 107630"/>
              <a:gd name="connsiteY53" fmla="*/ 91329 h 112818"/>
              <a:gd name="connsiteX54" fmla="*/ 71305 w 107630"/>
              <a:gd name="connsiteY54" fmla="*/ 96702 h 112818"/>
              <a:gd name="connsiteX55" fmla="*/ 71305 w 107630"/>
              <a:gd name="connsiteY55" fmla="*/ 99388 h 112818"/>
              <a:gd name="connsiteX56" fmla="*/ 65924 w 107630"/>
              <a:gd name="connsiteY56" fmla="*/ 100731 h 112818"/>
              <a:gd name="connsiteX57" fmla="*/ 60542 w 107630"/>
              <a:gd name="connsiteY57" fmla="*/ 102074 h 112818"/>
              <a:gd name="connsiteX58" fmla="*/ 55161 w 107630"/>
              <a:gd name="connsiteY58" fmla="*/ 107446 h 112818"/>
              <a:gd name="connsiteX59" fmla="*/ 55161 w 107630"/>
              <a:gd name="connsiteY59" fmla="*/ 110132 h 112818"/>
              <a:gd name="connsiteX60" fmla="*/ 53815 w 107630"/>
              <a:gd name="connsiteY60" fmla="*/ 112818 h 112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07630" h="112818">
                <a:moveTo>
                  <a:pt x="43052" y="108789"/>
                </a:moveTo>
                <a:lnTo>
                  <a:pt x="36325" y="110132"/>
                </a:lnTo>
                <a:lnTo>
                  <a:pt x="29598" y="110132"/>
                </a:lnTo>
                <a:lnTo>
                  <a:pt x="14799" y="104760"/>
                </a:lnTo>
                <a:lnTo>
                  <a:pt x="12109" y="100731"/>
                </a:lnTo>
                <a:lnTo>
                  <a:pt x="8072" y="99388"/>
                </a:lnTo>
                <a:lnTo>
                  <a:pt x="4036" y="94015"/>
                </a:lnTo>
                <a:lnTo>
                  <a:pt x="0" y="89986"/>
                </a:lnTo>
                <a:lnTo>
                  <a:pt x="1345" y="88643"/>
                </a:lnTo>
                <a:lnTo>
                  <a:pt x="2691" y="85957"/>
                </a:lnTo>
                <a:lnTo>
                  <a:pt x="4036" y="84614"/>
                </a:lnTo>
                <a:lnTo>
                  <a:pt x="5382" y="81928"/>
                </a:lnTo>
                <a:lnTo>
                  <a:pt x="4036" y="80585"/>
                </a:lnTo>
                <a:lnTo>
                  <a:pt x="2691" y="79241"/>
                </a:lnTo>
                <a:lnTo>
                  <a:pt x="4036" y="76555"/>
                </a:lnTo>
                <a:lnTo>
                  <a:pt x="2691" y="75212"/>
                </a:lnTo>
                <a:lnTo>
                  <a:pt x="2691" y="71183"/>
                </a:lnTo>
                <a:lnTo>
                  <a:pt x="18835" y="47008"/>
                </a:lnTo>
                <a:lnTo>
                  <a:pt x="51124" y="45665"/>
                </a:lnTo>
                <a:lnTo>
                  <a:pt x="53815" y="42978"/>
                </a:lnTo>
                <a:lnTo>
                  <a:pt x="53815" y="40292"/>
                </a:lnTo>
                <a:lnTo>
                  <a:pt x="51124" y="37606"/>
                </a:lnTo>
                <a:lnTo>
                  <a:pt x="47088" y="37606"/>
                </a:lnTo>
                <a:lnTo>
                  <a:pt x="44397" y="36263"/>
                </a:lnTo>
                <a:lnTo>
                  <a:pt x="44397" y="32234"/>
                </a:lnTo>
                <a:lnTo>
                  <a:pt x="43052" y="28204"/>
                </a:lnTo>
                <a:lnTo>
                  <a:pt x="39016" y="28204"/>
                </a:lnTo>
                <a:lnTo>
                  <a:pt x="34980" y="25518"/>
                </a:lnTo>
                <a:lnTo>
                  <a:pt x="30944" y="21489"/>
                </a:lnTo>
                <a:lnTo>
                  <a:pt x="29598" y="18803"/>
                </a:lnTo>
                <a:lnTo>
                  <a:pt x="25562" y="14774"/>
                </a:lnTo>
                <a:lnTo>
                  <a:pt x="36325" y="14774"/>
                </a:lnTo>
                <a:lnTo>
                  <a:pt x="37671" y="0"/>
                </a:lnTo>
                <a:lnTo>
                  <a:pt x="83414" y="1343"/>
                </a:lnTo>
                <a:lnTo>
                  <a:pt x="83414" y="1343"/>
                </a:lnTo>
                <a:lnTo>
                  <a:pt x="82068" y="49694"/>
                </a:lnTo>
                <a:lnTo>
                  <a:pt x="86104" y="49694"/>
                </a:lnTo>
                <a:lnTo>
                  <a:pt x="87449" y="51037"/>
                </a:lnTo>
                <a:lnTo>
                  <a:pt x="90140" y="51037"/>
                </a:lnTo>
                <a:lnTo>
                  <a:pt x="91486" y="53723"/>
                </a:lnTo>
                <a:lnTo>
                  <a:pt x="95522" y="53723"/>
                </a:lnTo>
                <a:lnTo>
                  <a:pt x="99558" y="56409"/>
                </a:lnTo>
                <a:lnTo>
                  <a:pt x="100903" y="52380"/>
                </a:lnTo>
                <a:lnTo>
                  <a:pt x="106285" y="53723"/>
                </a:lnTo>
                <a:lnTo>
                  <a:pt x="107630" y="55066"/>
                </a:lnTo>
                <a:lnTo>
                  <a:pt x="107630" y="57752"/>
                </a:lnTo>
                <a:lnTo>
                  <a:pt x="103594" y="60438"/>
                </a:lnTo>
                <a:lnTo>
                  <a:pt x="102249" y="64468"/>
                </a:lnTo>
                <a:lnTo>
                  <a:pt x="94176" y="68497"/>
                </a:lnTo>
                <a:lnTo>
                  <a:pt x="90140" y="68497"/>
                </a:lnTo>
                <a:lnTo>
                  <a:pt x="83414" y="75212"/>
                </a:lnTo>
                <a:lnTo>
                  <a:pt x="79377" y="79241"/>
                </a:lnTo>
                <a:lnTo>
                  <a:pt x="80723" y="84614"/>
                </a:lnTo>
                <a:lnTo>
                  <a:pt x="78032" y="91329"/>
                </a:lnTo>
                <a:lnTo>
                  <a:pt x="71305" y="96702"/>
                </a:lnTo>
                <a:lnTo>
                  <a:pt x="71305" y="99388"/>
                </a:lnTo>
                <a:lnTo>
                  <a:pt x="65924" y="100731"/>
                </a:lnTo>
                <a:lnTo>
                  <a:pt x="60542" y="102074"/>
                </a:lnTo>
                <a:lnTo>
                  <a:pt x="55161" y="107446"/>
                </a:lnTo>
                <a:lnTo>
                  <a:pt x="55161" y="110132"/>
                </a:lnTo>
                <a:lnTo>
                  <a:pt x="53815" y="11281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203" name="Graphic 5">
            <a:extLst>
              <a:ext uri="{FF2B5EF4-FFF2-40B4-BE49-F238E27FC236}">
                <a16:creationId xmlns:a16="http://schemas.microsoft.com/office/drawing/2014/main" id="{FDE33151-EBB2-C041-6B85-1332EF3B56C5}"/>
              </a:ext>
            </a:extLst>
          </p:cNvPr>
          <p:cNvGrpSpPr/>
          <p:nvPr/>
        </p:nvGrpSpPr>
        <p:grpSpPr>
          <a:xfrm>
            <a:off x="4391311" y="3703667"/>
            <a:ext cx="743993" cy="550661"/>
            <a:chOff x="4391311" y="3703667"/>
            <a:chExt cx="743993" cy="550661"/>
          </a:xfrm>
          <a:solidFill>
            <a:srgbClr val="E5E5E4"/>
          </a:solidFill>
        </p:grpSpPr>
        <p:sp>
          <p:nvSpPr>
            <p:cNvPr id="1204" name="Freeform 1203">
              <a:extLst>
                <a:ext uri="{FF2B5EF4-FFF2-40B4-BE49-F238E27FC236}">
                  <a16:creationId xmlns:a16="http://schemas.microsoft.com/office/drawing/2014/main" id="{F8837690-1C7B-F7D7-39AA-61C0FB1F464A}"/>
                </a:ext>
              </a:extLst>
            </p:cNvPr>
            <p:cNvSpPr/>
            <p:nvPr/>
          </p:nvSpPr>
          <p:spPr>
            <a:xfrm>
              <a:off x="4391311" y="3703667"/>
              <a:ext cx="743993" cy="550661"/>
            </a:xfrm>
            <a:custGeom>
              <a:avLst/>
              <a:gdLst>
                <a:gd name="connsiteX0" fmla="*/ 0 w 743993"/>
                <a:gd name="connsiteY0" fmla="*/ 1343 h 550661"/>
                <a:gd name="connsiteX1" fmla="*/ 61887 w 743993"/>
                <a:gd name="connsiteY1" fmla="*/ 0 h 550661"/>
                <a:gd name="connsiteX2" fmla="*/ 63233 w 743993"/>
                <a:gd name="connsiteY2" fmla="*/ 2686 h 550661"/>
                <a:gd name="connsiteX3" fmla="*/ 63233 w 743993"/>
                <a:gd name="connsiteY3" fmla="*/ 5372 h 550661"/>
                <a:gd name="connsiteX4" fmla="*/ 150682 w 743993"/>
                <a:gd name="connsiteY4" fmla="*/ 45665 h 550661"/>
                <a:gd name="connsiteX5" fmla="*/ 224678 w 743993"/>
                <a:gd name="connsiteY5" fmla="*/ 47008 h 550661"/>
                <a:gd name="connsiteX6" fmla="*/ 226023 w 743993"/>
                <a:gd name="connsiteY6" fmla="*/ 37606 h 550661"/>
                <a:gd name="connsiteX7" fmla="*/ 267730 w 743993"/>
                <a:gd name="connsiteY7" fmla="*/ 38949 h 550661"/>
                <a:gd name="connsiteX8" fmla="*/ 273111 w 743993"/>
                <a:gd name="connsiteY8" fmla="*/ 41635 h 550661"/>
                <a:gd name="connsiteX9" fmla="*/ 277148 w 743993"/>
                <a:gd name="connsiteY9" fmla="*/ 48351 h 550661"/>
                <a:gd name="connsiteX10" fmla="*/ 278493 w 743993"/>
                <a:gd name="connsiteY10" fmla="*/ 51037 h 550661"/>
                <a:gd name="connsiteX11" fmla="*/ 279838 w 743993"/>
                <a:gd name="connsiteY11" fmla="*/ 53723 h 550661"/>
                <a:gd name="connsiteX12" fmla="*/ 282529 w 743993"/>
                <a:gd name="connsiteY12" fmla="*/ 53723 h 550661"/>
                <a:gd name="connsiteX13" fmla="*/ 285220 w 743993"/>
                <a:gd name="connsiteY13" fmla="*/ 56409 h 550661"/>
                <a:gd name="connsiteX14" fmla="*/ 283874 w 743993"/>
                <a:gd name="connsiteY14" fmla="*/ 59095 h 550661"/>
                <a:gd name="connsiteX15" fmla="*/ 287911 w 743993"/>
                <a:gd name="connsiteY15" fmla="*/ 60438 h 550661"/>
                <a:gd name="connsiteX16" fmla="*/ 291947 w 743993"/>
                <a:gd name="connsiteY16" fmla="*/ 64468 h 550661"/>
                <a:gd name="connsiteX17" fmla="*/ 291947 w 743993"/>
                <a:gd name="connsiteY17" fmla="*/ 65811 h 550661"/>
                <a:gd name="connsiteX18" fmla="*/ 290601 w 743993"/>
                <a:gd name="connsiteY18" fmla="*/ 68497 h 550661"/>
                <a:gd name="connsiteX19" fmla="*/ 293292 w 743993"/>
                <a:gd name="connsiteY19" fmla="*/ 69840 h 550661"/>
                <a:gd name="connsiteX20" fmla="*/ 297328 w 743993"/>
                <a:gd name="connsiteY20" fmla="*/ 71183 h 550661"/>
                <a:gd name="connsiteX21" fmla="*/ 298674 w 743993"/>
                <a:gd name="connsiteY21" fmla="*/ 75212 h 550661"/>
                <a:gd name="connsiteX22" fmla="*/ 300019 w 743993"/>
                <a:gd name="connsiteY22" fmla="*/ 81928 h 550661"/>
                <a:gd name="connsiteX23" fmla="*/ 301364 w 743993"/>
                <a:gd name="connsiteY23" fmla="*/ 83271 h 550661"/>
                <a:gd name="connsiteX24" fmla="*/ 302710 w 743993"/>
                <a:gd name="connsiteY24" fmla="*/ 83271 h 550661"/>
                <a:gd name="connsiteX25" fmla="*/ 304055 w 743993"/>
                <a:gd name="connsiteY25" fmla="*/ 85957 h 550661"/>
                <a:gd name="connsiteX26" fmla="*/ 306746 w 743993"/>
                <a:gd name="connsiteY26" fmla="*/ 88643 h 550661"/>
                <a:gd name="connsiteX27" fmla="*/ 306746 w 743993"/>
                <a:gd name="connsiteY27" fmla="*/ 92672 h 550661"/>
                <a:gd name="connsiteX28" fmla="*/ 305401 w 743993"/>
                <a:gd name="connsiteY28" fmla="*/ 94015 h 550661"/>
                <a:gd name="connsiteX29" fmla="*/ 302710 w 743993"/>
                <a:gd name="connsiteY29" fmla="*/ 94015 h 550661"/>
                <a:gd name="connsiteX30" fmla="*/ 302710 w 743993"/>
                <a:gd name="connsiteY30" fmla="*/ 95359 h 550661"/>
                <a:gd name="connsiteX31" fmla="*/ 306746 w 743993"/>
                <a:gd name="connsiteY31" fmla="*/ 102074 h 550661"/>
                <a:gd name="connsiteX32" fmla="*/ 310782 w 743993"/>
                <a:gd name="connsiteY32" fmla="*/ 106103 h 550661"/>
                <a:gd name="connsiteX33" fmla="*/ 312127 w 743993"/>
                <a:gd name="connsiteY33" fmla="*/ 108789 h 550661"/>
                <a:gd name="connsiteX34" fmla="*/ 312127 w 743993"/>
                <a:gd name="connsiteY34" fmla="*/ 110132 h 550661"/>
                <a:gd name="connsiteX35" fmla="*/ 313473 w 743993"/>
                <a:gd name="connsiteY35" fmla="*/ 110132 h 550661"/>
                <a:gd name="connsiteX36" fmla="*/ 314818 w 743993"/>
                <a:gd name="connsiteY36" fmla="*/ 112818 h 550661"/>
                <a:gd name="connsiteX37" fmla="*/ 317509 w 743993"/>
                <a:gd name="connsiteY37" fmla="*/ 112818 h 550661"/>
                <a:gd name="connsiteX38" fmla="*/ 318854 w 743993"/>
                <a:gd name="connsiteY38" fmla="*/ 114162 h 550661"/>
                <a:gd name="connsiteX39" fmla="*/ 320200 w 743993"/>
                <a:gd name="connsiteY39" fmla="*/ 115505 h 550661"/>
                <a:gd name="connsiteX40" fmla="*/ 320200 w 743993"/>
                <a:gd name="connsiteY40" fmla="*/ 116848 h 550661"/>
                <a:gd name="connsiteX41" fmla="*/ 322890 w 743993"/>
                <a:gd name="connsiteY41" fmla="*/ 119534 h 550661"/>
                <a:gd name="connsiteX42" fmla="*/ 325581 w 743993"/>
                <a:gd name="connsiteY42" fmla="*/ 119534 h 550661"/>
                <a:gd name="connsiteX43" fmla="*/ 330963 w 743993"/>
                <a:gd name="connsiteY43" fmla="*/ 122220 h 550661"/>
                <a:gd name="connsiteX44" fmla="*/ 330963 w 743993"/>
                <a:gd name="connsiteY44" fmla="*/ 123563 h 550661"/>
                <a:gd name="connsiteX45" fmla="*/ 336344 w 743993"/>
                <a:gd name="connsiteY45" fmla="*/ 124906 h 550661"/>
                <a:gd name="connsiteX46" fmla="*/ 340380 w 743993"/>
                <a:gd name="connsiteY46" fmla="*/ 127592 h 550661"/>
                <a:gd name="connsiteX47" fmla="*/ 343071 w 743993"/>
                <a:gd name="connsiteY47" fmla="*/ 128935 h 550661"/>
                <a:gd name="connsiteX48" fmla="*/ 344416 w 743993"/>
                <a:gd name="connsiteY48" fmla="*/ 130278 h 550661"/>
                <a:gd name="connsiteX49" fmla="*/ 347107 w 743993"/>
                <a:gd name="connsiteY49" fmla="*/ 128935 h 550661"/>
                <a:gd name="connsiteX50" fmla="*/ 348453 w 743993"/>
                <a:gd name="connsiteY50" fmla="*/ 127592 h 550661"/>
                <a:gd name="connsiteX51" fmla="*/ 351143 w 743993"/>
                <a:gd name="connsiteY51" fmla="*/ 123563 h 550661"/>
                <a:gd name="connsiteX52" fmla="*/ 353834 w 743993"/>
                <a:gd name="connsiteY52" fmla="*/ 123563 h 550661"/>
                <a:gd name="connsiteX53" fmla="*/ 355179 w 743993"/>
                <a:gd name="connsiteY53" fmla="*/ 120877 h 550661"/>
                <a:gd name="connsiteX54" fmla="*/ 353834 w 743993"/>
                <a:gd name="connsiteY54" fmla="*/ 119534 h 550661"/>
                <a:gd name="connsiteX55" fmla="*/ 356525 w 743993"/>
                <a:gd name="connsiteY55" fmla="*/ 116848 h 550661"/>
                <a:gd name="connsiteX56" fmla="*/ 360561 w 743993"/>
                <a:gd name="connsiteY56" fmla="*/ 110132 h 550661"/>
                <a:gd name="connsiteX57" fmla="*/ 363252 w 743993"/>
                <a:gd name="connsiteY57" fmla="*/ 107446 h 550661"/>
                <a:gd name="connsiteX58" fmla="*/ 365943 w 743993"/>
                <a:gd name="connsiteY58" fmla="*/ 106103 h 550661"/>
                <a:gd name="connsiteX59" fmla="*/ 367288 w 743993"/>
                <a:gd name="connsiteY59" fmla="*/ 106103 h 550661"/>
                <a:gd name="connsiteX60" fmla="*/ 368633 w 743993"/>
                <a:gd name="connsiteY60" fmla="*/ 107446 h 550661"/>
                <a:gd name="connsiteX61" fmla="*/ 369978 w 743993"/>
                <a:gd name="connsiteY61" fmla="*/ 107446 h 550661"/>
                <a:gd name="connsiteX62" fmla="*/ 371324 w 743993"/>
                <a:gd name="connsiteY62" fmla="*/ 104760 h 550661"/>
                <a:gd name="connsiteX63" fmla="*/ 376705 w 743993"/>
                <a:gd name="connsiteY63" fmla="*/ 104760 h 550661"/>
                <a:gd name="connsiteX64" fmla="*/ 380742 w 743993"/>
                <a:gd name="connsiteY64" fmla="*/ 104760 h 550661"/>
                <a:gd name="connsiteX65" fmla="*/ 386123 w 743993"/>
                <a:gd name="connsiteY65" fmla="*/ 104760 h 550661"/>
                <a:gd name="connsiteX66" fmla="*/ 387468 w 743993"/>
                <a:gd name="connsiteY66" fmla="*/ 106103 h 550661"/>
                <a:gd name="connsiteX67" fmla="*/ 388814 w 743993"/>
                <a:gd name="connsiteY67" fmla="*/ 107446 h 550661"/>
                <a:gd name="connsiteX68" fmla="*/ 392850 w 743993"/>
                <a:gd name="connsiteY68" fmla="*/ 106103 h 550661"/>
                <a:gd name="connsiteX69" fmla="*/ 395541 w 743993"/>
                <a:gd name="connsiteY69" fmla="*/ 107446 h 550661"/>
                <a:gd name="connsiteX70" fmla="*/ 398231 w 743993"/>
                <a:gd name="connsiteY70" fmla="*/ 111475 h 550661"/>
                <a:gd name="connsiteX71" fmla="*/ 403613 w 743993"/>
                <a:gd name="connsiteY71" fmla="*/ 115505 h 550661"/>
                <a:gd name="connsiteX72" fmla="*/ 406304 w 743993"/>
                <a:gd name="connsiteY72" fmla="*/ 122220 h 550661"/>
                <a:gd name="connsiteX73" fmla="*/ 408995 w 743993"/>
                <a:gd name="connsiteY73" fmla="*/ 127592 h 550661"/>
                <a:gd name="connsiteX74" fmla="*/ 410340 w 743993"/>
                <a:gd name="connsiteY74" fmla="*/ 130278 h 550661"/>
                <a:gd name="connsiteX75" fmla="*/ 410340 w 743993"/>
                <a:gd name="connsiteY75" fmla="*/ 134308 h 550661"/>
                <a:gd name="connsiteX76" fmla="*/ 411685 w 743993"/>
                <a:gd name="connsiteY76" fmla="*/ 139680 h 550661"/>
                <a:gd name="connsiteX77" fmla="*/ 414376 w 743993"/>
                <a:gd name="connsiteY77" fmla="*/ 141023 h 550661"/>
                <a:gd name="connsiteX78" fmla="*/ 415721 w 743993"/>
                <a:gd name="connsiteY78" fmla="*/ 145052 h 550661"/>
                <a:gd name="connsiteX79" fmla="*/ 418412 w 743993"/>
                <a:gd name="connsiteY79" fmla="*/ 154454 h 550661"/>
                <a:gd name="connsiteX80" fmla="*/ 421103 w 743993"/>
                <a:gd name="connsiteY80" fmla="*/ 155797 h 550661"/>
                <a:gd name="connsiteX81" fmla="*/ 422448 w 743993"/>
                <a:gd name="connsiteY81" fmla="*/ 159826 h 550661"/>
                <a:gd name="connsiteX82" fmla="*/ 426484 w 743993"/>
                <a:gd name="connsiteY82" fmla="*/ 161169 h 550661"/>
                <a:gd name="connsiteX83" fmla="*/ 427830 w 743993"/>
                <a:gd name="connsiteY83" fmla="*/ 166541 h 550661"/>
                <a:gd name="connsiteX84" fmla="*/ 430520 w 743993"/>
                <a:gd name="connsiteY84" fmla="*/ 170571 h 550661"/>
                <a:gd name="connsiteX85" fmla="*/ 434557 w 743993"/>
                <a:gd name="connsiteY85" fmla="*/ 174600 h 550661"/>
                <a:gd name="connsiteX86" fmla="*/ 433211 w 743993"/>
                <a:gd name="connsiteY86" fmla="*/ 179972 h 550661"/>
                <a:gd name="connsiteX87" fmla="*/ 433211 w 743993"/>
                <a:gd name="connsiteY87" fmla="*/ 184002 h 550661"/>
                <a:gd name="connsiteX88" fmla="*/ 433211 w 743993"/>
                <a:gd name="connsiteY88" fmla="*/ 185345 h 550661"/>
                <a:gd name="connsiteX89" fmla="*/ 433211 w 743993"/>
                <a:gd name="connsiteY89" fmla="*/ 188031 h 550661"/>
                <a:gd name="connsiteX90" fmla="*/ 438593 w 743993"/>
                <a:gd name="connsiteY90" fmla="*/ 202805 h 550661"/>
                <a:gd name="connsiteX91" fmla="*/ 438593 w 743993"/>
                <a:gd name="connsiteY91" fmla="*/ 209520 h 550661"/>
                <a:gd name="connsiteX92" fmla="*/ 441283 w 743993"/>
                <a:gd name="connsiteY92" fmla="*/ 212206 h 550661"/>
                <a:gd name="connsiteX93" fmla="*/ 441283 w 743993"/>
                <a:gd name="connsiteY93" fmla="*/ 212206 h 550661"/>
                <a:gd name="connsiteX94" fmla="*/ 443974 w 743993"/>
                <a:gd name="connsiteY94" fmla="*/ 213549 h 550661"/>
                <a:gd name="connsiteX95" fmla="*/ 448010 w 743993"/>
                <a:gd name="connsiteY95" fmla="*/ 213549 h 550661"/>
                <a:gd name="connsiteX96" fmla="*/ 450701 w 743993"/>
                <a:gd name="connsiteY96" fmla="*/ 214892 h 550661"/>
                <a:gd name="connsiteX97" fmla="*/ 454737 w 743993"/>
                <a:gd name="connsiteY97" fmla="*/ 218922 h 550661"/>
                <a:gd name="connsiteX98" fmla="*/ 464155 w 743993"/>
                <a:gd name="connsiteY98" fmla="*/ 222951 h 550661"/>
                <a:gd name="connsiteX99" fmla="*/ 468191 w 743993"/>
                <a:gd name="connsiteY99" fmla="*/ 224294 h 550661"/>
                <a:gd name="connsiteX100" fmla="*/ 473573 w 743993"/>
                <a:gd name="connsiteY100" fmla="*/ 225637 h 550661"/>
                <a:gd name="connsiteX101" fmla="*/ 474918 w 743993"/>
                <a:gd name="connsiteY101" fmla="*/ 229666 h 550661"/>
                <a:gd name="connsiteX102" fmla="*/ 477609 w 743993"/>
                <a:gd name="connsiteY102" fmla="*/ 229666 h 550661"/>
                <a:gd name="connsiteX103" fmla="*/ 476263 w 743993"/>
                <a:gd name="connsiteY103" fmla="*/ 233695 h 550661"/>
                <a:gd name="connsiteX104" fmla="*/ 480300 w 743993"/>
                <a:gd name="connsiteY104" fmla="*/ 231009 h 550661"/>
                <a:gd name="connsiteX105" fmla="*/ 481645 w 743993"/>
                <a:gd name="connsiteY105" fmla="*/ 222951 h 550661"/>
                <a:gd name="connsiteX106" fmla="*/ 485681 w 743993"/>
                <a:gd name="connsiteY106" fmla="*/ 220265 h 550661"/>
                <a:gd name="connsiteX107" fmla="*/ 484335 w 743993"/>
                <a:gd name="connsiteY107" fmla="*/ 222951 h 550661"/>
                <a:gd name="connsiteX108" fmla="*/ 484335 w 743993"/>
                <a:gd name="connsiteY108" fmla="*/ 229666 h 550661"/>
                <a:gd name="connsiteX109" fmla="*/ 481645 w 743993"/>
                <a:gd name="connsiteY109" fmla="*/ 232352 h 550661"/>
                <a:gd name="connsiteX110" fmla="*/ 480300 w 743993"/>
                <a:gd name="connsiteY110" fmla="*/ 237725 h 550661"/>
                <a:gd name="connsiteX111" fmla="*/ 476263 w 743993"/>
                <a:gd name="connsiteY111" fmla="*/ 243097 h 550661"/>
                <a:gd name="connsiteX112" fmla="*/ 476263 w 743993"/>
                <a:gd name="connsiteY112" fmla="*/ 247126 h 550661"/>
                <a:gd name="connsiteX113" fmla="*/ 472227 w 743993"/>
                <a:gd name="connsiteY113" fmla="*/ 248469 h 550661"/>
                <a:gd name="connsiteX114" fmla="*/ 473573 w 743993"/>
                <a:gd name="connsiteY114" fmla="*/ 245783 h 550661"/>
                <a:gd name="connsiteX115" fmla="*/ 474918 w 743993"/>
                <a:gd name="connsiteY115" fmla="*/ 240411 h 550661"/>
                <a:gd name="connsiteX116" fmla="*/ 469536 w 743993"/>
                <a:gd name="connsiteY116" fmla="*/ 240411 h 550661"/>
                <a:gd name="connsiteX117" fmla="*/ 469536 w 743993"/>
                <a:gd name="connsiteY117" fmla="*/ 247126 h 550661"/>
                <a:gd name="connsiteX118" fmla="*/ 466846 w 743993"/>
                <a:gd name="connsiteY118" fmla="*/ 251155 h 550661"/>
                <a:gd name="connsiteX119" fmla="*/ 470882 w 743993"/>
                <a:gd name="connsiteY119" fmla="*/ 253841 h 550661"/>
                <a:gd name="connsiteX120" fmla="*/ 469536 w 743993"/>
                <a:gd name="connsiteY120" fmla="*/ 256528 h 550661"/>
                <a:gd name="connsiteX121" fmla="*/ 466846 w 743993"/>
                <a:gd name="connsiteY121" fmla="*/ 264586 h 550661"/>
                <a:gd name="connsiteX122" fmla="*/ 464155 w 743993"/>
                <a:gd name="connsiteY122" fmla="*/ 267272 h 550661"/>
                <a:gd name="connsiteX123" fmla="*/ 464155 w 743993"/>
                <a:gd name="connsiteY123" fmla="*/ 272645 h 550661"/>
                <a:gd name="connsiteX124" fmla="*/ 466846 w 743993"/>
                <a:gd name="connsiteY124" fmla="*/ 275331 h 550661"/>
                <a:gd name="connsiteX125" fmla="*/ 464155 w 743993"/>
                <a:gd name="connsiteY125" fmla="*/ 279360 h 550661"/>
                <a:gd name="connsiteX126" fmla="*/ 465500 w 743993"/>
                <a:gd name="connsiteY126" fmla="*/ 282046 h 550661"/>
                <a:gd name="connsiteX127" fmla="*/ 461464 w 743993"/>
                <a:gd name="connsiteY127" fmla="*/ 295477 h 550661"/>
                <a:gd name="connsiteX128" fmla="*/ 464155 w 743993"/>
                <a:gd name="connsiteY128" fmla="*/ 303535 h 550661"/>
                <a:gd name="connsiteX129" fmla="*/ 461464 w 743993"/>
                <a:gd name="connsiteY129" fmla="*/ 315623 h 550661"/>
                <a:gd name="connsiteX130" fmla="*/ 457428 w 743993"/>
                <a:gd name="connsiteY130" fmla="*/ 320995 h 550661"/>
                <a:gd name="connsiteX131" fmla="*/ 458773 w 743993"/>
                <a:gd name="connsiteY131" fmla="*/ 325025 h 550661"/>
                <a:gd name="connsiteX132" fmla="*/ 461464 w 743993"/>
                <a:gd name="connsiteY132" fmla="*/ 334426 h 550661"/>
                <a:gd name="connsiteX133" fmla="*/ 460119 w 743993"/>
                <a:gd name="connsiteY133" fmla="*/ 341141 h 550661"/>
                <a:gd name="connsiteX134" fmla="*/ 466846 w 743993"/>
                <a:gd name="connsiteY134" fmla="*/ 351886 h 550661"/>
                <a:gd name="connsiteX135" fmla="*/ 466846 w 743993"/>
                <a:gd name="connsiteY135" fmla="*/ 358602 h 550661"/>
                <a:gd name="connsiteX136" fmla="*/ 465500 w 743993"/>
                <a:gd name="connsiteY136" fmla="*/ 359945 h 550661"/>
                <a:gd name="connsiteX137" fmla="*/ 464155 w 743993"/>
                <a:gd name="connsiteY137" fmla="*/ 351886 h 550661"/>
                <a:gd name="connsiteX138" fmla="*/ 458773 w 743993"/>
                <a:gd name="connsiteY138" fmla="*/ 343828 h 550661"/>
                <a:gd name="connsiteX139" fmla="*/ 458773 w 743993"/>
                <a:gd name="connsiteY139" fmla="*/ 349200 h 550661"/>
                <a:gd name="connsiteX140" fmla="*/ 461464 w 743993"/>
                <a:gd name="connsiteY140" fmla="*/ 353229 h 550661"/>
                <a:gd name="connsiteX141" fmla="*/ 465500 w 743993"/>
                <a:gd name="connsiteY141" fmla="*/ 363974 h 550661"/>
                <a:gd name="connsiteX142" fmla="*/ 466846 w 743993"/>
                <a:gd name="connsiteY142" fmla="*/ 366660 h 550661"/>
                <a:gd name="connsiteX143" fmla="*/ 464155 w 743993"/>
                <a:gd name="connsiteY143" fmla="*/ 370689 h 550661"/>
                <a:gd name="connsiteX144" fmla="*/ 468191 w 743993"/>
                <a:gd name="connsiteY144" fmla="*/ 374718 h 550661"/>
                <a:gd name="connsiteX145" fmla="*/ 468191 w 743993"/>
                <a:gd name="connsiteY145" fmla="*/ 380091 h 550661"/>
                <a:gd name="connsiteX146" fmla="*/ 482990 w 743993"/>
                <a:gd name="connsiteY146" fmla="*/ 396208 h 550661"/>
                <a:gd name="connsiteX147" fmla="*/ 485681 w 743993"/>
                <a:gd name="connsiteY147" fmla="*/ 401580 h 550661"/>
                <a:gd name="connsiteX148" fmla="*/ 489717 w 743993"/>
                <a:gd name="connsiteY148" fmla="*/ 408295 h 550661"/>
                <a:gd name="connsiteX149" fmla="*/ 489717 w 743993"/>
                <a:gd name="connsiteY149" fmla="*/ 412325 h 550661"/>
                <a:gd name="connsiteX150" fmla="*/ 491062 w 743993"/>
                <a:gd name="connsiteY150" fmla="*/ 416354 h 550661"/>
                <a:gd name="connsiteX151" fmla="*/ 501825 w 743993"/>
                <a:gd name="connsiteY151" fmla="*/ 429785 h 550661"/>
                <a:gd name="connsiteX152" fmla="*/ 505862 w 743993"/>
                <a:gd name="connsiteY152" fmla="*/ 432471 h 550661"/>
                <a:gd name="connsiteX153" fmla="*/ 507207 w 743993"/>
                <a:gd name="connsiteY153" fmla="*/ 432471 h 550661"/>
                <a:gd name="connsiteX154" fmla="*/ 515279 w 743993"/>
                <a:gd name="connsiteY154" fmla="*/ 432471 h 550661"/>
                <a:gd name="connsiteX155" fmla="*/ 516625 w 743993"/>
                <a:gd name="connsiteY155" fmla="*/ 435157 h 550661"/>
                <a:gd name="connsiteX156" fmla="*/ 524697 w 743993"/>
                <a:gd name="connsiteY156" fmla="*/ 437843 h 550661"/>
                <a:gd name="connsiteX157" fmla="*/ 530078 w 743993"/>
                <a:gd name="connsiteY157" fmla="*/ 445902 h 550661"/>
                <a:gd name="connsiteX158" fmla="*/ 531424 w 743993"/>
                <a:gd name="connsiteY158" fmla="*/ 452617 h 550661"/>
                <a:gd name="connsiteX159" fmla="*/ 538151 w 743993"/>
                <a:gd name="connsiteY159" fmla="*/ 449931 h 550661"/>
                <a:gd name="connsiteX160" fmla="*/ 547568 w 743993"/>
                <a:gd name="connsiteY160" fmla="*/ 447245 h 550661"/>
                <a:gd name="connsiteX161" fmla="*/ 548914 w 743993"/>
                <a:gd name="connsiteY161" fmla="*/ 449931 h 550661"/>
                <a:gd name="connsiteX162" fmla="*/ 552950 w 743993"/>
                <a:gd name="connsiteY162" fmla="*/ 449931 h 550661"/>
                <a:gd name="connsiteX163" fmla="*/ 563713 w 743993"/>
                <a:gd name="connsiteY163" fmla="*/ 444559 h 550661"/>
                <a:gd name="connsiteX164" fmla="*/ 565058 w 743993"/>
                <a:gd name="connsiteY164" fmla="*/ 441872 h 550661"/>
                <a:gd name="connsiteX165" fmla="*/ 574476 w 743993"/>
                <a:gd name="connsiteY165" fmla="*/ 441872 h 550661"/>
                <a:gd name="connsiteX166" fmla="*/ 579857 w 743993"/>
                <a:gd name="connsiteY166" fmla="*/ 440529 h 550661"/>
                <a:gd name="connsiteX167" fmla="*/ 585239 w 743993"/>
                <a:gd name="connsiteY167" fmla="*/ 437843 h 550661"/>
                <a:gd name="connsiteX168" fmla="*/ 591966 w 743993"/>
                <a:gd name="connsiteY168" fmla="*/ 436500 h 550661"/>
                <a:gd name="connsiteX169" fmla="*/ 597347 w 743993"/>
                <a:gd name="connsiteY169" fmla="*/ 439186 h 550661"/>
                <a:gd name="connsiteX170" fmla="*/ 598693 w 743993"/>
                <a:gd name="connsiteY170" fmla="*/ 435157 h 550661"/>
                <a:gd name="connsiteX171" fmla="*/ 606765 w 743993"/>
                <a:gd name="connsiteY171" fmla="*/ 437843 h 550661"/>
                <a:gd name="connsiteX172" fmla="*/ 601383 w 743993"/>
                <a:gd name="connsiteY172" fmla="*/ 440529 h 550661"/>
                <a:gd name="connsiteX173" fmla="*/ 600038 w 743993"/>
                <a:gd name="connsiteY173" fmla="*/ 443215 h 550661"/>
                <a:gd name="connsiteX174" fmla="*/ 606765 w 743993"/>
                <a:gd name="connsiteY174" fmla="*/ 445902 h 550661"/>
                <a:gd name="connsiteX175" fmla="*/ 609456 w 743993"/>
                <a:gd name="connsiteY175" fmla="*/ 448588 h 550661"/>
                <a:gd name="connsiteX176" fmla="*/ 610801 w 743993"/>
                <a:gd name="connsiteY176" fmla="*/ 445902 h 550661"/>
                <a:gd name="connsiteX177" fmla="*/ 613492 w 743993"/>
                <a:gd name="connsiteY177" fmla="*/ 445902 h 550661"/>
                <a:gd name="connsiteX178" fmla="*/ 618873 w 743993"/>
                <a:gd name="connsiteY178" fmla="*/ 440529 h 550661"/>
                <a:gd name="connsiteX179" fmla="*/ 618873 w 743993"/>
                <a:gd name="connsiteY179" fmla="*/ 432471 h 550661"/>
                <a:gd name="connsiteX180" fmla="*/ 620219 w 743993"/>
                <a:gd name="connsiteY180" fmla="*/ 428441 h 550661"/>
                <a:gd name="connsiteX181" fmla="*/ 614837 w 743993"/>
                <a:gd name="connsiteY181" fmla="*/ 431128 h 550661"/>
                <a:gd name="connsiteX182" fmla="*/ 613492 w 743993"/>
                <a:gd name="connsiteY182" fmla="*/ 431128 h 550661"/>
                <a:gd name="connsiteX183" fmla="*/ 625600 w 743993"/>
                <a:gd name="connsiteY183" fmla="*/ 424412 h 550661"/>
                <a:gd name="connsiteX184" fmla="*/ 629636 w 743993"/>
                <a:gd name="connsiteY184" fmla="*/ 423069 h 550661"/>
                <a:gd name="connsiteX185" fmla="*/ 635018 w 743993"/>
                <a:gd name="connsiteY185" fmla="*/ 417697 h 550661"/>
                <a:gd name="connsiteX186" fmla="*/ 635018 w 743993"/>
                <a:gd name="connsiteY186" fmla="*/ 408295 h 550661"/>
                <a:gd name="connsiteX187" fmla="*/ 644435 w 743993"/>
                <a:gd name="connsiteY187" fmla="*/ 398894 h 550661"/>
                <a:gd name="connsiteX188" fmla="*/ 643090 w 743993"/>
                <a:gd name="connsiteY188" fmla="*/ 396208 h 550661"/>
                <a:gd name="connsiteX189" fmla="*/ 644435 w 743993"/>
                <a:gd name="connsiteY189" fmla="*/ 380091 h 550661"/>
                <a:gd name="connsiteX190" fmla="*/ 653853 w 743993"/>
                <a:gd name="connsiteY190" fmla="*/ 369346 h 550661"/>
                <a:gd name="connsiteX191" fmla="*/ 649817 w 743993"/>
                <a:gd name="connsiteY191" fmla="*/ 369346 h 550661"/>
                <a:gd name="connsiteX192" fmla="*/ 649817 w 743993"/>
                <a:gd name="connsiteY192" fmla="*/ 365317 h 550661"/>
                <a:gd name="connsiteX193" fmla="*/ 665961 w 743993"/>
                <a:gd name="connsiteY193" fmla="*/ 361288 h 550661"/>
                <a:gd name="connsiteX194" fmla="*/ 688833 w 743993"/>
                <a:gd name="connsiteY194" fmla="*/ 361288 h 550661"/>
                <a:gd name="connsiteX195" fmla="*/ 692869 w 743993"/>
                <a:gd name="connsiteY195" fmla="*/ 355915 h 550661"/>
                <a:gd name="connsiteX196" fmla="*/ 698251 w 743993"/>
                <a:gd name="connsiteY196" fmla="*/ 355915 h 550661"/>
                <a:gd name="connsiteX197" fmla="*/ 700941 w 743993"/>
                <a:gd name="connsiteY197" fmla="*/ 357259 h 550661"/>
                <a:gd name="connsiteX198" fmla="*/ 707668 w 743993"/>
                <a:gd name="connsiteY198" fmla="*/ 354572 h 550661"/>
                <a:gd name="connsiteX199" fmla="*/ 706323 w 743993"/>
                <a:gd name="connsiteY199" fmla="*/ 351886 h 550661"/>
                <a:gd name="connsiteX200" fmla="*/ 717086 w 743993"/>
                <a:gd name="connsiteY200" fmla="*/ 351886 h 550661"/>
                <a:gd name="connsiteX201" fmla="*/ 729194 w 743993"/>
                <a:gd name="connsiteY201" fmla="*/ 354572 h 550661"/>
                <a:gd name="connsiteX202" fmla="*/ 731885 w 743993"/>
                <a:gd name="connsiteY202" fmla="*/ 354572 h 550661"/>
                <a:gd name="connsiteX203" fmla="*/ 730539 w 743993"/>
                <a:gd name="connsiteY203" fmla="*/ 350543 h 550661"/>
                <a:gd name="connsiteX204" fmla="*/ 735921 w 743993"/>
                <a:gd name="connsiteY204" fmla="*/ 350543 h 550661"/>
                <a:gd name="connsiteX205" fmla="*/ 742648 w 743993"/>
                <a:gd name="connsiteY205" fmla="*/ 359945 h 550661"/>
                <a:gd name="connsiteX206" fmla="*/ 743993 w 743993"/>
                <a:gd name="connsiteY206" fmla="*/ 365317 h 550661"/>
                <a:gd name="connsiteX207" fmla="*/ 739957 w 743993"/>
                <a:gd name="connsiteY207" fmla="*/ 372032 h 550661"/>
                <a:gd name="connsiteX208" fmla="*/ 733230 w 743993"/>
                <a:gd name="connsiteY208" fmla="*/ 381434 h 550661"/>
                <a:gd name="connsiteX209" fmla="*/ 722467 w 743993"/>
                <a:gd name="connsiteY209" fmla="*/ 392178 h 550661"/>
                <a:gd name="connsiteX210" fmla="*/ 719776 w 743993"/>
                <a:gd name="connsiteY210" fmla="*/ 396208 h 550661"/>
                <a:gd name="connsiteX211" fmla="*/ 719776 w 743993"/>
                <a:gd name="connsiteY211" fmla="*/ 402923 h 550661"/>
                <a:gd name="connsiteX212" fmla="*/ 714395 w 743993"/>
                <a:gd name="connsiteY212" fmla="*/ 405609 h 550661"/>
                <a:gd name="connsiteX213" fmla="*/ 713050 w 743993"/>
                <a:gd name="connsiteY213" fmla="*/ 408295 h 550661"/>
                <a:gd name="connsiteX214" fmla="*/ 715740 w 743993"/>
                <a:gd name="connsiteY214" fmla="*/ 410982 h 550661"/>
                <a:gd name="connsiteX215" fmla="*/ 719776 w 743993"/>
                <a:gd name="connsiteY215" fmla="*/ 410982 h 550661"/>
                <a:gd name="connsiteX216" fmla="*/ 719776 w 743993"/>
                <a:gd name="connsiteY216" fmla="*/ 415011 h 550661"/>
                <a:gd name="connsiteX217" fmla="*/ 713050 w 743993"/>
                <a:gd name="connsiteY217" fmla="*/ 420383 h 550661"/>
                <a:gd name="connsiteX218" fmla="*/ 713050 w 743993"/>
                <a:gd name="connsiteY218" fmla="*/ 423069 h 550661"/>
                <a:gd name="connsiteX219" fmla="*/ 715740 w 743993"/>
                <a:gd name="connsiteY219" fmla="*/ 424412 h 550661"/>
                <a:gd name="connsiteX220" fmla="*/ 718431 w 743993"/>
                <a:gd name="connsiteY220" fmla="*/ 421726 h 550661"/>
                <a:gd name="connsiteX221" fmla="*/ 721122 w 743993"/>
                <a:gd name="connsiteY221" fmla="*/ 420383 h 550661"/>
                <a:gd name="connsiteX222" fmla="*/ 718431 w 743993"/>
                <a:gd name="connsiteY222" fmla="*/ 424412 h 550661"/>
                <a:gd name="connsiteX223" fmla="*/ 714395 w 743993"/>
                <a:gd name="connsiteY223" fmla="*/ 441872 h 550661"/>
                <a:gd name="connsiteX224" fmla="*/ 709014 w 743993"/>
                <a:gd name="connsiteY224" fmla="*/ 449931 h 550661"/>
                <a:gd name="connsiteX225" fmla="*/ 709014 w 743993"/>
                <a:gd name="connsiteY225" fmla="*/ 451274 h 550661"/>
                <a:gd name="connsiteX226" fmla="*/ 706323 w 743993"/>
                <a:gd name="connsiteY226" fmla="*/ 445902 h 550661"/>
                <a:gd name="connsiteX227" fmla="*/ 700941 w 743993"/>
                <a:gd name="connsiteY227" fmla="*/ 441872 h 550661"/>
                <a:gd name="connsiteX228" fmla="*/ 699596 w 743993"/>
                <a:gd name="connsiteY228" fmla="*/ 440529 h 550661"/>
                <a:gd name="connsiteX229" fmla="*/ 702287 w 743993"/>
                <a:gd name="connsiteY229" fmla="*/ 439186 h 550661"/>
                <a:gd name="connsiteX230" fmla="*/ 703632 w 743993"/>
                <a:gd name="connsiteY230" fmla="*/ 433814 h 550661"/>
                <a:gd name="connsiteX231" fmla="*/ 699596 w 743993"/>
                <a:gd name="connsiteY231" fmla="*/ 433814 h 550661"/>
                <a:gd name="connsiteX232" fmla="*/ 694214 w 743993"/>
                <a:gd name="connsiteY232" fmla="*/ 440529 h 550661"/>
                <a:gd name="connsiteX233" fmla="*/ 690178 w 743993"/>
                <a:gd name="connsiteY233" fmla="*/ 444559 h 550661"/>
                <a:gd name="connsiteX234" fmla="*/ 690178 w 743993"/>
                <a:gd name="connsiteY234" fmla="*/ 444559 h 550661"/>
                <a:gd name="connsiteX235" fmla="*/ 688833 w 743993"/>
                <a:gd name="connsiteY235" fmla="*/ 444559 h 550661"/>
                <a:gd name="connsiteX236" fmla="*/ 684797 w 743993"/>
                <a:gd name="connsiteY236" fmla="*/ 445902 h 550661"/>
                <a:gd name="connsiteX237" fmla="*/ 684797 w 743993"/>
                <a:gd name="connsiteY237" fmla="*/ 448588 h 550661"/>
                <a:gd name="connsiteX238" fmla="*/ 683451 w 743993"/>
                <a:gd name="connsiteY238" fmla="*/ 451274 h 550661"/>
                <a:gd name="connsiteX239" fmla="*/ 679415 w 743993"/>
                <a:gd name="connsiteY239" fmla="*/ 456646 h 550661"/>
                <a:gd name="connsiteX240" fmla="*/ 679415 w 743993"/>
                <a:gd name="connsiteY240" fmla="*/ 457989 h 550661"/>
                <a:gd name="connsiteX241" fmla="*/ 678070 w 743993"/>
                <a:gd name="connsiteY241" fmla="*/ 457989 h 550661"/>
                <a:gd name="connsiteX242" fmla="*/ 676724 w 743993"/>
                <a:gd name="connsiteY242" fmla="*/ 459332 h 550661"/>
                <a:gd name="connsiteX243" fmla="*/ 675379 w 743993"/>
                <a:gd name="connsiteY243" fmla="*/ 457989 h 550661"/>
                <a:gd name="connsiteX244" fmla="*/ 675379 w 743993"/>
                <a:gd name="connsiteY244" fmla="*/ 456646 h 550661"/>
                <a:gd name="connsiteX245" fmla="*/ 671343 w 743993"/>
                <a:gd name="connsiteY245" fmla="*/ 456646 h 550661"/>
                <a:gd name="connsiteX246" fmla="*/ 668652 w 743993"/>
                <a:gd name="connsiteY246" fmla="*/ 457989 h 550661"/>
                <a:gd name="connsiteX247" fmla="*/ 668652 w 743993"/>
                <a:gd name="connsiteY247" fmla="*/ 462018 h 550661"/>
                <a:gd name="connsiteX248" fmla="*/ 622909 w 743993"/>
                <a:gd name="connsiteY248" fmla="*/ 460675 h 550661"/>
                <a:gd name="connsiteX249" fmla="*/ 621564 w 743993"/>
                <a:gd name="connsiteY249" fmla="*/ 475449 h 550661"/>
                <a:gd name="connsiteX250" fmla="*/ 610801 w 743993"/>
                <a:gd name="connsiteY250" fmla="*/ 475449 h 550661"/>
                <a:gd name="connsiteX251" fmla="*/ 614837 w 743993"/>
                <a:gd name="connsiteY251" fmla="*/ 479478 h 550661"/>
                <a:gd name="connsiteX252" fmla="*/ 616182 w 743993"/>
                <a:gd name="connsiteY252" fmla="*/ 482165 h 550661"/>
                <a:gd name="connsiteX253" fmla="*/ 620219 w 743993"/>
                <a:gd name="connsiteY253" fmla="*/ 486194 h 550661"/>
                <a:gd name="connsiteX254" fmla="*/ 624255 w 743993"/>
                <a:gd name="connsiteY254" fmla="*/ 488880 h 550661"/>
                <a:gd name="connsiteX255" fmla="*/ 628291 w 743993"/>
                <a:gd name="connsiteY255" fmla="*/ 488880 h 550661"/>
                <a:gd name="connsiteX256" fmla="*/ 629636 w 743993"/>
                <a:gd name="connsiteY256" fmla="*/ 492909 h 550661"/>
                <a:gd name="connsiteX257" fmla="*/ 629636 w 743993"/>
                <a:gd name="connsiteY257" fmla="*/ 496938 h 550661"/>
                <a:gd name="connsiteX258" fmla="*/ 632327 w 743993"/>
                <a:gd name="connsiteY258" fmla="*/ 498282 h 550661"/>
                <a:gd name="connsiteX259" fmla="*/ 636363 w 743993"/>
                <a:gd name="connsiteY259" fmla="*/ 498282 h 550661"/>
                <a:gd name="connsiteX260" fmla="*/ 639054 w 743993"/>
                <a:gd name="connsiteY260" fmla="*/ 500968 h 550661"/>
                <a:gd name="connsiteX261" fmla="*/ 639054 w 743993"/>
                <a:gd name="connsiteY261" fmla="*/ 503654 h 550661"/>
                <a:gd name="connsiteX262" fmla="*/ 636363 w 743993"/>
                <a:gd name="connsiteY262" fmla="*/ 506340 h 550661"/>
                <a:gd name="connsiteX263" fmla="*/ 604074 w 743993"/>
                <a:gd name="connsiteY263" fmla="*/ 507683 h 550661"/>
                <a:gd name="connsiteX264" fmla="*/ 587930 w 743993"/>
                <a:gd name="connsiteY264" fmla="*/ 531859 h 550661"/>
                <a:gd name="connsiteX265" fmla="*/ 587930 w 743993"/>
                <a:gd name="connsiteY265" fmla="*/ 535888 h 550661"/>
                <a:gd name="connsiteX266" fmla="*/ 589275 w 743993"/>
                <a:gd name="connsiteY266" fmla="*/ 537231 h 550661"/>
                <a:gd name="connsiteX267" fmla="*/ 587930 w 743993"/>
                <a:gd name="connsiteY267" fmla="*/ 539917 h 550661"/>
                <a:gd name="connsiteX268" fmla="*/ 589275 w 743993"/>
                <a:gd name="connsiteY268" fmla="*/ 541260 h 550661"/>
                <a:gd name="connsiteX269" fmla="*/ 590620 w 743993"/>
                <a:gd name="connsiteY269" fmla="*/ 542603 h 550661"/>
                <a:gd name="connsiteX270" fmla="*/ 589275 w 743993"/>
                <a:gd name="connsiteY270" fmla="*/ 545289 h 550661"/>
                <a:gd name="connsiteX271" fmla="*/ 587930 w 743993"/>
                <a:gd name="connsiteY271" fmla="*/ 546632 h 550661"/>
                <a:gd name="connsiteX272" fmla="*/ 586584 w 743993"/>
                <a:gd name="connsiteY272" fmla="*/ 549318 h 550661"/>
                <a:gd name="connsiteX273" fmla="*/ 585239 w 743993"/>
                <a:gd name="connsiteY273" fmla="*/ 550662 h 550661"/>
                <a:gd name="connsiteX274" fmla="*/ 581203 w 743993"/>
                <a:gd name="connsiteY274" fmla="*/ 545289 h 550661"/>
                <a:gd name="connsiteX275" fmla="*/ 574476 w 743993"/>
                <a:gd name="connsiteY275" fmla="*/ 539917 h 550661"/>
                <a:gd name="connsiteX276" fmla="*/ 573130 w 743993"/>
                <a:gd name="connsiteY276" fmla="*/ 535888 h 550661"/>
                <a:gd name="connsiteX277" fmla="*/ 567749 w 743993"/>
                <a:gd name="connsiteY277" fmla="*/ 534545 h 550661"/>
                <a:gd name="connsiteX278" fmla="*/ 550259 w 743993"/>
                <a:gd name="connsiteY278" fmla="*/ 519771 h 550661"/>
                <a:gd name="connsiteX279" fmla="*/ 547568 w 743993"/>
                <a:gd name="connsiteY279" fmla="*/ 517085 h 550661"/>
                <a:gd name="connsiteX280" fmla="*/ 547568 w 743993"/>
                <a:gd name="connsiteY280" fmla="*/ 514399 h 550661"/>
                <a:gd name="connsiteX281" fmla="*/ 543532 w 743993"/>
                <a:gd name="connsiteY281" fmla="*/ 509026 h 550661"/>
                <a:gd name="connsiteX282" fmla="*/ 538151 w 743993"/>
                <a:gd name="connsiteY282" fmla="*/ 504997 h 550661"/>
                <a:gd name="connsiteX283" fmla="*/ 534115 w 743993"/>
                <a:gd name="connsiteY283" fmla="*/ 503654 h 550661"/>
                <a:gd name="connsiteX284" fmla="*/ 532769 w 743993"/>
                <a:gd name="connsiteY284" fmla="*/ 503654 h 550661"/>
                <a:gd name="connsiteX285" fmla="*/ 531424 w 743993"/>
                <a:gd name="connsiteY285" fmla="*/ 503654 h 550661"/>
                <a:gd name="connsiteX286" fmla="*/ 531424 w 743993"/>
                <a:gd name="connsiteY286" fmla="*/ 504997 h 550661"/>
                <a:gd name="connsiteX287" fmla="*/ 539496 w 743993"/>
                <a:gd name="connsiteY287" fmla="*/ 509026 h 550661"/>
                <a:gd name="connsiteX288" fmla="*/ 546223 w 743993"/>
                <a:gd name="connsiteY288" fmla="*/ 514399 h 550661"/>
                <a:gd name="connsiteX289" fmla="*/ 546223 w 743993"/>
                <a:gd name="connsiteY289" fmla="*/ 515741 h 550661"/>
                <a:gd name="connsiteX290" fmla="*/ 542187 w 743993"/>
                <a:gd name="connsiteY290" fmla="*/ 513055 h 550661"/>
                <a:gd name="connsiteX291" fmla="*/ 534115 w 743993"/>
                <a:gd name="connsiteY291" fmla="*/ 507683 h 550661"/>
                <a:gd name="connsiteX292" fmla="*/ 530078 w 743993"/>
                <a:gd name="connsiteY292" fmla="*/ 506340 h 550661"/>
                <a:gd name="connsiteX293" fmla="*/ 526042 w 743993"/>
                <a:gd name="connsiteY293" fmla="*/ 506340 h 550661"/>
                <a:gd name="connsiteX294" fmla="*/ 523352 w 743993"/>
                <a:gd name="connsiteY294" fmla="*/ 504997 h 550661"/>
                <a:gd name="connsiteX295" fmla="*/ 524697 w 743993"/>
                <a:gd name="connsiteY295" fmla="*/ 504997 h 550661"/>
                <a:gd name="connsiteX296" fmla="*/ 527388 w 743993"/>
                <a:gd name="connsiteY296" fmla="*/ 503654 h 550661"/>
                <a:gd name="connsiteX297" fmla="*/ 527388 w 743993"/>
                <a:gd name="connsiteY297" fmla="*/ 502311 h 550661"/>
                <a:gd name="connsiteX298" fmla="*/ 524697 w 743993"/>
                <a:gd name="connsiteY298" fmla="*/ 502311 h 550661"/>
                <a:gd name="connsiteX299" fmla="*/ 520661 w 743993"/>
                <a:gd name="connsiteY299" fmla="*/ 503654 h 550661"/>
                <a:gd name="connsiteX300" fmla="*/ 520661 w 743993"/>
                <a:gd name="connsiteY300" fmla="*/ 500968 h 550661"/>
                <a:gd name="connsiteX301" fmla="*/ 519315 w 743993"/>
                <a:gd name="connsiteY301" fmla="*/ 499625 h 550661"/>
                <a:gd name="connsiteX302" fmla="*/ 513934 w 743993"/>
                <a:gd name="connsiteY302" fmla="*/ 503654 h 550661"/>
                <a:gd name="connsiteX303" fmla="*/ 513934 w 743993"/>
                <a:gd name="connsiteY303" fmla="*/ 504997 h 550661"/>
                <a:gd name="connsiteX304" fmla="*/ 517970 w 743993"/>
                <a:gd name="connsiteY304" fmla="*/ 504997 h 550661"/>
                <a:gd name="connsiteX305" fmla="*/ 522006 w 743993"/>
                <a:gd name="connsiteY305" fmla="*/ 506340 h 550661"/>
                <a:gd name="connsiteX306" fmla="*/ 522006 w 743993"/>
                <a:gd name="connsiteY306" fmla="*/ 507683 h 550661"/>
                <a:gd name="connsiteX307" fmla="*/ 520661 w 743993"/>
                <a:gd name="connsiteY307" fmla="*/ 507683 h 550661"/>
                <a:gd name="connsiteX308" fmla="*/ 513934 w 743993"/>
                <a:gd name="connsiteY308" fmla="*/ 507683 h 550661"/>
                <a:gd name="connsiteX309" fmla="*/ 508552 w 743993"/>
                <a:gd name="connsiteY309" fmla="*/ 509026 h 550661"/>
                <a:gd name="connsiteX310" fmla="*/ 500480 w 743993"/>
                <a:gd name="connsiteY310" fmla="*/ 513055 h 550661"/>
                <a:gd name="connsiteX311" fmla="*/ 495099 w 743993"/>
                <a:gd name="connsiteY311" fmla="*/ 514399 h 550661"/>
                <a:gd name="connsiteX312" fmla="*/ 481645 w 743993"/>
                <a:gd name="connsiteY312" fmla="*/ 519771 h 550661"/>
                <a:gd name="connsiteX313" fmla="*/ 477609 w 743993"/>
                <a:gd name="connsiteY313" fmla="*/ 519771 h 550661"/>
                <a:gd name="connsiteX314" fmla="*/ 464155 w 743993"/>
                <a:gd name="connsiteY314" fmla="*/ 515741 h 550661"/>
                <a:gd name="connsiteX315" fmla="*/ 457428 w 743993"/>
                <a:gd name="connsiteY315" fmla="*/ 511712 h 550661"/>
                <a:gd name="connsiteX316" fmla="*/ 448010 w 743993"/>
                <a:gd name="connsiteY316" fmla="*/ 511712 h 550661"/>
                <a:gd name="connsiteX317" fmla="*/ 438593 w 743993"/>
                <a:gd name="connsiteY317" fmla="*/ 507683 h 550661"/>
                <a:gd name="connsiteX318" fmla="*/ 433211 w 743993"/>
                <a:gd name="connsiteY318" fmla="*/ 504997 h 550661"/>
                <a:gd name="connsiteX319" fmla="*/ 431866 w 743993"/>
                <a:gd name="connsiteY319" fmla="*/ 504997 h 550661"/>
                <a:gd name="connsiteX320" fmla="*/ 427830 w 743993"/>
                <a:gd name="connsiteY320" fmla="*/ 504997 h 550661"/>
                <a:gd name="connsiteX321" fmla="*/ 421103 w 743993"/>
                <a:gd name="connsiteY321" fmla="*/ 502311 h 550661"/>
                <a:gd name="connsiteX322" fmla="*/ 417067 w 743993"/>
                <a:gd name="connsiteY322" fmla="*/ 495595 h 550661"/>
                <a:gd name="connsiteX323" fmla="*/ 415721 w 743993"/>
                <a:gd name="connsiteY323" fmla="*/ 495595 h 550661"/>
                <a:gd name="connsiteX324" fmla="*/ 411685 w 743993"/>
                <a:gd name="connsiteY324" fmla="*/ 496938 h 550661"/>
                <a:gd name="connsiteX325" fmla="*/ 404958 w 743993"/>
                <a:gd name="connsiteY325" fmla="*/ 494252 h 550661"/>
                <a:gd name="connsiteX326" fmla="*/ 398231 w 743993"/>
                <a:gd name="connsiteY326" fmla="*/ 492909 h 550661"/>
                <a:gd name="connsiteX327" fmla="*/ 394195 w 743993"/>
                <a:gd name="connsiteY327" fmla="*/ 487537 h 550661"/>
                <a:gd name="connsiteX328" fmla="*/ 388814 w 743993"/>
                <a:gd name="connsiteY328" fmla="*/ 484851 h 550661"/>
                <a:gd name="connsiteX329" fmla="*/ 375360 w 743993"/>
                <a:gd name="connsiteY329" fmla="*/ 482165 h 550661"/>
                <a:gd name="connsiteX330" fmla="*/ 364597 w 743993"/>
                <a:gd name="connsiteY330" fmla="*/ 478135 h 550661"/>
                <a:gd name="connsiteX331" fmla="*/ 356525 w 743993"/>
                <a:gd name="connsiteY331" fmla="*/ 470077 h 550661"/>
                <a:gd name="connsiteX332" fmla="*/ 353834 w 743993"/>
                <a:gd name="connsiteY332" fmla="*/ 470077 h 550661"/>
                <a:gd name="connsiteX333" fmla="*/ 340380 w 743993"/>
                <a:gd name="connsiteY333" fmla="*/ 457989 h 550661"/>
                <a:gd name="connsiteX334" fmla="*/ 339035 w 743993"/>
                <a:gd name="connsiteY334" fmla="*/ 455303 h 550661"/>
                <a:gd name="connsiteX335" fmla="*/ 336344 w 743993"/>
                <a:gd name="connsiteY335" fmla="*/ 455303 h 550661"/>
                <a:gd name="connsiteX336" fmla="*/ 334999 w 743993"/>
                <a:gd name="connsiteY336" fmla="*/ 456646 h 550661"/>
                <a:gd name="connsiteX337" fmla="*/ 330963 w 743993"/>
                <a:gd name="connsiteY337" fmla="*/ 456646 h 550661"/>
                <a:gd name="connsiteX338" fmla="*/ 320200 w 743993"/>
                <a:gd name="connsiteY338" fmla="*/ 452617 h 550661"/>
                <a:gd name="connsiteX339" fmla="*/ 317509 w 743993"/>
                <a:gd name="connsiteY339" fmla="*/ 452617 h 550661"/>
                <a:gd name="connsiteX340" fmla="*/ 312127 w 743993"/>
                <a:gd name="connsiteY340" fmla="*/ 449931 h 550661"/>
                <a:gd name="connsiteX341" fmla="*/ 309437 w 743993"/>
                <a:gd name="connsiteY341" fmla="*/ 451274 h 550661"/>
                <a:gd name="connsiteX342" fmla="*/ 304055 w 743993"/>
                <a:gd name="connsiteY342" fmla="*/ 448588 h 550661"/>
                <a:gd name="connsiteX343" fmla="*/ 301364 w 743993"/>
                <a:gd name="connsiteY343" fmla="*/ 443215 h 550661"/>
                <a:gd name="connsiteX344" fmla="*/ 295983 w 743993"/>
                <a:gd name="connsiteY344" fmla="*/ 436500 h 550661"/>
                <a:gd name="connsiteX345" fmla="*/ 289256 w 743993"/>
                <a:gd name="connsiteY345" fmla="*/ 429785 h 550661"/>
                <a:gd name="connsiteX346" fmla="*/ 283874 w 743993"/>
                <a:gd name="connsiteY346" fmla="*/ 428441 h 550661"/>
                <a:gd name="connsiteX347" fmla="*/ 283874 w 743993"/>
                <a:gd name="connsiteY347" fmla="*/ 425755 h 550661"/>
                <a:gd name="connsiteX348" fmla="*/ 285220 w 743993"/>
                <a:gd name="connsiteY348" fmla="*/ 421726 h 550661"/>
                <a:gd name="connsiteX349" fmla="*/ 282529 w 743993"/>
                <a:gd name="connsiteY349" fmla="*/ 421726 h 550661"/>
                <a:gd name="connsiteX350" fmla="*/ 277148 w 743993"/>
                <a:gd name="connsiteY350" fmla="*/ 423069 h 550661"/>
                <a:gd name="connsiteX351" fmla="*/ 269075 w 743993"/>
                <a:gd name="connsiteY351" fmla="*/ 420383 h 550661"/>
                <a:gd name="connsiteX352" fmla="*/ 267730 w 743993"/>
                <a:gd name="connsiteY352" fmla="*/ 417697 h 550661"/>
                <a:gd name="connsiteX353" fmla="*/ 263694 w 743993"/>
                <a:gd name="connsiteY353" fmla="*/ 417697 h 550661"/>
                <a:gd name="connsiteX354" fmla="*/ 261003 w 743993"/>
                <a:gd name="connsiteY354" fmla="*/ 416354 h 550661"/>
                <a:gd name="connsiteX355" fmla="*/ 259658 w 743993"/>
                <a:gd name="connsiteY355" fmla="*/ 409638 h 550661"/>
                <a:gd name="connsiteX356" fmla="*/ 254276 w 743993"/>
                <a:gd name="connsiteY356" fmla="*/ 402923 h 550661"/>
                <a:gd name="connsiteX357" fmla="*/ 254276 w 743993"/>
                <a:gd name="connsiteY357" fmla="*/ 398894 h 550661"/>
                <a:gd name="connsiteX358" fmla="*/ 250240 w 743993"/>
                <a:gd name="connsiteY358" fmla="*/ 396208 h 550661"/>
                <a:gd name="connsiteX359" fmla="*/ 247549 w 743993"/>
                <a:gd name="connsiteY359" fmla="*/ 386806 h 550661"/>
                <a:gd name="connsiteX360" fmla="*/ 247549 w 743993"/>
                <a:gd name="connsiteY360" fmla="*/ 384120 h 550661"/>
                <a:gd name="connsiteX361" fmla="*/ 250240 w 743993"/>
                <a:gd name="connsiteY361" fmla="*/ 382777 h 550661"/>
                <a:gd name="connsiteX362" fmla="*/ 256967 w 743993"/>
                <a:gd name="connsiteY362" fmla="*/ 382777 h 550661"/>
                <a:gd name="connsiteX363" fmla="*/ 258312 w 743993"/>
                <a:gd name="connsiteY363" fmla="*/ 380091 h 550661"/>
                <a:gd name="connsiteX364" fmla="*/ 255621 w 743993"/>
                <a:gd name="connsiteY364" fmla="*/ 377405 h 550661"/>
                <a:gd name="connsiteX365" fmla="*/ 252931 w 743993"/>
                <a:gd name="connsiteY365" fmla="*/ 377405 h 550661"/>
                <a:gd name="connsiteX366" fmla="*/ 254276 w 743993"/>
                <a:gd name="connsiteY366" fmla="*/ 373375 h 550661"/>
                <a:gd name="connsiteX367" fmla="*/ 259658 w 743993"/>
                <a:gd name="connsiteY367" fmla="*/ 368003 h 550661"/>
                <a:gd name="connsiteX368" fmla="*/ 262348 w 743993"/>
                <a:gd name="connsiteY368" fmla="*/ 363974 h 550661"/>
                <a:gd name="connsiteX369" fmla="*/ 262348 w 743993"/>
                <a:gd name="connsiteY369" fmla="*/ 358602 h 550661"/>
                <a:gd name="connsiteX370" fmla="*/ 256967 w 743993"/>
                <a:gd name="connsiteY370" fmla="*/ 343828 h 550661"/>
                <a:gd name="connsiteX371" fmla="*/ 254276 w 743993"/>
                <a:gd name="connsiteY371" fmla="*/ 337112 h 550661"/>
                <a:gd name="connsiteX372" fmla="*/ 251585 w 743993"/>
                <a:gd name="connsiteY372" fmla="*/ 333083 h 550661"/>
                <a:gd name="connsiteX373" fmla="*/ 254276 w 743993"/>
                <a:gd name="connsiteY373" fmla="*/ 327711 h 550661"/>
                <a:gd name="connsiteX374" fmla="*/ 252931 w 743993"/>
                <a:gd name="connsiteY374" fmla="*/ 323682 h 550661"/>
                <a:gd name="connsiteX375" fmla="*/ 243513 w 743993"/>
                <a:gd name="connsiteY375" fmla="*/ 311594 h 550661"/>
                <a:gd name="connsiteX376" fmla="*/ 243513 w 743993"/>
                <a:gd name="connsiteY376" fmla="*/ 306222 h 550661"/>
                <a:gd name="connsiteX377" fmla="*/ 234096 w 743993"/>
                <a:gd name="connsiteY377" fmla="*/ 296820 h 550661"/>
                <a:gd name="connsiteX378" fmla="*/ 228714 w 743993"/>
                <a:gd name="connsiteY378" fmla="*/ 287418 h 550661"/>
                <a:gd name="connsiteX379" fmla="*/ 220642 w 743993"/>
                <a:gd name="connsiteY379" fmla="*/ 276674 h 550661"/>
                <a:gd name="connsiteX380" fmla="*/ 213915 w 743993"/>
                <a:gd name="connsiteY380" fmla="*/ 269959 h 550661"/>
                <a:gd name="connsiteX381" fmla="*/ 211224 w 743993"/>
                <a:gd name="connsiteY381" fmla="*/ 268615 h 550661"/>
                <a:gd name="connsiteX382" fmla="*/ 211224 w 743993"/>
                <a:gd name="connsiteY382" fmla="*/ 265929 h 550661"/>
                <a:gd name="connsiteX383" fmla="*/ 203152 w 743993"/>
                <a:gd name="connsiteY383" fmla="*/ 261900 h 550661"/>
                <a:gd name="connsiteX384" fmla="*/ 199116 w 743993"/>
                <a:gd name="connsiteY384" fmla="*/ 260557 h 550661"/>
                <a:gd name="connsiteX385" fmla="*/ 199116 w 743993"/>
                <a:gd name="connsiteY385" fmla="*/ 257871 h 550661"/>
                <a:gd name="connsiteX386" fmla="*/ 201806 w 743993"/>
                <a:gd name="connsiteY386" fmla="*/ 256528 h 550661"/>
                <a:gd name="connsiteX387" fmla="*/ 204497 w 743993"/>
                <a:gd name="connsiteY387" fmla="*/ 252499 h 550661"/>
                <a:gd name="connsiteX388" fmla="*/ 201806 w 743993"/>
                <a:gd name="connsiteY388" fmla="*/ 249812 h 550661"/>
                <a:gd name="connsiteX389" fmla="*/ 200461 w 743993"/>
                <a:gd name="connsiteY389" fmla="*/ 244440 h 550661"/>
                <a:gd name="connsiteX390" fmla="*/ 199116 w 743993"/>
                <a:gd name="connsiteY390" fmla="*/ 241754 h 550661"/>
                <a:gd name="connsiteX391" fmla="*/ 195080 w 743993"/>
                <a:gd name="connsiteY391" fmla="*/ 241754 h 550661"/>
                <a:gd name="connsiteX392" fmla="*/ 189698 w 743993"/>
                <a:gd name="connsiteY392" fmla="*/ 240411 h 550661"/>
                <a:gd name="connsiteX393" fmla="*/ 178935 w 743993"/>
                <a:gd name="connsiteY393" fmla="*/ 231009 h 550661"/>
                <a:gd name="connsiteX394" fmla="*/ 176244 w 743993"/>
                <a:gd name="connsiteY394" fmla="*/ 229666 h 550661"/>
                <a:gd name="connsiteX395" fmla="*/ 172208 w 743993"/>
                <a:gd name="connsiteY395" fmla="*/ 228323 h 550661"/>
                <a:gd name="connsiteX396" fmla="*/ 166827 w 743993"/>
                <a:gd name="connsiteY396" fmla="*/ 225637 h 550661"/>
                <a:gd name="connsiteX397" fmla="*/ 166827 w 743993"/>
                <a:gd name="connsiteY397" fmla="*/ 220265 h 550661"/>
                <a:gd name="connsiteX398" fmla="*/ 169517 w 743993"/>
                <a:gd name="connsiteY398" fmla="*/ 213549 h 550661"/>
                <a:gd name="connsiteX399" fmla="*/ 173554 w 743993"/>
                <a:gd name="connsiteY399" fmla="*/ 208177 h 550661"/>
                <a:gd name="connsiteX400" fmla="*/ 177590 w 743993"/>
                <a:gd name="connsiteY400" fmla="*/ 206834 h 550661"/>
                <a:gd name="connsiteX401" fmla="*/ 180280 w 743993"/>
                <a:gd name="connsiteY401" fmla="*/ 209520 h 550661"/>
                <a:gd name="connsiteX402" fmla="*/ 181626 w 743993"/>
                <a:gd name="connsiteY402" fmla="*/ 208177 h 550661"/>
                <a:gd name="connsiteX403" fmla="*/ 181626 w 743993"/>
                <a:gd name="connsiteY403" fmla="*/ 204148 h 550661"/>
                <a:gd name="connsiteX404" fmla="*/ 180280 w 743993"/>
                <a:gd name="connsiteY404" fmla="*/ 202805 h 550661"/>
                <a:gd name="connsiteX405" fmla="*/ 178935 w 743993"/>
                <a:gd name="connsiteY405" fmla="*/ 204148 h 550661"/>
                <a:gd name="connsiteX406" fmla="*/ 174899 w 743993"/>
                <a:gd name="connsiteY406" fmla="*/ 202805 h 550661"/>
                <a:gd name="connsiteX407" fmla="*/ 173554 w 743993"/>
                <a:gd name="connsiteY407" fmla="*/ 198775 h 550661"/>
                <a:gd name="connsiteX408" fmla="*/ 169517 w 743993"/>
                <a:gd name="connsiteY408" fmla="*/ 193403 h 550661"/>
                <a:gd name="connsiteX409" fmla="*/ 165481 w 743993"/>
                <a:gd name="connsiteY409" fmla="*/ 193403 h 550661"/>
                <a:gd name="connsiteX410" fmla="*/ 160100 w 743993"/>
                <a:gd name="connsiteY410" fmla="*/ 192060 h 550661"/>
                <a:gd name="connsiteX411" fmla="*/ 158754 w 743993"/>
                <a:gd name="connsiteY411" fmla="*/ 188031 h 550661"/>
                <a:gd name="connsiteX412" fmla="*/ 160100 w 743993"/>
                <a:gd name="connsiteY412" fmla="*/ 182659 h 550661"/>
                <a:gd name="connsiteX413" fmla="*/ 156064 w 743993"/>
                <a:gd name="connsiteY413" fmla="*/ 182659 h 550661"/>
                <a:gd name="connsiteX414" fmla="*/ 153373 w 743993"/>
                <a:gd name="connsiteY414" fmla="*/ 182659 h 550661"/>
                <a:gd name="connsiteX415" fmla="*/ 143955 w 743993"/>
                <a:gd name="connsiteY415" fmla="*/ 174600 h 550661"/>
                <a:gd name="connsiteX416" fmla="*/ 143955 w 743993"/>
                <a:gd name="connsiteY416" fmla="*/ 167885 h 550661"/>
                <a:gd name="connsiteX417" fmla="*/ 145301 w 743993"/>
                <a:gd name="connsiteY417" fmla="*/ 163855 h 550661"/>
                <a:gd name="connsiteX418" fmla="*/ 145301 w 743993"/>
                <a:gd name="connsiteY418" fmla="*/ 158483 h 550661"/>
                <a:gd name="connsiteX419" fmla="*/ 142610 w 743993"/>
                <a:gd name="connsiteY419" fmla="*/ 155797 h 550661"/>
                <a:gd name="connsiteX420" fmla="*/ 138574 w 743993"/>
                <a:gd name="connsiteY420" fmla="*/ 157140 h 550661"/>
                <a:gd name="connsiteX421" fmla="*/ 137228 w 743993"/>
                <a:gd name="connsiteY421" fmla="*/ 155797 h 550661"/>
                <a:gd name="connsiteX422" fmla="*/ 134538 w 743993"/>
                <a:gd name="connsiteY422" fmla="*/ 155797 h 550661"/>
                <a:gd name="connsiteX423" fmla="*/ 133192 w 743993"/>
                <a:gd name="connsiteY423" fmla="*/ 153111 h 550661"/>
                <a:gd name="connsiteX424" fmla="*/ 129156 w 743993"/>
                <a:gd name="connsiteY424" fmla="*/ 150425 h 550661"/>
                <a:gd name="connsiteX425" fmla="*/ 127811 w 743993"/>
                <a:gd name="connsiteY425" fmla="*/ 146395 h 550661"/>
                <a:gd name="connsiteX426" fmla="*/ 125120 w 743993"/>
                <a:gd name="connsiteY426" fmla="*/ 139680 h 550661"/>
                <a:gd name="connsiteX427" fmla="*/ 122429 w 743993"/>
                <a:gd name="connsiteY427" fmla="*/ 139680 h 550661"/>
                <a:gd name="connsiteX428" fmla="*/ 119739 w 743993"/>
                <a:gd name="connsiteY428" fmla="*/ 136994 h 550661"/>
                <a:gd name="connsiteX429" fmla="*/ 119739 w 743993"/>
                <a:gd name="connsiteY429" fmla="*/ 131622 h 550661"/>
                <a:gd name="connsiteX430" fmla="*/ 118393 w 743993"/>
                <a:gd name="connsiteY430" fmla="*/ 126249 h 550661"/>
                <a:gd name="connsiteX431" fmla="*/ 114357 w 743993"/>
                <a:gd name="connsiteY431" fmla="*/ 124906 h 550661"/>
                <a:gd name="connsiteX432" fmla="*/ 111666 w 743993"/>
                <a:gd name="connsiteY432" fmla="*/ 116848 h 550661"/>
                <a:gd name="connsiteX433" fmla="*/ 108975 w 743993"/>
                <a:gd name="connsiteY433" fmla="*/ 114162 h 550661"/>
                <a:gd name="connsiteX434" fmla="*/ 107630 w 743993"/>
                <a:gd name="connsiteY434" fmla="*/ 114162 h 550661"/>
                <a:gd name="connsiteX435" fmla="*/ 106285 w 743993"/>
                <a:gd name="connsiteY435" fmla="*/ 110132 h 550661"/>
                <a:gd name="connsiteX436" fmla="*/ 107630 w 743993"/>
                <a:gd name="connsiteY436" fmla="*/ 108789 h 550661"/>
                <a:gd name="connsiteX437" fmla="*/ 107630 w 743993"/>
                <a:gd name="connsiteY437" fmla="*/ 106103 h 550661"/>
                <a:gd name="connsiteX438" fmla="*/ 100903 w 743993"/>
                <a:gd name="connsiteY438" fmla="*/ 96702 h 550661"/>
                <a:gd name="connsiteX439" fmla="*/ 99558 w 743993"/>
                <a:gd name="connsiteY439" fmla="*/ 92672 h 550661"/>
                <a:gd name="connsiteX440" fmla="*/ 100903 w 743993"/>
                <a:gd name="connsiteY440" fmla="*/ 88643 h 550661"/>
                <a:gd name="connsiteX441" fmla="*/ 99558 w 743993"/>
                <a:gd name="connsiteY441" fmla="*/ 81928 h 550661"/>
                <a:gd name="connsiteX442" fmla="*/ 98212 w 743993"/>
                <a:gd name="connsiteY442" fmla="*/ 77899 h 550661"/>
                <a:gd name="connsiteX443" fmla="*/ 96867 w 743993"/>
                <a:gd name="connsiteY443" fmla="*/ 69840 h 550661"/>
                <a:gd name="connsiteX444" fmla="*/ 94176 w 743993"/>
                <a:gd name="connsiteY444" fmla="*/ 63125 h 550661"/>
                <a:gd name="connsiteX445" fmla="*/ 92831 w 743993"/>
                <a:gd name="connsiteY445" fmla="*/ 59095 h 550661"/>
                <a:gd name="connsiteX446" fmla="*/ 96867 w 743993"/>
                <a:gd name="connsiteY446" fmla="*/ 55066 h 550661"/>
                <a:gd name="connsiteX447" fmla="*/ 96867 w 743993"/>
                <a:gd name="connsiteY447" fmla="*/ 52380 h 550661"/>
                <a:gd name="connsiteX448" fmla="*/ 91486 w 743993"/>
                <a:gd name="connsiteY448" fmla="*/ 48351 h 550661"/>
                <a:gd name="connsiteX449" fmla="*/ 86104 w 743993"/>
                <a:gd name="connsiteY449" fmla="*/ 48351 h 550661"/>
                <a:gd name="connsiteX450" fmla="*/ 84759 w 743993"/>
                <a:gd name="connsiteY450" fmla="*/ 45665 h 550661"/>
                <a:gd name="connsiteX451" fmla="*/ 80723 w 743993"/>
                <a:gd name="connsiteY451" fmla="*/ 41635 h 550661"/>
                <a:gd name="connsiteX452" fmla="*/ 78032 w 743993"/>
                <a:gd name="connsiteY452" fmla="*/ 42978 h 550661"/>
                <a:gd name="connsiteX453" fmla="*/ 73996 w 743993"/>
                <a:gd name="connsiteY453" fmla="*/ 44322 h 550661"/>
                <a:gd name="connsiteX454" fmla="*/ 71305 w 743993"/>
                <a:gd name="connsiteY454" fmla="*/ 41635 h 550661"/>
                <a:gd name="connsiteX455" fmla="*/ 65923 w 743993"/>
                <a:gd name="connsiteY455" fmla="*/ 34920 h 550661"/>
                <a:gd name="connsiteX456" fmla="*/ 59197 w 743993"/>
                <a:gd name="connsiteY456" fmla="*/ 30891 h 550661"/>
                <a:gd name="connsiteX457" fmla="*/ 56506 w 743993"/>
                <a:gd name="connsiteY457" fmla="*/ 25518 h 550661"/>
                <a:gd name="connsiteX458" fmla="*/ 57851 w 743993"/>
                <a:gd name="connsiteY458" fmla="*/ 30891 h 550661"/>
                <a:gd name="connsiteX459" fmla="*/ 59197 w 743993"/>
                <a:gd name="connsiteY459" fmla="*/ 36263 h 550661"/>
                <a:gd name="connsiteX460" fmla="*/ 56506 w 743993"/>
                <a:gd name="connsiteY460" fmla="*/ 45665 h 550661"/>
                <a:gd name="connsiteX461" fmla="*/ 53815 w 743993"/>
                <a:gd name="connsiteY461" fmla="*/ 51037 h 550661"/>
                <a:gd name="connsiteX462" fmla="*/ 55160 w 743993"/>
                <a:gd name="connsiteY462" fmla="*/ 61782 h 550661"/>
                <a:gd name="connsiteX463" fmla="*/ 56506 w 743993"/>
                <a:gd name="connsiteY463" fmla="*/ 80585 h 550661"/>
                <a:gd name="connsiteX464" fmla="*/ 53815 w 743993"/>
                <a:gd name="connsiteY464" fmla="*/ 84614 h 550661"/>
                <a:gd name="connsiteX465" fmla="*/ 56506 w 743993"/>
                <a:gd name="connsiteY465" fmla="*/ 87300 h 550661"/>
                <a:gd name="connsiteX466" fmla="*/ 60542 w 743993"/>
                <a:gd name="connsiteY466" fmla="*/ 95359 h 550661"/>
                <a:gd name="connsiteX467" fmla="*/ 59197 w 743993"/>
                <a:gd name="connsiteY467" fmla="*/ 99388 h 550661"/>
                <a:gd name="connsiteX468" fmla="*/ 63233 w 743993"/>
                <a:gd name="connsiteY468" fmla="*/ 99388 h 550661"/>
                <a:gd name="connsiteX469" fmla="*/ 64578 w 743993"/>
                <a:gd name="connsiteY469" fmla="*/ 103417 h 550661"/>
                <a:gd name="connsiteX470" fmla="*/ 72650 w 743993"/>
                <a:gd name="connsiteY470" fmla="*/ 108789 h 550661"/>
                <a:gd name="connsiteX471" fmla="*/ 73996 w 743993"/>
                <a:gd name="connsiteY471" fmla="*/ 115505 h 550661"/>
                <a:gd name="connsiteX472" fmla="*/ 72650 w 743993"/>
                <a:gd name="connsiteY472" fmla="*/ 119534 h 550661"/>
                <a:gd name="connsiteX473" fmla="*/ 73996 w 743993"/>
                <a:gd name="connsiteY473" fmla="*/ 123563 h 550661"/>
                <a:gd name="connsiteX474" fmla="*/ 78032 w 743993"/>
                <a:gd name="connsiteY474" fmla="*/ 126249 h 550661"/>
                <a:gd name="connsiteX475" fmla="*/ 82068 w 743993"/>
                <a:gd name="connsiteY475" fmla="*/ 128935 h 550661"/>
                <a:gd name="connsiteX476" fmla="*/ 82068 w 743993"/>
                <a:gd name="connsiteY476" fmla="*/ 134308 h 550661"/>
                <a:gd name="connsiteX477" fmla="*/ 84759 w 743993"/>
                <a:gd name="connsiteY477" fmla="*/ 136994 h 550661"/>
                <a:gd name="connsiteX478" fmla="*/ 87449 w 743993"/>
                <a:gd name="connsiteY478" fmla="*/ 138337 h 550661"/>
                <a:gd name="connsiteX479" fmla="*/ 92831 w 743993"/>
                <a:gd name="connsiteY479" fmla="*/ 145052 h 550661"/>
                <a:gd name="connsiteX480" fmla="*/ 91486 w 743993"/>
                <a:gd name="connsiteY480" fmla="*/ 150425 h 550661"/>
                <a:gd name="connsiteX481" fmla="*/ 91486 w 743993"/>
                <a:gd name="connsiteY481" fmla="*/ 155797 h 550661"/>
                <a:gd name="connsiteX482" fmla="*/ 96867 w 743993"/>
                <a:gd name="connsiteY482" fmla="*/ 159826 h 550661"/>
                <a:gd name="connsiteX483" fmla="*/ 98212 w 743993"/>
                <a:gd name="connsiteY483" fmla="*/ 161169 h 550661"/>
                <a:gd name="connsiteX484" fmla="*/ 103594 w 743993"/>
                <a:gd name="connsiteY484" fmla="*/ 167885 h 550661"/>
                <a:gd name="connsiteX485" fmla="*/ 104939 w 743993"/>
                <a:gd name="connsiteY485" fmla="*/ 178629 h 550661"/>
                <a:gd name="connsiteX486" fmla="*/ 106285 w 743993"/>
                <a:gd name="connsiteY486" fmla="*/ 178629 h 550661"/>
                <a:gd name="connsiteX487" fmla="*/ 107630 w 743993"/>
                <a:gd name="connsiteY487" fmla="*/ 181315 h 550661"/>
                <a:gd name="connsiteX488" fmla="*/ 106285 w 743993"/>
                <a:gd name="connsiteY488" fmla="*/ 185345 h 550661"/>
                <a:gd name="connsiteX489" fmla="*/ 106285 w 743993"/>
                <a:gd name="connsiteY489" fmla="*/ 188031 h 550661"/>
                <a:gd name="connsiteX490" fmla="*/ 111666 w 743993"/>
                <a:gd name="connsiteY490" fmla="*/ 196089 h 550661"/>
                <a:gd name="connsiteX491" fmla="*/ 113012 w 743993"/>
                <a:gd name="connsiteY491" fmla="*/ 193403 h 550661"/>
                <a:gd name="connsiteX492" fmla="*/ 113012 w 743993"/>
                <a:gd name="connsiteY492" fmla="*/ 190717 h 550661"/>
                <a:gd name="connsiteX493" fmla="*/ 113012 w 743993"/>
                <a:gd name="connsiteY493" fmla="*/ 189374 h 550661"/>
                <a:gd name="connsiteX494" fmla="*/ 115702 w 743993"/>
                <a:gd name="connsiteY494" fmla="*/ 189374 h 550661"/>
                <a:gd name="connsiteX495" fmla="*/ 117048 w 743993"/>
                <a:gd name="connsiteY495" fmla="*/ 193403 h 550661"/>
                <a:gd name="connsiteX496" fmla="*/ 119739 w 743993"/>
                <a:gd name="connsiteY496" fmla="*/ 198775 h 550661"/>
                <a:gd name="connsiteX497" fmla="*/ 121084 w 743993"/>
                <a:gd name="connsiteY497" fmla="*/ 208177 h 550661"/>
                <a:gd name="connsiteX498" fmla="*/ 119739 w 743993"/>
                <a:gd name="connsiteY498" fmla="*/ 212206 h 550661"/>
                <a:gd name="connsiteX499" fmla="*/ 121084 w 743993"/>
                <a:gd name="connsiteY499" fmla="*/ 217578 h 550661"/>
                <a:gd name="connsiteX500" fmla="*/ 122429 w 743993"/>
                <a:gd name="connsiteY500" fmla="*/ 220265 h 550661"/>
                <a:gd name="connsiteX501" fmla="*/ 122429 w 743993"/>
                <a:gd name="connsiteY501" fmla="*/ 225637 h 550661"/>
                <a:gd name="connsiteX502" fmla="*/ 125120 w 743993"/>
                <a:gd name="connsiteY502" fmla="*/ 229666 h 550661"/>
                <a:gd name="connsiteX503" fmla="*/ 125120 w 743993"/>
                <a:gd name="connsiteY503" fmla="*/ 232352 h 550661"/>
                <a:gd name="connsiteX504" fmla="*/ 127811 w 743993"/>
                <a:gd name="connsiteY504" fmla="*/ 235038 h 550661"/>
                <a:gd name="connsiteX505" fmla="*/ 127811 w 743993"/>
                <a:gd name="connsiteY505" fmla="*/ 239068 h 550661"/>
                <a:gd name="connsiteX506" fmla="*/ 126465 w 743993"/>
                <a:gd name="connsiteY506" fmla="*/ 241754 h 550661"/>
                <a:gd name="connsiteX507" fmla="*/ 130501 w 743993"/>
                <a:gd name="connsiteY507" fmla="*/ 247126 h 550661"/>
                <a:gd name="connsiteX508" fmla="*/ 130501 w 743993"/>
                <a:gd name="connsiteY508" fmla="*/ 253841 h 550661"/>
                <a:gd name="connsiteX509" fmla="*/ 127811 w 743993"/>
                <a:gd name="connsiteY509" fmla="*/ 257871 h 550661"/>
                <a:gd name="connsiteX510" fmla="*/ 129156 w 743993"/>
                <a:gd name="connsiteY510" fmla="*/ 261900 h 550661"/>
                <a:gd name="connsiteX511" fmla="*/ 133192 w 743993"/>
                <a:gd name="connsiteY511" fmla="*/ 267272 h 550661"/>
                <a:gd name="connsiteX512" fmla="*/ 137228 w 743993"/>
                <a:gd name="connsiteY512" fmla="*/ 269959 h 550661"/>
                <a:gd name="connsiteX513" fmla="*/ 138574 w 743993"/>
                <a:gd name="connsiteY513" fmla="*/ 272645 h 550661"/>
                <a:gd name="connsiteX514" fmla="*/ 139919 w 743993"/>
                <a:gd name="connsiteY514" fmla="*/ 272645 h 550661"/>
                <a:gd name="connsiteX515" fmla="*/ 139919 w 743993"/>
                <a:gd name="connsiteY515" fmla="*/ 268615 h 550661"/>
                <a:gd name="connsiteX516" fmla="*/ 141265 w 743993"/>
                <a:gd name="connsiteY516" fmla="*/ 267272 h 550661"/>
                <a:gd name="connsiteX517" fmla="*/ 143955 w 743993"/>
                <a:gd name="connsiteY517" fmla="*/ 268615 h 550661"/>
                <a:gd name="connsiteX518" fmla="*/ 146646 w 743993"/>
                <a:gd name="connsiteY518" fmla="*/ 272645 h 550661"/>
                <a:gd name="connsiteX519" fmla="*/ 147991 w 743993"/>
                <a:gd name="connsiteY519" fmla="*/ 275331 h 550661"/>
                <a:gd name="connsiteX520" fmla="*/ 152028 w 743993"/>
                <a:gd name="connsiteY520" fmla="*/ 278017 h 550661"/>
                <a:gd name="connsiteX521" fmla="*/ 153373 w 743993"/>
                <a:gd name="connsiteY521" fmla="*/ 283389 h 550661"/>
                <a:gd name="connsiteX522" fmla="*/ 156064 w 743993"/>
                <a:gd name="connsiteY522" fmla="*/ 284732 h 550661"/>
                <a:gd name="connsiteX523" fmla="*/ 157409 w 743993"/>
                <a:gd name="connsiteY523" fmla="*/ 290105 h 550661"/>
                <a:gd name="connsiteX524" fmla="*/ 160100 w 743993"/>
                <a:gd name="connsiteY524" fmla="*/ 291448 h 550661"/>
                <a:gd name="connsiteX525" fmla="*/ 160100 w 743993"/>
                <a:gd name="connsiteY525" fmla="*/ 298163 h 550661"/>
                <a:gd name="connsiteX526" fmla="*/ 156064 w 743993"/>
                <a:gd name="connsiteY526" fmla="*/ 306222 h 550661"/>
                <a:gd name="connsiteX527" fmla="*/ 147991 w 743993"/>
                <a:gd name="connsiteY527" fmla="*/ 308908 h 550661"/>
                <a:gd name="connsiteX528" fmla="*/ 145301 w 743993"/>
                <a:gd name="connsiteY528" fmla="*/ 307565 h 550661"/>
                <a:gd name="connsiteX529" fmla="*/ 142610 w 743993"/>
                <a:gd name="connsiteY529" fmla="*/ 302192 h 550661"/>
                <a:gd name="connsiteX530" fmla="*/ 142610 w 743993"/>
                <a:gd name="connsiteY530" fmla="*/ 298163 h 550661"/>
                <a:gd name="connsiteX531" fmla="*/ 138574 w 743993"/>
                <a:gd name="connsiteY531" fmla="*/ 296820 h 550661"/>
                <a:gd name="connsiteX532" fmla="*/ 138574 w 743993"/>
                <a:gd name="connsiteY532" fmla="*/ 290105 h 550661"/>
                <a:gd name="connsiteX533" fmla="*/ 135883 w 743993"/>
                <a:gd name="connsiteY533" fmla="*/ 286075 h 550661"/>
                <a:gd name="connsiteX534" fmla="*/ 130501 w 743993"/>
                <a:gd name="connsiteY534" fmla="*/ 286075 h 550661"/>
                <a:gd name="connsiteX535" fmla="*/ 126465 w 743993"/>
                <a:gd name="connsiteY535" fmla="*/ 280703 h 550661"/>
                <a:gd name="connsiteX536" fmla="*/ 125120 w 743993"/>
                <a:gd name="connsiteY536" fmla="*/ 276674 h 550661"/>
                <a:gd name="connsiteX537" fmla="*/ 121084 w 743993"/>
                <a:gd name="connsiteY537" fmla="*/ 275331 h 550661"/>
                <a:gd name="connsiteX538" fmla="*/ 110321 w 743993"/>
                <a:gd name="connsiteY538" fmla="*/ 263243 h 550661"/>
                <a:gd name="connsiteX539" fmla="*/ 107630 w 743993"/>
                <a:gd name="connsiteY539" fmla="*/ 259214 h 550661"/>
                <a:gd name="connsiteX540" fmla="*/ 102249 w 743993"/>
                <a:gd name="connsiteY540" fmla="*/ 257871 h 550661"/>
                <a:gd name="connsiteX541" fmla="*/ 100903 w 743993"/>
                <a:gd name="connsiteY541" fmla="*/ 253841 h 550661"/>
                <a:gd name="connsiteX542" fmla="*/ 98212 w 743993"/>
                <a:gd name="connsiteY542" fmla="*/ 253841 h 550661"/>
                <a:gd name="connsiteX543" fmla="*/ 94176 w 743993"/>
                <a:gd name="connsiteY543" fmla="*/ 249812 h 550661"/>
                <a:gd name="connsiteX544" fmla="*/ 92831 w 743993"/>
                <a:gd name="connsiteY544" fmla="*/ 245783 h 550661"/>
                <a:gd name="connsiteX545" fmla="*/ 96867 w 743993"/>
                <a:gd name="connsiteY545" fmla="*/ 239068 h 550661"/>
                <a:gd name="connsiteX546" fmla="*/ 99558 w 743993"/>
                <a:gd name="connsiteY546" fmla="*/ 231009 h 550661"/>
                <a:gd name="connsiteX547" fmla="*/ 98212 w 743993"/>
                <a:gd name="connsiteY547" fmla="*/ 220265 h 550661"/>
                <a:gd name="connsiteX548" fmla="*/ 95522 w 743993"/>
                <a:gd name="connsiteY548" fmla="*/ 209520 h 550661"/>
                <a:gd name="connsiteX549" fmla="*/ 92831 w 743993"/>
                <a:gd name="connsiteY549" fmla="*/ 206834 h 550661"/>
                <a:gd name="connsiteX550" fmla="*/ 90140 w 743993"/>
                <a:gd name="connsiteY550" fmla="*/ 206834 h 550661"/>
                <a:gd name="connsiteX551" fmla="*/ 86104 w 743993"/>
                <a:gd name="connsiteY551" fmla="*/ 205491 h 550661"/>
                <a:gd name="connsiteX552" fmla="*/ 76686 w 743993"/>
                <a:gd name="connsiteY552" fmla="*/ 196089 h 550661"/>
                <a:gd name="connsiteX553" fmla="*/ 75341 w 743993"/>
                <a:gd name="connsiteY553" fmla="*/ 188031 h 550661"/>
                <a:gd name="connsiteX554" fmla="*/ 78032 w 743993"/>
                <a:gd name="connsiteY554" fmla="*/ 184002 h 550661"/>
                <a:gd name="connsiteX555" fmla="*/ 75341 w 743993"/>
                <a:gd name="connsiteY555" fmla="*/ 184002 h 550661"/>
                <a:gd name="connsiteX556" fmla="*/ 71305 w 743993"/>
                <a:gd name="connsiteY556" fmla="*/ 189374 h 550661"/>
                <a:gd name="connsiteX557" fmla="*/ 67269 w 743993"/>
                <a:gd name="connsiteY557" fmla="*/ 189374 h 550661"/>
                <a:gd name="connsiteX558" fmla="*/ 64578 w 743993"/>
                <a:gd name="connsiteY558" fmla="*/ 190717 h 550661"/>
                <a:gd name="connsiteX559" fmla="*/ 61887 w 743993"/>
                <a:gd name="connsiteY559" fmla="*/ 186688 h 550661"/>
                <a:gd name="connsiteX560" fmla="*/ 63233 w 743993"/>
                <a:gd name="connsiteY560" fmla="*/ 185345 h 550661"/>
                <a:gd name="connsiteX561" fmla="*/ 59197 w 743993"/>
                <a:gd name="connsiteY561" fmla="*/ 184002 h 550661"/>
                <a:gd name="connsiteX562" fmla="*/ 56506 w 743993"/>
                <a:gd name="connsiteY562" fmla="*/ 184002 h 550661"/>
                <a:gd name="connsiteX563" fmla="*/ 56506 w 743993"/>
                <a:gd name="connsiteY563" fmla="*/ 181315 h 550661"/>
                <a:gd name="connsiteX564" fmla="*/ 49779 w 743993"/>
                <a:gd name="connsiteY564" fmla="*/ 178629 h 550661"/>
                <a:gd name="connsiteX565" fmla="*/ 45743 w 743993"/>
                <a:gd name="connsiteY565" fmla="*/ 177286 h 550661"/>
                <a:gd name="connsiteX566" fmla="*/ 43052 w 743993"/>
                <a:gd name="connsiteY566" fmla="*/ 171914 h 550661"/>
                <a:gd name="connsiteX567" fmla="*/ 43052 w 743993"/>
                <a:gd name="connsiteY567" fmla="*/ 166541 h 550661"/>
                <a:gd name="connsiteX568" fmla="*/ 37670 w 743993"/>
                <a:gd name="connsiteY568" fmla="*/ 165199 h 550661"/>
                <a:gd name="connsiteX569" fmla="*/ 32289 w 743993"/>
                <a:gd name="connsiteY569" fmla="*/ 158483 h 550661"/>
                <a:gd name="connsiteX570" fmla="*/ 33634 w 743993"/>
                <a:gd name="connsiteY570" fmla="*/ 157140 h 550661"/>
                <a:gd name="connsiteX571" fmla="*/ 40361 w 743993"/>
                <a:gd name="connsiteY571" fmla="*/ 155797 h 550661"/>
                <a:gd name="connsiteX572" fmla="*/ 44397 w 743993"/>
                <a:gd name="connsiteY572" fmla="*/ 157140 h 550661"/>
                <a:gd name="connsiteX573" fmla="*/ 51124 w 743993"/>
                <a:gd name="connsiteY573" fmla="*/ 158483 h 550661"/>
                <a:gd name="connsiteX574" fmla="*/ 55160 w 743993"/>
                <a:gd name="connsiteY574" fmla="*/ 161169 h 550661"/>
                <a:gd name="connsiteX575" fmla="*/ 56506 w 743993"/>
                <a:gd name="connsiteY575" fmla="*/ 158483 h 550661"/>
                <a:gd name="connsiteX576" fmla="*/ 57851 w 743993"/>
                <a:gd name="connsiteY576" fmla="*/ 155797 h 550661"/>
                <a:gd name="connsiteX577" fmla="*/ 52470 w 743993"/>
                <a:gd name="connsiteY577" fmla="*/ 154454 h 550661"/>
                <a:gd name="connsiteX578" fmla="*/ 52470 w 743993"/>
                <a:gd name="connsiteY578" fmla="*/ 153111 h 550661"/>
                <a:gd name="connsiteX579" fmla="*/ 55160 w 743993"/>
                <a:gd name="connsiteY579" fmla="*/ 150425 h 550661"/>
                <a:gd name="connsiteX580" fmla="*/ 57851 w 743993"/>
                <a:gd name="connsiteY580" fmla="*/ 151768 h 550661"/>
                <a:gd name="connsiteX581" fmla="*/ 59197 w 743993"/>
                <a:gd name="connsiteY581" fmla="*/ 147738 h 550661"/>
                <a:gd name="connsiteX582" fmla="*/ 57851 w 743993"/>
                <a:gd name="connsiteY582" fmla="*/ 145052 h 550661"/>
                <a:gd name="connsiteX583" fmla="*/ 57851 w 743993"/>
                <a:gd name="connsiteY583" fmla="*/ 142366 h 550661"/>
                <a:gd name="connsiteX584" fmla="*/ 60542 w 743993"/>
                <a:gd name="connsiteY584" fmla="*/ 138337 h 550661"/>
                <a:gd name="connsiteX585" fmla="*/ 57851 w 743993"/>
                <a:gd name="connsiteY585" fmla="*/ 131622 h 550661"/>
                <a:gd name="connsiteX586" fmla="*/ 55160 w 743993"/>
                <a:gd name="connsiteY586" fmla="*/ 131622 h 550661"/>
                <a:gd name="connsiteX587" fmla="*/ 52470 w 743993"/>
                <a:gd name="connsiteY587" fmla="*/ 123563 h 550661"/>
                <a:gd name="connsiteX588" fmla="*/ 45743 w 743993"/>
                <a:gd name="connsiteY588" fmla="*/ 116848 h 550661"/>
                <a:gd name="connsiteX589" fmla="*/ 45743 w 743993"/>
                <a:gd name="connsiteY589" fmla="*/ 112818 h 550661"/>
                <a:gd name="connsiteX590" fmla="*/ 41707 w 743993"/>
                <a:gd name="connsiteY590" fmla="*/ 107446 h 550661"/>
                <a:gd name="connsiteX591" fmla="*/ 33634 w 743993"/>
                <a:gd name="connsiteY591" fmla="*/ 100731 h 550661"/>
                <a:gd name="connsiteX592" fmla="*/ 30944 w 743993"/>
                <a:gd name="connsiteY592" fmla="*/ 100731 h 550661"/>
                <a:gd name="connsiteX593" fmla="*/ 26908 w 743993"/>
                <a:gd name="connsiteY593" fmla="*/ 96702 h 550661"/>
                <a:gd name="connsiteX594" fmla="*/ 24217 w 743993"/>
                <a:gd name="connsiteY594" fmla="*/ 88643 h 550661"/>
                <a:gd name="connsiteX595" fmla="*/ 24217 w 743993"/>
                <a:gd name="connsiteY595" fmla="*/ 80585 h 550661"/>
                <a:gd name="connsiteX596" fmla="*/ 22871 w 743993"/>
                <a:gd name="connsiteY596" fmla="*/ 77899 h 550661"/>
                <a:gd name="connsiteX597" fmla="*/ 18835 w 743993"/>
                <a:gd name="connsiteY597" fmla="*/ 75212 h 550661"/>
                <a:gd name="connsiteX598" fmla="*/ 20181 w 743993"/>
                <a:gd name="connsiteY598" fmla="*/ 69840 h 550661"/>
                <a:gd name="connsiteX599" fmla="*/ 21526 w 743993"/>
                <a:gd name="connsiteY599" fmla="*/ 67154 h 550661"/>
                <a:gd name="connsiteX600" fmla="*/ 20181 w 743993"/>
                <a:gd name="connsiteY600" fmla="*/ 61782 h 550661"/>
                <a:gd name="connsiteX601" fmla="*/ 14799 w 743993"/>
                <a:gd name="connsiteY601" fmla="*/ 56409 h 550661"/>
                <a:gd name="connsiteX602" fmla="*/ 13454 w 743993"/>
                <a:gd name="connsiteY602" fmla="*/ 53723 h 550661"/>
                <a:gd name="connsiteX603" fmla="*/ 16144 w 743993"/>
                <a:gd name="connsiteY603" fmla="*/ 52380 h 550661"/>
                <a:gd name="connsiteX604" fmla="*/ 16144 w 743993"/>
                <a:gd name="connsiteY604" fmla="*/ 49694 h 550661"/>
                <a:gd name="connsiteX605" fmla="*/ 9418 w 743993"/>
                <a:gd name="connsiteY605" fmla="*/ 41635 h 550661"/>
                <a:gd name="connsiteX606" fmla="*/ 6727 w 743993"/>
                <a:gd name="connsiteY606" fmla="*/ 36263 h 550661"/>
                <a:gd name="connsiteX607" fmla="*/ 8072 w 743993"/>
                <a:gd name="connsiteY607" fmla="*/ 32234 h 550661"/>
                <a:gd name="connsiteX608" fmla="*/ 10763 w 743993"/>
                <a:gd name="connsiteY608" fmla="*/ 30891 h 550661"/>
                <a:gd name="connsiteX609" fmla="*/ 6727 w 743993"/>
                <a:gd name="connsiteY609" fmla="*/ 26862 h 550661"/>
                <a:gd name="connsiteX610" fmla="*/ 4036 w 743993"/>
                <a:gd name="connsiteY610" fmla="*/ 21489 h 550661"/>
                <a:gd name="connsiteX611" fmla="*/ 1345 w 743993"/>
                <a:gd name="connsiteY611" fmla="*/ 8059 h 550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</a:cxnLst>
              <a:rect l="l" t="t" r="r" b="b"/>
              <a:pathLst>
                <a:path w="743993" h="550661">
                  <a:moveTo>
                    <a:pt x="0" y="1343"/>
                  </a:moveTo>
                  <a:lnTo>
                    <a:pt x="61887" y="0"/>
                  </a:lnTo>
                  <a:lnTo>
                    <a:pt x="63233" y="2686"/>
                  </a:lnTo>
                  <a:lnTo>
                    <a:pt x="63233" y="5372"/>
                  </a:lnTo>
                  <a:lnTo>
                    <a:pt x="150682" y="45665"/>
                  </a:lnTo>
                  <a:lnTo>
                    <a:pt x="224678" y="47008"/>
                  </a:lnTo>
                  <a:lnTo>
                    <a:pt x="226023" y="37606"/>
                  </a:lnTo>
                  <a:lnTo>
                    <a:pt x="267730" y="38949"/>
                  </a:lnTo>
                  <a:lnTo>
                    <a:pt x="273111" y="41635"/>
                  </a:lnTo>
                  <a:lnTo>
                    <a:pt x="277148" y="48351"/>
                  </a:lnTo>
                  <a:lnTo>
                    <a:pt x="278493" y="51037"/>
                  </a:lnTo>
                  <a:lnTo>
                    <a:pt x="279838" y="53723"/>
                  </a:lnTo>
                  <a:lnTo>
                    <a:pt x="282529" y="53723"/>
                  </a:lnTo>
                  <a:lnTo>
                    <a:pt x="285220" y="56409"/>
                  </a:lnTo>
                  <a:lnTo>
                    <a:pt x="283874" y="59095"/>
                  </a:lnTo>
                  <a:lnTo>
                    <a:pt x="287911" y="60438"/>
                  </a:lnTo>
                  <a:lnTo>
                    <a:pt x="291947" y="64468"/>
                  </a:lnTo>
                  <a:lnTo>
                    <a:pt x="291947" y="65811"/>
                  </a:lnTo>
                  <a:lnTo>
                    <a:pt x="290601" y="68497"/>
                  </a:lnTo>
                  <a:lnTo>
                    <a:pt x="293292" y="69840"/>
                  </a:lnTo>
                  <a:lnTo>
                    <a:pt x="297328" y="71183"/>
                  </a:lnTo>
                  <a:lnTo>
                    <a:pt x="298674" y="75212"/>
                  </a:lnTo>
                  <a:lnTo>
                    <a:pt x="300019" y="81928"/>
                  </a:lnTo>
                  <a:lnTo>
                    <a:pt x="301364" y="83271"/>
                  </a:lnTo>
                  <a:lnTo>
                    <a:pt x="302710" y="83271"/>
                  </a:lnTo>
                  <a:lnTo>
                    <a:pt x="304055" y="85957"/>
                  </a:lnTo>
                  <a:lnTo>
                    <a:pt x="306746" y="88643"/>
                  </a:lnTo>
                  <a:lnTo>
                    <a:pt x="306746" y="92672"/>
                  </a:lnTo>
                  <a:lnTo>
                    <a:pt x="305401" y="94015"/>
                  </a:lnTo>
                  <a:lnTo>
                    <a:pt x="302710" y="94015"/>
                  </a:lnTo>
                  <a:lnTo>
                    <a:pt x="302710" y="95359"/>
                  </a:lnTo>
                  <a:lnTo>
                    <a:pt x="306746" y="102074"/>
                  </a:lnTo>
                  <a:lnTo>
                    <a:pt x="310782" y="106103"/>
                  </a:lnTo>
                  <a:lnTo>
                    <a:pt x="312127" y="108789"/>
                  </a:lnTo>
                  <a:lnTo>
                    <a:pt x="312127" y="110132"/>
                  </a:lnTo>
                  <a:lnTo>
                    <a:pt x="313473" y="110132"/>
                  </a:lnTo>
                  <a:lnTo>
                    <a:pt x="314818" y="112818"/>
                  </a:lnTo>
                  <a:lnTo>
                    <a:pt x="317509" y="112818"/>
                  </a:lnTo>
                  <a:lnTo>
                    <a:pt x="318854" y="114162"/>
                  </a:lnTo>
                  <a:lnTo>
                    <a:pt x="320200" y="115505"/>
                  </a:lnTo>
                  <a:lnTo>
                    <a:pt x="320200" y="116848"/>
                  </a:lnTo>
                  <a:lnTo>
                    <a:pt x="322890" y="119534"/>
                  </a:lnTo>
                  <a:lnTo>
                    <a:pt x="325581" y="119534"/>
                  </a:lnTo>
                  <a:lnTo>
                    <a:pt x="330963" y="122220"/>
                  </a:lnTo>
                  <a:lnTo>
                    <a:pt x="330963" y="123563"/>
                  </a:lnTo>
                  <a:lnTo>
                    <a:pt x="336344" y="124906"/>
                  </a:lnTo>
                  <a:lnTo>
                    <a:pt x="340380" y="127592"/>
                  </a:lnTo>
                  <a:lnTo>
                    <a:pt x="343071" y="128935"/>
                  </a:lnTo>
                  <a:lnTo>
                    <a:pt x="344416" y="130278"/>
                  </a:lnTo>
                  <a:lnTo>
                    <a:pt x="347107" y="128935"/>
                  </a:lnTo>
                  <a:lnTo>
                    <a:pt x="348453" y="127592"/>
                  </a:lnTo>
                  <a:lnTo>
                    <a:pt x="351143" y="123563"/>
                  </a:lnTo>
                  <a:lnTo>
                    <a:pt x="353834" y="123563"/>
                  </a:lnTo>
                  <a:lnTo>
                    <a:pt x="355179" y="120877"/>
                  </a:lnTo>
                  <a:lnTo>
                    <a:pt x="353834" y="119534"/>
                  </a:lnTo>
                  <a:lnTo>
                    <a:pt x="356525" y="116848"/>
                  </a:lnTo>
                  <a:lnTo>
                    <a:pt x="360561" y="110132"/>
                  </a:lnTo>
                  <a:lnTo>
                    <a:pt x="363252" y="107446"/>
                  </a:lnTo>
                  <a:lnTo>
                    <a:pt x="365943" y="106103"/>
                  </a:lnTo>
                  <a:lnTo>
                    <a:pt x="367288" y="106103"/>
                  </a:lnTo>
                  <a:lnTo>
                    <a:pt x="368633" y="107446"/>
                  </a:lnTo>
                  <a:lnTo>
                    <a:pt x="369978" y="107446"/>
                  </a:lnTo>
                  <a:lnTo>
                    <a:pt x="371324" y="104760"/>
                  </a:lnTo>
                  <a:lnTo>
                    <a:pt x="376705" y="104760"/>
                  </a:lnTo>
                  <a:lnTo>
                    <a:pt x="380742" y="104760"/>
                  </a:lnTo>
                  <a:lnTo>
                    <a:pt x="386123" y="104760"/>
                  </a:lnTo>
                  <a:lnTo>
                    <a:pt x="387468" y="106103"/>
                  </a:lnTo>
                  <a:lnTo>
                    <a:pt x="388814" y="107446"/>
                  </a:lnTo>
                  <a:lnTo>
                    <a:pt x="392850" y="106103"/>
                  </a:lnTo>
                  <a:lnTo>
                    <a:pt x="395541" y="107446"/>
                  </a:lnTo>
                  <a:lnTo>
                    <a:pt x="398231" y="111475"/>
                  </a:lnTo>
                  <a:lnTo>
                    <a:pt x="403613" y="115505"/>
                  </a:lnTo>
                  <a:lnTo>
                    <a:pt x="406304" y="122220"/>
                  </a:lnTo>
                  <a:lnTo>
                    <a:pt x="408995" y="127592"/>
                  </a:lnTo>
                  <a:lnTo>
                    <a:pt x="410340" y="130278"/>
                  </a:lnTo>
                  <a:lnTo>
                    <a:pt x="410340" y="134308"/>
                  </a:lnTo>
                  <a:lnTo>
                    <a:pt x="411685" y="139680"/>
                  </a:lnTo>
                  <a:lnTo>
                    <a:pt x="414376" y="141023"/>
                  </a:lnTo>
                  <a:lnTo>
                    <a:pt x="415721" y="145052"/>
                  </a:lnTo>
                  <a:lnTo>
                    <a:pt x="418412" y="154454"/>
                  </a:lnTo>
                  <a:lnTo>
                    <a:pt x="421103" y="155797"/>
                  </a:lnTo>
                  <a:lnTo>
                    <a:pt x="422448" y="159826"/>
                  </a:lnTo>
                  <a:lnTo>
                    <a:pt x="426484" y="161169"/>
                  </a:lnTo>
                  <a:lnTo>
                    <a:pt x="427830" y="166541"/>
                  </a:lnTo>
                  <a:lnTo>
                    <a:pt x="430520" y="170571"/>
                  </a:lnTo>
                  <a:lnTo>
                    <a:pt x="434557" y="174600"/>
                  </a:lnTo>
                  <a:lnTo>
                    <a:pt x="433211" y="179972"/>
                  </a:lnTo>
                  <a:lnTo>
                    <a:pt x="433211" y="184002"/>
                  </a:lnTo>
                  <a:lnTo>
                    <a:pt x="433211" y="185345"/>
                  </a:lnTo>
                  <a:lnTo>
                    <a:pt x="433211" y="188031"/>
                  </a:lnTo>
                  <a:lnTo>
                    <a:pt x="438593" y="202805"/>
                  </a:lnTo>
                  <a:lnTo>
                    <a:pt x="438593" y="209520"/>
                  </a:lnTo>
                  <a:lnTo>
                    <a:pt x="441283" y="212206"/>
                  </a:lnTo>
                  <a:lnTo>
                    <a:pt x="441283" y="212206"/>
                  </a:lnTo>
                  <a:lnTo>
                    <a:pt x="443974" y="213549"/>
                  </a:lnTo>
                  <a:lnTo>
                    <a:pt x="448010" y="213549"/>
                  </a:lnTo>
                  <a:lnTo>
                    <a:pt x="450701" y="214892"/>
                  </a:lnTo>
                  <a:lnTo>
                    <a:pt x="454737" y="218922"/>
                  </a:lnTo>
                  <a:lnTo>
                    <a:pt x="464155" y="222951"/>
                  </a:lnTo>
                  <a:lnTo>
                    <a:pt x="468191" y="224294"/>
                  </a:lnTo>
                  <a:lnTo>
                    <a:pt x="473573" y="225637"/>
                  </a:lnTo>
                  <a:lnTo>
                    <a:pt x="474918" y="229666"/>
                  </a:lnTo>
                  <a:lnTo>
                    <a:pt x="477609" y="229666"/>
                  </a:lnTo>
                  <a:lnTo>
                    <a:pt x="476263" y="233695"/>
                  </a:lnTo>
                  <a:lnTo>
                    <a:pt x="480300" y="231009"/>
                  </a:lnTo>
                  <a:lnTo>
                    <a:pt x="481645" y="222951"/>
                  </a:lnTo>
                  <a:lnTo>
                    <a:pt x="485681" y="220265"/>
                  </a:lnTo>
                  <a:lnTo>
                    <a:pt x="484335" y="222951"/>
                  </a:lnTo>
                  <a:lnTo>
                    <a:pt x="484335" y="229666"/>
                  </a:lnTo>
                  <a:lnTo>
                    <a:pt x="481645" y="232352"/>
                  </a:lnTo>
                  <a:lnTo>
                    <a:pt x="480300" y="237725"/>
                  </a:lnTo>
                  <a:lnTo>
                    <a:pt x="476263" y="243097"/>
                  </a:lnTo>
                  <a:lnTo>
                    <a:pt x="476263" y="247126"/>
                  </a:lnTo>
                  <a:lnTo>
                    <a:pt x="472227" y="248469"/>
                  </a:lnTo>
                  <a:lnTo>
                    <a:pt x="473573" y="245783"/>
                  </a:lnTo>
                  <a:lnTo>
                    <a:pt x="474918" y="240411"/>
                  </a:lnTo>
                  <a:lnTo>
                    <a:pt x="469536" y="240411"/>
                  </a:lnTo>
                  <a:lnTo>
                    <a:pt x="469536" y="247126"/>
                  </a:lnTo>
                  <a:lnTo>
                    <a:pt x="466846" y="251155"/>
                  </a:lnTo>
                  <a:lnTo>
                    <a:pt x="470882" y="253841"/>
                  </a:lnTo>
                  <a:lnTo>
                    <a:pt x="469536" y="256528"/>
                  </a:lnTo>
                  <a:lnTo>
                    <a:pt x="466846" y="264586"/>
                  </a:lnTo>
                  <a:lnTo>
                    <a:pt x="464155" y="267272"/>
                  </a:lnTo>
                  <a:lnTo>
                    <a:pt x="464155" y="272645"/>
                  </a:lnTo>
                  <a:lnTo>
                    <a:pt x="466846" y="275331"/>
                  </a:lnTo>
                  <a:lnTo>
                    <a:pt x="464155" y="279360"/>
                  </a:lnTo>
                  <a:lnTo>
                    <a:pt x="465500" y="282046"/>
                  </a:lnTo>
                  <a:lnTo>
                    <a:pt x="461464" y="295477"/>
                  </a:lnTo>
                  <a:lnTo>
                    <a:pt x="464155" y="303535"/>
                  </a:lnTo>
                  <a:lnTo>
                    <a:pt x="461464" y="315623"/>
                  </a:lnTo>
                  <a:lnTo>
                    <a:pt x="457428" y="320995"/>
                  </a:lnTo>
                  <a:lnTo>
                    <a:pt x="458773" y="325025"/>
                  </a:lnTo>
                  <a:lnTo>
                    <a:pt x="461464" y="334426"/>
                  </a:lnTo>
                  <a:lnTo>
                    <a:pt x="460119" y="341141"/>
                  </a:lnTo>
                  <a:lnTo>
                    <a:pt x="466846" y="351886"/>
                  </a:lnTo>
                  <a:lnTo>
                    <a:pt x="466846" y="358602"/>
                  </a:lnTo>
                  <a:lnTo>
                    <a:pt x="465500" y="359945"/>
                  </a:lnTo>
                  <a:lnTo>
                    <a:pt x="464155" y="351886"/>
                  </a:lnTo>
                  <a:lnTo>
                    <a:pt x="458773" y="343828"/>
                  </a:lnTo>
                  <a:lnTo>
                    <a:pt x="458773" y="349200"/>
                  </a:lnTo>
                  <a:lnTo>
                    <a:pt x="461464" y="353229"/>
                  </a:lnTo>
                  <a:lnTo>
                    <a:pt x="465500" y="363974"/>
                  </a:lnTo>
                  <a:lnTo>
                    <a:pt x="466846" y="366660"/>
                  </a:lnTo>
                  <a:lnTo>
                    <a:pt x="464155" y="370689"/>
                  </a:lnTo>
                  <a:lnTo>
                    <a:pt x="468191" y="374718"/>
                  </a:lnTo>
                  <a:lnTo>
                    <a:pt x="468191" y="380091"/>
                  </a:lnTo>
                  <a:lnTo>
                    <a:pt x="482990" y="396208"/>
                  </a:lnTo>
                  <a:lnTo>
                    <a:pt x="485681" y="401580"/>
                  </a:lnTo>
                  <a:lnTo>
                    <a:pt x="489717" y="408295"/>
                  </a:lnTo>
                  <a:lnTo>
                    <a:pt x="489717" y="412325"/>
                  </a:lnTo>
                  <a:lnTo>
                    <a:pt x="491062" y="416354"/>
                  </a:lnTo>
                  <a:lnTo>
                    <a:pt x="501825" y="429785"/>
                  </a:lnTo>
                  <a:lnTo>
                    <a:pt x="505862" y="432471"/>
                  </a:lnTo>
                  <a:lnTo>
                    <a:pt x="507207" y="432471"/>
                  </a:lnTo>
                  <a:lnTo>
                    <a:pt x="515279" y="432471"/>
                  </a:lnTo>
                  <a:lnTo>
                    <a:pt x="516625" y="435157"/>
                  </a:lnTo>
                  <a:lnTo>
                    <a:pt x="524697" y="437843"/>
                  </a:lnTo>
                  <a:lnTo>
                    <a:pt x="530078" y="445902"/>
                  </a:lnTo>
                  <a:lnTo>
                    <a:pt x="531424" y="452617"/>
                  </a:lnTo>
                  <a:lnTo>
                    <a:pt x="538151" y="449931"/>
                  </a:lnTo>
                  <a:lnTo>
                    <a:pt x="547568" y="447245"/>
                  </a:lnTo>
                  <a:lnTo>
                    <a:pt x="548914" y="449931"/>
                  </a:lnTo>
                  <a:lnTo>
                    <a:pt x="552950" y="449931"/>
                  </a:lnTo>
                  <a:lnTo>
                    <a:pt x="563713" y="444559"/>
                  </a:lnTo>
                  <a:lnTo>
                    <a:pt x="565058" y="441872"/>
                  </a:lnTo>
                  <a:lnTo>
                    <a:pt x="574476" y="441872"/>
                  </a:lnTo>
                  <a:lnTo>
                    <a:pt x="579857" y="440529"/>
                  </a:lnTo>
                  <a:lnTo>
                    <a:pt x="585239" y="437843"/>
                  </a:lnTo>
                  <a:lnTo>
                    <a:pt x="591966" y="436500"/>
                  </a:lnTo>
                  <a:lnTo>
                    <a:pt x="597347" y="439186"/>
                  </a:lnTo>
                  <a:lnTo>
                    <a:pt x="598693" y="435157"/>
                  </a:lnTo>
                  <a:lnTo>
                    <a:pt x="606765" y="437843"/>
                  </a:lnTo>
                  <a:lnTo>
                    <a:pt x="601383" y="440529"/>
                  </a:lnTo>
                  <a:lnTo>
                    <a:pt x="600038" y="443215"/>
                  </a:lnTo>
                  <a:lnTo>
                    <a:pt x="606765" y="445902"/>
                  </a:lnTo>
                  <a:lnTo>
                    <a:pt x="609456" y="448588"/>
                  </a:lnTo>
                  <a:lnTo>
                    <a:pt x="610801" y="445902"/>
                  </a:lnTo>
                  <a:lnTo>
                    <a:pt x="613492" y="445902"/>
                  </a:lnTo>
                  <a:lnTo>
                    <a:pt x="618873" y="440529"/>
                  </a:lnTo>
                  <a:lnTo>
                    <a:pt x="618873" y="432471"/>
                  </a:lnTo>
                  <a:lnTo>
                    <a:pt x="620219" y="428441"/>
                  </a:lnTo>
                  <a:lnTo>
                    <a:pt x="614837" y="431128"/>
                  </a:lnTo>
                  <a:lnTo>
                    <a:pt x="613492" y="431128"/>
                  </a:lnTo>
                  <a:lnTo>
                    <a:pt x="625600" y="424412"/>
                  </a:lnTo>
                  <a:lnTo>
                    <a:pt x="629636" y="423069"/>
                  </a:lnTo>
                  <a:lnTo>
                    <a:pt x="635018" y="417697"/>
                  </a:lnTo>
                  <a:lnTo>
                    <a:pt x="635018" y="408295"/>
                  </a:lnTo>
                  <a:lnTo>
                    <a:pt x="644435" y="398894"/>
                  </a:lnTo>
                  <a:lnTo>
                    <a:pt x="643090" y="396208"/>
                  </a:lnTo>
                  <a:lnTo>
                    <a:pt x="644435" y="380091"/>
                  </a:lnTo>
                  <a:lnTo>
                    <a:pt x="653853" y="369346"/>
                  </a:lnTo>
                  <a:lnTo>
                    <a:pt x="649817" y="369346"/>
                  </a:lnTo>
                  <a:lnTo>
                    <a:pt x="649817" y="365317"/>
                  </a:lnTo>
                  <a:lnTo>
                    <a:pt x="665961" y="361288"/>
                  </a:lnTo>
                  <a:lnTo>
                    <a:pt x="688833" y="361288"/>
                  </a:lnTo>
                  <a:lnTo>
                    <a:pt x="692869" y="355915"/>
                  </a:lnTo>
                  <a:lnTo>
                    <a:pt x="698251" y="355915"/>
                  </a:lnTo>
                  <a:lnTo>
                    <a:pt x="700941" y="357259"/>
                  </a:lnTo>
                  <a:lnTo>
                    <a:pt x="707668" y="354572"/>
                  </a:lnTo>
                  <a:lnTo>
                    <a:pt x="706323" y="351886"/>
                  </a:lnTo>
                  <a:lnTo>
                    <a:pt x="717086" y="351886"/>
                  </a:lnTo>
                  <a:lnTo>
                    <a:pt x="729194" y="354572"/>
                  </a:lnTo>
                  <a:lnTo>
                    <a:pt x="731885" y="354572"/>
                  </a:lnTo>
                  <a:lnTo>
                    <a:pt x="730539" y="350543"/>
                  </a:lnTo>
                  <a:lnTo>
                    <a:pt x="735921" y="350543"/>
                  </a:lnTo>
                  <a:lnTo>
                    <a:pt x="742648" y="359945"/>
                  </a:lnTo>
                  <a:lnTo>
                    <a:pt x="743993" y="365317"/>
                  </a:lnTo>
                  <a:lnTo>
                    <a:pt x="739957" y="372032"/>
                  </a:lnTo>
                  <a:lnTo>
                    <a:pt x="733230" y="381434"/>
                  </a:lnTo>
                  <a:lnTo>
                    <a:pt x="722467" y="392178"/>
                  </a:lnTo>
                  <a:lnTo>
                    <a:pt x="719776" y="396208"/>
                  </a:lnTo>
                  <a:lnTo>
                    <a:pt x="719776" y="402923"/>
                  </a:lnTo>
                  <a:lnTo>
                    <a:pt x="714395" y="405609"/>
                  </a:lnTo>
                  <a:lnTo>
                    <a:pt x="713050" y="408295"/>
                  </a:lnTo>
                  <a:lnTo>
                    <a:pt x="715740" y="410982"/>
                  </a:lnTo>
                  <a:lnTo>
                    <a:pt x="719776" y="410982"/>
                  </a:lnTo>
                  <a:lnTo>
                    <a:pt x="719776" y="415011"/>
                  </a:lnTo>
                  <a:lnTo>
                    <a:pt x="713050" y="420383"/>
                  </a:lnTo>
                  <a:lnTo>
                    <a:pt x="713050" y="423069"/>
                  </a:lnTo>
                  <a:lnTo>
                    <a:pt x="715740" y="424412"/>
                  </a:lnTo>
                  <a:lnTo>
                    <a:pt x="718431" y="421726"/>
                  </a:lnTo>
                  <a:lnTo>
                    <a:pt x="721122" y="420383"/>
                  </a:lnTo>
                  <a:lnTo>
                    <a:pt x="718431" y="424412"/>
                  </a:lnTo>
                  <a:lnTo>
                    <a:pt x="714395" y="441872"/>
                  </a:lnTo>
                  <a:lnTo>
                    <a:pt x="709014" y="449931"/>
                  </a:lnTo>
                  <a:lnTo>
                    <a:pt x="709014" y="451274"/>
                  </a:lnTo>
                  <a:lnTo>
                    <a:pt x="706323" y="445902"/>
                  </a:lnTo>
                  <a:lnTo>
                    <a:pt x="700941" y="441872"/>
                  </a:lnTo>
                  <a:lnTo>
                    <a:pt x="699596" y="440529"/>
                  </a:lnTo>
                  <a:lnTo>
                    <a:pt x="702287" y="439186"/>
                  </a:lnTo>
                  <a:lnTo>
                    <a:pt x="703632" y="433814"/>
                  </a:lnTo>
                  <a:lnTo>
                    <a:pt x="699596" y="433814"/>
                  </a:lnTo>
                  <a:lnTo>
                    <a:pt x="694214" y="440529"/>
                  </a:lnTo>
                  <a:lnTo>
                    <a:pt x="690178" y="444559"/>
                  </a:lnTo>
                  <a:lnTo>
                    <a:pt x="690178" y="444559"/>
                  </a:lnTo>
                  <a:lnTo>
                    <a:pt x="688833" y="444559"/>
                  </a:lnTo>
                  <a:lnTo>
                    <a:pt x="684797" y="445902"/>
                  </a:lnTo>
                  <a:lnTo>
                    <a:pt x="684797" y="448588"/>
                  </a:lnTo>
                  <a:lnTo>
                    <a:pt x="683451" y="451274"/>
                  </a:lnTo>
                  <a:lnTo>
                    <a:pt x="679415" y="456646"/>
                  </a:lnTo>
                  <a:lnTo>
                    <a:pt x="679415" y="457989"/>
                  </a:lnTo>
                  <a:lnTo>
                    <a:pt x="678070" y="457989"/>
                  </a:lnTo>
                  <a:lnTo>
                    <a:pt x="676724" y="459332"/>
                  </a:lnTo>
                  <a:lnTo>
                    <a:pt x="675379" y="457989"/>
                  </a:lnTo>
                  <a:lnTo>
                    <a:pt x="675379" y="456646"/>
                  </a:lnTo>
                  <a:lnTo>
                    <a:pt x="671343" y="456646"/>
                  </a:lnTo>
                  <a:lnTo>
                    <a:pt x="668652" y="457989"/>
                  </a:lnTo>
                  <a:lnTo>
                    <a:pt x="668652" y="462018"/>
                  </a:lnTo>
                  <a:lnTo>
                    <a:pt x="622909" y="460675"/>
                  </a:lnTo>
                  <a:lnTo>
                    <a:pt x="621564" y="475449"/>
                  </a:lnTo>
                  <a:lnTo>
                    <a:pt x="610801" y="475449"/>
                  </a:lnTo>
                  <a:lnTo>
                    <a:pt x="614837" y="479478"/>
                  </a:lnTo>
                  <a:lnTo>
                    <a:pt x="616182" y="482165"/>
                  </a:lnTo>
                  <a:lnTo>
                    <a:pt x="620219" y="486194"/>
                  </a:lnTo>
                  <a:lnTo>
                    <a:pt x="624255" y="488880"/>
                  </a:lnTo>
                  <a:lnTo>
                    <a:pt x="628291" y="488880"/>
                  </a:lnTo>
                  <a:lnTo>
                    <a:pt x="629636" y="492909"/>
                  </a:lnTo>
                  <a:lnTo>
                    <a:pt x="629636" y="496938"/>
                  </a:lnTo>
                  <a:lnTo>
                    <a:pt x="632327" y="498282"/>
                  </a:lnTo>
                  <a:lnTo>
                    <a:pt x="636363" y="498282"/>
                  </a:lnTo>
                  <a:lnTo>
                    <a:pt x="639054" y="500968"/>
                  </a:lnTo>
                  <a:lnTo>
                    <a:pt x="639054" y="503654"/>
                  </a:lnTo>
                  <a:lnTo>
                    <a:pt x="636363" y="506340"/>
                  </a:lnTo>
                  <a:lnTo>
                    <a:pt x="604074" y="507683"/>
                  </a:lnTo>
                  <a:lnTo>
                    <a:pt x="587930" y="531859"/>
                  </a:lnTo>
                  <a:lnTo>
                    <a:pt x="587930" y="535888"/>
                  </a:lnTo>
                  <a:lnTo>
                    <a:pt x="589275" y="537231"/>
                  </a:lnTo>
                  <a:lnTo>
                    <a:pt x="587930" y="539917"/>
                  </a:lnTo>
                  <a:lnTo>
                    <a:pt x="589275" y="541260"/>
                  </a:lnTo>
                  <a:lnTo>
                    <a:pt x="590620" y="542603"/>
                  </a:lnTo>
                  <a:lnTo>
                    <a:pt x="589275" y="545289"/>
                  </a:lnTo>
                  <a:lnTo>
                    <a:pt x="587930" y="546632"/>
                  </a:lnTo>
                  <a:lnTo>
                    <a:pt x="586584" y="549318"/>
                  </a:lnTo>
                  <a:lnTo>
                    <a:pt x="585239" y="550662"/>
                  </a:lnTo>
                  <a:lnTo>
                    <a:pt x="581203" y="545289"/>
                  </a:lnTo>
                  <a:lnTo>
                    <a:pt x="574476" y="539917"/>
                  </a:lnTo>
                  <a:lnTo>
                    <a:pt x="573130" y="535888"/>
                  </a:lnTo>
                  <a:lnTo>
                    <a:pt x="567749" y="534545"/>
                  </a:lnTo>
                  <a:lnTo>
                    <a:pt x="550259" y="519771"/>
                  </a:lnTo>
                  <a:lnTo>
                    <a:pt x="547568" y="517085"/>
                  </a:lnTo>
                  <a:lnTo>
                    <a:pt x="547568" y="514399"/>
                  </a:lnTo>
                  <a:lnTo>
                    <a:pt x="543532" y="509026"/>
                  </a:lnTo>
                  <a:lnTo>
                    <a:pt x="538151" y="504997"/>
                  </a:lnTo>
                  <a:lnTo>
                    <a:pt x="534115" y="503654"/>
                  </a:lnTo>
                  <a:lnTo>
                    <a:pt x="532769" y="503654"/>
                  </a:lnTo>
                  <a:lnTo>
                    <a:pt x="531424" y="503654"/>
                  </a:lnTo>
                  <a:lnTo>
                    <a:pt x="531424" y="504997"/>
                  </a:lnTo>
                  <a:lnTo>
                    <a:pt x="539496" y="509026"/>
                  </a:lnTo>
                  <a:lnTo>
                    <a:pt x="546223" y="514399"/>
                  </a:lnTo>
                  <a:lnTo>
                    <a:pt x="546223" y="515741"/>
                  </a:lnTo>
                  <a:lnTo>
                    <a:pt x="542187" y="513055"/>
                  </a:lnTo>
                  <a:lnTo>
                    <a:pt x="534115" y="507683"/>
                  </a:lnTo>
                  <a:lnTo>
                    <a:pt x="530078" y="506340"/>
                  </a:lnTo>
                  <a:lnTo>
                    <a:pt x="526042" y="506340"/>
                  </a:lnTo>
                  <a:lnTo>
                    <a:pt x="523352" y="504997"/>
                  </a:lnTo>
                  <a:lnTo>
                    <a:pt x="524697" y="504997"/>
                  </a:lnTo>
                  <a:lnTo>
                    <a:pt x="527388" y="503654"/>
                  </a:lnTo>
                  <a:lnTo>
                    <a:pt x="527388" y="502311"/>
                  </a:lnTo>
                  <a:lnTo>
                    <a:pt x="524697" y="502311"/>
                  </a:lnTo>
                  <a:lnTo>
                    <a:pt x="520661" y="503654"/>
                  </a:lnTo>
                  <a:lnTo>
                    <a:pt x="520661" y="500968"/>
                  </a:lnTo>
                  <a:lnTo>
                    <a:pt x="519315" y="499625"/>
                  </a:lnTo>
                  <a:lnTo>
                    <a:pt x="513934" y="503654"/>
                  </a:lnTo>
                  <a:lnTo>
                    <a:pt x="513934" y="504997"/>
                  </a:lnTo>
                  <a:lnTo>
                    <a:pt x="517970" y="504997"/>
                  </a:lnTo>
                  <a:lnTo>
                    <a:pt x="522006" y="506340"/>
                  </a:lnTo>
                  <a:lnTo>
                    <a:pt x="522006" y="507683"/>
                  </a:lnTo>
                  <a:lnTo>
                    <a:pt x="520661" y="507683"/>
                  </a:lnTo>
                  <a:lnTo>
                    <a:pt x="513934" y="507683"/>
                  </a:lnTo>
                  <a:lnTo>
                    <a:pt x="508552" y="509026"/>
                  </a:lnTo>
                  <a:lnTo>
                    <a:pt x="500480" y="513055"/>
                  </a:lnTo>
                  <a:lnTo>
                    <a:pt x="495099" y="514399"/>
                  </a:lnTo>
                  <a:lnTo>
                    <a:pt x="481645" y="519771"/>
                  </a:lnTo>
                  <a:lnTo>
                    <a:pt x="477609" y="519771"/>
                  </a:lnTo>
                  <a:lnTo>
                    <a:pt x="464155" y="515741"/>
                  </a:lnTo>
                  <a:lnTo>
                    <a:pt x="457428" y="511712"/>
                  </a:lnTo>
                  <a:lnTo>
                    <a:pt x="448010" y="511712"/>
                  </a:lnTo>
                  <a:lnTo>
                    <a:pt x="438593" y="507683"/>
                  </a:lnTo>
                  <a:lnTo>
                    <a:pt x="433211" y="504997"/>
                  </a:lnTo>
                  <a:lnTo>
                    <a:pt x="431866" y="504997"/>
                  </a:lnTo>
                  <a:lnTo>
                    <a:pt x="427830" y="504997"/>
                  </a:lnTo>
                  <a:lnTo>
                    <a:pt x="421103" y="502311"/>
                  </a:lnTo>
                  <a:lnTo>
                    <a:pt x="417067" y="495595"/>
                  </a:lnTo>
                  <a:lnTo>
                    <a:pt x="415721" y="495595"/>
                  </a:lnTo>
                  <a:lnTo>
                    <a:pt x="411685" y="496938"/>
                  </a:lnTo>
                  <a:lnTo>
                    <a:pt x="404958" y="494252"/>
                  </a:lnTo>
                  <a:lnTo>
                    <a:pt x="398231" y="492909"/>
                  </a:lnTo>
                  <a:lnTo>
                    <a:pt x="394195" y="487537"/>
                  </a:lnTo>
                  <a:lnTo>
                    <a:pt x="388814" y="484851"/>
                  </a:lnTo>
                  <a:lnTo>
                    <a:pt x="375360" y="482165"/>
                  </a:lnTo>
                  <a:lnTo>
                    <a:pt x="364597" y="478135"/>
                  </a:lnTo>
                  <a:lnTo>
                    <a:pt x="356525" y="470077"/>
                  </a:lnTo>
                  <a:lnTo>
                    <a:pt x="353834" y="470077"/>
                  </a:lnTo>
                  <a:lnTo>
                    <a:pt x="340380" y="457989"/>
                  </a:lnTo>
                  <a:lnTo>
                    <a:pt x="339035" y="455303"/>
                  </a:lnTo>
                  <a:lnTo>
                    <a:pt x="336344" y="455303"/>
                  </a:lnTo>
                  <a:lnTo>
                    <a:pt x="334999" y="456646"/>
                  </a:lnTo>
                  <a:lnTo>
                    <a:pt x="330963" y="456646"/>
                  </a:lnTo>
                  <a:lnTo>
                    <a:pt x="320200" y="452617"/>
                  </a:lnTo>
                  <a:lnTo>
                    <a:pt x="317509" y="452617"/>
                  </a:lnTo>
                  <a:lnTo>
                    <a:pt x="312127" y="449931"/>
                  </a:lnTo>
                  <a:lnTo>
                    <a:pt x="309437" y="451274"/>
                  </a:lnTo>
                  <a:lnTo>
                    <a:pt x="304055" y="448588"/>
                  </a:lnTo>
                  <a:lnTo>
                    <a:pt x="301364" y="443215"/>
                  </a:lnTo>
                  <a:lnTo>
                    <a:pt x="295983" y="436500"/>
                  </a:lnTo>
                  <a:lnTo>
                    <a:pt x="289256" y="429785"/>
                  </a:lnTo>
                  <a:lnTo>
                    <a:pt x="283874" y="428441"/>
                  </a:lnTo>
                  <a:lnTo>
                    <a:pt x="283874" y="425755"/>
                  </a:lnTo>
                  <a:lnTo>
                    <a:pt x="285220" y="421726"/>
                  </a:lnTo>
                  <a:lnTo>
                    <a:pt x="282529" y="421726"/>
                  </a:lnTo>
                  <a:lnTo>
                    <a:pt x="277148" y="423069"/>
                  </a:lnTo>
                  <a:lnTo>
                    <a:pt x="269075" y="420383"/>
                  </a:lnTo>
                  <a:lnTo>
                    <a:pt x="267730" y="417697"/>
                  </a:lnTo>
                  <a:lnTo>
                    <a:pt x="263694" y="417697"/>
                  </a:lnTo>
                  <a:lnTo>
                    <a:pt x="261003" y="416354"/>
                  </a:lnTo>
                  <a:lnTo>
                    <a:pt x="259658" y="409638"/>
                  </a:lnTo>
                  <a:lnTo>
                    <a:pt x="254276" y="402923"/>
                  </a:lnTo>
                  <a:lnTo>
                    <a:pt x="254276" y="398894"/>
                  </a:lnTo>
                  <a:lnTo>
                    <a:pt x="250240" y="396208"/>
                  </a:lnTo>
                  <a:lnTo>
                    <a:pt x="247549" y="386806"/>
                  </a:lnTo>
                  <a:lnTo>
                    <a:pt x="247549" y="384120"/>
                  </a:lnTo>
                  <a:lnTo>
                    <a:pt x="250240" y="382777"/>
                  </a:lnTo>
                  <a:lnTo>
                    <a:pt x="256967" y="382777"/>
                  </a:lnTo>
                  <a:lnTo>
                    <a:pt x="258312" y="380091"/>
                  </a:lnTo>
                  <a:lnTo>
                    <a:pt x="255621" y="377405"/>
                  </a:lnTo>
                  <a:lnTo>
                    <a:pt x="252931" y="377405"/>
                  </a:lnTo>
                  <a:lnTo>
                    <a:pt x="254276" y="373375"/>
                  </a:lnTo>
                  <a:lnTo>
                    <a:pt x="259658" y="368003"/>
                  </a:lnTo>
                  <a:lnTo>
                    <a:pt x="262348" y="363974"/>
                  </a:lnTo>
                  <a:lnTo>
                    <a:pt x="262348" y="358602"/>
                  </a:lnTo>
                  <a:lnTo>
                    <a:pt x="256967" y="343828"/>
                  </a:lnTo>
                  <a:lnTo>
                    <a:pt x="254276" y="337112"/>
                  </a:lnTo>
                  <a:lnTo>
                    <a:pt x="251585" y="333083"/>
                  </a:lnTo>
                  <a:lnTo>
                    <a:pt x="254276" y="327711"/>
                  </a:lnTo>
                  <a:lnTo>
                    <a:pt x="252931" y="323682"/>
                  </a:lnTo>
                  <a:lnTo>
                    <a:pt x="243513" y="311594"/>
                  </a:lnTo>
                  <a:lnTo>
                    <a:pt x="243513" y="306222"/>
                  </a:lnTo>
                  <a:lnTo>
                    <a:pt x="234096" y="296820"/>
                  </a:lnTo>
                  <a:lnTo>
                    <a:pt x="228714" y="287418"/>
                  </a:lnTo>
                  <a:lnTo>
                    <a:pt x="220642" y="276674"/>
                  </a:lnTo>
                  <a:lnTo>
                    <a:pt x="213915" y="269959"/>
                  </a:lnTo>
                  <a:lnTo>
                    <a:pt x="211224" y="268615"/>
                  </a:lnTo>
                  <a:lnTo>
                    <a:pt x="211224" y="265929"/>
                  </a:lnTo>
                  <a:lnTo>
                    <a:pt x="203152" y="261900"/>
                  </a:lnTo>
                  <a:lnTo>
                    <a:pt x="199116" y="260557"/>
                  </a:lnTo>
                  <a:lnTo>
                    <a:pt x="199116" y="257871"/>
                  </a:lnTo>
                  <a:lnTo>
                    <a:pt x="201806" y="256528"/>
                  </a:lnTo>
                  <a:lnTo>
                    <a:pt x="204497" y="252499"/>
                  </a:lnTo>
                  <a:lnTo>
                    <a:pt x="201806" y="249812"/>
                  </a:lnTo>
                  <a:lnTo>
                    <a:pt x="200461" y="244440"/>
                  </a:lnTo>
                  <a:lnTo>
                    <a:pt x="199116" y="241754"/>
                  </a:lnTo>
                  <a:lnTo>
                    <a:pt x="195080" y="241754"/>
                  </a:lnTo>
                  <a:lnTo>
                    <a:pt x="189698" y="240411"/>
                  </a:lnTo>
                  <a:lnTo>
                    <a:pt x="178935" y="231009"/>
                  </a:lnTo>
                  <a:lnTo>
                    <a:pt x="176244" y="229666"/>
                  </a:lnTo>
                  <a:lnTo>
                    <a:pt x="172208" y="228323"/>
                  </a:lnTo>
                  <a:lnTo>
                    <a:pt x="166827" y="225637"/>
                  </a:lnTo>
                  <a:lnTo>
                    <a:pt x="166827" y="220265"/>
                  </a:lnTo>
                  <a:lnTo>
                    <a:pt x="169517" y="213549"/>
                  </a:lnTo>
                  <a:lnTo>
                    <a:pt x="173554" y="208177"/>
                  </a:lnTo>
                  <a:lnTo>
                    <a:pt x="177590" y="206834"/>
                  </a:lnTo>
                  <a:lnTo>
                    <a:pt x="180280" y="209520"/>
                  </a:lnTo>
                  <a:lnTo>
                    <a:pt x="181626" y="208177"/>
                  </a:lnTo>
                  <a:lnTo>
                    <a:pt x="181626" y="204148"/>
                  </a:lnTo>
                  <a:lnTo>
                    <a:pt x="180280" y="202805"/>
                  </a:lnTo>
                  <a:lnTo>
                    <a:pt x="178935" y="204148"/>
                  </a:lnTo>
                  <a:lnTo>
                    <a:pt x="174899" y="202805"/>
                  </a:lnTo>
                  <a:lnTo>
                    <a:pt x="173554" y="198775"/>
                  </a:lnTo>
                  <a:lnTo>
                    <a:pt x="169517" y="193403"/>
                  </a:lnTo>
                  <a:lnTo>
                    <a:pt x="165481" y="193403"/>
                  </a:lnTo>
                  <a:lnTo>
                    <a:pt x="160100" y="192060"/>
                  </a:lnTo>
                  <a:lnTo>
                    <a:pt x="158754" y="188031"/>
                  </a:lnTo>
                  <a:lnTo>
                    <a:pt x="160100" y="182659"/>
                  </a:lnTo>
                  <a:lnTo>
                    <a:pt x="156064" y="182659"/>
                  </a:lnTo>
                  <a:lnTo>
                    <a:pt x="153373" y="182659"/>
                  </a:lnTo>
                  <a:lnTo>
                    <a:pt x="143955" y="174600"/>
                  </a:lnTo>
                  <a:lnTo>
                    <a:pt x="143955" y="167885"/>
                  </a:lnTo>
                  <a:lnTo>
                    <a:pt x="145301" y="163855"/>
                  </a:lnTo>
                  <a:lnTo>
                    <a:pt x="145301" y="158483"/>
                  </a:lnTo>
                  <a:lnTo>
                    <a:pt x="142610" y="155797"/>
                  </a:lnTo>
                  <a:lnTo>
                    <a:pt x="138574" y="157140"/>
                  </a:lnTo>
                  <a:lnTo>
                    <a:pt x="137228" y="155797"/>
                  </a:lnTo>
                  <a:lnTo>
                    <a:pt x="134538" y="155797"/>
                  </a:lnTo>
                  <a:lnTo>
                    <a:pt x="133192" y="153111"/>
                  </a:lnTo>
                  <a:lnTo>
                    <a:pt x="129156" y="150425"/>
                  </a:lnTo>
                  <a:lnTo>
                    <a:pt x="127811" y="146395"/>
                  </a:lnTo>
                  <a:lnTo>
                    <a:pt x="125120" y="139680"/>
                  </a:lnTo>
                  <a:lnTo>
                    <a:pt x="122429" y="139680"/>
                  </a:lnTo>
                  <a:lnTo>
                    <a:pt x="119739" y="136994"/>
                  </a:lnTo>
                  <a:lnTo>
                    <a:pt x="119739" y="131622"/>
                  </a:lnTo>
                  <a:lnTo>
                    <a:pt x="118393" y="126249"/>
                  </a:lnTo>
                  <a:lnTo>
                    <a:pt x="114357" y="124906"/>
                  </a:lnTo>
                  <a:lnTo>
                    <a:pt x="111666" y="116848"/>
                  </a:lnTo>
                  <a:lnTo>
                    <a:pt x="108975" y="114162"/>
                  </a:lnTo>
                  <a:lnTo>
                    <a:pt x="107630" y="114162"/>
                  </a:lnTo>
                  <a:lnTo>
                    <a:pt x="106285" y="110132"/>
                  </a:lnTo>
                  <a:lnTo>
                    <a:pt x="107630" y="108789"/>
                  </a:lnTo>
                  <a:lnTo>
                    <a:pt x="107630" y="106103"/>
                  </a:lnTo>
                  <a:lnTo>
                    <a:pt x="100903" y="96702"/>
                  </a:lnTo>
                  <a:lnTo>
                    <a:pt x="99558" y="92672"/>
                  </a:lnTo>
                  <a:lnTo>
                    <a:pt x="100903" y="88643"/>
                  </a:lnTo>
                  <a:lnTo>
                    <a:pt x="99558" y="81928"/>
                  </a:lnTo>
                  <a:lnTo>
                    <a:pt x="98212" y="77899"/>
                  </a:lnTo>
                  <a:lnTo>
                    <a:pt x="96867" y="69840"/>
                  </a:lnTo>
                  <a:lnTo>
                    <a:pt x="94176" y="63125"/>
                  </a:lnTo>
                  <a:lnTo>
                    <a:pt x="92831" y="59095"/>
                  </a:lnTo>
                  <a:lnTo>
                    <a:pt x="96867" y="55066"/>
                  </a:lnTo>
                  <a:lnTo>
                    <a:pt x="96867" y="52380"/>
                  </a:lnTo>
                  <a:lnTo>
                    <a:pt x="91486" y="48351"/>
                  </a:lnTo>
                  <a:lnTo>
                    <a:pt x="86104" y="48351"/>
                  </a:lnTo>
                  <a:lnTo>
                    <a:pt x="84759" y="45665"/>
                  </a:lnTo>
                  <a:lnTo>
                    <a:pt x="80723" y="41635"/>
                  </a:lnTo>
                  <a:lnTo>
                    <a:pt x="78032" y="42978"/>
                  </a:lnTo>
                  <a:lnTo>
                    <a:pt x="73996" y="44322"/>
                  </a:lnTo>
                  <a:lnTo>
                    <a:pt x="71305" y="41635"/>
                  </a:lnTo>
                  <a:lnTo>
                    <a:pt x="65923" y="34920"/>
                  </a:lnTo>
                  <a:lnTo>
                    <a:pt x="59197" y="30891"/>
                  </a:lnTo>
                  <a:lnTo>
                    <a:pt x="56506" y="25518"/>
                  </a:lnTo>
                  <a:lnTo>
                    <a:pt x="57851" y="30891"/>
                  </a:lnTo>
                  <a:lnTo>
                    <a:pt x="59197" y="36263"/>
                  </a:lnTo>
                  <a:lnTo>
                    <a:pt x="56506" y="45665"/>
                  </a:lnTo>
                  <a:lnTo>
                    <a:pt x="53815" y="51037"/>
                  </a:lnTo>
                  <a:lnTo>
                    <a:pt x="55160" y="61782"/>
                  </a:lnTo>
                  <a:lnTo>
                    <a:pt x="56506" y="80585"/>
                  </a:lnTo>
                  <a:lnTo>
                    <a:pt x="53815" y="84614"/>
                  </a:lnTo>
                  <a:lnTo>
                    <a:pt x="56506" y="87300"/>
                  </a:lnTo>
                  <a:lnTo>
                    <a:pt x="60542" y="95359"/>
                  </a:lnTo>
                  <a:lnTo>
                    <a:pt x="59197" y="99388"/>
                  </a:lnTo>
                  <a:lnTo>
                    <a:pt x="63233" y="99388"/>
                  </a:lnTo>
                  <a:lnTo>
                    <a:pt x="64578" y="103417"/>
                  </a:lnTo>
                  <a:lnTo>
                    <a:pt x="72650" y="108789"/>
                  </a:lnTo>
                  <a:lnTo>
                    <a:pt x="73996" y="115505"/>
                  </a:lnTo>
                  <a:lnTo>
                    <a:pt x="72650" y="119534"/>
                  </a:lnTo>
                  <a:lnTo>
                    <a:pt x="73996" y="123563"/>
                  </a:lnTo>
                  <a:lnTo>
                    <a:pt x="78032" y="126249"/>
                  </a:lnTo>
                  <a:lnTo>
                    <a:pt x="82068" y="128935"/>
                  </a:lnTo>
                  <a:lnTo>
                    <a:pt x="82068" y="134308"/>
                  </a:lnTo>
                  <a:lnTo>
                    <a:pt x="84759" y="136994"/>
                  </a:lnTo>
                  <a:lnTo>
                    <a:pt x="87449" y="138337"/>
                  </a:lnTo>
                  <a:lnTo>
                    <a:pt x="92831" y="145052"/>
                  </a:lnTo>
                  <a:lnTo>
                    <a:pt x="91486" y="150425"/>
                  </a:lnTo>
                  <a:lnTo>
                    <a:pt x="91486" y="155797"/>
                  </a:lnTo>
                  <a:lnTo>
                    <a:pt x="96867" y="159826"/>
                  </a:lnTo>
                  <a:lnTo>
                    <a:pt x="98212" y="161169"/>
                  </a:lnTo>
                  <a:lnTo>
                    <a:pt x="103594" y="167885"/>
                  </a:lnTo>
                  <a:lnTo>
                    <a:pt x="104939" y="178629"/>
                  </a:lnTo>
                  <a:lnTo>
                    <a:pt x="106285" y="178629"/>
                  </a:lnTo>
                  <a:lnTo>
                    <a:pt x="107630" y="181315"/>
                  </a:lnTo>
                  <a:lnTo>
                    <a:pt x="106285" y="185345"/>
                  </a:lnTo>
                  <a:lnTo>
                    <a:pt x="106285" y="188031"/>
                  </a:lnTo>
                  <a:lnTo>
                    <a:pt x="111666" y="196089"/>
                  </a:lnTo>
                  <a:lnTo>
                    <a:pt x="113012" y="193403"/>
                  </a:lnTo>
                  <a:lnTo>
                    <a:pt x="113012" y="190717"/>
                  </a:lnTo>
                  <a:lnTo>
                    <a:pt x="113012" y="189374"/>
                  </a:lnTo>
                  <a:lnTo>
                    <a:pt x="115702" y="189374"/>
                  </a:lnTo>
                  <a:lnTo>
                    <a:pt x="117048" y="193403"/>
                  </a:lnTo>
                  <a:lnTo>
                    <a:pt x="119739" y="198775"/>
                  </a:lnTo>
                  <a:lnTo>
                    <a:pt x="121084" y="208177"/>
                  </a:lnTo>
                  <a:lnTo>
                    <a:pt x="119739" y="212206"/>
                  </a:lnTo>
                  <a:lnTo>
                    <a:pt x="121084" y="217578"/>
                  </a:lnTo>
                  <a:lnTo>
                    <a:pt x="122429" y="220265"/>
                  </a:lnTo>
                  <a:lnTo>
                    <a:pt x="122429" y="225637"/>
                  </a:lnTo>
                  <a:lnTo>
                    <a:pt x="125120" y="229666"/>
                  </a:lnTo>
                  <a:lnTo>
                    <a:pt x="125120" y="232352"/>
                  </a:lnTo>
                  <a:lnTo>
                    <a:pt x="127811" y="235038"/>
                  </a:lnTo>
                  <a:lnTo>
                    <a:pt x="127811" y="239068"/>
                  </a:lnTo>
                  <a:lnTo>
                    <a:pt x="126465" y="241754"/>
                  </a:lnTo>
                  <a:lnTo>
                    <a:pt x="130501" y="247126"/>
                  </a:lnTo>
                  <a:lnTo>
                    <a:pt x="130501" y="253841"/>
                  </a:lnTo>
                  <a:lnTo>
                    <a:pt x="127811" y="257871"/>
                  </a:lnTo>
                  <a:lnTo>
                    <a:pt x="129156" y="261900"/>
                  </a:lnTo>
                  <a:lnTo>
                    <a:pt x="133192" y="267272"/>
                  </a:lnTo>
                  <a:lnTo>
                    <a:pt x="137228" y="269959"/>
                  </a:lnTo>
                  <a:lnTo>
                    <a:pt x="138574" y="272645"/>
                  </a:lnTo>
                  <a:lnTo>
                    <a:pt x="139919" y="272645"/>
                  </a:lnTo>
                  <a:lnTo>
                    <a:pt x="139919" y="268615"/>
                  </a:lnTo>
                  <a:lnTo>
                    <a:pt x="141265" y="267272"/>
                  </a:lnTo>
                  <a:lnTo>
                    <a:pt x="143955" y="268615"/>
                  </a:lnTo>
                  <a:lnTo>
                    <a:pt x="146646" y="272645"/>
                  </a:lnTo>
                  <a:lnTo>
                    <a:pt x="147991" y="275331"/>
                  </a:lnTo>
                  <a:lnTo>
                    <a:pt x="152028" y="278017"/>
                  </a:lnTo>
                  <a:lnTo>
                    <a:pt x="153373" y="283389"/>
                  </a:lnTo>
                  <a:lnTo>
                    <a:pt x="156064" y="284732"/>
                  </a:lnTo>
                  <a:lnTo>
                    <a:pt x="157409" y="290105"/>
                  </a:lnTo>
                  <a:lnTo>
                    <a:pt x="160100" y="291448"/>
                  </a:lnTo>
                  <a:lnTo>
                    <a:pt x="160100" y="298163"/>
                  </a:lnTo>
                  <a:lnTo>
                    <a:pt x="156064" y="306222"/>
                  </a:lnTo>
                  <a:lnTo>
                    <a:pt x="147991" y="308908"/>
                  </a:lnTo>
                  <a:lnTo>
                    <a:pt x="145301" y="307565"/>
                  </a:lnTo>
                  <a:lnTo>
                    <a:pt x="142610" y="302192"/>
                  </a:lnTo>
                  <a:lnTo>
                    <a:pt x="142610" y="298163"/>
                  </a:lnTo>
                  <a:lnTo>
                    <a:pt x="138574" y="296820"/>
                  </a:lnTo>
                  <a:lnTo>
                    <a:pt x="138574" y="290105"/>
                  </a:lnTo>
                  <a:lnTo>
                    <a:pt x="135883" y="286075"/>
                  </a:lnTo>
                  <a:lnTo>
                    <a:pt x="130501" y="286075"/>
                  </a:lnTo>
                  <a:lnTo>
                    <a:pt x="126465" y="280703"/>
                  </a:lnTo>
                  <a:lnTo>
                    <a:pt x="125120" y="276674"/>
                  </a:lnTo>
                  <a:lnTo>
                    <a:pt x="121084" y="275331"/>
                  </a:lnTo>
                  <a:lnTo>
                    <a:pt x="110321" y="263243"/>
                  </a:lnTo>
                  <a:lnTo>
                    <a:pt x="107630" y="259214"/>
                  </a:lnTo>
                  <a:lnTo>
                    <a:pt x="102249" y="257871"/>
                  </a:lnTo>
                  <a:lnTo>
                    <a:pt x="100903" y="253841"/>
                  </a:lnTo>
                  <a:lnTo>
                    <a:pt x="98212" y="253841"/>
                  </a:lnTo>
                  <a:lnTo>
                    <a:pt x="94176" y="249812"/>
                  </a:lnTo>
                  <a:lnTo>
                    <a:pt x="92831" y="245783"/>
                  </a:lnTo>
                  <a:lnTo>
                    <a:pt x="96867" y="239068"/>
                  </a:lnTo>
                  <a:lnTo>
                    <a:pt x="99558" y="231009"/>
                  </a:lnTo>
                  <a:lnTo>
                    <a:pt x="98212" y="220265"/>
                  </a:lnTo>
                  <a:lnTo>
                    <a:pt x="95522" y="209520"/>
                  </a:lnTo>
                  <a:lnTo>
                    <a:pt x="92831" y="206834"/>
                  </a:lnTo>
                  <a:lnTo>
                    <a:pt x="90140" y="206834"/>
                  </a:lnTo>
                  <a:lnTo>
                    <a:pt x="86104" y="205491"/>
                  </a:lnTo>
                  <a:lnTo>
                    <a:pt x="76686" y="196089"/>
                  </a:lnTo>
                  <a:lnTo>
                    <a:pt x="75341" y="188031"/>
                  </a:lnTo>
                  <a:lnTo>
                    <a:pt x="78032" y="184002"/>
                  </a:lnTo>
                  <a:lnTo>
                    <a:pt x="75341" y="184002"/>
                  </a:lnTo>
                  <a:lnTo>
                    <a:pt x="71305" y="189374"/>
                  </a:lnTo>
                  <a:lnTo>
                    <a:pt x="67269" y="189374"/>
                  </a:lnTo>
                  <a:lnTo>
                    <a:pt x="64578" y="190717"/>
                  </a:lnTo>
                  <a:lnTo>
                    <a:pt x="61887" y="186688"/>
                  </a:lnTo>
                  <a:lnTo>
                    <a:pt x="63233" y="185345"/>
                  </a:lnTo>
                  <a:lnTo>
                    <a:pt x="59197" y="184002"/>
                  </a:lnTo>
                  <a:lnTo>
                    <a:pt x="56506" y="184002"/>
                  </a:lnTo>
                  <a:lnTo>
                    <a:pt x="56506" y="181315"/>
                  </a:lnTo>
                  <a:lnTo>
                    <a:pt x="49779" y="178629"/>
                  </a:lnTo>
                  <a:lnTo>
                    <a:pt x="45743" y="177286"/>
                  </a:lnTo>
                  <a:lnTo>
                    <a:pt x="43052" y="171914"/>
                  </a:lnTo>
                  <a:lnTo>
                    <a:pt x="43052" y="166541"/>
                  </a:lnTo>
                  <a:lnTo>
                    <a:pt x="37670" y="165199"/>
                  </a:lnTo>
                  <a:lnTo>
                    <a:pt x="32289" y="158483"/>
                  </a:lnTo>
                  <a:lnTo>
                    <a:pt x="33634" y="157140"/>
                  </a:lnTo>
                  <a:lnTo>
                    <a:pt x="40361" y="155797"/>
                  </a:lnTo>
                  <a:lnTo>
                    <a:pt x="44397" y="157140"/>
                  </a:lnTo>
                  <a:lnTo>
                    <a:pt x="51124" y="158483"/>
                  </a:lnTo>
                  <a:lnTo>
                    <a:pt x="55160" y="161169"/>
                  </a:lnTo>
                  <a:lnTo>
                    <a:pt x="56506" y="158483"/>
                  </a:lnTo>
                  <a:lnTo>
                    <a:pt x="57851" y="155797"/>
                  </a:lnTo>
                  <a:lnTo>
                    <a:pt x="52470" y="154454"/>
                  </a:lnTo>
                  <a:lnTo>
                    <a:pt x="52470" y="153111"/>
                  </a:lnTo>
                  <a:lnTo>
                    <a:pt x="55160" y="150425"/>
                  </a:lnTo>
                  <a:lnTo>
                    <a:pt x="57851" y="151768"/>
                  </a:lnTo>
                  <a:lnTo>
                    <a:pt x="59197" y="147738"/>
                  </a:lnTo>
                  <a:lnTo>
                    <a:pt x="57851" y="145052"/>
                  </a:lnTo>
                  <a:lnTo>
                    <a:pt x="57851" y="142366"/>
                  </a:lnTo>
                  <a:lnTo>
                    <a:pt x="60542" y="138337"/>
                  </a:lnTo>
                  <a:lnTo>
                    <a:pt x="57851" y="131622"/>
                  </a:lnTo>
                  <a:lnTo>
                    <a:pt x="55160" y="131622"/>
                  </a:lnTo>
                  <a:lnTo>
                    <a:pt x="52470" y="123563"/>
                  </a:lnTo>
                  <a:lnTo>
                    <a:pt x="45743" y="116848"/>
                  </a:lnTo>
                  <a:lnTo>
                    <a:pt x="45743" y="112818"/>
                  </a:lnTo>
                  <a:lnTo>
                    <a:pt x="41707" y="107446"/>
                  </a:lnTo>
                  <a:lnTo>
                    <a:pt x="33634" y="100731"/>
                  </a:lnTo>
                  <a:lnTo>
                    <a:pt x="30944" y="100731"/>
                  </a:lnTo>
                  <a:lnTo>
                    <a:pt x="26908" y="96702"/>
                  </a:lnTo>
                  <a:lnTo>
                    <a:pt x="24217" y="88643"/>
                  </a:lnTo>
                  <a:lnTo>
                    <a:pt x="24217" y="80585"/>
                  </a:lnTo>
                  <a:lnTo>
                    <a:pt x="22871" y="77899"/>
                  </a:lnTo>
                  <a:lnTo>
                    <a:pt x="18835" y="75212"/>
                  </a:lnTo>
                  <a:lnTo>
                    <a:pt x="20181" y="69840"/>
                  </a:lnTo>
                  <a:lnTo>
                    <a:pt x="21526" y="67154"/>
                  </a:lnTo>
                  <a:lnTo>
                    <a:pt x="20181" y="61782"/>
                  </a:lnTo>
                  <a:lnTo>
                    <a:pt x="14799" y="56409"/>
                  </a:lnTo>
                  <a:lnTo>
                    <a:pt x="13454" y="53723"/>
                  </a:lnTo>
                  <a:lnTo>
                    <a:pt x="16144" y="52380"/>
                  </a:lnTo>
                  <a:lnTo>
                    <a:pt x="16144" y="49694"/>
                  </a:lnTo>
                  <a:lnTo>
                    <a:pt x="9418" y="41635"/>
                  </a:lnTo>
                  <a:lnTo>
                    <a:pt x="6727" y="36263"/>
                  </a:lnTo>
                  <a:lnTo>
                    <a:pt x="8072" y="32234"/>
                  </a:lnTo>
                  <a:lnTo>
                    <a:pt x="10763" y="30891"/>
                  </a:lnTo>
                  <a:lnTo>
                    <a:pt x="6727" y="26862"/>
                  </a:lnTo>
                  <a:lnTo>
                    <a:pt x="4036" y="21489"/>
                  </a:lnTo>
                  <a:lnTo>
                    <a:pt x="1345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05" name="Freeform 1204">
              <a:extLst>
                <a:ext uri="{FF2B5EF4-FFF2-40B4-BE49-F238E27FC236}">
                  <a16:creationId xmlns:a16="http://schemas.microsoft.com/office/drawing/2014/main" id="{3BBA9235-1276-054B-AF01-B462F355D82E}"/>
                </a:ext>
              </a:extLst>
            </p:cNvPr>
            <p:cNvSpPr/>
            <p:nvPr/>
          </p:nvSpPr>
          <p:spPr>
            <a:xfrm>
              <a:off x="4523158" y="3944077"/>
              <a:ext cx="5381" cy="10744"/>
            </a:xfrm>
            <a:custGeom>
              <a:avLst/>
              <a:gdLst>
                <a:gd name="connsiteX0" fmla="*/ 2691 w 5381"/>
                <a:gd name="connsiteY0" fmla="*/ 10745 h 10744"/>
                <a:gd name="connsiteX1" fmla="*/ 5382 w 5381"/>
                <a:gd name="connsiteY1" fmla="*/ 8059 h 10744"/>
                <a:gd name="connsiteX2" fmla="*/ 4036 w 5381"/>
                <a:gd name="connsiteY2" fmla="*/ 4029 h 10744"/>
                <a:gd name="connsiteX3" fmla="*/ 1345 w 5381"/>
                <a:gd name="connsiteY3" fmla="*/ 0 h 10744"/>
                <a:gd name="connsiteX4" fmla="*/ 0 w 5381"/>
                <a:gd name="connsiteY4" fmla="*/ 2686 h 10744"/>
                <a:gd name="connsiteX5" fmla="*/ 1345 w 5381"/>
                <a:gd name="connsiteY5" fmla="*/ 5372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10744">
                  <a:moveTo>
                    <a:pt x="2691" y="10745"/>
                  </a:moveTo>
                  <a:lnTo>
                    <a:pt x="5382" y="8059"/>
                  </a:lnTo>
                  <a:lnTo>
                    <a:pt x="4036" y="4029"/>
                  </a:lnTo>
                  <a:lnTo>
                    <a:pt x="1345" y="0"/>
                  </a:lnTo>
                  <a:lnTo>
                    <a:pt x="0" y="2686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06" name="Freeform 1205">
              <a:extLst>
                <a:ext uri="{FF2B5EF4-FFF2-40B4-BE49-F238E27FC236}">
                  <a16:creationId xmlns:a16="http://schemas.microsoft.com/office/drawing/2014/main" id="{E21A272C-CE15-3242-885F-DBFE7576ED0D}"/>
                </a:ext>
              </a:extLst>
            </p:cNvPr>
            <p:cNvSpPr/>
            <p:nvPr/>
          </p:nvSpPr>
          <p:spPr>
            <a:xfrm>
              <a:off x="4529885" y="3965567"/>
              <a:ext cx="2690" cy="4029"/>
            </a:xfrm>
            <a:custGeom>
              <a:avLst/>
              <a:gdLst>
                <a:gd name="connsiteX0" fmla="*/ 0 w 2690"/>
                <a:gd name="connsiteY0" fmla="*/ 0 h 4029"/>
                <a:gd name="connsiteX1" fmla="*/ 0 w 2690"/>
                <a:gd name="connsiteY1" fmla="*/ 4029 h 4029"/>
                <a:gd name="connsiteX2" fmla="*/ 2691 w 2690"/>
                <a:gd name="connsiteY2" fmla="*/ 4029 h 4029"/>
                <a:gd name="connsiteX3" fmla="*/ 2691 w 2690"/>
                <a:gd name="connsiteY3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0" y="0"/>
                  </a:moveTo>
                  <a:lnTo>
                    <a:pt x="0" y="4029"/>
                  </a:lnTo>
                  <a:lnTo>
                    <a:pt x="2691" y="4029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07" name="Freeform 1206">
              <a:extLst>
                <a:ext uri="{FF2B5EF4-FFF2-40B4-BE49-F238E27FC236}">
                  <a16:creationId xmlns:a16="http://schemas.microsoft.com/office/drawing/2014/main" id="{C86126FD-A06F-BEB2-B4A3-7642B15ED4AD}"/>
                </a:ext>
              </a:extLst>
            </p:cNvPr>
            <p:cNvSpPr/>
            <p:nvPr/>
          </p:nvSpPr>
          <p:spPr>
            <a:xfrm>
              <a:off x="4862193" y="3954822"/>
              <a:ext cx="2690" cy="2686"/>
            </a:xfrm>
            <a:custGeom>
              <a:avLst/>
              <a:gdLst>
                <a:gd name="connsiteX0" fmla="*/ 0 w 2690"/>
                <a:gd name="connsiteY0" fmla="*/ 2686 h 2686"/>
                <a:gd name="connsiteX1" fmla="*/ 2691 w 2690"/>
                <a:gd name="connsiteY1" fmla="*/ 2686 h 2686"/>
                <a:gd name="connsiteX2" fmla="*/ 2691 w 2690"/>
                <a:gd name="connsiteY2" fmla="*/ 0 h 2686"/>
                <a:gd name="connsiteX3" fmla="*/ 1345 w 2690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2686">
                  <a:moveTo>
                    <a:pt x="0" y="2686"/>
                  </a:moveTo>
                  <a:lnTo>
                    <a:pt x="2691" y="2686"/>
                  </a:lnTo>
                  <a:lnTo>
                    <a:pt x="2691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08" name="Freeform 1207">
              <a:extLst>
                <a:ext uri="{FF2B5EF4-FFF2-40B4-BE49-F238E27FC236}">
                  <a16:creationId xmlns:a16="http://schemas.microsoft.com/office/drawing/2014/main" id="{A8F74F80-D70F-EC54-958D-86221CA92037}"/>
                </a:ext>
              </a:extLst>
            </p:cNvPr>
            <p:cNvSpPr/>
            <p:nvPr/>
          </p:nvSpPr>
          <p:spPr>
            <a:xfrm>
              <a:off x="4862193" y="3960194"/>
              <a:ext cx="1345" cy="5372"/>
            </a:xfrm>
            <a:custGeom>
              <a:avLst/>
              <a:gdLst>
                <a:gd name="connsiteX0" fmla="*/ 0 w 1345"/>
                <a:gd name="connsiteY0" fmla="*/ 4029 h 5372"/>
                <a:gd name="connsiteX1" fmla="*/ 0 w 1345"/>
                <a:gd name="connsiteY1" fmla="*/ 5372 h 5372"/>
                <a:gd name="connsiteX2" fmla="*/ 1345 w 1345"/>
                <a:gd name="connsiteY2" fmla="*/ 0 h 5372"/>
                <a:gd name="connsiteX3" fmla="*/ 0 w 1345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" h="5372">
                  <a:moveTo>
                    <a:pt x="0" y="4029"/>
                  </a:moveTo>
                  <a:lnTo>
                    <a:pt x="0" y="5372"/>
                  </a:lnTo>
                  <a:lnTo>
                    <a:pt x="13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09" name="Freeform 1208">
              <a:extLst>
                <a:ext uri="{FF2B5EF4-FFF2-40B4-BE49-F238E27FC236}">
                  <a16:creationId xmlns:a16="http://schemas.microsoft.com/office/drawing/2014/main" id="{1383EABA-6C27-ED3A-9ADD-716E46F2DF4B}"/>
                </a:ext>
              </a:extLst>
            </p:cNvPr>
            <p:cNvSpPr/>
            <p:nvPr/>
          </p:nvSpPr>
          <p:spPr>
            <a:xfrm>
              <a:off x="4858157" y="3966910"/>
              <a:ext cx="2690" cy="9401"/>
            </a:xfrm>
            <a:custGeom>
              <a:avLst/>
              <a:gdLst>
                <a:gd name="connsiteX0" fmla="*/ 0 w 2690"/>
                <a:gd name="connsiteY0" fmla="*/ 9401 h 9401"/>
                <a:gd name="connsiteX1" fmla="*/ 2691 w 2690"/>
                <a:gd name="connsiteY1" fmla="*/ 4029 h 9401"/>
                <a:gd name="connsiteX2" fmla="*/ 2691 w 2690"/>
                <a:gd name="connsiteY2" fmla="*/ 0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9401">
                  <a:moveTo>
                    <a:pt x="0" y="9401"/>
                  </a:moveTo>
                  <a:lnTo>
                    <a:pt x="2691" y="4029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210" name="Freeform 1209">
            <a:extLst>
              <a:ext uri="{FF2B5EF4-FFF2-40B4-BE49-F238E27FC236}">
                <a16:creationId xmlns:a16="http://schemas.microsoft.com/office/drawing/2014/main" id="{F4EA5862-49D6-2AAB-889B-4B1CAB718718}"/>
              </a:ext>
            </a:extLst>
          </p:cNvPr>
          <p:cNvSpPr/>
          <p:nvPr/>
        </p:nvSpPr>
        <p:spPr>
          <a:xfrm>
            <a:off x="5953294" y="4489367"/>
            <a:ext cx="73995" cy="106102"/>
          </a:xfrm>
          <a:custGeom>
            <a:avLst/>
            <a:gdLst>
              <a:gd name="connsiteX0" fmla="*/ 2691 w 73995"/>
              <a:gd name="connsiteY0" fmla="*/ 84614 h 106102"/>
              <a:gd name="connsiteX1" fmla="*/ 9418 w 73995"/>
              <a:gd name="connsiteY1" fmla="*/ 80585 h 106102"/>
              <a:gd name="connsiteX2" fmla="*/ 10763 w 73995"/>
              <a:gd name="connsiteY2" fmla="*/ 73869 h 106102"/>
              <a:gd name="connsiteX3" fmla="*/ 9418 w 73995"/>
              <a:gd name="connsiteY3" fmla="*/ 71183 h 106102"/>
              <a:gd name="connsiteX4" fmla="*/ 9418 w 73995"/>
              <a:gd name="connsiteY4" fmla="*/ 64468 h 106102"/>
              <a:gd name="connsiteX5" fmla="*/ 13454 w 73995"/>
              <a:gd name="connsiteY5" fmla="*/ 60438 h 106102"/>
              <a:gd name="connsiteX6" fmla="*/ 13454 w 73995"/>
              <a:gd name="connsiteY6" fmla="*/ 56409 h 106102"/>
              <a:gd name="connsiteX7" fmla="*/ 13454 w 73995"/>
              <a:gd name="connsiteY7" fmla="*/ 53723 h 106102"/>
              <a:gd name="connsiteX8" fmla="*/ 12108 w 73995"/>
              <a:gd name="connsiteY8" fmla="*/ 48351 h 106102"/>
              <a:gd name="connsiteX9" fmla="*/ 9418 w 73995"/>
              <a:gd name="connsiteY9" fmla="*/ 42978 h 106102"/>
              <a:gd name="connsiteX10" fmla="*/ 6727 w 73995"/>
              <a:gd name="connsiteY10" fmla="*/ 38949 h 106102"/>
              <a:gd name="connsiteX11" fmla="*/ 2691 w 73995"/>
              <a:gd name="connsiteY11" fmla="*/ 36263 h 106102"/>
              <a:gd name="connsiteX12" fmla="*/ 2691 w 73995"/>
              <a:gd name="connsiteY12" fmla="*/ 32234 h 106102"/>
              <a:gd name="connsiteX13" fmla="*/ 2691 w 73995"/>
              <a:gd name="connsiteY13" fmla="*/ 26862 h 106102"/>
              <a:gd name="connsiteX14" fmla="*/ 1345 w 73995"/>
              <a:gd name="connsiteY14" fmla="*/ 21489 h 106102"/>
              <a:gd name="connsiteX15" fmla="*/ 0 w 73995"/>
              <a:gd name="connsiteY15" fmla="*/ 14774 h 106102"/>
              <a:gd name="connsiteX16" fmla="*/ 4036 w 73995"/>
              <a:gd name="connsiteY16" fmla="*/ 8059 h 106102"/>
              <a:gd name="connsiteX17" fmla="*/ 6727 w 73995"/>
              <a:gd name="connsiteY17" fmla="*/ 6715 h 106102"/>
              <a:gd name="connsiteX18" fmla="*/ 6727 w 73995"/>
              <a:gd name="connsiteY18" fmla="*/ 6715 h 106102"/>
              <a:gd name="connsiteX19" fmla="*/ 6727 w 73995"/>
              <a:gd name="connsiteY19" fmla="*/ 6715 h 106102"/>
              <a:gd name="connsiteX20" fmla="*/ 12108 w 73995"/>
              <a:gd name="connsiteY20" fmla="*/ 4029 h 106102"/>
              <a:gd name="connsiteX21" fmla="*/ 16144 w 73995"/>
              <a:gd name="connsiteY21" fmla="*/ 0 h 106102"/>
              <a:gd name="connsiteX22" fmla="*/ 24217 w 73995"/>
              <a:gd name="connsiteY22" fmla="*/ 1343 h 106102"/>
              <a:gd name="connsiteX23" fmla="*/ 29598 w 73995"/>
              <a:gd name="connsiteY23" fmla="*/ 5372 h 106102"/>
              <a:gd name="connsiteX24" fmla="*/ 44397 w 73995"/>
              <a:gd name="connsiteY24" fmla="*/ 8059 h 106102"/>
              <a:gd name="connsiteX25" fmla="*/ 51124 w 73995"/>
              <a:gd name="connsiteY25" fmla="*/ 14774 h 106102"/>
              <a:gd name="connsiteX26" fmla="*/ 53815 w 73995"/>
              <a:gd name="connsiteY26" fmla="*/ 14774 h 106102"/>
              <a:gd name="connsiteX27" fmla="*/ 61887 w 73995"/>
              <a:gd name="connsiteY27" fmla="*/ 25518 h 106102"/>
              <a:gd name="connsiteX28" fmla="*/ 63233 w 73995"/>
              <a:gd name="connsiteY28" fmla="*/ 29548 h 106102"/>
              <a:gd name="connsiteX29" fmla="*/ 65923 w 73995"/>
              <a:gd name="connsiteY29" fmla="*/ 32234 h 106102"/>
              <a:gd name="connsiteX30" fmla="*/ 68614 w 73995"/>
              <a:gd name="connsiteY30" fmla="*/ 29548 h 106102"/>
              <a:gd name="connsiteX31" fmla="*/ 72650 w 73995"/>
              <a:gd name="connsiteY31" fmla="*/ 34920 h 106102"/>
              <a:gd name="connsiteX32" fmla="*/ 73996 w 73995"/>
              <a:gd name="connsiteY32" fmla="*/ 41635 h 106102"/>
              <a:gd name="connsiteX33" fmla="*/ 68614 w 73995"/>
              <a:gd name="connsiteY33" fmla="*/ 47008 h 106102"/>
              <a:gd name="connsiteX34" fmla="*/ 68614 w 73995"/>
              <a:gd name="connsiteY34" fmla="*/ 47008 h 106102"/>
              <a:gd name="connsiteX35" fmla="*/ 67269 w 73995"/>
              <a:gd name="connsiteY35" fmla="*/ 49694 h 106102"/>
              <a:gd name="connsiteX36" fmla="*/ 60542 w 73995"/>
              <a:gd name="connsiteY36" fmla="*/ 57752 h 106102"/>
              <a:gd name="connsiteX37" fmla="*/ 53815 w 73995"/>
              <a:gd name="connsiteY37" fmla="*/ 67154 h 106102"/>
              <a:gd name="connsiteX38" fmla="*/ 53815 w 73995"/>
              <a:gd name="connsiteY38" fmla="*/ 71183 h 106102"/>
              <a:gd name="connsiteX39" fmla="*/ 48434 w 73995"/>
              <a:gd name="connsiteY39" fmla="*/ 81928 h 106102"/>
              <a:gd name="connsiteX40" fmla="*/ 44397 w 73995"/>
              <a:gd name="connsiteY40" fmla="*/ 88643 h 106102"/>
              <a:gd name="connsiteX41" fmla="*/ 41707 w 73995"/>
              <a:gd name="connsiteY41" fmla="*/ 95359 h 106102"/>
              <a:gd name="connsiteX42" fmla="*/ 36325 w 73995"/>
              <a:gd name="connsiteY42" fmla="*/ 96702 h 106102"/>
              <a:gd name="connsiteX43" fmla="*/ 33634 w 73995"/>
              <a:gd name="connsiteY43" fmla="*/ 98045 h 106102"/>
              <a:gd name="connsiteX44" fmla="*/ 32289 w 73995"/>
              <a:gd name="connsiteY44" fmla="*/ 102074 h 106102"/>
              <a:gd name="connsiteX45" fmla="*/ 28253 w 73995"/>
              <a:gd name="connsiteY45" fmla="*/ 106103 h 106102"/>
              <a:gd name="connsiteX46" fmla="*/ 25562 w 73995"/>
              <a:gd name="connsiteY46" fmla="*/ 104760 h 106102"/>
              <a:gd name="connsiteX47" fmla="*/ 25562 w 73995"/>
              <a:gd name="connsiteY47" fmla="*/ 98045 h 106102"/>
              <a:gd name="connsiteX48" fmla="*/ 22871 w 73995"/>
              <a:gd name="connsiteY48" fmla="*/ 96702 h 106102"/>
              <a:gd name="connsiteX49" fmla="*/ 22871 w 73995"/>
              <a:gd name="connsiteY49" fmla="*/ 95359 h 106102"/>
              <a:gd name="connsiteX50" fmla="*/ 20181 w 73995"/>
              <a:gd name="connsiteY50" fmla="*/ 95359 h 106102"/>
              <a:gd name="connsiteX51" fmla="*/ 16144 w 73995"/>
              <a:gd name="connsiteY51" fmla="*/ 96702 h 106102"/>
              <a:gd name="connsiteX52" fmla="*/ 13454 w 73995"/>
              <a:gd name="connsiteY52" fmla="*/ 99388 h 106102"/>
              <a:gd name="connsiteX53" fmla="*/ 8072 w 73995"/>
              <a:gd name="connsiteY53" fmla="*/ 98045 h 106102"/>
              <a:gd name="connsiteX54" fmla="*/ 5381 w 73995"/>
              <a:gd name="connsiteY54" fmla="*/ 94015 h 106102"/>
              <a:gd name="connsiteX55" fmla="*/ 5381 w 73995"/>
              <a:gd name="connsiteY55" fmla="*/ 91329 h 106102"/>
              <a:gd name="connsiteX56" fmla="*/ 4036 w 73995"/>
              <a:gd name="connsiteY56" fmla="*/ 89986 h 106102"/>
              <a:gd name="connsiteX57" fmla="*/ 2691 w 73995"/>
              <a:gd name="connsiteY57" fmla="*/ 85957 h 106102"/>
              <a:gd name="connsiteX58" fmla="*/ 1345 w 73995"/>
              <a:gd name="connsiteY58" fmla="*/ 84614 h 106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3995" h="106102">
                <a:moveTo>
                  <a:pt x="2691" y="84614"/>
                </a:moveTo>
                <a:lnTo>
                  <a:pt x="9418" y="80585"/>
                </a:lnTo>
                <a:lnTo>
                  <a:pt x="10763" y="73869"/>
                </a:lnTo>
                <a:lnTo>
                  <a:pt x="9418" y="71183"/>
                </a:lnTo>
                <a:lnTo>
                  <a:pt x="9418" y="64468"/>
                </a:lnTo>
                <a:lnTo>
                  <a:pt x="13454" y="60438"/>
                </a:lnTo>
                <a:lnTo>
                  <a:pt x="13454" y="56409"/>
                </a:lnTo>
                <a:lnTo>
                  <a:pt x="13454" y="53723"/>
                </a:lnTo>
                <a:lnTo>
                  <a:pt x="12108" y="48351"/>
                </a:lnTo>
                <a:lnTo>
                  <a:pt x="9418" y="42978"/>
                </a:lnTo>
                <a:lnTo>
                  <a:pt x="6727" y="38949"/>
                </a:lnTo>
                <a:lnTo>
                  <a:pt x="2691" y="36263"/>
                </a:lnTo>
                <a:lnTo>
                  <a:pt x="2691" y="32234"/>
                </a:lnTo>
                <a:lnTo>
                  <a:pt x="2691" y="26862"/>
                </a:lnTo>
                <a:lnTo>
                  <a:pt x="1345" y="21489"/>
                </a:lnTo>
                <a:lnTo>
                  <a:pt x="0" y="14774"/>
                </a:lnTo>
                <a:lnTo>
                  <a:pt x="4036" y="8059"/>
                </a:lnTo>
                <a:lnTo>
                  <a:pt x="6727" y="6715"/>
                </a:lnTo>
                <a:lnTo>
                  <a:pt x="6727" y="6715"/>
                </a:lnTo>
                <a:lnTo>
                  <a:pt x="6727" y="6715"/>
                </a:lnTo>
                <a:lnTo>
                  <a:pt x="12108" y="4029"/>
                </a:lnTo>
                <a:lnTo>
                  <a:pt x="16144" y="0"/>
                </a:lnTo>
                <a:lnTo>
                  <a:pt x="24217" y="1343"/>
                </a:lnTo>
                <a:lnTo>
                  <a:pt x="29598" y="5372"/>
                </a:lnTo>
                <a:lnTo>
                  <a:pt x="44397" y="8059"/>
                </a:lnTo>
                <a:lnTo>
                  <a:pt x="51124" y="14774"/>
                </a:lnTo>
                <a:lnTo>
                  <a:pt x="53815" y="14774"/>
                </a:lnTo>
                <a:lnTo>
                  <a:pt x="61887" y="25518"/>
                </a:lnTo>
                <a:lnTo>
                  <a:pt x="63233" y="29548"/>
                </a:lnTo>
                <a:lnTo>
                  <a:pt x="65923" y="32234"/>
                </a:lnTo>
                <a:lnTo>
                  <a:pt x="68614" y="29548"/>
                </a:lnTo>
                <a:lnTo>
                  <a:pt x="72650" y="34920"/>
                </a:lnTo>
                <a:lnTo>
                  <a:pt x="73996" y="41635"/>
                </a:lnTo>
                <a:lnTo>
                  <a:pt x="68614" y="47008"/>
                </a:lnTo>
                <a:lnTo>
                  <a:pt x="68614" y="47008"/>
                </a:lnTo>
                <a:lnTo>
                  <a:pt x="67269" y="49694"/>
                </a:lnTo>
                <a:lnTo>
                  <a:pt x="60542" y="57752"/>
                </a:lnTo>
                <a:lnTo>
                  <a:pt x="53815" y="67154"/>
                </a:lnTo>
                <a:lnTo>
                  <a:pt x="53815" y="71183"/>
                </a:lnTo>
                <a:lnTo>
                  <a:pt x="48434" y="81928"/>
                </a:lnTo>
                <a:lnTo>
                  <a:pt x="44397" y="88643"/>
                </a:lnTo>
                <a:lnTo>
                  <a:pt x="41707" y="95359"/>
                </a:lnTo>
                <a:lnTo>
                  <a:pt x="36325" y="96702"/>
                </a:lnTo>
                <a:lnTo>
                  <a:pt x="33634" y="98045"/>
                </a:lnTo>
                <a:lnTo>
                  <a:pt x="32289" y="102074"/>
                </a:lnTo>
                <a:lnTo>
                  <a:pt x="28253" y="106103"/>
                </a:lnTo>
                <a:lnTo>
                  <a:pt x="25562" y="104760"/>
                </a:lnTo>
                <a:lnTo>
                  <a:pt x="25562" y="98045"/>
                </a:lnTo>
                <a:lnTo>
                  <a:pt x="22871" y="96702"/>
                </a:lnTo>
                <a:lnTo>
                  <a:pt x="22871" y="95359"/>
                </a:lnTo>
                <a:lnTo>
                  <a:pt x="20181" y="95359"/>
                </a:lnTo>
                <a:lnTo>
                  <a:pt x="16144" y="96702"/>
                </a:lnTo>
                <a:lnTo>
                  <a:pt x="13454" y="99388"/>
                </a:lnTo>
                <a:lnTo>
                  <a:pt x="8072" y="98045"/>
                </a:lnTo>
                <a:lnTo>
                  <a:pt x="5381" y="94015"/>
                </a:lnTo>
                <a:lnTo>
                  <a:pt x="5381" y="91329"/>
                </a:lnTo>
                <a:lnTo>
                  <a:pt x="4036" y="89986"/>
                </a:lnTo>
                <a:lnTo>
                  <a:pt x="2691" y="85957"/>
                </a:lnTo>
                <a:lnTo>
                  <a:pt x="1345" y="8461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11" name="Freeform 1210">
            <a:extLst>
              <a:ext uri="{FF2B5EF4-FFF2-40B4-BE49-F238E27FC236}">
                <a16:creationId xmlns:a16="http://schemas.microsoft.com/office/drawing/2014/main" id="{3E6EE211-B580-B9DF-D662-93F292095273}"/>
              </a:ext>
            </a:extLst>
          </p:cNvPr>
          <p:cNvSpPr/>
          <p:nvPr/>
        </p:nvSpPr>
        <p:spPr>
          <a:xfrm>
            <a:off x="5861808" y="4478622"/>
            <a:ext cx="104939" cy="114161"/>
          </a:xfrm>
          <a:custGeom>
            <a:avLst/>
            <a:gdLst>
              <a:gd name="connsiteX0" fmla="*/ 39016 w 104939"/>
              <a:gd name="connsiteY0" fmla="*/ 107446 h 114161"/>
              <a:gd name="connsiteX1" fmla="*/ 37671 w 104939"/>
              <a:gd name="connsiteY1" fmla="*/ 104760 h 114161"/>
              <a:gd name="connsiteX2" fmla="*/ 37671 w 104939"/>
              <a:gd name="connsiteY2" fmla="*/ 102074 h 114161"/>
              <a:gd name="connsiteX3" fmla="*/ 32289 w 104939"/>
              <a:gd name="connsiteY3" fmla="*/ 100731 h 114161"/>
              <a:gd name="connsiteX4" fmla="*/ 30944 w 104939"/>
              <a:gd name="connsiteY4" fmla="*/ 95359 h 114161"/>
              <a:gd name="connsiteX5" fmla="*/ 26908 w 104939"/>
              <a:gd name="connsiteY5" fmla="*/ 91329 h 114161"/>
              <a:gd name="connsiteX6" fmla="*/ 24217 w 104939"/>
              <a:gd name="connsiteY6" fmla="*/ 88643 h 114161"/>
              <a:gd name="connsiteX7" fmla="*/ 24217 w 104939"/>
              <a:gd name="connsiteY7" fmla="*/ 83271 h 114161"/>
              <a:gd name="connsiteX8" fmla="*/ 22871 w 104939"/>
              <a:gd name="connsiteY8" fmla="*/ 76555 h 114161"/>
              <a:gd name="connsiteX9" fmla="*/ 21526 w 104939"/>
              <a:gd name="connsiteY9" fmla="*/ 72526 h 114161"/>
              <a:gd name="connsiteX10" fmla="*/ 18835 w 104939"/>
              <a:gd name="connsiteY10" fmla="*/ 69840 h 114161"/>
              <a:gd name="connsiteX11" fmla="*/ 16144 w 104939"/>
              <a:gd name="connsiteY11" fmla="*/ 69840 h 114161"/>
              <a:gd name="connsiteX12" fmla="*/ 13454 w 104939"/>
              <a:gd name="connsiteY12" fmla="*/ 67154 h 114161"/>
              <a:gd name="connsiteX13" fmla="*/ 12109 w 104939"/>
              <a:gd name="connsiteY13" fmla="*/ 64468 h 114161"/>
              <a:gd name="connsiteX14" fmla="*/ 9418 w 104939"/>
              <a:gd name="connsiteY14" fmla="*/ 60438 h 114161"/>
              <a:gd name="connsiteX15" fmla="*/ 9418 w 104939"/>
              <a:gd name="connsiteY15" fmla="*/ 57752 h 114161"/>
              <a:gd name="connsiteX16" fmla="*/ 5382 w 104939"/>
              <a:gd name="connsiteY16" fmla="*/ 53723 h 114161"/>
              <a:gd name="connsiteX17" fmla="*/ 1345 w 104939"/>
              <a:gd name="connsiteY17" fmla="*/ 52380 h 114161"/>
              <a:gd name="connsiteX18" fmla="*/ 0 w 104939"/>
              <a:gd name="connsiteY18" fmla="*/ 48351 h 114161"/>
              <a:gd name="connsiteX19" fmla="*/ 5382 w 104939"/>
              <a:gd name="connsiteY19" fmla="*/ 37606 h 114161"/>
              <a:gd name="connsiteX20" fmla="*/ 5382 w 104939"/>
              <a:gd name="connsiteY20" fmla="*/ 32234 h 114161"/>
              <a:gd name="connsiteX21" fmla="*/ 9418 w 104939"/>
              <a:gd name="connsiteY21" fmla="*/ 25519 h 114161"/>
              <a:gd name="connsiteX22" fmla="*/ 14799 w 104939"/>
              <a:gd name="connsiteY22" fmla="*/ 25519 h 114161"/>
              <a:gd name="connsiteX23" fmla="*/ 20181 w 104939"/>
              <a:gd name="connsiteY23" fmla="*/ 22832 h 114161"/>
              <a:gd name="connsiteX24" fmla="*/ 22871 w 104939"/>
              <a:gd name="connsiteY24" fmla="*/ 18803 h 114161"/>
              <a:gd name="connsiteX25" fmla="*/ 22871 w 104939"/>
              <a:gd name="connsiteY25" fmla="*/ 14774 h 114161"/>
              <a:gd name="connsiteX26" fmla="*/ 24217 w 104939"/>
              <a:gd name="connsiteY26" fmla="*/ 9401 h 114161"/>
              <a:gd name="connsiteX27" fmla="*/ 24217 w 104939"/>
              <a:gd name="connsiteY27" fmla="*/ 9401 h 114161"/>
              <a:gd name="connsiteX28" fmla="*/ 25562 w 104939"/>
              <a:gd name="connsiteY28" fmla="*/ 2686 h 114161"/>
              <a:gd name="connsiteX29" fmla="*/ 32289 w 104939"/>
              <a:gd name="connsiteY29" fmla="*/ 1343 h 114161"/>
              <a:gd name="connsiteX30" fmla="*/ 43052 w 104939"/>
              <a:gd name="connsiteY30" fmla="*/ 1343 h 114161"/>
              <a:gd name="connsiteX31" fmla="*/ 52470 w 104939"/>
              <a:gd name="connsiteY31" fmla="*/ 2686 h 114161"/>
              <a:gd name="connsiteX32" fmla="*/ 61887 w 104939"/>
              <a:gd name="connsiteY32" fmla="*/ 1343 h 114161"/>
              <a:gd name="connsiteX33" fmla="*/ 69960 w 104939"/>
              <a:gd name="connsiteY33" fmla="*/ 1343 h 114161"/>
              <a:gd name="connsiteX34" fmla="*/ 75341 w 104939"/>
              <a:gd name="connsiteY34" fmla="*/ 0 h 114161"/>
              <a:gd name="connsiteX35" fmla="*/ 78032 w 104939"/>
              <a:gd name="connsiteY35" fmla="*/ 0 h 114161"/>
              <a:gd name="connsiteX36" fmla="*/ 88795 w 104939"/>
              <a:gd name="connsiteY36" fmla="*/ 2686 h 114161"/>
              <a:gd name="connsiteX37" fmla="*/ 96867 w 104939"/>
              <a:gd name="connsiteY37" fmla="*/ 5372 h 114161"/>
              <a:gd name="connsiteX38" fmla="*/ 103594 w 104939"/>
              <a:gd name="connsiteY38" fmla="*/ 6715 h 114161"/>
              <a:gd name="connsiteX39" fmla="*/ 103594 w 104939"/>
              <a:gd name="connsiteY39" fmla="*/ 10745 h 114161"/>
              <a:gd name="connsiteX40" fmla="*/ 98213 w 104939"/>
              <a:gd name="connsiteY40" fmla="*/ 17460 h 114161"/>
              <a:gd name="connsiteX41" fmla="*/ 98213 w 104939"/>
              <a:gd name="connsiteY41" fmla="*/ 17460 h 114161"/>
              <a:gd name="connsiteX42" fmla="*/ 95522 w 104939"/>
              <a:gd name="connsiteY42" fmla="*/ 18803 h 114161"/>
              <a:gd name="connsiteX43" fmla="*/ 91486 w 104939"/>
              <a:gd name="connsiteY43" fmla="*/ 25519 h 114161"/>
              <a:gd name="connsiteX44" fmla="*/ 92831 w 104939"/>
              <a:gd name="connsiteY44" fmla="*/ 32234 h 114161"/>
              <a:gd name="connsiteX45" fmla="*/ 94176 w 104939"/>
              <a:gd name="connsiteY45" fmla="*/ 37606 h 114161"/>
              <a:gd name="connsiteX46" fmla="*/ 94176 w 104939"/>
              <a:gd name="connsiteY46" fmla="*/ 42978 h 114161"/>
              <a:gd name="connsiteX47" fmla="*/ 94176 w 104939"/>
              <a:gd name="connsiteY47" fmla="*/ 47008 h 114161"/>
              <a:gd name="connsiteX48" fmla="*/ 98213 w 104939"/>
              <a:gd name="connsiteY48" fmla="*/ 49694 h 114161"/>
              <a:gd name="connsiteX49" fmla="*/ 100903 w 104939"/>
              <a:gd name="connsiteY49" fmla="*/ 53723 h 114161"/>
              <a:gd name="connsiteX50" fmla="*/ 103594 w 104939"/>
              <a:gd name="connsiteY50" fmla="*/ 59096 h 114161"/>
              <a:gd name="connsiteX51" fmla="*/ 104939 w 104939"/>
              <a:gd name="connsiteY51" fmla="*/ 64468 h 114161"/>
              <a:gd name="connsiteX52" fmla="*/ 104939 w 104939"/>
              <a:gd name="connsiteY52" fmla="*/ 67154 h 114161"/>
              <a:gd name="connsiteX53" fmla="*/ 104939 w 104939"/>
              <a:gd name="connsiteY53" fmla="*/ 71183 h 114161"/>
              <a:gd name="connsiteX54" fmla="*/ 100903 w 104939"/>
              <a:gd name="connsiteY54" fmla="*/ 75212 h 114161"/>
              <a:gd name="connsiteX55" fmla="*/ 100903 w 104939"/>
              <a:gd name="connsiteY55" fmla="*/ 81928 h 114161"/>
              <a:gd name="connsiteX56" fmla="*/ 102249 w 104939"/>
              <a:gd name="connsiteY56" fmla="*/ 84614 h 114161"/>
              <a:gd name="connsiteX57" fmla="*/ 100903 w 104939"/>
              <a:gd name="connsiteY57" fmla="*/ 91329 h 114161"/>
              <a:gd name="connsiteX58" fmla="*/ 94176 w 104939"/>
              <a:gd name="connsiteY58" fmla="*/ 95359 h 114161"/>
              <a:gd name="connsiteX59" fmla="*/ 88795 w 104939"/>
              <a:gd name="connsiteY59" fmla="*/ 94015 h 114161"/>
              <a:gd name="connsiteX60" fmla="*/ 84759 w 104939"/>
              <a:gd name="connsiteY60" fmla="*/ 88643 h 114161"/>
              <a:gd name="connsiteX61" fmla="*/ 78032 w 104939"/>
              <a:gd name="connsiteY61" fmla="*/ 88643 h 114161"/>
              <a:gd name="connsiteX62" fmla="*/ 72650 w 104939"/>
              <a:gd name="connsiteY62" fmla="*/ 91329 h 114161"/>
              <a:gd name="connsiteX63" fmla="*/ 61887 w 104939"/>
              <a:gd name="connsiteY63" fmla="*/ 91329 h 114161"/>
              <a:gd name="connsiteX64" fmla="*/ 56506 w 104939"/>
              <a:gd name="connsiteY64" fmla="*/ 89986 h 114161"/>
              <a:gd name="connsiteX65" fmla="*/ 51124 w 104939"/>
              <a:gd name="connsiteY65" fmla="*/ 94015 h 114161"/>
              <a:gd name="connsiteX66" fmla="*/ 49779 w 104939"/>
              <a:gd name="connsiteY66" fmla="*/ 98045 h 114161"/>
              <a:gd name="connsiteX67" fmla="*/ 55161 w 104939"/>
              <a:gd name="connsiteY67" fmla="*/ 103417 h 114161"/>
              <a:gd name="connsiteX68" fmla="*/ 56506 w 104939"/>
              <a:gd name="connsiteY68" fmla="*/ 106103 h 114161"/>
              <a:gd name="connsiteX69" fmla="*/ 57851 w 104939"/>
              <a:gd name="connsiteY69" fmla="*/ 111475 h 114161"/>
              <a:gd name="connsiteX70" fmla="*/ 57851 w 104939"/>
              <a:gd name="connsiteY70" fmla="*/ 112819 h 114161"/>
              <a:gd name="connsiteX71" fmla="*/ 52470 w 104939"/>
              <a:gd name="connsiteY71" fmla="*/ 114162 h 114161"/>
              <a:gd name="connsiteX72" fmla="*/ 45743 w 104939"/>
              <a:gd name="connsiteY72" fmla="*/ 111475 h 114161"/>
              <a:gd name="connsiteX73" fmla="*/ 44397 w 104939"/>
              <a:gd name="connsiteY73" fmla="*/ 110132 h 114161"/>
              <a:gd name="connsiteX74" fmla="*/ 43052 w 104939"/>
              <a:gd name="connsiteY74" fmla="*/ 110132 h 114161"/>
              <a:gd name="connsiteX75" fmla="*/ 41707 w 104939"/>
              <a:gd name="connsiteY75" fmla="*/ 110132 h 114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04939" h="114161">
                <a:moveTo>
                  <a:pt x="39016" y="107446"/>
                </a:moveTo>
                <a:lnTo>
                  <a:pt x="37671" y="104760"/>
                </a:lnTo>
                <a:lnTo>
                  <a:pt x="37671" y="102074"/>
                </a:lnTo>
                <a:lnTo>
                  <a:pt x="32289" y="100731"/>
                </a:lnTo>
                <a:lnTo>
                  <a:pt x="30944" y="95359"/>
                </a:lnTo>
                <a:lnTo>
                  <a:pt x="26908" y="91329"/>
                </a:lnTo>
                <a:lnTo>
                  <a:pt x="24217" y="88643"/>
                </a:lnTo>
                <a:lnTo>
                  <a:pt x="24217" y="83271"/>
                </a:lnTo>
                <a:lnTo>
                  <a:pt x="22871" y="76555"/>
                </a:lnTo>
                <a:lnTo>
                  <a:pt x="21526" y="72526"/>
                </a:lnTo>
                <a:lnTo>
                  <a:pt x="18835" y="69840"/>
                </a:lnTo>
                <a:lnTo>
                  <a:pt x="16144" y="69840"/>
                </a:lnTo>
                <a:lnTo>
                  <a:pt x="13454" y="67154"/>
                </a:lnTo>
                <a:lnTo>
                  <a:pt x="12109" y="64468"/>
                </a:lnTo>
                <a:lnTo>
                  <a:pt x="9418" y="60438"/>
                </a:lnTo>
                <a:lnTo>
                  <a:pt x="9418" y="57752"/>
                </a:lnTo>
                <a:lnTo>
                  <a:pt x="5382" y="53723"/>
                </a:lnTo>
                <a:lnTo>
                  <a:pt x="1345" y="52380"/>
                </a:lnTo>
                <a:lnTo>
                  <a:pt x="0" y="48351"/>
                </a:lnTo>
                <a:lnTo>
                  <a:pt x="5382" y="37606"/>
                </a:lnTo>
                <a:lnTo>
                  <a:pt x="5382" y="32234"/>
                </a:lnTo>
                <a:lnTo>
                  <a:pt x="9418" y="25519"/>
                </a:lnTo>
                <a:lnTo>
                  <a:pt x="14799" y="25519"/>
                </a:lnTo>
                <a:lnTo>
                  <a:pt x="20181" y="22832"/>
                </a:lnTo>
                <a:lnTo>
                  <a:pt x="22871" y="18803"/>
                </a:lnTo>
                <a:lnTo>
                  <a:pt x="22871" y="14774"/>
                </a:lnTo>
                <a:lnTo>
                  <a:pt x="24217" y="9401"/>
                </a:lnTo>
                <a:lnTo>
                  <a:pt x="24217" y="9401"/>
                </a:lnTo>
                <a:lnTo>
                  <a:pt x="25562" y="2686"/>
                </a:lnTo>
                <a:lnTo>
                  <a:pt x="32289" y="1343"/>
                </a:lnTo>
                <a:lnTo>
                  <a:pt x="43052" y="1343"/>
                </a:lnTo>
                <a:lnTo>
                  <a:pt x="52470" y="2686"/>
                </a:lnTo>
                <a:lnTo>
                  <a:pt x="61887" y="1343"/>
                </a:lnTo>
                <a:lnTo>
                  <a:pt x="69960" y="1343"/>
                </a:lnTo>
                <a:lnTo>
                  <a:pt x="75341" y="0"/>
                </a:lnTo>
                <a:lnTo>
                  <a:pt x="78032" y="0"/>
                </a:lnTo>
                <a:lnTo>
                  <a:pt x="88795" y="2686"/>
                </a:lnTo>
                <a:lnTo>
                  <a:pt x="96867" y="5372"/>
                </a:lnTo>
                <a:lnTo>
                  <a:pt x="103594" y="6715"/>
                </a:lnTo>
                <a:lnTo>
                  <a:pt x="103594" y="10745"/>
                </a:lnTo>
                <a:lnTo>
                  <a:pt x="98213" y="17460"/>
                </a:lnTo>
                <a:lnTo>
                  <a:pt x="98213" y="17460"/>
                </a:lnTo>
                <a:lnTo>
                  <a:pt x="95522" y="18803"/>
                </a:lnTo>
                <a:lnTo>
                  <a:pt x="91486" y="25519"/>
                </a:lnTo>
                <a:lnTo>
                  <a:pt x="92831" y="32234"/>
                </a:lnTo>
                <a:lnTo>
                  <a:pt x="94176" y="37606"/>
                </a:lnTo>
                <a:lnTo>
                  <a:pt x="94176" y="42978"/>
                </a:lnTo>
                <a:lnTo>
                  <a:pt x="94176" y="47008"/>
                </a:lnTo>
                <a:lnTo>
                  <a:pt x="98213" y="49694"/>
                </a:lnTo>
                <a:lnTo>
                  <a:pt x="100903" y="53723"/>
                </a:lnTo>
                <a:lnTo>
                  <a:pt x="103594" y="59096"/>
                </a:lnTo>
                <a:lnTo>
                  <a:pt x="104939" y="64468"/>
                </a:lnTo>
                <a:lnTo>
                  <a:pt x="104939" y="67154"/>
                </a:lnTo>
                <a:lnTo>
                  <a:pt x="104939" y="71183"/>
                </a:lnTo>
                <a:lnTo>
                  <a:pt x="100903" y="75212"/>
                </a:lnTo>
                <a:lnTo>
                  <a:pt x="100903" y="81928"/>
                </a:lnTo>
                <a:lnTo>
                  <a:pt x="102249" y="84614"/>
                </a:lnTo>
                <a:lnTo>
                  <a:pt x="100903" y="91329"/>
                </a:lnTo>
                <a:lnTo>
                  <a:pt x="94176" y="95359"/>
                </a:lnTo>
                <a:lnTo>
                  <a:pt x="88795" y="94015"/>
                </a:lnTo>
                <a:lnTo>
                  <a:pt x="84759" y="88643"/>
                </a:lnTo>
                <a:lnTo>
                  <a:pt x="78032" y="88643"/>
                </a:lnTo>
                <a:lnTo>
                  <a:pt x="72650" y="91329"/>
                </a:lnTo>
                <a:lnTo>
                  <a:pt x="61887" y="91329"/>
                </a:lnTo>
                <a:lnTo>
                  <a:pt x="56506" y="89986"/>
                </a:lnTo>
                <a:lnTo>
                  <a:pt x="51124" y="94015"/>
                </a:lnTo>
                <a:lnTo>
                  <a:pt x="49779" y="98045"/>
                </a:lnTo>
                <a:lnTo>
                  <a:pt x="55161" y="103417"/>
                </a:lnTo>
                <a:lnTo>
                  <a:pt x="56506" y="106103"/>
                </a:lnTo>
                <a:lnTo>
                  <a:pt x="57851" y="111475"/>
                </a:lnTo>
                <a:lnTo>
                  <a:pt x="57851" y="112819"/>
                </a:lnTo>
                <a:lnTo>
                  <a:pt x="52470" y="114162"/>
                </a:lnTo>
                <a:lnTo>
                  <a:pt x="45743" y="111475"/>
                </a:lnTo>
                <a:lnTo>
                  <a:pt x="44397" y="110132"/>
                </a:lnTo>
                <a:lnTo>
                  <a:pt x="43052" y="110132"/>
                </a:lnTo>
                <a:lnTo>
                  <a:pt x="41707" y="110132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12" name="Freeform 1211">
            <a:extLst>
              <a:ext uri="{FF2B5EF4-FFF2-40B4-BE49-F238E27FC236}">
                <a16:creationId xmlns:a16="http://schemas.microsoft.com/office/drawing/2014/main" id="{4AD0DCB7-704E-10D7-0FD7-1B0C8CE1F144}"/>
              </a:ext>
            </a:extLst>
          </p:cNvPr>
          <p:cNvSpPr/>
          <p:nvPr/>
        </p:nvSpPr>
        <p:spPr>
          <a:xfrm>
            <a:off x="5773013" y="4414154"/>
            <a:ext cx="131846" cy="196089"/>
          </a:xfrm>
          <a:custGeom>
            <a:avLst/>
            <a:gdLst>
              <a:gd name="connsiteX0" fmla="*/ 18835 w 131846"/>
              <a:gd name="connsiteY0" fmla="*/ 85957 h 196089"/>
              <a:gd name="connsiteX1" fmla="*/ 9418 w 131846"/>
              <a:gd name="connsiteY1" fmla="*/ 77899 h 196089"/>
              <a:gd name="connsiteX2" fmla="*/ 2691 w 131846"/>
              <a:gd name="connsiteY2" fmla="*/ 68497 h 196089"/>
              <a:gd name="connsiteX3" fmla="*/ 0 w 131846"/>
              <a:gd name="connsiteY3" fmla="*/ 61782 h 196089"/>
              <a:gd name="connsiteX4" fmla="*/ 5381 w 131846"/>
              <a:gd name="connsiteY4" fmla="*/ 56409 h 196089"/>
              <a:gd name="connsiteX5" fmla="*/ 6727 w 131846"/>
              <a:gd name="connsiteY5" fmla="*/ 49694 h 196089"/>
              <a:gd name="connsiteX6" fmla="*/ 10763 w 131846"/>
              <a:gd name="connsiteY6" fmla="*/ 44322 h 196089"/>
              <a:gd name="connsiteX7" fmla="*/ 14799 w 131846"/>
              <a:gd name="connsiteY7" fmla="*/ 47008 h 196089"/>
              <a:gd name="connsiteX8" fmla="*/ 17490 w 131846"/>
              <a:gd name="connsiteY8" fmla="*/ 44322 h 196089"/>
              <a:gd name="connsiteX9" fmla="*/ 21526 w 131846"/>
              <a:gd name="connsiteY9" fmla="*/ 47008 h 196089"/>
              <a:gd name="connsiteX10" fmla="*/ 30943 w 131846"/>
              <a:gd name="connsiteY10" fmla="*/ 42979 h 196089"/>
              <a:gd name="connsiteX11" fmla="*/ 30943 w 131846"/>
              <a:gd name="connsiteY11" fmla="*/ 36263 h 196089"/>
              <a:gd name="connsiteX12" fmla="*/ 26908 w 131846"/>
              <a:gd name="connsiteY12" fmla="*/ 33577 h 196089"/>
              <a:gd name="connsiteX13" fmla="*/ 20181 w 131846"/>
              <a:gd name="connsiteY13" fmla="*/ 33577 h 196089"/>
              <a:gd name="connsiteX14" fmla="*/ 17490 w 131846"/>
              <a:gd name="connsiteY14" fmla="*/ 26862 h 196089"/>
              <a:gd name="connsiteX15" fmla="*/ 16144 w 131846"/>
              <a:gd name="connsiteY15" fmla="*/ 24175 h 196089"/>
              <a:gd name="connsiteX16" fmla="*/ 22871 w 131846"/>
              <a:gd name="connsiteY16" fmla="*/ 16117 h 196089"/>
              <a:gd name="connsiteX17" fmla="*/ 26908 w 131846"/>
              <a:gd name="connsiteY17" fmla="*/ 16117 h 196089"/>
              <a:gd name="connsiteX18" fmla="*/ 32289 w 131846"/>
              <a:gd name="connsiteY18" fmla="*/ 12088 h 196089"/>
              <a:gd name="connsiteX19" fmla="*/ 40361 w 131846"/>
              <a:gd name="connsiteY19" fmla="*/ 2686 h 196089"/>
              <a:gd name="connsiteX20" fmla="*/ 40361 w 131846"/>
              <a:gd name="connsiteY20" fmla="*/ 0 h 196089"/>
              <a:gd name="connsiteX21" fmla="*/ 41707 w 131846"/>
              <a:gd name="connsiteY21" fmla="*/ 1343 h 196089"/>
              <a:gd name="connsiteX22" fmla="*/ 47088 w 131846"/>
              <a:gd name="connsiteY22" fmla="*/ 2686 h 196089"/>
              <a:gd name="connsiteX23" fmla="*/ 51124 w 131846"/>
              <a:gd name="connsiteY23" fmla="*/ 6715 h 196089"/>
              <a:gd name="connsiteX24" fmla="*/ 52470 w 131846"/>
              <a:gd name="connsiteY24" fmla="*/ 10745 h 196089"/>
              <a:gd name="connsiteX25" fmla="*/ 59196 w 131846"/>
              <a:gd name="connsiteY25" fmla="*/ 18803 h 196089"/>
              <a:gd name="connsiteX26" fmla="*/ 69960 w 131846"/>
              <a:gd name="connsiteY26" fmla="*/ 25519 h 196089"/>
              <a:gd name="connsiteX27" fmla="*/ 73996 w 131846"/>
              <a:gd name="connsiteY27" fmla="*/ 28205 h 196089"/>
              <a:gd name="connsiteX28" fmla="*/ 75341 w 131846"/>
              <a:gd name="connsiteY28" fmla="*/ 36263 h 196089"/>
              <a:gd name="connsiteX29" fmla="*/ 73996 w 131846"/>
              <a:gd name="connsiteY29" fmla="*/ 41635 h 196089"/>
              <a:gd name="connsiteX30" fmla="*/ 72650 w 131846"/>
              <a:gd name="connsiteY30" fmla="*/ 49694 h 196089"/>
              <a:gd name="connsiteX31" fmla="*/ 73996 w 131846"/>
              <a:gd name="connsiteY31" fmla="*/ 55066 h 196089"/>
              <a:gd name="connsiteX32" fmla="*/ 75341 w 131846"/>
              <a:gd name="connsiteY32" fmla="*/ 51037 h 196089"/>
              <a:gd name="connsiteX33" fmla="*/ 78032 w 131846"/>
              <a:gd name="connsiteY33" fmla="*/ 47008 h 196089"/>
              <a:gd name="connsiteX34" fmla="*/ 83413 w 131846"/>
              <a:gd name="connsiteY34" fmla="*/ 44322 h 196089"/>
              <a:gd name="connsiteX35" fmla="*/ 87449 w 131846"/>
              <a:gd name="connsiteY35" fmla="*/ 42979 h 196089"/>
              <a:gd name="connsiteX36" fmla="*/ 91485 w 131846"/>
              <a:gd name="connsiteY36" fmla="*/ 47008 h 196089"/>
              <a:gd name="connsiteX37" fmla="*/ 100903 w 131846"/>
              <a:gd name="connsiteY37" fmla="*/ 55066 h 196089"/>
              <a:gd name="connsiteX38" fmla="*/ 110321 w 131846"/>
              <a:gd name="connsiteY38" fmla="*/ 57752 h 196089"/>
              <a:gd name="connsiteX39" fmla="*/ 111666 w 131846"/>
              <a:gd name="connsiteY39" fmla="*/ 61782 h 196089"/>
              <a:gd name="connsiteX40" fmla="*/ 111666 w 131846"/>
              <a:gd name="connsiteY40" fmla="*/ 68497 h 196089"/>
              <a:gd name="connsiteX41" fmla="*/ 113012 w 131846"/>
              <a:gd name="connsiteY41" fmla="*/ 73869 h 196089"/>
              <a:gd name="connsiteX42" fmla="*/ 113012 w 131846"/>
              <a:gd name="connsiteY42" fmla="*/ 73869 h 196089"/>
              <a:gd name="connsiteX43" fmla="*/ 113012 w 131846"/>
              <a:gd name="connsiteY43" fmla="*/ 73869 h 196089"/>
              <a:gd name="connsiteX44" fmla="*/ 111666 w 131846"/>
              <a:gd name="connsiteY44" fmla="*/ 79242 h 196089"/>
              <a:gd name="connsiteX45" fmla="*/ 111666 w 131846"/>
              <a:gd name="connsiteY45" fmla="*/ 83271 h 196089"/>
              <a:gd name="connsiteX46" fmla="*/ 108975 w 131846"/>
              <a:gd name="connsiteY46" fmla="*/ 87300 h 196089"/>
              <a:gd name="connsiteX47" fmla="*/ 103594 w 131846"/>
              <a:gd name="connsiteY47" fmla="*/ 89986 h 196089"/>
              <a:gd name="connsiteX48" fmla="*/ 98212 w 131846"/>
              <a:gd name="connsiteY48" fmla="*/ 89986 h 196089"/>
              <a:gd name="connsiteX49" fmla="*/ 94176 w 131846"/>
              <a:gd name="connsiteY49" fmla="*/ 96702 h 196089"/>
              <a:gd name="connsiteX50" fmla="*/ 94176 w 131846"/>
              <a:gd name="connsiteY50" fmla="*/ 102074 h 196089"/>
              <a:gd name="connsiteX51" fmla="*/ 88795 w 131846"/>
              <a:gd name="connsiteY51" fmla="*/ 112819 h 196089"/>
              <a:gd name="connsiteX52" fmla="*/ 90140 w 131846"/>
              <a:gd name="connsiteY52" fmla="*/ 116848 h 196089"/>
              <a:gd name="connsiteX53" fmla="*/ 94176 w 131846"/>
              <a:gd name="connsiteY53" fmla="*/ 118191 h 196089"/>
              <a:gd name="connsiteX54" fmla="*/ 98212 w 131846"/>
              <a:gd name="connsiteY54" fmla="*/ 122220 h 196089"/>
              <a:gd name="connsiteX55" fmla="*/ 98212 w 131846"/>
              <a:gd name="connsiteY55" fmla="*/ 124906 h 196089"/>
              <a:gd name="connsiteX56" fmla="*/ 100903 w 131846"/>
              <a:gd name="connsiteY56" fmla="*/ 128935 h 196089"/>
              <a:gd name="connsiteX57" fmla="*/ 102249 w 131846"/>
              <a:gd name="connsiteY57" fmla="*/ 131622 h 196089"/>
              <a:gd name="connsiteX58" fmla="*/ 104939 w 131846"/>
              <a:gd name="connsiteY58" fmla="*/ 134308 h 196089"/>
              <a:gd name="connsiteX59" fmla="*/ 107630 w 131846"/>
              <a:gd name="connsiteY59" fmla="*/ 134308 h 196089"/>
              <a:gd name="connsiteX60" fmla="*/ 110321 w 131846"/>
              <a:gd name="connsiteY60" fmla="*/ 136994 h 196089"/>
              <a:gd name="connsiteX61" fmla="*/ 111666 w 131846"/>
              <a:gd name="connsiteY61" fmla="*/ 141023 h 196089"/>
              <a:gd name="connsiteX62" fmla="*/ 113012 w 131846"/>
              <a:gd name="connsiteY62" fmla="*/ 147738 h 196089"/>
              <a:gd name="connsiteX63" fmla="*/ 113012 w 131846"/>
              <a:gd name="connsiteY63" fmla="*/ 153111 h 196089"/>
              <a:gd name="connsiteX64" fmla="*/ 115702 w 131846"/>
              <a:gd name="connsiteY64" fmla="*/ 155797 h 196089"/>
              <a:gd name="connsiteX65" fmla="*/ 119738 w 131846"/>
              <a:gd name="connsiteY65" fmla="*/ 159826 h 196089"/>
              <a:gd name="connsiteX66" fmla="*/ 121084 w 131846"/>
              <a:gd name="connsiteY66" fmla="*/ 165199 h 196089"/>
              <a:gd name="connsiteX67" fmla="*/ 126465 w 131846"/>
              <a:gd name="connsiteY67" fmla="*/ 166542 h 196089"/>
              <a:gd name="connsiteX68" fmla="*/ 126465 w 131846"/>
              <a:gd name="connsiteY68" fmla="*/ 169228 h 196089"/>
              <a:gd name="connsiteX69" fmla="*/ 127811 w 131846"/>
              <a:gd name="connsiteY69" fmla="*/ 171914 h 196089"/>
              <a:gd name="connsiteX70" fmla="*/ 131847 w 131846"/>
              <a:gd name="connsiteY70" fmla="*/ 174600 h 196089"/>
              <a:gd name="connsiteX71" fmla="*/ 122429 w 131846"/>
              <a:gd name="connsiteY71" fmla="*/ 174600 h 196089"/>
              <a:gd name="connsiteX72" fmla="*/ 118393 w 131846"/>
              <a:gd name="connsiteY72" fmla="*/ 175943 h 196089"/>
              <a:gd name="connsiteX73" fmla="*/ 115702 w 131846"/>
              <a:gd name="connsiteY73" fmla="*/ 173257 h 196089"/>
              <a:gd name="connsiteX74" fmla="*/ 107630 w 131846"/>
              <a:gd name="connsiteY74" fmla="*/ 174600 h 196089"/>
              <a:gd name="connsiteX75" fmla="*/ 102249 w 131846"/>
              <a:gd name="connsiteY75" fmla="*/ 175943 h 196089"/>
              <a:gd name="connsiteX76" fmla="*/ 99558 w 131846"/>
              <a:gd name="connsiteY76" fmla="*/ 184002 h 196089"/>
              <a:gd name="connsiteX77" fmla="*/ 88795 w 131846"/>
              <a:gd name="connsiteY77" fmla="*/ 184002 h 196089"/>
              <a:gd name="connsiteX78" fmla="*/ 83413 w 131846"/>
              <a:gd name="connsiteY78" fmla="*/ 185345 h 196089"/>
              <a:gd name="connsiteX79" fmla="*/ 83413 w 131846"/>
              <a:gd name="connsiteY79" fmla="*/ 188031 h 196089"/>
              <a:gd name="connsiteX80" fmla="*/ 79377 w 131846"/>
              <a:gd name="connsiteY80" fmla="*/ 192060 h 196089"/>
              <a:gd name="connsiteX81" fmla="*/ 73996 w 131846"/>
              <a:gd name="connsiteY81" fmla="*/ 193403 h 196089"/>
              <a:gd name="connsiteX82" fmla="*/ 72650 w 131846"/>
              <a:gd name="connsiteY82" fmla="*/ 190717 h 196089"/>
              <a:gd name="connsiteX83" fmla="*/ 69960 w 131846"/>
              <a:gd name="connsiteY83" fmla="*/ 192060 h 196089"/>
              <a:gd name="connsiteX84" fmla="*/ 65923 w 131846"/>
              <a:gd name="connsiteY84" fmla="*/ 196089 h 196089"/>
              <a:gd name="connsiteX85" fmla="*/ 61887 w 131846"/>
              <a:gd name="connsiteY85" fmla="*/ 194746 h 196089"/>
              <a:gd name="connsiteX86" fmla="*/ 51124 w 131846"/>
              <a:gd name="connsiteY86" fmla="*/ 185345 h 196089"/>
              <a:gd name="connsiteX87" fmla="*/ 48433 w 131846"/>
              <a:gd name="connsiteY87" fmla="*/ 181315 h 196089"/>
              <a:gd name="connsiteX88" fmla="*/ 47088 w 131846"/>
              <a:gd name="connsiteY88" fmla="*/ 177286 h 196089"/>
              <a:gd name="connsiteX89" fmla="*/ 41707 w 131846"/>
              <a:gd name="connsiteY89" fmla="*/ 171914 h 196089"/>
              <a:gd name="connsiteX90" fmla="*/ 37670 w 131846"/>
              <a:gd name="connsiteY90" fmla="*/ 166542 h 196089"/>
              <a:gd name="connsiteX91" fmla="*/ 36325 w 131846"/>
              <a:gd name="connsiteY91" fmla="*/ 161169 h 196089"/>
              <a:gd name="connsiteX92" fmla="*/ 37670 w 131846"/>
              <a:gd name="connsiteY92" fmla="*/ 158483 h 196089"/>
              <a:gd name="connsiteX93" fmla="*/ 36325 w 131846"/>
              <a:gd name="connsiteY93" fmla="*/ 155797 h 196089"/>
              <a:gd name="connsiteX94" fmla="*/ 37670 w 131846"/>
              <a:gd name="connsiteY94" fmla="*/ 150425 h 196089"/>
              <a:gd name="connsiteX95" fmla="*/ 39016 w 131846"/>
              <a:gd name="connsiteY95" fmla="*/ 147738 h 196089"/>
              <a:gd name="connsiteX96" fmla="*/ 39016 w 131846"/>
              <a:gd name="connsiteY96" fmla="*/ 141023 h 196089"/>
              <a:gd name="connsiteX97" fmla="*/ 44397 w 131846"/>
              <a:gd name="connsiteY97" fmla="*/ 132965 h 196089"/>
              <a:gd name="connsiteX98" fmla="*/ 45743 w 131846"/>
              <a:gd name="connsiteY98" fmla="*/ 126249 h 196089"/>
              <a:gd name="connsiteX99" fmla="*/ 49779 w 131846"/>
              <a:gd name="connsiteY99" fmla="*/ 119534 h 196089"/>
              <a:gd name="connsiteX100" fmla="*/ 49779 w 131846"/>
              <a:gd name="connsiteY100" fmla="*/ 116848 h 196089"/>
              <a:gd name="connsiteX101" fmla="*/ 45743 w 131846"/>
              <a:gd name="connsiteY101" fmla="*/ 116848 h 196089"/>
              <a:gd name="connsiteX102" fmla="*/ 43052 w 131846"/>
              <a:gd name="connsiteY102" fmla="*/ 114162 h 196089"/>
              <a:gd name="connsiteX103" fmla="*/ 41707 w 131846"/>
              <a:gd name="connsiteY103" fmla="*/ 110132 h 196089"/>
              <a:gd name="connsiteX104" fmla="*/ 36325 w 131846"/>
              <a:gd name="connsiteY104" fmla="*/ 110132 h 196089"/>
              <a:gd name="connsiteX105" fmla="*/ 30943 w 131846"/>
              <a:gd name="connsiteY105" fmla="*/ 107446 h 196089"/>
              <a:gd name="connsiteX106" fmla="*/ 33634 w 131846"/>
              <a:gd name="connsiteY106" fmla="*/ 104760 h 196089"/>
              <a:gd name="connsiteX107" fmla="*/ 36325 w 131846"/>
              <a:gd name="connsiteY107" fmla="*/ 99388 h 196089"/>
              <a:gd name="connsiteX108" fmla="*/ 36325 w 131846"/>
              <a:gd name="connsiteY108" fmla="*/ 92672 h 196089"/>
              <a:gd name="connsiteX109" fmla="*/ 32289 w 131846"/>
              <a:gd name="connsiteY109" fmla="*/ 87300 h 196089"/>
              <a:gd name="connsiteX110" fmla="*/ 26908 w 131846"/>
              <a:gd name="connsiteY110" fmla="*/ 87300 h 196089"/>
              <a:gd name="connsiteX111" fmla="*/ 24217 w 131846"/>
              <a:gd name="connsiteY111" fmla="*/ 88643 h 196089"/>
              <a:gd name="connsiteX112" fmla="*/ 21526 w 131846"/>
              <a:gd name="connsiteY112" fmla="*/ 87300 h 19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1846" h="196089">
                <a:moveTo>
                  <a:pt x="18835" y="85957"/>
                </a:moveTo>
                <a:lnTo>
                  <a:pt x="9418" y="77899"/>
                </a:lnTo>
                <a:lnTo>
                  <a:pt x="2691" y="68497"/>
                </a:lnTo>
                <a:lnTo>
                  <a:pt x="0" y="61782"/>
                </a:lnTo>
                <a:lnTo>
                  <a:pt x="5381" y="56409"/>
                </a:lnTo>
                <a:lnTo>
                  <a:pt x="6727" y="49694"/>
                </a:lnTo>
                <a:lnTo>
                  <a:pt x="10763" y="44322"/>
                </a:lnTo>
                <a:lnTo>
                  <a:pt x="14799" y="47008"/>
                </a:lnTo>
                <a:lnTo>
                  <a:pt x="17490" y="44322"/>
                </a:lnTo>
                <a:lnTo>
                  <a:pt x="21526" y="47008"/>
                </a:lnTo>
                <a:lnTo>
                  <a:pt x="30943" y="42979"/>
                </a:lnTo>
                <a:lnTo>
                  <a:pt x="30943" y="36263"/>
                </a:lnTo>
                <a:lnTo>
                  <a:pt x="26908" y="33577"/>
                </a:lnTo>
                <a:lnTo>
                  <a:pt x="20181" y="33577"/>
                </a:lnTo>
                <a:lnTo>
                  <a:pt x="17490" y="26862"/>
                </a:lnTo>
                <a:lnTo>
                  <a:pt x="16144" y="24175"/>
                </a:lnTo>
                <a:lnTo>
                  <a:pt x="22871" y="16117"/>
                </a:lnTo>
                <a:lnTo>
                  <a:pt x="26908" y="16117"/>
                </a:lnTo>
                <a:lnTo>
                  <a:pt x="32289" y="12088"/>
                </a:lnTo>
                <a:lnTo>
                  <a:pt x="40361" y="2686"/>
                </a:lnTo>
                <a:lnTo>
                  <a:pt x="40361" y="0"/>
                </a:lnTo>
                <a:lnTo>
                  <a:pt x="41707" y="1343"/>
                </a:lnTo>
                <a:lnTo>
                  <a:pt x="47088" y="2686"/>
                </a:lnTo>
                <a:lnTo>
                  <a:pt x="51124" y="6715"/>
                </a:lnTo>
                <a:lnTo>
                  <a:pt x="52470" y="10745"/>
                </a:lnTo>
                <a:lnTo>
                  <a:pt x="59196" y="18803"/>
                </a:lnTo>
                <a:lnTo>
                  <a:pt x="69960" y="25519"/>
                </a:lnTo>
                <a:lnTo>
                  <a:pt x="73996" y="28205"/>
                </a:lnTo>
                <a:lnTo>
                  <a:pt x="75341" y="36263"/>
                </a:lnTo>
                <a:lnTo>
                  <a:pt x="73996" y="41635"/>
                </a:lnTo>
                <a:lnTo>
                  <a:pt x="72650" y="49694"/>
                </a:lnTo>
                <a:lnTo>
                  <a:pt x="73996" y="55066"/>
                </a:lnTo>
                <a:lnTo>
                  <a:pt x="75341" y="51037"/>
                </a:lnTo>
                <a:lnTo>
                  <a:pt x="78032" y="47008"/>
                </a:lnTo>
                <a:lnTo>
                  <a:pt x="83413" y="44322"/>
                </a:lnTo>
                <a:lnTo>
                  <a:pt x="87449" y="42979"/>
                </a:lnTo>
                <a:lnTo>
                  <a:pt x="91485" y="47008"/>
                </a:lnTo>
                <a:lnTo>
                  <a:pt x="100903" y="55066"/>
                </a:lnTo>
                <a:lnTo>
                  <a:pt x="110321" y="57752"/>
                </a:lnTo>
                <a:lnTo>
                  <a:pt x="111666" y="61782"/>
                </a:lnTo>
                <a:lnTo>
                  <a:pt x="111666" y="68497"/>
                </a:lnTo>
                <a:lnTo>
                  <a:pt x="113012" y="73869"/>
                </a:lnTo>
                <a:lnTo>
                  <a:pt x="113012" y="73869"/>
                </a:lnTo>
                <a:lnTo>
                  <a:pt x="113012" y="73869"/>
                </a:lnTo>
                <a:lnTo>
                  <a:pt x="111666" y="79242"/>
                </a:lnTo>
                <a:lnTo>
                  <a:pt x="111666" y="83271"/>
                </a:lnTo>
                <a:lnTo>
                  <a:pt x="108975" y="87300"/>
                </a:lnTo>
                <a:lnTo>
                  <a:pt x="103594" y="89986"/>
                </a:lnTo>
                <a:lnTo>
                  <a:pt x="98212" y="89986"/>
                </a:lnTo>
                <a:lnTo>
                  <a:pt x="94176" y="96702"/>
                </a:lnTo>
                <a:lnTo>
                  <a:pt x="94176" y="102074"/>
                </a:lnTo>
                <a:lnTo>
                  <a:pt x="88795" y="112819"/>
                </a:lnTo>
                <a:lnTo>
                  <a:pt x="90140" y="116848"/>
                </a:lnTo>
                <a:lnTo>
                  <a:pt x="94176" y="118191"/>
                </a:lnTo>
                <a:lnTo>
                  <a:pt x="98212" y="122220"/>
                </a:lnTo>
                <a:lnTo>
                  <a:pt x="98212" y="124906"/>
                </a:lnTo>
                <a:lnTo>
                  <a:pt x="100903" y="128935"/>
                </a:lnTo>
                <a:lnTo>
                  <a:pt x="102249" y="131622"/>
                </a:lnTo>
                <a:lnTo>
                  <a:pt x="104939" y="134308"/>
                </a:lnTo>
                <a:lnTo>
                  <a:pt x="107630" y="134308"/>
                </a:lnTo>
                <a:lnTo>
                  <a:pt x="110321" y="136994"/>
                </a:lnTo>
                <a:lnTo>
                  <a:pt x="111666" y="141023"/>
                </a:lnTo>
                <a:lnTo>
                  <a:pt x="113012" y="147738"/>
                </a:lnTo>
                <a:lnTo>
                  <a:pt x="113012" y="153111"/>
                </a:lnTo>
                <a:lnTo>
                  <a:pt x="115702" y="155797"/>
                </a:lnTo>
                <a:lnTo>
                  <a:pt x="119738" y="159826"/>
                </a:lnTo>
                <a:lnTo>
                  <a:pt x="121084" y="165199"/>
                </a:lnTo>
                <a:lnTo>
                  <a:pt x="126465" y="166542"/>
                </a:lnTo>
                <a:lnTo>
                  <a:pt x="126465" y="169228"/>
                </a:lnTo>
                <a:lnTo>
                  <a:pt x="127811" y="171914"/>
                </a:lnTo>
                <a:lnTo>
                  <a:pt x="131847" y="174600"/>
                </a:lnTo>
                <a:lnTo>
                  <a:pt x="122429" y="174600"/>
                </a:lnTo>
                <a:lnTo>
                  <a:pt x="118393" y="175943"/>
                </a:lnTo>
                <a:lnTo>
                  <a:pt x="115702" y="173257"/>
                </a:lnTo>
                <a:lnTo>
                  <a:pt x="107630" y="174600"/>
                </a:lnTo>
                <a:lnTo>
                  <a:pt x="102249" y="175943"/>
                </a:lnTo>
                <a:lnTo>
                  <a:pt x="99558" y="184002"/>
                </a:lnTo>
                <a:lnTo>
                  <a:pt x="88795" y="184002"/>
                </a:lnTo>
                <a:lnTo>
                  <a:pt x="83413" y="185345"/>
                </a:lnTo>
                <a:lnTo>
                  <a:pt x="83413" y="188031"/>
                </a:lnTo>
                <a:lnTo>
                  <a:pt x="79377" y="192060"/>
                </a:lnTo>
                <a:lnTo>
                  <a:pt x="73996" y="193403"/>
                </a:lnTo>
                <a:lnTo>
                  <a:pt x="72650" y="190717"/>
                </a:lnTo>
                <a:lnTo>
                  <a:pt x="69960" y="192060"/>
                </a:lnTo>
                <a:lnTo>
                  <a:pt x="65923" y="196089"/>
                </a:lnTo>
                <a:lnTo>
                  <a:pt x="61887" y="194746"/>
                </a:lnTo>
                <a:lnTo>
                  <a:pt x="51124" y="185345"/>
                </a:lnTo>
                <a:lnTo>
                  <a:pt x="48433" y="181315"/>
                </a:lnTo>
                <a:lnTo>
                  <a:pt x="47088" y="177286"/>
                </a:lnTo>
                <a:lnTo>
                  <a:pt x="41707" y="171914"/>
                </a:lnTo>
                <a:lnTo>
                  <a:pt x="37670" y="166542"/>
                </a:lnTo>
                <a:lnTo>
                  <a:pt x="36325" y="161169"/>
                </a:lnTo>
                <a:lnTo>
                  <a:pt x="37670" y="158483"/>
                </a:lnTo>
                <a:lnTo>
                  <a:pt x="36325" y="155797"/>
                </a:lnTo>
                <a:lnTo>
                  <a:pt x="37670" y="150425"/>
                </a:lnTo>
                <a:lnTo>
                  <a:pt x="39016" y="147738"/>
                </a:lnTo>
                <a:lnTo>
                  <a:pt x="39016" y="141023"/>
                </a:lnTo>
                <a:lnTo>
                  <a:pt x="44397" y="132965"/>
                </a:lnTo>
                <a:lnTo>
                  <a:pt x="45743" y="126249"/>
                </a:lnTo>
                <a:lnTo>
                  <a:pt x="49779" y="119534"/>
                </a:lnTo>
                <a:lnTo>
                  <a:pt x="49779" y="116848"/>
                </a:lnTo>
                <a:lnTo>
                  <a:pt x="45743" y="116848"/>
                </a:lnTo>
                <a:lnTo>
                  <a:pt x="43052" y="114162"/>
                </a:lnTo>
                <a:lnTo>
                  <a:pt x="41707" y="110132"/>
                </a:lnTo>
                <a:lnTo>
                  <a:pt x="36325" y="110132"/>
                </a:lnTo>
                <a:lnTo>
                  <a:pt x="30943" y="107446"/>
                </a:lnTo>
                <a:lnTo>
                  <a:pt x="33634" y="104760"/>
                </a:lnTo>
                <a:lnTo>
                  <a:pt x="36325" y="99388"/>
                </a:lnTo>
                <a:lnTo>
                  <a:pt x="36325" y="92672"/>
                </a:lnTo>
                <a:lnTo>
                  <a:pt x="32289" y="87300"/>
                </a:lnTo>
                <a:lnTo>
                  <a:pt x="26908" y="87300"/>
                </a:lnTo>
                <a:lnTo>
                  <a:pt x="24217" y="88643"/>
                </a:lnTo>
                <a:lnTo>
                  <a:pt x="21526" y="87300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213" name="Graphic 5">
            <a:extLst>
              <a:ext uri="{FF2B5EF4-FFF2-40B4-BE49-F238E27FC236}">
                <a16:creationId xmlns:a16="http://schemas.microsoft.com/office/drawing/2014/main" id="{06A5E207-D0D4-287B-3D92-3708B1493EE6}"/>
              </a:ext>
            </a:extLst>
          </p:cNvPr>
          <p:cNvGrpSpPr/>
          <p:nvPr/>
        </p:nvGrpSpPr>
        <p:grpSpPr>
          <a:xfrm>
            <a:off x="5466267" y="4305365"/>
            <a:ext cx="347107" cy="318309"/>
            <a:chOff x="5466267" y="4305365"/>
            <a:chExt cx="347107" cy="318309"/>
          </a:xfrm>
          <a:solidFill>
            <a:srgbClr val="E5E5E4"/>
          </a:solidFill>
        </p:grpSpPr>
        <p:sp>
          <p:nvSpPr>
            <p:cNvPr id="1214" name="Freeform 1213">
              <a:extLst>
                <a:ext uri="{FF2B5EF4-FFF2-40B4-BE49-F238E27FC236}">
                  <a16:creationId xmlns:a16="http://schemas.microsoft.com/office/drawing/2014/main" id="{A5B5657B-266A-D22C-41D4-F9BFA543807A}"/>
                </a:ext>
              </a:extLst>
            </p:cNvPr>
            <p:cNvSpPr/>
            <p:nvPr/>
          </p:nvSpPr>
          <p:spPr>
            <a:xfrm>
              <a:off x="5466267" y="4313423"/>
              <a:ext cx="347107" cy="310250"/>
            </a:xfrm>
            <a:custGeom>
              <a:avLst/>
              <a:gdLst>
                <a:gd name="connsiteX0" fmla="*/ 160100 w 347107"/>
                <a:gd name="connsiteY0" fmla="*/ 295477 h 310250"/>
                <a:gd name="connsiteX1" fmla="*/ 169517 w 347107"/>
                <a:gd name="connsiteY1" fmla="*/ 302192 h 310250"/>
                <a:gd name="connsiteX2" fmla="*/ 180280 w 347107"/>
                <a:gd name="connsiteY2" fmla="*/ 310251 h 310250"/>
                <a:gd name="connsiteX3" fmla="*/ 185662 w 347107"/>
                <a:gd name="connsiteY3" fmla="*/ 310251 h 310250"/>
                <a:gd name="connsiteX4" fmla="*/ 196425 w 347107"/>
                <a:gd name="connsiteY4" fmla="*/ 310251 h 310250"/>
                <a:gd name="connsiteX5" fmla="*/ 203152 w 347107"/>
                <a:gd name="connsiteY5" fmla="*/ 302192 h 310250"/>
                <a:gd name="connsiteX6" fmla="*/ 211224 w 347107"/>
                <a:gd name="connsiteY6" fmla="*/ 296820 h 310250"/>
                <a:gd name="connsiteX7" fmla="*/ 216606 w 347107"/>
                <a:gd name="connsiteY7" fmla="*/ 291448 h 310250"/>
                <a:gd name="connsiteX8" fmla="*/ 228714 w 347107"/>
                <a:gd name="connsiteY8" fmla="*/ 284732 h 310250"/>
                <a:gd name="connsiteX9" fmla="*/ 231405 w 347107"/>
                <a:gd name="connsiteY9" fmla="*/ 278017 h 310250"/>
                <a:gd name="connsiteX10" fmla="*/ 235441 w 347107"/>
                <a:gd name="connsiteY10" fmla="*/ 273988 h 310250"/>
                <a:gd name="connsiteX11" fmla="*/ 247549 w 347107"/>
                <a:gd name="connsiteY11" fmla="*/ 271302 h 310250"/>
                <a:gd name="connsiteX12" fmla="*/ 254276 w 347107"/>
                <a:gd name="connsiteY12" fmla="*/ 268615 h 310250"/>
                <a:gd name="connsiteX13" fmla="*/ 254276 w 347107"/>
                <a:gd name="connsiteY13" fmla="*/ 263243 h 310250"/>
                <a:gd name="connsiteX14" fmla="*/ 246204 w 347107"/>
                <a:gd name="connsiteY14" fmla="*/ 261900 h 310250"/>
                <a:gd name="connsiteX15" fmla="*/ 236786 w 347107"/>
                <a:gd name="connsiteY15" fmla="*/ 261900 h 310250"/>
                <a:gd name="connsiteX16" fmla="*/ 226023 w 347107"/>
                <a:gd name="connsiteY16" fmla="*/ 257871 h 310250"/>
                <a:gd name="connsiteX17" fmla="*/ 227369 w 347107"/>
                <a:gd name="connsiteY17" fmla="*/ 249812 h 310250"/>
                <a:gd name="connsiteX18" fmla="*/ 224678 w 347107"/>
                <a:gd name="connsiteY18" fmla="*/ 244440 h 310250"/>
                <a:gd name="connsiteX19" fmla="*/ 231405 w 347107"/>
                <a:gd name="connsiteY19" fmla="*/ 233696 h 310250"/>
                <a:gd name="connsiteX20" fmla="*/ 230059 w 347107"/>
                <a:gd name="connsiteY20" fmla="*/ 228323 h 310250"/>
                <a:gd name="connsiteX21" fmla="*/ 223332 w 347107"/>
                <a:gd name="connsiteY21" fmla="*/ 222951 h 310250"/>
                <a:gd name="connsiteX22" fmla="*/ 219296 w 347107"/>
                <a:gd name="connsiteY22" fmla="*/ 221608 h 310250"/>
                <a:gd name="connsiteX23" fmla="*/ 215260 w 347107"/>
                <a:gd name="connsiteY23" fmla="*/ 214892 h 310250"/>
                <a:gd name="connsiteX24" fmla="*/ 223332 w 347107"/>
                <a:gd name="connsiteY24" fmla="*/ 217579 h 310250"/>
                <a:gd name="connsiteX25" fmla="*/ 230059 w 347107"/>
                <a:gd name="connsiteY25" fmla="*/ 218922 h 310250"/>
                <a:gd name="connsiteX26" fmla="*/ 239477 w 347107"/>
                <a:gd name="connsiteY26" fmla="*/ 222951 h 310250"/>
                <a:gd name="connsiteX27" fmla="*/ 247549 w 347107"/>
                <a:gd name="connsiteY27" fmla="*/ 221608 h 310250"/>
                <a:gd name="connsiteX28" fmla="*/ 259658 w 347107"/>
                <a:gd name="connsiteY28" fmla="*/ 220265 h 310250"/>
                <a:gd name="connsiteX29" fmla="*/ 262348 w 347107"/>
                <a:gd name="connsiteY29" fmla="*/ 222951 h 310250"/>
                <a:gd name="connsiteX30" fmla="*/ 270421 w 347107"/>
                <a:gd name="connsiteY30" fmla="*/ 220265 h 310250"/>
                <a:gd name="connsiteX31" fmla="*/ 278493 w 347107"/>
                <a:gd name="connsiteY31" fmla="*/ 212206 h 310250"/>
                <a:gd name="connsiteX32" fmla="*/ 286565 w 347107"/>
                <a:gd name="connsiteY32" fmla="*/ 212206 h 310250"/>
                <a:gd name="connsiteX33" fmla="*/ 290601 w 347107"/>
                <a:gd name="connsiteY33" fmla="*/ 213549 h 310250"/>
                <a:gd name="connsiteX34" fmla="*/ 301364 w 347107"/>
                <a:gd name="connsiteY34" fmla="*/ 208177 h 310250"/>
                <a:gd name="connsiteX35" fmla="*/ 310782 w 347107"/>
                <a:gd name="connsiteY35" fmla="*/ 208177 h 310250"/>
                <a:gd name="connsiteX36" fmla="*/ 324236 w 347107"/>
                <a:gd name="connsiteY36" fmla="*/ 198775 h 310250"/>
                <a:gd name="connsiteX37" fmla="*/ 326927 w 347107"/>
                <a:gd name="connsiteY37" fmla="*/ 192060 h 310250"/>
                <a:gd name="connsiteX38" fmla="*/ 325581 w 347107"/>
                <a:gd name="connsiteY38" fmla="*/ 186688 h 310250"/>
                <a:gd name="connsiteX39" fmla="*/ 316164 w 347107"/>
                <a:gd name="connsiteY39" fmla="*/ 178629 h 310250"/>
                <a:gd name="connsiteX40" fmla="*/ 309437 w 347107"/>
                <a:gd name="connsiteY40" fmla="*/ 169228 h 310250"/>
                <a:gd name="connsiteX41" fmla="*/ 306746 w 347107"/>
                <a:gd name="connsiteY41" fmla="*/ 162512 h 310250"/>
                <a:gd name="connsiteX42" fmla="*/ 312127 w 347107"/>
                <a:gd name="connsiteY42" fmla="*/ 157140 h 310250"/>
                <a:gd name="connsiteX43" fmla="*/ 313473 w 347107"/>
                <a:gd name="connsiteY43" fmla="*/ 150425 h 310250"/>
                <a:gd name="connsiteX44" fmla="*/ 317509 w 347107"/>
                <a:gd name="connsiteY44" fmla="*/ 145052 h 310250"/>
                <a:gd name="connsiteX45" fmla="*/ 321545 w 347107"/>
                <a:gd name="connsiteY45" fmla="*/ 147738 h 310250"/>
                <a:gd name="connsiteX46" fmla="*/ 324236 w 347107"/>
                <a:gd name="connsiteY46" fmla="*/ 145052 h 310250"/>
                <a:gd name="connsiteX47" fmla="*/ 328272 w 347107"/>
                <a:gd name="connsiteY47" fmla="*/ 147738 h 310250"/>
                <a:gd name="connsiteX48" fmla="*/ 337689 w 347107"/>
                <a:gd name="connsiteY48" fmla="*/ 143709 h 310250"/>
                <a:gd name="connsiteX49" fmla="*/ 337689 w 347107"/>
                <a:gd name="connsiteY49" fmla="*/ 136994 h 310250"/>
                <a:gd name="connsiteX50" fmla="*/ 333653 w 347107"/>
                <a:gd name="connsiteY50" fmla="*/ 134308 h 310250"/>
                <a:gd name="connsiteX51" fmla="*/ 326927 w 347107"/>
                <a:gd name="connsiteY51" fmla="*/ 134308 h 310250"/>
                <a:gd name="connsiteX52" fmla="*/ 324236 w 347107"/>
                <a:gd name="connsiteY52" fmla="*/ 127592 h 310250"/>
                <a:gd name="connsiteX53" fmla="*/ 322890 w 347107"/>
                <a:gd name="connsiteY53" fmla="*/ 124906 h 310250"/>
                <a:gd name="connsiteX54" fmla="*/ 329617 w 347107"/>
                <a:gd name="connsiteY54" fmla="*/ 116848 h 310250"/>
                <a:gd name="connsiteX55" fmla="*/ 333653 w 347107"/>
                <a:gd name="connsiteY55" fmla="*/ 116848 h 310250"/>
                <a:gd name="connsiteX56" fmla="*/ 339035 w 347107"/>
                <a:gd name="connsiteY56" fmla="*/ 112819 h 310250"/>
                <a:gd name="connsiteX57" fmla="*/ 347107 w 347107"/>
                <a:gd name="connsiteY57" fmla="*/ 103417 h 310250"/>
                <a:gd name="connsiteX58" fmla="*/ 347107 w 347107"/>
                <a:gd name="connsiteY58" fmla="*/ 100731 h 310250"/>
                <a:gd name="connsiteX59" fmla="*/ 345762 w 347107"/>
                <a:gd name="connsiteY59" fmla="*/ 100731 h 310250"/>
                <a:gd name="connsiteX60" fmla="*/ 336344 w 347107"/>
                <a:gd name="connsiteY60" fmla="*/ 95359 h 310250"/>
                <a:gd name="connsiteX61" fmla="*/ 332308 w 347107"/>
                <a:gd name="connsiteY61" fmla="*/ 95359 h 310250"/>
                <a:gd name="connsiteX62" fmla="*/ 328272 w 347107"/>
                <a:gd name="connsiteY62" fmla="*/ 96702 h 310250"/>
                <a:gd name="connsiteX63" fmla="*/ 324236 w 347107"/>
                <a:gd name="connsiteY63" fmla="*/ 95359 h 310250"/>
                <a:gd name="connsiteX64" fmla="*/ 320200 w 347107"/>
                <a:gd name="connsiteY64" fmla="*/ 95359 h 310250"/>
                <a:gd name="connsiteX65" fmla="*/ 316164 w 347107"/>
                <a:gd name="connsiteY65" fmla="*/ 98045 h 310250"/>
                <a:gd name="connsiteX66" fmla="*/ 308091 w 347107"/>
                <a:gd name="connsiteY66" fmla="*/ 99388 h 310250"/>
                <a:gd name="connsiteX67" fmla="*/ 301364 w 347107"/>
                <a:gd name="connsiteY67" fmla="*/ 98045 h 310250"/>
                <a:gd name="connsiteX68" fmla="*/ 298674 w 347107"/>
                <a:gd name="connsiteY68" fmla="*/ 98045 h 310250"/>
                <a:gd name="connsiteX69" fmla="*/ 304055 w 347107"/>
                <a:gd name="connsiteY69" fmla="*/ 96702 h 310250"/>
                <a:gd name="connsiteX70" fmla="*/ 306746 w 347107"/>
                <a:gd name="connsiteY70" fmla="*/ 96702 h 310250"/>
                <a:gd name="connsiteX71" fmla="*/ 310782 w 347107"/>
                <a:gd name="connsiteY71" fmla="*/ 95359 h 310250"/>
                <a:gd name="connsiteX72" fmla="*/ 313473 w 347107"/>
                <a:gd name="connsiteY72" fmla="*/ 91329 h 310250"/>
                <a:gd name="connsiteX73" fmla="*/ 318854 w 347107"/>
                <a:gd name="connsiteY73" fmla="*/ 87300 h 310250"/>
                <a:gd name="connsiteX74" fmla="*/ 320200 w 347107"/>
                <a:gd name="connsiteY74" fmla="*/ 84614 h 310250"/>
                <a:gd name="connsiteX75" fmla="*/ 316164 w 347107"/>
                <a:gd name="connsiteY75" fmla="*/ 81928 h 310250"/>
                <a:gd name="connsiteX76" fmla="*/ 316164 w 347107"/>
                <a:gd name="connsiteY76" fmla="*/ 80585 h 310250"/>
                <a:gd name="connsiteX77" fmla="*/ 314818 w 347107"/>
                <a:gd name="connsiteY77" fmla="*/ 76556 h 310250"/>
                <a:gd name="connsiteX78" fmla="*/ 308091 w 347107"/>
                <a:gd name="connsiteY78" fmla="*/ 72526 h 310250"/>
                <a:gd name="connsiteX79" fmla="*/ 300019 w 347107"/>
                <a:gd name="connsiteY79" fmla="*/ 69840 h 310250"/>
                <a:gd name="connsiteX80" fmla="*/ 297328 w 347107"/>
                <a:gd name="connsiteY80" fmla="*/ 67154 h 310250"/>
                <a:gd name="connsiteX81" fmla="*/ 293292 w 347107"/>
                <a:gd name="connsiteY81" fmla="*/ 65811 h 310250"/>
                <a:gd name="connsiteX82" fmla="*/ 287911 w 347107"/>
                <a:gd name="connsiteY82" fmla="*/ 64468 h 310250"/>
                <a:gd name="connsiteX83" fmla="*/ 286565 w 347107"/>
                <a:gd name="connsiteY83" fmla="*/ 63125 h 310250"/>
                <a:gd name="connsiteX84" fmla="*/ 281184 w 347107"/>
                <a:gd name="connsiteY84" fmla="*/ 60438 h 310250"/>
                <a:gd name="connsiteX85" fmla="*/ 278493 w 347107"/>
                <a:gd name="connsiteY85" fmla="*/ 60438 h 310250"/>
                <a:gd name="connsiteX86" fmla="*/ 278493 w 347107"/>
                <a:gd name="connsiteY86" fmla="*/ 64468 h 310250"/>
                <a:gd name="connsiteX87" fmla="*/ 275802 w 347107"/>
                <a:gd name="connsiteY87" fmla="*/ 60438 h 310250"/>
                <a:gd name="connsiteX88" fmla="*/ 273112 w 347107"/>
                <a:gd name="connsiteY88" fmla="*/ 55066 h 310250"/>
                <a:gd name="connsiteX89" fmla="*/ 269075 w 347107"/>
                <a:gd name="connsiteY89" fmla="*/ 52380 h 310250"/>
                <a:gd name="connsiteX90" fmla="*/ 266385 w 347107"/>
                <a:gd name="connsiteY90" fmla="*/ 49694 h 310250"/>
                <a:gd name="connsiteX91" fmla="*/ 270421 w 347107"/>
                <a:gd name="connsiteY91" fmla="*/ 47008 h 310250"/>
                <a:gd name="connsiteX92" fmla="*/ 281184 w 347107"/>
                <a:gd name="connsiteY92" fmla="*/ 48351 h 310250"/>
                <a:gd name="connsiteX93" fmla="*/ 285220 w 347107"/>
                <a:gd name="connsiteY93" fmla="*/ 45665 h 310250"/>
                <a:gd name="connsiteX94" fmla="*/ 293292 w 347107"/>
                <a:gd name="connsiteY94" fmla="*/ 44322 h 310250"/>
                <a:gd name="connsiteX95" fmla="*/ 293292 w 347107"/>
                <a:gd name="connsiteY95" fmla="*/ 40292 h 310250"/>
                <a:gd name="connsiteX96" fmla="*/ 286565 w 347107"/>
                <a:gd name="connsiteY96" fmla="*/ 41635 h 310250"/>
                <a:gd name="connsiteX97" fmla="*/ 275802 w 347107"/>
                <a:gd name="connsiteY97" fmla="*/ 38949 h 310250"/>
                <a:gd name="connsiteX98" fmla="*/ 266385 w 347107"/>
                <a:gd name="connsiteY98" fmla="*/ 40292 h 310250"/>
                <a:gd name="connsiteX99" fmla="*/ 261003 w 347107"/>
                <a:gd name="connsiteY99" fmla="*/ 40292 h 310250"/>
                <a:gd name="connsiteX100" fmla="*/ 250240 w 347107"/>
                <a:gd name="connsiteY100" fmla="*/ 44322 h 310250"/>
                <a:gd name="connsiteX101" fmla="*/ 246204 w 347107"/>
                <a:gd name="connsiteY101" fmla="*/ 41635 h 310250"/>
                <a:gd name="connsiteX102" fmla="*/ 240822 w 347107"/>
                <a:gd name="connsiteY102" fmla="*/ 42979 h 310250"/>
                <a:gd name="connsiteX103" fmla="*/ 231405 w 347107"/>
                <a:gd name="connsiteY103" fmla="*/ 49694 h 310250"/>
                <a:gd name="connsiteX104" fmla="*/ 227369 w 347107"/>
                <a:gd name="connsiteY104" fmla="*/ 51037 h 310250"/>
                <a:gd name="connsiteX105" fmla="*/ 220642 w 347107"/>
                <a:gd name="connsiteY105" fmla="*/ 53723 h 310250"/>
                <a:gd name="connsiteX106" fmla="*/ 219296 w 347107"/>
                <a:gd name="connsiteY106" fmla="*/ 56409 h 310250"/>
                <a:gd name="connsiteX107" fmla="*/ 211224 w 347107"/>
                <a:gd name="connsiteY107" fmla="*/ 57752 h 310250"/>
                <a:gd name="connsiteX108" fmla="*/ 208533 w 347107"/>
                <a:gd name="connsiteY108" fmla="*/ 59096 h 310250"/>
                <a:gd name="connsiteX109" fmla="*/ 204497 w 347107"/>
                <a:gd name="connsiteY109" fmla="*/ 57752 h 310250"/>
                <a:gd name="connsiteX110" fmla="*/ 193734 w 347107"/>
                <a:gd name="connsiteY110" fmla="*/ 49694 h 310250"/>
                <a:gd name="connsiteX111" fmla="*/ 191043 w 347107"/>
                <a:gd name="connsiteY111" fmla="*/ 45665 h 310250"/>
                <a:gd name="connsiteX112" fmla="*/ 188353 w 347107"/>
                <a:gd name="connsiteY112" fmla="*/ 44322 h 310250"/>
                <a:gd name="connsiteX113" fmla="*/ 174899 w 347107"/>
                <a:gd name="connsiteY113" fmla="*/ 45665 h 310250"/>
                <a:gd name="connsiteX114" fmla="*/ 150682 w 347107"/>
                <a:gd name="connsiteY114" fmla="*/ 49694 h 310250"/>
                <a:gd name="connsiteX115" fmla="*/ 138574 w 347107"/>
                <a:gd name="connsiteY115" fmla="*/ 49694 h 310250"/>
                <a:gd name="connsiteX116" fmla="*/ 134538 w 347107"/>
                <a:gd name="connsiteY116" fmla="*/ 47008 h 310250"/>
                <a:gd name="connsiteX117" fmla="*/ 131847 w 347107"/>
                <a:gd name="connsiteY117" fmla="*/ 42979 h 310250"/>
                <a:gd name="connsiteX118" fmla="*/ 131847 w 347107"/>
                <a:gd name="connsiteY118" fmla="*/ 38949 h 310250"/>
                <a:gd name="connsiteX119" fmla="*/ 134538 w 347107"/>
                <a:gd name="connsiteY119" fmla="*/ 38949 h 310250"/>
                <a:gd name="connsiteX120" fmla="*/ 134538 w 347107"/>
                <a:gd name="connsiteY120" fmla="*/ 33577 h 310250"/>
                <a:gd name="connsiteX121" fmla="*/ 129156 w 347107"/>
                <a:gd name="connsiteY121" fmla="*/ 26862 h 310250"/>
                <a:gd name="connsiteX122" fmla="*/ 123775 w 347107"/>
                <a:gd name="connsiteY122" fmla="*/ 25519 h 310250"/>
                <a:gd name="connsiteX123" fmla="*/ 111666 w 347107"/>
                <a:gd name="connsiteY123" fmla="*/ 26862 h 310250"/>
                <a:gd name="connsiteX124" fmla="*/ 106285 w 347107"/>
                <a:gd name="connsiteY124" fmla="*/ 22832 h 310250"/>
                <a:gd name="connsiteX125" fmla="*/ 102249 w 347107"/>
                <a:gd name="connsiteY125" fmla="*/ 22832 h 310250"/>
                <a:gd name="connsiteX126" fmla="*/ 98213 w 347107"/>
                <a:gd name="connsiteY126" fmla="*/ 24175 h 310250"/>
                <a:gd name="connsiteX127" fmla="*/ 94176 w 347107"/>
                <a:gd name="connsiteY127" fmla="*/ 17460 h 310250"/>
                <a:gd name="connsiteX128" fmla="*/ 94176 w 347107"/>
                <a:gd name="connsiteY128" fmla="*/ 9402 h 310250"/>
                <a:gd name="connsiteX129" fmla="*/ 92831 w 347107"/>
                <a:gd name="connsiteY129" fmla="*/ 1343 h 310250"/>
                <a:gd name="connsiteX130" fmla="*/ 90140 w 347107"/>
                <a:gd name="connsiteY130" fmla="*/ 0 h 310250"/>
                <a:gd name="connsiteX131" fmla="*/ 83413 w 347107"/>
                <a:gd name="connsiteY131" fmla="*/ 4029 h 310250"/>
                <a:gd name="connsiteX132" fmla="*/ 75341 w 347107"/>
                <a:gd name="connsiteY132" fmla="*/ 12088 h 310250"/>
                <a:gd name="connsiteX133" fmla="*/ 78032 w 347107"/>
                <a:gd name="connsiteY133" fmla="*/ 17460 h 310250"/>
                <a:gd name="connsiteX134" fmla="*/ 79377 w 347107"/>
                <a:gd name="connsiteY134" fmla="*/ 20146 h 310250"/>
                <a:gd name="connsiteX135" fmla="*/ 84759 w 347107"/>
                <a:gd name="connsiteY135" fmla="*/ 17460 h 310250"/>
                <a:gd name="connsiteX136" fmla="*/ 88795 w 347107"/>
                <a:gd name="connsiteY136" fmla="*/ 17460 h 310250"/>
                <a:gd name="connsiteX137" fmla="*/ 94176 w 347107"/>
                <a:gd name="connsiteY137" fmla="*/ 21489 h 310250"/>
                <a:gd name="connsiteX138" fmla="*/ 92831 w 347107"/>
                <a:gd name="connsiteY138" fmla="*/ 25519 h 310250"/>
                <a:gd name="connsiteX139" fmla="*/ 88795 w 347107"/>
                <a:gd name="connsiteY139" fmla="*/ 26862 h 310250"/>
                <a:gd name="connsiteX140" fmla="*/ 83413 w 347107"/>
                <a:gd name="connsiteY140" fmla="*/ 24175 h 310250"/>
                <a:gd name="connsiteX141" fmla="*/ 80723 w 347107"/>
                <a:gd name="connsiteY141" fmla="*/ 22832 h 310250"/>
                <a:gd name="connsiteX142" fmla="*/ 79377 w 347107"/>
                <a:gd name="connsiteY142" fmla="*/ 24175 h 310250"/>
                <a:gd name="connsiteX143" fmla="*/ 79377 w 347107"/>
                <a:gd name="connsiteY143" fmla="*/ 25519 h 310250"/>
                <a:gd name="connsiteX144" fmla="*/ 72650 w 347107"/>
                <a:gd name="connsiteY144" fmla="*/ 29548 h 310250"/>
                <a:gd name="connsiteX145" fmla="*/ 61887 w 347107"/>
                <a:gd name="connsiteY145" fmla="*/ 30891 h 310250"/>
                <a:gd name="connsiteX146" fmla="*/ 51124 w 347107"/>
                <a:gd name="connsiteY146" fmla="*/ 36263 h 310250"/>
                <a:gd name="connsiteX147" fmla="*/ 47088 w 347107"/>
                <a:gd name="connsiteY147" fmla="*/ 40292 h 310250"/>
                <a:gd name="connsiteX148" fmla="*/ 47088 w 347107"/>
                <a:gd name="connsiteY148" fmla="*/ 44322 h 310250"/>
                <a:gd name="connsiteX149" fmla="*/ 49779 w 347107"/>
                <a:gd name="connsiteY149" fmla="*/ 49694 h 310250"/>
                <a:gd name="connsiteX150" fmla="*/ 49779 w 347107"/>
                <a:gd name="connsiteY150" fmla="*/ 60438 h 310250"/>
                <a:gd name="connsiteX151" fmla="*/ 51124 w 347107"/>
                <a:gd name="connsiteY151" fmla="*/ 67154 h 310250"/>
                <a:gd name="connsiteX152" fmla="*/ 53815 w 347107"/>
                <a:gd name="connsiteY152" fmla="*/ 73869 h 310250"/>
                <a:gd name="connsiteX153" fmla="*/ 49779 w 347107"/>
                <a:gd name="connsiteY153" fmla="*/ 81928 h 310250"/>
                <a:gd name="connsiteX154" fmla="*/ 40361 w 347107"/>
                <a:gd name="connsiteY154" fmla="*/ 87300 h 310250"/>
                <a:gd name="connsiteX155" fmla="*/ 36325 w 347107"/>
                <a:gd name="connsiteY155" fmla="*/ 85957 h 310250"/>
                <a:gd name="connsiteX156" fmla="*/ 36325 w 347107"/>
                <a:gd name="connsiteY156" fmla="*/ 79242 h 310250"/>
                <a:gd name="connsiteX157" fmla="*/ 30944 w 347107"/>
                <a:gd name="connsiteY157" fmla="*/ 72526 h 310250"/>
                <a:gd name="connsiteX158" fmla="*/ 29598 w 347107"/>
                <a:gd name="connsiteY158" fmla="*/ 67154 h 310250"/>
                <a:gd name="connsiteX159" fmla="*/ 33634 w 347107"/>
                <a:gd name="connsiteY159" fmla="*/ 63125 h 310250"/>
                <a:gd name="connsiteX160" fmla="*/ 34980 w 347107"/>
                <a:gd name="connsiteY160" fmla="*/ 60438 h 310250"/>
                <a:gd name="connsiteX161" fmla="*/ 44397 w 347107"/>
                <a:gd name="connsiteY161" fmla="*/ 51037 h 310250"/>
                <a:gd name="connsiteX162" fmla="*/ 44397 w 347107"/>
                <a:gd name="connsiteY162" fmla="*/ 42979 h 310250"/>
                <a:gd name="connsiteX163" fmla="*/ 41707 w 347107"/>
                <a:gd name="connsiteY163" fmla="*/ 37606 h 310250"/>
                <a:gd name="connsiteX164" fmla="*/ 41707 w 347107"/>
                <a:gd name="connsiteY164" fmla="*/ 34920 h 310250"/>
                <a:gd name="connsiteX165" fmla="*/ 41707 w 347107"/>
                <a:gd name="connsiteY165" fmla="*/ 30891 h 310250"/>
                <a:gd name="connsiteX166" fmla="*/ 37671 w 347107"/>
                <a:gd name="connsiteY166" fmla="*/ 28205 h 310250"/>
                <a:gd name="connsiteX167" fmla="*/ 34980 w 347107"/>
                <a:gd name="connsiteY167" fmla="*/ 24175 h 310250"/>
                <a:gd name="connsiteX168" fmla="*/ 36325 w 347107"/>
                <a:gd name="connsiteY168" fmla="*/ 20146 h 310250"/>
                <a:gd name="connsiteX169" fmla="*/ 43052 w 347107"/>
                <a:gd name="connsiteY169" fmla="*/ 17460 h 310250"/>
                <a:gd name="connsiteX170" fmla="*/ 48433 w 347107"/>
                <a:gd name="connsiteY170" fmla="*/ 16117 h 310250"/>
                <a:gd name="connsiteX171" fmla="*/ 53815 w 347107"/>
                <a:gd name="connsiteY171" fmla="*/ 10745 h 310250"/>
                <a:gd name="connsiteX172" fmla="*/ 51124 w 347107"/>
                <a:gd name="connsiteY172" fmla="*/ 9402 h 310250"/>
                <a:gd name="connsiteX173" fmla="*/ 49779 w 347107"/>
                <a:gd name="connsiteY173" fmla="*/ 10745 h 310250"/>
                <a:gd name="connsiteX174" fmla="*/ 36325 w 347107"/>
                <a:gd name="connsiteY174" fmla="*/ 16117 h 310250"/>
                <a:gd name="connsiteX175" fmla="*/ 28253 w 347107"/>
                <a:gd name="connsiteY175" fmla="*/ 28205 h 310250"/>
                <a:gd name="connsiteX176" fmla="*/ 26908 w 347107"/>
                <a:gd name="connsiteY176" fmla="*/ 30891 h 310250"/>
                <a:gd name="connsiteX177" fmla="*/ 21526 w 347107"/>
                <a:gd name="connsiteY177" fmla="*/ 32234 h 310250"/>
                <a:gd name="connsiteX178" fmla="*/ 17490 w 347107"/>
                <a:gd name="connsiteY178" fmla="*/ 37606 h 310250"/>
                <a:gd name="connsiteX179" fmla="*/ 13454 w 347107"/>
                <a:gd name="connsiteY179" fmla="*/ 41635 h 310250"/>
                <a:gd name="connsiteX180" fmla="*/ 5381 w 347107"/>
                <a:gd name="connsiteY180" fmla="*/ 53723 h 310250"/>
                <a:gd name="connsiteX181" fmla="*/ 4036 w 347107"/>
                <a:gd name="connsiteY181" fmla="*/ 59096 h 310250"/>
                <a:gd name="connsiteX182" fmla="*/ 5381 w 347107"/>
                <a:gd name="connsiteY182" fmla="*/ 63125 h 310250"/>
                <a:gd name="connsiteX183" fmla="*/ 5381 w 347107"/>
                <a:gd name="connsiteY183" fmla="*/ 72526 h 310250"/>
                <a:gd name="connsiteX184" fmla="*/ 1345 w 347107"/>
                <a:gd name="connsiteY184" fmla="*/ 80585 h 310250"/>
                <a:gd name="connsiteX185" fmla="*/ 0 w 347107"/>
                <a:gd name="connsiteY185" fmla="*/ 83271 h 310250"/>
                <a:gd name="connsiteX186" fmla="*/ 4036 w 347107"/>
                <a:gd name="connsiteY186" fmla="*/ 83271 h 310250"/>
                <a:gd name="connsiteX187" fmla="*/ 8072 w 347107"/>
                <a:gd name="connsiteY187" fmla="*/ 83271 h 310250"/>
                <a:gd name="connsiteX188" fmla="*/ 18835 w 347107"/>
                <a:gd name="connsiteY188" fmla="*/ 102074 h 310250"/>
                <a:gd name="connsiteX189" fmla="*/ 22871 w 347107"/>
                <a:gd name="connsiteY189" fmla="*/ 108789 h 310250"/>
                <a:gd name="connsiteX190" fmla="*/ 24217 w 347107"/>
                <a:gd name="connsiteY190" fmla="*/ 112819 h 310250"/>
                <a:gd name="connsiteX191" fmla="*/ 21526 w 347107"/>
                <a:gd name="connsiteY191" fmla="*/ 119534 h 310250"/>
                <a:gd name="connsiteX192" fmla="*/ 22871 w 347107"/>
                <a:gd name="connsiteY192" fmla="*/ 122220 h 310250"/>
                <a:gd name="connsiteX193" fmla="*/ 20181 w 347107"/>
                <a:gd name="connsiteY193" fmla="*/ 126249 h 310250"/>
                <a:gd name="connsiteX194" fmla="*/ 20181 w 347107"/>
                <a:gd name="connsiteY194" fmla="*/ 128935 h 310250"/>
                <a:gd name="connsiteX195" fmla="*/ 26908 w 347107"/>
                <a:gd name="connsiteY195" fmla="*/ 134308 h 310250"/>
                <a:gd name="connsiteX196" fmla="*/ 33634 w 347107"/>
                <a:gd name="connsiteY196" fmla="*/ 136994 h 310250"/>
                <a:gd name="connsiteX197" fmla="*/ 39016 w 347107"/>
                <a:gd name="connsiteY197" fmla="*/ 138337 h 310250"/>
                <a:gd name="connsiteX198" fmla="*/ 44397 w 347107"/>
                <a:gd name="connsiteY198" fmla="*/ 141023 h 310250"/>
                <a:gd name="connsiteX199" fmla="*/ 48433 w 347107"/>
                <a:gd name="connsiteY199" fmla="*/ 138337 h 310250"/>
                <a:gd name="connsiteX200" fmla="*/ 55160 w 347107"/>
                <a:gd name="connsiteY200" fmla="*/ 138337 h 310250"/>
                <a:gd name="connsiteX201" fmla="*/ 61887 w 347107"/>
                <a:gd name="connsiteY201" fmla="*/ 141023 h 310250"/>
                <a:gd name="connsiteX202" fmla="*/ 63233 w 347107"/>
                <a:gd name="connsiteY202" fmla="*/ 138337 h 310250"/>
                <a:gd name="connsiteX203" fmla="*/ 71305 w 347107"/>
                <a:gd name="connsiteY203" fmla="*/ 136994 h 310250"/>
                <a:gd name="connsiteX204" fmla="*/ 79377 w 347107"/>
                <a:gd name="connsiteY204" fmla="*/ 139680 h 310250"/>
                <a:gd name="connsiteX205" fmla="*/ 83413 w 347107"/>
                <a:gd name="connsiteY205" fmla="*/ 141023 h 310250"/>
                <a:gd name="connsiteX206" fmla="*/ 103594 w 347107"/>
                <a:gd name="connsiteY206" fmla="*/ 159826 h 310250"/>
                <a:gd name="connsiteX207" fmla="*/ 110321 w 347107"/>
                <a:gd name="connsiteY207" fmla="*/ 158483 h 310250"/>
                <a:gd name="connsiteX208" fmla="*/ 111666 w 347107"/>
                <a:gd name="connsiteY208" fmla="*/ 161169 h 310250"/>
                <a:gd name="connsiteX209" fmla="*/ 114357 w 347107"/>
                <a:gd name="connsiteY209" fmla="*/ 159826 h 310250"/>
                <a:gd name="connsiteX210" fmla="*/ 119738 w 347107"/>
                <a:gd name="connsiteY210" fmla="*/ 161169 h 310250"/>
                <a:gd name="connsiteX211" fmla="*/ 122429 w 347107"/>
                <a:gd name="connsiteY211" fmla="*/ 163856 h 310250"/>
                <a:gd name="connsiteX212" fmla="*/ 127811 w 347107"/>
                <a:gd name="connsiteY212" fmla="*/ 161169 h 310250"/>
                <a:gd name="connsiteX213" fmla="*/ 133192 w 347107"/>
                <a:gd name="connsiteY213" fmla="*/ 159826 h 310250"/>
                <a:gd name="connsiteX214" fmla="*/ 139919 w 347107"/>
                <a:gd name="connsiteY214" fmla="*/ 161169 h 310250"/>
                <a:gd name="connsiteX215" fmla="*/ 141265 w 347107"/>
                <a:gd name="connsiteY215" fmla="*/ 159826 h 310250"/>
                <a:gd name="connsiteX216" fmla="*/ 145301 w 347107"/>
                <a:gd name="connsiteY216" fmla="*/ 159826 h 310250"/>
                <a:gd name="connsiteX217" fmla="*/ 149337 w 347107"/>
                <a:gd name="connsiteY217" fmla="*/ 161169 h 310250"/>
                <a:gd name="connsiteX218" fmla="*/ 152028 w 347107"/>
                <a:gd name="connsiteY218" fmla="*/ 171914 h 310250"/>
                <a:gd name="connsiteX219" fmla="*/ 149337 w 347107"/>
                <a:gd name="connsiteY219" fmla="*/ 175943 h 310250"/>
                <a:gd name="connsiteX220" fmla="*/ 149337 w 347107"/>
                <a:gd name="connsiteY220" fmla="*/ 179972 h 310250"/>
                <a:gd name="connsiteX221" fmla="*/ 147991 w 347107"/>
                <a:gd name="connsiteY221" fmla="*/ 184002 h 310250"/>
                <a:gd name="connsiteX222" fmla="*/ 141265 w 347107"/>
                <a:gd name="connsiteY222" fmla="*/ 185345 h 310250"/>
                <a:gd name="connsiteX223" fmla="*/ 138574 w 347107"/>
                <a:gd name="connsiteY223" fmla="*/ 189374 h 310250"/>
                <a:gd name="connsiteX224" fmla="*/ 139919 w 347107"/>
                <a:gd name="connsiteY224" fmla="*/ 198775 h 310250"/>
                <a:gd name="connsiteX225" fmla="*/ 141265 w 347107"/>
                <a:gd name="connsiteY225" fmla="*/ 201462 h 310250"/>
                <a:gd name="connsiteX226" fmla="*/ 138574 w 347107"/>
                <a:gd name="connsiteY226" fmla="*/ 208177 h 310250"/>
                <a:gd name="connsiteX227" fmla="*/ 138574 w 347107"/>
                <a:gd name="connsiteY227" fmla="*/ 216235 h 310250"/>
                <a:gd name="connsiteX228" fmla="*/ 141265 w 347107"/>
                <a:gd name="connsiteY228" fmla="*/ 220265 h 310250"/>
                <a:gd name="connsiteX229" fmla="*/ 142610 w 347107"/>
                <a:gd name="connsiteY229" fmla="*/ 222951 h 310250"/>
                <a:gd name="connsiteX230" fmla="*/ 147991 w 347107"/>
                <a:gd name="connsiteY230" fmla="*/ 237725 h 310250"/>
                <a:gd name="connsiteX231" fmla="*/ 138574 w 347107"/>
                <a:gd name="connsiteY231" fmla="*/ 252499 h 310250"/>
                <a:gd name="connsiteX232" fmla="*/ 139919 w 347107"/>
                <a:gd name="connsiteY232" fmla="*/ 256528 h 310250"/>
                <a:gd name="connsiteX233" fmla="*/ 142610 w 347107"/>
                <a:gd name="connsiteY233" fmla="*/ 257871 h 310250"/>
                <a:gd name="connsiteX234" fmla="*/ 145301 w 347107"/>
                <a:gd name="connsiteY234" fmla="*/ 255185 h 310250"/>
                <a:gd name="connsiteX235" fmla="*/ 146646 w 347107"/>
                <a:gd name="connsiteY235" fmla="*/ 256528 h 310250"/>
                <a:gd name="connsiteX236" fmla="*/ 147991 w 347107"/>
                <a:gd name="connsiteY236" fmla="*/ 260557 h 310250"/>
                <a:gd name="connsiteX237" fmla="*/ 150682 w 347107"/>
                <a:gd name="connsiteY237" fmla="*/ 261900 h 310250"/>
                <a:gd name="connsiteX238" fmla="*/ 153373 w 347107"/>
                <a:gd name="connsiteY238" fmla="*/ 267272 h 310250"/>
                <a:gd name="connsiteX239" fmla="*/ 152028 w 347107"/>
                <a:gd name="connsiteY239" fmla="*/ 269959 h 310250"/>
                <a:gd name="connsiteX240" fmla="*/ 154718 w 347107"/>
                <a:gd name="connsiteY240" fmla="*/ 276674 h 310250"/>
                <a:gd name="connsiteX241" fmla="*/ 160100 w 347107"/>
                <a:gd name="connsiteY241" fmla="*/ 290105 h 31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347107" h="310250">
                  <a:moveTo>
                    <a:pt x="160100" y="295477"/>
                  </a:moveTo>
                  <a:lnTo>
                    <a:pt x="169517" y="302192"/>
                  </a:lnTo>
                  <a:lnTo>
                    <a:pt x="180280" y="310251"/>
                  </a:lnTo>
                  <a:lnTo>
                    <a:pt x="185662" y="310251"/>
                  </a:lnTo>
                  <a:lnTo>
                    <a:pt x="196425" y="310251"/>
                  </a:lnTo>
                  <a:lnTo>
                    <a:pt x="203152" y="302192"/>
                  </a:lnTo>
                  <a:lnTo>
                    <a:pt x="211224" y="296820"/>
                  </a:lnTo>
                  <a:lnTo>
                    <a:pt x="216606" y="291448"/>
                  </a:lnTo>
                  <a:lnTo>
                    <a:pt x="228714" y="284732"/>
                  </a:lnTo>
                  <a:lnTo>
                    <a:pt x="231405" y="278017"/>
                  </a:lnTo>
                  <a:lnTo>
                    <a:pt x="235441" y="273988"/>
                  </a:lnTo>
                  <a:lnTo>
                    <a:pt x="247549" y="271302"/>
                  </a:lnTo>
                  <a:lnTo>
                    <a:pt x="254276" y="268615"/>
                  </a:lnTo>
                  <a:lnTo>
                    <a:pt x="254276" y="263243"/>
                  </a:lnTo>
                  <a:lnTo>
                    <a:pt x="246204" y="261900"/>
                  </a:lnTo>
                  <a:lnTo>
                    <a:pt x="236786" y="261900"/>
                  </a:lnTo>
                  <a:lnTo>
                    <a:pt x="226023" y="257871"/>
                  </a:lnTo>
                  <a:lnTo>
                    <a:pt x="227369" y="249812"/>
                  </a:lnTo>
                  <a:lnTo>
                    <a:pt x="224678" y="244440"/>
                  </a:lnTo>
                  <a:lnTo>
                    <a:pt x="231405" y="233696"/>
                  </a:lnTo>
                  <a:lnTo>
                    <a:pt x="230059" y="228323"/>
                  </a:lnTo>
                  <a:lnTo>
                    <a:pt x="223332" y="222951"/>
                  </a:lnTo>
                  <a:lnTo>
                    <a:pt x="219296" y="221608"/>
                  </a:lnTo>
                  <a:lnTo>
                    <a:pt x="215260" y="214892"/>
                  </a:lnTo>
                  <a:lnTo>
                    <a:pt x="223332" y="217579"/>
                  </a:lnTo>
                  <a:lnTo>
                    <a:pt x="230059" y="218922"/>
                  </a:lnTo>
                  <a:lnTo>
                    <a:pt x="239477" y="222951"/>
                  </a:lnTo>
                  <a:lnTo>
                    <a:pt x="247549" y="221608"/>
                  </a:lnTo>
                  <a:lnTo>
                    <a:pt x="259658" y="220265"/>
                  </a:lnTo>
                  <a:lnTo>
                    <a:pt x="262348" y="222951"/>
                  </a:lnTo>
                  <a:lnTo>
                    <a:pt x="270421" y="220265"/>
                  </a:lnTo>
                  <a:lnTo>
                    <a:pt x="278493" y="212206"/>
                  </a:lnTo>
                  <a:lnTo>
                    <a:pt x="286565" y="212206"/>
                  </a:lnTo>
                  <a:lnTo>
                    <a:pt x="290601" y="213549"/>
                  </a:lnTo>
                  <a:lnTo>
                    <a:pt x="301364" y="208177"/>
                  </a:lnTo>
                  <a:lnTo>
                    <a:pt x="310782" y="208177"/>
                  </a:lnTo>
                  <a:lnTo>
                    <a:pt x="324236" y="198775"/>
                  </a:lnTo>
                  <a:lnTo>
                    <a:pt x="326927" y="192060"/>
                  </a:lnTo>
                  <a:lnTo>
                    <a:pt x="325581" y="186688"/>
                  </a:lnTo>
                  <a:lnTo>
                    <a:pt x="316164" y="178629"/>
                  </a:lnTo>
                  <a:lnTo>
                    <a:pt x="309437" y="169228"/>
                  </a:lnTo>
                  <a:lnTo>
                    <a:pt x="306746" y="162512"/>
                  </a:lnTo>
                  <a:lnTo>
                    <a:pt x="312127" y="157140"/>
                  </a:lnTo>
                  <a:lnTo>
                    <a:pt x="313473" y="150425"/>
                  </a:lnTo>
                  <a:lnTo>
                    <a:pt x="317509" y="145052"/>
                  </a:lnTo>
                  <a:lnTo>
                    <a:pt x="321545" y="147738"/>
                  </a:lnTo>
                  <a:lnTo>
                    <a:pt x="324236" y="145052"/>
                  </a:lnTo>
                  <a:lnTo>
                    <a:pt x="328272" y="147738"/>
                  </a:lnTo>
                  <a:lnTo>
                    <a:pt x="337689" y="143709"/>
                  </a:lnTo>
                  <a:lnTo>
                    <a:pt x="337689" y="136994"/>
                  </a:lnTo>
                  <a:lnTo>
                    <a:pt x="333653" y="134308"/>
                  </a:lnTo>
                  <a:lnTo>
                    <a:pt x="326927" y="134308"/>
                  </a:lnTo>
                  <a:lnTo>
                    <a:pt x="324236" y="127592"/>
                  </a:lnTo>
                  <a:lnTo>
                    <a:pt x="322890" y="124906"/>
                  </a:lnTo>
                  <a:lnTo>
                    <a:pt x="329617" y="116848"/>
                  </a:lnTo>
                  <a:lnTo>
                    <a:pt x="333653" y="116848"/>
                  </a:lnTo>
                  <a:lnTo>
                    <a:pt x="339035" y="112819"/>
                  </a:lnTo>
                  <a:lnTo>
                    <a:pt x="347107" y="103417"/>
                  </a:lnTo>
                  <a:lnTo>
                    <a:pt x="347107" y="100731"/>
                  </a:lnTo>
                  <a:lnTo>
                    <a:pt x="345762" y="100731"/>
                  </a:lnTo>
                  <a:lnTo>
                    <a:pt x="336344" y="95359"/>
                  </a:lnTo>
                  <a:lnTo>
                    <a:pt x="332308" y="95359"/>
                  </a:lnTo>
                  <a:lnTo>
                    <a:pt x="328272" y="96702"/>
                  </a:lnTo>
                  <a:lnTo>
                    <a:pt x="324236" y="95359"/>
                  </a:lnTo>
                  <a:lnTo>
                    <a:pt x="320200" y="95359"/>
                  </a:lnTo>
                  <a:lnTo>
                    <a:pt x="316164" y="98045"/>
                  </a:lnTo>
                  <a:lnTo>
                    <a:pt x="308091" y="99388"/>
                  </a:lnTo>
                  <a:lnTo>
                    <a:pt x="301364" y="98045"/>
                  </a:lnTo>
                  <a:lnTo>
                    <a:pt x="298674" y="98045"/>
                  </a:lnTo>
                  <a:lnTo>
                    <a:pt x="304055" y="96702"/>
                  </a:lnTo>
                  <a:lnTo>
                    <a:pt x="306746" y="96702"/>
                  </a:lnTo>
                  <a:lnTo>
                    <a:pt x="310782" y="95359"/>
                  </a:lnTo>
                  <a:lnTo>
                    <a:pt x="313473" y="91329"/>
                  </a:lnTo>
                  <a:lnTo>
                    <a:pt x="318854" y="87300"/>
                  </a:lnTo>
                  <a:lnTo>
                    <a:pt x="320200" y="84614"/>
                  </a:lnTo>
                  <a:lnTo>
                    <a:pt x="316164" y="81928"/>
                  </a:lnTo>
                  <a:lnTo>
                    <a:pt x="316164" y="80585"/>
                  </a:lnTo>
                  <a:lnTo>
                    <a:pt x="314818" y="76556"/>
                  </a:lnTo>
                  <a:lnTo>
                    <a:pt x="308091" y="72526"/>
                  </a:lnTo>
                  <a:lnTo>
                    <a:pt x="300019" y="69840"/>
                  </a:lnTo>
                  <a:lnTo>
                    <a:pt x="297328" y="67154"/>
                  </a:lnTo>
                  <a:lnTo>
                    <a:pt x="293292" y="65811"/>
                  </a:lnTo>
                  <a:lnTo>
                    <a:pt x="287911" y="64468"/>
                  </a:lnTo>
                  <a:lnTo>
                    <a:pt x="286565" y="63125"/>
                  </a:lnTo>
                  <a:lnTo>
                    <a:pt x="281184" y="60438"/>
                  </a:lnTo>
                  <a:lnTo>
                    <a:pt x="278493" y="60438"/>
                  </a:lnTo>
                  <a:lnTo>
                    <a:pt x="278493" y="64468"/>
                  </a:lnTo>
                  <a:lnTo>
                    <a:pt x="275802" y="60438"/>
                  </a:lnTo>
                  <a:lnTo>
                    <a:pt x="273112" y="55066"/>
                  </a:lnTo>
                  <a:lnTo>
                    <a:pt x="269075" y="52380"/>
                  </a:lnTo>
                  <a:lnTo>
                    <a:pt x="266385" y="49694"/>
                  </a:lnTo>
                  <a:lnTo>
                    <a:pt x="270421" y="47008"/>
                  </a:lnTo>
                  <a:lnTo>
                    <a:pt x="281184" y="48351"/>
                  </a:lnTo>
                  <a:lnTo>
                    <a:pt x="285220" y="45665"/>
                  </a:lnTo>
                  <a:lnTo>
                    <a:pt x="293292" y="44322"/>
                  </a:lnTo>
                  <a:lnTo>
                    <a:pt x="293292" y="40292"/>
                  </a:lnTo>
                  <a:lnTo>
                    <a:pt x="286565" y="41635"/>
                  </a:lnTo>
                  <a:lnTo>
                    <a:pt x="275802" y="38949"/>
                  </a:lnTo>
                  <a:lnTo>
                    <a:pt x="266385" y="40292"/>
                  </a:lnTo>
                  <a:lnTo>
                    <a:pt x="261003" y="40292"/>
                  </a:lnTo>
                  <a:lnTo>
                    <a:pt x="250240" y="44322"/>
                  </a:lnTo>
                  <a:lnTo>
                    <a:pt x="246204" y="41635"/>
                  </a:lnTo>
                  <a:lnTo>
                    <a:pt x="240822" y="42979"/>
                  </a:lnTo>
                  <a:lnTo>
                    <a:pt x="231405" y="49694"/>
                  </a:lnTo>
                  <a:lnTo>
                    <a:pt x="227369" y="51037"/>
                  </a:lnTo>
                  <a:lnTo>
                    <a:pt x="220642" y="53723"/>
                  </a:lnTo>
                  <a:lnTo>
                    <a:pt x="219296" y="56409"/>
                  </a:lnTo>
                  <a:lnTo>
                    <a:pt x="211224" y="57752"/>
                  </a:lnTo>
                  <a:lnTo>
                    <a:pt x="208533" y="59096"/>
                  </a:lnTo>
                  <a:lnTo>
                    <a:pt x="204497" y="57752"/>
                  </a:lnTo>
                  <a:lnTo>
                    <a:pt x="193734" y="49694"/>
                  </a:lnTo>
                  <a:lnTo>
                    <a:pt x="191043" y="45665"/>
                  </a:lnTo>
                  <a:lnTo>
                    <a:pt x="188353" y="44322"/>
                  </a:lnTo>
                  <a:lnTo>
                    <a:pt x="174899" y="45665"/>
                  </a:lnTo>
                  <a:lnTo>
                    <a:pt x="150682" y="49694"/>
                  </a:lnTo>
                  <a:lnTo>
                    <a:pt x="138574" y="49694"/>
                  </a:lnTo>
                  <a:lnTo>
                    <a:pt x="134538" y="47008"/>
                  </a:lnTo>
                  <a:lnTo>
                    <a:pt x="131847" y="42979"/>
                  </a:lnTo>
                  <a:lnTo>
                    <a:pt x="131847" y="38949"/>
                  </a:lnTo>
                  <a:lnTo>
                    <a:pt x="134538" y="38949"/>
                  </a:lnTo>
                  <a:lnTo>
                    <a:pt x="134538" y="33577"/>
                  </a:lnTo>
                  <a:lnTo>
                    <a:pt x="129156" y="26862"/>
                  </a:lnTo>
                  <a:lnTo>
                    <a:pt x="123775" y="25519"/>
                  </a:lnTo>
                  <a:lnTo>
                    <a:pt x="111666" y="26862"/>
                  </a:lnTo>
                  <a:lnTo>
                    <a:pt x="106285" y="22832"/>
                  </a:lnTo>
                  <a:lnTo>
                    <a:pt x="102249" y="22832"/>
                  </a:lnTo>
                  <a:lnTo>
                    <a:pt x="98213" y="24175"/>
                  </a:lnTo>
                  <a:lnTo>
                    <a:pt x="94176" y="17460"/>
                  </a:lnTo>
                  <a:lnTo>
                    <a:pt x="94176" y="9402"/>
                  </a:lnTo>
                  <a:lnTo>
                    <a:pt x="92831" y="1343"/>
                  </a:lnTo>
                  <a:lnTo>
                    <a:pt x="90140" y="0"/>
                  </a:lnTo>
                  <a:lnTo>
                    <a:pt x="83413" y="4029"/>
                  </a:lnTo>
                  <a:lnTo>
                    <a:pt x="75341" y="12088"/>
                  </a:lnTo>
                  <a:lnTo>
                    <a:pt x="78032" y="17460"/>
                  </a:lnTo>
                  <a:lnTo>
                    <a:pt x="79377" y="20146"/>
                  </a:lnTo>
                  <a:lnTo>
                    <a:pt x="84759" y="17460"/>
                  </a:lnTo>
                  <a:lnTo>
                    <a:pt x="88795" y="17460"/>
                  </a:lnTo>
                  <a:lnTo>
                    <a:pt x="94176" y="21489"/>
                  </a:lnTo>
                  <a:lnTo>
                    <a:pt x="92831" y="25519"/>
                  </a:lnTo>
                  <a:lnTo>
                    <a:pt x="88795" y="26862"/>
                  </a:lnTo>
                  <a:lnTo>
                    <a:pt x="83413" y="24175"/>
                  </a:lnTo>
                  <a:lnTo>
                    <a:pt x="80723" y="22832"/>
                  </a:lnTo>
                  <a:lnTo>
                    <a:pt x="79377" y="24175"/>
                  </a:lnTo>
                  <a:lnTo>
                    <a:pt x="79377" y="25519"/>
                  </a:lnTo>
                  <a:lnTo>
                    <a:pt x="72650" y="29548"/>
                  </a:lnTo>
                  <a:lnTo>
                    <a:pt x="61887" y="30891"/>
                  </a:lnTo>
                  <a:lnTo>
                    <a:pt x="51124" y="36263"/>
                  </a:lnTo>
                  <a:lnTo>
                    <a:pt x="47088" y="40292"/>
                  </a:lnTo>
                  <a:lnTo>
                    <a:pt x="47088" y="44322"/>
                  </a:lnTo>
                  <a:lnTo>
                    <a:pt x="49779" y="49694"/>
                  </a:lnTo>
                  <a:lnTo>
                    <a:pt x="49779" y="60438"/>
                  </a:lnTo>
                  <a:lnTo>
                    <a:pt x="51124" y="67154"/>
                  </a:lnTo>
                  <a:lnTo>
                    <a:pt x="53815" y="73869"/>
                  </a:lnTo>
                  <a:lnTo>
                    <a:pt x="49779" y="81928"/>
                  </a:lnTo>
                  <a:lnTo>
                    <a:pt x="40361" y="87300"/>
                  </a:lnTo>
                  <a:lnTo>
                    <a:pt x="36325" y="85957"/>
                  </a:lnTo>
                  <a:lnTo>
                    <a:pt x="36325" y="79242"/>
                  </a:lnTo>
                  <a:lnTo>
                    <a:pt x="30944" y="72526"/>
                  </a:lnTo>
                  <a:lnTo>
                    <a:pt x="29598" y="67154"/>
                  </a:lnTo>
                  <a:lnTo>
                    <a:pt x="33634" y="63125"/>
                  </a:lnTo>
                  <a:lnTo>
                    <a:pt x="34980" y="60438"/>
                  </a:lnTo>
                  <a:lnTo>
                    <a:pt x="44397" y="51037"/>
                  </a:lnTo>
                  <a:lnTo>
                    <a:pt x="44397" y="42979"/>
                  </a:lnTo>
                  <a:lnTo>
                    <a:pt x="41707" y="37606"/>
                  </a:lnTo>
                  <a:lnTo>
                    <a:pt x="41707" y="34920"/>
                  </a:lnTo>
                  <a:lnTo>
                    <a:pt x="41707" y="30891"/>
                  </a:lnTo>
                  <a:lnTo>
                    <a:pt x="37671" y="28205"/>
                  </a:lnTo>
                  <a:lnTo>
                    <a:pt x="34980" y="24175"/>
                  </a:lnTo>
                  <a:lnTo>
                    <a:pt x="36325" y="20146"/>
                  </a:lnTo>
                  <a:lnTo>
                    <a:pt x="43052" y="17460"/>
                  </a:lnTo>
                  <a:lnTo>
                    <a:pt x="48433" y="16117"/>
                  </a:lnTo>
                  <a:lnTo>
                    <a:pt x="53815" y="10745"/>
                  </a:lnTo>
                  <a:lnTo>
                    <a:pt x="51124" y="9402"/>
                  </a:lnTo>
                  <a:lnTo>
                    <a:pt x="49779" y="10745"/>
                  </a:lnTo>
                  <a:lnTo>
                    <a:pt x="36325" y="16117"/>
                  </a:lnTo>
                  <a:lnTo>
                    <a:pt x="28253" y="28205"/>
                  </a:lnTo>
                  <a:lnTo>
                    <a:pt x="26908" y="30891"/>
                  </a:lnTo>
                  <a:lnTo>
                    <a:pt x="21526" y="32234"/>
                  </a:lnTo>
                  <a:lnTo>
                    <a:pt x="17490" y="37606"/>
                  </a:lnTo>
                  <a:lnTo>
                    <a:pt x="13454" y="41635"/>
                  </a:lnTo>
                  <a:lnTo>
                    <a:pt x="5381" y="53723"/>
                  </a:lnTo>
                  <a:lnTo>
                    <a:pt x="4036" y="59096"/>
                  </a:lnTo>
                  <a:lnTo>
                    <a:pt x="5381" y="63125"/>
                  </a:lnTo>
                  <a:lnTo>
                    <a:pt x="5381" y="72526"/>
                  </a:lnTo>
                  <a:lnTo>
                    <a:pt x="1345" y="80585"/>
                  </a:lnTo>
                  <a:lnTo>
                    <a:pt x="0" y="83271"/>
                  </a:lnTo>
                  <a:lnTo>
                    <a:pt x="4036" y="83271"/>
                  </a:lnTo>
                  <a:lnTo>
                    <a:pt x="8072" y="83271"/>
                  </a:lnTo>
                  <a:lnTo>
                    <a:pt x="18835" y="102074"/>
                  </a:lnTo>
                  <a:lnTo>
                    <a:pt x="22871" y="108789"/>
                  </a:lnTo>
                  <a:lnTo>
                    <a:pt x="24217" y="112819"/>
                  </a:lnTo>
                  <a:lnTo>
                    <a:pt x="21526" y="119534"/>
                  </a:lnTo>
                  <a:lnTo>
                    <a:pt x="22871" y="122220"/>
                  </a:lnTo>
                  <a:lnTo>
                    <a:pt x="20181" y="126249"/>
                  </a:lnTo>
                  <a:lnTo>
                    <a:pt x="20181" y="128935"/>
                  </a:lnTo>
                  <a:lnTo>
                    <a:pt x="26908" y="134308"/>
                  </a:lnTo>
                  <a:lnTo>
                    <a:pt x="33634" y="136994"/>
                  </a:lnTo>
                  <a:lnTo>
                    <a:pt x="39016" y="138337"/>
                  </a:lnTo>
                  <a:lnTo>
                    <a:pt x="44397" y="141023"/>
                  </a:lnTo>
                  <a:lnTo>
                    <a:pt x="48433" y="138337"/>
                  </a:lnTo>
                  <a:lnTo>
                    <a:pt x="55160" y="138337"/>
                  </a:lnTo>
                  <a:lnTo>
                    <a:pt x="61887" y="141023"/>
                  </a:lnTo>
                  <a:lnTo>
                    <a:pt x="63233" y="138337"/>
                  </a:lnTo>
                  <a:lnTo>
                    <a:pt x="71305" y="136994"/>
                  </a:lnTo>
                  <a:lnTo>
                    <a:pt x="79377" y="139680"/>
                  </a:lnTo>
                  <a:lnTo>
                    <a:pt x="83413" y="141023"/>
                  </a:lnTo>
                  <a:lnTo>
                    <a:pt x="103594" y="159826"/>
                  </a:lnTo>
                  <a:lnTo>
                    <a:pt x="110321" y="158483"/>
                  </a:lnTo>
                  <a:lnTo>
                    <a:pt x="111666" y="161169"/>
                  </a:lnTo>
                  <a:lnTo>
                    <a:pt x="114357" y="159826"/>
                  </a:lnTo>
                  <a:lnTo>
                    <a:pt x="119738" y="161169"/>
                  </a:lnTo>
                  <a:lnTo>
                    <a:pt x="122429" y="163856"/>
                  </a:lnTo>
                  <a:lnTo>
                    <a:pt x="127811" y="161169"/>
                  </a:lnTo>
                  <a:lnTo>
                    <a:pt x="133192" y="159826"/>
                  </a:lnTo>
                  <a:lnTo>
                    <a:pt x="139919" y="161169"/>
                  </a:lnTo>
                  <a:lnTo>
                    <a:pt x="141265" y="159826"/>
                  </a:lnTo>
                  <a:lnTo>
                    <a:pt x="145301" y="159826"/>
                  </a:lnTo>
                  <a:lnTo>
                    <a:pt x="149337" y="161169"/>
                  </a:lnTo>
                  <a:lnTo>
                    <a:pt x="152028" y="171914"/>
                  </a:lnTo>
                  <a:lnTo>
                    <a:pt x="149337" y="175943"/>
                  </a:lnTo>
                  <a:lnTo>
                    <a:pt x="149337" y="179972"/>
                  </a:lnTo>
                  <a:lnTo>
                    <a:pt x="147991" y="184002"/>
                  </a:lnTo>
                  <a:lnTo>
                    <a:pt x="141265" y="185345"/>
                  </a:lnTo>
                  <a:lnTo>
                    <a:pt x="138574" y="189374"/>
                  </a:lnTo>
                  <a:lnTo>
                    <a:pt x="139919" y="198775"/>
                  </a:lnTo>
                  <a:lnTo>
                    <a:pt x="141265" y="201462"/>
                  </a:lnTo>
                  <a:lnTo>
                    <a:pt x="138574" y="208177"/>
                  </a:lnTo>
                  <a:lnTo>
                    <a:pt x="138574" y="216235"/>
                  </a:lnTo>
                  <a:lnTo>
                    <a:pt x="141265" y="220265"/>
                  </a:lnTo>
                  <a:lnTo>
                    <a:pt x="142610" y="222951"/>
                  </a:lnTo>
                  <a:lnTo>
                    <a:pt x="147991" y="237725"/>
                  </a:lnTo>
                  <a:lnTo>
                    <a:pt x="138574" y="252499"/>
                  </a:lnTo>
                  <a:lnTo>
                    <a:pt x="139919" y="256528"/>
                  </a:lnTo>
                  <a:lnTo>
                    <a:pt x="142610" y="257871"/>
                  </a:lnTo>
                  <a:lnTo>
                    <a:pt x="145301" y="255185"/>
                  </a:lnTo>
                  <a:lnTo>
                    <a:pt x="146646" y="256528"/>
                  </a:lnTo>
                  <a:lnTo>
                    <a:pt x="147991" y="260557"/>
                  </a:lnTo>
                  <a:lnTo>
                    <a:pt x="150682" y="261900"/>
                  </a:lnTo>
                  <a:lnTo>
                    <a:pt x="153373" y="267272"/>
                  </a:lnTo>
                  <a:lnTo>
                    <a:pt x="152028" y="269959"/>
                  </a:lnTo>
                  <a:lnTo>
                    <a:pt x="154718" y="276674"/>
                  </a:lnTo>
                  <a:lnTo>
                    <a:pt x="160100" y="29010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15" name="Freeform 1214">
              <a:extLst>
                <a:ext uri="{FF2B5EF4-FFF2-40B4-BE49-F238E27FC236}">
                  <a16:creationId xmlns:a16="http://schemas.microsoft.com/office/drawing/2014/main" id="{E3A5EAFC-0101-786C-90B6-BF7A45A1C3F9}"/>
                </a:ext>
              </a:extLst>
            </p:cNvPr>
            <p:cNvSpPr/>
            <p:nvPr/>
          </p:nvSpPr>
          <p:spPr>
            <a:xfrm>
              <a:off x="5591387" y="4312080"/>
              <a:ext cx="10762" cy="9401"/>
            </a:xfrm>
            <a:custGeom>
              <a:avLst/>
              <a:gdLst>
                <a:gd name="connsiteX0" fmla="*/ 0 w 10762"/>
                <a:gd name="connsiteY0" fmla="*/ 0 h 9401"/>
                <a:gd name="connsiteX1" fmla="*/ 5381 w 10762"/>
                <a:gd name="connsiteY1" fmla="*/ 0 h 9401"/>
                <a:gd name="connsiteX2" fmla="*/ 10763 w 10762"/>
                <a:gd name="connsiteY2" fmla="*/ 5372 h 9401"/>
                <a:gd name="connsiteX3" fmla="*/ 9418 w 10762"/>
                <a:gd name="connsiteY3" fmla="*/ 9401 h 9401"/>
                <a:gd name="connsiteX4" fmla="*/ 5381 w 10762"/>
                <a:gd name="connsiteY4" fmla="*/ 5372 h 9401"/>
                <a:gd name="connsiteX5" fmla="*/ 2691 w 10762"/>
                <a:gd name="connsiteY5" fmla="*/ 537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2" h="9401">
                  <a:moveTo>
                    <a:pt x="0" y="0"/>
                  </a:moveTo>
                  <a:lnTo>
                    <a:pt x="5381" y="0"/>
                  </a:lnTo>
                  <a:lnTo>
                    <a:pt x="10763" y="5372"/>
                  </a:lnTo>
                  <a:lnTo>
                    <a:pt x="9418" y="9401"/>
                  </a:lnTo>
                  <a:lnTo>
                    <a:pt x="5381" y="5372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16" name="Freeform 1215">
              <a:extLst>
                <a:ext uri="{FF2B5EF4-FFF2-40B4-BE49-F238E27FC236}">
                  <a16:creationId xmlns:a16="http://schemas.microsoft.com/office/drawing/2014/main" id="{EFC97F51-F6B4-5261-13AE-B0E3F2608AD1}"/>
                </a:ext>
              </a:extLst>
            </p:cNvPr>
            <p:cNvSpPr/>
            <p:nvPr/>
          </p:nvSpPr>
          <p:spPr>
            <a:xfrm>
              <a:off x="5572552" y="4310737"/>
              <a:ext cx="10763" cy="8058"/>
            </a:xfrm>
            <a:custGeom>
              <a:avLst/>
              <a:gdLst>
                <a:gd name="connsiteX0" fmla="*/ 1345 w 10763"/>
                <a:gd name="connsiteY0" fmla="*/ 0 h 8058"/>
                <a:gd name="connsiteX1" fmla="*/ 6727 w 10763"/>
                <a:gd name="connsiteY1" fmla="*/ 5372 h 8058"/>
                <a:gd name="connsiteX2" fmla="*/ 10763 w 10763"/>
                <a:gd name="connsiteY2" fmla="*/ 5372 h 8058"/>
                <a:gd name="connsiteX3" fmla="*/ 8072 w 10763"/>
                <a:gd name="connsiteY3" fmla="*/ 8059 h 8058"/>
                <a:gd name="connsiteX4" fmla="*/ 2691 w 10763"/>
                <a:gd name="connsiteY4" fmla="*/ 6715 h 8058"/>
                <a:gd name="connsiteX5" fmla="*/ 0 w 10763"/>
                <a:gd name="connsiteY5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3" h="8058">
                  <a:moveTo>
                    <a:pt x="1345" y="0"/>
                  </a:moveTo>
                  <a:lnTo>
                    <a:pt x="6727" y="5372"/>
                  </a:lnTo>
                  <a:lnTo>
                    <a:pt x="10763" y="5372"/>
                  </a:lnTo>
                  <a:lnTo>
                    <a:pt x="8072" y="8059"/>
                  </a:lnTo>
                  <a:lnTo>
                    <a:pt x="2691" y="6715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17" name="Freeform 1216">
              <a:extLst>
                <a:ext uri="{FF2B5EF4-FFF2-40B4-BE49-F238E27FC236}">
                  <a16:creationId xmlns:a16="http://schemas.microsoft.com/office/drawing/2014/main" id="{E8031B69-D918-E541-F7B4-A236241D3AC0}"/>
                </a:ext>
              </a:extLst>
            </p:cNvPr>
            <p:cNvSpPr/>
            <p:nvPr/>
          </p:nvSpPr>
          <p:spPr>
            <a:xfrm>
              <a:off x="5549681" y="4305365"/>
              <a:ext cx="8072" cy="4029"/>
            </a:xfrm>
            <a:custGeom>
              <a:avLst/>
              <a:gdLst>
                <a:gd name="connsiteX0" fmla="*/ 0 w 8072"/>
                <a:gd name="connsiteY0" fmla="*/ 0 h 4029"/>
                <a:gd name="connsiteX1" fmla="*/ 2691 w 8072"/>
                <a:gd name="connsiteY1" fmla="*/ 4029 h 4029"/>
                <a:gd name="connsiteX2" fmla="*/ 8072 w 8072"/>
                <a:gd name="connsiteY2" fmla="*/ 4029 h 4029"/>
                <a:gd name="connsiteX3" fmla="*/ 4036 w 8072"/>
                <a:gd name="connsiteY3" fmla="*/ 0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4029">
                  <a:moveTo>
                    <a:pt x="0" y="0"/>
                  </a:moveTo>
                  <a:lnTo>
                    <a:pt x="2691" y="4029"/>
                  </a:lnTo>
                  <a:lnTo>
                    <a:pt x="8072" y="402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18" name="Freeform 1217">
              <a:extLst>
                <a:ext uri="{FF2B5EF4-FFF2-40B4-BE49-F238E27FC236}">
                  <a16:creationId xmlns:a16="http://schemas.microsoft.com/office/drawing/2014/main" id="{171059D6-7948-256B-3A71-62D446112C74}"/>
                </a:ext>
              </a:extLst>
            </p:cNvPr>
            <p:cNvSpPr/>
            <p:nvPr/>
          </p:nvSpPr>
          <p:spPr>
            <a:xfrm>
              <a:off x="5696327" y="4341628"/>
              <a:ext cx="18835" cy="9401"/>
            </a:xfrm>
            <a:custGeom>
              <a:avLst/>
              <a:gdLst>
                <a:gd name="connsiteX0" fmla="*/ 0 w 18835"/>
                <a:gd name="connsiteY0" fmla="*/ 6715 h 9401"/>
                <a:gd name="connsiteX1" fmla="*/ 5382 w 18835"/>
                <a:gd name="connsiteY1" fmla="*/ 2686 h 9401"/>
                <a:gd name="connsiteX2" fmla="*/ 8072 w 18835"/>
                <a:gd name="connsiteY2" fmla="*/ 5372 h 9401"/>
                <a:gd name="connsiteX3" fmla="*/ 16145 w 18835"/>
                <a:gd name="connsiteY3" fmla="*/ 0 h 9401"/>
                <a:gd name="connsiteX4" fmla="*/ 18835 w 18835"/>
                <a:gd name="connsiteY4" fmla="*/ 4029 h 9401"/>
                <a:gd name="connsiteX5" fmla="*/ 14799 w 18835"/>
                <a:gd name="connsiteY5" fmla="*/ 9401 h 9401"/>
                <a:gd name="connsiteX6" fmla="*/ 9418 w 18835"/>
                <a:gd name="connsiteY6" fmla="*/ 8059 h 9401"/>
                <a:gd name="connsiteX7" fmla="*/ 4036 w 18835"/>
                <a:gd name="connsiteY7" fmla="*/ 9401 h 9401"/>
                <a:gd name="connsiteX8" fmla="*/ 0 w 18835"/>
                <a:gd name="connsiteY8" fmla="*/ 6715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35" h="9401">
                  <a:moveTo>
                    <a:pt x="0" y="6715"/>
                  </a:moveTo>
                  <a:lnTo>
                    <a:pt x="5382" y="2686"/>
                  </a:lnTo>
                  <a:lnTo>
                    <a:pt x="8072" y="5372"/>
                  </a:lnTo>
                  <a:lnTo>
                    <a:pt x="16145" y="0"/>
                  </a:lnTo>
                  <a:lnTo>
                    <a:pt x="18835" y="4029"/>
                  </a:lnTo>
                  <a:lnTo>
                    <a:pt x="14799" y="9401"/>
                  </a:lnTo>
                  <a:lnTo>
                    <a:pt x="9418" y="8059"/>
                  </a:lnTo>
                  <a:lnTo>
                    <a:pt x="4036" y="9401"/>
                  </a:lnTo>
                  <a:cubicBezTo>
                    <a:pt x="2691" y="9401"/>
                    <a:pt x="0" y="6715"/>
                    <a:pt x="0" y="6715"/>
                  </a:cubicBez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219" name="Freeform 1218">
            <a:extLst>
              <a:ext uri="{FF2B5EF4-FFF2-40B4-BE49-F238E27FC236}">
                <a16:creationId xmlns:a16="http://schemas.microsoft.com/office/drawing/2014/main" id="{4935E96C-7E15-1239-429E-F626C7132BF4}"/>
              </a:ext>
            </a:extLst>
          </p:cNvPr>
          <p:cNvSpPr/>
          <p:nvPr/>
        </p:nvSpPr>
        <p:spPr>
          <a:xfrm>
            <a:off x="5314240" y="4308051"/>
            <a:ext cx="312127" cy="444558"/>
          </a:xfrm>
          <a:custGeom>
            <a:avLst/>
            <a:gdLst>
              <a:gd name="connsiteX0" fmla="*/ 232750 w 312127"/>
              <a:gd name="connsiteY0" fmla="*/ 439186 h 444558"/>
              <a:gd name="connsiteX1" fmla="*/ 228714 w 312127"/>
              <a:gd name="connsiteY1" fmla="*/ 435157 h 444558"/>
              <a:gd name="connsiteX2" fmla="*/ 221987 w 312127"/>
              <a:gd name="connsiteY2" fmla="*/ 435157 h 444558"/>
              <a:gd name="connsiteX3" fmla="*/ 216606 w 312127"/>
              <a:gd name="connsiteY3" fmla="*/ 436500 h 444558"/>
              <a:gd name="connsiteX4" fmla="*/ 215260 w 312127"/>
              <a:gd name="connsiteY4" fmla="*/ 432471 h 444558"/>
              <a:gd name="connsiteX5" fmla="*/ 232750 w 312127"/>
              <a:gd name="connsiteY5" fmla="*/ 404266 h 444558"/>
              <a:gd name="connsiteX6" fmla="*/ 231405 w 312127"/>
              <a:gd name="connsiteY6" fmla="*/ 400237 h 444558"/>
              <a:gd name="connsiteX7" fmla="*/ 227369 w 312127"/>
              <a:gd name="connsiteY7" fmla="*/ 402923 h 444558"/>
              <a:gd name="connsiteX8" fmla="*/ 224678 w 312127"/>
              <a:gd name="connsiteY8" fmla="*/ 398894 h 444558"/>
              <a:gd name="connsiteX9" fmla="*/ 217951 w 312127"/>
              <a:gd name="connsiteY9" fmla="*/ 396208 h 444558"/>
              <a:gd name="connsiteX10" fmla="*/ 215260 w 312127"/>
              <a:gd name="connsiteY10" fmla="*/ 396208 h 444558"/>
              <a:gd name="connsiteX11" fmla="*/ 213915 w 312127"/>
              <a:gd name="connsiteY11" fmla="*/ 393521 h 444558"/>
              <a:gd name="connsiteX12" fmla="*/ 208533 w 312127"/>
              <a:gd name="connsiteY12" fmla="*/ 393521 h 444558"/>
              <a:gd name="connsiteX13" fmla="*/ 199116 w 312127"/>
              <a:gd name="connsiteY13" fmla="*/ 397551 h 444558"/>
              <a:gd name="connsiteX14" fmla="*/ 193734 w 312127"/>
              <a:gd name="connsiteY14" fmla="*/ 394865 h 444558"/>
              <a:gd name="connsiteX15" fmla="*/ 187007 w 312127"/>
              <a:gd name="connsiteY15" fmla="*/ 392179 h 444558"/>
              <a:gd name="connsiteX16" fmla="*/ 177590 w 312127"/>
              <a:gd name="connsiteY16" fmla="*/ 396208 h 444558"/>
              <a:gd name="connsiteX17" fmla="*/ 176244 w 312127"/>
              <a:gd name="connsiteY17" fmla="*/ 398894 h 444558"/>
              <a:gd name="connsiteX18" fmla="*/ 169518 w 312127"/>
              <a:gd name="connsiteY18" fmla="*/ 398894 h 444558"/>
              <a:gd name="connsiteX19" fmla="*/ 164136 w 312127"/>
              <a:gd name="connsiteY19" fmla="*/ 397551 h 444558"/>
              <a:gd name="connsiteX20" fmla="*/ 158754 w 312127"/>
              <a:gd name="connsiteY20" fmla="*/ 398894 h 444558"/>
              <a:gd name="connsiteX21" fmla="*/ 154718 w 312127"/>
              <a:gd name="connsiteY21" fmla="*/ 397551 h 444558"/>
              <a:gd name="connsiteX22" fmla="*/ 153373 w 312127"/>
              <a:gd name="connsiteY22" fmla="*/ 393521 h 444558"/>
              <a:gd name="connsiteX23" fmla="*/ 154718 w 312127"/>
              <a:gd name="connsiteY23" fmla="*/ 390835 h 444558"/>
              <a:gd name="connsiteX24" fmla="*/ 152028 w 312127"/>
              <a:gd name="connsiteY24" fmla="*/ 384120 h 444558"/>
              <a:gd name="connsiteX25" fmla="*/ 147991 w 312127"/>
              <a:gd name="connsiteY25" fmla="*/ 382777 h 444558"/>
              <a:gd name="connsiteX26" fmla="*/ 146646 w 312127"/>
              <a:gd name="connsiteY26" fmla="*/ 381434 h 444558"/>
              <a:gd name="connsiteX27" fmla="*/ 146646 w 312127"/>
              <a:gd name="connsiteY27" fmla="*/ 376062 h 444558"/>
              <a:gd name="connsiteX28" fmla="*/ 141265 w 312127"/>
              <a:gd name="connsiteY28" fmla="*/ 368003 h 444558"/>
              <a:gd name="connsiteX29" fmla="*/ 129156 w 312127"/>
              <a:gd name="connsiteY29" fmla="*/ 363974 h 444558"/>
              <a:gd name="connsiteX30" fmla="*/ 125120 w 312127"/>
              <a:gd name="connsiteY30" fmla="*/ 363974 h 444558"/>
              <a:gd name="connsiteX31" fmla="*/ 121084 w 312127"/>
              <a:gd name="connsiteY31" fmla="*/ 355915 h 444558"/>
              <a:gd name="connsiteX32" fmla="*/ 121084 w 312127"/>
              <a:gd name="connsiteY32" fmla="*/ 350543 h 444558"/>
              <a:gd name="connsiteX33" fmla="*/ 114357 w 312127"/>
              <a:gd name="connsiteY33" fmla="*/ 343828 h 444558"/>
              <a:gd name="connsiteX34" fmla="*/ 113012 w 312127"/>
              <a:gd name="connsiteY34" fmla="*/ 341141 h 444558"/>
              <a:gd name="connsiteX35" fmla="*/ 107630 w 312127"/>
              <a:gd name="connsiteY35" fmla="*/ 339798 h 444558"/>
              <a:gd name="connsiteX36" fmla="*/ 98213 w 312127"/>
              <a:gd name="connsiteY36" fmla="*/ 337112 h 444558"/>
              <a:gd name="connsiteX37" fmla="*/ 94176 w 312127"/>
              <a:gd name="connsiteY37" fmla="*/ 334426 h 444558"/>
              <a:gd name="connsiteX38" fmla="*/ 92831 w 312127"/>
              <a:gd name="connsiteY38" fmla="*/ 334426 h 444558"/>
              <a:gd name="connsiteX39" fmla="*/ 92831 w 312127"/>
              <a:gd name="connsiteY39" fmla="*/ 334426 h 444558"/>
              <a:gd name="connsiteX40" fmla="*/ 88795 w 312127"/>
              <a:gd name="connsiteY40" fmla="*/ 331740 h 444558"/>
              <a:gd name="connsiteX41" fmla="*/ 87449 w 312127"/>
              <a:gd name="connsiteY41" fmla="*/ 329054 h 444558"/>
              <a:gd name="connsiteX42" fmla="*/ 83413 w 312127"/>
              <a:gd name="connsiteY42" fmla="*/ 326368 h 444558"/>
              <a:gd name="connsiteX43" fmla="*/ 75341 w 312127"/>
              <a:gd name="connsiteY43" fmla="*/ 323682 h 444558"/>
              <a:gd name="connsiteX44" fmla="*/ 73996 w 312127"/>
              <a:gd name="connsiteY44" fmla="*/ 323682 h 444558"/>
              <a:gd name="connsiteX45" fmla="*/ 69960 w 312127"/>
              <a:gd name="connsiteY45" fmla="*/ 326368 h 444558"/>
              <a:gd name="connsiteX46" fmla="*/ 69960 w 312127"/>
              <a:gd name="connsiteY46" fmla="*/ 331740 h 444558"/>
              <a:gd name="connsiteX47" fmla="*/ 67269 w 312127"/>
              <a:gd name="connsiteY47" fmla="*/ 334426 h 444558"/>
              <a:gd name="connsiteX48" fmla="*/ 59196 w 312127"/>
              <a:gd name="connsiteY48" fmla="*/ 333083 h 444558"/>
              <a:gd name="connsiteX49" fmla="*/ 55161 w 312127"/>
              <a:gd name="connsiteY49" fmla="*/ 330397 h 444558"/>
              <a:gd name="connsiteX50" fmla="*/ 47088 w 312127"/>
              <a:gd name="connsiteY50" fmla="*/ 326368 h 444558"/>
              <a:gd name="connsiteX51" fmla="*/ 39016 w 312127"/>
              <a:gd name="connsiteY51" fmla="*/ 325025 h 444558"/>
              <a:gd name="connsiteX52" fmla="*/ 37671 w 312127"/>
              <a:gd name="connsiteY52" fmla="*/ 322338 h 444558"/>
              <a:gd name="connsiteX53" fmla="*/ 39016 w 312127"/>
              <a:gd name="connsiteY53" fmla="*/ 318309 h 444558"/>
              <a:gd name="connsiteX54" fmla="*/ 32289 w 312127"/>
              <a:gd name="connsiteY54" fmla="*/ 311594 h 444558"/>
              <a:gd name="connsiteX55" fmla="*/ 28253 w 312127"/>
              <a:gd name="connsiteY55" fmla="*/ 311594 h 444558"/>
              <a:gd name="connsiteX56" fmla="*/ 16144 w 312127"/>
              <a:gd name="connsiteY56" fmla="*/ 304878 h 444558"/>
              <a:gd name="connsiteX57" fmla="*/ 8072 w 312127"/>
              <a:gd name="connsiteY57" fmla="*/ 298163 h 444558"/>
              <a:gd name="connsiteX58" fmla="*/ 0 w 312127"/>
              <a:gd name="connsiteY58" fmla="*/ 295477 h 444558"/>
              <a:gd name="connsiteX59" fmla="*/ 1345 w 312127"/>
              <a:gd name="connsiteY59" fmla="*/ 291448 h 444558"/>
              <a:gd name="connsiteX60" fmla="*/ 2691 w 312127"/>
              <a:gd name="connsiteY60" fmla="*/ 282046 h 444558"/>
              <a:gd name="connsiteX61" fmla="*/ 9418 w 312127"/>
              <a:gd name="connsiteY61" fmla="*/ 271302 h 444558"/>
              <a:gd name="connsiteX62" fmla="*/ 17490 w 312127"/>
              <a:gd name="connsiteY62" fmla="*/ 265929 h 444558"/>
              <a:gd name="connsiteX63" fmla="*/ 26908 w 312127"/>
              <a:gd name="connsiteY63" fmla="*/ 263243 h 444558"/>
              <a:gd name="connsiteX64" fmla="*/ 33634 w 312127"/>
              <a:gd name="connsiteY64" fmla="*/ 256528 h 444558"/>
              <a:gd name="connsiteX65" fmla="*/ 36325 w 312127"/>
              <a:gd name="connsiteY65" fmla="*/ 251155 h 444558"/>
              <a:gd name="connsiteX66" fmla="*/ 45743 w 312127"/>
              <a:gd name="connsiteY66" fmla="*/ 241754 h 444558"/>
              <a:gd name="connsiteX67" fmla="*/ 48434 w 312127"/>
              <a:gd name="connsiteY67" fmla="*/ 236382 h 444558"/>
              <a:gd name="connsiteX68" fmla="*/ 51124 w 312127"/>
              <a:gd name="connsiteY68" fmla="*/ 232352 h 444558"/>
              <a:gd name="connsiteX69" fmla="*/ 51124 w 312127"/>
              <a:gd name="connsiteY69" fmla="*/ 229666 h 444558"/>
              <a:gd name="connsiteX70" fmla="*/ 48434 w 312127"/>
              <a:gd name="connsiteY70" fmla="*/ 229666 h 444558"/>
              <a:gd name="connsiteX71" fmla="*/ 45743 w 312127"/>
              <a:gd name="connsiteY71" fmla="*/ 226980 h 444558"/>
              <a:gd name="connsiteX72" fmla="*/ 45743 w 312127"/>
              <a:gd name="connsiteY72" fmla="*/ 222951 h 444558"/>
              <a:gd name="connsiteX73" fmla="*/ 41707 w 312127"/>
              <a:gd name="connsiteY73" fmla="*/ 225637 h 444558"/>
              <a:gd name="connsiteX74" fmla="*/ 39016 w 312127"/>
              <a:gd name="connsiteY74" fmla="*/ 221608 h 444558"/>
              <a:gd name="connsiteX75" fmla="*/ 39016 w 312127"/>
              <a:gd name="connsiteY75" fmla="*/ 217578 h 444558"/>
              <a:gd name="connsiteX76" fmla="*/ 43052 w 312127"/>
              <a:gd name="connsiteY76" fmla="*/ 213549 h 444558"/>
              <a:gd name="connsiteX77" fmla="*/ 43052 w 312127"/>
              <a:gd name="connsiteY77" fmla="*/ 201462 h 444558"/>
              <a:gd name="connsiteX78" fmla="*/ 43052 w 312127"/>
              <a:gd name="connsiteY78" fmla="*/ 192060 h 444558"/>
              <a:gd name="connsiteX79" fmla="*/ 41707 w 312127"/>
              <a:gd name="connsiteY79" fmla="*/ 188031 h 444558"/>
              <a:gd name="connsiteX80" fmla="*/ 39016 w 312127"/>
              <a:gd name="connsiteY80" fmla="*/ 186688 h 444558"/>
              <a:gd name="connsiteX81" fmla="*/ 41707 w 312127"/>
              <a:gd name="connsiteY81" fmla="*/ 182659 h 444558"/>
              <a:gd name="connsiteX82" fmla="*/ 44397 w 312127"/>
              <a:gd name="connsiteY82" fmla="*/ 179972 h 444558"/>
              <a:gd name="connsiteX83" fmla="*/ 44397 w 312127"/>
              <a:gd name="connsiteY83" fmla="*/ 173257 h 444558"/>
              <a:gd name="connsiteX84" fmla="*/ 41707 w 312127"/>
              <a:gd name="connsiteY84" fmla="*/ 170571 h 444558"/>
              <a:gd name="connsiteX85" fmla="*/ 41707 w 312127"/>
              <a:gd name="connsiteY85" fmla="*/ 167885 h 444558"/>
              <a:gd name="connsiteX86" fmla="*/ 44397 w 312127"/>
              <a:gd name="connsiteY86" fmla="*/ 163855 h 444558"/>
              <a:gd name="connsiteX87" fmla="*/ 44397 w 312127"/>
              <a:gd name="connsiteY87" fmla="*/ 158483 h 444558"/>
              <a:gd name="connsiteX88" fmla="*/ 43052 w 312127"/>
              <a:gd name="connsiteY88" fmla="*/ 155797 h 444558"/>
              <a:gd name="connsiteX89" fmla="*/ 40361 w 312127"/>
              <a:gd name="connsiteY89" fmla="*/ 157140 h 444558"/>
              <a:gd name="connsiteX90" fmla="*/ 37671 w 312127"/>
              <a:gd name="connsiteY90" fmla="*/ 157140 h 444558"/>
              <a:gd name="connsiteX91" fmla="*/ 32289 w 312127"/>
              <a:gd name="connsiteY91" fmla="*/ 151768 h 444558"/>
              <a:gd name="connsiteX92" fmla="*/ 32289 w 312127"/>
              <a:gd name="connsiteY92" fmla="*/ 145052 h 444558"/>
              <a:gd name="connsiteX93" fmla="*/ 30944 w 312127"/>
              <a:gd name="connsiteY93" fmla="*/ 139680 h 444558"/>
              <a:gd name="connsiteX94" fmla="*/ 30944 w 312127"/>
              <a:gd name="connsiteY94" fmla="*/ 138337 h 444558"/>
              <a:gd name="connsiteX95" fmla="*/ 33634 w 312127"/>
              <a:gd name="connsiteY95" fmla="*/ 130278 h 444558"/>
              <a:gd name="connsiteX96" fmla="*/ 36325 w 312127"/>
              <a:gd name="connsiteY96" fmla="*/ 130278 h 444558"/>
              <a:gd name="connsiteX97" fmla="*/ 39016 w 312127"/>
              <a:gd name="connsiteY97" fmla="*/ 127592 h 444558"/>
              <a:gd name="connsiteX98" fmla="*/ 41707 w 312127"/>
              <a:gd name="connsiteY98" fmla="*/ 122220 h 444558"/>
              <a:gd name="connsiteX99" fmla="*/ 44397 w 312127"/>
              <a:gd name="connsiteY99" fmla="*/ 115505 h 444558"/>
              <a:gd name="connsiteX100" fmla="*/ 43052 w 312127"/>
              <a:gd name="connsiteY100" fmla="*/ 108789 h 444558"/>
              <a:gd name="connsiteX101" fmla="*/ 41707 w 312127"/>
              <a:gd name="connsiteY101" fmla="*/ 104760 h 444558"/>
              <a:gd name="connsiteX102" fmla="*/ 43052 w 312127"/>
              <a:gd name="connsiteY102" fmla="*/ 100731 h 444558"/>
              <a:gd name="connsiteX103" fmla="*/ 48434 w 312127"/>
              <a:gd name="connsiteY103" fmla="*/ 106103 h 444558"/>
              <a:gd name="connsiteX104" fmla="*/ 49779 w 312127"/>
              <a:gd name="connsiteY104" fmla="*/ 110132 h 444558"/>
              <a:gd name="connsiteX105" fmla="*/ 53815 w 312127"/>
              <a:gd name="connsiteY105" fmla="*/ 112818 h 444558"/>
              <a:gd name="connsiteX106" fmla="*/ 52470 w 312127"/>
              <a:gd name="connsiteY106" fmla="*/ 115505 h 444558"/>
              <a:gd name="connsiteX107" fmla="*/ 52470 w 312127"/>
              <a:gd name="connsiteY107" fmla="*/ 116848 h 444558"/>
              <a:gd name="connsiteX108" fmla="*/ 56506 w 312127"/>
              <a:gd name="connsiteY108" fmla="*/ 120877 h 444558"/>
              <a:gd name="connsiteX109" fmla="*/ 59196 w 312127"/>
              <a:gd name="connsiteY109" fmla="*/ 120877 h 444558"/>
              <a:gd name="connsiteX110" fmla="*/ 61887 w 312127"/>
              <a:gd name="connsiteY110" fmla="*/ 115505 h 444558"/>
              <a:gd name="connsiteX111" fmla="*/ 61887 w 312127"/>
              <a:gd name="connsiteY111" fmla="*/ 108789 h 444558"/>
              <a:gd name="connsiteX112" fmla="*/ 57851 w 312127"/>
              <a:gd name="connsiteY112" fmla="*/ 104760 h 444558"/>
              <a:gd name="connsiteX113" fmla="*/ 56506 w 312127"/>
              <a:gd name="connsiteY113" fmla="*/ 99388 h 444558"/>
              <a:gd name="connsiteX114" fmla="*/ 60542 w 312127"/>
              <a:gd name="connsiteY114" fmla="*/ 99388 h 444558"/>
              <a:gd name="connsiteX115" fmla="*/ 63233 w 312127"/>
              <a:gd name="connsiteY115" fmla="*/ 99388 h 444558"/>
              <a:gd name="connsiteX116" fmla="*/ 68614 w 312127"/>
              <a:gd name="connsiteY116" fmla="*/ 91329 h 444558"/>
              <a:gd name="connsiteX117" fmla="*/ 71305 w 312127"/>
              <a:gd name="connsiteY117" fmla="*/ 89986 h 444558"/>
              <a:gd name="connsiteX118" fmla="*/ 78032 w 312127"/>
              <a:gd name="connsiteY118" fmla="*/ 83271 h 444558"/>
              <a:gd name="connsiteX119" fmla="*/ 82068 w 312127"/>
              <a:gd name="connsiteY119" fmla="*/ 81928 h 444558"/>
              <a:gd name="connsiteX120" fmla="*/ 86104 w 312127"/>
              <a:gd name="connsiteY120" fmla="*/ 80585 h 444558"/>
              <a:gd name="connsiteX121" fmla="*/ 90140 w 312127"/>
              <a:gd name="connsiteY121" fmla="*/ 79241 h 444558"/>
              <a:gd name="connsiteX122" fmla="*/ 91486 w 312127"/>
              <a:gd name="connsiteY122" fmla="*/ 73869 h 444558"/>
              <a:gd name="connsiteX123" fmla="*/ 91486 w 312127"/>
              <a:gd name="connsiteY123" fmla="*/ 69840 h 444558"/>
              <a:gd name="connsiteX124" fmla="*/ 88795 w 312127"/>
              <a:gd name="connsiteY124" fmla="*/ 68497 h 444558"/>
              <a:gd name="connsiteX125" fmla="*/ 87449 w 312127"/>
              <a:gd name="connsiteY125" fmla="*/ 68497 h 444558"/>
              <a:gd name="connsiteX126" fmla="*/ 87449 w 312127"/>
              <a:gd name="connsiteY126" fmla="*/ 65811 h 444558"/>
              <a:gd name="connsiteX127" fmla="*/ 95522 w 312127"/>
              <a:gd name="connsiteY127" fmla="*/ 52380 h 444558"/>
              <a:gd name="connsiteX128" fmla="*/ 100903 w 312127"/>
              <a:gd name="connsiteY128" fmla="*/ 45665 h 444558"/>
              <a:gd name="connsiteX129" fmla="*/ 102249 w 312127"/>
              <a:gd name="connsiteY129" fmla="*/ 41635 h 444558"/>
              <a:gd name="connsiteX130" fmla="*/ 111666 w 312127"/>
              <a:gd name="connsiteY130" fmla="*/ 36263 h 444558"/>
              <a:gd name="connsiteX131" fmla="*/ 114357 w 312127"/>
              <a:gd name="connsiteY131" fmla="*/ 36263 h 444558"/>
              <a:gd name="connsiteX132" fmla="*/ 121084 w 312127"/>
              <a:gd name="connsiteY132" fmla="*/ 38949 h 444558"/>
              <a:gd name="connsiteX133" fmla="*/ 126465 w 312127"/>
              <a:gd name="connsiteY133" fmla="*/ 40292 h 444558"/>
              <a:gd name="connsiteX134" fmla="*/ 122429 w 312127"/>
              <a:gd name="connsiteY134" fmla="*/ 41635 h 444558"/>
              <a:gd name="connsiteX135" fmla="*/ 123775 w 312127"/>
              <a:gd name="connsiteY135" fmla="*/ 41635 h 444558"/>
              <a:gd name="connsiteX136" fmla="*/ 122429 w 312127"/>
              <a:gd name="connsiteY136" fmla="*/ 47008 h 444558"/>
              <a:gd name="connsiteX137" fmla="*/ 125120 w 312127"/>
              <a:gd name="connsiteY137" fmla="*/ 47008 h 444558"/>
              <a:gd name="connsiteX138" fmla="*/ 129156 w 312127"/>
              <a:gd name="connsiteY138" fmla="*/ 44322 h 444558"/>
              <a:gd name="connsiteX139" fmla="*/ 129156 w 312127"/>
              <a:gd name="connsiteY139" fmla="*/ 40292 h 444558"/>
              <a:gd name="connsiteX140" fmla="*/ 127811 w 312127"/>
              <a:gd name="connsiteY140" fmla="*/ 36263 h 444558"/>
              <a:gd name="connsiteX141" fmla="*/ 127811 w 312127"/>
              <a:gd name="connsiteY141" fmla="*/ 32234 h 444558"/>
              <a:gd name="connsiteX142" fmla="*/ 133192 w 312127"/>
              <a:gd name="connsiteY142" fmla="*/ 29548 h 444558"/>
              <a:gd name="connsiteX143" fmla="*/ 141265 w 312127"/>
              <a:gd name="connsiteY143" fmla="*/ 30891 h 444558"/>
              <a:gd name="connsiteX144" fmla="*/ 149337 w 312127"/>
              <a:gd name="connsiteY144" fmla="*/ 29548 h 444558"/>
              <a:gd name="connsiteX145" fmla="*/ 156064 w 312127"/>
              <a:gd name="connsiteY145" fmla="*/ 28205 h 444558"/>
              <a:gd name="connsiteX146" fmla="*/ 161445 w 312127"/>
              <a:gd name="connsiteY146" fmla="*/ 24175 h 444558"/>
              <a:gd name="connsiteX147" fmla="*/ 170863 w 312127"/>
              <a:gd name="connsiteY147" fmla="*/ 18803 h 444558"/>
              <a:gd name="connsiteX148" fmla="*/ 177590 w 312127"/>
              <a:gd name="connsiteY148" fmla="*/ 16117 h 444558"/>
              <a:gd name="connsiteX149" fmla="*/ 178935 w 312127"/>
              <a:gd name="connsiteY149" fmla="*/ 13431 h 444558"/>
              <a:gd name="connsiteX150" fmla="*/ 177590 w 312127"/>
              <a:gd name="connsiteY150" fmla="*/ 10745 h 444558"/>
              <a:gd name="connsiteX151" fmla="*/ 178935 w 312127"/>
              <a:gd name="connsiteY151" fmla="*/ 8059 h 444558"/>
              <a:gd name="connsiteX152" fmla="*/ 182971 w 312127"/>
              <a:gd name="connsiteY152" fmla="*/ 6715 h 444558"/>
              <a:gd name="connsiteX153" fmla="*/ 187007 w 312127"/>
              <a:gd name="connsiteY153" fmla="*/ 6715 h 444558"/>
              <a:gd name="connsiteX154" fmla="*/ 189698 w 312127"/>
              <a:gd name="connsiteY154" fmla="*/ 5372 h 444558"/>
              <a:gd name="connsiteX155" fmla="*/ 193734 w 312127"/>
              <a:gd name="connsiteY155" fmla="*/ 5372 h 444558"/>
              <a:gd name="connsiteX156" fmla="*/ 193734 w 312127"/>
              <a:gd name="connsiteY156" fmla="*/ 2686 h 444558"/>
              <a:gd name="connsiteX157" fmla="*/ 195080 w 312127"/>
              <a:gd name="connsiteY157" fmla="*/ 0 h 444558"/>
              <a:gd name="connsiteX158" fmla="*/ 199116 w 312127"/>
              <a:gd name="connsiteY158" fmla="*/ 0 h 444558"/>
              <a:gd name="connsiteX159" fmla="*/ 208533 w 312127"/>
              <a:gd name="connsiteY159" fmla="*/ 5372 h 444558"/>
              <a:gd name="connsiteX160" fmla="*/ 211224 w 312127"/>
              <a:gd name="connsiteY160" fmla="*/ 9401 h 444558"/>
              <a:gd name="connsiteX161" fmla="*/ 209879 w 312127"/>
              <a:gd name="connsiteY161" fmla="*/ 12088 h 444558"/>
              <a:gd name="connsiteX162" fmla="*/ 207188 w 312127"/>
              <a:gd name="connsiteY162" fmla="*/ 14774 h 444558"/>
              <a:gd name="connsiteX163" fmla="*/ 205843 w 312127"/>
              <a:gd name="connsiteY163" fmla="*/ 16117 h 444558"/>
              <a:gd name="connsiteX164" fmla="*/ 203152 w 312127"/>
              <a:gd name="connsiteY164" fmla="*/ 14774 h 444558"/>
              <a:gd name="connsiteX165" fmla="*/ 201806 w 312127"/>
              <a:gd name="connsiteY165" fmla="*/ 16117 h 444558"/>
              <a:gd name="connsiteX166" fmla="*/ 188353 w 312127"/>
              <a:gd name="connsiteY166" fmla="*/ 21489 h 444558"/>
              <a:gd name="connsiteX167" fmla="*/ 180280 w 312127"/>
              <a:gd name="connsiteY167" fmla="*/ 33577 h 444558"/>
              <a:gd name="connsiteX168" fmla="*/ 178935 w 312127"/>
              <a:gd name="connsiteY168" fmla="*/ 36263 h 444558"/>
              <a:gd name="connsiteX169" fmla="*/ 173554 w 312127"/>
              <a:gd name="connsiteY169" fmla="*/ 37606 h 444558"/>
              <a:gd name="connsiteX170" fmla="*/ 169518 w 312127"/>
              <a:gd name="connsiteY170" fmla="*/ 42978 h 444558"/>
              <a:gd name="connsiteX171" fmla="*/ 165481 w 312127"/>
              <a:gd name="connsiteY171" fmla="*/ 47008 h 444558"/>
              <a:gd name="connsiteX172" fmla="*/ 157409 w 312127"/>
              <a:gd name="connsiteY172" fmla="*/ 59095 h 444558"/>
              <a:gd name="connsiteX173" fmla="*/ 156064 w 312127"/>
              <a:gd name="connsiteY173" fmla="*/ 64468 h 444558"/>
              <a:gd name="connsiteX174" fmla="*/ 157409 w 312127"/>
              <a:gd name="connsiteY174" fmla="*/ 68497 h 444558"/>
              <a:gd name="connsiteX175" fmla="*/ 157409 w 312127"/>
              <a:gd name="connsiteY175" fmla="*/ 77899 h 444558"/>
              <a:gd name="connsiteX176" fmla="*/ 153373 w 312127"/>
              <a:gd name="connsiteY176" fmla="*/ 85957 h 444558"/>
              <a:gd name="connsiteX177" fmla="*/ 152028 w 312127"/>
              <a:gd name="connsiteY177" fmla="*/ 88643 h 444558"/>
              <a:gd name="connsiteX178" fmla="*/ 156064 w 312127"/>
              <a:gd name="connsiteY178" fmla="*/ 88643 h 444558"/>
              <a:gd name="connsiteX179" fmla="*/ 160100 w 312127"/>
              <a:gd name="connsiteY179" fmla="*/ 88643 h 444558"/>
              <a:gd name="connsiteX180" fmla="*/ 170863 w 312127"/>
              <a:gd name="connsiteY180" fmla="*/ 107446 h 444558"/>
              <a:gd name="connsiteX181" fmla="*/ 174899 w 312127"/>
              <a:gd name="connsiteY181" fmla="*/ 114162 h 444558"/>
              <a:gd name="connsiteX182" fmla="*/ 176244 w 312127"/>
              <a:gd name="connsiteY182" fmla="*/ 118191 h 444558"/>
              <a:gd name="connsiteX183" fmla="*/ 173554 w 312127"/>
              <a:gd name="connsiteY183" fmla="*/ 124906 h 444558"/>
              <a:gd name="connsiteX184" fmla="*/ 174899 w 312127"/>
              <a:gd name="connsiteY184" fmla="*/ 127592 h 444558"/>
              <a:gd name="connsiteX185" fmla="*/ 172208 w 312127"/>
              <a:gd name="connsiteY185" fmla="*/ 131622 h 444558"/>
              <a:gd name="connsiteX186" fmla="*/ 172208 w 312127"/>
              <a:gd name="connsiteY186" fmla="*/ 134308 h 444558"/>
              <a:gd name="connsiteX187" fmla="*/ 178935 w 312127"/>
              <a:gd name="connsiteY187" fmla="*/ 139680 h 444558"/>
              <a:gd name="connsiteX188" fmla="*/ 185662 w 312127"/>
              <a:gd name="connsiteY188" fmla="*/ 142366 h 444558"/>
              <a:gd name="connsiteX189" fmla="*/ 191043 w 312127"/>
              <a:gd name="connsiteY189" fmla="*/ 143709 h 444558"/>
              <a:gd name="connsiteX190" fmla="*/ 196425 w 312127"/>
              <a:gd name="connsiteY190" fmla="*/ 146395 h 444558"/>
              <a:gd name="connsiteX191" fmla="*/ 200461 w 312127"/>
              <a:gd name="connsiteY191" fmla="*/ 143709 h 444558"/>
              <a:gd name="connsiteX192" fmla="*/ 207188 w 312127"/>
              <a:gd name="connsiteY192" fmla="*/ 143709 h 444558"/>
              <a:gd name="connsiteX193" fmla="*/ 213915 w 312127"/>
              <a:gd name="connsiteY193" fmla="*/ 146395 h 444558"/>
              <a:gd name="connsiteX194" fmla="*/ 215260 w 312127"/>
              <a:gd name="connsiteY194" fmla="*/ 143709 h 444558"/>
              <a:gd name="connsiteX195" fmla="*/ 223333 w 312127"/>
              <a:gd name="connsiteY195" fmla="*/ 142366 h 444558"/>
              <a:gd name="connsiteX196" fmla="*/ 231405 w 312127"/>
              <a:gd name="connsiteY196" fmla="*/ 145052 h 444558"/>
              <a:gd name="connsiteX197" fmla="*/ 235441 w 312127"/>
              <a:gd name="connsiteY197" fmla="*/ 146395 h 444558"/>
              <a:gd name="connsiteX198" fmla="*/ 255622 w 312127"/>
              <a:gd name="connsiteY198" fmla="*/ 165199 h 444558"/>
              <a:gd name="connsiteX199" fmla="*/ 262348 w 312127"/>
              <a:gd name="connsiteY199" fmla="*/ 163855 h 444558"/>
              <a:gd name="connsiteX200" fmla="*/ 263694 w 312127"/>
              <a:gd name="connsiteY200" fmla="*/ 166541 h 444558"/>
              <a:gd name="connsiteX201" fmla="*/ 266385 w 312127"/>
              <a:gd name="connsiteY201" fmla="*/ 165199 h 444558"/>
              <a:gd name="connsiteX202" fmla="*/ 271766 w 312127"/>
              <a:gd name="connsiteY202" fmla="*/ 166541 h 444558"/>
              <a:gd name="connsiteX203" fmla="*/ 274457 w 312127"/>
              <a:gd name="connsiteY203" fmla="*/ 169228 h 444558"/>
              <a:gd name="connsiteX204" fmla="*/ 279838 w 312127"/>
              <a:gd name="connsiteY204" fmla="*/ 166541 h 444558"/>
              <a:gd name="connsiteX205" fmla="*/ 285220 w 312127"/>
              <a:gd name="connsiteY205" fmla="*/ 165199 h 444558"/>
              <a:gd name="connsiteX206" fmla="*/ 291947 w 312127"/>
              <a:gd name="connsiteY206" fmla="*/ 166541 h 444558"/>
              <a:gd name="connsiteX207" fmla="*/ 293292 w 312127"/>
              <a:gd name="connsiteY207" fmla="*/ 165199 h 444558"/>
              <a:gd name="connsiteX208" fmla="*/ 297328 w 312127"/>
              <a:gd name="connsiteY208" fmla="*/ 165199 h 444558"/>
              <a:gd name="connsiteX209" fmla="*/ 301364 w 312127"/>
              <a:gd name="connsiteY209" fmla="*/ 166541 h 444558"/>
              <a:gd name="connsiteX210" fmla="*/ 304055 w 312127"/>
              <a:gd name="connsiteY210" fmla="*/ 177286 h 444558"/>
              <a:gd name="connsiteX211" fmla="*/ 301364 w 312127"/>
              <a:gd name="connsiteY211" fmla="*/ 181315 h 444558"/>
              <a:gd name="connsiteX212" fmla="*/ 301364 w 312127"/>
              <a:gd name="connsiteY212" fmla="*/ 185345 h 444558"/>
              <a:gd name="connsiteX213" fmla="*/ 300019 w 312127"/>
              <a:gd name="connsiteY213" fmla="*/ 189374 h 444558"/>
              <a:gd name="connsiteX214" fmla="*/ 293292 w 312127"/>
              <a:gd name="connsiteY214" fmla="*/ 190717 h 444558"/>
              <a:gd name="connsiteX215" fmla="*/ 290601 w 312127"/>
              <a:gd name="connsiteY215" fmla="*/ 194746 h 444558"/>
              <a:gd name="connsiteX216" fmla="*/ 291947 w 312127"/>
              <a:gd name="connsiteY216" fmla="*/ 204148 h 444558"/>
              <a:gd name="connsiteX217" fmla="*/ 293292 w 312127"/>
              <a:gd name="connsiteY217" fmla="*/ 206834 h 444558"/>
              <a:gd name="connsiteX218" fmla="*/ 290601 w 312127"/>
              <a:gd name="connsiteY218" fmla="*/ 213549 h 444558"/>
              <a:gd name="connsiteX219" fmla="*/ 290601 w 312127"/>
              <a:gd name="connsiteY219" fmla="*/ 221608 h 444558"/>
              <a:gd name="connsiteX220" fmla="*/ 293292 w 312127"/>
              <a:gd name="connsiteY220" fmla="*/ 225637 h 444558"/>
              <a:gd name="connsiteX221" fmla="*/ 294637 w 312127"/>
              <a:gd name="connsiteY221" fmla="*/ 228323 h 444558"/>
              <a:gd name="connsiteX222" fmla="*/ 300019 w 312127"/>
              <a:gd name="connsiteY222" fmla="*/ 243097 h 444558"/>
              <a:gd name="connsiteX223" fmla="*/ 290601 w 312127"/>
              <a:gd name="connsiteY223" fmla="*/ 257871 h 444558"/>
              <a:gd name="connsiteX224" fmla="*/ 291947 w 312127"/>
              <a:gd name="connsiteY224" fmla="*/ 261900 h 444558"/>
              <a:gd name="connsiteX225" fmla="*/ 294637 w 312127"/>
              <a:gd name="connsiteY225" fmla="*/ 263243 h 444558"/>
              <a:gd name="connsiteX226" fmla="*/ 297328 w 312127"/>
              <a:gd name="connsiteY226" fmla="*/ 260557 h 444558"/>
              <a:gd name="connsiteX227" fmla="*/ 298674 w 312127"/>
              <a:gd name="connsiteY227" fmla="*/ 261900 h 444558"/>
              <a:gd name="connsiteX228" fmla="*/ 300019 w 312127"/>
              <a:gd name="connsiteY228" fmla="*/ 265929 h 444558"/>
              <a:gd name="connsiteX229" fmla="*/ 302710 w 312127"/>
              <a:gd name="connsiteY229" fmla="*/ 267272 h 444558"/>
              <a:gd name="connsiteX230" fmla="*/ 305400 w 312127"/>
              <a:gd name="connsiteY230" fmla="*/ 272645 h 444558"/>
              <a:gd name="connsiteX231" fmla="*/ 304055 w 312127"/>
              <a:gd name="connsiteY231" fmla="*/ 275331 h 444558"/>
              <a:gd name="connsiteX232" fmla="*/ 306746 w 312127"/>
              <a:gd name="connsiteY232" fmla="*/ 282046 h 444558"/>
              <a:gd name="connsiteX233" fmla="*/ 312127 w 312127"/>
              <a:gd name="connsiteY233" fmla="*/ 295477 h 444558"/>
              <a:gd name="connsiteX234" fmla="*/ 312127 w 312127"/>
              <a:gd name="connsiteY234" fmla="*/ 300849 h 444558"/>
              <a:gd name="connsiteX235" fmla="*/ 305400 w 312127"/>
              <a:gd name="connsiteY235" fmla="*/ 300849 h 444558"/>
              <a:gd name="connsiteX236" fmla="*/ 305400 w 312127"/>
              <a:gd name="connsiteY236" fmla="*/ 294134 h 444558"/>
              <a:gd name="connsiteX237" fmla="*/ 304055 w 312127"/>
              <a:gd name="connsiteY237" fmla="*/ 288762 h 444558"/>
              <a:gd name="connsiteX238" fmla="*/ 300019 w 312127"/>
              <a:gd name="connsiteY238" fmla="*/ 283389 h 444558"/>
              <a:gd name="connsiteX239" fmla="*/ 298674 w 312127"/>
              <a:gd name="connsiteY239" fmla="*/ 279360 h 444558"/>
              <a:gd name="connsiteX240" fmla="*/ 290601 w 312127"/>
              <a:gd name="connsiteY240" fmla="*/ 280703 h 444558"/>
              <a:gd name="connsiteX241" fmla="*/ 286565 w 312127"/>
              <a:gd name="connsiteY241" fmla="*/ 286075 h 444558"/>
              <a:gd name="connsiteX242" fmla="*/ 282529 w 312127"/>
              <a:gd name="connsiteY242" fmla="*/ 287418 h 444558"/>
              <a:gd name="connsiteX243" fmla="*/ 279838 w 312127"/>
              <a:gd name="connsiteY243" fmla="*/ 284732 h 444558"/>
              <a:gd name="connsiteX244" fmla="*/ 274457 w 312127"/>
              <a:gd name="connsiteY244" fmla="*/ 284732 h 444558"/>
              <a:gd name="connsiteX245" fmla="*/ 271766 w 312127"/>
              <a:gd name="connsiteY245" fmla="*/ 287418 h 444558"/>
              <a:gd name="connsiteX246" fmla="*/ 242168 w 312127"/>
              <a:gd name="connsiteY246" fmla="*/ 288762 h 444558"/>
              <a:gd name="connsiteX247" fmla="*/ 240822 w 312127"/>
              <a:gd name="connsiteY247" fmla="*/ 296820 h 444558"/>
              <a:gd name="connsiteX248" fmla="*/ 243513 w 312127"/>
              <a:gd name="connsiteY248" fmla="*/ 303535 h 444558"/>
              <a:gd name="connsiteX249" fmla="*/ 252931 w 312127"/>
              <a:gd name="connsiteY249" fmla="*/ 304878 h 444558"/>
              <a:gd name="connsiteX250" fmla="*/ 256967 w 312127"/>
              <a:gd name="connsiteY250" fmla="*/ 312937 h 444558"/>
              <a:gd name="connsiteX251" fmla="*/ 254276 w 312127"/>
              <a:gd name="connsiteY251" fmla="*/ 315623 h 444558"/>
              <a:gd name="connsiteX252" fmla="*/ 256967 w 312127"/>
              <a:gd name="connsiteY252" fmla="*/ 318309 h 444558"/>
              <a:gd name="connsiteX253" fmla="*/ 255622 w 312127"/>
              <a:gd name="connsiteY253" fmla="*/ 323682 h 444558"/>
              <a:gd name="connsiteX254" fmla="*/ 248895 w 312127"/>
              <a:gd name="connsiteY254" fmla="*/ 318309 h 444558"/>
              <a:gd name="connsiteX255" fmla="*/ 232750 w 312127"/>
              <a:gd name="connsiteY255" fmla="*/ 325025 h 444558"/>
              <a:gd name="connsiteX256" fmla="*/ 232750 w 312127"/>
              <a:gd name="connsiteY256" fmla="*/ 338456 h 444558"/>
              <a:gd name="connsiteX257" fmla="*/ 236786 w 312127"/>
              <a:gd name="connsiteY257" fmla="*/ 345171 h 444558"/>
              <a:gd name="connsiteX258" fmla="*/ 247549 w 312127"/>
              <a:gd name="connsiteY258" fmla="*/ 351886 h 444558"/>
              <a:gd name="connsiteX259" fmla="*/ 252931 w 312127"/>
              <a:gd name="connsiteY259" fmla="*/ 363974 h 444558"/>
              <a:gd name="connsiteX260" fmla="*/ 252931 w 312127"/>
              <a:gd name="connsiteY260" fmla="*/ 372032 h 444558"/>
              <a:gd name="connsiteX261" fmla="*/ 252931 w 312127"/>
              <a:gd name="connsiteY261" fmla="*/ 376062 h 444558"/>
              <a:gd name="connsiteX262" fmla="*/ 238132 w 312127"/>
              <a:gd name="connsiteY262" fmla="*/ 429785 h 444558"/>
              <a:gd name="connsiteX263" fmla="*/ 234095 w 312127"/>
              <a:gd name="connsiteY263" fmla="*/ 444559 h 44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</a:cxnLst>
            <a:rect l="l" t="t" r="r" b="b"/>
            <a:pathLst>
              <a:path w="312127" h="444558">
                <a:moveTo>
                  <a:pt x="232750" y="439186"/>
                </a:moveTo>
                <a:lnTo>
                  <a:pt x="228714" y="435157"/>
                </a:lnTo>
                <a:lnTo>
                  <a:pt x="221987" y="435157"/>
                </a:lnTo>
                <a:lnTo>
                  <a:pt x="216606" y="436500"/>
                </a:lnTo>
                <a:lnTo>
                  <a:pt x="215260" y="432471"/>
                </a:lnTo>
                <a:lnTo>
                  <a:pt x="232750" y="404266"/>
                </a:lnTo>
                <a:lnTo>
                  <a:pt x="231405" y="400237"/>
                </a:lnTo>
                <a:lnTo>
                  <a:pt x="227369" y="402923"/>
                </a:lnTo>
                <a:lnTo>
                  <a:pt x="224678" y="398894"/>
                </a:lnTo>
                <a:lnTo>
                  <a:pt x="217951" y="396208"/>
                </a:lnTo>
                <a:lnTo>
                  <a:pt x="215260" y="396208"/>
                </a:lnTo>
                <a:lnTo>
                  <a:pt x="213915" y="393521"/>
                </a:lnTo>
                <a:lnTo>
                  <a:pt x="208533" y="393521"/>
                </a:lnTo>
                <a:lnTo>
                  <a:pt x="199116" y="397551"/>
                </a:lnTo>
                <a:lnTo>
                  <a:pt x="193734" y="394865"/>
                </a:lnTo>
                <a:lnTo>
                  <a:pt x="187007" y="392179"/>
                </a:lnTo>
                <a:lnTo>
                  <a:pt x="177590" y="396208"/>
                </a:lnTo>
                <a:lnTo>
                  <a:pt x="176244" y="398894"/>
                </a:lnTo>
                <a:lnTo>
                  <a:pt x="169518" y="398894"/>
                </a:lnTo>
                <a:lnTo>
                  <a:pt x="164136" y="397551"/>
                </a:lnTo>
                <a:lnTo>
                  <a:pt x="158754" y="398894"/>
                </a:lnTo>
                <a:lnTo>
                  <a:pt x="154718" y="397551"/>
                </a:lnTo>
                <a:lnTo>
                  <a:pt x="153373" y="393521"/>
                </a:lnTo>
                <a:lnTo>
                  <a:pt x="154718" y="390835"/>
                </a:lnTo>
                <a:lnTo>
                  <a:pt x="152028" y="384120"/>
                </a:lnTo>
                <a:lnTo>
                  <a:pt x="147991" y="382777"/>
                </a:lnTo>
                <a:lnTo>
                  <a:pt x="146646" y="381434"/>
                </a:lnTo>
                <a:lnTo>
                  <a:pt x="146646" y="376062"/>
                </a:lnTo>
                <a:lnTo>
                  <a:pt x="141265" y="368003"/>
                </a:lnTo>
                <a:lnTo>
                  <a:pt x="129156" y="363974"/>
                </a:lnTo>
                <a:lnTo>
                  <a:pt x="125120" y="363974"/>
                </a:lnTo>
                <a:lnTo>
                  <a:pt x="121084" y="355915"/>
                </a:lnTo>
                <a:lnTo>
                  <a:pt x="121084" y="350543"/>
                </a:lnTo>
                <a:lnTo>
                  <a:pt x="114357" y="343828"/>
                </a:lnTo>
                <a:lnTo>
                  <a:pt x="113012" y="341141"/>
                </a:lnTo>
                <a:lnTo>
                  <a:pt x="107630" y="339798"/>
                </a:lnTo>
                <a:lnTo>
                  <a:pt x="98213" y="337112"/>
                </a:lnTo>
                <a:lnTo>
                  <a:pt x="94176" y="334426"/>
                </a:lnTo>
                <a:lnTo>
                  <a:pt x="92831" y="334426"/>
                </a:lnTo>
                <a:lnTo>
                  <a:pt x="92831" y="334426"/>
                </a:lnTo>
                <a:lnTo>
                  <a:pt x="88795" y="331740"/>
                </a:lnTo>
                <a:lnTo>
                  <a:pt x="87449" y="329054"/>
                </a:lnTo>
                <a:lnTo>
                  <a:pt x="83413" y="326368"/>
                </a:lnTo>
                <a:lnTo>
                  <a:pt x="75341" y="323682"/>
                </a:lnTo>
                <a:lnTo>
                  <a:pt x="73996" y="323682"/>
                </a:lnTo>
                <a:lnTo>
                  <a:pt x="69960" y="326368"/>
                </a:lnTo>
                <a:lnTo>
                  <a:pt x="69960" y="331740"/>
                </a:lnTo>
                <a:lnTo>
                  <a:pt x="67269" y="334426"/>
                </a:lnTo>
                <a:lnTo>
                  <a:pt x="59196" y="333083"/>
                </a:lnTo>
                <a:lnTo>
                  <a:pt x="55161" y="330397"/>
                </a:lnTo>
                <a:lnTo>
                  <a:pt x="47088" y="326368"/>
                </a:lnTo>
                <a:lnTo>
                  <a:pt x="39016" y="325025"/>
                </a:lnTo>
                <a:lnTo>
                  <a:pt x="37671" y="322338"/>
                </a:lnTo>
                <a:lnTo>
                  <a:pt x="39016" y="318309"/>
                </a:lnTo>
                <a:lnTo>
                  <a:pt x="32289" y="311594"/>
                </a:lnTo>
                <a:lnTo>
                  <a:pt x="28253" y="311594"/>
                </a:lnTo>
                <a:lnTo>
                  <a:pt x="16144" y="304878"/>
                </a:lnTo>
                <a:lnTo>
                  <a:pt x="8072" y="298163"/>
                </a:lnTo>
                <a:lnTo>
                  <a:pt x="0" y="295477"/>
                </a:lnTo>
                <a:lnTo>
                  <a:pt x="1345" y="291448"/>
                </a:lnTo>
                <a:lnTo>
                  <a:pt x="2691" y="282046"/>
                </a:lnTo>
                <a:lnTo>
                  <a:pt x="9418" y="271302"/>
                </a:lnTo>
                <a:lnTo>
                  <a:pt x="17490" y="265929"/>
                </a:lnTo>
                <a:lnTo>
                  <a:pt x="26908" y="263243"/>
                </a:lnTo>
                <a:lnTo>
                  <a:pt x="33634" y="256528"/>
                </a:lnTo>
                <a:lnTo>
                  <a:pt x="36325" y="251155"/>
                </a:lnTo>
                <a:lnTo>
                  <a:pt x="45743" y="241754"/>
                </a:lnTo>
                <a:lnTo>
                  <a:pt x="48434" y="236382"/>
                </a:lnTo>
                <a:lnTo>
                  <a:pt x="51124" y="232352"/>
                </a:lnTo>
                <a:lnTo>
                  <a:pt x="51124" y="229666"/>
                </a:lnTo>
                <a:lnTo>
                  <a:pt x="48434" y="229666"/>
                </a:lnTo>
                <a:lnTo>
                  <a:pt x="45743" y="226980"/>
                </a:lnTo>
                <a:lnTo>
                  <a:pt x="45743" y="222951"/>
                </a:lnTo>
                <a:lnTo>
                  <a:pt x="41707" y="225637"/>
                </a:lnTo>
                <a:lnTo>
                  <a:pt x="39016" y="221608"/>
                </a:lnTo>
                <a:lnTo>
                  <a:pt x="39016" y="217578"/>
                </a:lnTo>
                <a:lnTo>
                  <a:pt x="43052" y="213549"/>
                </a:lnTo>
                <a:lnTo>
                  <a:pt x="43052" y="201462"/>
                </a:lnTo>
                <a:lnTo>
                  <a:pt x="43052" y="192060"/>
                </a:lnTo>
                <a:lnTo>
                  <a:pt x="41707" y="188031"/>
                </a:lnTo>
                <a:lnTo>
                  <a:pt x="39016" y="186688"/>
                </a:lnTo>
                <a:lnTo>
                  <a:pt x="41707" y="182659"/>
                </a:lnTo>
                <a:lnTo>
                  <a:pt x="44397" y="179972"/>
                </a:lnTo>
                <a:lnTo>
                  <a:pt x="44397" y="173257"/>
                </a:lnTo>
                <a:lnTo>
                  <a:pt x="41707" y="170571"/>
                </a:lnTo>
                <a:lnTo>
                  <a:pt x="41707" y="167885"/>
                </a:lnTo>
                <a:lnTo>
                  <a:pt x="44397" y="163855"/>
                </a:lnTo>
                <a:lnTo>
                  <a:pt x="44397" y="158483"/>
                </a:lnTo>
                <a:lnTo>
                  <a:pt x="43052" y="155797"/>
                </a:lnTo>
                <a:lnTo>
                  <a:pt x="40361" y="157140"/>
                </a:lnTo>
                <a:lnTo>
                  <a:pt x="37671" y="157140"/>
                </a:lnTo>
                <a:lnTo>
                  <a:pt x="32289" y="151768"/>
                </a:lnTo>
                <a:lnTo>
                  <a:pt x="32289" y="145052"/>
                </a:lnTo>
                <a:lnTo>
                  <a:pt x="30944" y="139680"/>
                </a:lnTo>
                <a:lnTo>
                  <a:pt x="30944" y="138337"/>
                </a:lnTo>
                <a:lnTo>
                  <a:pt x="33634" y="130278"/>
                </a:lnTo>
                <a:lnTo>
                  <a:pt x="36325" y="130278"/>
                </a:lnTo>
                <a:lnTo>
                  <a:pt x="39016" y="127592"/>
                </a:lnTo>
                <a:lnTo>
                  <a:pt x="41707" y="122220"/>
                </a:lnTo>
                <a:lnTo>
                  <a:pt x="44397" y="115505"/>
                </a:lnTo>
                <a:lnTo>
                  <a:pt x="43052" y="108789"/>
                </a:lnTo>
                <a:lnTo>
                  <a:pt x="41707" y="104760"/>
                </a:lnTo>
                <a:lnTo>
                  <a:pt x="43052" y="100731"/>
                </a:lnTo>
                <a:lnTo>
                  <a:pt x="48434" y="106103"/>
                </a:lnTo>
                <a:lnTo>
                  <a:pt x="49779" y="110132"/>
                </a:lnTo>
                <a:lnTo>
                  <a:pt x="53815" y="112818"/>
                </a:lnTo>
                <a:lnTo>
                  <a:pt x="52470" y="115505"/>
                </a:lnTo>
                <a:lnTo>
                  <a:pt x="52470" y="116848"/>
                </a:lnTo>
                <a:lnTo>
                  <a:pt x="56506" y="120877"/>
                </a:lnTo>
                <a:lnTo>
                  <a:pt x="59196" y="120877"/>
                </a:lnTo>
                <a:lnTo>
                  <a:pt x="61887" y="115505"/>
                </a:lnTo>
                <a:lnTo>
                  <a:pt x="61887" y="108789"/>
                </a:lnTo>
                <a:lnTo>
                  <a:pt x="57851" y="104760"/>
                </a:lnTo>
                <a:lnTo>
                  <a:pt x="56506" y="99388"/>
                </a:lnTo>
                <a:lnTo>
                  <a:pt x="60542" y="99388"/>
                </a:lnTo>
                <a:lnTo>
                  <a:pt x="63233" y="99388"/>
                </a:lnTo>
                <a:lnTo>
                  <a:pt x="68614" y="91329"/>
                </a:lnTo>
                <a:lnTo>
                  <a:pt x="71305" y="89986"/>
                </a:lnTo>
                <a:lnTo>
                  <a:pt x="78032" y="83271"/>
                </a:lnTo>
                <a:lnTo>
                  <a:pt x="82068" y="81928"/>
                </a:lnTo>
                <a:lnTo>
                  <a:pt x="86104" y="80585"/>
                </a:lnTo>
                <a:lnTo>
                  <a:pt x="90140" y="79241"/>
                </a:lnTo>
                <a:lnTo>
                  <a:pt x="91486" y="73869"/>
                </a:lnTo>
                <a:lnTo>
                  <a:pt x="91486" y="69840"/>
                </a:lnTo>
                <a:lnTo>
                  <a:pt x="88795" y="68497"/>
                </a:lnTo>
                <a:lnTo>
                  <a:pt x="87449" y="68497"/>
                </a:lnTo>
                <a:lnTo>
                  <a:pt x="87449" y="65811"/>
                </a:lnTo>
                <a:lnTo>
                  <a:pt x="95522" y="52380"/>
                </a:lnTo>
                <a:lnTo>
                  <a:pt x="100903" y="45665"/>
                </a:lnTo>
                <a:lnTo>
                  <a:pt x="102249" y="41635"/>
                </a:lnTo>
                <a:lnTo>
                  <a:pt x="111666" y="36263"/>
                </a:lnTo>
                <a:lnTo>
                  <a:pt x="114357" y="36263"/>
                </a:lnTo>
                <a:lnTo>
                  <a:pt x="121084" y="38949"/>
                </a:lnTo>
                <a:lnTo>
                  <a:pt x="126465" y="40292"/>
                </a:lnTo>
                <a:lnTo>
                  <a:pt x="122429" y="41635"/>
                </a:lnTo>
                <a:lnTo>
                  <a:pt x="123775" y="41635"/>
                </a:lnTo>
                <a:lnTo>
                  <a:pt x="122429" y="47008"/>
                </a:lnTo>
                <a:lnTo>
                  <a:pt x="125120" y="47008"/>
                </a:lnTo>
                <a:lnTo>
                  <a:pt x="129156" y="44322"/>
                </a:lnTo>
                <a:lnTo>
                  <a:pt x="129156" y="40292"/>
                </a:lnTo>
                <a:lnTo>
                  <a:pt x="127811" y="36263"/>
                </a:lnTo>
                <a:lnTo>
                  <a:pt x="127811" y="32234"/>
                </a:lnTo>
                <a:lnTo>
                  <a:pt x="133192" y="29548"/>
                </a:lnTo>
                <a:lnTo>
                  <a:pt x="141265" y="30891"/>
                </a:lnTo>
                <a:lnTo>
                  <a:pt x="149337" y="29548"/>
                </a:lnTo>
                <a:lnTo>
                  <a:pt x="156064" y="28205"/>
                </a:lnTo>
                <a:lnTo>
                  <a:pt x="161445" y="24175"/>
                </a:lnTo>
                <a:lnTo>
                  <a:pt x="170863" y="18803"/>
                </a:lnTo>
                <a:lnTo>
                  <a:pt x="177590" y="16117"/>
                </a:lnTo>
                <a:lnTo>
                  <a:pt x="178935" y="13431"/>
                </a:lnTo>
                <a:lnTo>
                  <a:pt x="177590" y="10745"/>
                </a:lnTo>
                <a:lnTo>
                  <a:pt x="178935" y="8059"/>
                </a:lnTo>
                <a:lnTo>
                  <a:pt x="182971" y="6715"/>
                </a:lnTo>
                <a:lnTo>
                  <a:pt x="187007" y="6715"/>
                </a:lnTo>
                <a:lnTo>
                  <a:pt x="189698" y="5372"/>
                </a:lnTo>
                <a:lnTo>
                  <a:pt x="193734" y="5372"/>
                </a:lnTo>
                <a:lnTo>
                  <a:pt x="193734" y="2686"/>
                </a:lnTo>
                <a:lnTo>
                  <a:pt x="195080" y="0"/>
                </a:lnTo>
                <a:lnTo>
                  <a:pt x="199116" y="0"/>
                </a:lnTo>
                <a:lnTo>
                  <a:pt x="208533" y="5372"/>
                </a:lnTo>
                <a:lnTo>
                  <a:pt x="211224" y="9401"/>
                </a:lnTo>
                <a:lnTo>
                  <a:pt x="209879" y="12088"/>
                </a:lnTo>
                <a:lnTo>
                  <a:pt x="207188" y="14774"/>
                </a:lnTo>
                <a:lnTo>
                  <a:pt x="205843" y="16117"/>
                </a:lnTo>
                <a:lnTo>
                  <a:pt x="203152" y="14774"/>
                </a:lnTo>
                <a:lnTo>
                  <a:pt x="201806" y="16117"/>
                </a:lnTo>
                <a:lnTo>
                  <a:pt x="188353" y="21489"/>
                </a:lnTo>
                <a:lnTo>
                  <a:pt x="180280" y="33577"/>
                </a:lnTo>
                <a:lnTo>
                  <a:pt x="178935" y="36263"/>
                </a:lnTo>
                <a:lnTo>
                  <a:pt x="173554" y="37606"/>
                </a:lnTo>
                <a:lnTo>
                  <a:pt x="169518" y="42978"/>
                </a:lnTo>
                <a:lnTo>
                  <a:pt x="165481" y="47008"/>
                </a:lnTo>
                <a:lnTo>
                  <a:pt x="157409" y="59095"/>
                </a:lnTo>
                <a:lnTo>
                  <a:pt x="156064" y="64468"/>
                </a:lnTo>
                <a:lnTo>
                  <a:pt x="157409" y="68497"/>
                </a:lnTo>
                <a:lnTo>
                  <a:pt x="157409" y="77899"/>
                </a:lnTo>
                <a:lnTo>
                  <a:pt x="153373" y="85957"/>
                </a:lnTo>
                <a:lnTo>
                  <a:pt x="152028" y="88643"/>
                </a:lnTo>
                <a:lnTo>
                  <a:pt x="156064" y="88643"/>
                </a:lnTo>
                <a:lnTo>
                  <a:pt x="160100" y="88643"/>
                </a:lnTo>
                <a:lnTo>
                  <a:pt x="170863" y="107446"/>
                </a:lnTo>
                <a:lnTo>
                  <a:pt x="174899" y="114162"/>
                </a:lnTo>
                <a:lnTo>
                  <a:pt x="176244" y="118191"/>
                </a:lnTo>
                <a:lnTo>
                  <a:pt x="173554" y="124906"/>
                </a:lnTo>
                <a:lnTo>
                  <a:pt x="174899" y="127592"/>
                </a:lnTo>
                <a:lnTo>
                  <a:pt x="172208" y="131622"/>
                </a:lnTo>
                <a:lnTo>
                  <a:pt x="172208" y="134308"/>
                </a:lnTo>
                <a:lnTo>
                  <a:pt x="178935" y="139680"/>
                </a:lnTo>
                <a:lnTo>
                  <a:pt x="185662" y="142366"/>
                </a:lnTo>
                <a:lnTo>
                  <a:pt x="191043" y="143709"/>
                </a:lnTo>
                <a:lnTo>
                  <a:pt x="196425" y="146395"/>
                </a:lnTo>
                <a:lnTo>
                  <a:pt x="200461" y="143709"/>
                </a:lnTo>
                <a:lnTo>
                  <a:pt x="207188" y="143709"/>
                </a:lnTo>
                <a:lnTo>
                  <a:pt x="213915" y="146395"/>
                </a:lnTo>
                <a:lnTo>
                  <a:pt x="215260" y="143709"/>
                </a:lnTo>
                <a:lnTo>
                  <a:pt x="223333" y="142366"/>
                </a:lnTo>
                <a:lnTo>
                  <a:pt x="231405" y="145052"/>
                </a:lnTo>
                <a:lnTo>
                  <a:pt x="235441" y="146395"/>
                </a:lnTo>
                <a:lnTo>
                  <a:pt x="255622" y="165199"/>
                </a:lnTo>
                <a:lnTo>
                  <a:pt x="262348" y="163855"/>
                </a:lnTo>
                <a:lnTo>
                  <a:pt x="263694" y="166541"/>
                </a:lnTo>
                <a:lnTo>
                  <a:pt x="266385" y="165199"/>
                </a:lnTo>
                <a:lnTo>
                  <a:pt x="271766" y="166541"/>
                </a:lnTo>
                <a:lnTo>
                  <a:pt x="274457" y="169228"/>
                </a:lnTo>
                <a:lnTo>
                  <a:pt x="279838" y="166541"/>
                </a:lnTo>
                <a:lnTo>
                  <a:pt x="285220" y="165199"/>
                </a:lnTo>
                <a:lnTo>
                  <a:pt x="291947" y="166541"/>
                </a:lnTo>
                <a:lnTo>
                  <a:pt x="293292" y="165199"/>
                </a:lnTo>
                <a:lnTo>
                  <a:pt x="297328" y="165199"/>
                </a:lnTo>
                <a:lnTo>
                  <a:pt x="301364" y="166541"/>
                </a:lnTo>
                <a:lnTo>
                  <a:pt x="304055" y="177286"/>
                </a:lnTo>
                <a:lnTo>
                  <a:pt x="301364" y="181315"/>
                </a:lnTo>
                <a:lnTo>
                  <a:pt x="301364" y="185345"/>
                </a:lnTo>
                <a:lnTo>
                  <a:pt x="300019" y="189374"/>
                </a:lnTo>
                <a:lnTo>
                  <a:pt x="293292" y="190717"/>
                </a:lnTo>
                <a:lnTo>
                  <a:pt x="290601" y="194746"/>
                </a:lnTo>
                <a:lnTo>
                  <a:pt x="291947" y="204148"/>
                </a:lnTo>
                <a:lnTo>
                  <a:pt x="293292" y="206834"/>
                </a:lnTo>
                <a:lnTo>
                  <a:pt x="290601" y="213549"/>
                </a:lnTo>
                <a:lnTo>
                  <a:pt x="290601" y="221608"/>
                </a:lnTo>
                <a:lnTo>
                  <a:pt x="293292" y="225637"/>
                </a:lnTo>
                <a:lnTo>
                  <a:pt x="294637" y="228323"/>
                </a:lnTo>
                <a:lnTo>
                  <a:pt x="300019" y="243097"/>
                </a:lnTo>
                <a:lnTo>
                  <a:pt x="290601" y="257871"/>
                </a:lnTo>
                <a:lnTo>
                  <a:pt x="291947" y="261900"/>
                </a:lnTo>
                <a:lnTo>
                  <a:pt x="294637" y="263243"/>
                </a:lnTo>
                <a:lnTo>
                  <a:pt x="297328" y="260557"/>
                </a:lnTo>
                <a:lnTo>
                  <a:pt x="298674" y="261900"/>
                </a:lnTo>
                <a:lnTo>
                  <a:pt x="300019" y="265929"/>
                </a:lnTo>
                <a:lnTo>
                  <a:pt x="302710" y="267272"/>
                </a:lnTo>
                <a:lnTo>
                  <a:pt x="305400" y="272645"/>
                </a:lnTo>
                <a:lnTo>
                  <a:pt x="304055" y="275331"/>
                </a:lnTo>
                <a:lnTo>
                  <a:pt x="306746" y="282046"/>
                </a:lnTo>
                <a:lnTo>
                  <a:pt x="312127" y="295477"/>
                </a:lnTo>
                <a:lnTo>
                  <a:pt x="312127" y="300849"/>
                </a:lnTo>
                <a:lnTo>
                  <a:pt x="305400" y="300849"/>
                </a:lnTo>
                <a:lnTo>
                  <a:pt x="305400" y="294134"/>
                </a:lnTo>
                <a:lnTo>
                  <a:pt x="304055" y="288762"/>
                </a:lnTo>
                <a:lnTo>
                  <a:pt x="300019" y="283389"/>
                </a:lnTo>
                <a:lnTo>
                  <a:pt x="298674" y="279360"/>
                </a:lnTo>
                <a:lnTo>
                  <a:pt x="290601" y="280703"/>
                </a:lnTo>
                <a:lnTo>
                  <a:pt x="286565" y="286075"/>
                </a:lnTo>
                <a:lnTo>
                  <a:pt x="282529" y="287418"/>
                </a:lnTo>
                <a:lnTo>
                  <a:pt x="279838" y="284732"/>
                </a:lnTo>
                <a:lnTo>
                  <a:pt x="274457" y="284732"/>
                </a:lnTo>
                <a:lnTo>
                  <a:pt x="271766" y="287418"/>
                </a:lnTo>
                <a:lnTo>
                  <a:pt x="242168" y="288762"/>
                </a:lnTo>
                <a:lnTo>
                  <a:pt x="240822" y="296820"/>
                </a:lnTo>
                <a:lnTo>
                  <a:pt x="243513" y="303535"/>
                </a:lnTo>
                <a:lnTo>
                  <a:pt x="252931" y="304878"/>
                </a:lnTo>
                <a:lnTo>
                  <a:pt x="256967" y="312937"/>
                </a:lnTo>
                <a:lnTo>
                  <a:pt x="254276" y="315623"/>
                </a:lnTo>
                <a:lnTo>
                  <a:pt x="256967" y="318309"/>
                </a:lnTo>
                <a:lnTo>
                  <a:pt x="255622" y="323682"/>
                </a:lnTo>
                <a:lnTo>
                  <a:pt x="248895" y="318309"/>
                </a:lnTo>
                <a:lnTo>
                  <a:pt x="232750" y="325025"/>
                </a:lnTo>
                <a:lnTo>
                  <a:pt x="232750" y="338456"/>
                </a:lnTo>
                <a:lnTo>
                  <a:pt x="236786" y="345171"/>
                </a:lnTo>
                <a:lnTo>
                  <a:pt x="247549" y="351886"/>
                </a:lnTo>
                <a:lnTo>
                  <a:pt x="252931" y="363974"/>
                </a:lnTo>
                <a:lnTo>
                  <a:pt x="252931" y="372032"/>
                </a:lnTo>
                <a:lnTo>
                  <a:pt x="252931" y="376062"/>
                </a:lnTo>
                <a:lnTo>
                  <a:pt x="238132" y="429785"/>
                </a:lnTo>
                <a:lnTo>
                  <a:pt x="234095" y="444559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220" name="Graphic 5">
            <a:extLst>
              <a:ext uri="{FF2B5EF4-FFF2-40B4-BE49-F238E27FC236}">
                <a16:creationId xmlns:a16="http://schemas.microsoft.com/office/drawing/2014/main" id="{45B993BE-63E2-11D1-B53B-56A4BC4F1A59}"/>
              </a:ext>
            </a:extLst>
          </p:cNvPr>
          <p:cNvGrpSpPr/>
          <p:nvPr/>
        </p:nvGrpSpPr>
        <p:grpSpPr>
          <a:xfrm>
            <a:off x="5260425" y="4603528"/>
            <a:ext cx="153372" cy="169227"/>
            <a:chOff x="5260425" y="4603528"/>
            <a:chExt cx="153372" cy="169227"/>
          </a:xfrm>
          <a:solidFill>
            <a:srgbClr val="E5E5E4"/>
          </a:solidFill>
        </p:grpSpPr>
        <p:sp>
          <p:nvSpPr>
            <p:cNvPr id="1221" name="Freeform 1220">
              <a:extLst>
                <a:ext uri="{FF2B5EF4-FFF2-40B4-BE49-F238E27FC236}">
                  <a16:creationId xmlns:a16="http://schemas.microsoft.com/office/drawing/2014/main" id="{9B2495B0-89B3-E031-8B42-50C01297D45C}"/>
                </a:ext>
              </a:extLst>
            </p:cNvPr>
            <p:cNvSpPr/>
            <p:nvPr/>
          </p:nvSpPr>
          <p:spPr>
            <a:xfrm>
              <a:off x="5260425" y="4603528"/>
              <a:ext cx="153372" cy="169227"/>
            </a:xfrm>
            <a:custGeom>
              <a:avLst/>
              <a:gdLst>
                <a:gd name="connsiteX0" fmla="*/ 146646 w 153372"/>
                <a:gd name="connsiteY0" fmla="*/ 38949 h 169227"/>
                <a:gd name="connsiteX1" fmla="*/ 146646 w 153372"/>
                <a:gd name="connsiteY1" fmla="*/ 38949 h 169227"/>
                <a:gd name="connsiteX2" fmla="*/ 142610 w 153372"/>
                <a:gd name="connsiteY2" fmla="*/ 36263 h 169227"/>
                <a:gd name="connsiteX3" fmla="*/ 141265 w 153372"/>
                <a:gd name="connsiteY3" fmla="*/ 33577 h 169227"/>
                <a:gd name="connsiteX4" fmla="*/ 137228 w 153372"/>
                <a:gd name="connsiteY4" fmla="*/ 30891 h 169227"/>
                <a:gd name="connsiteX5" fmla="*/ 129156 w 153372"/>
                <a:gd name="connsiteY5" fmla="*/ 28205 h 169227"/>
                <a:gd name="connsiteX6" fmla="*/ 127811 w 153372"/>
                <a:gd name="connsiteY6" fmla="*/ 28205 h 169227"/>
                <a:gd name="connsiteX7" fmla="*/ 123775 w 153372"/>
                <a:gd name="connsiteY7" fmla="*/ 30891 h 169227"/>
                <a:gd name="connsiteX8" fmla="*/ 123775 w 153372"/>
                <a:gd name="connsiteY8" fmla="*/ 36263 h 169227"/>
                <a:gd name="connsiteX9" fmla="*/ 121084 w 153372"/>
                <a:gd name="connsiteY9" fmla="*/ 38949 h 169227"/>
                <a:gd name="connsiteX10" fmla="*/ 113012 w 153372"/>
                <a:gd name="connsiteY10" fmla="*/ 37606 h 169227"/>
                <a:gd name="connsiteX11" fmla="*/ 108976 w 153372"/>
                <a:gd name="connsiteY11" fmla="*/ 34920 h 169227"/>
                <a:gd name="connsiteX12" fmla="*/ 100903 w 153372"/>
                <a:gd name="connsiteY12" fmla="*/ 30891 h 169227"/>
                <a:gd name="connsiteX13" fmla="*/ 92831 w 153372"/>
                <a:gd name="connsiteY13" fmla="*/ 29548 h 169227"/>
                <a:gd name="connsiteX14" fmla="*/ 91486 w 153372"/>
                <a:gd name="connsiteY14" fmla="*/ 26862 h 169227"/>
                <a:gd name="connsiteX15" fmla="*/ 92831 w 153372"/>
                <a:gd name="connsiteY15" fmla="*/ 22832 h 169227"/>
                <a:gd name="connsiteX16" fmla="*/ 86104 w 153372"/>
                <a:gd name="connsiteY16" fmla="*/ 16117 h 169227"/>
                <a:gd name="connsiteX17" fmla="*/ 82068 w 153372"/>
                <a:gd name="connsiteY17" fmla="*/ 16117 h 169227"/>
                <a:gd name="connsiteX18" fmla="*/ 69960 w 153372"/>
                <a:gd name="connsiteY18" fmla="*/ 9401 h 169227"/>
                <a:gd name="connsiteX19" fmla="*/ 61887 w 153372"/>
                <a:gd name="connsiteY19" fmla="*/ 2686 h 169227"/>
                <a:gd name="connsiteX20" fmla="*/ 53815 w 153372"/>
                <a:gd name="connsiteY20" fmla="*/ 0 h 169227"/>
                <a:gd name="connsiteX21" fmla="*/ 52470 w 153372"/>
                <a:gd name="connsiteY21" fmla="*/ 6715 h 169227"/>
                <a:gd name="connsiteX22" fmla="*/ 45743 w 153372"/>
                <a:gd name="connsiteY22" fmla="*/ 6715 h 169227"/>
                <a:gd name="connsiteX23" fmla="*/ 32289 w 153372"/>
                <a:gd name="connsiteY23" fmla="*/ 14774 h 169227"/>
                <a:gd name="connsiteX24" fmla="*/ 25562 w 153372"/>
                <a:gd name="connsiteY24" fmla="*/ 16117 h 169227"/>
                <a:gd name="connsiteX25" fmla="*/ 18835 w 153372"/>
                <a:gd name="connsiteY25" fmla="*/ 18803 h 169227"/>
                <a:gd name="connsiteX26" fmla="*/ 22871 w 153372"/>
                <a:gd name="connsiteY26" fmla="*/ 25518 h 169227"/>
                <a:gd name="connsiteX27" fmla="*/ 22871 w 153372"/>
                <a:gd name="connsiteY27" fmla="*/ 28205 h 169227"/>
                <a:gd name="connsiteX28" fmla="*/ 25562 w 153372"/>
                <a:gd name="connsiteY28" fmla="*/ 32234 h 169227"/>
                <a:gd name="connsiteX29" fmla="*/ 24217 w 153372"/>
                <a:gd name="connsiteY29" fmla="*/ 40292 h 169227"/>
                <a:gd name="connsiteX30" fmla="*/ 14799 w 153372"/>
                <a:gd name="connsiteY30" fmla="*/ 49694 h 169227"/>
                <a:gd name="connsiteX31" fmla="*/ 13454 w 153372"/>
                <a:gd name="connsiteY31" fmla="*/ 55066 h 169227"/>
                <a:gd name="connsiteX32" fmla="*/ 16144 w 153372"/>
                <a:gd name="connsiteY32" fmla="*/ 57752 h 169227"/>
                <a:gd name="connsiteX33" fmla="*/ 10763 w 153372"/>
                <a:gd name="connsiteY33" fmla="*/ 64468 h 169227"/>
                <a:gd name="connsiteX34" fmla="*/ 5381 w 153372"/>
                <a:gd name="connsiteY34" fmla="*/ 65811 h 169227"/>
                <a:gd name="connsiteX35" fmla="*/ 1345 w 153372"/>
                <a:gd name="connsiteY35" fmla="*/ 72526 h 169227"/>
                <a:gd name="connsiteX36" fmla="*/ 2691 w 153372"/>
                <a:gd name="connsiteY36" fmla="*/ 76556 h 169227"/>
                <a:gd name="connsiteX37" fmla="*/ 4036 w 153372"/>
                <a:gd name="connsiteY37" fmla="*/ 81928 h 169227"/>
                <a:gd name="connsiteX38" fmla="*/ 4036 w 153372"/>
                <a:gd name="connsiteY38" fmla="*/ 85957 h 169227"/>
                <a:gd name="connsiteX39" fmla="*/ 5381 w 153372"/>
                <a:gd name="connsiteY39" fmla="*/ 92672 h 169227"/>
                <a:gd name="connsiteX40" fmla="*/ 2691 w 153372"/>
                <a:gd name="connsiteY40" fmla="*/ 98044 h 169227"/>
                <a:gd name="connsiteX41" fmla="*/ 0 w 153372"/>
                <a:gd name="connsiteY41" fmla="*/ 100731 h 169227"/>
                <a:gd name="connsiteX42" fmla="*/ 2691 w 153372"/>
                <a:gd name="connsiteY42" fmla="*/ 104760 h 169227"/>
                <a:gd name="connsiteX43" fmla="*/ 8072 w 153372"/>
                <a:gd name="connsiteY43" fmla="*/ 106103 h 169227"/>
                <a:gd name="connsiteX44" fmla="*/ 13454 w 153372"/>
                <a:gd name="connsiteY44" fmla="*/ 111475 h 169227"/>
                <a:gd name="connsiteX45" fmla="*/ 17490 w 153372"/>
                <a:gd name="connsiteY45" fmla="*/ 114162 h 169227"/>
                <a:gd name="connsiteX46" fmla="*/ 20181 w 153372"/>
                <a:gd name="connsiteY46" fmla="*/ 112818 h 169227"/>
                <a:gd name="connsiteX47" fmla="*/ 21526 w 153372"/>
                <a:gd name="connsiteY47" fmla="*/ 107446 h 169227"/>
                <a:gd name="connsiteX48" fmla="*/ 24217 w 153372"/>
                <a:gd name="connsiteY48" fmla="*/ 103417 h 169227"/>
                <a:gd name="connsiteX49" fmla="*/ 26908 w 153372"/>
                <a:gd name="connsiteY49" fmla="*/ 100731 h 169227"/>
                <a:gd name="connsiteX50" fmla="*/ 28253 w 153372"/>
                <a:gd name="connsiteY50" fmla="*/ 104760 h 169227"/>
                <a:gd name="connsiteX51" fmla="*/ 28253 w 153372"/>
                <a:gd name="connsiteY51" fmla="*/ 108789 h 169227"/>
                <a:gd name="connsiteX52" fmla="*/ 29598 w 153372"/>
                <a:gd name="connsiteY52" fmla="*/ 106103 h 169227"/>
                <a:gd name="connsiteX53" fmla="*/ 28253 w 153372"/>
                <a:gd name="connsiteY53" fmla="*/ 102074 h 169227"/>
                <a:gd name="connsiteX54" fmla="*/ 30944 w 153372"/>
                <a:gd name="connsiteY54" fmla="*/ 102074 h 169227"/>
                <a:gd name="connsiteX55" fmla="*/ 32289 w 153372"/>
                <a:gd name="connsiteY55" fmla="*/ 108789 h 169227"/>
                <a:gd name="connsiteX56" fmla="*/ 30944 w 153372"/>
                <a:gd name="connsiteY56" fmla="*/ 116848 h 169227"/>
                <a:gd name="connsiteX57" fmla="*/ 32289 w 153372"/>
                <a:gd name="connsiteY57" fmla="*/ 120877 h 169227"/>
                <a:gd name="connsiteX58" fmla="*/ 28253 w 153372"/>
                <a:gd name="connsiteY58" fmla="*/ 127592 h 169227"/>
                <a:gd name="connsiteX59" fmla="*/ 21526 w 153372"/>
                <a:gd name="connsiteY59" fmla="*/ 132965 h 169227"/>
                <a:gd name="connsiteX60" fmla="*/ 24217 w 153372"/>
                <a:gd name="connsiteY60" fmla="*/ 134308 h 169227"/>
                <a:gd name="connsiteX61" fmla="*/ 26908 w 153372"/>
                <a:gd name="connsiteY61" fmla="*/ 141023 h 169227"/>
                <a:gd name="connsiteX62" fmla="*/ 21526 w 153372"/>
                <a:gd name="connsiteY62" fmla="*/ 143709 h 169227"/>
                <a:gd name="connsiteX63" fmla="*/ 17490 w 153372"/>
                <a:gd name="connsiteY63" fmla="*/ 149082 h 169227"/>
                <a:gd name="connsiteX64" fmla="*/ 17490 w 153372"/>
                <a:gd name="connsiteY64" fmla="*/ 153111 h 169227"/>
                <a:gd name="connsiteX65" fmla="*/ 22871 w 153372"/>
                <a:gd name="connsiteY65" fmla="*/ 154454 h 169227"/>
                <a:gd name="connsiteX66" fmla="*/ 28253 w 153372"/>
                <a:gd name="connsiteY66" fmla="*/ 151768 h 169227"/>
                <a:gd name="connsiteX67" fmla="*/ 30944 w 153372"/>
                <a:gd name="connsiteY67" fmla="*/ 154454 h 169227"/>
                <a:gd name="connsiteX68" fmla="*/ 39016 w 153372"/>
                <a:gd name="connsiteY68" fmla="*/ 157140 h 169227"/>
                <a:gd name="connsiteX69" fmla="*/ 44397 w 153372"/>
                <a:gd name="connsiteY69" fmla="*/ 158483 h 169227"/>
                <a:gd name="connsiteX70" fmla="*/ 51124 w 153372"/>
                <a:gd name="connsiteY70" fmla="*/ 169228 h 169227"/>
                <a:gd name="connsiteX71" fmla="*/ 55161 w 153372"/>
                <a:gd name="connsiteY71" fmla="*/ 169228 h 169227"/>
                <a:gd name="connsiteX72" fmla="*/ 59196 w 153372"/>
                <a:gd name="connsiteY72" fmla="*/ 163856 h 169227"/>
                <a:gd name="connsiteX73" fmla="*/ 79377 w 153372"/>
                <a:gd name="connsiteY73" fmla="*/ 122220 h 169227"/>
                <a:gd name="connsiteX74" fmla="*/ 83413 w 153372"/>
                <a:gd name="connsiteY74" fmla="*/ 119534 h 169227"/>
                <a:gd name="connsiteX75" fmla="*/ 110321 w 153372"/>
                <a:gd name="connsiteY75" fmla="*/ 110132 h 169227"/>
                <a:gd name="connsiteX76" fmla="*/ 121084 w 153372"/>
                <a:gd name="connsiteY76" fmla="*/ 102074 h 169227"/>
                <a:gd name="connsiteX77" fmla="*/ 139919 w 153372"/>
                <a:gd name="connsiteY77" fmla="*/ 85957 h 169227"/>
                <a:gd name="connsiteX78" fmla="*/ 146646 w 153372"/>
                <a:gd name="connsiteY78" fmla="*/ 68497 h 169227"/>
                <a:gd name="connsiteX79" fmla="*/ 150682 w 153372"/>
                <a:gd name="connsiteY79" fmla="*/ 68497 h 169227"/>
                <a:gd name="connsiteX80" fmla="*/ 152028 w 153372"/>
                <a:gd name="connsiteY80" fmla="*/ 67154 h 169227"/>
                <a:gd name="connsiteX81" fmla="*/ 153373 w 153372"/>
                <a:gd name="connsiteY81" fmla="*/ 60438 h 169227"/>
                <a:gd name="connsiteX82" fmla="*/ 153373 w 153372"/>
                <a:gd name="connsiteY82" fmla="*/ 55066 h 169227"/>
                <a:gd name="connsiteX83" fmla="*/ 147991 w 153372"/>
                <a:gd name="connsiteY83" fmla="*/ 45665 h 169227"/>
                <a:gd name="connsiteX84" fmla="*/ 147991 w 153372"/>
                <a:gd name="connsiteY84" fmla="*/ 42979 h 169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53372" h="169227">
                  <a:moveTo>
                    <a:pt x="146646" y="38949"/>
                  </a:moveTo>
                  <a:lnTo>
                    <a:pt x="146646" y="38949"/>
                  </a:lnTo>
                  <a:lnTo>
                    <a:pt x="142610" y="36263"/>
                  </a:lnTo>
                  <a:lnTo>
                    <a:pt x="141265" y="33577"/>
                  </a:lnTo>
                  <a:lnTo>
                    <a:pt x="137228" y="30891"/>
                  </a:lnTo>
                  <a:lnTo>
                    <a:pt x="129156" y="28205"/>
                  </a:lnTo>
                  <a:lnTo>
                    <a:pt x="127811" y="28205"/>
                  </a:lnTo>
                  <a:lnTo>
                    <a:pt x="123775" y="30891"/>
                  </a:lnTo>
                  <a:lnTo>
                    <a:pt x="123775" y="36263"/>
                  </a:lnTo>
                  <a:lnTo>
                    <a:pt x="121084" y="38949"/>
                  </a:lnTo>
                  <a:lnTo>
                    <a:pt x="113012" y="37606"/>
                  </a:lnTo>
                  <a:lnTo>
                    <a:pt x="108976" y="34920"/>
                  </a:lnTo>
                  <a:lnTo>
                    <a:pt x="100903" y="30891"/>
                  </a:lnTo>
                  <a:lnTo>
                    <a:pt x="92831" y="29548"/>
                  </a:lnTo>
                  <a:lnTo>
                    <a:pt x="91486" y="26862"/>
                  </a:lnTo>
                  <a:lnTo>
                    <a:pt x="92831" y="22832"/>
                  </a:lnTo>
                  <a:lnTo>
                    <a:pt x="86104" y="16117"/>
                  </a:lnTo>
                  <a:lnTo>
                    <a:pt x="82068" y="16117"/>
                  </a:lnTo>
                  <a:lnTo>
                    <a:pt x="69960" y="9401"/>
                  </a:lnTo>
                  <a:lnTo>
                    <a:pt x="61887" y="2686"/>
                  </a:lnTo>
                  <a:lnTo>
                    <a:pt x="53815" y="0"/>
                  </a:lnTo>
                  <a:lnTo>
                    <a:pt x="52470" y="6715"/>
                  </a:lnTo>
                  <a:lnTo>
                    <a:pt x="45743" y="6715"/>
                  </a:lnTo>
                  <a:lnTo>
                    <a:pt x="32289" y="14774"/>
                  </a:lnTo>
                  <a:lnTo>
                    <a:pt x="25562" y="16117"/>
                  </a:lnTo>
                  <a:lnTo>
                    <a:pt x="18835" y="18803"/>
                  </a:lnTo>
                  <a:lnTo>
                    <a:pt x="22871" y="25518"/>
                  </a:lnTo>
                  <a:lnTo>
                    <a:pt x="22871" y="28205"/>
                  </a:lnTo>
                  <a:lnTo>
                    <a:pt x="25562" y="32234"/>
                  </a:lnTo>
                  <a:lnTo>
                    <a:pt x="24217" y="40292"/>
                  </a:lnTo>
                  <a:lnTo>
                    <a:pt x="14799" y="49694"/>
                  </a:lnTo>
                  <a:lnTo>
                    <a:pt x="13454" y="55066"/>
                  </a:lnTo>
                  <a:lnTo>
                    <a:pt x="16144" y="57752"/>
                  </a:lnTo>
                  <a:lnTo>
                    <a:pt x="10763" y="64468"/>
                  </a:lnTo>
                  <a:lnTo>
                    <a:pt x="5381" y="65811"/>
                  </a:lnTo>
                  <a:lnTo>
                    <a:pt x="1345" y="72526"/>
                  </a:lnTo>
                  <a:lnTo>
                    <a:pt x="2691" y="76556"/>
                  </a:lnTo>
                  <a:lnTo>
                    <a:pt x="4036" y="81928"/>
                  </a:lnTo>
                  <a:lnTo>
                    <a:pt x="4036" y="85957"/>
                  </a:lnTo>
                  <a:lnTo>
                    <a:pt x="5381" y="92672"/>
                  </a:lnTo>
                  <a:lnTo>
                    <a:pt x="2691" y="98044"/>
                  </a:lnTo>
                  <a:lnTo>
                    <a:pt x="0" y="100731"/>
                  </a:lnTo>
                  <a:lnTo>
                    <a:pt x="2691" y="104760"/>
                  </a:lnTo>
                  <a:lnTo>
                    <a:pt x="8072" y="106103"/>
                  </a:lnTo>
                  <a:lnTo>
                    <a:pt x="13454" y="111475"/>
                  </a:lnTo>
                  <a:lnTo>
                    <a:pt x="17490" y="114162"/>
                  </a:lnTo>
                  <a:lnTo>
                    <a:pt x="20181" y="112818"/>
                  </a:lnTo>
                  <a:lnTo>
                    <a:pt x="21526" y="107446"/>
                  </a:lnTo>
                  <a:lnTo>
                    <a:pt x="24217" y="103417"/>
                  </a:lnTo>
                  <a:lnTo>
                    <a:pt x="26908" y="100731"/>
                  </a:lnTo>
                  <a:lnTo>
                    <a:pt x="28253" y="104760"/>
                  </a:lnTo>
                  <a:lnTo>
                    <a:pt x="28253" y="108789"/>
                  </a:lnTo>
                  <a:lnTo>
                    <a:pt x="29598" y="106103"/>
                  </a:lnTo>
                  <a:lnTo>
                    <a:pt x="28253" y="102074"/>
                  </a:lnTo>
                  <a:lnTo>
                    <a:pt x="30944" y="102074"/>
                  </a:lnTo>
                  <a:lnTo>
                    <a:pt x="32289" y="108789"/>
                  </a:lnTo>
                  <a:lnTo>
                    <a:pt x="30944" y="116848"/>
                  </a:lnTo>
                  <a:lnTo>
                    <a:pt x="32289" y="120877"/>
                  </a:lnTo>
                  <a:lnTo>
                    <a:pt x="28253" y="127592"/>
                  </a:lnTo>
                  <a:lnTo>
                    <a:pt x="21526" y="132965"/>
                  </a:lnTo>
                  <a:lnTo>
                    <a:pt x="24217" y="134308"/>
                  </a:lnTo>
                  <a:lnTo>
                    <a:pt x="26908" y="141023"/>
                  </a:lnTo>
                  <a:lnTo>
                    <a:pt x="21526" y="143709"/>
                  </a:lnTo>
                  <a:lnTo>
                    <a:pt x="17490" y="149082"/>
                  </a:lnTo>
                  <a:lnTo>
                    <a:pt x="17490" y="153111"/>
                  </a:lnTo>
                  <a:lnTo>
                    <a:pt x="22871" y="154454"/>
                  </a:lnTo>
                  <a:lnTo>
                    <a:pt x="28253" y="151768"/>
                  </a:lnTo>
                  <a:lnTo>
                    <a:pt x="30944" y="154454"/>
                  </a:lnTo>
                  <a:lnTo>
                    <a:pt x="39016" y="157140"/>
                  </a:lnTo>
                  <a:lnTo>
                    <a:pt x="44397" y="158483"/>
                  </a:lnTo>
                  <a:lnTo>
                    <a:pt x="51124" y="169228"/>
                  </a:lnTo>
                  <a:lnTo>
                    <a:pt x="55161" y="169228"/>
                  </a:lnTo>
                  <a:lnTo>
                    <a:pt x="59196" y="163856"/>
                  </a:lnTo>
                  <a:lnTo>
                    <a:pt x="79377" y="122220"/>
                  </a:lnTo>
                  <a:lnTo>
                    <a:pt x="83413" y="119534"/>
                  </a:lnTo>
                  <a:lnTo>
                    <a:pt x="110321" y="110132"/>
                  </a:lnTo>
                  <a:lnTo>
                    <a:pt x="121084" y="102074"/>
                  </a:lnTo>
                  <a:lnTo>
                    <a:pt x="139919" y="85957"/>
                  </a:lnTo>
                  <a:lnTo>
                    <a:pt x="146646" y="68497"/>
                  </a:lnTo>
                  <a:lnTo>
                    <a:pt x="150682" y="68497"/>
                  </a:lnTo>
                  <a:lnTo>
                    <a:pt x="152028" y="67154"/>
                  </a:lnTo>
                  <a:lnTo>
                    <a:pt x="153373" y="60438"/>
                  </a:lnTo>
                  <a:lnTo>
                    <a:pt x="153373" y="55066"/>
                  </a:lnTo>
                  <a:lnTo>
                    <a:pt x="147991" y="45665"/>
                  </a:lnTo>
                  <a:lnTo>
                    <a:pt x="147991" y="4297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22" name="Freeform 1221">
              <a:extLst>
                <a:ext uri="{FF2B5EF4-FFF2-40B4-BE49-F238E27FC236}">
                  <a16:creationId xmlns:a16="http://schemas.microsoft.com/office/drawing/2014/main" id="{2E3FBE12-EE06-1D30-F7DC-D1E6ABF8551E}"/>
                </a:ext>
              </a:extLst>
            </p:cNvPr>
            <p:cNvSpPr/>
            <p:nvPr/>
          </p:nvSpPr>
          <p:spPr>
            <a:xfrm>
              <a:off x="5277915" y="4715003"/>
              <a:ext cx="8072" cy="13430"/>
            </a:xfrm>
            <a:custGeom>
              <a:avLst/>
              <a:gdLst>
                <a:gd name="connsiteX0" fmla="*/ 0 w 8072"/>
                <a:gd name="connsiteY0" fmla="*/ 10745 h 13430"/>
                <a:gd name="connsiteX1" fmla="*/ 0 w 8072"/>
                <a:gd name="connsiteY1" fmla="*/ 9402 h 13430"/>
                <a:gd name="connsiteX2" fmla="*/ 2691 w 8072"/>
                <a:gd name="connsiteY2" fmla="*/ 4029 h 13430"/>
                <a:gd name="connsiteX3" fmla="*/ 8072 w 8072"/>
                <a:gd name="connsiteY3" fmla="*/ 0 h 13430"/>
                <a:gd name="connsiteX4" fmla="*/ 8072 w 8072"/>
                <a:gd name="connsiteY4" fmla="*/ 1343 h 13430"/>
                <a:gd name="connsiteX5" fmla="*/ 6727 w 8072"/>
                <a:gd name="connsiteY5" fmla="*/ 5373 h 13430"/>
                <a:gd name="connsiteX6" fmla="*/ 6727 w 8072"/>
                <a:gd name="connsiteY6" fmla="*/ 8059 h 13430"/>
                <a:gd name="connsiteX7" fmla="*/ 5381 w 8072"/>
                <a:gd name="connsiteY7" fmla="*/ 12088 h 13430"/>
                <a:gd name="connsiteX8" fmla="*/ 1345 w 8072"/>
                <a:gd name="connsiteY8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72" h="13430">
                  <a:moveTo>
                    <a:pt x="0" y="10745"/>
                  </a:moveTo>
                  <a:lnTo>
                    <a:pt x="0" y="9402"/>
                  </a:lnTo>
                  <a:lnTo>
                    <a:pt x="2691" y="4029"/>
                  </a:lnTo>
                  <a:lnTo>
                    <a:pt x="8072" y="0"/>
                  </a:lnTo>
                  <a:lnTo>
                    <a:pt x="8072" y="1343"/>
                  </a:lnTo>
                  <a:lnTo>
                    <a:pt x="6727" y="5373"/>
                  </a:lnTo>
                  <a:lnTo>
                    <a:pt x="6727" y="8059"/>
                  </a:lnTo>
                  <a:lnTo>
                    <a:pt x="5381" y="12088"/>
                  </a:lnTo>
                  <a:lnTo>
                    <a:pt x="1345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223" name="Freeform 1222">
            <a:extLst>
              <a:ext uri="{FF2B5EF4-FFF2-40B4-BE49-F238E27FC236}">
                <a16:creationId xmlns:a16="http://schemas.microsoft.com/office/drawing/2014/main" id="{4CBCB4B3-6381-1D07-F2DD-F2B9C7E12C26}"/>
              </a:ext>
            </a:extLst>
          </p:cNvPr>
          <p:cNvSpPr/>
          <p:nvPr/>
        </p:nvSpPr>
        <p:spPr>
          <a:xfrm>
            <a:off x="5252352" y="4642477"/>
            <a:ext cx="334998" cy="492909"/>
          </a:xfrm>
          <a:custGeom>
            <a:avLst/>
            <a:gdLst>
              <a:gd name="connsiteX0" fmla="*/ 334999 w 334998"/>
              <a:gd name="connsiteY0" fmla="*/ 325025 h 492909"/>
              <a:gd name="connsiteX1" fmla="*/ 334999 w 334998"/>
              <a:gd name="connsiteY1" fmla="*/ 329054 h 492909"/>
              <a:gd name="connsiteX2" fmla="*/ 330963 w 334998"/>
              <a:gd name="connsiteY2" fmla="*/ 337112 h 492909"/>
              <a:gd name="connsiteX3" fmla="*/ 330963 w 334998"/>
              <a:gd name="connsiteY3" fmla="*/ 354572 h 492909"/>
              <a:gd name="connsiteX4" fmla="*/ 328272 w 334998"/>
              <a:gd name="connsiteY4" fmla="*/ 362631 h 492909"/>
              <a:gd name="connsiteX5" fmla="*/ 330963 w 334998"/>
              <a:gd name="connsiteY5" fmla="*/ 370689 h 492909"/>
              <a:gd name="connsiteX6" fmla="*/ 330963 w 334998"/>
              <a:gd name="connsiteY6" fmla="*/ 386806 h 492909"/>
              <a:gd name="connsiteX7" fmla="*/ 329617 w 334998"/>
              <a:gd name="connsiteY7" fmla="*/ 396208 h 492909"/>
              <a:gd name="connsiteX8" fmla="*/ 326927 w 334998"/>
              <a:gd name="connsiteY8" fmla="*/ 398894 h 492909"/>
              <a:gd name="connsiteX9" fmla="*/ 326927 w 334998"/>
              <a:gd name="connsiteY9" fmla="*/ 404266 h 492909"/>
              <a:gd name="connsiteX10" fmla="*/ 329617 w 334998"/>
              <a:gd name="connsiteY10" fmla="*/ 408295 h 492909"/>
              <a:gd name="connsiteX11" fmla="*/ 329617 w 334998"/>
              <a:gd name="connsiteY11" fmla="*/ 415011 h 492909"/>
              <a:gd name="connsiteX12" fmla="*/ 326927 w 334998"/>
              <a:gd name="connsiteY12" fmla="*/ 419040 h 492909"/>
              <a:gd name="connsiteX13" fmla="*/ 334999 w 334998"/>
              <a:gd name="connsiteY13" fmla="*/ 435157 h 492909"/>
              <a:gd name="connsiteX14" fmla="*/ 333653 w 334998"/>
              <a:gd name="connsiteY14" fmla="*/ 441872 h 492909"/>
              <a:gd name="connsiteX15" fmla="*/ 328272 w 334998"/>
              <a:gd name="connsiteY15" fmla="*/ 448588 h 492909"/>
              <a:gd name="connsiteX16" fmla="*/ 322890 w 334998"/>
              <a:gd name="connsiteY16" fmla="*/ 452617 h 492909"/>
              <a:gd name="connsiteX17" fmla="*/ 318854 w 334998"/>
              <a:gd name="connsiteY17" fmla="*/ 460676 h 492909"/>
              <a:gd name="connsiteX18" fmla="*/ 321545 w 334998"/>
              <a:gd name="connsiteY18" fmla="*/ 463362 h 492909"/>
              <a:gd name="connsiteX19" fmla="*/ 324236 w 334998"/>
              <a:gd name="connsiteY19" fmla="*/ 464705 h 492909"/>
              <a:gd name="connsiteX20" fmla="*/ 325581 w 334998"/>
              <a:gd name="connsiteY20" fmla="*/ 467391 h 492909"/>
              <a:gd name="connsiteX21" fmla="*/ 321545 w 334998"/>
              <a:gd name="connsiteY21" fmla="*/ 466048 h 492909"/>
              <a:gd name="connsiteX22" fmla="*/ 318854 w 334998"/>
              <a:gd name="connsiteY22" fmla="*/ 471420 h 492909"/>
              <a:gd name="connsiteX23" fmla="*/ 317509 w 334998"/>
              <a:gd name="connsiteY23" fmla="*/ 475449 h 492909"/>
              <a:gd name="connsiteX24" fmla="*/ 321545 w 334998"/>
              <a:gd name="connsiteY24" fmla="*/ 479479 h 492909"/>
              <a:gd name="connsiteX25" fmla="*/ 320200 w 334998"/>
              <a:gd name="connsiteY25" fmla="*/ 484851 h 492909"/>
              <a:gd name="connsiteX26" fmla="*/ 314818 w 334998"/>
              <a:gd name="connsiteY26" fmla="*/ 487537 h 492909"/>
              <a:gd name="connsiteX27" fmla="*/ 312128 w 334998"/>
              <a:gd name="connsiteY27" fmla="*/ 486194 h 492909"/>
              <a:gd name="connsiteX28" fmla="*/ 305401 w 334998"/>
              <a:gd name="connsiteY28" fmla="*/ 490223 h 492909"/>
              <a:gd name="connsiteX29" fmla="*/ 300019 w 334998"/>
              <a:gd name="connsiteY29" fmla="*/ 492909 h 492909"/>
              <a:gd name="connsiteX30" fmla="*/ 298674 w 334998"/>
              <a:gd name="connsiteY30" fmla="*/ 492909 h 492909"/>
              <a:gd name="connsiteX31" fmla="*/ 294638 w 334998"/>
              <a:gd name="connsiteY31" fmla="*/ 491566 h 492909"/>
              <a:gd name="connsiteX32" fmla="*/ 287911 w 334998"/>
              <a:gd name="connsiteY32" fmla="*/ 484851 h 492909"/>
              <a:gd name="connsiteX33" fmla="*/ 279838 w 334998"/>
              <a:gd name="connsiteY33" fmla="*/ 478135 h 492909"/>
              <a:gd name="connsiteX34" fmla="*/ 274457 w 334998"/>
              <a:gd name="connsiteY34" fmla="*/ 475449 h 492909"/>
              <a:gd name="connsiteX35" fmla="*/ 269075 w 334998"/>
              <a:gd name="connsiteY35" fmla="*/ 474106 h 492909"/>
              <a:gd name="connsiteX36" fmla="*/ 267730 w 334998"/>
              <a:gd name="connsiteY36" fmla="*/ 470077 h 492909"/>
              <a:gd name="connsiteX37" fmla="*/ 269075 w 334998"/>
              <a:gd name="connsiteY37" fmla="*/ 467391 h 492909"/>
              <a:gd name="connsiteX38" fmla="*/ 266385 w 334998"/>
              <a:gd name="connsiteY38" fmla="*/ 464705 h 492909"/>
              <a:gd name="connsiteX39" fmla="*/ 263694 w 334998"/>
              <a:gd name="connsiteY39" fmla="*/ 463362 h 492909"/>
              <a:gd name="connsiteX40" fmla="*/ 258312 w 334998"/>
              <a:gd name="connsiteY40" fmla="*/ 457989 h 492909"/>
              <a:gd name="connsiteX41" fmla="*/ 254276 w 334998"/>
              <a:gd name="connsiteY41" fmla="*/ 455303 h 492909"/>
              <a:gd name="connsiteX42" fmla="*/ 246204 w 334998"/>
              <a:gd name="connsiteY42" fmla="*/ 449931 h 492909"/>
              <a:gd name="connsiteX43" fmla="*/ 244859 w 334998"/>
              <a:gd name="connsiteY43" fmla="*/ 445902 h 492909"/>
              <a:gd name="connsiteX44" fmla="*/ 243513 w 334998"/>
              <a:gd name="connsiteY44" fmla="*/ 445902 h 492909"/>
              <a:gd name="connsiteX45" fmla="*/ 238132 w 334998"/>
              <a:gd name="connsiteY45" fmla="*/ 444559 h 492909"/>
              <a:gd name="connsiteX46" fmla="*/ 231405 w 334998"/>
              <a:gd name="connsiteY46" fmla="*/ 441872 h 492909"/>
              <a:gd name="connsiteX47" fmla="*/ 221987 w 334998"/>
              <a:gd name="connsiteY47" fmla="*/ 436500 h 492909"/>
              <a:gd name="connsiteX48" fmla="*/ 216606 w 334998"/>
              <a:gd name="connsiteY48" fmla="*/ 435157 h 492909"/>
              <a:gd name="connsiteX49" fmla="*/ 215260 w 334998"/>
              <a:gd name="connsiteY49" fmla="*/ 436500 h 492909"/>
              <a:gd name="connsiteX50" fmla="*/ 208533 w 334998"/>
              <a:gd name="connsiteY50" fmla="*/ 433814 h 492909"/>
              <a:gd name="connsiteX51" fmla="*/ 204497 w 334998"/>
              <a:gd name="connsiteY51" fmla="*/ 431128 h 492909"/>
              <a:gd name="connsiteX52" fmla="*/ 204497 w 334998"/>
              <a:gd name="connsiteY52" fmla="*/ 427099 h 492909"/>
              <a:gd name="connsiteX53" fmla="*/ 200461 w 334998"/>
              <a:gd name="connsiteY53" fmla="*/ 424412 h 492909"/>
              <a:gd name="connsiteX54" fmla="*/ 191044 w 334998"/>
              <a:gd name="connsiteY54" fmla="*/ 419040 h 492909"/>
              <a:gd name="connsiteX55" fmla="*/ 187007 w 334998"/>
              <a:gd name="connsiteY55" fmla="*/ 415011 h 492909"/>
              <a:gd name="connsiteX56" fmla="*/ 188353 w 334998"/>
              <a:gd name="connsiteY56" fmla="*/ 409638 h 492909"/>
              <a:gd name="connsiteX57" fmla="*/ 185662 w 334998"/>
              <a:gd name="connsiteY57" fmla="*/ 412325 h 492909"/>
              <a:gd name="connsiteX58" fmla="*/ 178935 w 334998"/>
              <a:gd name="connsiteY58" fmla="*/ 413668 h 492909"/>
              <a:gd name="connsiteX59" fmla="*/ 174899 w 334998"/>
              <a:gd name="connsiteY59" fmla="*/ 410982 h 492909"/>
              <a:gd name="connsiteX60" fmla="*/ 173554 w 334998"/>
              <a:gd name="connsiteY60" fmla="*/ 406953 h 492909"/>
              <a:gd name="connsiteX61" fmla="*/ 170863 w 334998"/>
              <a:gd name="connsiteY61" fmla="*/ 404266 h 492909"/>
              <a:gd name="connsiteX62" fmla="*/ 166827 w 334998"/>
              <a:gd name="connsiteY62" fmla="*/ 404266 h 492909"/>
              <a:gd name="connsiteX63" fmla="*/ 162791 w 334998"/>
              <a:gd name="connsiteY63" fmla="*/ 398894 h 492909"/>
              <a:gd name="connsiteX64" fmla="*/ 161445 w 334998"/>
              <a:gd name="connsiteY64" fmla="*/ 394865 h 492909"/>
              <a:gd name="connsiteX65" fmla="*/ 153373 w 334998"/>
              <a:gd name="connsiteY65" fmla="*/ 390835 h 492909"/>
              <a:gd name="connsiteX66" fmla="*/ 145301 w 334998"/>
              <a:gd name="connsiteY66" fmla="*/ 385463 h 492909"/>
              <a:gd name="connsiteX67" fmla="*/ 146646 w 334998"/>
              <a:gd name="connsiteY67" fmla="*/ 382777 h 492909"/>
              <a:gd name="connsiteX68" fmla="*/ 145301 w 334998"/>
              <a:gd name="connsiteY68" fmla="*/ 378748 h 492909"/>
              <a:gd name="connsiteX69" fmla="*/ 142610 w 334998"/>
              <a:gd name="connsiteY69" fmla="*/ 377405 h 492909"/>
              <a:gd name="connsiteX70" fmla="*/ 138574 w 334998"/>
              <a:gd name="connsiteY70" fmla="*/ 377405 h 492909"/>
              <a:gd name="connsiteX71" fmla="*/ 138574 w 334998"/>
              <a:gd name="connsiteY71" fmla="*/ 373376 h 492909"/>
              <a:gd name="connsiteX72" fmla="*/ 138574 w 334998"/>
              <a:gd name="connsiteY72" fmla="*/ 369346 h 492909"/>
              <a:gd name="connsiteX73" fmla="*/ 138574 w 334998"/>
              <a:gd name="connsiteY73" fmla="*/ 366660 h 492909"/>
              <a:gd name="connsiteX74" fmla="*/ 141265 w 334998"/>
              <a:gd name="connsiteY74" fmla="*/ 368003 h 492909"/>
              <a:gd name="connsiteX75" fmla="*/ 142610 w 334998"/>
              <a:gd name="connsiteY75" fmla="*/ 368003 h 492909"/>
              <a:gd name="connsiteX76" fmla="*/ 142610 w 334998"/>
              <a:gd name="connsiteY76" fmla="*/ 362631 h 492909"/>
              <a:gd name="connsiteX77" fmla="*/ 134538 w 334998"/>
              <a:gd name="connsiteY77" fmla="*/ 350543 h 492909"/>
              <a:gd name="connsiteX78" fmla="*/ 133192 w 334998"/>
              <a:gd name="connsiteY78" fmla="*/ 343828 h 492909"/>
              <a:gd name="connsiteX79" fmla="*/ 125120 w 334998"/>
              <a:gd name="connsiteY79" fmla="*/ 333083 h 492909"/>
              <a:gd name="connsiteX80" fmla="*/ 123775 w 334998"/>
              <a:gd name="connsiteY80" fmla="*/ 326368 h 492909"/>
              <a:gd name="connsiteX81" fmla="*/ 117048 w 334998"/>
              <a:gd name="connsiteY81" fmla="*/ 323682 h 492909"/>
              <a:gd name="connsiteX82" fmla="*/ 114357 w 334998"/>
              <a:gd name="connsiteY82" fmla="*/ 320995 h 492909"/>
              <a:gd name="connsiteX83" fmla="*/ 113012 w 334998"/>
              <a:gd name="connsiteY83" fmla="*/ 312937 h 492909"/>
              <a:gd name="connsiteX84" fmla="*/ 111666 w 334998"/>
              <a:gd name="connsiteY84" fmla="*/ 308908 h 492909"/>
              <a:gd name="connsiteX85" fmla="*/ 102249 w 334998"/>
              <a:gd name="connsiteY85" fmla="*/ 300849 h 492909"/>
              <a:gd name="connsiteX86" fmla="*/ 99558 w 334998"/>
              <a:gd name="connsiteY86" fmla="*/ 299506 h 492909"/>
              <a:gd name="connsiteX87" fmla="*/ 98213 w 334998"/>
              <a:gd name="connsiteY87" fmla="*/ 296820 h 492909"/>
              <a:gd name="connsiteX88" fmla="*/ 99558 w 334998"/>
              <a:gd name="connsiteY88" fmla="*/ 291448 h 492909"/>
              <a:gd name="connsiteX89" fmla="*/ 96867 w 334998"/>
              <a:gd name="connsiteY89" fmla="*/ 286076 h 492909"/>
              <a:gd name="connsiteX90" fmla="*/ 87449 w 334998"/>
              <a:gd name="connsiteY90" fmla="*/ 276674 h 492909"/>
              <a:gd name="connsiteX91" fmla="*/ 83414 w 334998"/>
              <a:gd name="connsiteY91" fmla="*/ 267272 h 492909"/>
              <a:gd name="connsiteX92" fmla="*/ 86104 w 334998"/>
              <a:gd name="connsiteY92" fmla="*/ 265929 h 492909"/>
              <a:gd name="connsiteX93" fmla="*/ 84759 w 334998"/>
              <a:gd name="connsiteY93" fmla="*/ 259214 h 492909"/>
              <a:gd name="connsiteX94" fmla="*/ 79377 w 334998"/>
              <a:gd name="connsiteY94" fmla="*/ 251156 h 492909"/>
              <a:gd name="connsiteX95" fmla="*/ 75341 w 334998"/>
              <a:gd name="connsiteY95" fmla="*/ 248469 h 492909"/>
              <a:gd name="connsiteX96" fmla="*/ 72650 w 334998"/>
              <a:gd name="connsiteY96" fmla="*/ 243097 h 492909"/>
              <a:gd name="connsiteX97" fmla="*/ 71305 w 334998"/>
              <a:gd name="connsiteY97" fmla="*/ 233695 h 492909"/>
              <a:gd name="connsiteX98" fmla="*/ 68614 w 334998"/>
              <a:gd name="connsiteY98" fmla="*/ 229666 h 492909"/>
              <a:gd name="connsiteX99" fmla="*/ 67269 w 334998"/>
              <a:gd name="connsiteY99" fmla="*/ 221608 h 492909"/>
              <a:gd name="connsiteX100" fmla="*/ 61887 w 334998"/>
              <a:gd name="connsiteY100" fmla="*/ 213549 h 492909"/>
              <a:gd name="connsiteX101" fmla="*/ 51124 w 334998"/>
              <a:gd name="connsiteY101" fmla="*/ 208177 h 492909"/>
              <a:gd name="connsiteX102" fmla="*/ 48434 w 334998"/>
              <a:gd name="connsiteY102" fmla="*/ 202805 h 492909"/>
              <a:gd name="connsiteX103" fmla="*/ 48434 w 334998"/>
              <a:gd name="connsiteY103" fmla="*/ 196089 h 492909"/>
              <a:gd name="connsiteX104" fmla="*/ 41707 w 334998"/>
              <a:gd name="connsiteY104" fmla="*/ 188031 h 492909"/>
              <a:gd name="connsiteX105" fmla="*/ 40361 w 334998"/>
              <a:gd name="connsiteY105" fmla="*/ 184002 h 492909"/>
              <a:gd name="connsiteX106" fmla="*/ 34980 w 334998"/>
              <a:gd name="connsiteY106" fmla="*/ 182659 h 492909"/>
              <a:gd name="connsiteX107" fmla="*/ 25562 w 334998"/>
              <a:gd name="connsiteY107" fmla="*/ 175943 h 492909"/>
              <a:gd name="connsiteX108" fmla="*/ 17490 w 334998"/>
              <a:gd name="connsiteY108" fmla="*/ 174600 h 492909"/>
              <a:gd name="connsiteX109" fmla="*/ 9418 w 334998"/>
              <a:gd name="connsiteY109" fmla="*/ 167885 h 492909"/>
              <a:gd name="connsiteX110" fmla="*/ 5382 w 334998"/>
              <a:gd name="connsiteY110" fmla="*/ 165199 h 492909"/>
              <a:gd name="connsiteX111" fmla="*/ 0 w 334998"/>
              <a:gd name="connsiteY111" fmla="*/ 161169 h 492909"/>
              <a:gd name="connsiteX112" fmla="*/ 2691 w 334998"/>
              <a:gd name="connsiteY112" fmla="*/ 157140 h 492909"/>
              <a:gd name="connsiteX113" fmla="*/ 6727 w 334998"/>
              <a:gd name="connsiteY113" fmla="*/ 155797 h 492909"/>
              <a:gd name="connsiteX114" fmla="*/ 9418 w 334998"/>
              <a:gd name="connsiteY114" fmla="*/ 155797 h 492909"/>
              <a:gd name="connsiteX115" fmla="*/ 10763 w 334998"/>
              <a:gd name="connsiteY115" fmla="*/ 150425 h 492909"/>
              <a:gd name="connsiteX116" fmla="*/ 6727 w 334998"/>
              <a:gd name="connsiteY116" fmla="*/ 143709 h 492909"/>
              <a:gd name="connsiteX117" fmla="*/ 1345 w 334998"/>
              <a:gd name="connsiteY117" fmla="*/ 138337 h 492909"/>
              <a:gd name="connsiteX118" fmla="*/ 1345 w 334998"/>
              <a:gd name="connsiteY118" fmla="*/ 135651 h 492909"/>
              <a:gd name="connsiteX119" fmla="*/ 5382 w 334998"/>
              <a:gd name="connsiteY119" fmla="*/ 134308 h 492909"/>
              <a:gd name="connsiteX120" fmla="*/ 4036 w 334998"/>
              <a:gd name="connsiteY120" fmla="*/ 130279 h 492909"/>
              <a:gd name="connsiteX121" fmla="*/ 0 w 334998"/>
              <a:gd name="connsiteY121" fmla="*/ 126249 h 492909"/>
              <a:gd name="connsiteX122" fmla="*/ 0 w 334998"/>
              <a:gd name="connsiteY122" fmla="*/ 123563 h 492909"/>
              <a:gd name="connsiteX123" fmla="*/ 1345 w 334998"/>
              <a:gd name="connsiteY123" fmla="*/ 119534 h 492909"/>
              <a:gd name="connsiteX124" fmla="*/ 4036 w 334998"/>
              <a:gd name="connsiteY124" fmla="*/ 112818 h 492909"/>
              <a:gd name="connsiteX125" fmla="*/ 12109 w 334998"/>
              <a:gd name="connsiteY125" fmla="*/ 103417 h 492909"/>
              <a:gd name="connsiteX126" fmla="*/ 17490 w 334998"/>
              <a:gd name="connsiteY126" fmla="*/ 99388 h 492909"/>
              <a:gd name="connsiteX127" fmla="*/ 29598 w 334998"/>
              <a:gd name="connsiteY127" fmla="*/ 94015 h 492909"/>
              <a:gd name="connsiteX128" fmla="*/ 29598 w 334998"/>
              <a:gd name="connsiteY128" fmla="*/ 94015 h 492909"/>
              <a:gd name="connsiteX129" fmla="*/ 32289 w 334998"/>
              <a:gd name="connsiteY129" fmla="*/ 95359 h 492909"/>
              <a:gd name="connsiteX130" fmla="*/ 34980 w 334998"/>
              <a:gd name="connsiteY130" fmla="*/ 102074 h 492909"/>
              <a:gd name="connsiteX131" fmla="*/ 29598 w 334998"/>
              <a:gd name="connsiteY131" fmla="*/ 104760 h 492909"/>
              <a:gd name="connsiteX132" fmla="*/ 25562 w 334998"/>
              <a:gd name="connsiteY132" fmla="*/ 110132 h 492909"/>
              <a:gd name="connsiteX133" fmla="*/ 25562 w 334998"/>
              <a:gd name="connsiteY133" fmla="*/ 114162 h 492909"/>
              <a:gd name="connsiteX134" fmla="*/ 30944 w 334998"/>
              <a:gd name="connsiteY134" fmla="*/ 115505 h 492909"/>
              <a:gd name="connsiteX135" fmla="*/ 36325 w 334998"/>
              <a:gd name="connsiteY135" fmla="*/ 112818 h 492909"/>
              <a:gd name="connsiteX136" fmla="*/ 39016 w 334998"/>
              <a:gd name="connsiteY136" fmla="*/ 115505 h 492909"/>
              <a:gd name="connsiteX137" fmla="*/ 47088 w 334998"/>
              <a:gd name="connsiteY137" fmla="*/ 118191 h 492909"/>
              <a:gd name="connsiteX138" fmla="*/ 52470 w 334998"/>
              <a:gd name="connsiteY138" fmla="*/ 119534 h 492909"/>
              <a:gd name="connsiteX139" fmla="*/ 59197 w 334998"/>
              <a:gd name="connsiteY139" fmla="*/ 130279 h 492909"/>
              <a:gd name="connsiteX140" fmla="*/ 63233 w 334998"/>
              <a:gd name="connsiteY140" fmla="*/ 130279 h 492909"/>
              <a:gd name="connsiteX141" fmla="*/ 67269 w 334998"/>
              <a:gd name="connsiteY141" fmla="*/ 124906 h 492909"/>
              <a:gd name="connsiteX142" fmla="*/ 87449 w 334998"/>
              <a:gd name="connsiteY142" fmla="*/ 83271 h 492909"/>
              <a:gd name="connsiteX143" fmla="*/ 91486 w 334998"/>
              <a:gd name="connsiteY143" fmla="*/ 80585 h 492909"/>
              <a:gd name="connsiteX144" fmla="*/ 118393 w 334998"/>
              <a:gd name="connsiteY144" fmla="*/ 71183 h 492909"/>
              <a:gd name="connsiteX145" fmla="*/ 129156 w 334998"/>
              <a:gd name="connsiteY145" fmla="*/ 63125 h 492909"/>
              <a:gd name="connsiteX146" fmla="*/ 147991 w 334998"/>
              <a:gd name="connsiteY146" fmla="*/ 47008 h 492909"/>
              <a:gd name="connsiteX147" fmla="*/ 154718 w 334998"/>
              <a:gd name="connsiteY147" fmla="*/ 29548 h 492909"/>
              <a:gd name="connsiteX148" fmla="*/ 158754 w 334998"/>
              <a:gd name="connsiteY148" fmla="*/ 29548 h 492909"/>
              <a:gd name="connsiteX149" fmla="*/ 160100 w 334998"/>
              <a:gd name="connsiteY149" fmla="*/ 28205 h 492909"/>
              <a:gd name="connsiteX150" fmla="*/ 161445 w 334998"/>
              <a:gd name="connsiteY150" fmla="*/ 21489 h 492909"/>
              <a:gd name="connsiteX151" fmla="*/ 161445 w 334998"/>
              <a:gd name="connsiteY151" fmla="*/ 16117 h 492909"/>
              <a:gd name="connsiteX152" fmla="*/ 156064 w 334998"/>
              <a:gd name="connsiteY152" fmla="*/ 6715 h 492909"/>
              <a:gd name="connsiteX153" fmla="*/ 156064 w 334998"/>
              <a:gd name="connsiteY153" fmla="*/ 4029 h 492909"/>
              <a:gd name="connsiteX154" fmla="*/ 154718 w 334998"/>
              <a:gd name="connsiteY154" fmla="*/ 0 h 492909"/>
              <a:gd name="connsiteX155" fmla="*/ 156064 w 334998"/>
              <a:gd name="connsiteY155" fmla="*/ 0 h 492909"/>
              <a:gd name="connsiteX156" fmla="*/ 160100 w 334998"/>
              <a:gd name="connsiteY156" fmla="*/ 2686 h 492909"/>
              <a:gd name="connsiteX157" fmla="*/ 169518 w 334998"/>
              <a:gd name="connsiteY157" fmla="*/ 5372 h 492909"/>
              <a:gd name="connsiteX158" fmla="*/ 174899 w 334998"/>
              <a:gd name="connsiteY158" fmla="*/ 6715 h 492909"/>
              <a:gd name="connsiteX159" fmla="*/ 176244 w 334998"/>
              <a:gd name="connsiteY159" fmla="*/ 9402 h 492909"/>
              <a:gd name="connsiteX160" fmla="*/ 182971 w 334998"/>
              <a:gd name="connsiteY160" fmla="*/ 16117 h 492909"/>
              <a:gd name="connsiteX161" fmla="*/ 182971 w 334998"/>
              <a:gd name="connsiteY161" fmla="*/ 21489 h 492909"/>
              <a:gd name="connsiteX162" fmla="*/ 187007 w 334998"/>
              <a:gd name="connsiteY162" fmla="*/ 29548 h 492909"/>
              <a:gd name="connsiteX163" fmla="*/ 191044 w 334998"/>
              <a:gd name="connsiteY163" fmla="*/ 29548 h 492909"/>
              <a:gd name="connsiteX164" fmla="*/ 203152 w 334998"/>
              <a:gd name="connsiteY164" fmla="*/ 33577 h 492909"/>
              <a:gd name="connsiteX165" fmla="*/ 208533 w 334998"/>
              <a:gd name="connsiteY165" fmla="*/ 41635 h 492909"/>
              <a:gd name="connsiteX166" fmla="*/ 208533 w 334998"/>
              <a:gd name="connsiteY166" fmla="*/ 47008 h 492909"/>
              <a:gd name="connsiteX167" fmla="*/ 209879 w 334998"/>
              <a:gd name="connsiteY167" fmla="*/ 48351 h 492909"/>
              <a:gd name="connsiteX168" fmla="*/ 213915 w 334998"/>
              <a:gd name="connsiteY168" fmla="*/ 49694 h 492909"/>
              <a:gd name="connsiteX169" fmla="*/ 216606 w 334998"/>
              <a:gd name="connsiteY169" fmla="*/ 56409 h 492909"/>
              <a:gd name="connsiteX170" fmla="*/ 215260 w 334998"/>
              <a:gd name="connsiteY170" fmla="*/ 59095 h 492909"/>
              <a:gd name="connsiteX171" fmla="*/ 216606 w 334998"/>
              <a:gd name="connsiteY171" fmla="*/ 63125 h 492909"/>
              <a:gd name="connsiteX172" fmla="*/ 220642 w 334998"/>
              <a:gd name="connsiteY172" fmla="*/ 64468 h 492909"/>
              <a:gd name="connsiteX173" fmla="*/ 226023 w 334998"/>
              <a:gd name="connsiteY173" fmla="*/ 63125 h 492909"/>
              <a:gd name="connsiteX174" fmla="*/ 231405 w 334998"/>
              <a:gd name="connsiteY174" fmla="*/ 64468 h 492909"/>
              <a:gd name="connsiteX175" fmla="*/ 238132 w 334998"/>
              <a:gd name="connsiteY175" fmla="*/ 64468 h 492909"/>
              <a:gd name="connsiteX176" fmla="*/ 239477 w 334998"/>
              <a:gd name="connsiteY176" fmla="*/ 61782 h 492909"/>
              <a:gd name="connsiteX177" fmla="*/ 248895 w 334998"/>
              <a:gd name="connsiteY177" fmla="*/ 57753 h 492909"/>
              <a:gd name="connsiteX178" fmla="*/ 255622 w 334998"/>
              <a:gd name="connsiteY178" fmla="*/ 60438 h 492909"/>
              <a:gd name="connsiteX179" fmla="*/ 261003 w 334998"/>
              <a:gd name="connsiteY179" fmla="*/ 63125 h 492909"/>
              <a:gd name="connsiteX180" fmla="*/ 270421 w 334998"/>
              <a:gd name="connsiteY180" fmla="*/ 59095 h 492909"/>
              <a:gd name="connsiteX181" fmla="*/ 275802 w 334998"/>
              <a:gd name="connsiteY181" fmla="*/ 59095 h 492909"/>
              <a:gd name="connsiteX182" fmla="*/ 277148 w 334998"/>
              <a:gd name="connsiteY182" fmla="*/ 61782 h 492909"/>
              <a:gd name="connsiteX183" fmla="*/ 279838 w 334998"/>
              <a:gd name="connsiteY183" fmla="*/ 61782 h 492909"/>
              <a:gd name="connsiteX184" fmla="*/ 286565 w 334998"/>
              <a:gd name="connsiteY184" fmla="*/ 64468 h 492909"/>
              <a:gd name="connsiteX185" fmla="*/ 289256 w 334998"/>
              <a:gd name="connsiteY185" fmla="*/ 68497 h 492909"/>
              <a:gd name="connsiteX186" fmla="*/ 293292 w 334998"/>
              <a:gd name="connsiteY186" fmla="*/ 65811 h 492909"/>
              <a:gd name="connsiteX187" fmla="*/ 294638 w 334998"/>
              <a:gd name="connsiteY187" fmla="*/ 69840 h 492909"/>
              <a:gd name="connsiteX188" fmla="*/ 277148 w 334998"/>
              <a:gd name="connsiteY188" fmla="*/ 98045 h 492909"/>
              <a:gd name="connsiteX189" fmla="*/ 278493 w 334998"/>
              <a:gd name="connsiteY189" fmla="*/ 102074 h 492909"/>
              <a:gd name="connsiteX190" fmla="*/ 283875 w 334998"/>
              <a:gd name="connsiteY190" fmla="*/ 100731 h 492909"/>
              <a:gd name="connsiteX191" fmla="*/ 290601 w 334998"/>
              <a:gd name="connsiteY191" fmla="*/ 100731 h 492909"/>
              <a:gd name="connsiteX192" fmla="*/ 294638 w 334998"/>
              <a:gd name="connsiteY192" fmla="*/ 104760 h 492909"/>
              <a:gd name="connsiteX193" fmla="*/ 295983 w 334998"/>
              <a:gd name="connsiteY193" fmla="*/ 112818 h 492909"/>
              <a:gd name="connsiteX194" fmla="*/ 294638 w 334998"/>
              <a:gd name="connsiteY194" fmla="*/ 116848 h 492909"/>
              <a:gd name="connsiteX195" fmla="*/ 289256 w 334998"/>
              <a:gd name="connsiteY195" fmla="*/ 115505 h 492909"/>
              <a:gd name="connsiteX196" fmla="*/ 289256 w 334998"/>
              <a:gd name="connsiteY196" fmla="*/ 114162 h 492909"/>
              <a:gd name="connsiteX197" fmla="*/ 283875 w 334998"/>
              <a:gd name="connsiteY197" fmla="*/ 110132 h 492909"/>
              <a:gd name="connsiteX198" fmla="*/ 281184 w 334998"/>
              <a:gd name="connsiteY198" fmla="*/ 110132 h 492909"/>
              <a:gd name="connsiteX199" fmla="*/ 275802 w 334998"/>
              <a:gd name="connsiteY199" fmla="*/ 110132 h 492909"/>
              <a:gd name="connsiteX200" fmla="*/ 274457 w 334998"/>
              <a:gd name="connsiteY200" fmla="*/ 108789 h 492909"/>
              <a:gd name="connsiteX201" fmla="*/ 271766 w 334998"/>
              <a:gd name="connsiteY201" fmla="*/ 114162 h 492909"/>
              <a:gd name="connsiteX202" fmla="*/ 254276 w 334998"/>
              <a:gd name="connsiteY202" fmla="*/ 119534 h 492909"/>
              <a:gd name="connsiteX203" fmla="*/ 240823 w 334998"/>
              <a:gd name="connsiteY203" fmla="*/ 122220 h 492909"/>
              <a:gd name="connsiteX204" fmla="*/ 238132 w 334998"/>
              <a:gd name="connsiteY204" fmla="*/ 124906 h 492909"/>
              <a:gd name="connsiteX205" fmla="*/ 234096 w 334998"/>
              <a:gd name="connsiteY205" fmla="*/ 126249 h 492909"/>
              <a:gd name="connsiteX206" fmla="*/ 228714 w 334998"/>
              <a:gd name="connsiteY206" fmla="*/ 131622 h 492909"/>
              <a:gd name="connsiteX207" fmla="*/ 223333 w 334998"/>
              <a:gd name="connsiteY207" fmla="*/ 134308 h 492909"/>
              <a:gd name="connsiteX208" fmla="*/ 217951 w 334998"/>
              <a:gd name="connsiteY208" fmla="*/ 136994 h 492909"/>
              <a:gd name="connsiteX209" fmla="*/ 219296 w 334998"/>
              <a:gd name="connsiteY209" fmla="*/ 143709 h 492909"/>
              <a:gd name="connsiteX210" fmla="*/ 216606 w 334998"/>
              <a:gd name="connsiteY210" fmla="*/ 147738 h 492909"/>
              <a:gd name="connsiteX211" fmla="*/ 217951 w 334998"/>
              <a:gd name="connsiteY211" fmla="*/ 151768 h 492909"/>
              <a:gd name="connsiteX212" fmla="*/ 209879 w 334998"/>
              <a:gd name="connsiteY212" fmla="*/ 159826 h 492909"/>
              <a:gd name="connsiteX213" fmla="*/ 212570 w 334998"/>
              <a:gd name="connsiteY213" fmla="*/ 167885 h 492909"/>
              <a:gd name="connsiteX214" fmla="*/ 215260 w 334998"/>
              <a:gd name="connsiteY214" fmla="*/ 173257 h 492909"/>
              <a:gd name="connsiteX215" fmla="*/ 211224 w 334998"/>
              <a:gd name="connsiteY215" fmla="*/ 177286 h 492909"/>
              <a:gd name="connsiteX216" fmla="*/ 207188 w 334998"/>
              <a:gd name="connsiteY216" fmla="*/ 175943 h 492909"/>
              <a:gd name="connsiteX217" fmla="*/ 200461 w 334998"/>
              <a:gd name="connsiteY217" fmla="*/ 181315 h 492909"/>
              <a:gd name="connsiteX218" fmla="*/ 199116 w 334998"/>
              <a:gd name="connsiteY218" fmla="*/ 186688 h 492909"/>
              <a:gd name="connsiteX219" fmla="*/ 196425 w 334998"/>
              <a:gd name="connsiteY219" fmla="*/ 189374 h 492909"/>
              <a:gd name="connsiteX220" fmla="*/ 199116 w 334998"/>
              <a:gd name="connsiteY220" fmla="*/ 192060 h 492909"/>
              <a:gd name="connsiteX221" fmla="*/ 197771 w 334998"/>
              <a:gd name="connsiteY221" fmla="*/ 198776 h 492909"/>
              <a:gd name="connsiteX222" fmla="*/ 195080 w 334998"/>
              <a:gd name="connsiteY222" fmla="*/ 202805 h 492909"/>
              <a:gd name="connsiteX223" fmla="*/ 197771 w 334998"/>
              <a:gd name="connsiteY223" fmla="*/ 208177 h 492909"/>
              <a:gd name="connsiteX224" fmla="*/ 196425 w 334998"/>
              <a:gd name="connsiteY224" fmla="*/ 210863 h 492909"/>
              <a:gd name="connsiteX225" fmla="*/ 203152 w 334998"/>
              <a:gd name="connsiteY225" fmla="*/ 218922 h 492909"/>
              <a:gd name="connsiteX226" fmla="*/ 216606 w 334998"/>
              <a:gd name="connsiteY226" fmla="*/ 239068 h 492909"/>
              <a:gd name="connsiteX227" fmla="*/ 209879 w 334998"/>
              <a:gd name="connsiteY227" fmla="*/ 247126 h 492909"/>
              <a:gd name="connsiteX228" fmla="*/ 226023 w 334998"/>
              <a:gd name="connsiteY228" fmla="*/ 245783 h 492909"/>
              <a:gd name="connsiteX229" fmla="*/ 232750 w 334998"/>
              <a:gd name="connsiteY229" fmla="*/ 247126 h 492909"/>
              <a:gd name="connsiteX230" fmla="*/ 239477 w 334998"/>
              <a:gd name="connsiteY230" fmla="*/ 255185 h 492909"/>
              <a:gd name="connsiteX231" fmla="*/ 240823 w 334998"/>
              <a:gd name="connsiteY231" fmla="*/ 263243 h 492909"/>
              <a:gd name="connsiteX232" fmla="*/ 251586 w 334998"/>
              <a:gd name="connsiteY232" fmla="*/ 263243 h 492909"/>
              <a:gd name="connsiteX233" fmla="*/ 265039 w 334998"/>
              <a:gd name="connsiteY233" fmla="*/ 264586 h 492909"/>
              <a:gd name="connsiteX234" fmla="*/ 275802 w 334998"/>
              <a:gd name="connsiteY234" fmla="*/ 253841 h 492909"/>
              <a:gd name="connsiteX235" fmla="*/ 285220 w 334998"/>
              <a:gd name="connsiteY235" fmla="*/ 248469 h 492909"/>
              <a:gd name="connsiteX236" fmla="*/ 287911 w 334998"/>
              <a:gd name="connsiteY236" fmla="*/ 251156 h 492909"/>
              <a:gd name="connsiteX237" fmla="*/ 286565 w 334998"/>
              <a:gd name="connsiteY237" fmla="*/ 257871 h 492909"/>
              <a:gd name="connsiteX238" fmla="*/ 285220 w 334998"/>
              <a:gd name="connsiteY238" fmla="*/ 259214 h 492909"/>
              <a:gd name="connsiteX239" fmla="*/ 285220 w 334998"/>
              <a:gd name="connsiteY239" fmla="*/ 268615 h 492909"/>
              <a:gd name="connsiteX240" fmla="*/ 286565 w 334998"/>
              <a:gd name="connsiteY240" fmla="*/ 283389 h 492909"/>
              <a:gd name="connsiteX241" fmla="*/ 286565 w 334998"/>
              <a:gd name="connsiteY241" fmla="*/ 290105 h 492909"/>
              <a:gd name="connsiteX242" fmla="*/ 289256 w 334998"/>
              <a:gd name="connsiteY242" fmla="*/ 292791 h 492909"/>
              <a:gd name="connsiteX243" fmla="*/ 294638 w 334998"/>
              <a:gd name="connsiteY243" fmla="*/ 291448 h 492909"/>
              <a:gd name="connsiteX244" fmla="*/ 300019 w 334998"/>
              <a:gd name="connsiteY244" fmla="*/ 290105 h 492909"/>
              <a:gd name="connsiteX245" fmla="*/ 305401 w 334998"/>
              <a:gd name="connsiteY245" fmla="*/ 290105 h 492909"/>
              <a:gd name="connsiteX246" fmla="*/ 308091 w 334998"/>
              <a:gd name="connsiteY246" fmla="*/ 290105 h 492909"/>
              <a:gd name="connsiteX247" fmla="*/ 310782 w 334998"/>
              <a:gd name="connsiteY247" fmla="*/ 291448 h 492909"/>
              <a:gd name="connsiteX248" fmla="*/ 310782 w 334998"/>
              <a:gd name="connsiteY248" fmla="*/ 291448 h 492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334998" h="492909">
                <a:moveTo>
                  <a:pt x="334999" y="325025"/>
                </a:moveTo>
                <a:lnTo>
                  <a:pt x="334999" y="329054"/>
                </a:lnTo>
                <a:lnTo>
                  <a:pt x="330963" y="337112"/>
                </a:lnTo>
                <a:lnTo>
                  <a:pt x="330963" y="354572"/>
                </a:lnTo>
                <a:lnTo>
                  <a:pt x="328272" y="362631"/>
                </a:lnTo>
                <a:lnTo>
                  <a:pt x="330963" y="370689"/>
                </a:lnTo>
                <a:lnTo>
                  <a:pt x="330963" y="386806"/>
                </a:lnTo>
                <a:lnTo>
                  <a:pt x="329617" y="396208"/>
                </a:lnTo>
                <a:lnTo>
                  <a:pt x="326927" y="398894"/>
                </a:lnTo>
                <a:lnTo>
                  <a:pt x="326927" y="404266"/>
                </a:lnTo>
                <a:lnTo>
                  <a:pt x="329617" y="408295"/>
                </a:lnTo>
                <a:lnTo>
                  <a:pt x="329617" y="415011"/>
                </a:lnTo>
                <a:lnTo>
                  <a:pt x="326927" y="419040"/>
                </a:lnTo>
                <a:lnTo>
                  <a:pt x="334999" y="435157"/>
                </a:lnTo>
                <a:lnTo>
                  <a:pt x="333653" y="441872"/>
                </a:lnTo>
                <a:lnTo>
                  <a:pt x="328272" y="448588"/>
                </a:lnTo>
                <a:lnTo>
                  <a:pt x="322890" y="452617"/>
                </a:lnTo>
                <a:lnTo>
                  <a:pt x="318854" y="460676"/>
                </a:lnTo>
                <a:lnTo>
                  <a:pt x="321545" y="463362"/>
                </a:lnTo>
                <a:lnTo>
                  <a:pt x="324236" y="464705"/>
                </a:lnTo>
                <a:lnTo>
                  <a:pt x="325581" y="467391"/>
                </a:lnTo>
                <a:lnTo>
                  <a:pt x="321545" y="466048"/>
                </a:lnTo>
                <a:lnTo>
                  <a:pt x="318854" y="471420"/>
                </a:lnTo>
                <a:lnTo>
                  <a:pt x="317509" y="475449"/>
                </a:lnTo>
                <a:lnTo>
                  <a:pt x="321545" y="479479"/>
                </a:lnTo>
                <a:lnTo>
                  <a:pt x="320200" y="484851"/>
                </a:lnTo>
                <a:lnTo>
                  <a:pt x="314818" y="487537"/>
                </a:lnTo>
                <a:lnTo>
                  <a:pt x="312128" y="486194"/>
                </a:lnTo>
                <a:lnTo>
                  <a:pt x="305401" y="490223"/>
                </a:lnTo>
                <a:lnTo>
                  <a:pt x="300019" y="492909"/>
                </a:lnTo>
                <a:lnTo>
                  <a:pt x="298674" y="492909"/>
                </a:lnTo>
                <a:lnTo>
                  <a:pt x="294638" y="491566"/>
                </a:lnTo>
                <a:lnTo>
                  <a:pt x="287911" y="484851"/>
                </a:lnTo>
                <a:lnTo>
                  <a:pt x="279838" y="478135"/>
                </a:lnTo>
                <a:lnTo>
                  <a:pt x="274457" y="475449"/>
                </a:lnTo>
                <a:lnTo>
                  <a:pt x="269075" y="474106"/>
                </a:lnTo>
                <a:lnTo>
                  <a:pt x="267730" y="470077"/>
                </a:lnTo>
                <a:lnTo>
                  <a:pt x="269075" y="467391"/>
                </a:lnTo>
                <a:lnTo>
                  <a:pt x="266385" y="464705"/>
                </a:lnTo>
                <a:lnTo>
                  <a:pt x="263694" y="463362"/>
                </a:lnTo>
                <a:lnTo>
                  <a:pt x="258312" y="457989"/>
                </a:lnTo>
                <a:lnTo>
                  <a:pt x="254276" y="455303"/>
                </a:lnTo>
                <a:lnTo>
                  <a:pt x="246204" y="449931"/>
                </a:lnTo>
                <a:lnTo>
                  <a:pt x="244859" y="445902"/>
                </a:lnTo>
                <a:lnTo>
                  <a:pt x="243513" y="445902"/>
                </a:lnTo>
                <a:lnTo>
                  <a:pt x="238132" y="444559"/>
                </a:lnTo>
                <a:lnTo>
                  <a:pt x="231405" y="441872"/>
                </a:lnTo>
                <a:lnTo>
                  <a:pt x="221987" y="436500"/>
                </a:lnTo>
                <a:lnTo>
                  <a:pt x="216606" y="435157"/>
                </a:lnTo>
                <a:lnTo>
                  <a:pt x="215260" y="436500"/>
                </a:lnTo>
                <a:lnTo>
                  <a:pt x="208533" y="433814"/>
                </a:lnTo>
                <a:lnTo>
                  <a:pt x="204497" y="431128"/>
                </a:lnTo>
                <a:lnTo>
                  <a:pt x="204497" y="427099"/>
                </a:lnTo>
                <a:lnTo>
                  <a:pt x="200461" y="424412"/>
                </a:lnTo>
                <a:lnTo>
                  <a:pt x="191044" y="419040"/>
                </a:lnTo>
                <a:lnTo>
                  <a:pt x="187007" y="415011"/>
                </a:lnTo>
                <a:lnTo>
                  <a:pt x="188353" y="409638"/>
                </a:lnTo>
                <a:lnTo>
                  <a:pt x="185662" y="412325"/>
                </a:lnTo>
                <a:lnTo>
                  <a:pt x="178935" y="413668"/>
                </a:lnTo>
                <a:lnTo>
                  <a:pt x="174899" y="410982"/>
                </a:lnTo>
                <a:lnTo>
                  <a:pt x="173554" y="406953"/>
                </a:lnTo>
                <a:lnTo>
                  <a:pt x="170863" y="404266"/>
                </a:lnTo>
                <a:lnTo>
                  <a:pt x="166827" y="404266"/>
                </a:lnTo>
                <a:lnTo>
                  <a:pt x="162791" y="398894"/>
                </a:lnTo>
                <a:lnTo>
                  <a:pt x="161445" y="394865"/>
                </a:lnTo>
                <a:lnTo>
                  <a:pt x="153373" y="390835"/>
                </a:lnTo>
                <a:lnTo>
                  <a:pt x="145301" y="385463"/>
                </a:lnTo>
                <a:lnTo>
                  <a:pt x="146646" y="382777"/>
                </a:lnTo>
                <a:lnTo>
                  <a:pt x="145301" y="378748"/>
                </a:lnTo>
                <a:lnTo>
                  <a:pt x="142610" y="377405"/>
                </a:lnTo>
                <a:lnTo>
                  <a:pt x="138574" y="377405"/>
                </a:lnTo>
                <a:lnTo>
                  <a:pt x="138574" y="373376"/>
                </a:lnTo>
                <a:lnTo>
                  <a:pt x="138574" y="369346"/>
                </a:lnTo>
                <a:lnTo>
                  <a:pt x="138574" y="366660"/>
                </a:lnTo>
                <a:lnTo>
                  <a:pt x="141265" y="368003"/>
                </a:lnTo>
                <a:lnTo>
                  <a:pt x="142610" y="368003"/>
                </a:lnTo>
                <a:lnTo>
                  <a:pt x="142610" y="362631"/>
                </a:lnTo>
                <a:lnTo>
                  <a:pt x="134538" y="350543"/>
                </a:lnTo>
                <a:lnTo>
                  <a:pt x="133192" y="343828"/>
                </a:lnTo>
                <a:lnTo>
                  <a:pt x="125120" y="333083"/>
                </a:lnTo>
                <a:lnTo>
                  <a:pt x="123775" y="326368"/>
                </a:lnTo>
                <a:lnTo>
                  <a:pt x="117048" y="323682"/>
                </a:lnTo>
                <a:lnTo>
                  <a:pt x="114357" y="320995"/>
                </a:lnTo>
                <a:lnTo>
                  <a:pt x="113012" y="312937"/>
                </a:lnTo>
                <a:lnTo>
                  <a:pt x="111666" y="308908"/>
                </a:lnTo>
                <a:lnTo>
                  <a:pt x="102249" y="300849"/>
                </a:lnTo>
                <a:lnTo>
                  <a:pt x="99558" y="299506"/>
                </a:lnTo>
                <a:lnTo>
                  <a:pt x="98213" y="296820"/>
                </a:lnTo>
                <a:lnTo>
                  <a:pt x="99558" y="291448"/>
                </a:lnTo>
                <a:lnTo>
                  <a:pt x="96867" y="286076"/>
                </a:lnTo>
                <a:lnTo>
                  <a:pt x="87449" y="276674"/>
                </a:lnTo>
                <a:lnTo>
                  <a:pt x="83414" y="267272"/>
                </a:lnTo>
                <a:lnTo>
                  <a:pt x="86104" y="265929"/>
                </a:lnTo>
                <a:lnTo>
                  <a:pt x="84759" y="259214"/>
                </a:lnTo>
                <a:lnTo>
                  <a:pt x="79377" y="251156"/>
                </a:lnTo>
                <a:lnTo>
                  <a:pt x="75341" y="248469"/>
                </a:lnTo>
                <a:lnTo>
                  <a:pt x="72650" y="243097"/>
                </a:lnTo>
                <a:lnTo>
                  <a:pt x="71305" y="233695"/>
                </a:lnTo>
                <a:lnTo>
                  <a:pt x="68614" y="229666"/>
                </a:lnTo>
                <a:lnTo>
                  <a:pt x="67269" y="221608"/>
                </a:lnTo>
                <a:lnTo>
                  <a:pt x="61887" y="213549"/>
                </a:lnTo>
                <a:lnTo>
                  <a:pt x="51124" y="208177"/>
                </a:lnTo>
                <a:lnTo>
                  <a:pt x="48434" y="202805"/>
                </a:lnTo>
                <a:lnTo>
                  <a:pt x="48434" y="196089"/>
                </a:lnTo>
                <a:lnTo>
                  <a:pt x="41707" y="188031"/>
                </a:lnTo>
                <a:lnTo>
                  <a:pt x="40361" y="184002"/>
                </a:lnTo>
                <a:lnTo>
                  <a:pt x="34980" y="182659"/>
                </a:lnTo>
                <a:lnTo>
                  <a:pt x="25562" y="175943"/>
                </a:lnTo>
                <a:lnTo>
                  <a:pt x="17490" y="174600"/>
                </a:lnTo>
                <a:lnTo>
                  <a:pt x="9418" y="167885"/>
                </a:lnTo>
                <a:lnTo>
                  <a:pt x="5382" y="165199"/>
                </a:lnTo>
                <a:lnTo>
                  <a:pt x="0" y="161169"/>
                </a:lnTo>
                <a:lnTo>
                  <a:pt x="2691" y="157140"/>
                </a:lnTo>
                <a:lnTo>
                  <a:pt x="6727" y="155797"/>
                </a:lnTo>
                <a:lnTo>
                  <a:pt x="9418" y="155797"/>
                </a:lnTo>
                <a:lnTo>
                  <a:pt x="10763" y="150425"/>
                </a:lnTo>
                <a:lnTo>
                  <a:pt x="6727" y="143709"/>
                </a:lnTo>
                <a:lnTo>
                  <a:pt x="1345" y="138337"/>
                </a:lnTo>
                <a:lnTo>
                  <a:pt x="1345" y="135651"/>
                </a:lnTo>
                <a:lnTo>
                  <a:pt x="5382" y="134308"/>
                </a:lnTo>
                <a:lnTo>
                  <a:pt x="4036" y="130279"/>
                </a:lnTo>
                <a:lnTo>
                  <a:pt x="0" y="126249"/>
                </a:lnTo>
                <a:lnTo>
                  <a:pt x="0" y="123563"/>
                </a:lnTo>
                <a:lnTo>
                  <a:pt x="1345" y="119534"/>
                </a:lnTo>
                <a:lnTo>
                  <a:pt x="4036" y="112818"/>
                </a:lnTo>
                <a:lnTo>
                  <a:pt x="12109" y="103417"/>
                </a:lnTo>
                <a:lnTo>
                  <a:pt x="17490" y="99388"/>
                </a:lnTo>
                <a:lnTo>
                  <a:pt x="29598" y="94015"/>
                </a:lnTo>
                <a:lnTo>
                  <a:pt x="29598" y="94015"/>
                </a:lnTo>
                <a:lnTo>
                  <a:pt x="32289" y="95359"/>
                </a:lnTo>
                <a:lnTo>
                  <a:pt x="34980" y="102074"/>
                </a:lnTo>
                <a:lnTo>
                  <a:pt x="29598" y="104760"/>
                </a:lnTo>
                <a:lnTo>
                  <a:pt x="25562" y="110132"/>
                </a:lnTo>
                <a:lnTo>
                  <a:pt x="25562" y="114162"/>
                </a:lnTo>
                <a:lnTo>
                  <a:pt x="30944" y="115505"/>
                </a:lnTo>
                <a:lnTo>
                  <a:pt x="36325" y="112818"/>
                </a:lnTo>
                <a:lnTo>
                  <a:pt x="39016" y="115505"/>
                </a:lnTo>
                <a:lnTo>
                  <a:pt x="47088" y="118191"/>
                </a:lnTo>
                <a:lnTo>
                  <a:pt x="52470" y="119534"/>
                </a:lnTo>
                <a:lnTo>
                  <a:pt x="59197" y="130279"/>
                </a:lnTo>
                <a:lnTo>
                  <a:pt x="63233" y="130279"/>
                </a:lnTo>
                <a:lnTo>
                  <a:pt x="67269" y="124906"/>
                </a:lnTo>
                <a:lnTo>
                  <a:pt x="87449" y="83271"/>
                </a:lnTo>
                <a:lnTo>
                  <a:pt x="91486" y="80585"/>
                </a:lnTo>
                <a:lnTo>
                  <a:pt x="118393" y="71183"/>
                </a:lnTo>
                <a:lnTo>
                  <a:pt x="129156" y="63125"/>
                </a:lnTo>
                <a:lnTo>
                  <a:pt x="147991" y="47008"/>
                </a:lnTo>
                <a:lnTo>
                  <a:pt x="154718" y="29548"/>
                </a:lnTo>
                <a:lnTo>
                  <a:pt x="158754" y="29548"/>
                </a:lnTo>
                <a:lnTo>
                  <a:pt x="160100" y="28205"/>
                </a:lnTo>
                <a:lnTo>
                  <a:pt x="161445" y="21489"/>
                </a:lnTo>
                <a:lnTo>
                  <a:pt x="161445" y="16117"/>
                </a:lnTo>
                <a:lnTo>
                  <a:pt x="156064" y="6715"/>
                </a:lnTo>
                <a:lnTo>
                  <a:pt x="156064" y="4029"/>
                </a:lnTo>
                <a:lnTo>
                  <a:pt x="154718" y="0"/>
                </a:lnTo>
                <a:lnTo>
                  <a:pt x="156064" y="0"/>
                </a:lnTo>
                <a:lnTo>
                  <a:pt x="160100" y="2686"/>
                </a:lnTo>
                <a:lnTo>
                  <a:pt x="169518" y="5372"/>
                </a:lnTo>
                <a:lnTo>
                  <a:pt x="174899" y="6715"/>
                </a:lnTo>
                <a:lnTo>
                  <a:pt x="176244" y="9402"/>
                </a:lnTo>
                <a:lnTo>
                  <a:pt x="182971" y="16117"/>
                </a:lnTo>
                <a:lnTo>
                  <a:pt x="182971" y="21489"/>
                </a:lnTo>
                <a:lnTo>
                  <a:pt x="187007" y="29548"/>
                </a:lnTo>
                <a:lnTo>
                  <a:pt x="191044" y="29548"/>
                </a:lnTo>
                <a:lnTo>
                  <a:pt x="203152" y="33577"/>
                </a:lnTo>
                <a:lnTo>
                  <a:pt x="208533" y="41635"/>
                </a:lnTo>
                <a:lnTo>
                  <a:pt x="208533" y="47008"/>
                </a:lnTo>
                <a:lnTo>
                  <a:pt x="209879" y="48351"/>
                </a:lnTo>
                <a:lnTo>
                  <a:pt x="213915" y="49694"/>
                </a:lnTo>
                <a:lnTo>
                  <a:pt x="216606" y="56409"/>
                </a:lnTo>
                <a:lnTo>
                  <a:pt x="215260" y="59095"/>
                </a:lnTo>
                <a:lnTo>
                  <a:pt x="216606" y="63125"/>
                </a:lnTo>
                <a:lnTo>
                  <a:pt x="220642" y="64468"/>
                </a:lnTo>
                <a:lnTo>
                  <a:pt x="226023" y="63125"/>
                </a:lnTo>
                <a:lnTo>
                  <a:pt x="231405" y="64468"/>
                </a:lnTo>
                <a:lnTo>
                  <a:pt x="238132" y="64468"/>
                </a:lnTo>
                <a:lnTo>
                  <a:pt x="239477" y="61782"/>
                </a:lnTo>
                <a:lnTo>
                  <a:pt x="248895" y="57753"/>
                </a:lnTo>
                <a:lnTo>
                  <a:pt x="255622" y="60438"/>
                </a:lnTo>
                <a:lnTo>
                  <a:pt x="261003" y="63125"/>
                </a:lnTo>
                <a:lnTo>
                  <a:pt x="270421" y="59095"/>
                </a:lnTo>
                <a:lnTo>
                  <a:pt x="275802" y="59095"/>
                </a:lnTo>
                <a:lnTo>
                  <a:pt x="277148" y="61782"/>
                </a:lnTo>
                <a:lnTo>
                  <a:pt x="279838" y="61782"/>
                </a:lnTo>
                <a:lnTo>
                  <a:pt x="286565" y="64468"/>
                </a:lnTo>
                <a:lnTo>
                  <a:pt x="289256" y="68497"/>
                </a:lnTo>
                <a:lnTo>
                  <a:pt x="293292" y="65811"/>
                </a:lnTo>
                <a:lnTo>
                  <a:pt x="294638" y="69840"/>
                </a:lnTo>
                <a:lnTo>
                  <a:pt x="277148" y="98045"/>
                </a:lnTo>
                <a:lnTo>
                  <a:pt x="278493" y="102074"/>
                </a:lnTo>
                <a:lnTo>
                  <a:pt x="283875" y="100731"/>
                </a:lnTo>
                <a:lnTo>
                  <a:pt x="290601" y="100731"/>
                </a:lnTo>
                <a:lnTo>
                  <a:pt x="294638" y="104760"/>
                </a:lnTo>
                <a:lnTo>
                  <a:pt x="295983" y="112818"/>
                </a:lnTo>
                <a:lnTo>
                  <a:pt x="294638" y="116848"/>
                </a:lnTo>
                <a:lnTo>
                  <a:pt x="289256" y="115505"/>
                </a:lnTo>
                <a:lnTo>
                  <a:pt x="289256" y="114162"/>
                </a:lnTo>
                <a:lnTo>
                  <a:pt x="283875" y="110132"/>
                </a:lnTo>
                <a:lnTo>
                  <a:pt x="281184" y="110132"/>
                </a:lnTo>
                <a:lnTo>
                  <a:pt x="275802" y="110132"/>
                </a:lnTo>
                <a:lnTo>
                  <a:pt x="274457" y="108789"/>
                </a:lnTo>
                <a:lnTo>
                  <a:pt x="271766" y="114162"/>
                </a:lnTo>
                <a:lnTo>
                  <a:pt x="254276" y="119534"/>
                </a:lnTo>
                <a:lnTo>
                  <a:pt x="240823" y="122220"/>
                </a:lnTo>
                <a:lnTo>
                  <a:pt x="238132" y="124906"/>
                </a:lnTo>
                <a:lnTo>
                  <a:pt x="234096" y="126249"/>
                </a:lnTo>
                <a:lnTo>
                  <a:pt x="228714" y="131622"/>
                </a:lnTo>
                <a:lnTo>
                  <a:pt x="223333" y="134308"/>
                </a:lnTo>
                <a:lnTo>
                  <a:pt x="217951" y="136994"/>
                </a:lnTo>
                <a:lnTo>
                  <a:pt x="219296" y="143709"/>
                </a:lnTo>
                <a:lnTo>
                  <a:pt x="216606" y="147738"/>
                </a:lnTo>
                <a:lnTo>
                  <a:pt x="217951" y="151768"/>
                </a:lnTo>
                <a:lnTo>
                  <a:pt x="209879" y="159826"/>
                </a:lnTo>
                <a:lnTo>
                  <a:pt x="212570" y="167885"/>
                </a:lnTo>
                <a:lnTo>
                  <a:pt x="215260" y="173257"/>
                </a:lnTo>
                <a:lnTo>
                  <a:pt x="211224" y="177286"/>
                </a:lnTo>
                <a:lnTo>
                  <a:pt x="207188" y="175943"/>
                </a:lnTo>
                <a:lnTo>
                  <a:pt x="200461" y="181315"/>
                </a:lnTo>
                <a:lnTo>
                  <a:pt x="199116" y="186688"/>
                </a:lnTo>
                <a:lnTo>
                  <a:pt x="196425" y="189374"/>
                </a:lnTo>
                <a:lnTo>
                  <a:pt x="199116" y="192060"/>
                </a:lnTo>
                <a:lnTo>
                  <a:pt x="197771" y="198776"/>
                </a:lnTo>
                <a:lnTo>
                  <a:pt x="195080" y="202805"/>
                </a:lnTo>
                <a:lnTo>
                  <a:pt x="197771" y="208177"/>
                </a:lnTo>
                <a:lnTo>
                  <a:pt x="196425" y="210863"/>
                </a:lnTo>
                <a:lnTo>
                  <a:pt x="203152" y="218922"/>
                </a:lnTo>
                <a:lnTo>
                  <a:pt x="216606" y="239068"/>
                </a:lnTo>
                <a:lnTo>
                  <a:pt x="209879" y="247126"/>
                </a:lnTo>
                <a:lnTo>
                  <a:pt x="226023" y="245783"/>
                </a:lnTo>
                <a:lnTo>
                  <a:pt x="232750" y="247126"/>
                </a:lnTo>
                <a:lnTo>
                  <a:pt x="239477" y="255185"/>
                </a:lnTo>
                <a:lnTo>
                  <a:pt x="240823" y="263243"/>
                </a:lnTo>
                <a:lnTo>
                  <a:pt x="251586" y="263243"/>
                </a:lnTo>
                <a:lnTo>
                  <a:pt x="265039" y="264586"/>
                </a:lnTo>
                <a:lnTo>
                  <a:pt x="275802" y="253841"/>
                </a:lnTo>
                <a:lnTo>
                  <a:pt x="285220" y="248469"/>
                </a:lnTo>
                <a:lnTo>
                  <a:pt x="287911" y="251156"/>
                </a:lnTo>
                <a:lnTo>
                  <a:pt x="286565" y="257871"/>
                </a:lnTo>
                <a:lnTo>
                  <a:pt x="285220" y="259214"/>
                </a:lnTo>
                <a:lnTo>
                  <a:pt x="285220" y="268615"/>
                </a:lnTo>
                <a:lnTo>
                  <a:pt x="286565" y="283389"/>
                </a:lnTo>
                <a:lnTo>
                  <a:pt x="286565" y="290105"/>
                </a:lnTo>
                <a:lnTo>
                  <a:pt x="289256" y="292791"/>
                </a:lnTo>
                <a:lnTo>
                  <a:pt x="294638" y="291448"/>
                </a:lnTo>
                <a:lnTo>
                  <a:pt x="300019" y="290105"/>
                </a:lnTo>
                <a:lnTo>
                  <a:pt x="305401" y="290105"/>
                </a:lnTo>
                <a:lnTo>
                  <a:pt x="308091" y="290105"/>
                </a:lnTo>
                <a:lnTo>
                  <a:pt x="310782" y="291448"/>
                </a:lnTo>
                <a:lnTo>
                  <a:pt x="310782" y="291448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24" name="Freeform 1223">
            <a:extLst>
              <a:ext uri="{FF2B5EF4-FFF2-40B4-BE49-F238E27FC236}">
                <a16:creationId xmlns:a16="http://schemas.microsoft.com/office/drawing/2014/main" id="{FFEB95B6-A61C-8034-B291-E0AED55D5626}"/>
              </a:ext>
            </a:extLst>
          </p:cNvPr>
          <p:cNvSpPr/>
          <p:nvPr/>
        </p:nvSpPr>
        <p:spPr>
          <a:xfrm>
            <a:off x="5563134" y="4899005"/>
            <a:ext cx="324235" cy="361287"/>
          </a:xfrm>
          <a:custGeom>
            <a:avLst/>
            <a:gdLst>
              <a:gd name="connsiteX0" fmla="*/ 306746 w 324235"/>
              <a:gd name="connsiteY0" fmla="*/ 269959 h 361287"/>
              <a:gd name="connsiteX1" fmla="*/ 301364 w 324235"/>
              <a:gd name="connsiteY1" fmla="*/ 268615 h 361287"/>
              <a:gd name="connsiteX2" fmla="*/ 285220 w 324235"/>
              <a:gd name="connsiteY2" fmla="*/ 256528 h 361287"/>
              <a:gd name="connsiteX3" fmla="*/ 255622 w 324235"/>
              <a:gd name="connsiteY3" fmla="*/ 255185 h 361287"/>
              <a:gd name="connsiteX4" fmla="*/ 219296 w 324235"/>
              <a:gd name="connsiteY4" fmla="*/ 265929 h 361287"/>
              <a:gd name="connsiteX5" fmla="*/ 213915 w 324235"/>
              <a:gd name="connsiteY5" fmla="*/ 269959 h 361287"/>
              <a:gd name="connsiteX6" fmla="*/ 213915 w 324235"/>
              <a:gd name="connsiteY6" fmla="*/ 273988 h 361287"/>
              <a:gd name="connsiteX7" fmla="*/ 209879 w 324235"/>
              <a:gd name="connsiteY7" fmla="*/ 283389 h 361287"/>
              <a:gd name="connsiteX8" fmla="*/ 201806 w 324235"/>
              <a:gd name="connsiteY8" fmla="*/ 295477 h 361287"/>
              <a:gd name="connsiteX9" fmla="*/ 204497 w 324235"/>
              <a:gd name="connsiteY9" fmla="*/ 299506 h 361287"/>
              <a:gd name="connsiteX10" fmla="*/ 205843 w 324235"/>
              <a:gd name="connsiteY10" fmla="*/ 307565 h 361287"/>
              <a:gd name="connsiteX11" fmla="*/ 204497 w 324235"/>
              <a:gd name="connsiteY11" fmla="*/ 314280 h 361287"/>
              <a:gd name="connsiteX12" fmla="*/ 197770 w 324235"/>
              <a:gd name="connsiteY12" fmla="*/ 327711 h 361287"/>
              <a:gd name="connsiteX13" fmla="*/ 196425 w 324235"/>
              <a:gd name="connsiteY13" fmla="*/ 337112 h 361287"/>
              <a:gd name="connsiteX14" fmla="*/ 191043 w 324235"/>
              <a:gd name="connsiteY14" fmla="*/ 331740 h 361287"/>
              <a:gd name="connsiteX15" fmla="*/ 177590 w 324235"/>
              <a:gd name="connsiteY15" fmla="*/ 331740 h 361287"/>
              <a:gd name="connsiteX16" fmla="*/ 162791 w 324235"/>
              <a:gd name="connsiteY16" fmla="*/ 331740 h 361287"/>
              <a:gd name="connsiteX17" fmla="*/ 158754 w 324235"/>
              <a:gd name="connsiteY17" fmla="*/ 337112 h 361287"/>
              <a:gd name="connsiteX18" fmla="*/ 158754 w 324235"/>
              <a:gd name="connsiteY18" fmla="*/ 342485 h 361287"/>
              <a:gd name="connsiteX19" fmla="*/ 156064 w 324235"/>
              <a:gd name="connsiteY19" fmla="*/ 347857 h 361287"/>
              <a:gd name="connsiteX20" fmla="*/ 156064 w 324235"/>
              <a:gd name="connsiteY20" fmla="*/ 351886 h 361287"/>
              <a:gd name="connsiteX21" fmla="*/ 153373 w 324235"/>
              <a:gd name="connsiteY21" fmla="*/ 355915 h 361287"/>
              <a:gd name="connsiteX22" fmla="*/ 152028 w 324235"/>
              <a:gd name="connsiteY22" fmla="*/ 351886 h 361287"/>
              <a:gd name="connsiteX23" fmla="*/ 147991 w 324235"/>
              <a:gd name="connsiteY23" fmla="*/ 341141 h 361287"/>
              <a:gd name="connsiteX24" fmla="*/ 146646 w 324235"/>
              <a:gd name="connsiteY24" fmla="*/ 334426 h 361287"/>
              <a:gd name="connsiteX25" fmla="*/ 142610 w 324235"/>
              <a:gd name="connsiteY25" fmla="*/ 334426 h 361287"/>
              <a:gd name="connsiteX26" fmla="*/ 133192 w 324235"/>
              <a:gd name="connsiteY26" fmla="*/ 335769 h 361287"/>
              <a:gd name="connsiteX27" fmla="*/ 127811 w 324235"/>
              <a:gd name="connsiteY27" fmla="*/ 334426 h 361287"/>
              <a:gd name="connsiteX28" fmla="*/ 122429 w 324235"/>
              <a:gd name="connsiteY28" fmla="*/ 335769 h 361287"/>
              <a:gd name="connsiteX29" fmla="*/ 115702 w 324235"/>
              <a:gd name="connsiteY29" fmla="*/ 335769 h 361287"/>
              <a:gd name="connsiteX30" fmla="*/ 108976 w 324235"/>
              <a:gd name="connsiteY30" fmla="*/ 330397 h 361287"/>
              <a:gd name="connsiteX31" fmla="*/ 102249 w 324235"/>
              <a:gd name="connsiteY31" fmla="*/ 333083 h 361287"/>
              <a:gd name="connsiteX32" fmla="*/ 91486 w 324235"/>
              <a:gd name="connsiteY32" fmla="*/ 343828 h 361287"/>
              <a:gd name="connsiteX33" fmla="*/ 87449 w 324235"/>
              <a:gd name="connsiteY33" fmla="*/ 353229 h 361287"/>
              <a:gd name="connsiteX34" fmla="*/ 84759 w 324235"/>
              <a:gd name="connsiteY34" fmla="*/ 357259 h 361287"/>
              <a:gd name="connsiteX35" fmla="*/ 84759 w 324235"/>
              <a:gd name="connsiteY35" fmla="*/ 357259 h 361287"/>
              <a:gd name="connsiteX36" fmla="*/ 79377 w 324235"/>
              <a:gd name="connsiteY36" fmla="*/ 357259 h 361287"/>
              <a:gd name="connsiteX37" fmla="*/ 78032 w 324235"/>
              <a:gd name="connsiteY37" fmla="*/ 361288 h 361287"/>
              <a:gd name="connsiteX38" fmla="*/ 71305 w 324235"/>
              <a:gd name="connsiteY38" fmla="*/ 361288 h 361287"/>
              <a:gd name="connsiteX39" fmla="*/ 52470 w 324235"/>
              <a:gd name="connsiteY39" fmla="*/ 310251 h 361287"/>
              <a:gd name="connsiteX40" fmla="*/ 39016 w 324235"/>
              <a:gd name="connsiteY40" fmla="*/ 298163 h 361287"/>
              <a:gd name="connsiteX41" fmla="*/ 34980 w 324235"/>
              <a:gd name="connsiteY41" fmla="*/ 292791 h 361287"/>
              <a:gd name="connsiteX42" fmla="*/ 41707 w 324235"/>
              <a:gd name="connsiteY42" fmla="*/ 278017 h 361287"/>
              <a:gd name="connsiteX43" fmla="*/ 40361 w 324235"/>
              <a:gd name="connsiteY43" fmla="*/ 273988 h 361287"/>
              <a:gd name="connsiteX44" fmla="*/ 43052 w 324235"/>
              <a:gd name="connsiteY44" fmla="*/ 265929 h 361287"/>
              <a:gd name="connsiteX45" fmla="*/ 41707 w 324235"/>
              <a:gd name="connsiteY45" fmla="*/ 261900 h 361287"/>
              <a:gd name="connsiteX46" fmla="*/ 29598 w 324235"/>
              <a:gd name="connsiteY46" fmla="*/ 252498 h 361287"/>
              <a:gd name="connsiteX47" fmla="*/ 25562 w 324235"/>
              <a:gd name="connsiteY47" fmla="*/ 247126 h 361287"/>
              <a:gd name="connsiteX48" fmla="*/ 24217 w 324235"/>
              <a:gd name="connsiteY48" fmla="*/ 237725 h 361287"/>
              <a:gd name="connsiteX49" fmla="*/ 24217 w 324235"/>
              <a:gd name="connsiteY49" fmla="*/ 235038 h 361287"/>
              <a:gd name="connsiteX50" fmla="*/ 25562 w 324235"/>
              <a:gd name="connsiteY50" fmla="*/ 229666 h 361287"/>
              <a:gd name="connsiteX51" fmla="*/ 24217 w 324235"/>
              <a:gd name="connsiteY51" fmla="*/ 225637 h 361287"/>
              <a:gd name="connsiteX52" fmla="*/ 21526 w 324235"/>
              <a:gd name="connsiteY52" fmla="*/ 222951 h 361287"/>
              <a:gd name="connsiteX53" fmla="*/ 16144 w 324235"/>
              <a:gd name="connsiteY53" fmla="*/ 217579 h 361287"/>
              <a:gd name="connsiteX54" fmla="*/ 16144 w 324235"/>
              <a:gd name="connsiteY54" fmla="*/ 210863 h 361287"/>
              <a:gd name="connsiteX55" fmla="*/ 14799 w 324235"/>
              <a:gd name="connsiteY55" fmla="*/ 210863 h 361287"/>
              <a:gd name="connsiteX56" fmla="*/ 13454 w 324235"/>
              <a:gd name="connsiteY56" fmla="*/ 208177 h 361287"/>
              <a:gd name="connsiteX57" fmla="*/ 10763 w 324235"/>
              <a:gd name="connsiteY57" fmla="*/ 206834 h 361287"/>
              <a:gd name="connsiteX58" fmla="*/ 8072 w 324235"/>
              <a:gd name="connsiteY58" fmla="*/ 204148 h 361287"/>
              <a:gd name="connsiteX59" fmla="*/ 12108 w 324235"/>
              <a:gd name="connsiteY59" fmla="*/ 196089 h 361287"/>
              <a:gd name="connsiteX60" fmla="*/ 17490 w 324235"/>
              <a:gd name="connsiteY60" fmla="*/ 192060 h 361287"/>
              <a:gd name="connsiteX61" fmla="*/ 22871 w 324235"/>
              <a:gd name="connsiteY61" fmla="*/ 185344 h 361287"/>
              <a:gd name="connsiteX62" fmla="*/ 24217 w 324235"/>
              <a:gd name="connsiteY62" fmla="*/ 178629 h 361287"/>
              <a:gd name="connsiteX63" fmla="*/ 16144 w 324235"/>
              <a:gd name="connsiteY63" fmla="*/ 162512 h 361287"/>
              <a:gd name="connsiteX64" fmla="*/ 18835 w 324235"/>
              <a:gd name="connsiteY64" fmla="*/ 158483 h 361287"/>
              <a:gd name="connsiteX65" fmla="*/ 18835 w 324235"/>
              <a:gd name="connsiteY65" fmla="*/ 151768 h 361287"/>
              <a:gd name="connsiteX66" fmla="*/ 16144 w 324235"/>
              <a:gd name="connsiteY66" fmla="*/ 147738 h 361287"/>
              <a:gd name="connsiteX67" fmla="*/ 16144 w 324235"/>
              <a:gd name="connsiteY67" fmla="*/ 142366 h 361287"/>
              <a:gd name="connsiteX68" fmla="*/ 18835 w 324235"/>
              <a:gd name="connsiteY68" fmla="*/ 139680 h 361287"/>
              <a:gd name="connsiteX69" fmla="*/ 20181 w 324235"/>
              <a:gd name="connsiteY69" fmla="*/ 130279 h 361287"/>
              <a:gd name="connsiteX70" fmla="*/ 20181 w 324235"/>
              <a:gd name="connsiteY70" fmla="*/ 114162 h 361287"/>
              <a:gd name="connsiteX71" fmla="*/ 17490 w 324235"/>
              <a:gd name="connsiteY71" fmla="*/ 106103 h 361287"/>
              <a:gd name="connsiteX72" fmla="*/ 20181 w 324235"/>
              <a:gd name="connsiteY72" fmla="*/ 98044 h 361287"/>
              <a:gd name="connsiteX73" fmla="*/ 20181 w 324235"/>
              <a:gd name="connsiteY73" fmla="*/ 80585 h 361287"/>
              <a:gd name="connsiteX74" fmla="*/ 24217 w 324235"/>
              <a:gd name="connsiteY74" fmla="*/ 72526 h 361287"/>
              <a:gd name="connsiteX75" fmla="*/ 24217 w 324235"/>
              <a:gd name="connsiteY75" fmla="*/ 68497 h 361287"/>
              <a:gd name="connsiteX76" fmla="*/ 0 w 324235"/>
              <a:gd name="connsiteY76" fmla="*/ 34920 h 361287"/>
              <a:gd name="connsiteX77" fmla="*/ 17490 w 324235"/>
              <a:gd name="connsiteY77" fmla="*/ 34920 h 361287"/>
              <a:gd name="connsiteX78" fmla="*/ 24217 w 324235"/>
              <a:gd name="connsiteY78" fmla="*/ 34920 h 361287"/>
              <a:gd name="connsiteX79" fmla="*/ 32289 w 324235"/>
              <a:gd name="connsiteY79" fmla="*/ 30891 h 361287"/>
              <a:gd name="connsiteX80" fmla="*/ 36325 w 324235"/>
              <a:gd name="connsiteY80" fmla="*/ 30891 h 361287"/>
              <a:gd name="connsiteX81" fmla="*/ 41707 w 324235"/>
              <a:gd name="connsiteY81" fmla="*/ 26862 h 361287"/>
              <a:gd name="connsiteX82" fmla="*/ 48434 w 324235"/>
              <a:gd name="connsiteY82" fmla="*/ 26862 h 361287"/>
              <a:gd name="connsiteX83" fmla="*/ 55161 w 324235"/>
              <a:gd name="connsiteY83" fmla="*/ 24175 h 361287"/>
              <a:gd name="connsiteX84" fmla="*/ 60542 w 324235"/>
              <a:gd name="connsiteY84" fmla="*/ 13431 h 361287"/>
              <a:gd name="connsiteX85" fmla="*/ 72650 w 324235"/>
              <a:gd name="connsiteY85" fmla="*/ 5372 h 361287"/>
              <a:gd name="connsiteX86" fmla="*/ 80723 w 324235"/>
              <a:gd name="connsiteY86" fmla="*/ 4029 h 361287"/>
              <a:gd name="connsiteX87" fmla="*/ 88795 w 324235"/>
              <a:gd name="connsiteY87" fmla="*/ 0 h 361287"/>
              <a:gd name="connsiteX88" fmla="*/ 95522 w 324235"/>
              <a:gd name="connsiteY88" fmla="*/ 0 h 361287"/>
              <a:gd name="connsiteX89" fmla="*/ 100903 w 324235"/>
              <a:gd name="connsiteY89" fmla="*/ 2686 h 361287"/>
              <a:gd name="connsiteX90" fmla="*/ 106285 w 324235"/>
              <a:gd name="connsiteY90" fmla="*/ 0 h 361287"/>
              <a:gd name="connsiteX91" fmla="*/ 108976 w 324235"/>
              <a:gd name="connsiteY91" fmla="*/ 1343 h 361287"/>
              <a:gd name="connsiteX92" fmla="*/ 108976 w 324235"/>
              <a:gd name="connsiteY92" fmla="*/ 8059 h 361287"/>
              <a:gd name="connsiteX93" fmla="*/ 111666 w 324235"/>
              <a:gd name="connsiteY93" fmla="*/ 17460 h 361287"/>
              <a:gd name="connsiteX94" fmla="*/ 107630 w 324235"/>
              <a:gd name="connsiteY94" fmla="*/ 25518 h 361287"/>
              <a:gd name="connsiteX95" fmla="*/ 110321 w 324235"/>
              <a:gd name="connsiteY95" fmla="*/ 36263 h 361287"/>
              <a:gd name="connsiteX96" fmla="*/ 108976 w 324235"/>
              <a:gd name="connsiteY96" fmla="*/ 41635 h 361287"/>
              <a:gd name="connsiteX97" fmla="*/ 113012 w 324235"/>
              <a:gd name="connsiteY97" fmla="*/ 52380 h 361287"/>
              <a:gd name="connsiteX98" fmla="*/ 119738 w 324235"/>
              <a:gd name="connsiteY98" fmla="*/ 53723 h 361287"/>
              <a:gd name="connsiteX99" fmla="*/ 121084 w 324235"/>
              <a:gd name="connsiteY99" fmla="*/ 61782 h 361287"/>
              <a:gd name="connsiteX100" fmla="*/ 126465 w 324235"/>
              <a:gd name="connsiteY100" fmla="*/ 65811 h 361287"/>
              <a:gd name="connsiteX101" fmla="*/ 135883 w 324235"/>
              <a:gd name="connsiteY101" fmla="*/ 69840 h 361287"/>
              <a:gd name="connsiteX102" fmla="*/ 141265 w 324235"/>
              <a:gd name="connsiteY102" fmla="*/ 75212 h 361287"/>
              <a:gd name="connsiteX103" fmla="*/ 142610 w 324235"/>
              <a:gd name="connsiteY103" fmla="*/ 72526 h 361287"/>
              <a:gd name="connsiteX104" fmla="*/ 153373 w 324235"/>
              <a:gd name="connsiteY104" fmla="*/ 69840 h 361287"/>
              <a:gd name="connsiteX105" fmla="*/ 162791 w 324235"/>
              <a:gd name="connsiteY105" fmla="*/ 79241 h 361287"/>
              <a:gd name="connsiteX106" fmla="*/ 169518 w 324235"/>
              <a:gd name="connsiteY106" fmla="*/ 77898 h 361287"/>
              <a:gd name="connsiteX107" fmla="*/ 178935 w 324235"/>
              <a:gd name="connsiteY107" fmla="*/ 87300 h 361287"/>
              <a:gd name="connsiteX108" fmla="*/ 182971 w 324235"/>
              <a:gd name="connsiteY108" fmla="*/ 87300 h 361287"/>
              <a:gd name="connsiteX109" fmla="*/ 193734 w 324235"/>
              <a:gd name="connsiteY109" fmla="*/ 91329 h 361287"/>
              <a:gd name="connsiteX110" fmla="*/ 201806 w 324235"/>
              <a:gd name="connsiteY110" fmla="*/ 94015 h 361287"/>
              <a:gd name="connsiteX111" fmla="*/ 203152 w 324235"/>
              <a:gd name="connsiteY111" fmla="*/ 100731 h 361287"/>
              <a:gd name="connsiteX112" fmla="*/ 208533 w 324235"/>
              <a:gd name="connsiteY112" fmla="*/ 102074 h 361287"/>
              <a:gd name="connsiteX113" fmla="*/ 215260 w 324235"/>
              <a:gd name="connsiteY113" fmla="*/ 106103 h 361287"/>
              <a:gd name="connsiteX114" fmla="*/ 230059 w 324235"/>
              <a:gd name="connsiteY114" fmla="*/ 104760 h 361287"/>
              <a:gd name="connsiteX115" fmla="*/ 240822 w 324235"/>
              <a:gd name="connsiteY115" fmla="*/ 111475 h 361287"/>
              <a:gd name="connsiteX116" fmla="*/ 243513 w 324235"/>
              <a:gd name="connsiteY116" fmla="*/ 115505 h 361287"/>
              <a:gd name="connsiteX117" fmla="*/ 240822 w 324235"/>
              <a:gd name="connsiteY117" fmla="*/ 127592 h 361287"/>
              <a:gd name="connsiteX118" fmla="*/ 243513 w 324235"/>
              <a:gd name="connsiteY118" fmla="*/ 136994 h 361287"/>
              <a:gd name="connsiteX119" fmla="*/ 240822 w 324235"/>
              <a:gd name="connsiteY119" fmla="*/ 142366 h 361287"/>
              <a:gd name="connsiteX120" fmla="*/ 250240 w 324235"/>
              <a:gd name="connsiteY120" fmla="*/ 159826 h 361287"/>
              <a:gd name="connsiteX121" fmla="*/ 250240 w 324235"/>
              <a:gd name="connsiteY121" fmla="*/ 171914 h 361287"/>
              <a:gd name="connsiteX122" fmla="*/ 294637 w 324235"/>
              <a:gd name="connsiteY122" fmla="*/ 171914 h 361287"/>
              <a:gd name="connsiteX123" fmla="*/ 297328 w 324235"/>
              <a:gd name="connsiteY123" fmla="*/ 188031 h 361287"/>
              <a:gd name="connsiteX124" fmla="*/ 297328 w 324235"/>
              <a:gd name="connsiteY124" fmla="*/ 198775 h 361287"/>
              <a:gd name="connsiteX125" fmla="*/ 310782 w 324235"/>
              <a:gd name="connsiteY125" fmla="*/ 202805 h 361287"/>
              <a:gd name="connsiteX126" fmla="*/ 324236 w 324235"/>
              <a:gd name="connsiteY126" fmla="*/ 225637 h 361287"/>
              <a:gd name="connsiteX127" fmla="*/ 324236 w 324235"/>
              <a:gd name="connsiteY127" fmla="*/ 239068 h 361287"/>
              <a:gd name="connsiteX128" fmla="*/ 312127 w 324235"/>
              <a:gd name="connsiteY128" fmla="*/ 264586 h 361287"/>
              <a:gd name="connsiteX129" fmla="*/ 312127 w 324235"/>
              <a:gd name="connsiteY129" fmla="*/ 268615 h 361287"/>
              <a:gd name="connsiteX130" fmla="*/ 309437 w 324235"/>
              <a:gd name="connsiteY130" fmla="*/ 272644 h 361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324235" h="361287">
                <a:moveTo>
                  <a:pt x="306746" y="269959"/>
                </a:moveTo>
                <a:lnTo>
                  <a:pt x="301364" y="268615"/>
                </a:lnTo>
                <a:lnTo>
                  <a:pt x="285220" y="256528"/>
                </a:lnTo>
                <a:lnTo>
                  <a:pt x="255622" y="255185"/>
                </a:lnTo>
                <a:lnTo>
                  <a:pt x="219296" y="265929"/>
                </a:lnTo>
                <a:lnTo>
                  <a:pt x="213915" y="269959"/>
                </a:lnTo>
                <a:lnTo>
                  <a:pt x="213915" y="273988"/>
                </a:lnTo>
                <a:lnTo>
                  <a:pt x="209879" y="283389"/>
                </a:lnTo>
                <a:lnTo>
                  <a:pt x="201806" y="295477"/>
                </a:lnTo>
                <a:lnTo>
                  <a:pt x="204497" y="299506"/>
                </a:lnTo>
                <a:lnTo>
                  <a:pt x="205843" y="307565"/>
                </a:lnTo>
                <a:lnTo>
                  <a:pt x="204497" y="314280"/>
                </a:lnTo>
                <a:lnTo>
                  <a:pt x="197770" y="327711"/>
                </a:lnTo>
                <a:lnTo>
                  <a:pt x="196425" y="337112"/>
                </a:lnTo>
                <a:lnTo>
                  <a:pt x="191043" y="331740"/>
                </a:lnTo>
                <a:lnTo>
                  <a:pt x="177590" y="331740"/>
                </a:lnTo>
                <a:lnTo>
                  <a:pt x="162791" y="331740"/>
                </a:lnTo>
                <a:lnTo>
                  <a:pt x="158754" y="337112"/>
                </a:lnTo>
                <a:lnTo>
                  <a:pt x="158754" y="342485"/>
                </a:lnTo>
                <a:lnTo>
                  <a:pt x="156064" y="347857"/>
                </a:lnTo>
                <a:lnTo>
                  <a:pt x="156064" y="351886"/>
                </a:lnTo>
                <a:lnTo>
                  <a:pt x="153373" y="355915"/>
                </a:lnTo>
                <a:lnTo>
                  <a:pt x="152028" y="351886"/>
                </a:lnTo>
                <a:lnTo>
                  <a:pt x="147991" y="341141"/>
                </a:lnTo>
                <a:lnTo>
                  <a:pt x="146646" y="334426"/>
                </a:lnTo>
                <a:lnTo>
                  <a:pt x="142610" y="334426"/>
                </a:lnTo>
                <a:lnTo>
                  <a:pt x="133192" y="335769"/>
                </a:lnTo>
                <a:lnTo>
                  <a:pt x="127811" y="334426"/>
                </a:lnTo>
                <a:lnTo>
                  <a:pt x="122429" y="335769"/>
                </a:lnTo>
                <a:lnTo>
                  <a:pt x="115702" y="335769"/>
                </a:lnTo>
                <a:lnTo>
                  <a:pt x="108976" y="330397"/>
                </a:lnTo>
                <a:lnTo>
                  <a:pt x="102249" y="333083"/>
                </a:lnTo>
                <a:lnTo>
                  <a:pt x="91486" y="343828"/>
                </a:lnTo>
                <a:lnTo>
                  <a:pt x="87449" y="353229"/>
                </a:lnTo>
                <a:lnTo>
                  <a:pt x="84759" y="357259"/>
                </a:lnTo>
                <a:lnTo>
                  <a:pt x="84759" y="357259"/>
                </a:lnTo>
                <a:lnTo>
                  <a:pt x="79377" y="357259"/>
                </a:lnTo>
                <a:lnTo>
                  <a:pt x="78032" y="361288"/>
                </a:lnTo>
                <a:lnTo>
                  <a:pt x="71305" y="361288"/>
                </a:lnTo>
                <a:lnTo>
                  <a:pt x="52470" y="310251"/>
                </a:lnTo>
                <a:lnTo>
                  <a:pt x="39016" y="298163"/>
                </a:lnTo>
                <a:lnTo>
                  <a:pt x="34980" y="292791"/>
                </a:lnTo>
                <a:lnTo>
                  <a:pt x="41707" y="278017"/>
                </a:lnTo>
                <a:lnTo>
                  <a:pt x="40361" y="273988"/>
                </a:lnTo>
                <a:lnTo>
                  <a:pt x="43052" y="265929"/>
                </a:lnTo>
                <a:lnTo>
                  <a:pt x="41707" y="261900"/>
                </a:lnTo>
                <a:lnTo>
                  <a:pt x="29598" y="252498"/>
                </a:lnTo>
                <a:lnTo>
                  <a:pt x="25562" y="247126"/>
                </a:lnTo>
                <a:lnTo>
                  <a:pt x="24217" y="237725"/>
                </a:lnTo>
                <a:lnTo>
                  <a:pt x="24217" y="235038"/>
                </a:lnTo>
                <a:lnTo>
                  <a:pt x="25562" y="229666"/>
                </a:lnTo>
                <a:lnTo>
                  <a:pt x="24217" y="225637"/>
                </a:lnTo>
                <a:lnTo>
                  <a:pt x="21526" y="222951"/>
                </a:lnTo>
                <a:lnTo>
                  <a:pt x="16144" y="217579"/>
                </a:lnTo>
                <a:lnTo>
                  <a:pt x="16144" y="210863"/>
                </a:lnTo>
                <a:lnTo>
                  <a:pt x="14799" y="210863"/>
                </a:lnTo>
                <a:lnTo>
                  <a:pt x="13454" y="208177"/>
                </a:lnTo>
                <a:lnTo>
                  <a:pt x="10763" y="206834"/>
                </a:lnTo>
                <a:lnTo>
                  <a:pt x="8072" y="204148"/>
                </a:lnTo>
                <a:lnTo>
                  <a:pt x="12108" y="196089"/>
                </a:lnTo>
                <a:lnTo>
                  <a:pt x="17490" y="192060"/>
                </a:lnTo>
                <a:lnTo>
                  <a:pt x="22871" y="185344"/>
                </a:lnTo>
                <a:lnTo>
                  <a:pt x="24217" y="178629"/>
                </a:lnTo>
                <a:lnTo>
                  <a:pt x="16144" y="162512"/>
                </a:lnTo>
                <a:lnTo>
                  <a:pt x="18835" y="158483"/>
                </a:lnTo>
                <a:lnTo>
                  <a:pt x="18835" y="151768"/>
                </a:lnTo>
                <a:lnTo>
                  <a:pt x="16144" y="147738"/>
                </a:lnTo>
                <a:lnTo>
                  <a:pt x="16144" y="142366"/>
                </a:lnTo>
                <a:lnTo>
                  <a:pt x="18835" y="139680"/>
                </a:lnTo>
                <a:lnTo>
                  <a:pt x="20181" y="130279"/>
                </a:lnTo>
                <a:lnTo>
                  <a:pt x="20181" y="114162"/>
                </a:lnTo>
                <a:lnTo>
                  <a:pt x="17490" y="106103"/>
                </a:lnTo>
                <a:lnTo>
                  <a:pt x="20181" y="98044"/>
                </a:lnTo>
                <a:lnTo>
                  <a:pt x="20181" y="80585"/>
                </a:lnTo>
                <a:lnTo>
                  <a:pt x="24217" y="72526"/>
                </a:lnTo>
                <a:lnTo>
                  <a:pt x="24217" y="68497"/>
                </a:lnTo>
                <a:lnTo>
                  <a:pt x="0" y="34920"/>
                </a:lnTo>
                <a:lnTo>
                  <a:pt x="17490" y="34920"/>
                </a:lnTo>
                <a:lnTo>
                  <a:pt x="24217" y="34920"/>
                </a:lnTo>
                <a:lnTo>
                  <a:pt x="32289" y="30891"/>
                </a:lnTo>
                <a:lnTo>
                  <a:pt x="36325" y="30891"/>
                </a:lnTo>
                <a:lnTo>
                  <a:pt x="41707" y="26862"/>
                </a:lnTo>
                <a:lnTo>
                  <a:pt x="48434" y="26862"/>
                </a:lnTo>
                <a:lnTo>
                  <a:pt x="55161" y="24175"/>
                </a:lnTo>
                <a:lnTo>
                  <a:pt x="60542" y="13431"/>
                </a:lnTo>
                <a:lnTo>
                  <a:pt x="72650" y="5372"/>
                </a:lnTo>
                <a:lnTo>
                  <a:pt x="80723" y="4029"/>
                </a:lnTo>
                <a:lnTo>
                  <a:pt x="88795" y="0"/>
                </a:lnTo>
                <a:lnTo>
                  <a:pt x="95522" y="0"/>
                </a:lnTo>
                <a:lnTo>
                  <a:pt x="100903" y="2686"/>
                </a:lnTo>
                <a:lnTo>
                  <a:pt x="106285" y="0"/>
                </a:lnTo>
                <a:lnTo>
                  <a:pt x="108976" y="1343"/>
                </a:lnTo>
                <a:lnTo>
                  <a:pt x="108976" y="8059"/>
                </a:lnTo>
                <a:lnTo>
                  <a:pt x="111666" y="17460"/>
                </a:lnTo>
                <a:lnTo>
                  <a:pt x="107630" y="25518"/>
                </a:lnTo>
                <a:lnTo>
                  <a:pt x="110321" y="36263"/>
                </a:lnTo>
                <a:lnTo>
                  <a:pt x="108976" y="41635"/>
                </a:lnTo>
                <a:lnTo>
                  <a:pt x="113012" y="52380"/>
                </a:lnTo>
                <a:lnTo>
                  <a:pt x="119738" y="53723"/>
                </a:lnTo>
                <a:lnTo>
                  <a:pt x="121084" y="61782"/>
                </a:lnTo>
                <a:lnTo>
                  <a:pt x="126465" y="65811"/>
                </a:lnTo>
                <a:lnTo>
                  <a:pt x="135883" y="69840"/>
                </a:lnTo>
                <a:lnTo>
                  <a:pt x="141265" y="75212"/>
                </a:lnTo>
                <a:lnTo>
                  <a:pt x="142610" y="72526"/>
                </a:lnTo>
                <a:lnTo>
                  <a:pt x="153373" y="69840"/>
                </a:lnTo>
                <a:lnTo>
                  <a:pt x="162791" y="79241"/>
                </a:lnTo>
                <a:lnTo>
                  <a:pt x="169518" y="77898"/>
                </a:lnTo>
                <a:lnTo>
                  <a:pt x="178935" y="87300"/>
                </a:lnTo>
                <a:lnTo>
                  <a:pt x="182971" y="87300"/>
                </a:lnTo>
                <a:lnTo>
                  <a:pt x="193734" y="91329"/>
                </a:lnTo>
                <a:lnTo>
                  <a:pt x="201806" y="94015"/>
                </a:lnTo>
                <a:lnTo>
                  <a:pt x="203152" y="100731"/>
                </a:lnTo>
                <a:lnTo>
                  <a:pt x="208533" y="102074"/>
                </a:lnTo>
                <a:lnTo>
                  <a:pt x="215260" y="106103"/>
                </a:lnTo>
                <a:lnTo>
                  <a:pt x="230059" y="104760"/>
                </a:lnTo>
                <a:lnTo>
                  <a:pt x="240822" y="111475"/>
                </a:lnTo>
                <a:lnTo>
                  <a:pt x="243513" y="115505"/>
                </a:lnTo>
                <a:lnTo>
                  <a:pt x="240822" y="127592"/>
                </a:lnTo>
                <a:lnTo>
                  <a:pt x="243513" y="136994"/>
                </a:lnTo>
                <a:lnTo>
                  <a:pt x="240822" y="142366"/>
                </a:lnTo>
                <a:lnTo>
                  <a:pt x="250240" y="159826"/>
                </a:lnTo>
                <a:lnTo>
                  <a:pt x="250240" y="171914"/>
                </a:lnTo>
                <a:lnTo>
                  <a:pt x="294637" y="171914"/>
                </a:lnTo>
                <a:lnTo>
                  <a:pt x="297328" y="188031"/>
                </a:lnTo>
                <a:lnTo>
                  <a:pt x="297328" y="198775"/>
                </a:lnTo>
                <a:lnTo>
                  <a:pt x="310782" y="202805"/>
                </a:lnTo>
                <a:lnTo>
                  <a:pt x="324236" y="225637"/>
                </a:lnTo>
                <a:lnTo>
                  <a:pt x="324236" y="239068"/>
                </a:lnTo>
                <a:lnTo>
                  <a:pt x="312127" y="264586"/>
                </a:lnTo>
                <a:lnTo>
                  <a:pt x="312127" y="268615"/>
                </a:lnTo>
                <a:lnTo>
                  <a:pt x="309437" y="272644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25" name="Freeform 1224">
            <a:extLst>
              <a:ext uri="{FF2B5EF4-FFF2-40B4-BE49-F238E27FC236}">
                <a16:creationId xmlns:a16="http://schemas.microsoft.com/office/drawing/2014/main" id="{2F62DCEA-7F14-A18D-3E51-A94DC312BD10}"/>
              </a:ext>
            </a:extLst>
          </p:cNvPr>
          <p:cNvSpPr/>
          <p:nvPr/>
        </p:nvSpPr>
        <p:spPr>
          <a:xfrm>
            <a:off x="5759559" y="5154190"/>
            <a:ext cx="221987" cy="235038"/>
          </a:xfrm>
          <a:custGeom>
            <a:avLst/>
            <a:gdLst>
              <a:gd name="connsiteX0" fmla="*/ 0 w 221987"/>
              <a:gd name="connsiteY0" fmla="*/ 81928 h 235038"/>
              <a:gd name="connsiteX1" fmla="*/ 1345 w 221987"/>
              <a:gd name="connsiteY1" fmla="*/ 72526 h 235038"/>
              <a:gd name="connsiteX2" fmla="*/ 8072 w 221987"/>
              <a:gd name="connsiteY2" fmla="*/ 59095 h 235038"/>
              <a:gd name="connsiteX3" fmla="*/ 9418 w 221987"/>
              <a:gd name="connsiteY3" fmla="*/ 52380 h 235038"/>
              <a:gd name="connsiteX4" fmla="*/ 8072 w 221987"/>
              <a:gd name="connsiteY4" fmla="*/ 44321 h 235038"/>
              <a:gd name="connsiteX5" fmla="*/ 5381 w 221987"/>
              <a:gd name="connsiteY5" fmla="*/ 40292 h 235038"/>
              <a:gd name="connsiteX6" fmla="*/ 13454 w 221987"/>
              <a:gd name="connsiteY6" fmla="*/ 28205 h 235038"/>
              <a:gd name="connsiteX7" fmla="*/ 17490 w 221987"/>
              <a:gd name="connsiteY7" fmla="*/ 18803 h 235038"/>
              <a:gd name="connsiteX8" fmla="*/ 17490 w 221987"/>
              <a:gd name="connsiteY8" fmla="*/ 14774 h 235038"/>
              <a:gd name="connsiteX9" fmla="*/ 22871 w 221987"/>
              <a:gd name="connsiteY9" fmla="*/ 10744 h 235038"/>
              <a:gd name="connsiteX10" fmla="*/ 59196 w 221987"/>
              <a:gd name="connsiteY10" fmla="*/ 0 h 235038"/>
              <a:gd name="connsiteX11" fmla="*/ 88795 w 221987"/>
              <a:gd name="connsiteY11" fmla="*/ 1343 h 235038"/>
              <a:gd name="connsiteX12" fmla="*/ 104939 w 221987"/>
              <a:gd name="connsiteY12" fmla="*/ 13431 h 235038"/>
              <a:gd name="connsiteX13" fmla="*/ 110321 w 221987"/>
              <a:gd name="connsiteY13" fmla="*/ 14774 h 235038"/>
              <a:gd name="connsiteX14" fmla="*/ 114357 w 221987"/>
              <a:gd name="connsiteY14" fmla="*/ 20146 h 235038"/>
              <a:gd name="connsiteX15" fmla="*/ 113012 w 221987"/>
              <a:gd name="connsiteY15" fmla="*/ 25518 h 235038"/>
              <a:gd name="connsiteX16" fmla="*/ 119738 w 221987"/>
              <a:gd name="connsiteY16" fmla="*/ 30891 h 235038"/>
              <a:gd name="connsiteX17" fmla="*/ 119738 w 221987"/>
              <a:gd name="connsiteY17" fmla="*/ 38949 h 235038"/>
              <a:gd name="connsiteX18" fmla="*/ 125120 w 221987"/>
              <a:gd name="connsiteY18" fmla="*/ 47008 h 235038"/>
              <a:gd name="connsiteX19" fmla="*/ 122429 w 221987"/>
              <a:gd name="connsiteY19" fmla="*/ 61782 h 235038"/>
              <a:gd name="connsiteX20" fmla="*/ 123775 w 221987"/>
              <a:gd name="connsiteY20" fmla="*/ 68497 h 235038"/>
              <a:gd name="connsiteX21" fmla="*/ 122429 w 221987"/>
              <a:gd name="connsiteY21" fmla="*/ 73869 h 235038"/>
              <a:gd name="connsiteX22" fmla="*/ 123775 w 221987"/>
              <a:gd name="connsiteY22" fmla="*/ 80585 h 235038"/>
              <a:gd name="connsiteX23" fmla="*/ 134538 w 221987"/>
              <a:gd name="connsiteY23" fmla="*/ 79241 h 235038"/>
              <a:gd name="connsiteX24" fmla="*/ 138574 w 221987"/>
              <a:gd name="connsiteY24" fmla="*/ 80585 h 235038"/>
              <a:gd name="connsiteX25" fmla="*/ 150682 w 221987"/>
              <a:gd name="connsiteY25" fmla="*/ 80585 h 235038"/>
              <a:gd name="connsiteX26" fmla="*/ 157409 w 221987"/>
              <a:gd name="connsiteY26" fmla="*/ 83271 h 235038"/>
              <a:gd name="connsiteX27" fmla="*/ 169517 w 221987"/>
              <a:gd name="connsiteY27" fmla="*/ 77898 h 235038"/>
              <a:gd name="connsiteX28" fmla="*/ 176244 w 221987"/>
              <a:gd name="connsiteY28" fmla="*/ 81928 h 235038"/>
              <a:gd name="connsiteX29" fmla="*/ 181626 w 221987"/>
              <a:gd name="connsiteY29" fmla="*/ 84614 h 235038"/>
              <a:gd name="connsiteX30" fmla="*/ 182971 w 221987"/>
              <a:gd name="connsiteY30" fmla="*/ 89986 h 235038"/>
              <a:gd name="connsiteX31" fmla="*/ 189698 w 221987"/>
              <a:gd name="connsiteY31" fmla="*/ 118191 h 235038"/>
              <a:gd name="connsiteX32" fmla="*/ 193734 w 221987"/>
              <a:gd name="connsiteY32" fmla="*/ 127592 h 235038"/>
              <a:gd name="connsiteX33" fmla="*/ 199116 w 221987"/>
              <a:gd name="connsiteY33" fmla="*/ 128935 h 235038"/>
              <a:gd name="connsiteX34" fmla="*/ 208533 w 221987"/>
              <a:gd name="connsiteY34" fmla="*/ 123563 h 235038"/>
              <a:gd name="connsiteX35" fmla="*/ 215260 w 221987"/>
              <a:gd name="connsiteY35" fmla="*/ 126249 h 235038"/>
              <a:gd name="connsiteX36" fmla="*/ 219296 w 221987"/>
              <a:gd name="connsiteY36" fmla="*/ 128935 h 235038"/>
              <a:gd name="connsiteX37" fmla="*/ 221987 w 221987"/>
              <a:gd name="connsiteY37" fmla="*/ 130279 h 235038"/>
              <a:gd name="connsiteX38" fmla="*/ 219296 w 221987"/>
              <a:gd name="connsiteY38" fmla="*/ 134308 h 235038"/>
              <a:gd name="connsiteX39" fmla="*/ 219296 w 221987"/>
              <a:gd name="connsiteY39" fmla="*/ 158483 h 235038"/>
              <a:gd name="connsiteX40" fmla="*/ 217951 w 221987"/>
              <a:gd name="connsiteY40" fmla="*/ 161169 h 235038"/>
              <a:gd name="connsiteX41" fmla="*/ 217951 w 221987"/>
              <a:gd name="connsiteY41" fmla="*/ 162512 h 235038"/>
              <a:gd name="connsiteX42" fmla="*/ 217951 w 221987"/>
              <a:gd name="connsiteY42" fmla="*/ 166541 h 235038"/>
              <a:gd name="connsiteX43" fmla="*/ 216606 w 221987"/>
              <a:gd name="connsiteY43" fmla="*/ 169228 h 235038"/>
              <a:gd name="connsiteX44" fmla="*/ 216606 w 221987"/>
              <a:gd name="connsiteY44" fmla="*/ 171914 h 235038"/>
              <a:gd name="connsiteX45" fmla="*/ 215260 w 221987"/>
              <a:gd name="connsiteY45" fmla="*/ 173257 h 235038"/>
              <a:gd name="connsiteX46" fmla="*/ 213915 w 221987"/>
              <a:gd name="connsiteY46" fmla="*/ 179972 h 235038"/>
              <a:gd name="connsiteX47" fmla="*/ 215260 w 221987"/>
              <a:gd name="connsiteY47" fmla="*/ 182659 h 235038"/>
              <a:gd name="connsiteX48" fmla="*/ 215260 w 221987"/>
              <a:gd name="connsiteY48" fmla="*/ 192060 h 235038"/>
              <a:gd name="connsiteX49" fmla="*/ 209879 w 221987"/>
              <a:gd name="connsiteY49" fmla="*/ 196089 h 235038"/>
              <a:gd name="connsiteX50" fmla="*/ 207188 w 221987"/>
              <a:gd name="connsiteY50" fmla="*/ 202805 h 235038"/>
              <a:gd name="connsiteX51" fmla="*/ 204497 w 221987"/>
              <a:gd name="connsiteY51" fmla="*/ 208177 h 235038"/>
              <a:gd name="connsiteX52" fmla="*/ 193734 w 221987"/>
              <a:gd name="connsiteY52" fmla="*/ 216235 h 235038"/>
              <a:gd name="connsiteX53" fmla="*/ 191043 w 221987"/>
              <a:gd name="connsiteY53" fmla="*/ 222951 h 235038"/>
              <a:gd name="connsiteX54" fmla="*/ 185662 w 221987"/>
              <a:gd name="connsiteY54" fmla="*/ 228323 h 235038"/>
              <a:gd name="connsiteX55" fmla="*/ 180280 w 221987"/>
              <a:gd name="connsiteY55" fmla="*/ 226980 h 235038"/>
              <a:gd name="connsiteX56" fmla="*/ 178935 w 221987"/>
              <a:gd name="connsiteY56" fmla="*/ 228323 h 235038"/>
              <a:gd name="connsiteX57" fmla="*/ 173554 w 221987"/>
              <a:gd name="connsiteY57" fmla="*/ 235038 h 235038"/>
              <a:gd name="connsiteX58" fmla="*/ 170863 w 221987"/>
              <a:gd name="connsiteY58" fmla="*/ 232352 h 235038"/>
              <a:gd name="connsiteX59" fmla="*/ 166827 w 221987"/>
              <a:gd name="connsiteY59" fmla="*/ 232352 h 235038"/>
              <a:gd name="connsiteX60" fmla="*/ 161445 w 221987"/>
              <a:gd name="connsiteY60" fmla="*/ 235038 h 235038"/>
              <a:gd name="connsiteX61" fmla="*/ 150682 w 221987"/>
              <a:gd name="connsiteY61" fmla="*/ 228323 h 235038"/>
              <a:gd name="connsiteX62" fmla="*/ 134538 w 221987"/>
              <a:gd name="connsiteY62" fmla="*/ 224294 h 235038"/>
              <a:gd name="connsiteX63" fmla="*/ 115702 w 221987"/>
              <a:gd name="connsiteY63" fmla="*/ 226980 h 235038"/>
              <a:gd name="connsiteX64" fmla="*/ 111666 w 221987"/>
              <a:gd name="connsiteY64" fmla="*/ 226980 h 235038"/>
              <a:gd name="connsiteX65" fmla="*/ 113012 w 221987"/>
              <a:gd name="connsiteY65" fmla="*/ 221608 h 235038"/>
              <a:gd name="connsiteX66" fmla="*/ 121084 w 221987"/>
              <a:gd name="connsiteY66" fmla="*/ 212206 h 235038"/>
              <a:gd name="connsiteX67" fmla="*/ 125120 w 221987"/>
              <a:gd name="connsiteY67" fmla="*/ 202805 h 235038"/>
              <a:gd name="connsiteX68" fmla="*/ 123775 w 221987"/>
              <a:gd name="connsiteY68" fmla="*/ 197432 h 235038"/>
              <a:gd name="connsiteX69" fmla="*/ 126465 w 221987"/>
              <a:gd name="connsiteY69" fmla="*/ 193403 h 235038"/>
              <a:gd name="connsiteX70" fmla="*/ 130501 w 221987"/>
              <a:gd name="connsiteY70" fmla="*/ 189374 h 235038"/>
              <a:gd name="connsiteX71" fmla="*/ 134538 w 221987"/>
              <a:gd name="connsiteY71" fmla="*/ 184002 h 235038"/>
              <a:gd name="connsiteX72" fmla="*/ 135883 w 221987"/>
              <a:gd name="connsiteY72" fmla="*/ 177286 h 235038"/>
              <a:gd name="connsiteX73" fmla="*/ 133192 w 221987"/>
              <a:gd name="connsiteY73" fmla="*/ 171914 h 235038"/>
              <a:gd name="connsiteX74" fmla="*/ 125120 w 221987"/>
              <a:gd name="connsiteY74" fmla="*/ 165198 h 235038"/>
              <a:gd name="connsiteX75" fmla="*/ 119738 w 221987"/>
              <a:gd name="connsiteY75" fmla="*/ 158483 h 235038"/>
              <a:gd name="connsiteX76" fmla="*/ 103594 w 221987"/>
              <a:gd name="connsiteY76" fmla="*/ 155797 h 235038"/>
              <a:gd name="connsiteX77" fmla="*/ 92831 w 221987"/>
              <a:gd name="connsiteY77" fmla="*/ 150425 h 235038"/>
              <a:gd name="connsiteX78" fmla="*/ 80723 w 221987"/>
              <a:gd name="connsiteY78" fmla="*/ 141023 h 235038"/>
              <a:gd name="connsiteX79" fmla="*/ 76686 w 221987"/>
              <a:gd name="connsiteY79" fmla="*/ 139680 h 235038"/>
              <a:gd name="connsiteX80" fmla="*/ 65923 w 221987"/>
              <a:gd name="connsiteY80" fmla="*/ 134308 h 235038"/>
              <a:gd name="connsiteX81" fmla="*/ 51124 w 221987"/>
              <a:gd name="connsiteY81" fmla="*/ 130279 h 235038"/>
              <a:gd name="connsiteX82" fmla="*/ 47088 w 221987"/>
              <a:gd name="connsiteY82" fmla="*/ 123563 h 235038"/>
              <a:gd name="connsiteX83" fmla="*/ 40361 w 221987"/>
              <a:gd name="connsiteY83" fmla="*/ 118191 h 235038"/>
              <a:gd name="connsiteX84" fmla="*/ 33634 w 221987"/>
              <a:gd name="connsiteY84" fmla="*/ 116848 h 235038"/>
              <a:gd name="connsiteX85" fmla="*/ 17490 w 221987"/>
              <a:gd name="connsiteY85" fmla="*/ 100731 h 235038"/>
              <a:gd name="connsiteX86" fmla="*/ 10763 w 221987"/>
              <a:gd name="connsiteY86" fmla="*/ 89986 h 235038"/>
              <a:gd name="connsiteX87" fmla="*/ 6727 w 221987"/>
              <a:gd name="connsiteY87" fmla="*/ 88643 h 235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221987" h="235038">
                <a:moveTo>
                  <a:pt x="0" y="81928"/>
                </a:moveTo>
                <a:lnTo>
                  <a:pt x="1345" y="72526"/>
                </a:lnTo>
                <a:lnTo>
                  <a:pt x="8072" y="59095"/>
                </a:lnTo>
                <a:lnTo>
                  <a:pt x="9418" y="52380"/>
                </a:lnTo>
                <a:lnTo>
                  <a:pt x="8072" y="44321"/>
                </a:lnTo>
                <a:lnTo>
                  <a:pt x="5381" y="40292"/>
                </a:lnTo>
                <a:lnTo>
                  <a:pt x="13454" y="28205"/>
                </a:lnTo>
                <a:lnTo>
                  <a:pt x="17490" y="18803"/>
                </a:lnTo>
                <a:lnTo>
                  <a:pt x="17490" y="14774"/>
                </a:lnTo>
                <a:lnTo>
                  <a:pt x="22871" y="10744"/>
                </a:lnTo>
                <a:lnTo>
                  <a:pt x="59196" y="0"/>
                </a:lnTo>
                <a:lnTo>
                  <a:pt x="88795" y="1343"/>
                </a:lnTo>
                <a:lnTo>
                  <a:pt x="104939" y="13431"/>
                </a:lnTo>
                <a:lnTo>
                  <a:pt x="110321" y="14774"/>
                </a:lnTo>
                <a:lnTo>
                  <a:pt x="114357" y="20146"/>
                </a:lnTo>
                <a:lnTo>
                  <a:pt x="113012" y="25518"/>
                </a:lnTo>
                <a:lnTo>
                  <a:pt x="119738" y="30891"/>
                </a:lnTo>
                <a:lnTo>
                  <a:pt x="119738" y="38949"/>
                </a:lnTo>
                <a:lnTo>
                  <a:pt x="125120" y="47008"/>
                </a:lnTo>
                <a:lnTo>
                  <a:pt x="122429" y="61782"/>
                </a:lnTo>
                <a:lnTo>
                  <a:pt x="123775" y="68497"/>
                </a:lnTo>
                <a:lnTo>
                  <a:pt x="122429" y="73869"/>
                </a:lnTo>
                <a:lnTo>
                  <a:pt x="123775" y="80585"/>
                </a:lnTo>
                <a:lnTo>
                  <a:pt x="134538" y="79241"/>
                </a:lnTo>
                <a:lnTo>
                  <a:pt x="138574" y="80585"/>
                </a:lnTo>
                <a:lnTo>
                  <a:pt x="150682" y="80585"/>
                </a:lnTo>
                <a:lnTo>
                  <a:pt x="157409" y="83271"/>
                </a:lnTo>
                <a:lnTo>
                  <a:pt x="169517" y="77898"/>
                </a:lnTo>
                <a:lnTo>
                  <a:pt x="176244" y="81928"/>
                </a:lnTo>
                <a:lnTo>
                  <a:pt x="181626" y="84614"/>
                </a:lnTo>
                <a:lnTo>
                  <a:pt x="182971" y="89986"/>
                </a:lnTo>
                <a:lnTo>
                  <a:pt x="189698" y="118191"/>
                </a:lnTo>
                <a:lnTo>
                  <a:pt x="193734" y="127592"/>
                </a:lnTo>
                <a:lnTo>
                  <a:pt x="199116" y="128935"/>
                </a:lnTo>
                <a:lnTo>
                  <a:pt x="208533" y="123563"/>
                </a:lnTo>
                <a:lnTo>
                  <a:pt x="215260" y="126249"/>
                </a:lnTo>
                <a:lnTo>
                  <a:pt x="219296" y="128935"/>
                </a:lnTo>
                <a:lnTo>
                  <a:pt x="221987" y="130279"/>
                </a:lnTo>
                <a:lnTo>
                  <a:pt x="219296" y="134308"/>
                </a:lnTo>
                <a:lnTo>
                  <a:pt x="219296" y="158483"/>
                </a:lnTo>
                <a:lnTo>
                  <a:pt x="217951" y="161169"/>
                </a:lnTo>
                <a:lnTo>
                  <a:pt x="217951" y="162512"/>
                </a:lnTo>
                <a:lnTo>
                  <a:pt x="217951" y="166541"/>
                </a:lnTo>
                <a:lnTo>
                  <a:pt x="216606" y="169228"/>
                </a:lnTo>
                <a:lnTo>
                  <a:pt x="216606" y="171914"/>
                </a:lnTo>
                <a:lnTo>
                  <a:pt x="215260" y="173257"/>
                </a:lnTo>
                <a:lnTo>
                  <a:pt x="213915" y="179972"/>
                </a:lnTo>
                <a:lnTo>
                  <a:pt x="215260" y="182659"/>
                </a:lnTo>
                <a:lnTo>
                  <a:pt x="215260" y="192060"/>
                </a:lnTo>
                <a:lnTo>
                  <a:pt x="209879" y="196089"/>
                </a:lnTo>
                <a:lnTo>
                  <a:pt x="207188" y="202805"/>
                </a:lnTo>
                <a:lnTo>
                  <a:pt x="204497" y="208177"/>
                </a:lnTo>
                <a:lnTo>
                  <a:pt x="193734" y="216235"/>
                </a:lnTo>
                <a:lnTo>
                  <a:pt x="191043" y="222951"/>
                </a:lnTo>
                <a:lnTo>
                  <a:pt x="185662" y="228323"/>
                </a:lnTo>
                <a:lnTo>
                  <a:pt x="180280" y="226980"/>
                </a:lnTo>
                <a:lnTo>
                  <a:pt x="178935" y="228323"/>
                </a:lnTo>
                <a:lnTo>
                  <a:pt x="173554" y="235038"/>
                </a:lnTo>
                <a:lnTo>
                  <a:pt x="170863" y="232352"/>
                </a:lnTo>
                <a:lnTo>
                  <a:pt x="166827" y="232352"/>
                </a:lnTo>
                <a:lnTo>
                  <a:pt x="161445" y="235038"/>
                </a:lnTo>
                <a:lnTo>
                  <a:pt x="150682" y="228323"/>
                </a:lnTo>
                <a:lnTo>
                  <a:pt x="134538" y="224294"/>
                </a:lnTo>
                <a:lnTo>
                  <a:pt x="115702" y="226980"/>
                </a:lnTo>
                <a:lnTo>
                  <a:pt x="111666" y="226980"/>
                </a:lnTo>
                <a:lnTo>
                  <a:pt x="113012" y="221608"/>
                </a:lnTo>
                <a:lnTo>
                  <a:pt x="121084" y="212206"/>
                </a:lnTo>
                <a:lnTo>
                  <a:pt x="125120" y="202805"/>
                </a:lnTo>
                <a:lnTo>
                  <a:pt x="123775" y="197432"/>
                </a:lnTo>
                <a:lnTo>
                  <a:pt x="126465" y="193403"/>
                </a:lnTo>
                <a:lnTo>
                  <a:pt x="130501" y="189374"/>
                </a:lnTo>
                <a:lnTo>
                  <a:pt x="134538" y="184002"/>
                </a:lnTo>
                <a:lnTo>
                  <a:pt x="135883" y="177286"/>
                </a:lnTo>
                <a:lnTo>
                  <a:pt x="133192" y="171914"/>
                </a:lnTo>
                <a:lnTo>
                  <a:pt x="125120" y="165198"/>
                </a:lnTo>
                <a:lnTo>
                  <a:pt x="119738" y="158483"/>
                </a:lnTo>
                <a:lnTo>
                  <a:pt x="103594" y="155797"/>
                </a:lnTo>
                <a:lnTo>
                  <a:pt x="92831" y="150425"/>
                </a:lnTo>
                <a:lnTo>
                  <a:pt x="80723" y="141023"/>
                </a:lnTo>
                <a:lnTo>
                  <a:pt x="76686" y="139680"/>
                </a:lnTo>
                <a:lnTo>
                  <a:pt x="65923" y="134308"/>
                </a:lnTo>
                <a:lnTo>
                  <a:pt x="51124" y="130279"/>
                </a:lnTo>
                <a:lnTo>
                  <a:pt x="47088" y="123563"/>
                </a:lnTo>
                <a:lnTo>
                  <a:pt x="40361" y="118191"/>
                </a:lnTo>
                <a:lnTo>
                  <a:pt x="33634" y="116848"/>
                </a:lnTo>
                <a:lnTo>
                  <a:pt x="17490" y="100731"/>
                </a:lnTo>
                <a:lnTo>
                  <a:pt x="10763" y="89986"/>
                </a:lnTo>
                <a:lnTo>
                  <a:pt x="6727" y="88643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26" name="Freeform 1225">
            <a:extLst>
              <a:ext uri="{FF2B5EF4-FFF2-40B4-BE49-F238E27FC236}">
                <a16:creationId xmlns:a16="http://schemas.microsoft.com/office/drawing/2014/main" id="{2535AEEF-D63A-AD40-8996-BE2E748450CC}"/>
              </a:ext>
            </a:extLst>
          </p:cNvPr>
          <p:cNvSpPr/>
          <p:nvPr/>
        </p:nvSpPr>
        <p:spPr>
          <a:xfrm>
            <a:off x="5895442" y="5459068"/>
            <a:ext cx="131846" cy="149081"/>
          </a:xfrm>
          <a:custGeom>
            <a:avLst/>
            <a:gdLst>
              <a:gd name="connsiteX0" fmla="*/ 13454 w 131846"/>
              <a:gd name="connsiteY0" fmla="*/ 1343 h 149081"/>
              <a:gd name="connsiteX1" fmla="*/ 17490 w 131846"/>
              <a:gd name="connsiteY1" fmla="*/ 1343 h 149081"/>
              <a:gd name="connsiteX2" fmla="*/ 20181 w 131846"/>
              <a:gd name="connsiteY2" fmla="*/ 4029 h 149081"/>
              <a:gd name="connsiteX3" fmla="*/ 33634 w 131846"/>
              <a:gd name="connsiteY3" fmla="*/ 0 h 149081"/>
              <a:gd name="connsiteX4" fmla="*/ 39016 w 131846"/>
              <a:gd name="connsiteY4" fmla="*/ 2686 h 149081"/>
              <a:gd name="connsiteX5" fmla="*/ 44397 w 131846"/>
              <a:gd name="connsiteY5" fmla="*/ 10744 h 149081"/>
              <a:gd name="connsiteX6" fmla="*/ 49779 w 131846"/>
              <a:gd name="connsiteY6" fmla="*/ 13431 h 149081"/>
              <a:gd name="connsiteX7" fmla="*/ 52470 w 131846"/>
              <a:gd name="connsiteY7" fmla="*/ 20146 h 149081"/>
              <a:gd name="connsiteX8" fmla="*/ 59197 w 131846"/>
              <a:gd name="connsiteY8" fmla="*/ 30891 h 149081"/>
              <a:gd name="connsiteX9" fmla="*/ 61887 w 131846"/>
              <a:gd name="connsiteY9" fmla="*/ 30891 h 149081"/>
              <a:gd name="connsiteX10" fmla="*/ 67269 w 131846"/>
              <a:gd name="connsiteY10" fmla="*/ 25518 h 149081"/>
              <a:gd name="connsiteX11" fmla="*/ 69960 w 131846"/>
              <a:gd name="connsiteY11" fmla="*/ 25518 h 149081"/>
              <a:gd name="connsiteX12" fmla="*/ 76686 w 131846"/>
              <a:gd name="connsiteY12" fmla="*/ 34920 h 149081"/>
              <a:gd name="connsiteX13" fmla="*/ 83413 w 131846"/>
              <a:gd name="connsiteY13" fmla="*/ 38949 h 149081"/>
              <a:gd name="connsiteX14" fmla="*/ 88795 w 131846"/>
              <a:gd name="connsiteY14" fmla="*/ 40292 h 149081"/>
              <a:gd name="connsiteX15" fmla="*/ 95522 w 131846"/>
              <a:gd name="connsiteY15" fmla="*/ 45665 h 149081"/>
              <a:gd name="connsiteX16" fmla="*/ 95522 w 131846"/>
              <a:gd name="connsiteY16" fmla="*/ 52380 h 149081"/>
              <a:gd name="connsiteX17" fmla="*/ 100903 w 131846"/>
              <a:gd name="connsiteY17" fmla="*/ 51037 h 149081"/>
              <a:gd name="connsiteX18" fmla="*/ 110321 w 131846"/>
              <a:gd name="connsiteY18" fmla="*/ 56409 h 149081"/>
              <a:gd name="connsiteX19" fmla="*/ 117048 w 131846"/>
              <a:gd name="connsiteY19" fmla="*/ 63124 h 149081"/>
              <a:gd name="connsiteX20" fmla="*/ 123775 w 131846"/>
              <a:gd name="connsiteY20" fmla="*/ 72526 h 149081"/>
              <a:gd name="connsiteX21" fmla="*/ 129156 w 131846"/>
              <a:gd name="connsiteY21" fmla="*/ 77898 h 149081"/>
              <a:gd name="connsiteX22" fmla="*/ 127811 w 131846"/>
              <a:gd name="connsiteY22" fmla="*/ 84614 h 149081"/>
              <a:gd name="connsiteX23" fmla="*/ 122429 w 131846"/>
              <a:gd name="connsiteY23" fmla="*/ 91329 h 149081"/>
              <a:gd name="connsiteX24" fmla="*/ 125120 w 131846"/>
              <a:gd name="connsiteY24" fmla="*/ 99388 h 149081"/>
              <a:gd name="connsiteX25" fmla="*/ 126466 w 131846"/>
              <a:gd name="connsiteY25" fmla="*/ 100731 h 149081"/>
              <a:gd name="connsiteX26" fmla="*/ 126466 w 131846"/>
              <a:gd name="connsiteY26" fmla="*/ 102074 h 149081"/>
              <a:gd name="connsiteX27" fmla="*/ 130501 w 131846"/>
              <a:gd name="connsiteY27" fmla="*/ 106103 h 149081"/>
              <a:gd name="connsiteX28" fmla="*/ 131847 w 131846"/>
              <a:gd name="connsiteY28" fmla="*/ 107446 h 149081"/>
              <a:gd name="connsiteX29" fmla="*/ 129156 w 131846"/>
              <a:gd name="connsiteY29" fmla="*/ 110132 h 149081"/>
              <a:gd name="connsiteX30" fmla="*/ 125120 w 131846"/>
              <a:gd name="connsiteY30" fmla="*/ 114162 h 149081"/>
              <a:gd name="connsiteX31" fmla="*/ 125120 w 131846"/>
              <a:gd name="connsiteY31" fmla="*/ 122220 h 149081"/>
              <a:gd name="connsiteX32" fmla="*/ 119739 w 131846"/>
              <a:gd name="connsiteY32" fmla="*/ 126249 h 149081"/>
              <a:gd name="connsiteX33" fmla="*/ 117048 w 131846"/>
              <a:gd name="connsiteY33" fmla="*/ 130278 h 149081"/>
              <a:gd name="connsiteX34" fmla="*/ 118393 w 131846"/>
              <a:gd name="connsiteY34" fmla="*/ 131621 h 149081"/>
              <a:gd name="connsiteX35" fmla="*/ 117048 w 131846"/>
              <a:gd name="connsiteY35" fmla="*/ 134308 h 149081"/>
              <a:gd name="connsiteX36" fmla="*/ 110321 w 131846"/>
              <a:gd name="connsiteY36" fmla="*/ 141023 h 149081"/>
              <a:gd name="connsiteX37" fmla="*/ 100903 w 131846"/>
              <a:gd name="connsiteY37" fmla="*/ 145052 h 149081"/>
              <a:gd name="connsiteX38" fmla="*/ 99558 w 131846"/>
              <a:gd name="connsiteY38" fmla="*/ 142366 h 149081"/>
              <a:gd name="connsiteX39" fmla="*/ 96867 w 131846"/>
              <a:gd name="connsiteY39" fmla="*/ 143709 h 149081"/>
              <a:gd name="connsiteX40" fmla="*/ 96867 w 131846"/>
              <a:gd name="connsiteY40" fmla="*/ 146395 h 149081"/>
              <a:gd name="connsiteX41" fmla="*/ 94176 w 131846"/>
              <a:gd name="connsiteY41" fmla="*/ 149081 h 149081"/>
              <a:gd name="connsiteX42" fmla="*/ 90140 w 131846"/>
              <a:gd name="connsiteY42" fmla="*/ 147738 h 149081"/>
              <a:gd name="connsiteX43" fmla="*/ 86104 w 131846"/>
              <a:gd name="connsiteY43" fmla="*/ 146395 h 149081"/>
              <a:gd name="connsiteX44" fmla="*/ 83413 w 131846"/>
              <a:gd name="connsiteY44" fmla="*/ 147738 h 149081"/>
              <a:gd name="connsiteX45" fmla="*/ 80723 w 131846"/>
              <a:gd name="connsiteY45" fmla="*/ 145052 h 149081"/>
              <a:gd name="connsiteX46" fmla="*/ 75341 w 131846"/>
              <a:gd name="connsiteY46" fmla="*/ 143709 h 149081"/>
              <a:gd name="connsiteX47" fmla="*/ 68614 w 131846"/>
              <a:gd name="connsiteY47" fmla="*/ 145052 h 149081"/>
              <a:gd name="connsiteX48" fmla="*/ 63233 w 131846"/>
              <a:gd name="connsiteY48" fmla="*/ 149081 h 149081"/>
              <a:gd name="connsiteX49" fmla="*/ 57851 w 131846"/>
              <a:gd name="connsiteY49" fmla="*/ 147738 h 149081"/>
              <a:gd name="connsiteX50" fmla="*/ 57851 w 131846"/>
              <a:gd name="connsiteY50" fmla="*/ 145052 h 149081"/>
              <a:gd name="connsiteX51" fmla="*/ 57851 w 131846"/>
              <a:gd name="connsiteY51" fmla="*/ 143709 h 149081"/>
              <a:gd name="connsiteX52" fmla="*/ 56506 w 131846"/>
              <a:gd name="connsiteY52" fmla="*/ 142366 h 149081"/>
              <a:gd name="connsiteX53" fmla="*/ 52470 w 131846"/>
              <a:gd name="connsiteY53" fmla="*/ 142366 h 149081"/>
              <a:gd name="connsiteX54" fmla="*/ 48434 w 131846"/>
              <a:gd name="connsiteY54" fmla="*/ 141023 h 149081"/>
              <a:gd name="connsiteX55" fmla="*/ 43052 w 131846"/>
              <a:gd name="connsiteY55" fmla="*/ 136994 h 149081"/>
              <a:gd name="connsiteX56" fmla="*/ 36325 w 131846"/>
              <a:gd name="connsiteY56" fmla="*/ 136994 h 149081"/>
              <a:gd name="connsiteX57" fmla="*/ 24217 w 131846"/>
              <a:gd name="connsiteY57" fmla="*/ 138337 h 149081"/>
              <a:gd name="connsiteX58" fmla="*/ 20181 w 131846"/>
              <a:gd name="connsiteY58" fmla="*/ 136994 h 149081"/>
              <a:gd name="connsiteX59" fmla="*/ 13454 w 131846"/>
              <a:gd name="connsiteY59" fmla="*/ 128935 h 149081"/>
              <a:gd name="connsiteX60" fmla="*/ 10763 w 131846"/>
              <a:gd name="connsiteY60" fmla="*/ 128935 h 149081"/>
              <a:gd name="connsiteX61" fmla="*/ 2691 w 131846"/>
              <a:gd name="connsiteY61" fmla="*/ 118191 h 149081"/>
              <a:gd name="connsiteX62" fmla="*/ 0 w 131846"/>
              <a:gd name="connsiteY62" fmla="*/ 108789 h 149081"/>
              <a:gd name="connsiteX63" fmla="*/ 0 w 131846"/>
              <a:gd name="connsiteY63" fmla="*/ 98044 h 149081"/>
              <a:gd name="connsiteX64" fmla="*/ 0 w 131846"/>
              <a:gd name="connsiteY64" fmla="*/ 96701 h 149081"/>
              <a:gd name="connsiteX65" fmla="*/ 0 w 131846"/>
              <a:gd name="connsiteY65" fmla="*/ 95358 h 149081"/>
              <a:gd name="connsiteX66" fmla="*/ 4036 w 131846"/>
              <a:gd name="connsiteY66" fmla="*/ 91329 h 149081"/>
              <a:gd name="connsiteX67" fmla="*/ 5382 w 131846"/>
              <a:gd name="connsiteY67" fmla="*/ 88643 h 149081"/>
              <a:gd name="connsiteX68" fmla="*/ 4036 w 131846"/>
              <a:gd name="connsiteY68" fmla="*/ 79241 h 149081"/>
              <a:gd name="connsiteX69" fmla="*/ 2691 w 131846"/>
              <a:gd name="connsiteY69" fmla="*/ 68497 h 149081"/>
              <a:gd name="connsiteX70" fmla="*/ 4036 w 131846"/>
              <a:gd name="connsiteY70" fmla="*/ 65811 h 149081"/>
              <a:gd name="connsiteX71" fmla="*/ 1345 w 131846"/>
              <a:gd name="connsiteY71" fmla="*/ 57752 h 149081"/>
              <a:gd name="connsiteX72" fmla="*/ 5382 w 131846"/>
              <a:gd name="connsiteY72" fmla="*/ 51037 h 149081"/>
              <a:gd name="connsiteX73" fmla="*/ 4036 w 131846"/>
              <a:gd name="connsiteY73" fmla="*/ 47008 h 149081"/>
              <a:gd name="connsiteX74" fmla="*/ 6727 w 131846"/>
              <a:gd name="connsiteY74" fmla="*/ 42978 h 149081"/>
              <a:gd name="connsiteX75" fmla="*/ 6727 w 131846"/>
              <a:gd name="connsiteY75" fmla="*/ 30891 h 149081"/>
              <a:gd name="connsiteX76" fmla="*/ 5382 w 131846"/>
              <a:gd name="connsiteY76" fmla="*/ 26862 h 149081"/>
              <a:gd name="connsiteX77" fmla="*/ 8072 w 131846"/>
              <a:gd name="connsiteY77" fmla="*/ 22832 h 149081"/>
              <a:gd name="connsiteX78" fmla="*/ 5382 w 131846"/>
              <a:gd name="connsiteY78" fmla="*/ 14774 h 149081"/>
              <a:gd name="connsiteX79" fmla="*/ 10763 w 131846"/>
              <a:gd name="connsiteY79" fmla="*/ 9401 h 149081"/>
              <a:gd name="connsiteX80" fmla="*/ 13454 w 131846"/>
              <a:gd name="connsiteY80" fmla="*/ 2686 h 149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31846" h="149081">
                <a:moveTo>
                  <a:pt x="13454" y="1343"/>
                </a:moveTo>
                <a:lnTo>
                  <a:pt x="17490" y="1343"/>
                </a:lnTo>
                <a:lnTo>
                  <a:pt x="20181" y="4029"/>
                </a:lnTo>
                <a:lnTo>
                  <a:pt x="33634" y="0"/>
                </a:lnTo>
                <a:lnTo>
                  <a:pt x="39016" y="2686"/>
                </a:lnTo>
                <a:lnTo>
                  <a:pt x="44397" y="10744"/>
                </a:lnTo>
                <a:lnTo>
                  <a:pt x="49779" y="13431"/>
                </a:lnTo>
                <a:lnTo>
                  <a:pt x="52470" y="20146"/>
                </a:lnTo>
                <a:lnTo>
                  <a:pt x="59197" y="30891"/>
                </a:lnTo>
                <a:lnTo>
                  <a:pt x="61887" y="30891"/>
                </a:lnTo>
                <a:lnTo>
                  <a:pt x="67269" y="25518"/>
                </a:lnTo>
                <a:lnTo>
                  <a:pt x="69960" y="25518"/>
                </a:lnTo>
                <a:lnTo>
                  <a:pt x="76686" y="34920"/>
                </a:lnTo>
                <a:lnTo>
                  <a:pt x="83413" y="38949"/>
                </a:lnTo>
                <a:lnTo>
                  <a:pt x="88795" y="40292"/>
                </a:lnTo>
                <a:lnTo>
                  <a:pt x="95522" y="45665"/>
                </a:lnTo>
                <a:lnTo>
                  <a:pt x="95522" y="52380"/>
                </a:lnTo>
                <a:lnTo>
                  <a:pt x="100903" y="51037"/>
                </a:lnTo>
                <a:lnTo>
                  <a:pt x="110321" y="56409"/>
                </a:lnTo>
                <a:lnTo>
                  <a:pt x="117048" y="63124"/>
                </a:lnTo>
                <a:lnTo>
                  <a:pt x="123775" y="72526"/>
                </a:lnTo>
                <a:lnTo>
                  <a:pt x="129156" y="77898"/>
                </a:lnTo>
                <a:lnTo>
                  <a:pt x="127811" y="84614"/>
                </a:lnTo>
                <a:lnTo>
                  <a:pt x="122429" y="91329"/>
                </a:lnTo>
                <a:lnTo>
                  <a:pt x="125120" y="99388"/>
                </a:lnTo>
                <a:lnTo>
                  <a:pt x="126466" y="100731"/>
                </a:lnTo>
                <a:lnTo>
                  <a:pt x="126466" y="102074"/>
                </a:lnTo>
                <a:lnTo>
                  <a:pt x="130501" y="106103"/>
                </a:lnTo>
                <a:lnTo>
                  <a:pt x="131847" y="107446"/>
                </a:lnTo>
                <a:lnTo>
                  <a:pt x="129156" y="110132"/>
                </a:lnTo>
                <a:lnTo>
                  <a:pt x="125120" y="114162"/>
                </a:lnTo>
                <a:lnTo>
                  <a:pt x="125120" y="122220"/>
                </a:lnTo>
                <a:lnTo>
                  <a:pt x="119739" y="126249"/>
                </a:lnTo>
                <a:lnTo>
                  <a:pt x="117048" y="130278"/>
                </a:lnTo>
                <a:lnTo>
                  <a:pt x="118393" y="131621"/>
                </a:lnTo>
                <a:lnTo>
                  <a:pt x="117048" y="134308"/>
                </a:lnTo>
                <a:lnTo>
                  <a:pt x="110321" y="141023"/>
                </a:lnTo>
                <a:lnTo>
                  <a:pt x="100903" y="145052"/>
                </a:lnTo>
                <a:lnTo>
                  <a:pt x="99558" y="142366"/>
                </a:lnTo>
                <a:lnTo>
                  <a:pt x="96867" y="143709"/>
                </a:lnTo>
                <a:lnTo>
                  <a:pt x="96867" y="146395"/>
                </a:lnTo>
                <a:lnTo>
                  <a:pt x="94176" y="149081"/>
                </a:lnTo>
                <a:lnTo>
                  <a:pt x="90140" y="147738"/>
                </a:lnTo>
                <a:lnTo>
                  <a:pt x="86104" y="146395"/>
                </a:lnTo>
                <a:lnTo>
                  <a:pt x="83413" y="147738"/>
                </a:lnTo>
                <a:lnTo>
                  <a:pt x="80723" y="145052"/>
                </a:lnTo>
                <a:lnTo>
                  <a:pt x="75341" y="143709"/>
                </a:lnTo>
                <a:lnTo>
                  <a:pt x="68614" y="145052"/>
                </a:lnTo>
                <a:lnTo>
                  <a:pt x="63233" y="149081"/>
                </a:lnTo>
                <a:lnTo>
                  <a:pt x="57851" y="147738"/>
                </a:lnTo>
                <a:lnTo>
                  <a:pt x="57851" y="145052"/>
                </a:lnTo>
                <a:lnTo>
                  <a:pt x="57851" y="143709"/>
                </a:lnTo>
                <a:lnTo>
                  <a:pt x="56506" y="142366"/>
                </a:lnTo>
                <a:lnTo>
                  <a:pt x="52470" y="142366"/>
                </a:lnTo>
                <a:lnTo>
                  <a:pt x="48434" y="141023"/>
                </a:lnTo>
                <a:lnTo>
                  <a:pt x="43052" y="136994"/>
                </a:lnTo>
                <a:lnTo>
                  <a:pt x="36325" y="136994"/>
                </a:lnTo>
                <a:lnTo>
                  <a:pt x="24217" y="138337"/>
                </a:lnTo>
                <a:lnTo>
                  <a:pt x="20181" y="136994"/>
                </a:lnTo>
                <a:lnTo>
                  <a:pt x="13454" y="128935"/>
                </a:lnTo>
                <a:lnTo>
                  <a:pt x="10763" y="128935"/>
                </a:lnTo>
                <a:lnTo>
                  <a:pt x="2691" y="118191"/>
                </a:lnTo>
                <a:lnTo>
                  <a:pt x="0" y="108789"/>
                </a:lnTo>
                <a:lnTo>
                  <a:pt x="0" y="98044"/>
                </a:lnTo>
                <a:lnTo>
                  <a:pt x="0" y="96701"/>
                </a:lnTo>
                <a:lnTo>
                  <a:pt x="0" y="95358"/>
                </a:lnTo>
                <a:lnTo>
                  <a:pt x="4036" y="91329"/>
                </a:lnTo>
                <a:lnTo>
                  <a:pt x="5382" y="88643"/>
                </a:lnTo>
                <a:lnTo>
                  <a:pt x="4036" y="79241"/>
                </a:lnTo>
                <a:lnTo>
                  <a:pt x="2691" y="68497"/>
                </a:lnTo>
                <a:lnTo>
                  <a:pt x="4036" y="65811"/>
                </a:lnTo>
                <a:lnTo>
                  <a:pt x="1345" y="57752"/>
                </a:lnTo>
                <a:lnTo>
                  <a:pt x="5382" y="51037"/>
                </a:lnTo>
                <a:lnTo>
                  <a:pt x="4036" y="47008"/>
                </a:lnTo>
                <a:lnTo>
                  <a:pt x="6727" y="42978"/>
                </a:lnTo>
                <a:lnTo>
                  <a:pt x="6727" y="30891"/>
                </a:lnTo>
                <a:lnTo>
                  <a:pt x="5382" y="26862"/>
                </a:lnTo>
                <a:lnTo>
                  <a:pt x="8072" y="22832"/>
                </a:lnTo>
                <a:lnTo>
                  <a:pt x="5382" y="14774"/>
                </a:lnTo>
                <a:lnTo>
                  <a:pt x="10763" y="9401"/>
                </a:lnTo>
                <a:lnTo>
                  <a:pt x="13454" y="2686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227" name="Graphic 5">
            <a:extLst>
              <a:ext uri="{FF2B5EF4-FFF2-40B4-BE49-F238E27FC236}">
                <a16:creationId xmlns:a16="http://schemas.microsoft.com/office/drawing/2014/main" id="{87DEF211-1DF7-7C38-1965-E0CF451403B8}"/>
              </a:ext>
            </a:extLst>
          </p:cNvPr>
          <p:cNvGrpSpPr/>
          <p:nvPr/>
        </p:nvGrpSpPr>
        <p:grpSpPr>
          <a:xfrm>
            <a:off x="5583315" y="5229402"/>
            <a:ext cx="415721" cy="1075804"/>
            <a:chOff x="5583315" y="5229402"/>
            <a:chExt cx="415721" cy="1075804"/>
          </a:xfrm>
          <a:solidFill>
            <a:srgbClr val="E5E5E4"/>
          </a:solidFill>
        </p:grpSpPr>
        <p:sp>
          <p:nvSpPr>
            <p:cNvPr id="1228" name="Freeform 1227">
              <a:extLst>
                <a:ext uri="{FF2B5EF4-FFF2-40B4-BE49-F238E27FC236}">
                  <a16:creationId xmlns:a16="http://schemas.microsoft.com/office/drawing/2014/main" id="{E235791C-5DC7-D54D-077B-877A382061CE}"/>
                </a:ext>
              </a:extLst>
            </p:cNvPr>
            <p:cNvSpPr/>
            <p:nvPr/>
          </p:nvSpPr>
          <p:spPr>
            <a:xfrm>
              <a:off x="5583315" y="5229402"/>
              <a:ext cx="415721" cy="973730"/>
            </a:xfrm>
            <a:custGeom>
              <a:avLst/>
              <a:gdLst>
                <a:gd name="connsiteX0" fmla="*/ 64578 w 415721"/>
                <a:gd name="connsiteY0" fmla="*/ 26862 h 973730"/>
                <a:gd name="connsiteX1" fmla="*/ 67269 w 415721"/>
                <a:gd name="connsiteY1" fmla="*/ 22832 h 973730"/>
                <a:gd name="connsiteX2" fmla="*/ 71305 w 415721"/>
                <a:gd name="connsiteY2" fmla="*/ 13431 h 973730"/>
                <a:gd name="connsiteX3" fmla="*/ 82068 w 415721"/>
                <a:gd name="connsiteY3" fmla="*/ 2686 h 973730"/>
                <a:gd name="connsiteX4" fmla="*/ 88795 w 415721"/>
                <a:gd name="connsiteY4" fmla="*/ 0 h 973730"/>
                <a:gd name="connsiteX5" fmla="*/ 95522 w 415721"/>
                <a:gd name="connsiteY5" fmla="*/ 5372 h 973730"/>
                <a:gd name="connsiteX6" fmla="*/ 102249 w 415721"/>
                <a:gd name="connsiteY6" fmla="*/ 5372 h 973730"/>
                <a:gd name="connsiteX7" fmla="*/ 107630 w 415721"/>
                <a:gd name="connsiteY7" fmla="*/ 4029 h 973730"/>
                <a:gd name="connsiteX8" fmla="*/ 113012 w 415721"/>
                <a:gd name="connsiteY8" fmla="*/ 5372 h 973730"/>
                <a:gd name="connsiteX9" fmla="*/ 122429 w 415721"/>
                <a:gd name="connsiteY9" fmla="*/ 4029 h 973730"/>
                <a:gd name="connsiteX10" fmla="*/ 126465 w 415721"/>
                <a:gd name="connsiteY10" fmla="*/ 4029 h 973730"/>
                <a:gd name="connsiteX11" fmla="*/ 127811 w 415721"/>
                <a:gd name="connsiteY11" fmla="*/ 10744 h 973730"/>
                <a:gd name="connsiteX12" fmla="*/ 131847 w 415721"/>
                <a:gd name="connsiteY12" fmla="*/ 21489 h 973730"/>
                <a:gd name="connsiteX13" fmla="*/ 133192 w 415721"/>
                <a:gd name="connsiteY13" fmla="*/ 25518 h 973730"/>
                <a:gd name="connsiteX14" fmla="*/ 135883 w 415721"/>
                <a:gd name="connsiteY14" fmla="*/ 21489 h 973730"/>
                <a:gd name="connsiteX15" fmla="*/ 135883 w 415721"/>
                <a:gd name="connsiteY15" fmla="*/ 17460 h 973730"/>
                <a:gd name="connsiteX16" fmla="*/ 138574 w 415721"/>
                <a:gd name="connsiteY16" fmla="*/ 12088 h 973730"/>
                <a:gd name="connsiteX17" fmla="*/ 138574 w 415721"/>
                <a:gd name="connsiteY17" fmla="*/ 6715 h 973730"/>
                <a:gd name="connsiteX18" fmla="*/ 142610 w 415721"/>
                <a:gd name="connsiteY18" fmla="*/ 1343 h 973730"/>
                <a:gd name="connsiteX19" fmla="*/ 157409 w 415721"/>
                <a:gd name="connsiteY19" fmla="*/ 1343 h 973730"/>
                <a:gd name="connsiteX20" fmla="*/ 170863 w 415721"/>
                <a:gd name="connsiteY20" fmla="*/ 1343 h 973730"/>
                <a:gd name="connsiteX21" fmla="*/ 176244 w 415721"/>
                <a:gd name="connsiteY21" fmla="*/ 6715 h 973730"/>
                <a:gd name="connsiteX22" fmla="*/ 182971 w 415721"/>
                <a:gd name="connsiteY22" fmla="*/ 13431 h 973730"/>
                <a:gd name="connsiteX23" fmla="*/ 187007 w 415721"/>
                <a:gd name="connsiteY23" fmla="*/ 14774 h 973730"/>
                <a:gd name="connsiteX24" fmla="*/ 193734 w 415721"/>
                <a:gd name="connsiteY24" fmla="*/ 25518 h 973730"/>
                <a:gd name="connsiteX25" fmla="*/ 209879 w 415721"/>
                <a:gd name="connsiteY25" fmla="*/ 41635 h 973730"/>
                <a:gd name="connsiteX26" fmla="*/ 216606 w 415721"/>
                <a:gd name="connsiteY26" fmla="*/ 42978 h 973730"/>
                <a:gd name="connsiteX27" fmla="*/ 223333 w 415721"/>
                <a:gd name="connsiteY27" fmla="*/ 48351 h 973730"/>
                <a:gd name="connsiteX28" fmla="*/ 227369 w 415721"/>
                <a:gd name="connsiteY28" fmla="*/ 55066 h 973730"/>
                <a:gd name="connsiteX29" fmla="*/ 242168 w 415721"/>
                <a:gd name="connsiteY29" fmla="*/ 59095 h 973730"/>
                <a:gd name="connsiteX30" fmla="*/ 252931 w 415721"/>
                <a:gd name="connsiteY30" fmla="*/ 64468 h 973730"/>
                <a:gd name="connsiteX31" fmla="*/ 256967 w 415721"/>
                <a:gd name="connsiteY31" fmla="*/ 65811 h 973730"/>
                <a:gd name="connsiteX32" fmla="*/ 269075 w 415721"/>
                <a:gd name="connsiteY32" fmla="*/ 75212 h 973730"/>
                <a:gd name="connsiteX33" fmla="*/ 279838 w 415721"/>
                <a:gd name="connsiteY33" fmla="*/ 80585 h 973730"/>
                <a:gd name="connsiteX34" fmla="*/ 295983 w 415721"/>
                <a:gd name="connsiteY34" fmla="*/ 83271 h 973730"/>
                <a:gd name="connsiteX35" fmla="*/ 301364 w 415721"/>
                <a:gd name="connsiteY35" fmla="*/ 89986 h 973730"/>
                <a:gd name="connsiteX36" fmla="*/ 309437 w 415721"/>
                <a:gd name="connsiteY36" fmla="*/ 96701 h 973730"/>
                <a:gd name="connsiteX37" fmla="*/ 312127 w 415721"/>
                <a:gd name="connsiteY37" fmla="*/ 102074 h 973730"/>
                <a:gd name="connsiteX38" fmla="*/ 310782 w 415721"/>
                <a:gd name="connsiteY38" fmla="*/ 108789 h 973730"/>
                <a:gd name="connsiteX39" fmla="*/ 306746 w 415721"/>
                <a:gd name="connsiteY39" fmla="*/ 114162 h 973730"/>
                <a:gd name="connsiteX40" fmla="*/ 302710 w 415721"/>
                <a:gd name="connsiteY40" fmla="*/ 118191 h 973730"/>
                <a:gd name="connsiteX41" fmla="*/ 300019 w 415721"/>
                <a:gd name="connsiteY41" fmla="*/ 122220 h 973730"/>
                <a:gd name="connsiteX42" fmla="*/ 301364 w 415721"/>
                <a:gd name="connsiteY42" fmla="*/ 127592 h 973730"/>
                <a:gd name="connsiteX43" fmla="*/ 297328 w 415721"/>
                <a:gd name="connsiteY43" fmla="*/ 136994 h 973730"/>
                <a:gd name="connsiteX44" fmla="*/ 289256 w 415721"/>
                <a:gd name="connsiteY44" fmla="*/ 146395 h 973730"/>
                <a:gd name="connsiteX45" fmla="*/ 287911 w 415721"/>
                <a:gd name="connsiteY45" fmla="*/ 151768 h 973730"/>
                <a:gd name="connsiteX46" fmla="*/ 291947 w 415721"/>
                <a:gd name="connsiteY46" fmla="*/ 151768 h 973730"/>
                <a:gd name="connsiteX47" fmla="*/ 310782 w 415721"/>
                <a:gd name="connsiteY47" fmla="*/ 149082 h 973730"/>
                <a:gd name="connsiteX48" fmla="*/ 326927 w 415721"/>
                <a:gd name="connsiteY48" fmla="*/ 153111 h 973730"/>
                <a:gd name="connsiteX49" fmla="*/ 337690 w 415721"/>
                <a:gd name="connsiteY49" fmla="*/ 159826 h 973730"/>
                <a:gd name="connsiteX50" fmla="*/ 343071 w 415721"/>
                <a:gd name="connsiteY50" fmla="*/ 157140 h 973730"/>
                <a:gd name="connsiteX51" fmla="*/ 347107 w 415721"/>
                <a:gd name="connsiteY51" fmla="*/ 157140 h 973730"/>
                <a:gd name="connsiteX52" fmla="*/ 349798 w 415721"/>
                <a:gd name="connsiteY52" fmla="*/ 159826 h 973730"/>
                <a:gd name="connsiteX53" fmla="*/ 355179 w 415721"/>
                <a:gd name="connsiteY53" fmla="*/ 153111 h 973730"/>
                <a:gd name="connsiteX54" fmla="*/ 356525 w 415721"/>
                <a:gd name="connsiteY54" fmla="*/ 151768 h 973730"/>
                <a:gd name="connsiteX55" fmla="*/ 361906 w 415721"/>
                <a:gd name="connsiteY55" fmla="*/ 153111 h 973730"/>
                <a:gd name="connsiteX56" fmla="*/ 367288 w 415721"/>
                <a:gd name="connsiteY56" fmla="*/ 147738 h 973730"/>
                <a:gd name="connsiteX57" fmla="*/ 369979 w 415721"/>
                <a:gd name="connsiteY57" fmla="*/ 141023 h 973730"/>
                <a:gd name="connsiteX58" fmla="*/ 380742 w 415721"/>
                <a:gd name="connsiteY58" fmla="*/ 132965 h 973730"/>
                <a:gd name="connsiteX59" fmla="*/ 383432 w 415721"/>
                <a:gd name="connsiteY59" fmla="*/ 127592 h 973730"/>
                <a:gd name="connsiteX60" fmla="*/ 386123 w 415721"/>
                <a:gd name="connsiteY60" fmla="*/ 120877 h 973730"/>
                <a:gd name="connsiteX61" fmla="*/ 391505 w 415721"/>
                <a:gd name="connsiteY61" fmla="*/ 116847 h 973730"/>
                <a:gd name="connsiteX62" fmla="*/ 391505 w 415721"/>
                <a:gd name="connsiteY62" fmla="*/ 107446 h 973730"/>
                <a:gd name="connsiteX63" fmla="*/ 390159 w 415721"/>
                <a:gd name="connsiteY63" fmla="*/ 104760 h 973730"/>
                <a:gd name="connsiteX64" fmla="*/ 391505 w 415721"/>
                <a:gd name="connsiteY64" fmla="*/ 98044 h 973730"/>
                <a:gd name="connsiteX65" fmla="*/ 396886 w 415721"/>
                <a:gd name="connsiteY65" fmla="*/ 94015 h 973730"/>
                <a:gd name="connsiteX66" fmla="*/ 408994 w 415721"/>
                <a:gd name="connsiteY66" fmla="*/ 95359 h 973730"/>
                <a:gd name="connsiteX67" fmla="*/ 408994 w 415721"/>
                <a:gd name="connsiteY67" fmla="*/ 100731 h 973730"/>
                <a:gd name="connsiteX68" fmla="*/ 414376 w 415721"/>
                <a:gd name="connsiteY68" fmla="*/ 111475 h 973730"/>
                <a:gd name="connsiteX69" fmla="*/ 414376 w 415721"/>
                <a:gd name="connsiteY69" fmla="*/ 120877 h 973730"/>
                <a:gd name="connsiteX70" fmla="*/ 415721 w 415721"/>
                <a:gd name="connsiteY70" fmla="*/ 130278 h 973730"/>
                <a:gd name="connsiteX71" fmla="*/ 415721 w 415721"/>
                <a:gd name="connsiteY71" fmla="*/ 139680 h 973730"/>
                <a:gd name="connsiteX72" fmla="*/ 414376 w 415721"/>
                <a:gd name="connsiteY72" fmla="*/ 143709 h 973730"/>
                <a:gd name="connsiteX73" fmla="*/ 408994 w 415721"/>
                <a:gd name="connsiteY73" fmla="*/ 143709 h 973730"/>
                <a:gd name="connsiteX74" fmla="*/ 403613 w 415721"/>
                <a:gd name="connsiteY74" fmla="*/ 146395 h 973730"/>
                <a:gd name="connsiteX75" fmla="*/ 402268 w 415721"/>
                <a:gd name="connsiteY75" fmla="*/ 149082 h 973730"/>
                <a:gd name="connsiteX76" fmla="*/ 398232 w 415721"/>
                <a:gd name="connsiteY76" fmla="*/ 151768 h 973730"/>
                <a:gd name="connsiteX77" fmla="*/ 396886 w 415721"/>
                <a:gd name="connsiteY77" fmla="*/ 150424 h 973730"/>
                <a:gd name="connsiteX78" fmla="*/ 386123 w 415721"/>
                <a:gd name="connsiteY78" fmla="*/ 158483 h 973730"/>
                <a:gd name="connsiteX79" fmla="*/ 383432 w 415721"/>
                <a:gd name="connsiteY79" fmla="*/ 161169 h 973730"/>
                <a:gd name="connsiteX80" fmla="*/ 379396 w 415721"/>
                <a:gd name="connsiteY80" fmla="*/ 162512 h 973730"/>
                <a:gd name="connsiteX81" fmla="*/ 369979 w 415721"/>
                <a:gd name="connsiteY81" fmla="*/ 170571 h 973730"/>
                <a:gd name="connsiteX82" fmla="*/ 367288 w 415721"/>
                <a:gd name="connsiteY82" fmla="*/ 171914 h 973730"/>
                <a:gd name="connsiteX83" fmla="*/ 367288 w 415721"/>
                <a:gd name="connsiteY83" fmla="*/ 178629 h 973730"/>
                <a:gd name="connsiteX84" fmla="*/ 363252 w 415721"/>
                <a:gd name="connsiteY84" fmla="*/ 178629 h 973730"/>
                <a:gd name="connsiteX85" fmla="*/ 359216 w 415721"/>
                <a:gd name="connsiteY85" fmla="*/ 178629 h 973730"/>
                <a:gd name="connsiteX86" fmla="*/ 351143 w 415721"/>
                <a:gd name="connsiteY86" fmla="*/ 188031 h 973730"/>
                <a:gd name="connsiteX87" fmla="*/ 349798 w 415721"/>
                <a:gd name="connsiteY87" fmla="*/ 192060 h 973730"/>
                <a:gd name="connsiteX88" fmla="*/ 349798 w 415721"/>
                <a:gd name="connsiteY88" fmla="*/ 198775 h 973730"/>
                <a:gd name="connsiteX89" fmla="*/ 347107 w 415721"/>
                <a:gd name="connsiteY89" fmla="*/ 200118 h 973730"/>
                <a:gd name="connsiteX90" fmla="*/ 344417 w 415721"/>
                <a:gd name="connsiteY90" fmla="*/ 202805 h 973730"/>
                <a:gd name="connsiteX91" fmla="*/ 339035 w 415721"/>
                <a:gd name="connsiteY91" fmla="*/ 212206 h 973730"/>
                <a:gd name="connsiteX92" fmla="*/ 334999 w 415721"/>
                <a:gd name="connsiteY92" fmla="*/ 216235 h 973730"/>
                <a:gd name="connsiteX93" fmla="*/ 330963 w 415721"/>
                <a:gd name="connsiteY93" fmla="*/ 222951 h 973730"/>
                <a:gd name="connsiteX94" fmla="*/ 330963 w 415721"/>
                <a:gd name="connsiteY94" fmla="*/ 225637 h 973730"/>
                <a:gd name="connsiteX95" fmla="*/ 326927 w 415721"/>
                <a:gd name="connsiteY95" fmla="*/ 229666 h 973730"/>
                <a:gd name="connsiteX96" fmla="*/ 325581 w 415721"/>
                <a:gd name="connsiteY96" fmla="*/ 232352 h 973730"/>
                <a:gd name="connsiteX97" fmla="*/ 322890 w 415721"/>
                <a:gd name="connsiteY97" fmla="*/ 239068 h 973730"/>
                <a:gd name="connsiteX98" fmla="*/ 317509 w 415721"/>
                <a:gd name="connsiteY98" fmla="*/ 244440 h 973730"/>
                <a:gd name="connsiteX99" fmla="*/ 320200 w 415721"/>
                <a:gd name="connsiteY99" fmla="*/ 252498 h 973730"/>
                <a:gd name="connsiteX100" fmla="*/ 317509 w 415721"/>
                <a:gd name="connsiteY100" fmla="*/ 256528 h 973730"/>
                <a:gd name="connsiteX101" fmla="*/ 318854 w 415721"/>
                <a:gd name="connsiteY101" fmla="*/ 260557 h 973730"/>
                <a:gd name="connsiteX102" fmla="*/ 318854 w 415721"/>
                <a:gd name="connsiteY102" fmla="*/ 272644 h 973730"/>
                <a:gd name="connsiteX103" fmla="*/ 316164 w 415721"/>
                <a:gd name="connsiteY103" fmla="*/ 276674 h 973730"/>
                <a:gd name="connsiteX104" fmla="*/ 317509 w 415721"/>
                <a:gd name="connsiteY104" fmla="*/ 280703 h 973730"/>
                <a:gd name="connsiteX105" fmla="*/ 313473 w 415721"/>
                <a:gd name="connsiteY105" fmla="*/ 287418 h 973730"/>
                <a:gd name="connsiteX106" fmla="*/ 316164 w 415721"/>
                <a:gd name="connsiteY106" fmla="*/ 295477 h 973730"/>
                <a:gd name="connsiteX107" fmla="*/ 314818 w 415721"/>
                <a:gd name="connsiteY107" fmla="*/ 298163 h 973730"/>
                <a:gd name="connsiteX108" fmla="*/ 316164 w 415721"/>
                <a:gd name="connsiteY108" fmla="*/ 308908 h 973730"/>
                <a:gd name="connsiteX109" fmla="*/ 317509 w 415721"/>
                <a:gd name="connsiteY109" fmla="*/ 318309 h 973730"/>
                <a:gd name="connsiteX110" fmla="*/ 316164 w 415721"/>
                <a:gd name="connsiteY110" fmla="*/ 320995 h 973730"/>
                <a:gd name="connsiteX111" fmla="*/ 312127 w 415721"/>
                <a:gd name="connsiteY111" fmla="*/ 325024 h 973730"/>
                <a:gd name="connsiteX112" fmla="*/ 312127 w 415721"/>
                <a:gd name="connsiteY112" fmla="*/ 326368 h 973730"/>
                <a:gd name="connsiteX113" fmla="*/ 312127 w 415721"/>
                <a:gd name="connsiteY113" fmla="*/ 327711 h 973730"/>
                <a:gd name="connsiteX114" fmla="*/ 312127 w 415721"/>
                <a:gd name="connsiteY114" fmla="*/ 327711 h 973730"/>
                <a:gd name="connsiteX115" fmla="*/ 310782 w 415721"/>
                <a:gd name="connsiteY115" fmla="*/ 338455 h 973730"/>
                <a:gd name="connsiteX116" fmla="*/ 312127 w 415721"/>
                <a:gd name="connsiteY116" fmla="*/ 347857 h 973730"/>
                <a:gd name="connsiteX117" fmla="*/ 310782 w 415721"/>
                <a:gd name="connsiteY117" fmla="*/ 350543 h 973730"/>
                <a:gd name="connsiteX118" fmla="*/ 314818 w 415721"/>
                <a:gd name="connsiteY118" fmla="*/ 353229 h 973730"/>
                <a:gd name="connsiteX119" fmla="*/ 314818 w 415721"/>
                <a:gd name="connsiteY119" fmla="*/ 357259 h 973730"/>
                <a:gd name="connsiteX120" fmla="*/ 313473 w 415721"/>
                <a:gd name="connsiteY120" fmla="*/ 359944 h 973730"/>
                <a:gd name="connsiteX121" fmla="*/ 314818 w 415721"/>
                <a:gd name="connsiteY121" fmla="*/ 363974 h 973730"/>
                <a:gd name="connsiteX122" fmla="*/ 326927 w 415721"/>
                <a:gd name="connsiteY122" fmla="*/ 373375 h 973730"/>
                <a:gd name="connsiteX123" fmla="*/ 337690 w 415721"/>
                <a:gd name="connsiteY123" fmla="*/ 377405 h 973730"/>
                <a:gd name="connsiteX124" fmla="*/ 351143 w 415721"/>
                <a:gd name="connsiteY124" fmla="*/ 386806 h 973730"/>
                <a:gd name="connsiteX125" fmla="*/ 353834 w 415721"/>
                <a:gd name="connsiteY125" fmla="*/ 390835 h 973730"/>
                <a:gd name="connsiteX126" fmla="*/ 353834 w 415721"/>
                <a:gd name="connsiteY126" fmla="*/ 396208 h 973730"/>
                <a:gd name="connsiteX127" fmla="*/ 347107 w 415721"/>
                <a:gd name="connsiteY127" fmla="*/ 408295 h 973730"/>
                <a:gd name="connsiteX128" fmla="*/ 347107 w 415721"/>
                <a:gd name="connsiteY128" fmla="*/ 412324 h 973730"/>
                <a:gd name="connsiteX129" fmla="*/ 351143 w 415721"/>
                <a:gd name="connsiteY129" fmla="*/ 420383 h 973730"/>
                <a:gd name="connsiteX130" fmla="*/ 357870 w 415721"/>
                <a:gd name="connsiteY130" fmla="*/ 424412 h 973730"/>
                <a:gd name="connsiteX131" fmla="*/ 363252 w 415721"/>
                <a:gd name="connsiteY131" fmla="*/ 424412 h 973730"/>
                <a:gd name="connsiteX132" fmla="*/ 365942 w 415721"/>
                <a:gd name="connsiteY132" fmla="*/ 421726 h 973730"/>
                <a:gd name="connsiteX133" fmla="*/ 367288 w 415721"/>
                <a:gd name="connsiteY133" fmla="*/ 421726 h 973730"/>
                <a:gd name="connsiteX134" fmla="*/ 368633 w 415721"/>
                <a:gd name="connsiteY134" fmla="*/ 425755 h 973730"/>
                <a:gd name="connsiteX135" fmla="*/ 368633 w 415721"/>
                <a:gd name="connsiteY135" fmla="*/ 436500 h 973730"/>
                <a:gd name="connsiteX136" fmla="*/ 367288 w 415721"/>
                <a:gd name="connsiteY136" fmla="*/ 441872 h 973730"/>
                <a:gd name="connsiteX137" fmla="*/ 361906 w 415721"/>
                <a:gd name="connsiteY137" fmla="*/ 449931 h 973730"/>
                <a:gd name="connsiteX138" fmla="*/ 360561 w 415721"/>
                <a:gd name="connsiteY138" fmla="*/ 457989 h 973730"/>
                <a:gd name="connsiteX139" fmla="*/ 359216 w 415721"/>
                <a:gd name="connsiteY139" fmla="*/ 460675 h 973730"/>
                <a:gd name="connsiteX140" fmla="*/ 357870 w 415721"/>
                <a:gd name="connsiteY140" fmla="*/ 457989 h 973730"/>
                <a:gd name="connsiteX141" fmla="*/ 356525 w 415721"/>
                <a:gd name="connsiteY141" fmla="*/ 459332 h 973730"/>
                <a:gd name="connsiteX142" fmla="*/ 353834 w 415721"/>
                <a:gd name="connsiteY142" fmla="*/ 467391 h 973730"/>
                <a:gd name="connsiteX143" fmla="*/ 355179 w 415721"/>
                <a:gd name="connsiteY143" fmla="*/ 474106 h 973730"/>
                <a:gd name="connsiteX144" fmla="*/ 352489 w 415721"/>
                <a:gd name="connsiteY144" fmla="*/ 479478 h 973730"/>
                <a:gd name="connsiteX145" fmla="*/ 339035 w 415721"/>
                <a:gd name="connsiteY145" fmla="*/ 487537 h 973730"/>
                <a:gd name="connsiteX146" fmla="*/ 328272 w 415721"/>
                <a:gd name="connsiteY146" fmla="*/ 491566 h 973730"/>
                <a:gd name="connsiteX147" fmla="*/ 325581 w 415721"/>
                <a:gd name="connsiteY147" fmla="*/ 488880 h 973730"/>
                <a:gd name="connsiteX148" fmla="*/ 324236 w 415721"/>
                <a:gd name="connsiteY148" fmla="*/ 491566 h 973730"/>
                <a:gd name="connsiteX149" fmla="*/ 309437 w 415721"/>
                <a:gd name="connsiteY149" fmla="*/ 498282 h 973730"/>
                <a:gd name="connsiteX150" fmla="*/ 290601 w 415721"/>
                <a:gd name="connsiteY150" fmla="*/ 503654 h 973730"/>
                <a:gd name="connsiteX151" fmla="*/ 279838 w 415721"/>
                <a:gd name="connsiteY151" fmla="*/ 503654 h 973730"/>
                <a:gd name="connsiteX152" fmla="*/ 271766 w 415721"/>
                <a:gd name="connsiteY152" fmla="*/ 502311 h 973730"/>
                <a:gd name="connsiteX153" fmla="*/ 263694 w 415721"/>
                <a:gd name="connsiteY153" fmla="*/ 503654 h 973730"/>
                <a:gd name="connsiteX154" fmla="*/ 258312 w 415721"/>
                <a:gd name="connsiteY154" fmla="*/ 503654 h 973730"/>
                <a:gd name="connsiteX155" fmla="*/ 252931 w 415721"/>
                <a:gd name="connsiteY155" fmla="*/ 499624 h 973730"/>
                <a:gd name="connsiteX156" fmla="*/ 244859 w 415721"/>
                <a:gd name="connsiteY156" fmla="*/ 498282 h 973730"/>
                <a:gd name="connsiteX157" fmla="*/ 242168 w 415721"/>
                <a:gd name="connsiteY157" fmla="*/ 498282 h 973730"/>
                <a:gd name="connsiteX158" fmla="*/ 239477 w 415721"/>
                <a:gd name="connsiteY158" fmla="*/ 494252 h 973730"/>
                <a:gd name="connsiteX159" fmla="*/ 238132 w 415721"/>
                <a:gd name="connsiteY159" fmla="*/ 496938 h 973730"/>
                <a:gd name="connsiteX160" fmla="*/ 238132 w 415721"/>
                <a:gd name="connsiteY160" fmla="*/ 500968 h 973730"/>
                <a:gd name="connsiteX161" fmla="*/ 239477 w 415721"/>
                <a:gd name="connsiteY161" fmla="*/ 503654 h 973730"/>
                <a:gd name="connsiteX162" fmla="*/ 239477 w 415721"/>
                <a:gd name="connsiteY162" fmla="*/ 513055 h 973730"/>
                <a:gd name="connsiteX163" fmla="*/ 240822 w 415721"/>
                <a:gd name="connsiteY163" fmla="*/ 515741 h 973730"/>
                <a:gd name="connsiteX164" fmla="*/ 240822 w 415721"/>
                <a:gd name="connsiteY164" fmla="*/ 519771 h 973730"/>
                <a:gd name="connsiteX165" fmla="*/ 244859 w 415721"/>
                <a:gd name="connsiteY165" fmla="*/ 519771 h 973730"/>
                <a:gd name="connsiteX166" fmla="*/ 246204 w 415721"/>
                <a:gd name="connsiteY166" fmla="*/ 523800 h 973730"/>
                <a:gd name="connsiteX167" fmla="*/ 244859 w 415721"/>
                <a:gd name="connsiteY167" fmla="*/ 527829 h 973730"/>
                <a:gd name="connsiteX168" fmla="*/ 243513 w 415721"/>
                <a:gd name="connsiteY168" fmla="*/ 527829 h 973730"/>
                <a:gd name="connsiteX169" fmla="*/ 243513 w 415721"/>
                <a:gd name="connsiteY169" fmla="*/ 529172 h 973730"/>
                <a:gd name="connsiteX170" fmla="*/ 239477 w 415721"/>
                <a:gd name="connsiteY170" fmla="*/ 534544 h 973730"/>
                <a:gd name="connsiteX171" fmla="*/ 240822 w 415721"/>
                <a:gd name="connsiteY171" fmla="*/ 537231 h 973730"/>
                <a:gd name="connsiteX172" fmla="*/ 238132 w 415721"/>
                <a:gd name="connsiteY172" fmla="*/ 539917 h 973730"/>
                <a:gd name="connsiteX173" fmla="*/ 238132 w 415721"/>
                <a:gd name="connsiteY173" fmla="*/ 545289 h 973730"/>
                <a:gd name="connsiteX174" fmla="*/ 240822 w 415721"/>
                <a:gd name="connsiteY174" fmla="*/ 550662 h 973730"/>
                <a:gd name="connsiteX175" fmla="*/ 246204 w 415721"/>
                <a:gd name="connsiteY175" fmla="*/ 552005 h 973730"/>
                <a:gd name="connsiteX176" fmla="*/ 244859 w 415721"/>
                <a:gd name="connsiteY176" fmla="*/ 556034 h 973730"/>
                <a:gd name="connsiteX177" fmla="*/ 243513 w 415721"/>
                <a:gd name="connsiteY177" fmla="*/ 558720 h 973730"/>
                <a:gd name="connsiteX178" fmla="*/ 243513 w 415721"/>
                <a:gd name="connsiteY178" fmla="*/ 562749 h 973730"/>
                <a:gd name="connsiteX179" fmla="*/ 243513 w 415721"/>
                <a:gd name="connsiteY179" fmla="*/ 568121 h 973730"/>
                <a:gd name="connsiteX180" fmla="*/ 236786 w 415721"/>
                <a:gd name="connsiteY180" fmla="*/ 572151 h 973730"/>
                <a:gd name="connsiteX181" fmla="*/ 238132 w 415721"/>
                <a:gd name="connsiteY181" fmla="*/ 573494 h 973730"/>
                <a:gd name="connsiteX182" fmla="*/ 228714 w 415721"/>
                <a:gd name="connsiteY182" fmla="*/ 578866 h 973730"/>
                <a:gd name="connsiteX183" fmla="*/ 213915 w 415721"/>
                <a:gd name="connsiteY183" fmla="*/ 580209 h 973730"/>
                <a:gd name="connsiteX184" fmla="*/ 207188 w 415721"/>
                <a:gd name="connsiteY184" fmla="*/ 577523 h 973730"/>
                <a:gd name="connsiteX185" fmla="*/ 197770 w 415721"/>
                <a:gd name="connsiteY185" fmla="*/ 569465 h 973730"/>
                <a:gd name="connsiteX186" fmla="*/ 187007 w 415721"/>
                <a:gd name="connsiteY186" fmla="*/ 566778 h 973730"/>
                <a:gd name="connsiteX187" fmla="*/ 181626 w 415721"/>
                <a:gd name="connsiteY187" fmla="*/ 568121 h 973730"/>
                <a:gd name="connsiteX188" fmla="*/ 180280 w 415721"/>
                <a:gd name="connsiteY188" fmla="*/ 566778 h 973730"/>
                <a:gd name="connsiteX189" fmla="*/ 181626 w 415721"/>
                <a:gd name="connsiteY189" fmla="*/ 564092 h 973730"/>
                <a:gd name="connsiteX190" fmla="*/ 177590 w 415721"/>
                <a:gd name="connsiteY190" fmla="*/ 564092 h 973730"/>
                <a:gd name="connsiteX191" fmla="*/ 172208 w 415721"/>
                <a:gd name="connsiteY191" fmla="*/ 569465 h 973730"/>
                <a:gd name="connsiteX192" fmla="*/ 172208 w 415721"/>
                <a:gd name="connsiteY192" fmla="*/ 577523 h 973730"/>
                <a:gd name="connsiteX193" fmla="*/ 177590 w 415721"/>
                <a:gd name="connsiteY193" fmla="*/ 582895 h 973730"/>
                <a:gd name="connsiteX194" fmla="*/ 180280 w 415721"/>
                <a:gd name="connsiteY194" fmla="*/ 592297 h 973730"/>
                <a:gd name="connsiteX195" fmla="*/ 180280 w 415721"/>
                <a:gd name="connsiteY195" fmla="*/ 604385 h 973730"/>
                <a:gd name="connsiteX196" fmla="*/ 181626 w 415721"/>
                <a:gd name="connsiteY196" fmla="*/ 609757 h 973730"/>
                <a:gd name="connsiteX197" fmla="*/ 187007 w 415721"/>
                <a:gd name="connsiteY197" fmla="*/ 612443 h 973730"/>
                <a:gd name="connsiteX198" fmla="*/ 195080 w 415721"/>
                <a:gd name="connsiteY198" fmla="*/ 612443 h 973730"/>
                <a:gd name="connsiteX199" fmla="*/ 197770 w 415721"/>
                <a:gd name="connsiteY199" fmla="*/ 613786 h 973730"/>
                <a:gd name="connsiteX200" fmla="*/ 195080 w 415721"/>
                <a:gd name="connsiteY200" fmla="*/ 615129 h 973730"/>
                <a:gd name="connsiteX201" fmla="*/ 192389 w 415721"/>
                <a:gd name="connsiteY201" fmla="*/ 617815 h 973730"/>
                <a:gd name="connsiteX202" fmla="*/ 196425 w 415721"/>
                <a:gd name="connsiteY202" fmla="*/ 619159 h 973730"/>
                <a:gd name="connsiteX203" fmla="*/ 205843 w 415721"/>
                <a:gd name="connsiteY203" fmla="*/ 616472 h 973730"/>
                <a:gd name="connsiteX204" fmla="*/ 205843 w 415721"/>
                <a:gd name="connsiteY204" fmla="*/ 613786 h 973730"/>
                <a:gd name="connsiteX205" fmla="*/ 201806 w 415721"/>
                <a:gd name="connsiteY205" fmla="*/ 612443 h 973730"/>
                <a:gd name="connsiteX206" fmla="*/ 200461 w 415721"/>
                <a:gd name="connsiteY206" fmla="*/ 611100 h 973730"/>
                <a:gd name="connsiteX207" fmla="*/ 203152 w 415721"/>
                <a:gd name="connsiteY207" fmla="*/ 609757 h 973730"/>
                <a:gd name="connsiteX208" fmla="*/ 207188 w 415721"/>
                <a:gd name="connsiteY208" fmla="*/ 609757 h 973730"/>
                <a:gd name="connsiteX209" fmla="*/ 211224 w 415721"/>
                <a:gd name="connsiteY209" fmla="*/ 605728 h 973730"/>
                <a:gd name="connsiteX210" fmla="*/ 215260 w 415721"/>
                <a:gd name="connsiteY210" fmla="*/ 607071 h 973730"/>
                <a:gd name="connsiteX211" fmla="*/ 219296 w 415721"/>
                <a:gd name="connsiteY211" fmla="*/ 612443 h 973730"/>
                <a:gd name="connsiteX212" fmla="*/ 217951 w 415721"/>
                <a:gd name="connsiteY212" fmla="*/ 616472 h 973730"/>
                <a:gd name="connsiteX213" fmla="*/ 216606 w 415721"/>
                <a:gd name="connsiteY213" fmla="*/ 617815 h 973730"/>
                <a:gd name="connsiteX214" fmla="*/ 219296 w 415721"/>
                <a:gd name="connsiteY214" fmla="*/ 621844 h 973730"/>
                <a:gd name="connsiteX215" fmla="*/ 221987 w 415721"/>
                <a:gd name="connsiteY215" fmla="*/ 627217 h 973730"/>
                <a:gd name="connsiteX216" fmla="*/ 220642 w 415721"/>
                <a:gd name="connsiteY216" fmla="*/ 632589 h 973730"/>
                <a:gd name="connsiteX217" fmla="*/ 209879 w 415721"/>
                <a:gd name="connsiteY217" fmla="*/ 637962 h 973730"/>
                <a:gd name="connsiteX218" fmla="*/ 205843 w 415721"/>
                <a:gd name="connsiteY218" fmla="*/ 636618 h 973730"/>
                <a:gd name="connsiteX219" fmla="*/ 204497 w 415721"/>
                <a:gd name="connsiteY219" fmla="*/ 632589 h 973730"/>
                <a:gd name="connsiteX220" fmla="*/ 205843 w 415721"/>
                <a:gd name="connsiteY220" fmla="*/ 629903 h 973730"/>
                <a:gd name="connsiteX221" fmla="*/ 205843 w 415721"/>
                <a:gd name="connsiteY221" fmla="*/ 627217 h 973730"/>
                <a:gd name="connsiteX222" fmla="*/ 199116 w 415721"/>
                <a:gd name="connsiteY222" fmla="*/ 623188 h 973730"/>
                <a:gd name="connsiteX223" fmla="*/ 192389 w 415721"/>
                <a:gd name="connsiteY223" fmla="*/ 625874 h 973730"/>
                <a:gd name="connsiteX224" fmla="*/ 187007 w 415721"/>
                <a:gd name="connsiteY224" fmla="*/ 629903 h 973730"/>
                <a:gd name="connsiteX225" fmla="*/ 187007 w 415721"/>
                <a:gd name="connsiteY225" fmla="*/ 632589 h 973730"/>
                <a:gd name="connsiteX226" fmla="*/ 188353 w 415721"/>
                <a:gd name="connsiteY226" fmla="*/ 636618 h 973730"/>
                <a:gd name="connsiteX227" fmla="*/ 193734 w 415721"/>
                <a:gd name="connsiteY227" fmla="*/ 636618 h 973730"/>
                <a:gd name="connsiteX228" fmla="*/ 201806 w 415721"/>
                <a:gd name="connsiteY228" fmla="*/ 637962 h 973730"/>
                <a:gd name="connsiteX229" fmla="*/ 201806 w 415721"/>
                <a:gd name="connsiteY229" fmla="*/ 641991 h 973730"/>
                <a:gd name="connsiteX230" fmla="*/ 196425 w 415721"/>
                <a:gd name="connsiteY230" fmla="*/ 646020 h 973730"/>
                <a:gd name="connsiteX231" fmla="*/ 188353 w 415721"/>
                <a:gd name="connsiteY231" fmla="*/ 650049 h 973730"/>
                <a:gd name="connsiteX232" fmla="*/ 185662 w 415721"/>
                <a:gd name="connsiteY232" fmla="*/ 652735 h 973730"/>
                <a:gd name="connsiteX233" fmla="*/ 187007 w 415721"/>
                <a:gd name="connsiteY233" fmla="*/ 655421 h 973730"/>
                <a:gd name="connsiteX234" fmla="*/ 184317 w 415721"/>
                <a:gd name="connsiteY234" fmla="*/ 659451 h 973730"/>
                <a:gd name="connsiteX235" fmla="*/ 180280 w 415721"/>
                <a:gd name="connsiteY235" fmla="*/ 664823 h 973730"/>
                <a:gd name="connsiteX236" fmla="*/ 182971 w 415721"/>
                <a:gd name="connsiteY236" fmla="*/ 670195 h 973730"/>
                <a:gd name="connsiteX237" fmla="*/ 184317 w 415721"/>
                <a:gd name="connsiteY237" fmla="*/ 674224 h 973730"/>
                <a:gd name="connsiteX238" fmla="*/ 184317 w 415721"/>
                <a:gd name="connsiteY238" fmla="*/ 676911 h 973730"/>
                <a:gd name="connsiteX239" fmla="*/ 182971 w 415721"/>
                <a:gd name="connsiteY239" fmla="*/ 679597 h 973730"/>
                <a:gd name="connsiteX240" fmla="*/ 189698 w 415721"/>
                <a:gd name="connsiteY240" fmla="*/ 687655 h 973730"/>
                <a:gd name="connsiteX241" fmla="*/ 189698 w 415721"/>
                <a:gd name="connsiteY241" fmla="*/ 688998 h 973730"/>
                <a:gd name="connsiteX242" fmla="*/ 187007 w 415721"/>
                <a:gd name="connsiteY242" fmla="*/ 693028 h 973730"/>
                <a:gd name="connsiteX243" fmla="*/ 188353 w 415721"/>
                <a:gd name="connsiteY243" fmla="*/ 694371 h 973730"/>
                <a:gd name="connsiteX244" fmla="*/ 181626 w 415721"/>
                <a:gd name="connsiteY244" fmla="*/ 699743 h 973730"/>
                <a:gd name="connsiteX245" fmla="*/ 180280 w 415721"/>
                <a:gd name="connsiteY245" fmla="*/ 703772 h 973730"/>
                <a:gd name="connsiteX246" fmla="*/ 178935 w 415721"/>
                <a:gd name="connsiteY246" fmla="*/ 705115 h 973730"/>
                <a:gd name="connsiteX247" fmla="*/ 184317 w 415721"/>
                <a:gd name="connsiteY247" fmla="*/ 707801 h 973730"/>
                <a:gd name="connsiteX248" fmla="*/ 187007 w 415721"/>
                <a:gd name="connsiteY248" fmla="*/ 709144 h 973730"/>
                <a:gd name="connsiteX249" fmla="*/ 187007 w 415721"/>
                <a:gd name="connsiteY249" fmla="*/ 711831 h 973730"/>
                <a:gd name="connsiteX250" fmla="*/ 178935 w 415721"/>
                <a:gd name="connsiteY250" fmla="*/ 713174 h 973730"/>
                <a:gd name="connsiteX251" fmla="*/ 173554 w 415721"/>
                <a:gd name="connsiteY251" fmla="*/ 713174 h 973730"/>
                <a:gd name="connsiteX252" fmla="*/ 166827 w 415721"/>
                <a:gd name="connsiteY252" fmla="*/ 713174 h 973730"/>
                <a:gd name="connsiteX253" fmla="*/ 161445 w 415721"/>
                <a:gd name="connsiteY253" fmla="*/ 718546 h 973730"/>
                <a:gd name="connsiteX254" fmla="*/ 156064 w 415721"/>
                <a:gd name="connsiteY254" fmla="*/ 719889 h 973730"/>
                <a:gd name="connsiteX255" fmla="*/ 150682 w 415721"/>
                <a:gd name="connsiteY255" fmla="*/ 725262 h 973730"/>
                <a:gd name="connsiteX256" fmla="*/ 147991 w 415721"/>
                <a:gd name="connsiteY256" fmla="*/ 725262 h 973730"/>
                <a:gd name="connsiteX257" fmla="*/ 146646 w 415721"/>
                <a:gd name="connsiteY257" fmla="*/ 731977 h 973730"/>
                <a:gd name="connsiteX258" fmla="*/ 143955 w 415721"/>
                <a:gd name="connsiteY258" fmla="*/ 736006 h 973730"/>
                <a:gd name="connsiteX259" fmla="*/ 138574 w 415721"/>
                <a:gd name="connsiteY259" fmla="*/ 740035 h 973730"/>
                <a:gd name="connsiteX260" fmla="*/ 137228 w 415721"/>
                <a:gd name="connsiteY260" fmla="*/ 744065 h 973730"/>
                <a:gd name="connsiteX261" fmla="*/ 141265 w 415721"/>
                <a:gd name="connsiteY261" fmla="*/ 748094 h 973730"/>
                <a:gd name="connsiteX262" fmla="*/ 141265 w 415721"/>
                <a:gd name="connsiteY262" fmla="*/ 753466 h 973730"/>
                <a:gd name="connsiteX263" fmla="*/ 146646 w 415721"/>
                <a:gd name="connsiteY263" fmla="*/ 762868 h 973730"/>
                <a:gd name="connsiteX264" fmla="*/ 152028 w 415721"/>
                <a:gd name="connsiteY264" fmla="*/ 766897 h 973730"/>
                <a:gd name="connsiteX265" fmla="*/ 154718 w 415721"/>
                <a:gd name="connsiteY265" fmla="*/ 768240 h 973730"/>
                <a:gd name="connsiteX266" fmla="*/ 162791 w 415721"/>
                <a:gd name="connsiteY266" fmla="*/ 773612 h 973730"/>
                <a:gd name="connsiteX267" fmla="*/ 172208 w 415721"/>
                <a:gd name="connsiteY267" fmla="*/ 784357 h 973730"/>
                <a:gd name="connsiteX268" fmla="*/ 181626 w 415721"/>
                <a:gd name="connsiteY268" fmla="*/ 783014 h 973730"/>
                <a:gd name="connsiteX269" fmla="*/ 185662 w 415721"/>
                <a:gd name="connsiteY269" fmla="*/ 783014 h 973730"/>
                <a:gd name="connsiteX270" fmla="*/ 188353 w 415721"/>
                <a:gd name="connsiteY270" fmla="*/ 781671 h 973730"/>
                <a:gd name="connsiteX271" fmla="*/ 192389 w 415721"/>
                <a:gd name="connsiteY271" fmla="*/ 783014 h 973730"/>
                <a:gd name="connsiteX272" fmla="*/ 193734 w 415721"/>
                <a:gd name="connsiteY272" fmla="*/ 785700 h 973730"/>
                <a:gd name="connsiteX273" fmla="*/ 192389 w 415721"/>
                <a:gd name="connsiteY273" fmla="*/ 788386 h 973730"/>
                <a:gd name="connsiteX274" fmla="*/ 192389 w 415721"/>
                <a:gd name="connsiteY274" fmla="*/ 791072 h 973730"/>
                <a:gd name="connsiteX275" fmla="*/ 195080 w 415721"/>
                <a:gd name="connsiteY275" fmla="*/ 797788 h 973730"/>
                <a:gd name="connsiteX276" fmla="*/ 195080 w 415721"/>
                <a:gd name="connsiteY276" fmla="*/ 800474 h 973730"/>
                <a:gd name="connsiteX277" fmla="*/ 191043 w 415721"/>
                <a:gd name="connsiteY277" fmla="*/ 805846 h 973730"/>
                <a:gd name="connsiteX278" fmla="*/ 193734 w 415721"/>
                <a:gd name="connsiteY278" fmla="*/ 805846 h 973730"/>
                <a:gd name="connsiteX279" fmla="*/ 197770 w 415721"/>
                <a:gd name="connsiteY279" fmla="*/ 809875 h 973730"/>
                <a:gd name="connsiteX280" fmla="*/ 195080 w 415721"/>
                <a:gd name="connsiteY280" fmla="*/ 812562 h 973730"/>
                <a:gd name="connsiteX281" fmla="*/ 193734 w 415721"/>
                <a:gd name="connsiteY281" fmla="*/ 815247 h 973730"/>
                <a:gd name="connsiteX282" fmla="*/ 195080 w 415721"/>
                <a:gd name="connsiteY282" fmla="*/ 817934 h 973730"/>
                <a:gd name="connsiteX283" fmla="*/ 191043 w 415721"/>
                <a:gd name="connsiteY283" fmla="*/ 821963 h 973730"/>
                <a:gd name="connsiteX284" fmla="*/ 187007 w 415721"/>
                <a:gd name="connsiteY284" fmla="*/ 824649 h 973730"/>
                <a:gd name="connsiteX285" fmla="*/ 185662 w 415721"/>
                <a:gd name="connsiteY285" fmla="*/ 828678 h 973730"/>
                <a:gd name="connsiteX286" fmla="*/ 182971 w 415721"/>
                <a:gd name="connsiteY286" fmla="*/ 828678 h 973730"/>
                <a:gd name="connsiteX287" fmla="*/ 180280 w 415721"/>
                <a:gd name="connsiteY287" fmla="*/ 834051 h 973730"/>
                <a:gd name="connsiteX288" fmla="*/ 177590 w 415721"/>
                <a:gd name="connsiteY288" fmla="*/ 839423 h 973730"/>
                <a:gd name="connsiteX289" fmla="*/ 173554 w 415721"/>
                <a:gd name="connsiteY289" fmla="*/ 840766 h 973730"/>
                <a:gd name="connsiteX290" fmla="*/ 166827 w 415721"/>
                <a:gd name="connsiteY290" fmla="*/ 846138 h 973730"/>
                <a:gd name="connsiteX291" fmla="*/ 165481 w 415721"/>
                <a:gd name="connsiteY291" fmla="*/ 851511 h 973730"/>
                <a:gd name="connsiteX292" fmla="*/ 164136 w 415721"/>
                <a:gd name="connsiteY292" fmla="*/ 858226 h 973730"/>
                <a:gd name="connsiteX293" fmla="*/ 160100 w 415721"/>
                <a:gd name="connsiteY293" fmla="*/ 862255 h 973730"/>
                <a:gd name="connsiteX294" fmla="*/ 158754 w 415721"/>
                <a:gd name="connsiteY294" fmla="*/ 864941 h 973730"/>
                <a:gd name="connsiteX295" fmla="*/ 160100 w 415721"/>
                <a:gd name="connsiteY295" fmla="*/ 863598 h 973730"/>
                <a:gd name="connsiteX296" fmla="*/ 164136 w 415721"/>
                <a:gd name="connsiteY296" fmla="*/ 864941 h 973730"/>
                <a:gd name="connsiteX297" fmla="*/ 166827 w 415721"/>
                <a:gd name="connsiteY297" fmla="*/ 871657 h 973730"/>
                <a:gd name="connsiteX298" fmla="*/ 165481 w 415721"/>
                <a:gd name="connsiteY298" fmla="*/ 877029 h 973730"/>
                <a:gd name="connsiteX299" fmla="*/ 160100 w 415721"/>
                <a:gd name="connsiteY299" fmla="*/ 881059 h 973730"/>
                <a:gd name="connsiteX300" fmla="*/ 160100 w 415721"/>
                <a:gd name="connsiteY300" fmla="*/ 886431 h 973730"/>
                <a:gd name="connsiteX301" fmla="*/ 153373 w 415721"/>
                <a:gd name="connsiteY301" fmla="*/ 890460 h 973730"/>
                <a:gd name="connsiteX302" fmla="*/ 149337 w 415721"/>
                <a:gd name="connsiteY302" fmla="*/ 889117 h 973730"/>
                <a:gd name="connsiteX303" fmla="*/ 146646 w 415721"/>
                <a:gd name="connsiteY303" fmla="*/ 885088 h 973730"/>
                <a:gd name="connsiteX304" fmla="*/ 142610 w 415721"/>
                <a:gd name="connsiteY304" fmla="*/ 883744 h 973730"/>
                <a:gd name="connsiteX305" fmla="*/ 145301 w 415721"/>
                <a:gd name="connsiteY305" fmla="*/ 886431 h 973730"/>
                <a:gd name="connsiteX306" fmla="*/ 145301 w 415721"/>
                <a:gd name="connsiteY306" fmla="*/ 891803 h 973730"/>
                <a:gd name="connsiteX307" fmla="*/ 147991 w 415721"/>
                <a:gd name="connsiteY307" fmla="*/ 893146 h 973730"/>
                <a:gd name="connsiteX308" fmla="*/ 145301 w 415721"/>
                <a:gd name="connsiteY308" fmla="*/ 897175 h 973730"/>
                <a:gd name="connsiteX309" fmla="*/ 138574 w 415721"/>
                <a:gd name="connsiteY309" fmla="*/ 902547 h 973730"/>
                <a:gd name="connsiteX310" fmla="*/ 135883 w 415721"/>
                <a:gd name="connsiteY310" fmla="*/ 911949 h 973730"/>
                <a:gd name="connsiteX311" fmla="*/ 137228 w 415721"/>
                <a:gd name="connsiteY311" fmla="*/ 918665 h 973730"/>
                <a:gd name="connsiteX312" fmla="*/ 142610 w 415721"/>
                <a:gd name="connsiteY312" fmla="*/ 926723 h 973730"/>
                <a:gd name="connsiteX313" fmla="*/ 146646 w 415721"/>
                <a:gd name="connsiteY313" fmla="*/ 938811 h 973730"/>
                <a:gd name="connsiteX314" fmla="*/ 146646 w 415721"/>
                <a:gd name="connsiteY314" fmla="*/ 942840 h 973730"/>
                <a:gd name="connsiteX315" fmla="*/ 147991 w 415721"/>
                <a:gd name="connsiteY315" fmla="*/ 942840 h 973730"/>
                <a:gd name="connsiteX316" fmla="*/ 146646 w 415721"/>
                <a:gd name="connsiteY316" fmla="*/ 946869 h 973730"/>
                <a:gd name="connsiteX317" fmla="*/ 142610 w 415721"/>
                <a:gd name="connsiteY317" fmla="*/ 948212 h 973730"/>
                <a:gd name="connsiteX318" fmla="*/ 145301 w 415721"/>
                <a:gd name="connsiteY318" fmla="*/ 952241 h 973730"/>
                <a:gd name="connsiteX319" fmla="*/ 149337 w 415721"/>
                <a:gd name="connsiteY319" fmla="*/ 950898 h 973730"/>
                <a:gd name="connsiteX320" fmla="*/ 153373 w 415721"/>
                <a:gd name="connsiteY320" fmla="*/ 954928 h 973730"/>
                <a:gd name="connsiteX321" fmla="*/ 154718 w 415721"/>
                <a:gd name="connsiteY321" fmla="*/ 960300 h 973730"/>
                <a:gd name="connsiteX322" fmla="*/ 162791 w 415721"/>
                <a:gd name="connsiteY322" fmla="*/ 965672 h 973730"/>
                <a:gd name="connsiteX323" fmla="*/ 168172 w 415721"/>
                <a:gd name="connsiteY323" fmla="*/ 969701 h 973730"/>
                <a:gd name="connsiteX324" fmla="*/ 169518 w 415721"/>
                <a:gd name="connsiteY324" fmla="*/ 973731 h 973730"/>
                <a:gd name="connsiteX325" fmla="*/ 166827 w 415721"/>
                <a:gd name="connsiteY325" fmla="*/ 973731 h 973730"/>
                <a:gd name="connsiteX326" fmla="*/ 160100 w 415721"/>
                <a:gd name="connsiteY326" fmla="*/ 971044 h 973730"/>
                <a:gd name="connsiteX327" fmla="*/ 153373 w 415721"/>
                <a:gd name="connsiteY327" fmla="*/ 965672 h 973730"/>
                <a:gd name="connsiteX328" fmla="*/ 147991 w 415721"/>
                <a:gd name="connsiteY328" fmla="*/ 964329 h 973730"/>
                <a:gd name="connsiteX329" fmla="*/ 146646 w 415721"/>
                <a:gd name="connsiteY329" fmla="*/ 961643 h 973730"/>
                <a:gd name="connsiteX330" fmla="*/ 113012 w 415721"/>
                <a:gd name="connsiteY330" fmla="*/ 961643 h 973730"/>
                <a:gd name="connsiteX331" fmla="*/ 94176 w 415721"/>
                <a:gd name="connsiteY331" fmla="*/ 965672 h 973730"/>
                <a:gd name="connsiteX332" fmla="*/ 88795 w 415721"/>
                <a:gd name="connsiteY332" fmla="*/ 962986 h 973730"/>
                <a:gd name="connsiteX333" fmla="*/ 76686 w 415721"/>
                <a:gd name="connsiteY333" fmla="*/ 961643 h 973730"/>
                <a:gd name="connsiteX334" fmla="*/ 72650 w 415721"/>
                <a:gd name="connsiteY334" fmla="*/ 950898 h 973730"/>
                <a:gd name="connsiteX335" fmla="*/ 69960 w 415721"/>
                <a:gd name="connsiteY335" fmla="*/ 941497 h 973730"/>
                <a:gd name="connsiteX336" fmla="*/ 64578 w 415721"/>
                <a:gd name="connsiteY336" fmla="*/ 937468 h 973730"/>
                <a:gd name="connsiteX337" fmla="*/ 63233 w 415721"/>
                <a:gd name="connsiteY337" fmla="*/ 921351 h 973730"/>
                <a:gd name="connsiteX338" fmla="*/ 63233 w 415721"/>
                <a:gd name="connsiteY338" fmla="*/ 914635 h 973730"/>
                <a:gd name="connsiteX339" fmla="*/ 57851 w 415721"/>
                <a:gd name="connsiteY339" fmla="*/ 914635 h 973730"/>
                <a:gd name="connsiteX340" fmla="*/ 48434 w 415721"/>
                <a:gd name="connsiteY340" fmla="*/ 918665 h 973730"/>
                <a:gd name="connsiteX341" fmla="*/ 44397 w 415721"/>
                <a:gd name="connsiteY341" fmla="*/ 924037 h 973730"/>
                <a:gd name="connsiteX342" fmla="*/ 39016 w 415721"/>
                <a:gd name="connsiteY342" fmla="*/ 924037 h 973730"/>
                <a:gd name="connsiteX343" fmla="*/ 28253 w 415721"/>
                <a:gd name="connsiteY343" fmla="*/ 901205 h 973730"/>
                <a:gd name="connsiteX344" fmla="*/ 25562 w 415721"/>
                <a:gd name="connsiteY344" fmla="*/ 893146 h 973730"/>
                <a:gd name="connsiteX345" fmla="*/ 29598 w 415721"/>
                <a:gd name="connsiteY345" fmla="*/ 870314 h 973730"/>
                <a:gd name="connsiteX346" fmla="*/ 34980 w 415721"/>
                <a:gd name="connsiteY346" fmla="*/ 862255 h 973730"/>
                <a:gd name="connsiteX347" fmla="*/ 44397 w 415721"/>
                <a:gd name="connsiteY347" fmla="*/ 852854 h 973730"/>
                <a:gd name="connsiteX348" fmla="*/ 47088 w 415721"/>
                <a:gd name="connsiteY348" fmla="*/ 839423 h 973730"/>
                <a:gd name="connsiteX349" fmla="*/ 44397 w 415721"/>
                <a:gd name="connsiteY349" fmla="*/ 825992 h 973730"/>
                <a:gd name="connsiteX350" fmla="*/ 40361 w 415721"/>
                <a:gd name="connsiteY350" fmla="*/ 815247 h 973730"/>
                <a:gd name="connsiteX351" fmla="*/ 43052 w 415721"/>
                <a:gd name="connsiteY351" fmla="*/ 804503 h 973730"/>
                <a:gd name="connsiteX352" fmla="*/ 48434 w 415721"/>
                <a:gd name="connsiteY352" fmla="*/ 797788 h 973730"/>
                <a:gd name="connsiteX353" fmla="*/ 43052 w 415721"/>
                <a:gd name="connsiteY353" fmla="*/ 785700 h 973730"/>
                <a:gd name="connsiteX354" fmla="*/ 43052 w 415721"/>
                <a:gd name="connsiteY354" fmla="*/ 778985 h 973730"/>
                <a:gd name="connsiteX355" fmla="*/ 48434 w 415721"/>
                <a:gd name="connsiteY355" fmla="*/ 774955 h 973730"/>
                <a:gd name="connsiteX356" fmla="*/ 45743 w 415721"/>
                <a:gd name="connsiteY356" fmla="*/ 764211 h 973730"/>
                <a:gd name="connsiteX357" fmla="*/ 43052 w 415721"/>
                <a:gd name="connsiteY357" fmla="*/ 749437 h 973730"/>
                <a:gd name="connsiteX358" fmla="*/ 40361 w 415721"/>
                <a:gd name="connsiteY358" fmla="*/ 742721 h 973730"/>
                <a:gd name="connsiteX359" fmla="*/ 40361 w 415721"/>
                <a:gd name="connsiteY359" fmla="*/ 737349 h 973730"/>
                <a:gd name="connsiteX360" fmla="*/ 47088 w 415721"/>
                <a:gd name="connsiteY360" fmla="*/ 731977 h 973730"/>
                <a:gd name="connsiteX361" fmla="*/ 47088 w 415721"/>
                <a:gd name="connsiteY361" fmla="*/ 725262 h 973730"/>
                <a:gd name="connsiteX362" fmla="*/ 41707 w 415721"/>
                <a:gd name="connsiteY362" fmla="*/ 715860 h 973730"/>
                <a:gd name="connsiteX363" fmla="*/ 32289 w 415721"/>
                <a:gd name="connsiteY363" fmla="*/ 710488 h 973730"/>
                <a:gd name="connsiteX364" fmla="*/ 26908 w 415721"/>
                <a:gd name="connsiteY364" fmla="*/ 710488 h 973730"/>
                <a:gd name="connsiteX365" fmla="*/ 25562 w 415721"/>
                <a:gd name="connsiteY365" fmla="*/ 711831 h 973730"/>
                <a:gd name="connsiteX366" fmla="*/ 22871 w 415721"/>
                <a:gd name="connsiteY366" fmla="*/ 709144 h 973730"/>
                <a:gd name="connsiteX367" fmla="*/ 24217 w 415721"/>
                <a:gd name="connsiteY367" fmla="*/ 703772 h 973730"/>
                <a:gd name="connsiteX368" fmla="*/ 36325 w 415721"/>
                <a:gd name="connsiteY368" fmla="*/ 703772 h 973730"/>
                <a:gd name="connsiteX369" fmla="*/ 41707 w 415721"/>
                <a:gd name="connsiteY369" fmla="*/ 697057 h 973730"/>
                <a:gd name="connsiteX370" fmla="*/ 41707 w 415721"/>
                <a:gd name="connsiteY370" fmla="*/ 691685 h 973730"/>
                <a:gd name="connsiteX371" fmla="*/ 37671 w 415721"/>
                <a:gd name="connsiteY371" fmla="*/ 690341 h 973730"/>
                <a:gd name="connsiteX372" fmla="*/ 33634 w 415721"/>
                <a:gd name="connsiteY372" fmla="*/ 693028 h 973730"/>
                <a:gd name="connsiteX373" fmla="*/ 29598 w 415721"/>
                <a:gd name="connsiteY373" fmla="*/ 691685 h 973730"/>
                <a:gd name="connsiteX374" fmla="*/ 26908 w 415721"/>
                <a:gd name="connsiteY374" fmla="*/ 679597 h 973730"/>
                <a:gd name="connsiteX375" fmla="*/ 21526 w 415721"/>
                <a:gd name="connsiteY375" fmla="*/ 668852 h 973730"/>
                <a:gd name="connsiteX376" fmla="*/ 21526 w 415721"/>
                <a:gd name="connsiteY376" fmla="*/ 662137 h 973730"/>
                <a:gd name="connsiteX377" fmla="*/ 21526 w 415721"/>
                <a:gd name="connsiteY377" fmla="*/ 652735 h 973730"/>
                <a:gd name="connsiteX378" fmla="*/ 13454 w 415721"/>
                <a:gd name="connsiteY378" fmla="*/ 650049 h 973730"/>
                <a:gd name="connsiteX379" fmla="*/ 12108 w 415721"/>
                <a:gd name="connsiteY379" fmla="*/ 643334 h 973730"/>
                <a:gd name="connsiteX380" fmla="*/ 10763 w 415721"/>
                <a:gd name="connsiteY380" fmla="*/ 623188 h 973730"/>
                <a:gd name="connsiteX381" fmla="*/ 16144 w 415721"/>
                <a:gd name="connsiteY381" fmla="*/ 619159 h 973730"/>
                <a:gd name="connsiteX382" fmla="*/ 17490 w 415721"/>
                <a:gd name="connsiteY382" fmla="*/ 612443 h 973730"/>
                <a:gd name="connsiteX383" fmla="*/ 14799 w 415721"/>
                <a:gd name="connsiteY383" fmla="*/ 607071 h 973730"/>
                <a:gd name="connsiteX384" fmla="*/ 9418 w 415721"/>
                <a:gd name="connsiteY384" fmla="*/ 604385 h 973730"/>
                <a:gd name="connsiteX385" fmla="*/ 8072 w 415721"/>
                <a:gd name="connsiteY385" fmla="*/ 592297 h 973730"/>
                <a:gd name="connsiteX386" fmla="*/ 6727 w 415721"/>
                <a:gd name="connsiteY386" fmla="*/ 576180 h 973730"/>
                <a:gd name="connsiteX387" fmla="*/ 8072 w 415721"/>
                <a:gd name="connsiteY387" fmla="*/ 556034 h 973730"/>
                <a:gd name="connsiteX388" fmla="*/ 4036 w 415721"/>
                <a:gd name="connsiteY388" fmla="*/ 547975 h 973730"/>
                <a:gd name="connsiteX389" fmla="*/ 2691 w 415721"/>
                <a:gd name="connsiteY389" fmla="*/ 538574 h 973730"/>
                <a:gd name="connsiteX390" fmla="*/ 12108 w 415721"/>
                <a:gd name="connsiteY390" fmla="*/ 526486 h 973730"/>
                <a:gd name="connsiteX391" fmla="*/ 13454 w 415721"/>
                <a:gd name="connsiteY391" fmla="*/ 511712 h 973730"/>
                <a:gd name="connsiteX392" fmla="*/ 20181 w 415721"/>
                <a:gd name="connsiteY392" fmla="*/ 509026 h 973730"/>
                <a:gd name="connsiteX393" fmla="*/ 24217 w 415721"/>
                <a:gd name="connsiteY393" fmla="*/ 503654 h 973730"/>
                <a:gd name="connsiteX394" fmla="*/ 8072 w 415721"/>
                <a:gd name="connsiteY394" fmla="*/ 474106 h 973730"/>
                <a:gd name="connsiteX395" fmla="*/ 10763 w 415721"/>
                <a:gd name="connsiteY395" fmla="*/ 463362 h 973730"/>
                <a:gd name="connsiteX396" fmla="*/ 10763 w 415721"/>
                <a:gd name="connsiteY396" fmla="*/ 456646 h 973730"/>
                <a:gd name="connsiteX397" fmla="*/ 10763 w 415721"/>
                <a:gd name="connsiteY397" fmla="*/ 437843 h 973730"/>
                <a:gd name="connsiteX398" fmla="*/ 16144 w 415721"/>
                <a:gd name="connsiteY398" fmla="*/ 427098 h 973730"/>
                <a:gd name="connsiteX399" fmla="*/ 21526 w 415721"/>
                <a:gd name="connsiteY399" fmla="*/ 421726 h 973730"/>
                <a:gd name="connsiteX400" fmla="*/ 20181 w 415721"/>
                <a:gd name="connsiteY400" fmla="*/ 412324 h 973730"/>
                <a:gd name="connsiteX401" fmla="*/ 14799 w 415721"/>
                <a:gd name="connsiteY401" fmla="*/ 402923 h 973730"/>
                <a:gd name="connsiteX402" fmla="*/ 12108 w 415721"/>
                <a:gd name="connsiteY402" fmla="*/ 400237 h 973730"/>
                <a:gd name="connsiteX403" fmla="*/ 17490 w 415721"/>
                <a:gd name="connsiteY403" fmla="*/ 390835 h 973730"/>
                <a:gd name="connsiteX404" fmla="*/ 16144 w 415721"/>
                <a:gd name="connsiteY404" fmla="*/ 381434 h 973730"/>
                <a:gd name="connsiteX405" fmla="*/ 20181 w 415721"/>
                <a:gd name="connsiteY405" fmla="*/ 370689 h 973730"/>
                <a:gd name="connsiteX406" fmla="*/ 25562 w 415721"/>
                <a:gd name="connsiteY406" fmla="*/ 369346 h 973730"/>
                <a:gd name="connsiteX407" fmla="*/ 26908 w 415721"/>
                <a:gd name="connsiteY407" fmla="*/ 355915 h 973730"/>
                <a:gd name="connsiteX408" fmla="*/ 24217 w 415721"/>
                <a:gd name="connsiteY408" fmla="*/ 337112 h 973730"/>
                <a:gd name="connsiteX409" fmla="*/ 21526 w 415721"/>
                <a:gd name="connsiteY409" fmla="*/ 333083 h 973730"/>
                <a:gd name="connsiteX410" fmla="*/ 17490 w 415721"/>
                <a:gd name="connsiteY410" fmla="*/ 318309 h 973730"/>
                <a:gd name="connsiteX411" fmla="*/ 13454 w 415721"/>
                <a:gd name="connsiteY411" fmla="*/ 310251 h 973730"/>
                <a:gd name="connsiteX412" fmla="*/ 8072 w 415721"/>
                <a:gd name="connsiteY412" fmla="*/ 300849 h 973730"/>
                <a:gd name="connsiteX413" fmla="*/ 6727 w 415721"/>
                <a:gd name="connsiteY413" fmla="*/ 295477 h 973730"/>
                <a:gd name="connsiteX414" fmla="*/ 2691 w 415721"/>
                <a:gd name="connsiteY414" fmla="*/ 288762 h 973730"/>
                <a:gd name="connsiteX415" fmla="*/ 0 w 415721"/>
                <a:gd name="connsiteY415" fmla="*/ 276674 h 973730"/>
                <a:gd name="connsiteX416" fmla="*/ 1345 w 415721"/>
                <a:gd name="connsiteY416" fmla="*/ 267272 h 973730"/>
                <a:gd name="connsiteX417" fmla="*/ 8072 w 415721"/>
                <a:gd name="connsiteY417" fmla="*/ 263243 h 973730"/>
                <a:gd name="connsiteX418" fmla="*/ 8072 w 415721"/>
                <a:gd name="connsiteY418" fmla="*/ 249812 h 973730"/>
                <a:gd name="connsiteX419" fmla="*/ 12108 w 415721"/>
                <a:gd name="connsiteY419" fmla="*/ 245783 h 973730"/>
                <a:gd name="connsiteX420" fmla="*/ 12108 w 415721"/>
                <a:gd name="connsiteY420" fmla="*/ 233695 h 973730"/>
                <a:gd name="connsiteX421" fmla="*/ 8072 w 415721"/>
                <a:gd name="connsiteY421" fmla="*/ 225637 h 973730"/>
                <a:gd name="connsiteX422" fmla="*/ 8072 w 415721"/>
                <a:gd name="connsiteY422" fmla="*/ 209520 h 973730"/>
                <a:gd name="connsiteX423" fmla="*/ 10763 w 415721"/>
                <a:gd name="connsiteY423" fmla="*/ 205491 h 973730"/>
                <a:gd name="connsiteX424" fmla="*/ 12108 w 415721"/>
                <a:gd name="connsiteY424" fmla="*/ 186688 h 973730"/>
                <a:gd name="connsiteX425" fmla="*/ 17490 w 415721"/>
                <a:gd name="connsiteY425" fmla="*/ 179972 h 973730"/>
                <a:gd name="connsiteX426" fmla="*/ 24217 w 415721"/>
                <a:gd name="connsiteY426" fmla="*/ 162512 h 973730"/>
                <a:gd name="connsiteX427" fmla="*/ 30944 w 415721"/>
                <a:gd name="connsiteY427" fmla="*/ 155797 h 973730"/>
                <a:gd name="connsiteX428" fmla="*/ 36325 w 415721"/>
                <a:gd name="connsiteY428" fmla="*/ 153111 h 973730"/>
                <a:gd name="connsiteX429" fmla="*/ 40361 w 415721"/>
                <a:gd name="connsiteY429" fmla="*/ 147738 h 973730"/>
                <a:gd name="connsiteX430" fmla="*/ 37671 w 415721"/>
                <a:gd name="connsiteY430" fmla="*/ 145052 h 973730"/>
                <a:gd name="connsiteX431" fmla="*/ 37671 w 415721"/>
                <a:gd name="connsiteY431" fmla="*/ 138337 h 973730"/>
                <a:gd name="connsiteX432" fmla="*/ 34980 w 415721"/>
                <a:gd name="connsiteY432" fmla="*/ 134308 h 973730"/>
                <a:gd name="connsiteX433" fmla="*/ 32289 w 415721"/>
                <a:gd name="connsiteY433" fmla="*/ 131621 h 973730"/>
                <a:gd name="connsiteX434" fmla="*/ 33634 w 415721"/>
                <a:gd name="connsiteY434" fmla="*/ 126249 h 973730"/>
                <a:gd name="connsiteX435" fmla="*/ 37671 w 415721"/>
                <a:gd name="connsiteY435" fmla="*/ 123563 h 973730"/>
                <a:gd name="connsiteX436" fmla="*/ 37671 w 415721"/>
                <a:gd name="connsiteY436" fmla="*/ 116847 h 973730"/>
                <a:gd name="connsiteX437" fmla="*/ 32289 w 415721"/>
                <a:gd name="connsiteY437" fmla="*/ 110132 h 973730"/>
                <a:gd name="connsiteX438" fmla="*/ 30944 w 415721"/>
                <a:gd name="connsiteY438" fmla="*/ 100731 h 973730"/>
                <a:gd name="connsiteX439" fmla="*/ 34980 w 415721"/>
                <a:gd name="connsiteY439" fmla="*/ 95359 h 973730"/>
                <a:gd name="connsiteX440" fmla="*/ 32289 w 415721"/>
                <a:gd name="connsiteY440" fmla="*/ 89986 h 973730"/>
                <a:gd name="connsiteX441" fmla="*/ 28253 w 415721"/>
                <a:gd name="connsiteY441" fmla="*/ 85957 h 973730"/>
                <a:gd name="connsiteX442" fmla="*/ 29598 w 415721"/>
                <a:gd name="connsiteY442" fmla="*/ 79241 h 973730"/>
                <a:gd name="connsiteX443" fmla="*/ 60542 w 415721"/>
                <a:gd name="connsiteY443" fmla="*/ 63124 h 973730"/>
                <a:gd name="connsiteX444" fmla="*/ 67269 w 415721"/>
                <a:gd name="connsiteY444" fmla="*/ 33577 h 97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</a:cxnLst>
              <a:rect l="l" t="t" r="r" b="b"/>
              <a:pathLst>
                <a:path w="415721" h="973730">
                  <a:moveTo>
                    <a:pt x="64578" y="26862"/>
                  </a:moveTo>
                  <a:lnTo>
                    <a:pt x="67269" y="22832"/>
                  </a:lnTo>
                  <a:lnTo>
                    <a:pt x="71305" y="13431"/>
                  </a:lnTo>
                  <a:lnTo>
                    <a:pt x="82068" y="2686"/>
                  </a:lnTo>
                  <a:lnTo>
                    <a:pt x="88795" y="0"/>
                  </a:lnTo>
                  <a:lnTo>
                    <a:pt x="95522" y="5372"/>
                  </a:lnTo>
                  <a:lnTo>
                    <a:pt x="102249" y="5372"/>
                  </a:lnTo>
                  <a:lnTo>
                    <a:pt x="107630" y="4029"/>
                  </a:lnTo>
                  <a:lnTo>
                    <a:pt x="113012" y="5372"/>
                  </a:lnTo>
                  <a:lnTo>
                    <a:pt x="122429" y="4029"/>
                  </a:lnTo>
                  <a:lnTo>
                    <a:pt x="126465" y="4029"/>
                  </a:lnTo>
                  <a:lnTo>
                    <a:pt x="127811" y="10744"/>
                  </a:lnTo>
                  <a:lnTo>
                    <a:pt x="131847" y="21489"/>
                  </a:lnTo>
                  <a:lnTo>
                    <a:pt x="133192" y="25518"/>
                  </a:lnTo>
                  <a:lnTo>
                    <a:pt x="135883" y="21489"/>
                  </a:lnTo>
                  <a:lnTo>
                    <a:pt x="135883" y="17460"/>
                  </a:lnTo>
                  <a:lnTo>
                    <a:pt x="138574" y="12088"/>
                  </a:lnTo>
                  <a:lnTo>
                    <a:pt x="138574" y="6715"/>
                  </a:lnTo>
                  <a:lnTo>
                    <a:pt x="142610" y="1343"/>
                  </a:lnTo>
                  <a:lnTo>
                    <a:pt x="157409" y="1343"/>
                  </a:lnTo>
                  <a:lnTo>
                    <a:pt x="170863" y="1343"/>
                  </a:lnTo>
                  <a:lnTo>
                    <a:pt x="176244" y="6715"/>
                  </a:lnTo>
                  <a:lnTo>
                    <a:pt x="182971" y="13431"/>
                  </a:lnTo>
                  <a:lnTo>
                    <a:pt x="187007" y="14774"/>
                  </a:lnTo>
                  <a:lnTo>
                    <a:pt x="193734" y="25518"/>
                  </a:lnTo>
                  <a:lnTo>
                    <a:pt x="209879" y="41635"/>
                  </a:lnTo>
                  <a:lnTo>
                    <a:pt x="216606" y="42978"/>
                  </a:lnTo>
                  <a:lnTo>
                    <a:pt x="223333" y="48351"/>
                  </a:lnTo>
                  <a:lnTo>
                    <a:pt x="227369" y="55066"/>
                  </a:lnTo>
                  <a:lnTo>
                    <a:pt x="242168" y="59095"/>
                  </a:lnTo>
                  <a:lnTo>
                    <a:pt x="252931" y="64468"/>
                  </a:lnTo>
                  <a:lnTo>
                    <a:pt x="256967" y="65811"/>
                  </a:lnTo>
                  <a:lnTo>
                    <a:pt x="269075" y="75212"/>
                  </a:lnTo>
                  <a:lnTo>
                    <a:pt x="279838" y="80585"/>
                  </a:lnTo>
                  <a:lnTo>
                    <a:pt x="295983" y="83271"/>
                  </a:lnTo>
                  <a:lnTo>
                    <a:pt x="301364" y="89986"/>
                  </a:lnTo>
                  <a:lnTo>
                    <a:pt x="309437" y="96701"/>
                  </a:lnTo>
                  <a:lnTo>
                    <a:pt x="312127" y="102074"/>
                  </a:lnTo>
                  <a:lnTo>
                    <a:pt x="310782" y="108789"/>
                  </a:lnTo>
                  <a:lnTo>
                    <a:pt x="306746" y="114162"/>
                  </a:lnTo>
                  <a:lnTo>
                    <a:pt x="302710" y="118191"/>
                  </a:lnTo>
                  <a:lnTo>
                    <a:pt x="300019" y="122220"/>
                  </a:lnTo>
                  <a:lnTo>
                    <a:pt x="301364" y="127592"/>
                  </a:lnTo>
                  <a:lnTo>
                    <a:pt x="297328" y="136994"/>
                  </a:lnTo>
                  <a:lnTo>
                    <a:pt x="289256" y="146395"/>
                  </a:lnTo>
                  <a:lnTo>
                    <a:pt x="287911" y="151768"/>
                  </a:lnTo>
                  <a:lnTo>
                    <a:pt x="291947" y="151768"/>
                  </a:lnTo>
                  <a:lnTo>
                    <a:pt x="310782" y="149082"/>
                  </a:lnTo>
                  <a:lnTo>
                    <a:pt x="326927" y="153111"/>
                  </a:lnTo>
                  <a:lnTo>
                    <a:pt x="337690" y="159826"/>
                  </a:lnTo>
                  <a:lnTo>
                    <a:pt x="343071" y="157140"/>
                  </a:lnTo>
                  <a:lnTo>
                    <a:pt x="347107" y="157140"/>
                  </a:lnTo>
                  <a:lnTo>
                    <a:pt x="349798" y="159826"/>
                  </a:lnTo>
                  <a:lnTo>
                    <a:pt x="355179" y="153111"/>
                  </a:lnTo>
                  <a:lnTo>
                    <a:pt x="356525" y="151768"/>
                  </a:lnTo>
                  <a:lnTo>
                    <a:pt x="361906" y="153111"/>
                  </a:lnTo>
                  <a:lnTo>
                    <a:pt x="367288" y="147738"/>
                  </a:lnTo>
                  <a:lnTo>
                    <a:pt x="369979" y="141023"/>
                  </a:lnTo>
                  <a:lnTo>
                    <a:pt x="380742" y="132965"/>
                  </a:lnTo>
                  <a:lnTo>
                    <a:pt x="383432" y="127592"/>
                  </a:lnTo>
                  <a:lnTo>
                    <a:pt x="386123" y="120877"/>
                  </a:lnTo>
                  <a:lnTo>
                    <a:pt x="391505" y="116847"/>
                  </a:lnTo>
                  <a:lnTo>
                    <a:pt x="391505" y="107446"/>
                  </a:lnTo>
                  <a:lnTo>
                    <a:pt x="390159" y="104760"/>
                  </a:lnTo>
                  <a:lnTo>
                    <a:pt x="391505" y="98044"/>
                  </a:lnTo>
                  <a:lnTo>
                    <a:pt x="396886" y="94015"/>
                  </a:lnTo>
                  <a:lnTo>
                    <a:pt x="408994" y="95359"/>
                  </a:lnTo>
                  <a:lnTo>
                    <a:pt x="408994" y="100731"/>
                  </a:lnTo>
                  <a:lnTo>
                    <a:pt x="414376" y="111475"/>
                  </a:lnTo>
                  <a:lnTo>
                    <a:pt x="414376" y="120877"/>
                  </a:lnTo>
                  <a:lnTo>
                    <a:pt x="415721" y="130278"/>
                  </a:lnTo>
                  <a:lnTo>
                    <a:pt x="415721" y="139680"/>
                  </a:lnTo>
                  <a:lnTo>
                    <a:pt x="414376" y="143709"/>
                  </a:lnTo>
                  <a:lnTo>
                    <a:pt x="408994" y="143709"/>
                  </a:lnTo>
                  <a:lnTo>
                    <a:pt x="403613" y="146395"/>
                  </a:lnTo>
                  <a:lnTo>
                    <a:pt x="402268" y="149082"/>
                  </a:lnTo>
                  <a:lnTo>
                    <a:pt x="398232" y="151768"/>
                  </a:lnTo>
                  <a:lnTo>
                    <a:pt x="396886" y="150424"/>
                  </a:lnTo>
                  <a:lnTo>
                    <a:pt x="386123" y="158483"/>
                  </a:lnTo>
                  <a:lnTo>
                    <a:pt x="383432" y="161169"/>
                  </a:lnTo>
                  <a:lnTo>
                    <a:pt x="379396" y="162512"/>
                  </a:lnTo>
                  <a:lnTo>
                    <a:pt x="369979" y="170571"/>
                  </a:lnTo>
                  <a:lnTo>
                    <a:pt x="367288" y="171914"/>
                  </a:lnTo>
                  <a:lnTo>
                    <a:pt x="367288" y="178629"/>
                  </a:lnTo>
                  <a:lnTo>
                    <a:pt x="363252" y="178629"/>
                  </a:lnTo>
                  <a:lnTo>
                    <a:pt x="359216" y="178629"/>
                  </a:lnTo>
                  <a:lnTo>
                    <a:pt x="351143" y="188031"/>
                  </a:lnTo>
                  <a:lnTo>
                    <a:pt x="349798" y="192060"/>
                  </a:lnTo>
                  <a:lnTo>
                    <a:pt x="349798" y="198775"/>
                  </a:lnTo>
                  <a:lnTo>
                    <a:pt x="347107" y="200118"/>
                  </a:lnTo>
                  <a:lnTo>
                    <a:pt x="344417" y="202805"/>
                  </a:lnTo>
                  <a:lnTo>
                    <a:pt x="339035" y="212206"/>
                  </a:lnTo>
                  <a:lnTo>
                    <a:pt x="334999" y="216235"/>
                  </a:lnTo>
                  <a:lnTo>
                    <a:pt x="330963" y="222951"/>
                  </a:lnTo>
                  <a:lnTo>
                    <a:pt x="330963" y="225637"/>
                  </a:lnTo>
                  <a:lnTo>
                    <a:pt x="326927" y="229666"/>
                  </a:lnTo>
                  <a:lnTo>
                    <a:pt x="325581" y="232352"/>
                  </a:lnTo>
                  <a:lnTo>
                    <a:pt x="322890" y="239068"/>
                  </a:lnTo>
                  <a:lnTo>
                    <a:pt x="317509" y="244440"/>
                  </a:lnTo>
                  <a:lnTo>
                    <a:pt x="320200" y="252498"/>
                  </a:lnTo>
                  <a:lnTo>
                    <a:pt x="317509" y="256528"/>
                  </a:lnTo>
                  <a:lnTo>
                    <a:pt x="318854" y="260557"/>
                  </a:lnTo>
                  <a:lnTo>
                    <a:pt x="318854" y="272644"/>
                  </a:lnTo>
                  <a:lnTo>
                    <a:pt x="316164" y="276674"/>
                  </a:lnTo>
                  <a:lnTo>
                    <a:pt x="317509" y="280703"/>
                  </a:lnTo>
                  <a:lnTo>
                    <a:pt x="313473" y="287418"/>
                  </a:lnTo>
                  <a:lnTo>
                    <a:pt x="316164" y="295477"/>
                  </a:lnTo>
                  <a:lnTo>
                    <a:pt x="314818" y="298163"/>
                  </a:lnTo>
                  <a:lnTo>
                    <a:pt x="316164" y="308908"/>
                  </a:lnTo>
                  <a:lnTo>
                    <a:pt x="317509" y="318309"/>
                  </a:lnTo>
                  <a:lnTo>
                    <a:pt x="316164" y="320995"/>
                  </a:lnTo>
                  <a:lnTo>
                    <a:pt x="312127" y="325024"/>
                  </a:lnTo>
                  <a:lnTo>
                    <a:pt x="312127" y="326368"/>
                  </a:lnTo>
                  <a:lnTo>
                    <a:pt x="312127" y="327711"/>
                  </a:lnTo>
                  <a:lnTo>
                    <a:pt x="312127" y="327711"/>
                  </a:lnTo>
                  <a:lnTo>
                    <a:pt x="310782" y="338455"/>
                  </a:lnTo>
                  <a:lnTo>
                    <a:pt x="312127" y="347857"/>
                  </a:lnTo>
                  <a:lnTo>
                    <a:pt x="310782" y="350543"/>
                  </a:lnTo>
                  <a:lnTo>
                    <a:pt x="314818" y="353229"/>
                  </a:lnTo>
                  <a:lnTo>
                    <a:pt x="314818" y="357259"/>
                  </a:lnTo>
                  <a:lnTo>
                    <a:pt x="313473" y="359944"/>
                  </a:lnTo>
                  <a:lnTo>
                    <a:pt x="314818" y="363974"/>
                  </a:lnTo>
                  <a:lnTo>
                    <a:pt x="326927" y="373375"/>
                  </a:lnTo>
                  <a:lnTo>
                    <a:pt x="337690" y="377405"/>
                  </a:lnTo>
                  <a:lnTo>
                    <a:pt x="351143" y="386806"/>
                  </a:lnTo>
                  <a:lnTo>
                    <a:pt x="353834" y="390835"/>
                  </a:lnTo>
                  <a:lnTo>
                    <a:pt x="353834" y="396208"/>
                  </a:lnTo>
                  <a:lnTo>
                    <a:pt x="347107" y="408295"/>
                  </a:lnTo>
                  <a:lnTo>
                    <a:pt x="347107" y="412324"/>
                  </a:lnTo>
                  <a:lnTo>
                    <a:pt x="351143" y="420383"/>
                  </a:lnTo>
                  <a:lnTo>
                    <a:pt x="357870" y="424412"/>
                  </a:lnTo>
                  <a:lnTo>
                    <a:pt x="363252" y="424412"/>
                  </a:lnTo>
                  <a:lnTo>
                    <a:pt x="365942" y="421726"/>
                  </a:lnTo>
                  <a:lnTo>
                    <a:pt x="367288" y="421726"/>
                  </a:lnTo>
                  <a:lnTo>
                    <a:pt x="368633" y="425755"/>
                  </a:lnTo>
                  <a:lnTo>
                    <a:pt x="368633" y="436500"/>
                  </a:lnTo>
                  <a:lnTo>
                    <a:pt x="367288" y="441872"/>
                  </a:lnTo>
                  <a:lnTo>
                    <a:pt x="361906" y="449931"/>
                  </a:lnTo>
                  <a:lnTo>
                    <a:pt x="360561" y="457989"/>
                  </a:lnTo>
                  <a:lnTo>
                    <a:pt x="359216" y="460675"/>
                  </a:lnTo>
                  <a:lnTo>
                    <a:pt x="357870" y="457989"/>
                  </a:lnTo>
                  <a:lnTo>
                    <a:pt x="356525" y="459332"/>
                  </a:lnTo>
                  <a:lnTo>
                    <a:pt x="353834" y="467391"/>
                  </a:lnTo>
                  <a:lnTo>
                    <a:pt x="355179" y="474106"/>
                  </a:lnTo>
                  <a:lnTo>
                    <a:pt x="352489" y="479478"/>
                  </a:lnTo>
                  <a:lnTo>
                    <a:pt x="339035" y="487537"/>
                  </a:lnTo>
                  <a:lnTo>
                    <a:pt x="328272" y="491566"/>
                  </a:lnTo>
                  <a:lnTo>
                    <a:pt x="325581" y="488880"/>
                  </a:lnTo>
                  <a:lnTo>
                    <a:pt x="324236" y="491566"/>
                  </a:lnTo>
                  <a:lnTo>
                    <a:pt x="309437" y="498282"/>
                  </a:lnTo>
                  <a:lnTo>
                    <a:pt x="290601" y="503654"/>
                  </a:lnTo>
                  <a:lnTo>
                    <a:pt x="279838" y="503654"/>
                  </a:lnTo>
                  <a:lnTo>
                    <a:pt x="271766" y="502311"/>
                  </a:lnTo>
                  <a:lnTo>
                    <a:pt x="263694" y="503654"/>
                  </a:lnTo>
                  <a:lnTo>
                    <a:pt x="258312" y="503654"/>
                  </a:lnTo>
                  <a:lnTo>
                    <a:pt x="252931" y="499624"/>
                  </a:lnTo>
                  <a:lnTo>
                    <a:pt x="244859" y="498282"/>
                  </a:lnTo>
                  <a:lnTo>
                    <a:pt x="242168" y="498282"/>
                  </a:lnTo>
                  <a:lnTo>
                    <a:pt x="239477" y="494252"/>
                  </a:lnTo>
                  <a:lnTo>
                    <a:pt x="238132" y="496938"/>
                  </a:lnTo>
                  <a:lnTo>
                    <a:pt x="238132" y="500968"/>
                  </a:lnTo>
                  <a:lnTo>
                    <a:pt x="239477" y="503654"/>
                  </a:lnTo>
                  <a:lnTo>
                    <a:pt x="239477" y="513055"/>
                  </a:lnTo>
                  <a:lnTo>
                    <a:pt x="240822" y="515741"/>
                  </a:lnTo>
                  <a:lnTo>
                    <a:pt x="240822" y="519771"/>
                  </a:lnTo>
                  <a:lnTo>
                    <a:pt x="244859" y="519771"/>
                  </a:lnTo>
                  <a:lnTo>
                    <a:pt x="246204" y="523800"/>
                  </a:lnTo>
                  <a:lnTo>
                    <a:pt x="244859" y="527829"/>
                  </a:lnTo>
                  <a:lnTo>
                    <a:pt x="243513" y="527829"/>
                  </a:lnTo>
                  <a:lnTo>
                    <a:pt x="243513" y="529172"/>
                  </a:lnTo>
                  <a:lnTo>
                    <a:pt x="239477" y="534544"/>
                  </a:lnTo>
                  <a:lnTo>
                    <a:pt x="240822" y="537231"/>
                  </a:lnTo>
                  <a:lnTo>
                    <a:pt x="238132" y="539917"/>
                  </a:lnTo>
                  <a:lnTo>
                    <a:pt x="238132" y="545289"/>
                  </a:lnTo>
                  <a:lnTo>
                    <a:pt x="240822" y="550662"/>
                  </a:lnTo>
                  <a:lnTo>
                    <a:pt x="246204" y="552005"/>
                  </a:lnTo>
                  <a:lnTo>
                    <a:pt x="244859" y="556034"/>
                  </a:lnTo>
                  <a:lnTo>
                    <a:pt x="243513" y="558720"/>
                  </a:lnTo>
                  <a:lnTo>
                    <a:pt x="243513" y="562749"/>
                  </a:lnTo>
                  <a:lnTo>
                    <a:pt x="243513" y="568121"/>
                  </a:lnTo>
                  <a:lnTo>
                    <a:pt x="236786" y="572151"/>
                  </a:lnTo>
                  <a:lnTo>
                    <a:pt x="238132" y="573494"/>
                  </a:lnTo>
                  <a:lnTo>
                    <a:pt x="228714" y="578866"/>
                  </a:lnTo>
                  <a:lnTo>
                    <a:pt x="213915" y="580209"/>
                  </a:lnTo>
                  <a:lnTo>
                    <a:pt x="207188" y="577523"/>
                  </a:lnTo>
                  <a:lnTo>
                    <a:pt x="197770" y="569465"/>
                  </a:lnTo>
                  <a:lnTo>
                    <a:pt x="187007" y="566778"/>
                  </a:lnTo>
                  <a:lnTo>
                    <a:pt x="181626" y="568121"/>
                  </a:lnTo>
                  <a:lnTo>
                    <a:pt x="180280" y="566778"/>
                  </a:lnTo>
                  <a:lnTo>
                    <a:pt x="181626" y="564092"/>
                  </a:lnTo>
                  <a:lnTo>
                    <a:pt x="177590" y="564092"/>
                  </a:lnTo>
                  <a:lnTo>
                    <a:pt x="172208" y="569465"/>
                  </a:lnTo>
                  <a:lnTo>
                    <a:pt x="172208" y="577523"/>
                  </a:lnTo>
                  <a:lnTo>
                    <a:pt x="177590" y="582895"/>
                  </a:lnTo>
                  <a:lnTo>
                    <a:pt x="180280" y="592297"/>
                  </a:lnTo>
                  <a:lnTo>
                    <a:pt x="180280" y="604385"/>
                  </a:lnTo>
                  <a:lnTo>
                    <a:pt x="181626" y="609757"/>
                  </a:lnTo>
                  <a:lnTo>
                    <a:pt x="187007" y="612443"/>
                  </a:lnTo>
                  <a:lnTo>
                    <a:pt x="195080" y="612443"/>
                  </a:lnTo>
                  <a:lnTo>
                    <a:pt x="197770" y="613786"/>
                  </a:lnTo>
                  <a:lnTo>
                    <a:pt x="195080" y="615129"/>
                  </a:lnTo>
                  <a:lnTo>
                    <a:pt x="192389" y="617815"/>
                  </a:lnTo>
                  <a:lnTo>
                    <a:pt x="196425" y="619159"/>
                  </a:lnTo>
                  <a:lnTo>
                    <a:pt x="205843" y="616472"/>
                  </a:lnTo>
                  <a:lnTo>
                    <a:pt x="205843" y="613786"/>
                  </a:lnTo>
                  <a:lnTo>
                    <a:pt x="201806" y="612443"/>
                  </a:lnTo>
                  <a:lnTo>
                    <a:pt x="200461" y="611100"/>
                  </a:lnTo>
                  <a:lnTo>
                    <a:pt x="203152" y="609757"/>
                  </a:lnTo>
                  <a:lnTo>
                    <a:pt x="207188" y="609757"/>
                  </a:lnTo>
                  <a:lnTo>
                    <a:pt x="211224" y="605728"/>
                  </a:lnTo>
                  <a:lnTo>
                    <a:pt x="215260" y="607071"/>
                  </a:lnTo>
                  <a:lnTo>
                    <a:pt x="219296" y="612443"/>
                  </a:lnTo>
                  <a:lnTo>
                    <a:pt x="217951" y="616472"/>
                  </a:lnTo>
                  <a:lnTo>
                    <a:pt x="216606" y="617815"/>
                  </a:lnTo>
                  <a:lnTo>
                    <a:pt x="219296" y="621844"/>
                  </a:lnTo>
                  <a:lnTo>
                    <a:pt x="221987" y="627217"/>
                  </a:lnTo>
                  <a:lnTo>
                    <a:pt x="220642" y="632589"/>
                  </a:lnTo>
                  <a:lnTo>
                    <a:pt x="209879" y="637962"/>
                  </a:lnTo>
                  <a:lnTo>
                    <a:pt x="205843" y="636618"/>
                  </a:lnTo>
                  <a:lnTo>
                    <a:pt x="204497" y="632589"/>
                  </a:lnTo>
                  <a:lnTo>
                    <a:pt x="205843" y="629903"/>
                  </a:lnTo>
                  <a:lnTo>
                    <a:pt x="205843" y="627217"/>
                  </a:lnTo>
                  <a:lnTo>
                    <a:pt x="199116" y="623188"/>
                  </a:lnTo>
                  <a:lnTo>
                    <a:pt x="192389" y="625874"/>
                  </a:lnTo>
                  <a:lnTo>
                    <a:pt x="187007" y="629903"/>
                  </a:lnTo>
                  <a:lnTo>
                    <a:pt x="187007" y="632589"/>
                  </a:lnTo>
                  <a:lnTo>
                    <a:pt x="188353" y="636618"/>
                  </a:lnTo>
                  <a:lnTo>
                    <a:pt x="193734" y="636618"/>
                  </a:lnTo>
                  <a:lnTo>
                    <a:pt x="201806" y="637962"/>
                  </a:lnTo>
                  <a:lnTo>
                    <a:pt x="201806" y="641991"/>
                  </a:lnTo>
                  <a:lnTo>
                    <a:pt x="196425" y="646020"/>
                  </a:lnTo>
                  <a:lnTo>
                    <a:pt x="188353" y="650049"/>
                  </a:lnTo>
                  <a:lnTo>
                    <a:pt x="185662" y="652735"/>
                  </a:lnTo>
                  <a:lnTo>
                    <a:pt x="187007" y="655421"/>
                  </a:lnTo>
                  <a:lnTo>
                    <a:pt x="184317" y="659451"/>
                  </a:lnTo>
                  <a:lnTo>
                    <a:pt x="180280" y="664823"/>
                  </a:lnTo>
                  <a:lnTo>
                    <a:pt x="182971" y="670195"/>
                  </a:lnTo>
                  <a:lnTo>
                    <a:pt x="184317" y="674224"/>
                  </a:lnTo>
                  <a:lnTo>
                    <a:pt x="184317" y="676911"/>
                  </a:lnTo>
                  <a:lnTo>
                    <a:pt x="182971" y="679597"/>
                  </a:lnTo>
                  <a:lnTo>
                    <a:pt x="189698" y="687655"/>
                  </a:lnTo>
                  <a:lnTo>
                    <a:pt x="189698" y="688998"/>
                  </a:lnTo>
                  <a:lnTo>
                    <a:pt x="187007" y="693028"/>
                  </a:lnTo>
                  <a:lnTo>
                    <a:pt x="188353" y="694371"/>
                  </a:lnTo>
                  <a:lnTo>
                    <a:pt x="181626" y="699743"/>
                  </a:lnTo>
                  <a:lnTo>
                    <a:pt x="180280" y="703772"/>
                  </a:lnTo>
                  <a:lnTo>
                    <a:pt x="178935" y="705115"/>
                  </a:lnTo>
                  <a:lnTo>
                    <a:pt x="184317" y="707801"/>
                  </a:lnTo>
                  <a:lnTo>
                    <a:pt x="187007" y="709144"/>
                  </a:lnTo>
                  <a:lnTo>
                    <a:pt x="187007" y="711831"/>
                  </a:lnTo>
                  <a:lnTo>
                    <a:pt x="178935" y="713174"/>
                  </a:lnTo>
                  <a:lnTo>
                    <a:pt x="173554" y="713174"/>
                  </a:lnTo>
                  <a:lnTo>
                    <a:pt x="166827" y="713174"/>
                  </a:lnTo>
                  <a:lnTo>
                    <a:pt x="161445" y="718546"/>
                  </a:lnTo>
                  <a:lnTo>
                    <a:pt x="156064" y="719889"/>
                  </a:lnTo>
                  <a:lnTo>
                    <a:pt x="150682" y="725262"/>
                  </a:lnTo>
                  <a:lnTo>
                    <a:pt x="147991" y="725262"/>
                  </a:lnTo>
                  <a:lnTo>
                    <a:pt x="146646" y="731977"/>
                  </a:lnTo>
                  <a:lnTo>
                    <a:pt x="143955" y="736006"/>
                  </a:lnTo>
                  <a:lnTo>
                    <a:pt x="138574" y="740035"/>
                  </a:lnTo>
                  <a:lnTo>
                    <a:pt x="137228" y="744065"/>
                  </a:lnTo>
                  <a:lnTo>
                    <a:pt x="141265" y="748094"/>
                  </a:lnTo>
                  <a:lnTo>
                    <a:pt x="141265" y="753466"/>
                  </a:lnTo>
                  <a:lnTo>
                    <a:pt x="146646" y="762868"/>
                  </a:lnTo>
                  <a:lnTo>
                    <a:pt x="152028" y="766897"/>
                  </a:lnTo>
                  <a:lnTo>
                    <a:pt x="154718" y="768240"/>
                  </a:lnTo>
                  <a:lnTo>
                    <a:pt x="162791" y="773612"/>
                  </a:lnTo>
                  <a:lnTo>
                    <a:pt x="172208" y="784357"/>
                  </a:lnTo>
                  <a:lnTo>
                    <a:pt x="181626" y="783014"/>
                  </a:lnTo>
                  <a:lnTo>
                    <a:pt x="185662" y="783014"/>
                  </a:lnTo>
                  <a:lnTo>
                    <a:pt x="188353" y="781671"/>
                  </a:lnTo>
                  <a:lnTo>
                    <a:pt x="192389" y="783014"/>
                  </a:lnTo>
                  <a:lnTo>
                    <a:pt x="193734" y="785700"/>
                  </a:lnTo>
                  <a:lnTo>
                    <a:pt x="192389" y="788386"/>
                  </a:lnTo>
                  <a:lnTo>
                    <a:pt x="192389" y="791072"/>
                  </a:lnTo>
                  <a:lnTo>
                    <a:pt x="195080" y="797788"/>
                  </a:lnTo>
                  <a:lnTo>
                    <a:pt x="195080" y="800474"/>
                  </a:lnTo>
                  <a:lnTo>
                    <a:pt x="191043" y="805846"/>
                  </a:lnTo>
                  <a:lnTo>
                    <a:pt x="193734" y="805846"/>
                  </a:lnTo>
                  <a:lnTo>
                    <a:pt x="197770" y="809875"/>
                  </a:lnTo>
                  <a:lnTo>
                    <a:pt x="195080" y="812562"/>
                  </a:lnTo>
                  <a:lnTo>
                    <a:pt x="193734" y="815247"/>
                  </a:lnTo>
                  <a:lnTo>
                    <a:pt x="195080" y="817934"/>
                  </a:lnTo>
                  <a:lnTo>
                    <a:pt x="191043" y="821963"/>
                  </a:lnTo>
                  <a:lnTo>
                    <a:pt x="187007" y="824649"/>
                  </a:lnTo>
                  <a:lnTo>
                    <a:pt x="185662" y="828678"/>
                  </a:lnTo>
                  <a:lnTo>
                    <a:pt x="182971" y="828678"/>
                  </a:lnTo>
                  <a:lnTo>
                    <a:pt x="180280" y="834051"/>
                  </a:lnTo>
                  <a:lnTo>
                    <a:pt x="177590" y="839423"/>
                  </a:lnTo>
                  <a:lnTo>
                    <a:pt x="173554" y="840766"/>
                  </a:lnTo>
                  <a:lnTo>
                    <a:pt x="166827" y="846138"/>
                  </a:lnTo>
                  <a:lnTo>
                    <a:pt x="165481" y="851511"/>
                  </a:lnTo>
                  <a:lnTo>
                    <a:pt x="164136" y="858226"/>
                  </a:lnTo>
                  <a:lnTo>
                    <a:pt x="160100" y="862255"/>
                  </a:lnTo>
                  <a:lnTo>
                    <a:pt x="158754" y="864941"/>
                  </a:lnTo>
                  <a:lnTo>
                    <a:pt x="160100" y="863598"/>
                  </a:lnTo>
                  <a:lnTo>
                    <a:pt x="164136" y="864941"/>
                  </a:lnTo>
                  <a:lnTo>
                    <a:pt x="166827" y="871657"/>
                  </a:lnTo>
                  <a:lnTo>
                    <a:pt x="165481" y="877029"/>
                  </a:lnTo>
                  <a:lnTo>
                    <a:pt x="160100" y="881059"/>
                  </a:lnTo>
                  <a:lnTo>
                    <a:pt x="160100" y="886431"/>
                  </a:lnTo>
                  <a:lnTo>
                    <a:pt x="153373" y="890460"/>
                  </a:lnTo>
                  <a:lnTo>
                    <a:pt x="149337" y="889117"/>
                  </a:lnTo>
                  <a:lnTo>
                    <a:pt x="146646" y="885088"/>
                  </a:lnTo>
                  <a:lnTo>
                    <a:pt x="142610" y="883744"/>
                  </a:lnTo>
                  <a:lnTo>
                    <a:pt x="145301" y="886431"/>
                  </a:lnTo>
                  <a:lnTo>
                    <a:pt x="145301" y="891803"/>
                  </a:lnTo>
                  <a:lnTo>
                    <a:pt x="147991" y="893146"/>
                  </a:lnTo>
                  <a:lnTo>
                    <a:pt x="145301" y="897175"/>
                  </a:lnTo>
                  <a:lnTo>
                    <a:pt x="138574" y="902547"/>
                  </a:lnTo>
                  <a:lnTo>
                    <a:pt x="135883" y="911949"/>
                  </a:lnTo>
                  <a:lnTo>
                    <a:pt x="137228" y="918665"/>
                  </a:lnTo>
                  <a:lnTo>
                    <a:pt x="142610" y="926723"/>
                  </a:lnTo>
                  <a:lnTo>
                    <a:pt x="146646" y="938811"/>
                  </a:lnTo>
                  <a:lnTo>
                    <a:pt x="146646" y="942840"/>
                  </a:lnTo>
                  <a:lnTo>
                    <a:pt x="147991" y="942840"/>
                  </a:lnTo>
                  <a:lnTo>
                    <a:pt x="146646" y="946869"/>
                  </a:lnTo>
                  <a:lnTo>
                    <a:pt x="142610" y="948212"/>
                  </a:lnTo>
                  <a:lnTo>
                    <a:pt x="145301" y="952241"/>
                  </a:lnTo>
                  <a:lnTo>
                    <a:pt x="149337" y="950898"/>
                  </a:lnTo>
                  <a:lnTo>
                    <a:pt x="153373" y="954928"/>
                  </a:lnTo>
                  <a:lnTo>
                    <a:pt x="154718" y="960300"/>
                  </a:lnTo>
                  <a:lnTo>
                    <a:pt x="162791" y="965672"/>
                  </a:lnTo>
                  <a:lnTo>
                    <a:pt x="168172" y="969701"/>
                  </a:lnTo>
                  <a:lnTo>
                    <a:pt x="169518" y="973731"/>
                  </a:lnTo>
                  <a:lnTo>
                    <a:pt x="166827" y="973731"/>
                  </a:lnTo>
                  <a:lnTo>
                    <a:pt x="160100" y="971044"/>
                  </a:lnTo>
                  <a:lnTo>
                    <a:pt x="153373" y="965672"/>
                  </a:lnTo>
                  <a:lnTo>
                    <a:pt x="147991" y="964329"/>
                  </a:lnTo>
                  <a:lnTo>
                    <a:pt x="146646" y="961643"/>
                  </a:lnTo>
                  <a:lnTo>
                    <a:pt x="113012" y="961643"/>
                  </a:lnTo>
                  <a:lnTo>
                    <a:pt x="94176" y="965672"/>
                  </a:lnTo>
                  <a:lnTo>
                    <a:pt x="88795" y="962986"/>
                  </a:lnTo>
                  <a:lnTo>
                    <a:pt x="76686" y="961643"/>
                  </a:lnTo>
                  <a:lnTo>
                    <a:pt x="72650" y="950898"/>
                  </a:lnTo>
                  <a:lnTo>
                    <a:pt x="69960" y="941497"/>
                  </a:lnTo>
                  <a:lnTo>
                    <a:pt x="64578" y="937468"/>
                  </a:lnTo>
                  <a:lnTo>
                    <a:pt x="63233" y="921351"/>
                  </a:lnTo>
                  <a:lnTo>
                    <a:pt x="63233" y="914635"/>
                  </a:lnTo>
                  <a:lnTo>
                    <a:pt x="57851" y="914635"/>
                  </a:lnTo>
                  <a:lnTo>
                    <a:pt x="48434" y="918665"/>
                  </a:lnTo>
                  <a:lnTo>
                    <a:pt x="44397" y="924037"/>
                  </a:lnTo>
                  <a:lnTo>
                    <a:pt x="39016" y="924037"/>
                  </a:lnTo>
                  <a:lnTo>
                    <a:pt x="28253" y="901205"/>
                  </a:lnTo>
                  <a:lnTo>
                    <a:pt x="25562" y="893146"/>
                  </a:lnTo>
                  <a:lnTo>
                    <a:pt x="29598" y="870314"/>
                  </a:lnTo>
                  <a:lnTo>
                    <a:pt x="34980" y="862255"/>
                  </a:lnTo>
                  <a:lnTo>
                    <a:pt x="44397" y="852854"/>
                  </a:lnTo>
                  <a:lnTo>
                    <a:pt x="47088" y="839423"/>
                  </a:lnTo>
                  <a:lnTo>
                    <a:pt x="44397" y="825992"/>
                  </a:lnTo>
                  <a:lnTo>
                    <a:pt x="40361" y="815247"/>
                  </a:lnTo>
                  <a:lnTo>
                    <a:pt x="43052" y="804503"/>
                  </a:lnTo>
                  <a:lnTo>
                    <a:pt x="48434" y="797788"/>
                  </a:lnTo>
                  <a:lnTo>
                    <a:pt x="43052" y="785700"/>
                  </a:lnTo>
                  <a:lnTo>
                    <a:pt x="43052" y="778985"/>
                  </a:lnTo>
                  <a:lnTo>
                    <a:pt x="48434" y="774955"/>
                  </a:lnTo>
                  <a:lnTo>
                    <a:pt x="45743" y="764211"/>
                  </a:lnTo>
                  <a:lnTo>
                    <a:pt x="43052" y="749437"/>
                  </a:lnTo>
                  <a:lnTo>
                    <a:pt x="40361" y="742721"/>
                  </a:lnTo>
                  <a:lnTo>
                    <a:pt x="40361" y="737349"/>
                  </a:lnTo>
                  <a:lnTo>
                    <a:pt x="47088" y="731977"/>
                  </a:lnTo>
                  <a:lnTo>
                    <a:pt x="47088" y="725262"/>
                  </a:lnTo>
                  <a:lnTo>
                    <a:pt x="41707" y="715860"/>
                  </a:lnTo>
                  <a:lnTo>
                    <a:pt x="32289" y="710488"/>
                  </a:lnTo>
                  <a:lnTo>
                    <a:pt x="26908" y="710488"/>
                  </a:lnTo>
                  <a:lnTo>
                    <a:pt x="25562" y="711831"/>
                  </a:lnTo>
                  <a:lnTo>
                    <a:pt x="22871" y="709144"/>
                  </a:lnTo>
                  <a:lnTo>
                    <a:pt x="24217" y="703772"/>
                  </a:lnTo>
                  <a:lnTo>
                    <a:pt x="36325" y="703772"/>
                  </a:lnTo>
                  <a:lnTo>
                    <a:pt x="41707" y="697057"/>
                  </a:lnTo>
                  <a:lnTo>
                    <a:pt x="41707" y="691685"/>
                  </a:lnTo>
                  <a:lnTo>
                    <a:pt x="37671" y="690341"/>
                  </a:lnTo>
                  <a:lnTo>
                    <a:pt x="33634" y="693028"/>
                  </a:lnTo>
                  <a:lnTo>
                    <a:pt x="29598" y="691685"/>
                  </a:lnTo>
                  <a:lnTo>
                    <a:pt x="26908" y="679597"/>
                  </a:lnTo>
                  <a:lnTo>
                    <a:pt x="21526" y="668852"/>
                  </a:lnTo>
                  <a:lnTo>
                    <a:pt x="21526" y="662137"/>
                  </a:lnTo>
                  <a:lnTo>
                    <a:pt x="21526" y="652735"/>
                  </a:lnTo>
                  <a:lnTo>
                    <a:pt x="13454" y="650049"/>
                  </a:lnTo>
                  <a:lnTo>
                    <a:pt x="12108" y="643334"/>
                  </a:lnTo>
                  <a:lnTo>
                    <a:pt x="10763" y="623188"/>
                  </a:lnTo>
                  <a:lnTo>
                    <a:pt x="16144" y="619159"/>
                  </a:lnTo>
                  <a:lnTo>
                    <a:pt x="17490" y="612443"/>
                  </a:lnTo>
                  <a:lnTo>
                    <a:pt x="14799" y="607071"/>
                  </a:lnTo>
                  <a:lnTo>
                    <a:pt x="9418" y="604385"/>
                  </a:lnTo>
                  <a:lnTo>
                    <a:pt x="8072" y="592297"/>
                  </a:lnTo>
                  <a:lnTo>
                    <a:pt x="6727" y="576180"/>
                  </a:lnTo>
                  <a:lnTo>
                    <a:pt x="8072" y="556034"/>
                  </a:lnTo>
                  <a:lnTo>
                    <a:pt x="4036" y="547975"/>
                  </a:lnTo>
                  <a:lnTo>
                    <a:pt x="2691" y="538574"/>
                  </a:lnTo>
                  <a:lnTo>
                    <a:pt x="12108" y="526486"/>
                  </a:lnTo>
                  <a:lnTo>
                    <a:pt x="13454" y="511712"/>
                  </a:lnTo>
                  <a:lnTo>
                    <a:pt x="20181" y="509026"/>
                  </a:lnTo>
                  <a:lnTo>
                    <a:pt x="24217" y="503654"/>
                  </a:lnTo>
                  <a:lnTo>
                    <a:pt x="8072" y="474106"/>
                  </a:lnTo>
                  <a:lnTo>
                    <a:pt x="10763" y="463362"/>
                  </a:lnTo>
                  <a:lnTo>
                    <a:pt x="10763" y="456646"/>
                  </a:lnTo>
                  <a:lnTo>
                    <a:pt x="10763" y="437843"/>
                  </a:lnTo>
                  <a:lnTo>
                    <a:pt x="16144" y="427098"/>
                  </a:lnTo>
                  <a:lnTo>
                    <a:pt x="21526" y="421726"/>
                  </a:lnTo>
                  <a:lnTo>
                    <a:pt x="20181" y="412324"/>
                  </a:lnTo>
                  <a:lnTo>
                    <a:pt x="14799" y="402923"/>
                  </a:lnTo>
                  <a:lnTo>
                    <a:pt x="12108" y="400237"/>
                  </a:lnTo>
                  <a:lnTo>
                    <a:pt x="17490" y="390835"/>
                  </a:lnTo>
                  <a:lnTo>
                    <a:pt x="16144" y="381434"/>
                  </a:lnTo>
                  <a:lnTo>
                    <a:pt x="20181" y="370689"/>
                  </a:lnTo>
                  <a:lnTo>
                    <a:pt x="25562" y="369346"/>
                  </a:lnTo>
                  <a:lnTo>
                    <a:pt x="26908" y="355915"/>
                  </a:lnTo>
                  <a:lnTo>
                    <a:pt x="24217" y="337112"/>
                  </a:lnTo>
                  <a:lnTo>
                    <a:pt x="21526" y="333083"/>
                  </a:lnTo>
                  <a:lnTo>
                    <a:pt x="17490" y="318309"/>
                  </a:lnTo>
                  <a:lnTo>
                    <a:pt x="13454" y="310251"/>
                  </a:lnTo>
                  <a:lnTo>
                    <a:pt x="8072" y="300849"/>
                  </a:lnTo>
                  <a:lnTo>
                    <a:pt x="6727" y="295477"/>
                  </a:lnTo>
                  <a:lnTo>
                    <a:pt x="2691" y="288762"/>
                  </a:lnTo>
                  <a:lnTo>
                    <a:pt x="0" y="276674"/>
                  </a:lnTo>
                  <a:lnTo>
                    <a:pt x="1345" y="267272"/>
                  </a:lnTo>
                  <a:lnTo>
                    <a:pt x="8072" y="263243"/>
                  </a:lnTo>
                  <a:lnTo>
                    <a:pt x="8072" y="249812"/>
                  </a:lnTo>
                  <a:lnTo>
                    <a:pt x="12108" y="245783"/>
                  </a:lnTo>
                  <a:lnTo>
                    <a:pt x="12108" y="233695"/>
                  </a:lnTo>
                  <a:lnTo>
                    <a:pt x="8072" y="225637"/>
                  </a:lnTo>
                  <a:lnTo>
                    <a:pt x="8072" y="209520"/>
                  </a:lnTo>
                  <a:lnTo>
                    <a:pt x="10763" y="205491"/>
                  </a:lnTo>
                  <a:lnTo>
                    <a:pt x="12108" y="186688"/>
                  </a:lnTo>
                  <a:lnTo>
                    <a:pt x="17490" y="179972"/>
                  </a:lnTo>
                  <a:lnTo>
                    <a:pt x="24217" y="162512"/>
                  </a:lnTo>
                  <a:lnTo>
                    <a:pt x="30944" y="155797"/>
                  </a:lnTo>
                  <a:lnTo>
                    <a:pt x="36325" y="153111"/>
                  </a:lnTo>
                  <a:lnTo>
                    <a:pt x="40361" y="147738"/>
                  </a:lnTo>
                  <a:lnTo>
                    <a:pt x="37671" y="145052"/>
                  </a:lnTo>
                  <a:lnTo>
                    <a:pt x="37671" y="138337"/>
                  </a:lnTo>
                  <a:lnTo>
                    <a:pt x="34980" y="134308"/>
                  </a:lnTo>
                  <a:lnTo>
                    <a:pt x="32289" y="131621"/>
                  </a:lnTo>
                  <a:lnTo>
                    <a:pt x="33634" y="126249"/>
                  </a:lnTo>
                  <a:lnTo>
                    <a:pt x="37671" y="123563"/>
                  </a:lnTo>
                  <a:lnTo>
                    <a:pt x="37671" y="116847"/>
                  </a:lnTo>
                  <a:lnTo>
                    <a:pt x="32289" y="110132"/>
                  </a:lnTo>
                  <a:lnTo>
                    <a:pt x="30944" y="100731"/>
                  </a:lnTo>
                  <a:lnTo>
                    <a:pt x="34980" y="95359"/>
                  </a:lnTo>
                  <a:lnTo>
                    <a:pt x="32289" y="89986"/>
                  </a:lnTo>
                  <a:lnTo>
                    <a:pt x="28253" y="85957"/>
                  </a:lnTo>
                  <a:lnTo>
                    <a:pt x="29598" y="79241"/>
                  </a:lnTo>
                  <a:lnTo>
                    <a:pt x="60542" y="63124"/>
                  </a:lnTo>
                  <a:lnTo>
                    <a:pt x="67269" y="33577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29" name="Freeform 1228">
              <a:extLst>
                <a:ext uri="{FF2B5EF4-FFF2-40B4-BE49-F238E27FC236}">
                  <a16:creationId xmlns:a16="http://schemas.microsoft.com/office/drawing/2014/main" id="{0389812E-DAB2-DD29-3C59-A3266C897653}"/>
                </a:ext>
              </a:extLst>
            </p:cNvPr>
            <p:cNvSpPr/>
            <p:nvPr/>
          </p:nvSpPr>
          <p:spPr>
            <a:xfrm>
              <a:off x="5860463" y="6286403"/>
              <a:ext cx="20180" cy="9401"/>
            </a:xfrm>
            <a:custGeom>
              <a:avLst/>
              <a:gdLst>
                <a:gd name="connsiteX0" fmla="*/ 0 w 20180"/>
                <a:gd name="connsiteY0" fmla="*/ 5373 h 9401"/>
                <a:gd name="connsiteX1" fmla="*/ 4036 w 20180"/>
                <a:gd name="connsiteY1" fmla="*/ 9402 h 9401"/>
                <a:gd name="connsiteX2" fmla="*/ 10763 w 20180"/>
                <a:gd name="connsiteY2" fmla="*/ 5373 h 9401"/>
                <a:gd name="connsiteX3" fmla="*/ 14799 w 20180"/>
                <a:gd name="connsiteY3" fmla="*/ 4029 h 9401"/>
                <a:gd name="connsiteX4" fmla="*/ 20181 w 20180"/>
                <a:gd name="connsiteY4" fmla="*/ 0 h 9401"/>
                <a:gd name="connsiteX5" fmla="*/ 13454 w 20180"/>
                <a:gd name="connsiteY5" fmla="*/ 0 h 9401"/>
                <a:gd name="connsiteX6" fmla="*/ 10763 w 20180"/>
                <a:gd name="connsiteY6" fmla="*/ 2686 h 9401"/>
                <a:gd name="connsiteX7" fmla="*/ 4036 w 20180"/>
                <a:gd name="connsiteY7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80" h="9401">
                  <a:moveTo>
                    <a:pt x="0" y="5373"/>
                  </a:moveTo>
                  <a:lnTo>
                    <a:pt x="4036" y="9402"/>
                  </a:lnTo>
                  <a:lnTo>
                    <a:pt x="10763" y="5373"/>
                  </a:lnTo>
                  <a:lnTo>
                    <a:pt x="14799" y="4029"/>
                  </a:lnTo>
                  <a:lnTo>
                    <a:pt x="20181" y="0"/>
                  </a:lnTo>
                  <a:lnTo>
                    <a:pt x="13454" y="0"/>
                  </a:lnTo>
                  <a:lnTo>
                    <a:pt x="10763" y="2686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30" name="Freeform 1229">
              <a:extLst>
                <a:ext uri="{FF2B5EF4-FFF2-40B4-BE49-F238E27FC236}">
                  <a16:creationId xmlns:a16="http://schemas.microsoft.com/office/drawing/2014/main" id="{F08BFEAC-8F23-3495-1F5E-865FBE9A0A6C}"/>
                </a:ext>
              </a:extLst>
            </p:cNvPr>
            <p:cNvSpPr/>
            <p:nvPr/>
          </p:nvSpPr>
          <p:spPr>
            <a:xfrm>
              <a:off x="5744760" y="6208505"/>
              <a:ext cx="16144" cy="30890"/>
            </a:xfrm>
            <a:custGeom>
              <a:avLst/>
              <a:gdLst>
                <a:gd name="connsiteX0" fmla="*/ 0 w 16144"/>
                <a:gd name="connsiteY0" fmla="*/ 1343 h 30890"/>
                <a:gd name="connsiteX1" fmla="*/ 0 w 16144"/>
                <a:gd name="connsiteY1" fmla="*/ 0 h 30890"/>
                <a:gd name="connsiteX2" fmla="*/ 4036 w 16144"/>
                <a:gd name="connsiteY2" fmla="*/ 6715 h 30890"/>
                <a:gd name="connsiteX3" fmla="*/ 13454 w 16144"/>
                <a:gd name="connsiteY3" fmla="*/ 14774 h 30890"/>
                <a:gd name="connsiteX4" fmla="*/ 16144 w 16144"/>
                <a:gd name="connsiteY4" fmla="*/ 26862 h 30890"/>
                <a:gd name="connsiteX5" fmla="*/ 12108 w 16144"/>
                <a:gd name="connsiteY5" fmla="*/ 24175 h 30890"/>
                <a:gd name="connsiteX6" fmla="*/ 9418 w 16144"/>
                <a:gd name="connsiteY6" fmla="*/ 26862 h 30890"/>
                <a:gd name="connsiteX7" fmla="*/ 6727 w 16144"/>
                <a:gd name="connsiteY7" fmla="*/ 30891 h 3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44" h="30890">
                  <a:moveTo>
                    <a:pt x="0" y="1343"/>
                  </a:moveTo>
                  <a:lnTo>
                    <a:pt x="0" y="0"/>
                  </a:lnTo>
                  <a:lnTo>
                    <a:pt x="4036" y="6715"/>
                  </a:lnTo>
                  <a:lnTo>
                    <a:pt x="13454" y="14774"/>
                  </a:lnTo>
                  <a:lnTo>
                    <a:pt x="16144" y="26862"/>
                  </a:lnTo>
                  <a:lnTo>
                    <a:pt x="12108" y="24175"/>
                  </a:lnTo>
                  <a:lnTo>
                    <a:pt x="9418" y="26862"/>
                  </a:lnTo>
                  <a:lnTo>
                    <a:pt x="6727" y="3089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31" name="Freeform 1230">
              <a:extLst>
                <a:ext uri="{FF2B5EF4-FFF2-40B4-BE49-F238E27FC236}">
                  <a16:creationId xmlns:a16="http://schemas.microsoft.com/office/drawing/2014/main" id="{AEACF790-0112-782D-8292-C649E20316FE}"/>
                </a:ext>
              </a:extLst>
            </p:cNvPr>
            <p:cNvSpPr/>
            <p:nvPr/>
          </p:nvSpPr>
          <p:spPr>
            <a:xfrm>
              <a:off x="5751487" y="6240739"/>
              <a:ext cx="94176" cy="64467"/>
            </a:xfrm>
            <a:custGeom>
              <a:avLst/>
              <a:gdLst>
                <a:gd name="connsiteX0" fmla="*/ 0 w 94176"/>
                <a:gd name="connsiteY0" fmla="*/ 0 h 64467"/>
                <a:gd name="connsiteX1" fmla="*/ 6727 w 94176"/>
                <a:gd name="connsiteY1" fmla="*/ 1343 h 64467"/>
                <a:gd name="connsiteX2" fmla="*/ 12108 w 94176"/>
                <a:gd name="connsiteY2" fmla="*/ 0 h 64467"/>
                <a:gd name="connsiteX3" fmla="*/ 14799 w 94176"/>
                <a:gd name="connsiteY3" fmla="*/ 5372 h 64467"/>
                <a:gd name="connsiteX4" fmla="*/ 18835 w 94176"/>
                <a:gd name="connsiteY4" fmla="*/ 14774 h 64467"/>
                <a:gd name="connsiteX5" fmla="*/ 25562 w 94176"/>
                <a:gd name="connsiteY5" fmla="*/ 14774 h 64467"/>
                <a:gd name="connsiteX6" fmla="*/ 32289 w 94176"/>
                <a:gd name="connsiteY6" fmla="*/ 20146 h 64467"/>
                <a:gd name="connsiteX7" fmla="*/ 32289 w 94176"/>
                <a:gd name="connsiteY7" fmla="*/ 26862 h 64467"/>
                <a:gd name="connsiteX8" fmla="*/ 37671 w 94176"/>
                <a:gd name="connsiteY8" fmla="*/ 28205 h 64467"/>
                <a:gd name="connsiteX9" fmla="*/ 57851 w 94176"/>
                <a:gd name="connsiteY9" fmla="*/ 34920 h 64467"/>
                <a:gd name="connsiteX10" fmla="*/ 60542 w 94176"/>
                <a:gd name="connsiteY10" fmla="*/ 37606 h 64467"/>
                <a:gd name="connsiteX11" fmla="*/ 67269 w 94176"/>
                <a:gd name="connsiteY11" fmla="*/ 40292 h 64467"/>
                <a:gd name="connsiteX12" fmla="*/ 73996 w 94176"/>
                <a:gd name="connsiteY12" fmla="*/ 45665 h 64467"/>
                <a:gd name="connsiteX13" fmla="*/ 79377 w 94176"/>
                <a:gd name="connsiteY13" fmla="*/ 45665 h 64467"/>
                <a:gd name="connsiteX14" fmla="*/ 88795 w 94176"/>
                <a:gd name="connsiteY14" fmla="*/ 44322 h 64467"/>
                <a:gd name="connsiteX15" fmla="*/ 94176 w 94176"/>
                <a:gd name="connsiteY15" fmla="*/ 45665 h 64467"/>
                <a:gd name="connsiteX16" fmla="*/ 94176 w 94176"/>
                <a:gd name="connsiteY16" fmla="*/ 49694 h 64467"/>
                <a:gd name="connsiteX17" fmla="*/ 87449 w 94176"/>
                <a:gd name="connsiteY17" fmla="*/ 53723 h 64467"/>
                <a:gd name="connsiteX18" fmla="*/ 86104 w 94176"/>
                <a:gd name="connsiteY18" fmla="*/ 52380 h 64467"/>
                <a:gd name="connsiteX19" fmla="*/ 79377 w 94176"/>
                <a:gd name="connsiteY19" fmla="*/ 53723 h 64467"/>
                <a:gd name="connsiteX20" fmla="*/ 79377 w 94176"/>
                <a:gd name="connsiteY20" fmla="*/ 57753 h 64467"/>
                <a:gd name="connsiteX21" fmla="*/ 73996 w 94176"/>
                <a:gd name="connsiteY21" fmla="*/ 63125 h 64467"/>
                <a:gd name="connsiteX22" fmla="*/ 68614 w 94176"/>
                <a:gd name="connsiteY22" fmla="*/ 64468 h 64467"/>
                <a:gd name="connsiteX23" fmla="*/ 61887 w 94176"/>
                <a:gd name="connsiteY23" fmla="*/ 61782 h 64467"/>
                <a:gd name="connsiteX24" fmla="*/ 56506 w 94176"/>
                <a:gd name="connsiteY24" fmla="*/ 59095 h 64467"/>
                <a:gd name="connsiteX25" fmla="*/ 45743 w 94176"/>
                <a:gd name="connsiteY25" fmla="*/ 57753 h 64467"/>
                <a:gd name="connsiteX26" fmla="*/ 39016 w 94176"/>
                <a:gd name="connsiteY26" fmla="*/ 57753 h 64467"/>
                <a:gd name="connsiteX27" fmla="*/ 28253 w 94176"/>
                <a:gd name="connsiteY27" fmla="*/ 57753 h 64467"/>
                <a:gd name="connsiteX28" fmla="*/ 18835 w 94176"/>
                <a:gd name="connsiteY28" fmla="*/ 60438 h 64467"/>
                <a:gd name="connsiteX29" fmla="*/ 16144 w 94176"/>
                <a:gd name="connsiteY29" fmla="*/ 60438 h 64467"/>
                <a:gd name="connsiteX30" fmla="*/ 13454 w 94176"/>
                <a:gd name="connsiteY30" fmla="*/ 51037 h 64467"/>
                <a:gd name="connsiteX31" fmla="*/ 25562 w 94176"/>
                <a:gd name="connsiteY31" fmla="*/ 49694 h 64467"/>
                <a:gd name="connsiteX32" fmla="*/ 32289 w 94176"/>
                <a:gd name="connsiteY32" fmla="*/ 48351 h 64467"/>
                <a:gd name="connsiteX33" fmla="*/ 37671 w 94176"/>
                <a:gd name="connsiteY33" fmla="*/ 47008 h 64467"/>
                <a:gd name="connsiteX34" fmla="*/ 37671 w 94176"/>
                <a:gd name="connsiteY34" fmla="*/ 45665 h 64467"/>
                <a:gd name="connsiteX35" fmla="*/ 30944 w 94176"/>
                <a:gd name="connsiteY35" fmla="*/ 47008 h 64467"/>
                <a:gd name="connsiteX36" fmla="*/ 24217 w 94176"/>
                <a:gd name="connsiteY36" fmla="*/ 47008 h 64467"/>
                <a:gd name="connsiteX37" fmla="*/ 14799 w 94176"/>
                <a:gd name="connsiteY37" fmla="*/ 48351 h 64467"/>
                <a:gd name="connsiteX38" fmla="*/ 12108 w 94176"/>
                <a:gd name="connsiteY38" fmla="*/ 48351 h 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94176" h="64467">
                  <a:moveTo>
                    <a:pt x="0" y="0"/>
                  </a:moveTo>
                  <a:lnTo>
                    <a:pt x="6727" y="1343"/>
                  </a:lnTo>
                  <a:lnTo>
                    <a:pt x="12108" y="0"/>
                  </a:lnTo>
                  <a:lnTo>
                    <a:pt x="14799" y="5372"/>
                  </a:lnTo>
                  <a:lnTo>
                    <a:pt x="18835" y="14774"/>
                  </a:lnTo>
                  <a:lnTo>
                    <a:pt x="25562" y="14774"/>
                  </a:lnTo>
                  <a:lnTo>
                    <a:pt x="32289" y="20146"/>
                  </a:lnTo>
                  <a:lnTo>
                    <a:pt x="32289" y="26862"/>
                  </a:lnTo>
                  <a:lnTo>
                    <a:pt x="37671" y="28205"/>
                  </a:lnTo>
                  <a:lnTo>
                    <a:pt x="57851" y="34920"/>
                  </a:lnTo>
                  <a:lnTo>
                    <a:pt x="60542" y="37606"/>
                  </a:lnTo>
                  <a:lnTo>
                    <a:pt x="67269" y="40292"/>
                  </a:lnTo>
                  <a:lnTo>
                    <a:pt x="73996" y="45665"/>
                  </a:lnTo>
                  <a:lnTo>
                    <a:pt x="79377" y="45665"/>
                  </a:lnTo>
                  <a:lnTo>
                    <a:pt x="88795" y="44322"/>
                  </a:lnTo>
                  <a:lnTo>
                    <a:pt x="94176" y="45665"/>
                  </a:lnTo>
                  <a:lnTo>
                    <a:pt x="94176" y="49694"/>
                  </a:lnTo>
                  <a:lnTo>
                    <a:pt x="87449" y="53723"/>
                  </a:lnTo>
                  <a:lnTo>
                    <a:pt x="86104" y="52380"/>
                  </a:lnTo>
                  <a:lnTo>
                    <a:pt x="79377" y="53723"/>
                  </a:lnTo>
                  <a:lnTo>
                    <a:pt x="79377" y="57753"/>
                  </a:lnTo>
                  <a:lnTo>
                    <a:pt x="73996" y="63125"/>
                  </a:lnTo>
                  <a:lnTo>
                    <a:pt x="68614" y="64468"/>
                  </a:lnTo>
                  <a:lnTo>
                    <a:pt x="61887" y="61782"/>
                  </a:lnTo>
                  <a:lnTo>
                    <a:pt x="56506" y="59095"/>
                  </a:lnTo>
                  <a:lnTo>
                    <a:pt x="45743" y="57753"/>
                  </a:lnTo>
                  <a:lnTo>
                    <a:pt x="39016" y="57753"/>
                  </a:lnTo>
                  <a:lnTo>
                    <a:pt x="28253" y="57753"/>
                  </a:lnTo>
                  <a:lnTo>
                    <a:pt x="18835" y="60438"/>
                  </a:lnTo>
                  <a:lnTo>
                    <a:pt x="16144" y="60438"/>
                  </a:lnTo>
                  <a:lnTo>
                    <a:pt x="13454" y="51037"/>
                  </a:lnTo>
                  <a:lnTo>
                    <a:pt x="25562" y="49694"/>
                  </a:lnTo>
                  <a:lnTo>
                    <a:pt x="32289" y="48351"/>
                  </a:lnTo>
                  <a:lnTo>
                    <a:pt x="37671" y="47008"/>
                  </a:lnTo>
                  <a:lnTo>
                    <a:pt x="37671" y="45665"/>
                  </a:lnTo>
                  <a:lnTo>
                    <a:pt x="30944" y="47008"/>
                  </a:lnTo>
                  <a:lnTo>
                    <a:pt x="24217" y="47008"/>
                  </a:lnTo>
                  <a:lnTo>
                    <a:pt x="14799" y="48351"/>
                  </a:lnTo>
                  <a:lnTo>
                    <a:pt x="12108" y="4835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232" name="Graphic 5">
            <a:extLst>
              <a:ext uri="{FF2B5EF4-FFF2-40B4-BE49-F238E27FC236}">
                <a16:creationId xmlns:a16="http://schemas.microsoft.com/office/drawing/2014/main" id="{592FCE01-FC6B-5548-689C-7669B7236C7E}"/>
              </a:ext>
            </a:extLst>
          </p:cNvPr>
          <p:cNvGrpSpPr/>
          <p:nvPr/>
        </p:nvGrpSpPr>
        <p:grpSpPr>
          <a:xfrm>
            <a:off x="5525464" y="5108525"/>
            <a:ext cx="282529" cy="1231601"/>
            <a:chOff x="5525464" y="5108525"/>
            <a:chExt cx="282529" cy="1231601"/>
          </a:xfrm>
          <a:solidFill>
            <a:srgbClr val="E5E5E4"/>
          </a:solidFill>
        </p:grpSpPr>
        <p:sp>
          <p:nvSpPr>
            <p:cNvPr id="1233" name="Freeform 1232">
              <a:extLst>
                <a:ext uri="{FF2B5EF4-FFF2-40B4-BE49-F238E27FC236}">
                  <a16:creationId xmlns:a16="http://schemas.microsoft.com/office/drawing/2014/main" id="{A05DB092-2D99-8226-23EF-D136343A4478}"/>
                </a:ext>
              </a:extLst>
            </p:cNvPr>
            <p:cNvSpPr/>
            <p:nvPr/>
          </p:nvSpPr>
          <p:spPr>
            <a:xfrm>
              <a:off x="5689600" y="6278345"/>
              <a:ext cx="78031" cy="44321"/>
            </a:xfrm>
            <a:custGeom>
              <a:avLst/>
              <a:gdLst>
                <a:gd name="connsiteX0" fmla="*/ 78032 w 78031"/>
                <a:gd name="connsiteY0" fmla="*/ 22832 h 44321"/>
                <a:gd name="connsiteX1" fmla="*/ 75341 w 78031"/>
                <a:gd name="connsiteY1" fmla="*/ 13431 h 44321"/>
                <a:gd name="connsiteX2" fmla="*/ 72650 w 78031"/>
                <a:gd name="connsiteY2" fmla="*/ 13431 h 44321"/>
                <a:gd name="connsiteX3" fmla="*/ 67269 w 78031"/>
                <a:gd name="connsiteY3" fmla="*/ 9401 h 44321"/>
                <a:gd name="connsiteX4" fmla="*/ 59197 w 78031"/>
                <a:gd name="connsiteY4" fmla="*/ 6715 h 44321"/>
                <a:gd name="connsiteX5" fmla="*/ 45743 w 78031"/>
                <a:gd name="connsiteY5" fmla="*/ 2686 h 44321"/>
                <a:gd name="connsiteX6" fmla="*/ 39016 w 78031"/>
                <a:gd name="connsiteY6" fmla="*/ 0 h 44321"/>
                <a:gd name="connsiteX7" fmla="*/ 39016 w 78031"/>
                <a:gd name="connsiteY7" fmla="*/ 2686 h 44321"/>
                <a:gd name="connsiteX8" fmla="*/ 40361 w 78031"/>
                <a:gd name="connsiteY8" fmla="*/ 5372 h 44321"/>
                <a:gd name="connsiteX9" fmla="*/ 39016 w 78031"/>
                <a:gd name="connsiteY9" fmla="*/ 6715 h 44321"/>
                <a:gd name="connsiteX10" fmla="*/ 36325 w 78031"/>
                <a:gd name="connsiteY10" fmla="*/ 5372 h 44321"/>
                <a:gd name="connsiteX11" fmla="*/ 28253 w 78031"/>
                <a:gd name="connsiteY11" fmla="*/ 2686 h 44321"/>
                <a:gd name="connsiteX12" fmla="*/ 22872 w 78031"/>
                <a:gd name="connsiteY12" fmla="*/ 0 h 44321"/>
                <a:gd name="connsiteX13" fmla="*/ 21526 w 78031"/>
                <a:gd name="connsiteY13" fmla="*/ 1343 h 44321"/>
                <a:gd name="connsiteX14" fmla="*/ 24217 w 78031"/>
                <a:gd name="connsiteY14" fmla="*/ 2686 h 44321"/>
                <a:gd name="connsiteX15" fmla="*/ 34980 w 78031"/>
                <a:gd name="connsiteY15" fmla="*/ 8058 h 44321"/>
                <a:gd name="connsiteX16" fmla="*/ 36325 w 78031"/>
                <a:gd name="connsiteY16" fmla="*/ 10744 h 44321"/>
                <a:gd name="connsiteX17" fmla="*/ 32289 w 78031"/>
                <a:gd name="connsiteY17" fmla="*/ 10744 h 44321"/>
                <a:gd name="connsiteX18" fmla="*/ 30944 w 78031"/>
                <a:gd name="connsiteY18" fmla="*/ 10744 h 44321"/>
                <a:gd name="connsiteX19" fmla="*/ 30944 w 78031"/>
                <a:gd name="connsiteY19" fmla="*/ 13431 h 44321"/>
                <a:gd name="connsiteX20" fmla="*/ 29598 w 78031"/>
                <a:gd name="connsiteY20" fmla="*/ 13431 h 44321"/>
                <a:gd name="connsiteX21" fmla="*/ 28253 w 78031"/>
                <a:gd name="connsiteY21" fmla="*/ 10744 h 44321"/>
                <a:gd name="connsiteX22" fmla="*/ 22872 w 78031"/>
                <a:gd name="connsiteY22" fmla="*/ 6715 h 44321"/>
                <a:gd name="connsiteX23" fmla="*/ 20181 w 78031"/>
                <a:gd name="connsiteY23" fmla="*/ 8058 h 44321"/>
                <a:gd name="connsiteX24" fmla="*/ 21526 w 78031"/>
                <a:gd name="connsiteY24" fmla="*/ 12088 h 44321"/>
                <a:gd name="connsiteX25" fmla="*/ 17490 w 78031"/>
                <a:gd name="connsiteY25" fmla="*/ 12088 h 44321"/>
                <a:gd name="connsiteX26" fmla="*/ 9418 w 78031"/>
                <a:gd name="connsiteY26" fmla="*/ 13431 h 44321"/>
                <a:gd name="connsiteX27" fmla="*/ 8072 w 78031"/>
                <a:gd name="connsiteY27" fmla="*/ 14774 h 44321"/>
                <a:gd name="connsiteX28" fmla="*/ 9418 w 78031"/>
                <a:gd name="connsiteY28" fmla="*/ 16117 h 44321"/>
                <a:gd name="connsiteX29" fmla="*/ 8072 w 78031"/>
                <a:gd name="connsiteY29" fmla="*/ 17460 h 44321"/>
                <a:gd name="connsiteX30" fmla="*/ 4036 w 78031"/>
                <a:gd name="connsiteY30" fmla="*/ 17460 h 44321"/>
                <a:gd name="connsiteX31" fmla="*/ 0 w 78031"/>
                <a:gd name="connsiteY31" fmla="*/ 17460 h 44321"/>
                <a:gd name="connsiteX32" fmla="*/ 0 w 78031"/>
                <a:gd name="connsiteY32" fmla="*/ 21489 h 44321"/>
                <a:gd name="connsiteX33" fmla="*/ 6727 w 78031"/>
                <a:gd name="connsiteY33" fmla="*/ 21489 h 44321"/>
                <a:gd name="connsiteX34" fmla="*/ 10763 w 78031"/>
                <a:gd name="connsiteY34" fmla="*/ 21489 h 44321"/>
                <a:gd name="connsiteX35" fmla="*/ 12109 w 78031"/>
                <a:gd name="connsiteY35" fmla="*/ 18803 h 44321"/>
                <a:gd name="connsiteX36" fmla="*/ 13454 w 78031"/>
                <a:gd name="connsiteY36" fmla="*/ 18803 h 44321"/>
                <a:gd name="connsiteX37" fmla="*/ 16145 w 78031"/>
                <a:gd name="connsiteY37" fmla="*/ 20146 h 44321"/>
                <a:gd name="connsiteX38" fmla="*/ 21526 w 78031"/>
                <a:gd name="connsiteY38" fmla="*/ 22832 h 44321"/>
                <a:gd name="connsiteX39" fmla="*/ 24217 w 78031"/>
                <a:gd name="connsiteY39" fmla="*/ 21489 h 44321"/>
                <a:gd name="connsiteX40" fmla="*/ 25562 w 78031"/>
                <a:gd name="connsiteY40" fmla="*/ 24175 h 44321"/>
                <a:gd name="connsiteX41" fmla="*/ 25562 w 78031"/>
                <a:gd name="connsiteY41" fmla="*/ 26862 h 44321"/>
                <a:gd name="connsiteX42" fmla="*/ 28253 w 78031"/>
                <a:gd name="connsiteY42" fmla="*/ 28204 h 44321"/>
                <a:gd name="connsiteX43" fmla="*/ 25562 w 78031"/>
                <a:gd name="connsiteY43" fmla="*/ 30891 h 44321"/>
                <a:gd name="connsiteX44" fmla="*/ 22872 w 78031"/>
                <a:gd name="connsiteY44" fmla="*/ 34920 h 44321"/>
                <a:gd name="connsiteX45" fmla="*/ 25562 w 78031"/>
                <a:gd name="connsiteY45" fmla="*/ 38949 h 44321"/>
                <a:gd name="connsiteX46" fmla="*/ 29598 w 78031"/>
                <a:gd name="connsiteY46" fmla="*/ 38949 h 44321"/>
                <a:gd name="connsiteX47" fmla="*/ 32289 w 78031"/>
                <a:gd name="connsiteY47" fmla="*/ 38949 h 44321"/>
                <a:gd name="connsiteX48" fmla="*/ 36325 w 78031"/>
                <a:gd name="connsiteY48" fmla="*/ 44321 h 44321"/>
                <a:gd name="connsiteX49" fmla="*/ 39016 w 78031"/>
                <a:gd name="connsiteY49" fmla="*/ 44321 h 44321"/>
                <a:gd name="connsiteX50" fmla="*/ 40361 w 78031"/>
                <a:gd name="connsiteY50" fmla="*/ 41635 h 44321"/>
                <a:gd name="connsiteX51" fmla="*/ 36325 w 78031"/>
                <a:gd name="connsiteY51" fmla="*/ 40292 h 44321"/>
                <a:gd name="connsiteX52" fmla="*/ 32289 w 78031"/>
                <a:gd name="connsiteY52" fmla="*/ 37606 h 44321"/>
                <a:gd name="connsiteX53" fmla="*/ 30944 w 78031"/>
                <a:gd name="connsiteY53" fmla="*/ 33577 h 44321"/>
                <a:gd name="connsiteX54" fmla="*/ 32289 w 78031"/>
                <a:gd name="connsiteY54" fmla="*/ 33577 h 44321"/>
                <a:gd name="connsiteX55" fmla="*/ 36325 w 78031"/>
                <a:gd name="connsiteY55" fmla="*/ 36263 h 44321"/>
                <a:gd name="connsiteX56" fmla="*/ 39016 w 78031"/>
                <a:gd name="connsiteY56" fmla="*/ 33577 h 44321"/>
                <a:gd name="connsiteX57" fmla="*/ 40361 w 78031"/>
                <a:gd name="connsiteY57" fmla="*/ 30891 h 44321"/>
                <a:gd name="connsiteX58" fmla="*/ 36325 w 78031"/>
                <a:gd name="connsiteY58" fmla="*/ 30891 h 44321"/>
                <a:gd name="connsiteX59" fmla="*/ 33634 w 78031"/>
                <a:gd name="connsiteY59" fmla="*/ 28204 h 44321"/>
                <a:gd name="connsiteX60" fmla="*/ 44397 w 78031"/>
                <a:gd name="connsiteY60" fmla="*/ 24175 h 44321"/>
                <a:gd name="connsiteX61" fmla="*/ 49779 w 78031"/>
                <a:gd name="connsiteY61" fmla="*/ 21489 h 44321"/>
                <a:gd name="connsiteX62" fmla="*/ 69960 w 78031"/>
                <a:gd name="connsiteY62" fmla="*/ 26862 h 44321"/>
                <a:gd name="connsiteX63" fmla="*/ 72650 w 78031"/>
                <a:gd name="connsiteY63" fmla="*/ 25518 h 44321"/>
                <a:gd name="connsiteX64" fmla="*/ 71305 w 78031"/>
                <a:gd name="connsiteY64" fmla="*/ 22832 h 44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78031" h="44321">
                  <a:moveTo>
                    <a:pt x="78032" y="22832"/>
                  </a:moveTo>
                  <a:lnTo>
                    <a:pt x="75341" y="13431"/>
                  </a:lnTo>
                  <a:lnTo>
                    <a:pt x="72650" y="13431"/>
                  </a:lnTo>
                  <a:lnTo>
                    <a:pt x="67269" y="9401"/>
                  </a:lnTo>
                  <a:lnTo>
                    <a:pt x="59197" y="6715"/>
                  </a:lnTo>
                  <a:lnTo>
                    <a:pt x="45743" y="2686"/>
                  </a:lnTo>
                  <a:lnTo>
                    <a:pt x="39016" y="0"/>
                  </a:lnTo>
                  <a:lnTo>
                    <a:pt x="39016" y="2686"/>
                  </a:lnTo>
                  <a:lnTo>
                    <a:pt x="40361" y="5372"/>
                  </a:lnTo>
                  <a:lnTo>
                    <a:pt x="39016" y="6715"/>
                  </a:lnTo>
                  <a:lnTo>
                    <a:pt x="36325" y="5372"/>
                  </a:lnTo>
                  <a:lnTo>
                    <a:pt x="28253" y="2686"/>
                  </a:lnTo>
                  <a:lnTo>
                    <a:pt x="22872" y="0"/>
                  </a:lnTo>
                  <a:lnTo>
                    <a:pt x="21526" y="1343"/>
                  </a:lnTo>
                  <a:lnTo>
                    <a:pt x="24217" y="2686"/>
                  </a:lnTo>
                  <a:lnTo>
                    <a:pt x="34980" y="8058"/>
                  </a:lnTo>
                  <a:lnTo>
                    <a:pt x="36325" y="10744"/>
                  </a:lnTo>
                  <a:lnTo>
                    <a:pt x="32289" y="10744"/>
                  </a:lnTo>
                  <a:lnTo>
                    <a:pt x="30944" y="10744"/>
                  </a:lnTo>
                  <a:lnTo>
                    <a:pt x="30944" y="13431"/>
                  </a:lnTo>
                  <a:lnTo>
                    <a:pt x="29598" y="13431"/>
                  </a:lnTo>
                  <a:lnTo>
                    <a:pt x="28253" y="10744"/>
                  </a:lnTo>
                  <a:lnTo>
                    <a:pt x="22872" y="6715"/>
                  </a:lnTo>
                  <a:lnTo>
                    <a:pt x="20181" y="8058"/>
                  </a:lnTo>
                  <a:lnTo>
                    <a:pt x="21526" y="12088"/>
                  </a:lnTo>
                  <a:lnTo>
                    <a:pt x="17490" y="12088"/>
                  </a:lnTo>
                  <a:lnTo>
                    <a:pt x="9418" y="13431"/>
                  </a:lnTo>
                  <a:lnTo>
                    <a:pt x="8072" y="14774"/>
                  </a:lnTo>
                  <a:lnTo>
                    <a:pt x="9418" y="16117"/>
                  </a:lnTo>
                  <a:lnTo>
                    <a:pt x="8072" y="17460"/>
                  </a:lnTo>
                  <a:lnTo>
                    <a:pt x="4036" y="17460"/>
                  </a:lnTo>
                  <a:lnTo>
                    <a:pt x="0" y="17460"/>
                  </a:lnTo>
                  <a:lnTo>
                    <a:pt x="0" y="21489"/>
                  </a:lnTo>
                  <a:lnTo>
                    <a:pt x="6727" y="21489"/>
                  </a:lnTo>
                  <a:lnTo>
                    <a:pt x="10763" y="21489"/>
                  </a:lnTo>
                  <a:lnTo>
                    <a:pt x="12109" y="18803"/>
                  </a:lnTo>
                  <a:lnTo>
                    <a:pt x="13454" y="18803"/>
                  </a:lnTo>
                  <a:lnTo>
                    <a:pt x="16145" y="20146"/>
                  </a:lnTo>
                  <a:lnTo>
                    <a:pt x="21526" y="22832"/>
                  </a:lnTo>
                  <a:lnTo>
                    <a:pt x="24217" y="21489"/>
                  </a:lnTo>
                  <a:lnTo>
                    <a:pt x="25562" y="24175"/>
                  </a:lnTo>
                  <a:lnTo>
                    <a:pt x="25562" y="26862"/>
                  </a:lnTo>
                  <a:lnTo>
                    <a:pt x="28253" y="28204"/>
                  </a:lnTo>
                  <a:lnTo>
                    <a:pt x="25562" y="30891"/>
                  </a:lnTo>
                  <a:lnTo>
                    <a:pt x="22872" y="34920"/>
                  </a:lnTo>
                  <a:lnTo>
                    <a:pt x="25562" y="38949"/>
                  </a:lnTo>
                  <a:lnTo>
                    <a:pt x="29598" y="38949"/>
                  </a:lnTo>
                  <a:lnTo>
                    <a:pt x="32289" y="38949"/>
                  </a:lnTo>
                  <a:lnTo>
                    <a:pt x="36325" y="44321"/>
                  </a:lnTo>
                  <a:lnTo>
                    <a:pt x="39016" y="44321"/>
                  </a:lnTo>
                  <a:lnTo>
                    <a:pt x="40361" y="41635"/>
                  </a:lnTo>
                  <a:lnTo>
                    <a:pt x="36325" y="40292"/>
                  </a:lnTo>
                  <a:lnTo>
                    <a:pt x="32289" y="37606"/>
                  </a:lnTo>
                  <a:lnTo>
                    <a:pt x="30944" y="33577"/>
                  </a:lnTo>
                  <a:lnTo>
                    <a:pt x="32289" y="33577"/>
                  </a:lnTo>
                  <a:lnTo>
                    <a:pt x="36325" y="36263"/>
                  </a:lnTo>
                  <a:lnTo>
                    <a:pt x="39016" y="33577"/>
                  </a:lnTo>
                  <a:lnTo>
                    <a:pt x="40361" y="30891"/>
                  </a:lnTo>
                  <a:lnTo>
                    <a:pt x="36325" y="30891"/>
                  </a:lnTo>
                  <a:lnTo>
                    <a:pt x="33634" y="28204"/>
                  </a:lnTo>
                  <a:lnTo>
                    <a:pt x="44397" y="24175"/>
                  </a:lnTo>
                  <a:lnTo>
                    <a:pt x="49779" y="21489"/>
                  </a:lnTo>
                  <a:lnTo>
                    <a:pt x="69960" y="26862"/>
                  </a:lnTo>
                  <a:lnTo>
                    <a:pt x="72650" y="25518"/>
                  </a:lnTo>
                  <a:lnTo>
                    <a:pt x="71305" y="2283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34" name="Freeform 1233">
              <a:extLst>
                <a:ext uri="{FF2B5EF4-FFF2-40B4-BE49-F238E27FC236}">
                  <a16:creationId xmlns:a16="http://schemas.microsoft.com/office/drawing/2014/main" id="{A89EF5CE-3C98-BD47-E528-11A2AF8BE00B}"/>
                </a:ext>
              </a:extLst>
            </p:cNvPr>
            <p:cNvSpPr/>
            <p:nvPr/>
          </p:nvSpPr>
          <p:spPr>
            <a:xfrm>
              <a:off x="5708435" y="6209848"/>
              <a:ext cx="55160" cy="79241"/>
            </a:xfrm>
            <a:custGeom>
              <a:avLst/>
              <a:gdLst>
                <a:gd name="connsiteX0" fmla="*/ 55160 w 55160"/>
                <a:gd name="connsiteY0" fmla="*/ 79241 h 79241"/>
                <a:gd name="connsiteX1" fmla="*/ 49779 w 55160"/>
                <a:gd name="connsiteY1" fmla="*/ 77898 h 79241"/>
                <a:gd name="connsiteX2" fmla="*/ 37671 w 55160"/>
                <a:gd name="connsiteY2" fmla="*/ 68497 h 79241"/>
                <a:gd name="connsiteX3" fmla="*/ 28253 w 55160"/>
                <a:gd name="connsiteY3" fmla="*/ 65811 h 79241"/>
                <a:gd name="connsiteX4" fmla="*/ 24217 w 55160"/>
                <a:gd name="connsiteY4" fmla="*/ 65811 h 79241"/>
                <a:gd name="connsiteX5" fmla="*/ 18835 w 55160"/>
                <a:gd name="connsiteY5" fmla="*/ 63124 h 79241"/>
                <a:gd name="connsiteX6" fmla="*/ 14799 w 55160"/>
                <a:gd name="connsiteY6" fmla="*/ 57752 h 79241"/>
                <a:gd name="connsiteX7" fmla="*/ 13454 w 55160"/>
                <a:gd name="connsiteY7" fmla="*/ 56409 h 79241"/>
                <a:gd name="connsiteX8" fmla="*/ 13454 w 55160"/>
                <a:gd name="connsiteY8" fmla="*/ 53723 h 79241"/>
                <a:gd name="connsiteX9" fmla="*/ 21526 w 55160"/>
                <a:gd name="connsiteY9" fmla="*/ 49694 h 79241"/>
                <a:gd name="connsiteX10" fmla="*/ 22871 w 55160"/>
                <a:gd name="connsiteY10" fmla="*/ 47008 h 79241"/>
                <a:gd name="connsiteX11" fmla="*/ 26908 w 55160"/>
                <a:gd name="connsiteY11" fmla="*/ 45665 h 79241"/>
                <a:gd name="connsiteX12" fmla="*/ 30944 w 55160"/>
                <a:gd name="connsiteY12" fmla="*/ 38949 h 79241"/>
                <a:gd name="connsiteX13" fmla="*/ 29598 w 55160"/>
                <a:gd name="connsiteY13" fmla="*/ 34920 h 79241"/>
                <a:gd name="connsiteX14" fmla="*/ 24217 w 55160"/>
                <a:gd name="connsiteY14" fmla="*/ 34920 h 79241"/>
                <a:gd name="connsiteX15" fmla="*/ 16144 w 55160"/>
                <a:gd name="connsiteY15" fmla="*/ 38949 h 79241"/>
                <a:gd name="connsiteX16" fmla="*/ 12108 w 55160"/>
                <a:gd name="connsiteY16" fmla="*/ 42978 h 79241"/>
                <a:gd name="connsiteX17" fmla="*/ 9418 w 55160"/>
                <a:gd name="connsiteY17" fmla="*/ 44321 h 79241"/>
                <a:gd name="connsiteX18" fmla="*/ 4036 w 55160"/>
                <a:gd name="connsiteY18" fmla="*/ 37606 h 79241"/>
                <a:gd name="connsiteX19" fmla="*/ 4036 w 55160"/>
                <a:gd name="connsiteY19" fmla="*/ 30891 h 79241"/>
                <a:gd name="connsiteX20" fmla="*/ 1345 w 55160"/>
                <a:gd name="connsiteY20" fmla="*/ 28205 h 79241"/>
                <a:gd name="connsiteX21" fmla="*/ 6727 w 55160"/>
                <a:gd name="connsiteY21" fmla="*/ 24175 h 79241"/>
                <a:gd name="connsiteX22" fmla="*/ 6727 w 55160"/>
                <a:gd name="connsiteY22" fmla="*/ 20146 h 79241"/>
                <a:gd name="connsiteX23" fmla="*/ 2691 w 55160"/>
                <a:gd name="connsiteY23" fmla="*/ 20146 h 79241"/>
                <a:gd name="connsiteX24" fmla="*/ 0 w 55160"/>
                <a:gd name="connsiteY24" fmla="*/ 18803 h 79241"/>
                <a:gd name="connsiteX25" fmla="*/ 2691 w 55160"/>
                <a:gd name="connsiteY25" fmla="*/ 13431 h 79241"/>
                <a:gd name="connsiteX26" fmla="*/ 6727 w 55160"/>
                <a:gd name="connsiteY26" fmla="*/ 14774 h 79241"/>
                <a:gd name="connsiteX27" fmla="*/ 10763 w 55160"/>
                <a:gd name="connsiteY27" fmla="*/ 17460 h 79241"/>
                <a:gd name="connsiteX28" fmla="*/ 13454 w 55160"/>
                <a:gd name="connsiteY28" fmla="*/ 16117 h 79241"/>
                <a:gd name="connsiteX29" fmla="*/ 17490 w 55160"/>
                <a:gd name="connsiteY29" fmla="*/ 10744 h 79241"/>
                <a:gd name="connsiteX30" fmla="*/ 17490 w 55160"/>
                <a:gd name="connsiteY30" fmla="*/ 8059 h 79241"/>
                <a:gd name="connsiteX31" fmla="*/ 17490 w 55160"/>
                <a:gd name="connsiteY31" fmla="*/ 4029 h 79241"/>
                <a:gd name="connsiteX32" fmla="*/ 18835 w 55160"/>
                <a:gd name="connsiteY32" fmla="*/ 0 h 79241"/>
                <a:gd name="connsiteX33" fmla="*/ 22871 w 55160"/>
                <a:gd name="connsiteY33" fmla="*/ 0 h 79241"/>
                <a:gd name="connsiteX34" fmla="*/ 26908 w 55160"/>
                <a:gd name="connsiteY34" fmla="*/ 4029 h 79241"/>
                <a:gd name="connsiteX35" fmla="*/ 28253 w 55160"/>
                <a:gd name="connsiteY35" fmla="*/ 2686 h 79241"/>
                <a:gd name="connsiteX36" fmla="*/ 36325 w 55160"/>
                <a:gd name="connsiteY36" fmla="*/ 0 h 79241"/>
                <a:gd name="connsiteX37" fmla="*/ 43052 w 55160"/>
                <a:gd name="connsiteY37" fmla="*/ 29547 h 79241"/>
                <a:gd name="connsiteX38" fmla="*/ 43052 w 55160"/>
                <a:gd name="connsiteY38" fmla="*/ 29547 h 79241"/>
                <a:gd name="connsiteX39" fmla="*/ 43052 w 55160"/>
                <a:gd name="connsiteY39" fmla="*/ 30891 h 79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160" h="79241">
                  <a:moveTo>
                    <a:pt x="55160" y="79241"/>
                  </a:moveTo>
                  <a:lnTo>
                    <a:pt x="49779" y="77898"/>
                  </a:lnTo>
                  <a:lnTo>
                    <a:pt x="37671" y="68497"/>
                  </a:lnTo>
                  <a:lnTo>
                    <a:pt x="28253" y="65811"/>
                  </a:lnTo>
                  <a:lnTo>
                    <a:pt x="24217" y="65811"/>
                  </a:lnTo>
                  <a:lnTo>
                    <a:pt x="18835" y="63124"/>
                  </a:lnTo>
                  <a:lnTo>
                    <a:pt x="14799" y="57752"/>
                  </a:lnTo>
                  <a:lnTo>
                    <a:pt x="13454" y="56409"/>
                  </a:lnTo>
                  <a:lnTo>
                    <a:pt x="13454" y="53723"/>
                  </a:lnTo>
                  <a:lnTo>
                    <a:pt x="21526" y="49694"/>
                  </a:lnTo>
                  <a:lnTo>
                    <a:pt x="22871" y="47008"/>
                  </a:lnTo>
                  <a:lnTo>
                    <a:pt x="26908" y="45665"/>
                  </a:lnTo>
                  <a:lnTo>
                    <a:pt x="30944" y="38949"/>
                  </a:lnTo>
                  <a:lnTo>
                    <a:pt x="29598" y="34920"/>
                  </a:lnTo>
                  <a:lnTo>
                    <a:pt x="24217" y="34920"/>
                  </a:lnTo>
                  <a:lnTo>
                    <a:pt x="16144" y="38949"/>
                  </a:lnTo>
                  <a:lnTo>
                    <a:pt x="12108" y="42978"/>
                  </a:lnTo>
                  <a:lnTo>
                    <a:pt x="9418" y="44321"/>
                  </a:lnTo>
                  <a:lnTo>
                    <a:pt x="4036" y="37606"/>
                  </a:lnTo>
                  <a:lnTo>
                    <a:pt x="4036" y="30891"/>
                  </a:lnTo>
                  <a:lnTo>
                    <a:pt x="1345" y="28205"/>
                  </a:lnTo>
                  <a:lnTo>
                    <a:pt x="6727" y="24175"/>
                  </a:lnTo>
                  <a:lnTo>
                    <a:pt x="6727" y="20146"/>
                  </a:lnTo>
                  <a:lnTo>
                    <a:pt x="2691" y="20146"/>
                  </a:lnTo>
                  <a:lnTo>
                    <a:pt x="0" y="18803"/>
                  </a:lnTo>
                  <a:lnTo>
                    <a:pt x="2691" y="13431"/>
                  </a:lnTo>
                  <a:lnTo>
                    <a:pt x="6727" y="14774"/>
                  </a:lnTo>
                  <a:lnTo>
                    <a:pt x="10763" y="17460"/>
                  </a:lnTo>
                  <a:lnTo>
                    <a:pt x="13454" y="16117"/>
                  </a:lnTo>
                  <a:lnTo>
                    <a:pt x="17490" y="10744"/>
                  </a:lnTo>
                  <a:lnTo>
                    <a:pt x="17490" y="8059"/>
                  </a:lnTo>
                  <a:lnTo>
                    <a:pt x="17490" y="4029"/>
                  </a:lnTo>
                  <a:lnTo>
                    <a:pt x="18835" y="0"/>
                  </a:lnTo>
                  <a:lnTo>
                    <a:pt x="22871" y="0"/>
                  </a:lnTo>
                  <a:lnTo>
                    <a:pt x="26908" y="4029"/>
                  </a:lnTo>
                  <a:lnTo>
                    <a:pt x="28253" y="2686"/>
                  </a:lnTo>
                  <a:lnTo>
                    <a:pt x="36325" y="0"/>
                  </a:lnTo>
                  <a:lnTo>
                    <a:pt x="43052" y="29547"/>
                  </a:lnTo>
                  <a:lnTo>
                    <a:pt x="43052" y="29547"/>
                  </a:lnTo>
                  <a:lnTo>
                    <a:pt x="43052" y="3089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35" name="Freeform 1234">
              <a:extLst>
                <a:ext uri="{FF2B5EF4-FFF2-40B4-BE49-F238E27FC236}">
                  <a16:creationId xmlns:a16="http://schemas.microsoft.com/office/drawing/2014/main" id="{4A062045-64EC-0748-E7EA-6172DBD09653}"/>
                </a:ext>
              </a:extLst>
            </p:cNvPr>
            <p:cNvSpPr/>
            <p:nvPr/>
          </p:nvSpPr>
          <p:spPr>
            <a:xfrm>
              <a:off x="5525464" y="5108525"/>
              <a:ext cx="217950" cy="1161761"/>
            </a:xfrm>
            <a:custGeom>
              <a:avLst/>
              <a:gdLst>
                <a:gd name="connsiteX0" fmla="*/ 217951 w 217950"/>
                <a:gd name="connsiteY0" fmla="*/ 1091921 h 1161761"/>
                <a:gd name="connsiteX1" fmla="*/ 211224 w 217950"/>
                <a:gd name="connsiteY1" fmla="*/ 1086549 h 1161761"/>
                <a:gd name="connsiteX2" fmla="*/ 205843 w 217950"/>
                <a:gd name="connsiteY2" fmla="*/ 1085206 h 1161761"/>
                <a:gd name="connsiteX3" fmla="*/ 204497 w 217950"/>
                <a:gd name="connsiteY3" fmla="*/ 1082520 h 1161761"/>
                <a:gd name="connsiteX4" fmla="*/ 170863 w 217950"/>
                <a:gd name="connsiteY4" fmla="*/ 1082520 h 1161761"/>
                <a:gd name="connsiteX5" fmla="*/ 152028 w 217950"/>
                <a:gd name="connsiteY5" fmla="*/ 1086549 h 1161761"/>
                <a:gd name="connsiteX6" fmla="*/ 146646 w 217950"/>
                <a:gd name="connsiteY6" fmla="*/ 1083863 h 1161761"/>
                <a:gd name="connsiteX7" fmla="*/ 134538 w 217950"/>
                <a:gd name="connsiteY7" fmla="*/ 1082520 h 1161761"/>
                <a:gd name="connsiteX8" fmla="*/ 130501 w 217950"/>
                <a:gd name="connsiteY8" fmla="*/ 1071775 h 1161761"/>
                <a:gd name="connsiteX9" fmla="*/ 127811 w 217950"/>
                <a:gd name="connsiteY9" fmla="*/ 1062374 h 1161761"/>
                <a:gd name="connsiteX10" fmla="*/ 122429 w 217950"/>
                <a:gd name="connsiteY10" fmla="*/ 1058345 h 1161761"/>
                <a:gd name="connsiteX11" fmla="*/ 121084 w 217950"/>
                <a:gd name="connsiteY11" fmla="*/ 1042228 h 1161761"/>
                <a:gd name="connsiteX12" fmla="*/ 121084 w 217950"/>
                <a:gd name="connsiteY12" fmla="*/ 1035512 h 1161761"/>
                <a:gd name="connsiteX13" fmla="*/ 115702 w 217950"/>
                <a:gd name="connsiteY13" fmla="*/ 1035512 h 1161761"/>
                <a:gd name="connsiteX14" fmla="*/ 106285 w 217950"/>
                <a:gd name="connsiteY14" fmla="*/ 1039541 h 1161761"/>
                <a:gd name="connsiteX15" fmla="*/ 102249 w 217950"/>
                <a:gd name="connsiteY15" fmla="*/ 1044914 h 1161761"/>
                <a:gd name="connsiteX16" fmla="*/ 96867 w 217950"/>
                <a:gd name="connsiteY16" fmla="*/ 1044914 h 1161761"/>
                <a:gd name="connsiteX17" fmla="*/ 86104 w 217950"/>
                <a:gd name="connsiteY17" fmla="*/ 1022082 h 1161761"/>
                <a:gd name="connsiteX18" fmla="*/ 83413 w 217950"/>
                <a:gd name="connsiteY18" fmla="*/ 1014023 h 1161761"/>
                <a:gd name="connsiteX19" fmla="*/ 87449 w 217950"/>
                <a:gd name="connsiteY19" fmla="*/ 991191 h 1161761"/>
                <a:gd name="connsiteX20" fmla="*/ 92831 w 217950"/>
                <a:gd name="connsiteY20" fmla="*/ 983132 h 1161761"/>
                <a:gd name="connsiteX21" fmla="*/ 102249 w 217950"/>
                <a:gd name="connsiteY21" fmla="*/ 973731 h 1161761"/>
                <a:gd name="connsiteX22" fmla="*/ 104939 w 217950"/>
                <a:gd name="connsiteY22" fmla="*/ 960300 h 1161761"/>
                <a:gd name="connsiteX23" fmla="*/ 102249 w 217950"/>
                <a:gd name="connsiteY23" fmla="*/ 946869 h 1161761"/>
                <a:gd name="connsiteX24" fmla="*/ 98213 w 217950"/>
                <a:gd name="connsiteY24" fmla="*/ 936124 h 1161761"/>
                <a:gd name="connsiteX25" fmla="*/ 100903 w 217950"/>
                <a:gd name="connsiteY25" fmla="*/ 925380 h 1161761"/>
                <a:gd name="connsiteX26" fmla="*/ 106285 w 217950"/>
                <a:gd name="connsiteY26" fmla="*/ 918665 h 1161761"/>
                <a:gd name="connsiteX27" fmla="*/ 100903 w 217950"/>
                <a:gd name="connsiteY27" fmla="*/ 906577 h 1161761"/>
                <a:gd name="connsiteX28" fmla="*/ 100903 w 217950"/>
                <a:gd name="connsiteY28" fmla="*/ 899862 h 1161761"/>
                <a:gd name="connsiteX29" fmla="*/ 106285 w 217950"/>
                <a:gd name="connsiteY29" fmla="*/ 895832 h 1161761"/>
                <a:gd name="connsiteX30" fmla="*/ 103594 w 217950"/>
                <a:gd name="connsiteY30" fmla="*/ 885088 h 1161761"/>
                <a:gd name="connsiteX31" fmla="*/ 100903 w 217950"/>
                <a:gd name="connsiteY31" fmla="*/ 870314 h 1161761"/>
                <a:gd name="connsiteX32" fmla="*/ 98213 w 217950"/>
                <a:gd name="connsiteY32" fmla="*/ 863598 h 1161761"/>
                <a:gd name="connsiteX33" fmla="*/ 98213 w 217950"/>
                <a:gd name="connsiteY33" fmla="*/ 858226 h 1161761"/>
                <a:gd name="connsiteX34" fmla="*/ 104939 w 217950"/>
                <a:gd name="connsiteY34" fmla="*/ 852854 h 1161761"/>
                <a:gd name="connsiteX35" fmla="*/ 104939 w 217950"/>
                <a:gd name="connsiteY35" fmla="*/ 846138 h 1161761"/>
                <a:gd name="connsiteX36" fmla="*/ 99558 w 217950"/>
                <a:gd name="connsiteY36" fmla="*/ 836737 h 1161761"/>
                <a:gd name="connsiteX37" fmla="*/ 90140 w 217950"/>
                <a:gd name="connsiteY37" fmla="*/ 831365 h 1161761"/>
                <a:gd name="connsiteX38" fmla="*/ 84759 w 217950"/>
                <a:gd name="connsiteY38" fmla="*/ 831365 h 1161761"/>
                <a:gd name="connsiteX39" fmla="*/ 83413 w 217950"/>
                <a:gd name="connsiteY39" fmla="*/ 832708 h 1161761"/>
                <a:gd name="connsiteX40" fmla="*/ 80723 w 217950"/>
                <a:gd name="connsiteY40" fmla="*/ 830021 h 1161761"/>
                <a:gd name="connsiteX41" fmla="*/ 82068 w 217950"/>
                <a:gd name="connsiteY41" fmla="*/ 824649 h 1161761"/>
                <a:gd name="connsiteX42" fmla="*/ 94176 w 217950"/>
                <a:gd name="connsiteY42" fmla="*/ 824649 h 1161761"/>
                <a:gd name="connsiteX43" fmla="*/ 99558 w 217950"/>
                <a:gd name="connsiteY43" fmla="*/ 817934 h 1161761"/>
                <a:gd name="connsiteX44" fmla="*/ 99558 w 217950"/>
                <a:gd name="connsiteY44" fmla="*/ 812562 h 1161761"/>
                <a:gd name="connsiteX45" fmla="*/ 95522 w 217950"/>
                <a:gd name="connsiteY45" fmla="*/ 811218 h 1161761"/>
                <a:gd name="connsiteX46" fmla="*/ 91486 w 217950"/>
                <a:gd name="connsiteY46" fmla="*/ 813905 h 1161761"/>
                <a:gd name="connsiteX47" fmla="*/ 87449 w 217950"/>
                <a:gd name="connsiteY47" fmla="*/ 812562 h 1161761"/>
                <a:gd name="connsiteX48" fmla="*/ 84759 w 217950"/>
                <a:gd name="connsiteY48" fmla="*/ 800474 h 1161761"/>
                <a:gd name="connsiteX49" fmla="*/ 79377 w 217950"/>
                <a:gd name="connsiteY49" fmla="*/ 789729 h 1161761"/>
                <a:gd name="connsiteX50" fmla="*/ 79377 w 217950"/>
                <a:gd name="connsiteY50" fmla="*/ 783014 h 1161761"/>
                <a:gd name="connsiteX51" fmla="*/ 79377 w 217950"/>
                <a:gd name="connsiteY51" fmla="*/ 773612 h 1161761"/>
                <a:gd name="connsiteX52" fmla="*/ 71305 w 217950"/>
                <a:gd name="connsiteY52" fmla="*/ 770926 h 1161761"/>
                <a:gd name="connsiteX53" fmla="*/ 69960 w 217950"/>
                <a:gd name="connsiteY53" fmla="*/ 764211 h 1161761"/>
                <a:gd name="connsiteX54" fmla="*/ 68614 w 217950"/>
                <a:gd name="connsiteY54" fmla="*/ 744065 h 1161761"/>
                <a:gd name="connsiteX55" fmla="*/ 73996 w 217950"/>
                <a:gd name="connsiteY55" fmla="*/ 740035 h 1161761"/>
                <a:gd name="connsiteX56" fmla="*/ 75341 w 217950"/>
                <a:gd name="connsiteY56" fmla="*/ 733320 h 1161761"/>
                <a:gd name="connsiteX57" fmla="*/ 72650 w 217950"/>
                <a:gd name="connsiteY57" fmla="*/ 727947 h 1161761"/>
                <a:gd name="connsiteX58" fmla="*/ 67269 w 217950"/>
                <a:gd name="connsiteY58" fmla="*/ 725262 h 1161761"/>
                <a:gd name="connsiteX59" fmla="*/ 65924 w 217950"/>
                <a:gd name="connsiteY59" fmla="*/ 713174 h 1161761"/>
                <a:gd name="connsiteX60" fmla="*/ 64578 w 217950"/>
                <a:gd name="connsiteY60" fmla="*/ 697057 h 1161761"/>
                <a:gd name="connsiteX61" fmla="*/ 65924 w 217950"/>
                <a:gd name="connsiteY61" fmla="*/ 676911 h 1161761"/>
                <a:gd name="connsiteX62" fmla="*/ 61887 w 217950"/>
                <a:gd name="connsiteY62" fmla="*/ 668852 h 1161761"/>
                <a:gd name="connsiteX63" fmla="*/ 60542 w 217950"/>
                <a:gd name="connsiteY63" fmla="*/ 659451 h 1161761"/>
                <a:gd name="connsiteX64" fmla="*/ 69960 w 217950"/>
                <a:gd name="connsiteY64" fmla="*/ 647363 h 1161761"/>
                <a:gd name="connsiteX65" fmla="*/ 71305 w 217950"/>
                <a:gd name="connsiteY65" fmla="*/ 632589 h 1161761"/>
                <a:gd name="connsiteX66" fmla="*/ 78032 w 217950"/>
                <a:gd name="connsiteY66" fmla="*/ 629903 h 1161761"/>
                <a:gd name="connsiteX67" fmla="*/ 82068 w 217950"/>
                <a:gd name="connsiteY67" fmla="*/ 624531 h 1161761"/>
                <a:gd name="connsiteX68" fmla="*/ 65924 w 217950"/>
                <a:gd name="connsiteY68" fmla="*/ 594983 h 1161761"/>
                <a:gd name="connsiteX69" fmla="*/ 68614 w 217950"/>
                <a:gd name="connsiteY69" fmla="*/ 584238 h 1161761"/>
                <a:gd name="connsiteX70" fmla="*/ 68614 w 217950"/>
                <a:gd name="connsiteY70" fmla="*/ 577523 h 1161761"/>
                <a:gd name="connsiteX71" fmla="*/ 68614 w 217950"/>
                <a:gd name="connsiteY71" fmla="*/ 558720 h 1161761"/>
                <a:gd name="connsiteX72" fmla="*/ 73996 w 217950"/>
                <a:gd name="connsiteY72" fmla="*/ 547975 h 1161761"/>
                <a:gd name="connsiteX73" fmla="*/ 79377 w 217950"/>
                <a:gd name="connsiteY73" fmla="*/ 542603 h 1161761"/>
                <a:gd name="connsiteX74" fmla="*/ 78032 w 217950"/>
                <a:gd name="connsiteY74" fmla="*/ 533201 h 1161761"/>
                <a:gd name="connsiteX75" fmla="*/ 72650 w 217950"/>
                <a:gd name="connsiteY75" fmla="*/ 523800 h 1161761"/>
                <a:gd name="connsiteX76" fmla="*/ 69960 w 217950"/>
                <a:gd name="connsiteY76" fmla="*/ 521114 h 1161761"/>
                <a:gd name="connsiteX77" fmla="*/ 75341 w 217950"/>
                <a:gd name="connsiteY77" fmla="*/ 511712 h 1161761"/>
                <a:gd name="connsiteX78" fmla="*/ 73996 w 217950"/>
                <a:gd name="connsiteY78" fmla="*/ 502311 h 1161761"/>
                <a:gd name="connsiteX79" fmla="*/ 78032 w 217950"/>
                <a:gd name="connsiteY79" fmla="*/ 491566 h 1161761"/>
                <a:gd name="connsiteX80" fmla="*/ 83413 w 217950"/>
                <a:gd name="connsiteY80" fmla="*/ 490223 h 1161761"/>
                <a:gd name="connsiteX81" fmla="*/ 84759 w 217950"/>
                <a:gd name="connsiteY81" fmla="*/ 476792 h 1161761"/>
                <a:gd name="connsiteX82" fmla="*/ 82068 w 217950"/>
                <a:gd name="connsiteY82" fmla="*/ 457989 h 1161761"/>
                <a:gd name="connsiteX83" fmla="*/ 79377 w 217950"/>
                <a:gd name="connsiteY83" fmla="*/ 453960 h 1161761"/>
                <a:gd name="connsiteX84" fmla="*/ 75341 w 217950"/>
                <a:gd name="connsiteY84" fmla="*/ 439186 h 1161761"/>
                <a:gd name="connsiteX85" fmla="*/ 71305 w 217950"/>
                <a:gd name="connsiteY85" fmla="*/ 431128 h 1161761"/>
                <a:gd name="connsiteX86" fmla="*/ 65924 w 217950"/>
                <a:gd name="connsiteY86" fmla="*/ 421726 h 1161761"/>
                <a:gd name="connsiteX87" fmla="*/ 64578 w 217950"/>
                <a:gd name="connsiteY87" fmla="*/ 416354 h 1161761"/>
                <a:gd name="connsiteX88" fmla="*/ 60542 w 217950"/>
                <a:gd name="connsiteY88" fmla="*/ 409638 h 1161761"/>
                <a:gd name="connsiteX89" fmla="*/ 57851 w 217950"/>
                <a:gd name="connsiteY89" fmla="*/ 397551 h 1161761"/>
                <a:gd name="connsiteX90" fmla="*/ 59197 w 217950"/>
                <a:gd name="connsiteY90" fmla="*/ 388149 h 1161761"/>
                <a:gd name="connsiteX91" fmla="*/ 65924 w 217950"/>
                <a:gd name="connsiteY91" fmla="*/ 384120 h 1161761"/>
                <a:gd name="connsiteX92" fmla="*/ 65924 w 217950"/>
                <a:gd name="connsiteY92" fmla="*/ 370689 h 1161761"/>
                <a:gd name="connsiteX93" fmla="*/ 69960 w 217950"/>
                <a:gd name="connsiteY93" fmla="*/ 366660 h 1161761"/>
                <a:gd name="connsiteX94" fmla="*/ 69960 w 217950"/>
                <a:gd name="connsiteY94" fmla="*/ 354572 h 1161761"/>
                <a:gd name="connsiteX95" fmla="*/ 65924 w 217950"/>
                <a:gd name="connsiteY95" fmla="*/ 346514 h 1161761"/>
                <a:gd name="connsiteX96" fmla="*/ 65924 w 217950"/>
                <a:gd name="connsiteY96" fmla="*/ 330397 h 1161761"/>
                <a:gd name="connsiteX97" fmla="*/ 68614 w 217950"/>
                <a:gd name="connsiteY97" fmla="*/ 326368 h 1161761"/>
                <a:gd name="connsiteX98" fmla="*/ 69960 w 217950"/>
                <a:gd name="connsiteY98" fmla="*/ 307565 h 1161761"/>
                <a:gd name="connsiteX99" fmla="*/ 75341 w 217950"/>
                <a:gd name="connsiteY99" fmla="*/ 300849 h 1161761"/>
                <a:gd name="connsiteX100" fmla="*/ 82068 w 217950"/>
                <a:gd name="connsiteY100" fmla="*/ 283389 h 1161761"/>
                <a:gd name="connsiteX101" fmla="*/ 88795 w 217950"/>
                <a:gd name="connsiteY101" fmla="*/ 276674 h 1161761"/>
                <a:gd name="connsiteX102" fmla="*/ 94176 w 217950"/>
                <a:gd name="connsiteY102" fmla="*/ 273988 h 1161761"/>
                <a:gd name="connsiteX103" fmla="*/ 98213 w 217950"/>
                <a:gd name="connsiteY103" fmla="*/ 268615 h 1161761"/>
                <a:gd name="connsiteX104" fmla="*/ 95522 w 217950"/>
                <a:gd name="connsiteY104" fmla="*/ 265929 h 1161761"/>
                <a:gd name="connsiteX105" fmla="*/ 95522 w 217950"/>
                <a:gd name="connsiteY105" fmla="*/ 259214 h 1161761"/>
                <a:gd name="connsiteX106" fmla="*/ 92831 w 217950"/>
                <a:gd name="connsiteY106" fmla="*/ 255185 h 1161761"/>
                <a:gd name="connsiteX107" fmla="*/ 90140 w 217950"/>
                <a:gd name="connsiteY107" fmla="*/ 252498 h 1161761"/>
                <a:gd name="connsiteX108" fmla="*/ 91486 w 217950"/>
                <a:gd name="connsiteY108" fmla="*/ 247126 h 1161761"/>
                <a:gd name="connsiteX109" fmla="*/ 95522 w 217950"/>
                <a:gd name="connsiteY109" fmla="*/ 244440 h 1161761"/>
                <a:gd name="connsiteX110" fmla="*/ 95522 w 217950"/>
                <a:gd name="connsiteY110" fmla="*/ 237724 h 1161761"/>
                <a:gd name="connsiteX111" fmla="*/ 90140 w 217950"/>
                <a:gd name="connsiteY111" fmla="*/ 231009 h 1161761"/>
                <a:gd name="connsiteX112" fmla="*/ 88795 w 217950"/>
                <a:gd name="connsiteY112" fmla="*/ 221608 h 1161761"/>
                <a:gd name="connsiteX113" fmla="*/ 92831 w 217950"/>
                <a:gd name="connsiteY113" fmla="*/ 216235 h 1161761"/>
                <a:gd name="connsiteX114" fmla="*/ 90140 w 217950"/>
                <a:gd name="connsiteY114" fmla="*/ 210863 h 1161761"/>
                <a:gd name="connsiteX115" fmla="*/ 86104 w 217950"/>
                <a:gd name="connsiteY115" fmla="*/ 206834 h 1161761"/>
                <a:gd name="connsiteX116" fmla="*/ 87449 w 217950"/>
                <a:gd name="connsiteY116" fmla="*/ 200118 h 1161761"/>
                <a:gd name="connsiteX117" fmla="*/ 118393 w 217950"/>
                <a:gd name="connsiteY117" fmla="*/ 184001 h 1161761"/>
                <a:gd name="connsiteX118" fmla="*/ 125120 w 217950"/>
                <a:gd name="connsiteY118" fmla="*/ 154454 h 1161761"/>
                <a:gd name="connsiteX119" fmla="*/ 122429 w 217950"/>
                <a:gd name="connsiteY119" fmla="*/ 147738 h 1161761"/>
                <a:gd name="connsiteX120" fmla="*/ 117048 w 217950"/>
                <a:gd name="connsiteY120" fmla="*/ 147738 h 1161761"/>
                <a:gd name="connsiteX121" fmla="*/ 115702 w 217950"/>
                <a:gd name="connsiteY121" fmla="*/ 151768 h 1161761"/>
                <a:gd name="connsiteX122" fmla="*/ 108976 w 217950"/>
                <a:gd name="connsiteY122" fmla="*/ 151768 h 1161761"/>
                <a:gd name="connsiteX123" fmla="*/ 90140 w 217950"/>
                <a:gd name="connsiteY123" fmla="*/ 100731 h 1161761"/>
                <a:gd name="connsiteX124" fmla="*/ 76686 w 217950"/>
                <a:gd name="connsiteY124" fmla="*/ 88643 h 1161761"/>
                <a:gd name="connsiteX125" fmla="*/ 72650 w 217950"/>
                <a:gd name="connsiteY125" fmla="*/ 83271 h 1161761"/>
                <a:gd name="connsiteX126" fmla="*/ 79377 w 217950"/>
                <a:gd name="connsiteY126" fmla="*/ 68497 h 1161761"/>
                <a:gd name="connsiteX127" fmla="*/ 78032 w 217950"/>
                <a:gd name="connsiteY127" fmla="*/ 64468 h 1161761"/>
                <a:gd name="connsiteX128" fmla="*/ 80723 w 217950"/>
                <a:gd name="connsiteY128" fmla="*/ 56409 h 1161761"/>
                <a:gd name="connsiteX129" fmla="*/ 79377 w 217950"/>
                <a:gd name="connsiteY129" fmla="*/ 52380 h 1161761"/>
                <a:gd name="connsiteX130" fmla="*/ 67269 w 217950"/>
                <a:gd name="connsiteY130" fmla="*/ 42978 h 1161761"/>
                <a:gd name="connsiteX131" fmla="*/ 63233 w 217950"/>
                <a:gd name="connsiteY131" fmla="*/ 37606 h 1161761"/>
                <a:gd name="connsiteX132" fmla="*/ 61887 w 217950"/>
                <a:gd name="connsiteY132" fmla="*/ 28205 h 1161761"/>
                <a:gd name="connsiteX133" fmla="*/ 61887 w 217950"/>
                <a:gd name="connsiteY133" fmla="*/ 25518 h 1161761"/>
                <a:gd name="connsiteX134" fmla="*/ 63233 w 217950"/>
                <a:gd name="connsiteY134" fmla="*/ 20146 h 1161761"/>
                <a:gd name="connsiteX135" fmla="*/ 61887 w 217950"/>
                <a:gd name="connsiteY135" fmla="*/ 16117 h 1161761"/>
                <a:gd name="connsiteX136" fmla="*/ 59197 w 217950"/>
                <a:gd name="connsiteY136" fmla="*/ 13431 h 1161761"/>
                <a:gd name="connsiteX137" fmla="*/ 53815 w 217950"/>
                <a:gd name="connsiteY137" fmla="*/ 8059 h 1161761"/>
                <a:gd name="connsiteX138" fmla="*/ 53815 w 217950"/>
                <a:gd name="connsiteY138" fmla="*/ 1343 h 1161761"/>
                <a:gd name="connsiteX139" fmla="*/ 48434 w 217950"/>
                <a:gd name="connsiteY139" fmla="*/ 0 h 1161761"/>
                <a:gd name="connsiteX140" fmla="*/ 45743 w 217950"/>
                <a:gd name="connsiteY140" fmla="*/ 5372 h 1161761"/>
                <a:gd name="connsiteX141" fmla="*/ 44397 w 217950"/>
                <a:gd name="connsiteY141" fmla="*/ 9401 h 1161761"/>
                <a:gd name="connsiteX142" fmla="*/ 48434 w 217950"/>
                <a:gd name="connsiteY142" fmla="*/ 13431 h 1161761"/>
                <a:gd name="connsiteX143" fmla="*/ 47088 w 217950"/>
                <a:gd name="connsiteY143" fmla="*/ 18803 h 1161761"/>
                <a:gd name="connsiteX144" fmla="*/ 41707 w 217950"/>
                <a:gd name="connsiteY144" fmla="*/ 21489 h 1161761"/>
                <a:gd name="connsiteX145" fmla="*/ 39016 w 217950"/>
                <a:gd name="connsiteY145" fmla="*/ 20146 h 1161761"/>
                <a:gd name="connsiteX146" fmla="*/ 32289 w 217950"/>
                <a:gd name="connsiteY146" fmla="*/ 24175 h 1161761"/>
                <a:gd name="connsiteX147" fmla="*/ 26908 w 217950"/>
                <a:gd name="connsiteY147" fmla="*/ 26862 h 1161761"/>
                <a:gd name="connsiteX148" fmla="*/ 28253 w 217950"/>
                <a:gd name="connsiteY148" fmla="*/ 29547 h 1161761"/>
                <a:gd name="connsiteX149" fmla="*/ 29598 w 217950"/>
                <a:gd name="connsiteY149" fmla="*/ 36263 h 1161761"/>
                <a:gd name="connsiteX150" fmla="*/ 28253 w 217950"/>
                <a:gd name="connsiteY150" fmla="*/ 42978 h 1161761"/>
                <a:gd name="connsiteX151" fmla="*/ 29598 w 217950"/>
                <a:gd name="connsiteY151" fmla="*/ 49694 h 1161761"/>
                <a:gd name="connsiteX152" fmla="*/ 33634 w 217950"/>
                <a:gd name="connsiteY152" fmla="*/ 68497 h 1161761"/>
                <a:gd name="connsiteX153" fmla="*/ 33634 w 217950"/>
                <a:gd name="connsiteY153" fmla="*/ 76555 h 1161761"/>
                <a:gd name="connsiteX154" fmla="*/ 32289 w 217950"/>
                <a:gd name="connsiteY154" fmla="*/ 81928 h 1161761"/>
                <a:gd name="connsiteX155" fmla="*/ 29598 w 217950"/>
                <a:gd name="connsiteY155" fmla="*/ 84614 h 1161761"/>
                <a:gd name="connsiteX156" fmla="*/ 32289 w 217950"/>
                <a:gd name="connsiteY156" fmla="*/ 94015 h 1161761"/>
                <a:gd name="connsiteX157" fmla="*/ 34980 w 217950"/>
                <a:gd name="connsiteY157" fmla="*/ 104760 h 1161761"/>
                <a:gd name="connsiteX158" fmla="*/ 37671 w 217950"/>
                <a:gd name="connsiteY158" fmla="*/ 112818 h 1161761"/>
                <a:gd name="connsiteX159" fmla="*/ 37671 w 217950"/>
                <a:gd name="connsiteY159" fmla="*/ 126249 h 1161761"/>
                <a:gd name="connsiteX160" fmla="*/ 36325 w 217950"/>
                <a:gd name="connsiteY160" fmla="*/ 128935 h 1161761"/>
                <a:gd name="connsiteX161" fmla="*/ 34980 w 217950"/>
                <a:gd name="connsiteY161" fmla="*/ 131621 h 1161761"/>
                <a:gd name="connsiteX162" fmla="*/ 36325 w 217950"/>
                <a:gd name="connsiteY162" fmla="*/ 150424 h 1161761"/>
                <a:gd name="connsiteX163" fmla="*/ 36325 w 217950"/>
                <a:gd name="connsiteY163" fmla="*/ 154454 h 1161761"/>
                <a:gd name="connsiteX164" fmla="*/ 32289 w 217950"/>
                <a:gd name="connsiteY164" fmla="*/ 157140 h 1161761"/>
                <a:gd name="connsiteX165" fmla="*/ 29598 w 217950"/>
                <a:gd name="connsiteY165" fmla="*/ 159826 h 1161761"/>
                <a:gd name="connsiteX166" fmla="*/ 29598 w 217950"/>
                <a:gd name="connsiteY166" fmla="*/ 169228 h 1161761"/>
                <a:gd name="connsiteX167" fmla="*/ 30944 w 217950"/>
                <a:gd name="connsiteY167" fmla="*/ 171914 h 1161761"/>
                <a:gd name="connsiteX168" fmla="*/ 34980 w 217950"/>
                <a:gd name="connsiteY168" fmla="*/ 169228 h 1161761"/>
                <a:gd name="connsiteX169" fmla="*/ 36325 w 217950"/>
                <a:gd name="connsiteY169" fmla="*/ 171914 h 1161761"/>
                <a:gd name="connsiteX170" fmla="*/ 33634 w 217950"/>
                <a:gd name="connsiteY170" fmla="*/ 174600 h 1161761"/>
                <a:gd name="connsiteX171" fmla="*/ 33634 w 217950"/>
                <a:gd name="connsiteY171" fmla="*/ 201462 h 1161761"/>
                <a:gd name="connsiteX172" fmla="*/ 37671 w 217950"/>
                <a:gd name="connsiteY172" fmla="*/ 212206 h 1161761"/>
                <a:gd name="connsiteX173" fmla="*/ 39016 w 217950"/>
                <a:gd name="connsiteY173" fmla="*/ 220265 h 1161761"/>
                <a:gd name="connsiteX174" fmla="*/ 37671 w 217950"/>
                <a:gd name="connsiteY174" fmla="*/ 226980 h 1161761"/>
                <a:gd name="connsiteX175" fmla="*/ 33634 w 217950"/>
                <a:gd name="connsiteY175" fmla="*/ 233695 h 1161761"/>
                <a:gd name="connsiteX176" fmla="*/ 33634 w 217950"/>
                <a:gd name="connsiteY176" fmla="*/ 240411 h 1161761"/>
                <a:gd name="connsiteX177" fmla="*/ 37671 w 217950"/>
                <a:gd name="connsiteY177" fmla="*/ 249812 h 1161761"/>
                <a:gd name="connsiteX178" fmla="*/ 36325 w 217950"/>
                <a:gd name="connsiteY178" fmla="*/ 255185 h 1161761"/>
                <a:gd name="connsiteX179" fmla="*/ 36325 w 217950"/>
                <a:gd name="connsiteY179" fmla="*/ 267272 h 1161761"/>
                <a:gd name="connsiteX180" fmla="*/ 33634 w 217950"/>
                <a:gd name="connsiteY180" fmla="*/ 272644 h 1161761"/>
                <a:gd name="connsiteX181" fmla="*/ 33634 w 217950"/>
                <a:gd name="connsiteY181" fmla="*/ 279360 h 1161761"/>
                <a:gd name="connsiteX182" fmla="*/ 34980 w 217950"/>
                <a:gd name="connsiteY182" fmla="*/ 283389 h 1161761"/>
                <a:gd name="connsiteX183" fmla="*/ 34980 w 217950"/>
                <a:gd name="connsiteY183" fmla="*/ 286075 h 1161761"/>
                <a:gd name="connsiteX184" fmla="*/ 30944 w 217950"/>
                <a:gd name="connsiteY184" fmla="*/ 292791 h 1161761"/>
                <a:gd name="connsiteX185" fmla="*/ 29598 w 217950"/>
                <a:gd name="connsiteY185" fmla="*/ 299506 h 1161761"/>
                <a:gd name="connsiteX186" fmla="*/ 26908 w 217950"/>
                <a:gd name="connsiteY186" fmla="*/ 303535 h 1161761"/>
                <a:gd name="connsiteX187" fmla="*/ 29598 w 217950"/>
                <a:gd name="connsiteY187" fmla="*/ 312937 h 1161761"/>
                <a:gd name="connsiteX188" fmla="*/ 28253 w 217950"/>
                <a:gd name="connsiteY188" fmla="*/ 315623 h 1161761"/>
                <a:gd name="connsiteX189" fmla="*/ 24217 w 217950"/>
                <a:gd name="connsiteY189" fmla="*/ 325024 h 1161761"/>
                <a:gd name="connsiteX190" fmla="*/ 24217 w 217950"/>
                <a:gd name="connsiteY190" fmla="*/ 329054 h 1161761"/>
                <a:gd name="connsiteX191" fmla="*/ 28253 w 217950"/>
                <a:gd name="connsiteY191" fmla="*/ 337112 h 1161761"/>
                <a:gd name="connsiteX192" fmla="*/ 29598 w 217950"/>
                <a:gd name="connsiteY192" fmla="*/ 343828 h 1161761"/>
                <a:gd name="connsiteX193" fmla="*/ 32289 w 217950"/>
                <a:gd name="connsiteY193" fmla="*/ 349200 h 1161761"/>
                <a:gd name="connsiteX194" fmla="*/ 28253 w 217950"/>
                <a:gd name="connsiteY194" fmla="*/ 351886 h 1161761"/>
                <a:gd name="connsiteX195" fmla="*/ 26908 w 217950"/>
                <a:gd name="connsiteY195" fmla="*/ 357259 h 1161761"/>
                <a:gd name="connsiteX196" fmla="*/ 29598 w 217950"/>
                <a:gd name="connsiteY196" fmla="*/ 362631 h 1161761"/>
                <a:gd name="connsiteX197" fmla="*/ 25562 w 217950"/>
                <a:gd name="connsiteY197" fmla="*/ 366660 h 1161761"/>
                <a:gd name="connsiteX198" fmla="*/ 22871 w 217950"/>
                <a:gd name="connsiteY198" fmla="*/ 368003 h 1161761"/>
                <a:gd name="connsiteX199" fmla="*/ 22871 w 217950"/>
                <a:gd name="connsiteY199" fmla="*/ 374718 h 1161761"/>
                <a:gd name="connsiteX200" fmla="*/ 22871 w 217950"/>
                <a:gd name="connsiteY200" fmla="*/ 380091 h 1161761"/>
                <a:gd name="connsiteX201" fmla="*/ 24217 w 217950"/>
                <a:gd name="connsiteY201" fmla="*/ 385463 h 1161761"/>
                <a:gd name="connsiteX202" fmla="*/ 29598 w 217950"/>
                <a:gd name="connsiteY202" fmla="*/ 401580 h 1161761"/>
                <a:gd name="connsiteX203" fmla="*/ 29598 w 217950"/>
                <a:gd name="connsiteY203" fmla="*/ 409638 h 1161761"/>
                <a:gd name="connsiteX204" fmla="*/ 28253 w 217950"/>
                <a:gd name="connsiteY204" fmla="*/ 413668 h 1161761"/>
                <a:gd name="connsiteX205" fmla="*/ 28253 w 217950"/>
                <a:gd name="connsiteY205" fmla="*/ 417697 h 1161761"/>
                <a:gd name="connsiteX206" fmla="*/ 33634 w 217950"/>
                <a:gd name="connsiteY206" fmla="*/ 425755 h 1161761"/>
                <a:gd name="connsiteX207" fmla="*/ 33634 w 217950"/>
                <a:gd name="connsiteY207" fmla="*/ 435157 h 1161761"/>
                <a:gd name="connsiteX208" fmla="*/ 32289 w 217950"/>
                <a:gd name="connsiteY208" fmla="*/ 440529 h 1161761"/>
                <a:gd name="connsiteX209" fmla="*/ 32289 w 217950"/>
                <a:gd name="connsiteY209" fmla="*/ 443215 h 1161761"/>
                <a:gd name="connsiteX210" fmla="*/ 33634 w 217950"/>
                <a:gd name="connsiteY210" fmla="*/ 448588 h 1161761"/>
                <a:gd name="connsiteX211" fmla="*/ 33634 w 217950"/>
                <a:gd name="connsiteY211" fmla="*/ 451274 h 1161761"/>
                <a:gd name="connsiteX212" fmla="*/ 32289 w 217950"/>
                <a:gd name="connsiteY212" fmla="*/ 456646 h 1161761"/>
                <a:gd name="connsiteX213" fmla="*/ 33634 w 217950"/>
                <a:gd name="connsiteY213" fmla="*/ 459332 h 1161761"/>
                <a:gd name="connsiteX214" fmla="*/ 39016 w 217950"/>
                <a:gd name="connsiteY214" fmla="*/ 467391 h 1161761"/>
                <a:gd name="connsiteX215" fmla="*/ 40361 w 217950"/>
                <a:gd name="connsiteY215" fmla="*/ 471420 h 1161761"/>
                <a:gd name="connsiteX216" fmla="*/ 36325 w 217950"/>
                <a:gd name="connsiteY216" fmla="*/ 475449 h 1161761"/>
                <a:gd name="connsiteX217" fmla="*/ 33634 w 217950"/>
                <a:gd name="connsiteY217" fmla="*/ 478135 h 1161761"/>
                <a:gd name="connsiteX218" fmla="*/ 29598 w 217950"/>
                <a:gd name="connsiteY218" fmla="*/ 486194 h 1161761"/>
                <a:gd name="connsiteX219" fmla="*/ 29598 w 217950"/>
                <a:gd name="connsiteY219" fmla="*/ 487537 h 1161761"/>
                <a:gd name="connsiteX220" fmla="*/ 32289 w 217950"/>
                <a:gd name="connsiteY220" fmla="*/ 490223 h 1161761"/>
                <a:gd name="connsiteX221" fmla="*/ 29598 w 217950"/>
                <a:gd name="connsiteY221" fmla="*/ 496938 h 1161761"/>
                <a:gd name="connsiteX222" fmla="*/ 26908 w 217950"/>
                <a:gd name="connsiteY222" fmla="*/ 499624 h 1161761"/>
                <a:gd name="connsiteX223" fmla="*/ 26908 w 217950"/>
                <a:gd name="connsiteY223" fmla="*/ 503654 h 1161761"/>
                <a:gd name="connsiteX224" fmla="*/ 25562 w 217950"/>
                <a:gd name="connsiteY224" fmla="*/ 511712 h 1161761"/>
                <a:gd name="connsiteX225" fmla="*/ 24217 w 217950"/>
                <a:gd name="connsiteY225" fmla="*/ 515741 h 1161761"/>
                <a:gd name="connsiteX226" fmla="*/ 24217 w 217950"/>
                <a:gd name="connsiteY226" fmla="*/ 521114 h 1161761"/>
                <a:gd name="connsiteX227" fmla="*/ 22871 w 217950"/>
                <a:gd name="connsiteY227" fmla="*/ 523800 h 1161761"/>
                <a:gd name="connsiteX228" fmla="*/ 22871 w 217950"/>
                <a:gd name="connsiteY228" fmla="*/ 529172 h 1161761"/>
                <a:gd name="connsiteX229" fmla="*/ 18835 w 217950"/>
                <a:gd name="connsiteY229" fmla="*/ 533201 h 1161761"/>
                <a:gd name="connsiteX230" fmla="*/ 20181 w 217950"/>
                <a:gd name="connsiteY230" fmla="*/ 535888 h 1161761"/>
                <a:gd name="connsiteX231" fmla="*/ 21526 w 217950"/>
                <a:gd name="connsiteY231" fmla="*/ 538574 h 1161761"/>
                <a:gd name="connsiteX232" fmla="*/ 18835 w 217950"/>
                <a:gd name="connsiteY232" fmla="*/ 543946 h 1161761"/>
                <a:gd name="connsiteX233" fmla="*/ 18835 w 217950"/>
                <a:gd name="connsiteY233" fmla="*/ 550662 h 1161761"/>
                <a:gd name="connsiteX234" fmla="*/ 17490 w 217950"/>
                <a:gd name="connsiteY234" fmla="*/ 554691 h 1161761"/>
                <a:gd name="connsiteX235" fmla="*/ 13454 w 217950"/>
                <a:gd name="connsiteY235" fmla="*/ 557377 h 1161761"/>
                <a:gd name="connsiteX236" fmla="*/ 13454 w 217950"/>
                <a:gd name="connsiteY236" fmla="*/ 562749 h 1161761"/>
                <a:gd name="connsiteX237" fmla="*/ 12109 w 217950"/>
                <a:gd name="connsiteY237" fmla="*/ 565435 h 1161761"/>
                <a:gd name="connsiteX238" fmla="*/ 12109 w 217950"/>
                <a:gd name="connsiteY238" fmla="*/ 569465 h 1161761"/>
                <a:gd name="connsiteX239" fmla="*/ 13454 w 217950"/>
                <a:gd name="connsiteY239" fmla="*/ 573494 h 1161761"/>
                <a:gd name="connsiteX240" fmla="*/ 13454 w 217950"/>
                <a:gd name="connsiteY240" fmla="*/ 578866 h 1161761"/>
                <a:gd name="connsiteX241" fmla="*/ 10763 w 217950"/>
                <a:gd name="connsiteY241" fmla="*/ 582895 h 1161761"/>
                <a:gd name="connsiteX242" fmla="*/ 8072 w 217950"/>
                <a:gd name="connsiteY242" fmla="*/ 582895 h 1161761"/>
                <a:gd name="connsiteX243" fmla="*/ 4036 w 217950"/>
                <a:gd name="connsiteY243" fmla="*/ 580209 h 1161761"/>
                <a:gd name="connsiteX244" fmla="*/ 1345 w 217950"/>
                <a:gd name="connsiteY244" fmla="*/ 581552 h 1161761"/>
                <a:gd name="connsiteX245" fmla="*/ 0 w 217950"/>
                <a:gd name="connsiteY245" fmla="*/ 584238 h 1161761"/>
                <a:gd name="connsiteX246" fmla="*/ 1345 w 217950"/>
                <a:gd name="connsiteY246" fmla="*/ 590954 h 1161761"/>
                <a:gd name="connsiteX247" fmla="*/ 1345 w 217950"/>
                <a:gd name="connsiteY247" fmla="*/ 597669 h 1161761"/>
                <a:gd name="connsiteX248" fmla="*/ 5382 w 217950"/>
                <a:gd name="connsiteY248" fmla="*/ 603041 h 1161761"/>
                <a:gd name="connsiteX249" fmla="*/ 10763 w 217950"/>
                <a:gd name="connsiteY249" fmla="*/ 608414 h 1161761"/>
                <a:gd name="connsiteX250" fmla="*/ 12109 w 217950"/>
                <a:gd name="connsiteY250" fmla="*/ 613786 h 1161761"/>
                <a:gd name="connsiteX251" fmla="*/ 10763 w 217950"/>
                <a:gd name="connsiteY251" fmla="*/ 620501 h 1161761"/>
                <a:gd name="connsiteX252" fmla="*/ 18835 w 217950"/>
                <a:gd name="connsiteY252" fmla="*/ 633932 h 1161761"/>
                <a:gd name="connsiteX253" fmla="*/ 20181 w 217950"/>
                <a:gd name="connsiteY253" fmla="*/ 637962 h 1161761"/>
                <a:gd name="connsiteX254" fmla="*/ 22871 w 217950"/>
                <a:gd name="connsiteY254" fmla="*/ 640647 h 1161761"/>
                <a:gd name="connsiteX255" fmla="*/ 22871 w 217950"/>
                <a:gd name="connsiteY255" fmla="*/ 650049 h 1161761"/>
                <a:gd name="connsiteX256" fmla="*/ 20181 w 217950"/>
                <a:gd name="connsiteY256" fmla="*/ 660794 h 1161761"/>
                <a:gd name="connsiteX257" fmla="*/ 18835 w 217950"/>
                <a:gd name="connsiteY257" fmla="*/ 662137 h 1161761"/>
                <a:gd name="connsiteX258" fmla="*/ 20181 w 217950"/>
                <a:gd name="connsiteY258" fmla="*/ 666166 h 1161761"/>
                <a:gd name="connsiteX259" fmla="*/ 18835 w 217950"/>
                <a:gd name="connsiteY259" fmla="*/ 670195 h 1161761"/>
                <a:gd name="connsiteX260" fmla="*/ 16144 w 217950"/>
                <a:gd name="connsiteY260" fmla="*/ 668852 h 1161761"/>
                <a:gd name="connsiteX261" fmla="*/ 13454 w 217950"/>
                <a:gd name="connsiteY261" fmla="*/ 668852 h 1161761"/>
                <a:gd name="connsiteX262" fmla="*/ 12109 w 217950"/>
                <a:gd name="connsiteY262" fmla="*/ 674224 h 1161761"/>
                <a:gd name="connsiteX263" fmla="*/ 13454 w 217950"/>
                <a:gd name="connsiteY263" fmla="*/ 678254 h 1161761"/>
                <a:gd name="connsiteX264" fmla="*/ 17490 w 217950"/>
                <a:gd name="connsiteY264" fmla="*/ 680940 h 1161761"/>
                <a:gd name="connsiteX265" fmla="*/ 13454 w 217950"/>
                <a:gd name="connsiteY265" fmla="*/ 691685 h 1161761"/>
                <a:gd name="connsiteX266" fmla="*/ 14799 w 217950"/>
                <a:gd name="connsiteY266" fmla="*/ 697057 h 1161761"/>
                <a:gd name="connsiteX267" fmla="*/ 12109 w 217950"/>
                <a:gd name="connsiteY267" fmla="*/ 699743 h 1161761"/>
                <a:gd name="connsiteX268" fmla="*/ 16144 w 217950"/>
                <a:gd name="connsiteY268" fmla="*/ 702429 h 1161761"/>
                <a:gd name="connsiteX269" fmla="*/ 14799 w 217950"/>
                <a:gd name="connsiteY269" fmla="*/ 705115 h 1161761"/>
                <a:gd name="connsiteX270" fmla="*/ 13454 w 217950"/>
                <a:gd name="connsiteY270" fmla="*/ 707801 h 1161761"/>
                <a:gd name="connsiteX271" fmla="*/ 14799 w 217950"/>
                <a:gd name="connsiteY271" fmla="*/ 710488 h 1161761"/>
                <a:gd name="connsiteX272" fmla="*/ 22871 w 217950"/>
                <a:gd name="connsiteY272" fmla="*/ 722575 h 1161761"/>
                <a:gd name="connsiteX273" fmla="*/ 25562 w 217950"/>
                <a:gd name="connsiteY273" fmla="*/ 725262 h 1161761"/>
                <a:gd name="connsiteX274" fmla="*/ 26908 w 217950"/>
                <a:gd name="connsiteY274" fmla="*/ 729291 h 1161761"/>
                <a:gd name="connsiteX275" fmla="*/ 34980 w 217950"/>
                <a:gd name="connsiteY275" fmla="*/ 731977 h 1161761"/>
                <a:gd name="connsiteX276" fmla="*/ 41707 w 217950"/>
                <a:gd name="connsiteY276" fmla="*/ 730634 h 1161761"/>
                <a:gd name="connsiteX277" fmla="*/ 43052 w 217950"/>
                <a:gd name="connsiteY277" fmla="*/ 722575 h 1161761"/>
                <a:gd name="connsiteX278" fmla="*/ 43052 w 217950"/>
                <a:gd name="connsiteY278" fmla="*/ 721232 h 1161761"/>
                <a:gd name="connsiteX279" fmla="*/ 48434 w 217950"/>
                <a:gd name="connsiteY279" fmla="*/ 721232 h 1161761"/>
                <a:gd name="connsiteX280" fmla="*/ 52470 w 217950"/>
                <a:gd name="connsiteY280" fmla="*/ 726605 h 1161761"/>
                <a:gd name="connsiteX281" fmla="*/ 53815 w 217950"/>
                <a:gd name="connsiteY281" fmla="*/ 725262 h 1161761"/>
                <a:gd name="connsiteX282" fmla="*/ 56506 w 217950"/>
                <a:gd name="connsiteY282" fmla="*/ 723918 h 1161761"/>
                <a:gd name="connsiteX283" fmla="*/ 55161 w 217950"/>
                <a:gd name="connsiteY283" fmla="*/ 727947 h 1161761"/>
                <a:gd name="connsiteX284" fmla="*/ 48434 w 217950"/>
                <a:gd name="connsiteY284" fmla="*/ 733320 h 1161761"/>
                <a:gd name="connsiteX285" fmla="*/ 48434 w 217950"/>
                <a:gd name="connsiteY285" fmla="*/ 737349 h 1161761"/>
                <a:gd name="connsiteX286" fmla="*/ 53815 w 217950"/>
                <a:gd name="connsiteY286" fmla="*/ 738692 h 1161761"/>
                <a:gd name="connsiteX287" fmla="*/ 56506 w 217950"/>
                <a:gd name="connsiteY287" fmla="*/ 737349 h 1161761"/>
                <a:gd name="connsiteX288" fmla="*/ 56506 w 217950"/>
                <a:gd name="connsiteY288" fmla="*/ 741378 h 1161761"/>
                <a:gd name="connsiteX289" fmla="*/ 57851 w 217950"/>
                <a:gd name="connsiteY289" fmla="*/ 749437 h 1161761"/>
                <a:gd name="connsiteX290" fmla="*/ 59197 w 217950"/>
                <a:gd name="connsiteY290" fmla="*/ 752123 h 1161761"/>
                <a:gd name="connsiteX291" fmla="*/ 59197 w 217950"/>
                <a:gd name="connsiteY291" fmla="*/ 753466 h 1161761"/>
                <a:gd name="connsiteX292" fmla="*/ 56506 w 217950"/>
                <a:gd name="connsiteY292" fmla="*/ 750780 h 1161761"/>
                <a:gd name="connsiteX293" fmla="*/ 53815 w 217950"/>
                <a:gd name="connsiteY293" fmla="*/ 746751 h 1161761"/>
                <a:gd name="connsiteX294" fmla="*/ 51124 w 217950"/>
                <a:gd name="connsiteY294" fmla="*/ 745408 h 1161761"/>
                <a:gd name="connsiteX295" fmla="*/ 49779 w 217950"/>
                <a:gd name="connsiteY295" fmla="*/ 748094 h 1161761"/>
                <a:gd name="connsiteX296" fmla="*/ 49779 w 217950"/>
                <a:gd name="connsiteY296" fmla="*/ 750780 h 1161761"/>
                <a:gd name="connsiteX297" fmla="*/ 55161 w 217950"/>
                <a:gd name="connsiteY297" fmla="*/ 754809 h 1161761"/>
                <a:gd name="connsiteX298" fmla="*/ 56506 w 217950"/>
                <a:gd name="connsiteY298" fmla="*/ 757495 h 1161761"/>
                <a:gd name="connsiteX299" fmla="*/ 52470 w 217950"/>
                <a:gd name="connsiteY299" fmla="*/ 757495 h 1161761"/>
                <a:gd name="connsiteX300" fmla="*/ 49779 w 217950"/>
                <a:gd name="connsiteY300" fmla="*/ 760182 h 1161761"/>
                <a:gd name="connsiteX301" fmla="*/ 51124 w 217950"/>
                <a:gd name="connsiteY301" fmla="*/ 766897 h 1161761"/>
                <a:gd name="connsiteX302" fmla="*/ 55161 w 217950"/>
                <a:gd name="connsiteY302" fmla="*/ 770926 h 1161761"/>
                <a:gd name="connsiteX303" fmla="*/ 51124 w 217950"/>
                <a:gd name="connsiteY303" fmla="*/ 774955 h 1161761"/>
                <a:gd name="connsiteX304" fmla="*/ 51124 w 217950"/>
                <a:gd name="connsiteY304" fmla="*/ 778985 h 1161761"/>
                <a:gd name="connsiteX305" fmla="*/ 52470 w 217950"/>
                <a:gd name="connsiteY305" fmla="*/ 780328 h 1161761"/>
                <a:gd name="connsiteX306" fmla="*/ 48434 w 217950"/>
                <a:gd name="connsiteY306" fmla="*/ 784357 h 1161761"/>
                <a:gd name="connsiteX307" fmla="*/ 48434 w 217950"/>
                <a:gd name="connsiteY307" fmla="*/ 787043 h 1161761"/>
                <a:gd name="connsiteX308" fmla="*/ 53815 w 217950"/>
                <a:gd name="connsiteY308" fmla="*/ 791072 h 1161761"/>
                <a:gd name="connsiteX309" fmla="*/ 52470 w 217950"/>
                <a:gd name="connsiteY309" fmla="*/ 795101 h 1161761"/>
                <a:gd name="connsiteX310" fmla="*/ 52470 w 217950"/>
                <a:gd name="connsiteY310" fmla="*/ 801817 h 1161761"/>
                <a:gd name="connsiteX311" fmla="*/ 48434 w 217950"/>
                <a:gd name="connsiteY311" fmla="*/ 805846 h 1161761"/>
                <a:gd name="connsiteX312" fmla="*/ 48434 w 217950"/>
                <a:gd name="connsiteY312" fmla="*/ 808532 h 1161761"/>
                <a:gd name="connsiteX313" fmla="*/ 51124 w 217950"/>
                <a:gd name="connsiteY313" fmla="*/ 811218 h 1161761"/>
                <a:gd name="connsiteX314" fmla="*/ 56506 w 217950"/>
                <a:gd name="connsiteY314" fmla="*/ 811218 h 1161761"/>
                <a:gd name="connsiteX315" fmla="*/ 59197 w 217950"/>
                <a:gd name="connsiteY315" fmla="*/ 815247 h 1161761"/>
                <a:gd name="connsiteX316" fmla="*/ 60542 w 217950"/>
                <a:gd name="connsiteY316" fmla="*/ 819277 h 1161761"/>
                <a:gd name="connsiteX317" fmla="*/ 64578 w 217950"/>
                <a:gd name="connsiteY317" fmla="*/ 819277 h 1161761"/>
                <a:gd name="connsiteX318" fmla="*/ 65924 w 217950"/>
                <a:gd name="connsiteY318" fmla="*/ 823306 h 1161761"/>
                <a:gd name="connsiteX319" fmla="*/ 65924 w 217950"/>
                <a:gd name="connsiteY319" fmla="*/ 831365 h 1161761"/>
                <a:gd name="connsiteX320" fmla="*/ 61887 w 217950"/>
                <a:gd name="connsiteY320" fmla="*/ 836737 h 1161761"/>
                <a:gd name="connsiteX321" fmla="*/ 55161 w 217950"/>
                <a:gd name="connsiteY321" fmla="*/ 840766 h 1161761"/>
                <a:gd name="connsiteX322" fmla="*/ 52470 w 217950"/>
                <a:gd name="connsiteY322" fmla="*/ 840766 h 1161761"/>
                <a:gd name="connsiteX323" fmla="*/ 52470 w 217950"/>
                <a:gd name="connsiteY323" fmla="*/ 846138 h 1161761"/>
                <a:gd name="connsiteX324" fmla="*/ 53815 w 217950"/>
                <a:gd name="connsiteY324" fmla="*/ 851511 h 1161761"/>
                <a:gd name="connsiteX325" fmla="*/ 52470 w 217950"/>
                <a:gd name="connsiteY325" fmla="*/ 854197 h 1161761"/>
                <a:gd name="connsiteX326" fmla="*/ 52470 w 217950"/>
                <a:gd name="connsiteY326" fmla="*/ 856883 h 1161761"/>
                <a:gd name="connsiteX327" fmla="*/ 53815 w 217950"/>
                <a:gd name="connsiteY327" fmla="*/ 858226 h 1161761"/>
                <a:gd name="connsiteX328" fmla="*/ 51124 w 217950"/>
                <a:gd name="connsiteY328" fmla="*/ 862255 h 1161761"/>
                <a:gd name="connsiteX329" fmla="*/ 48434 w 217950"/>
                <a:gd name="connsiteY329" fmla="*/ 870314 h 1161761"/>
                <a:gd name="connsiteX330" fmla="*/ 47088 w 217950"/>
                <a:gd name="connsiteY330" fmla="*/ 877029 h 1161761"/>
                <a:gd name="connsiteX331" fmla="*/ 49779 w 217950"/>
                <a:gd name="connsiteY331" fmla="*/ 878372 h 1161761"/>
                <a:gd name="connsiteX332" fmla="*/ 49779 w 217950"/>
                <a:gd name="connsiteY332" fmla="*/ 881059 h 1161761"/>
                <a:gd name="connsiteX333" fmla="*/ 48434 w 217950"/>
                <a:gd name="connsiteY333" fmla="*/ 890460 h 1161761"/>
                <a:gd name="connsiteX334" fmla="*/ 45743 w 217950"/>
                <a:gd name="connsiteY334" fmla="*/ 891803 h 1161761"/>
                <a:gd name="connsiteX335" fmla="*/ 44397 w 217950"/>
                <a:gd name="connsiteY335" fmla="*/ 897175 h 1161761"/>
                <a:gd name="connsiteX336" fmla="*/ 43052 w 217950"/>
                <a:gd name="connsiteY336" fmla="*/ 894489 h 1161761"/>
                <a:gd name="connsiteX337" fmla="*/ 44397 w 217950"/>
                <a:gd name="connsiteY337" fmla="*/ 891803 h 1161761"/>
                <a:gd name="connsiteX338" fmla="*/ 45743 w 217950"/>
                <a:gd name="connsiteY338" fmla="*/ 883744 h 1161761"/>
                <a:gd name="connsiteX339" fmla="*/ 45743 w 217950"/>
                <a:gd name="connsiteY339" fmla="*/ 879715 h 1161761"/>
                <a:gd name="connsiteX340" fmla="*/ 45743 w 217950"/>
                <a:gd name="connsiteY340" fmla="*/ 877029 h 1161761"/>
                <a:gd name="connsiteX341" fmla="*/ 43052 w 217950"/>
                <a:gd name="connsiteY341" fmla="*/ 875686 h 1161761"/>
                <a:gd name="connsiteX342" fmla="*/ 36325 w 217950"/>
                <a:gd name="connsiteY342" fmla="*/ 878372 h 1161761"/>
                <a:gd name="connsiteX343" fmla="*/ 32289 w 217950"/>
                <a:gd name="connsiteY343" fmla="*/ 881059 h 1161761"/>
                <a:gd name="connsiteX344" fmla="*/ 29598 w 217950"/>
                <a:gd name="connsiteY344" fmla="*/ 881059 h 1161761"/>
                <a:gd name="connsiteX345" fmla="*/ 29598 w 217950"/>
                <a:gd name="connsiteY345" fmla="*/ 878372 h 1161761"/>
                <a:gd name="connsiteX346" fmla="*/ 33634 w 217950"/>
                <a:gd name="connsiteY346" fmla="*/ 877029 h 1161761"/>
                <a:gd name="connsiteX347" fmla="*/ 37671 w 217950"/>
                <a:gd name="connsiteY347" fmla="*/ 875686 h 1161761"/>
                <a:gd name="connsiteX348" fmla="*/ 37671 w 217950"/>
                <a:gd name="connsiteY348" fmla="*/ 867628 h 1161761"/>
                <a:gd name="connsiteX349" fmla="*/ 34980 w 217950"/>
                <a:gd name="connsiteY349" fmla="*/ 866285 h 1161761"/>
                <a:gd name="connsiteX350" fmla="*/ 29598 w 217950"/>
                <a:gd name="connsiteY350" fmla="*/ 868971 h 1161761"/>
                <a:gd name="connsiteX351" fmla="*/ 21526 w 217950"/>
                <a:gd name="connsiteY351" fmla="*/ 868971 h 1161761"/>
                <a:gd name="connsiteX352" fmla="*/ 17490 w 217950"/>
                <a:gd name="connsiteY352" fmla="*/ 867628 h 1161761"/>
                <a:gd name="connsiteX353" fmla="*/ 14799 w 217950"/>
                <a:gd name="connsiteY353" fmla="*/ 868971 h 1161761"/>
                <a:gd name="connsiteX354" fmla="*/ 13454 w 217950"/>
                <a:gd name="connsiteY354" fmla="*/ 871657 h 1161761"/>
                <a:gd name="connsiteX355" fmla="*/ 16144 w 217950"/>
                <a:gd name="connsiteY355" fmla="*/ 877029 h 1161761"/>
                <a:gd name="connsiteX356" fmla="*/ 18835 w 217950"/>
                <a:gd name="connsiteY356" fmla="*/ 877029 h 1161761"/>
                <a:gd name="connsiteX357" fmla="*/ 20181 w 217950"/>
                <a:gd name="connsiteY357" fmla="*/ 881059 h 1161761"/>
                <a:gd name="connsiteX358" fmla="*/ 16144 w 217950"/>
                <a:gd name="connsiteY358" fmla="*/ 882401 h 1161761"/>
                <a:gd name="connsiteX359" fmla="*/ 14799 w 217950"/>
                <a:gd name="connsiteY359" fmla="*/ 886431 h 1161761"/>
                <a:gd name="connsiteX360" fmla="*/ 12109 w 217950"/>
                <a:gd name="connsiteY360" fmla="*/ 890460 h 1161761"/>
                <a:gd name="connsiteX361" fmla="*/ 9418 w 217950"/>
                <a:gd name="connsiteY361" fmla="*/ 894489 h 1161761"/>
                <a:gd name="connsiteX362" fmla="*/ 2691 w 217950"/>
                <a:gd name="connsiteY362" fmla="*/ 898518 h 1161761"/>
                <a:gd name="connsiteX363" fmla="*/ 2691 w 217950"/>
                <a:gd name="connsiteY363" fmla="*/ 901205 h 1161761"/>
                <a:gd name="connsiteX364" fmla="*/ 9418 w 217950"/>
                <a:gd name="connsiteY364" fmla="*/ 909263 h 1161761"/>
                <a:gd name="connsiteX365" fmla="*/ 13454 w 217950"/>
                <a:gd name="connsiteY365" fmla="*/ 910606 h 1161761"/>
                <a:gd name="connsiteX366" fmla="*/ 16144 w 217950"/>
                <a:gd name="connsiteY366" fmla="*/ 907920 h 1161761"/>
                <a:gd name="connsiteX367" fmla="*/ 16144 w 217950"/>
                <a:gd name="connsiteY367" fmla="*/ 903891 h 1161761"/>
                <a:gd name="connsiteX368" fmla="*/ 10763 w 217950"/>
                <a:gd name="connsiteY368" fmla="*/ 902547 h 1161761"/>
                <a:gd name="connsiteX369" fmla="*/ 10763 w 217950"/>
                <a:gd name="connsiteY369" fmla="*/ 899862 h 1161761"/>
                <a:gd name="connsiteX370" fmla="*/ 12109 w 217950"/>
                <a:gd name="connsiteY370" fmla="*/ 895832 h 1161761"/>
                <a:gd name="connsiteX371" fmla="*/ 18835 w 217950"/>
                <a:gd name="connsiteY371" fmla="*/ 894489 h 1161761"/>
                <a:gd name="connsiteX372" fmla="*/ 20181 w 217950"/>
                <a:gd name="connsiteY372" fmla="*/ 893146 h 1161761"/>
                <a:gd name="connsiteX373" fmla="*/ 21526 w 217950"/>
                <a:gd name="connsiteY373" fmla="*/ 899862 h 1161761"/>
                <a:gd name="connsiteX374" fmla="*/ 26908 w 217950"/>
                <a:gd name="connsiteY374" fmla="*/ 902547 h 1161761"/>
                <a:gd name="connsiteX375" fmla="*/ 32289 w 217950"/>
                <a:gd name="connsiteY375" fmla="*/ 902547 h 1161761"/>
                <a:gd name="connsiteX376" fmla="*/ 34980 w 217950"/>
                <a:gd name="connsiteY376" fmla="*/ 899862 h 1161761"/>
                <a:gd name="connsiteX377" fmla="*/ 37671 w 217950"/>
                <a:gd name="connsiteY377" fmla="*/ 901205 h 1161761"/>
                <a:gd name="connsiteX378" fmla="*/ 40361 w 217950"/>
                <a:gd name="connsiteY378" fmla="*/ 903891 h 1161761"/>
                <a:gd name="connsiteX379" fmla="*/ 47088 w 217950"/>
                <a:gd name="connsiteY379" fmla="*/ 906577 h 1161761"/>
                <a:gd name="connsiteX380" fmla="*/ 49779 w 217950"/>
                <a:gd name="connsiteY380" fmla="*/ 910606 h 1161761"/>
                <a:gd name="connsiteX381" fmla="*/ 45743 w 217950"/>
                <a:gd name="connsiteY381" fmla="*/ 910606 h 1161761"/>
                <a:gd name="connsiteX382" fmla="*/ 45743 w 217950"/>
                <a:gd name="connsiteY382" fmla="*/ 913292 h 1161761"/>
                <a:gd name="connsiteX383" fmla="*/ 47088 w 217950"/>
                <a:gd name="connsiteY383" fmla="*/ 915978 h 1161761"/>
                <a:gd name="connsiteX384" fmla="*/ 44397 w 217950"/>
                <a:gd name="connsiteY384" fmla="*/ 918665 h 1161761"/>
                <a:gd name="connsiteX385" fmla="*/ 41707 w 217950"/>
                <a:gd name="connsiteY385" fmla="*/ 922694 h 1161761"/>
                <a:gd name="connsiteX386" fmla="*/ 44397 w 217950"/>
                <a:gd name="connsiteY386" fmla="*/ 925380 h 1161761"/>
                <a:gd name="connsiteX387" fmla="*/ 48434 w 217950"/>
                <a:gd name="connsiteY387" fmla="*/ 928066 h 1161761"/>
                <a:gd name="connsiteX388" fmla="*/ 48434 w 217950"/>
                <a:gd name="connsiteY388" fmla="*/ 929409 h 1161761"/>
                <a:gd name="connsiteX389" fmla="*/ 43052 w 217950"/>
                <a:gd name="connsiteY389" fmla="*/ 928066 h 1161761"/>
                <a:gd name="connsiteX390" fmla="*/ 41707 w 217950"/>
                <a:gd name="connsiteY390" fmla="*/ 925380 h 1161761"/>
                <a:gd name="connsiteX391" fmla="*/ 39016 w 217950"/>
                <a:gd name="connsiteY391" fmla="*/ 925380 h 1161761"/>
                <a:gd name="connsiteX392" fmla="*/ 39016 w 217950"/>
                <a:gd name="connsiteY392" fmla="*/ 929409 h 1161761"/>
                <a:gd name="connsiteX393" fmla="*/ 43052 w 217950"/>
                <a:gd name="connsiteY393" fmla="*/ 933438 h 1161761"/>
                <a:gd name="connsiteX394" fmla="*/ 44397 w 217950"/>
                <a:gd name="connsiteY394" fmla="*/ 937468 h 1161761"/>
                <a:gd name="connsiteX395" fmla="*/ 51124 w 217950"/>
                <a:gd name="connsiteY395" fmla="*/ 937468 h 1161761"/>
                <a:gd name="connsiteX396" fmla="*/ 57851 w 217950"/>
                <a:gd name="connsiteY396" fmla="*/ 934782 h 1161761"/>
                <a:gd name="connsiteX397" fmla="*/ 60542 w 217950"/>
                <a:gd name="connsiteY397" fmla="*/ 937468 h 1161761"/>
                <a:gd name="connsiteX398" fmla="*/ 63233 w 217950"/>
                <a:gd name="connsiteY398" fmla="*/ 937468 h 1161761"/>
                <a:gd name="connsiteX399" fmla="*/ 67269 w 217950"/>
                <a:gd name="connsiteY399" fmla="*/ 934782 h 1161761"/>
                <a:gd name="connsiteX400" fmla="*/ 65924 w 217950"/>
                <a:gd name="connsiteY400" fmla="*/ 938811 h 1161761"/>
                <a:gd name="connsiteX401" fmla="*/ 67269 w 217950"/>
                <a:gd name="connsiteY401" fmla="*/ 940154 h 1161761"/>
                <a:gd name="connsiteX402" fmla="*/ 64578 w 217950"/>
                <a:gd name="connsiteY402" fmla="*/ 941497 h 1161761"/>
                <a:gd name="connsiteX403" fmla="*/ 60542 w 217950"/>
                <a:gd name="connsiteY403" fmla="*/ 941497 h 1161761"/>
                <a:gd name="connsiteX404" fmla="*/ 59197 w 217950"/>
                <a:gd name="connsiteY404" fmla="*/ 944183 h 1161761"/>
                <a:gd name="connsiteX405" fmla="*/ 55161 w 217950"/>
                <a:gd name="connsiteY405" fmla="*/ 940154 h 1161761"/>
                <a:gd name="connsiteX406" fmla="*/ 47088 w 217950"/>
                <a:gd name="connsiteY406" fmla="*/ 942840 h 1161761"/>
                <a:gd name="connsiteX407" fmla="*/ 45743 w 217950"/>
                <a:gd name="connsiteY407" fmla="*/ 946869 h 1161761"/>
                <a:gd name="connsiteX408" fmla="*/ 47088 w 217950"/>
                <a:gd name="connsiteY408" fmla="*/ 949555 h 1161761"/>
                <a:gd name="connsiteX409" fmla="*/ 52470 w 217950"/>
                <a:gd name="connsiteY409" fmla="*/ 952241 h 1161761"/>
                <a:gd name="connsiteX410" fmla="*/ 52470 w 217950"/>
                <a:gd name="connsiteY410" fmla="*/ 956271 h 1161761"/>
                <a:gd name="connsiteX411" fmla="*/ 56506 w 217950"/>
                <a:gd name="connsiteY411" fmla="*/ 957614 h 1161761"/>
                <a:gd name="connsiteX412" fmla="*/ 60542 w 217950"/>
                <a:gd name="connsiteY412" fmla="*/ 956271 h 1161761"/>
                <a:gd name="connsiteX413" fmla="*/ 60542 w 217950"/>
                <a:gd name="connsiteY413" fmla="*/ 958957 h 1161761"/>
                <a:gd name="connsiteX414" fmla="*/ 56506 w 217950"/>
                <a:gd name="connsiteY414" fmla="*/ 961643 h 1161761"/>
                <a:gd name="connsiteX415" fmla="*/ 56506 w 217950"/>
                <a:gd name="connsiteY415" fmla="*/ 964329 h 1161761"/>
                <a:gd name="connsiteX416" fmla="*/ 57851 w 217950"/>
                <a:gd name="connsiteY416" fmla="*/ 967015 h 1161761"/>
                <a:gd name="connsiteX417" fmla="*/ 56506 w 217950"/>
                <a:gd name="connsiteY417" fmla="*/ 969701 h 1161761"/>
                <a:gd name="connsiteX418" fmla="*/ 52470 w 217950"/>
                <a:gd name="connsiteY418" fmla="*/ 969701 h 1161761"/>
                <a:gd name="connsiteX419" fmla="*/ 52470 w 217950"/>
                <a:gd name="connsiteY419" fmla="*/ 973731 h 1161761"/>
                <a:gd name="connsiteX420" fmla="*/ 55161 w 217950"/>
                <a:gd name="connsiteY420" fmla="*/ 985818 h 1161761"/>
                <a:gd name="connsiteX421" fmla="*/ 59197 w 217950"/>
                <a:gd name="connsiteY421" fmla="*/ 989847 h 1161761"/>
                <a:gd name="connsiteX422" fmla="*/ 57851 w 217950"/>
                <a:gd name="connsiteY422" fmla="*/ 995220 h 1161761"/>
                <a:gd name="connsiteX423" fmla="*/ 61887 w 217950"/>
                <a:gd name="connsiteY423" fmla="*/ 1000592 h 1161761"/>
                <a:gd name="connsiteX424" fmla="*/ 65924 w 217950"/>
                <a:gd name="connsiteY424" fmla="*/ 1001935 h 1161761"/>
                <a:gd name="connsiteX425" fmla="*/ 65924 w 217950"/>
                <a:gd name="connsiteY425" fmla="*/ 993877 h 1161761"/>
                <a:gd name="connsiteX426" fmla="*/ 68614 w 217950"/>
                <a:gd name="connsiteY426" fmla="*/ 984475 h 1161761"/>
                <a:gd name="connsiteX427" fmla="*/ 71305 w 217950"/>
                <a:gd name="connsiteY427" fmla="*/ 981789 h 1161761"/>
                <a:gd name="connsiteX428" fmla="*/ 72650 w 217950"/>
                <a:gd name="connsiteY428" fmla="*/ 984475 h 1161761"/>
                <a:gd name="connsiteX429" fmla="*/ 69960 w 217950"/>
                <a:gd name="connsiteY429" fmla="*/ 984475 h 1161761"/>
                <a:gd name="connsiteX430" fmla="*/ 67269 w 217950"/>
                <a:gd name="connsiteY430" fmla="*/ 995220 h 1161761"/>
                <a:gd name="connsiteX431" fmla="*/ 67269 w 217950"/>
                <a:gd name="connsiteY431" fmla="*/ 997906 h 1161761"/>
                <a:gd name="connsiteX432" fmla="*/ 71305 w 217950"/>
                <a:gd name="connsiteY432" fmla="*/ 1000592 h 1161761"/>
                <a:gd name="connsiteX433" fmla="*/ 75341 w 217950"/>
                <a:gd name="connsiteY433" fmla="*/ 1000592 h 1161761"/>
                <a:gd name="connsiteX434" fmla="*/ 73996 w 217950"/>
                <a:gd name="connsiteY434" fmla="*/ 1000592 h 1161761"/>
                <a:gd name="connsiteX435" fmla="*/ 67269 w 217950"/>
                <a:gd name="connsiteY435" fmla="*/ 1001935 h 1161761"/>
                <a:gd name="connsiteX436" fmla="*/ 63233 w 217950"/>
                <a:gd name="connsiteY436" fmla="*/ 1007308 h 1161761"/>
                <a:gd name="connsiteX437" fmla="*/ 64578 w 217950"/>
                <a:gd name="connsiteY437" fmla="*/ 1009994 h 1161761"/>
                <a:gd name="connsiteX438" fmla="*/ 63233 w 217950"/>
                <a:gd name="connsiteY438" fmla="*/ 1014023 h 1161761"/>
                <a:gd name="connsiteX439" fmla="*/ 63233 w 217950"/>
                <a:gd name="connsiteY439" fmla="*/ 1018052 h 1161761"/>
                <a:gd name="connsiteX440" fmla="*/ 60542 w 217950"/>
                <a:gd name="connsiteY440" fmla="*/ 1020738 h 1161761"/>
                <a:gd name="connsiteX441" fmla="*/ 57851 w 217950"/>
                <a:gd name="connsiteY441" fmla="*/ 1024768 h 1161761"/>
                <a:gd name="connsiteX442" fmla="*/ 59197 w 217950"/>
                <a:gd name="connsiteY442" fmla="*/ 1028797 h 1161761"/>
                <a:gd name="connsiteX443" fmla="*/ 65924 w 217950"/>
                <a:gd name="connsiteY443" fmla="*/ 1032826 h 1161761"/>
                <a:gd name="connsiteX444" fmla="*/ 75341 w 217950"/>
                <a:gd name="connsiteY444" fmla="*/ 1035512 h 1161761"/>
                <a:gd name="connsiteX445" fmla="*/ 79377 w 217950"/>
                <a:gd name="connsiteY445" fmla="*/ 1038198 h 1161761"/>
                <a:gd name="connsiteX446" fmla="*/ 79377 w 217950"/>
                <a:gd name="connsiteY446" fmla="*/ 1040885 h 1161761"/>
                <a:gd name="connsiteX447" fmla="*/ 76686 w 217950"/>
                <a:gd name="connsiteY447" fmla="*/ 1040885 h 1161761"/>
                <a:gd name="connsiteX448" fmla="*/ 78032 w 217950"/>
                <a:gd name="connsiteY448" fmla="*/ 1046257 h 1161761"/>
                <a:gd name="connsiteX449" fmla="*/ 79377 w 217950"/>
                <a:gd name="connsiteY449" fmla="*/ 1048943 h 1161761"/>
                <a:gd name="connsiteX450" fmla="*/ 84759 w 217950"/>
                <a:gd name="connsiteY450" fmla="*/ 1043571 h 1161761"/>
                <a:gd name="connsiteX451" fmla="*/ 83413 w 217950"/>
                <a:gd name="connsiteY451" fmla="*/ 1047600 h 1161761"/>
                <a:gd name="connsiteX452" fmla="*/ 83413 w 217950"/>
                <a:gd name="connsiteY452" fmla="*/ 1051629 h 1161761"/>
                <a:gd name="connsiteX453" fmla="*/ 79377 w 217950"/>
                <a:gd name="connsiteY453" fmla="*/ 1052972 h 1161761"/>
                <a:gd name="connsiteX454" fmla="*/ 75341 w 217950"/>
                <a:gd name="connsiteY454" fmla="*/ 1057001 h 1161761"/>
                <a:gd name="connsiteX455" fmla="*/ 78032 w 217950"/>
                <a:gd name="connsiteY455" fmla="*/ 1058345 h 1161761"/>
                <a:gd name="connsiteX456" fmla="*/ 82068 w 217950"/>
                <a:gd name="connsiteY456" fmla="*/ 1058345 h 1161761"/>
                <a:gd name="connsiteX457" fmla="*/ 82068 w 217950"/>
                <a:gd name="connsiteY457" fmla="*/ 1061031 h 1161761"/>
                <a:gd name="connsiteX458" fmla="*/ 86104 w 217950"/>
                <a:gd name="connsiteY458" fmla="*/ 1066403 h 1161761"/>
                <a:gd name="connsiteX459" fmla="*/ 88795 w 217950"/>
                <a:gd name="connsiteY459" fmla="*/ 1066403 h 1161761"/>
                <a:gd name="connsiteX460" fmla="*/ 91486 w 217950"/>
                <a:gd name="connsiteY460" fmla="*/ 1063717 h 1161761"/>
                <a:gd name="connsiteX461" fmla="*/ 91486 w 217950"/>
                <a:gd name="connsiteY461" fmla="*/ 1067746 h 1161761"/>
                <a:gd name="connsiteX462" fmla="*/ 92831 w 217950"/>
                <a:gd name="connsiteY462" fmla="*/ 1073118 h 1161761"/>
                <a:gd name="connsiteX463" fmla="*/ 90140 w 217950"/>
                <a:gd name="connsiteY463" fmla="*/ 1073118 h 1161761"/>
                <a:gd name="connsiteX464" fmla="*/ 87449 w 217950"/>
                <a:gd name="connsiteY464" fmla="*/ 1071775 h 1161761"/>
                <a:gd name="connsiteX465" fmla="*/ 84759 w 217950"/>
                <a:gd name="connsiteY465" fmla="*/ 1071775 h 1161761"/>
                <a:gd name="connsiteX466" fmla="*/ 84759 w 217950"/>
                <a:gd name="connsiteY466" fmla="*/ 1074462 h 1161761"/>
                <a:gd name="connsiteX467" fmla="*/ 88795 w 217950"/>
                <a:gd name="connsiteY467" fmla="*/ 1079834 h 1161761"/>
                <a:gd name="connsiteX468" fmla="*/ 90140 w 217950"/>
                <a:gd name="connsiteY468" fmla="*/ 1081177 h 1161761"/>
                <a:gd name="connsiteX469" fmla="*/ 92831 w 217950"/>
                <a:gd name="connsiteY469" fmla="*/ 1086549 h 1161761"/>
                <a:gd name="connsiteX470" fmla="*/ 94176 w 217950"/>
                <a:gd name="connsiteY470" fmla="*/ 1089236 h 1161761"/>
                <a:gd name="connsiteX471" fmla="*/ 99558 w 217950"/>
                <a:gd name="connsiteY471" fmla="*/ 1093265 h 1161761"/>
                <a:gd name="connsiteX472" fmla="*/ 102249 w 217950"/>
                <a:gd name="connsiteY472" fmla="*/ 1093265 h 1161761"/>
                <a:gd name="connsiteX473" fmla="*/ 99558 w 217950"/>
                <a:gd name="connsiteY473" fmla="*/ 1085206 h 1161761"/>
                <a:gd name="connsiteX474" fmla="*/ 100903 w 217950"/>
                <a:gd name="connsiteY474" fmla="*/ 1082520 h 1161761"/>
                <a:gd name="connsiteX475" fmla="*/ 99558 w 217950"/>
                <a:gd name="connsiteY475" fmla="*/ 1078491 h 1161761"/>
                <a:gd name="connsiteX476" fmla="*/ 103594 w 217950"/>
                <a:gd name="connsiteY476" fmla="*/ 1081177 h 1161761"/>
                <a:gd name="connsiteX477" fmla="*/ 104939 w 217950"/>
                <a:gd name="connsiteY477" fmla="*/ 1086549 h 1161761"/>
                <a:gd name="connsiteX478" fmla="*/ 107630 w 217950"/>
                <a:gd name="connsiteY478" fmla="*/ 1090578 h 1161761"/>
                <a:gd name="connsiteX479" fmla="*/ 110321 w 217950"/>
                <a:gd name="connsiteY479" fmla="*/ 1085206 h 1161761"/>
                <a:gd name="connsiteX480" fmla="*/ 113012 w 217950"/>
                <a:gd name="connsiteY480" fmla="*/ 1081177 h 1161761"/>
                <a:gd name="connsiteX481" fmla="*/ 113012 w 217950"/>
                <a:gd name="connsiteY481" fmla="*/ 1078491 h 1161761"/>
                <a:gd name="connsiteX482" fmla="*/ 108976 w 217950"/>
                <a:gd name="connsiteY482" fmla="*/ 1077148 h 1161761"/>
                <a:gd name="connsiteX483" fmla="*/ 103594 w 217950"/>
                <a:gd name="connsiteY483" fmla="*/ 1077148 h 1161761"/>
                <a:gd name="connsiteX484" fmla="*/ 103594 w 217950"/>
                <a:gd name="connsiteY484" fmla="*/ 1074462 h 1161761"/>
                <a:gd name="connsiteX485" fmla="*/ 107630 w 217950"/>
                <a:gd name="connsiteY485" fmla="*/ 1074462 h 1161761"/>
                <a:gd name="connsiteX486" fmla="*/ 115702 w 217950"/>
                <a:gd name="connsiteY486" fmla="*/ 1077148 h 1161761"/>
                <a:gd name="connsiteX487" fmla="*/ 117048 w 217950"/>
                <a:gd name="connsiteY487" fmla="*/ 1078491 h 1161761"/>
                <a:gd name="connsiteX488" fmla="*/ 122429 w 217950"/>
                <a:gd name="connsiteY488" fmla="*/ 1078491 h 1161761"/>
                <a:gd name="connsiteX489" fmla="*/ 121084 w 217950"/>
                <a:gd name="connsiteY489" fmla="*/ 1074462 h 1161761"/>
                <a:gd name="connsiteX490" fmla="*/ 115702 w 217950"/>
                <a:gd name="connsiteY490" fmla="*/ 1071775 h 1161761"/>
                <a:gd name="connsiteX491" fmla="*/ 106285 w 217950"/>
                <a:gd name="connsiteY491" fmla="*/ 1071775 h 1161761"/>
                <a:gd name="connsiteX492" fmla="*/ 106285 w 217950"/>
                <a:gd name="connsiteY492" fmla="*/ 1069089 h 1161761"/>
                <a:gd name="connsiteX493" fmla="*/ 108976 w 217950"/>
                <a:gd name="connsiteY493" fmla="*/ 1067746 h 1161761"/>
                <a:gd name="connsiteX494" fmla="*/ 117048 w 217950"/>
                <a:gd name="connsiteY494" fmla="*/ 1070432 h 1161761"/>
                <a:gd name="connsiteX495" fmla="*/ 125120 w 217950"/>
                <a:gd name="connsiteY495" fmla="*/ 1075805 h 1161761"/>
                <a:gd name="connsiteX496" fmla="*/ 126466 w 217950"/>
                <a:gd name="connsiteY496" fmla="*/ 1081177 h 1161761"/>
                <a:gd name="connsiteX497" fmla="*/ 123775 w 217950"/>
                <a:gd name="connsiteY497" fmla="*/ 1085206 h 1161761"/>
                <a:gd name="connsiteX498" fmla="*/ 122429 w 217950"/>
                <a:gd name="connsiteY498" fmla="*/ 1089236 h 1161761"/>
                <a:gd name="connsiteX499" fmla="*/ 126466 w 217950"/>
                <a:gd name="connsiteY499" fmla="*/ 1095951 h 1161761"/>
                <a:gd name="connsiteX500" fmla="*/ 126466 w 217950"/>
                <a:gd name="connsiteY500" fmla="*/ 1099980 h 1161761"/>
                <a:gd name="connsiteX501" fmla="*/ 122429 w 217950"/>
                <a:gd name="connsiteY501" fmla="*/ 1102666 h 1161761"/>
                <a:gd name="connsiteX502" fmla="*/ 123775 w 217950"/>
                <a:gd name="connsiteY502" fmla="*/ 1097294 h 1161761"/>
                <a:gd name="connsiteX503" fmla="*/ 121084 w 217950"/>
                <a:gd name="connsiteY503" fmla="*/ 1087892 h 1161761"/>
                <a:gd name="connsiteX504" fmla="*/ 117048 w 217950"/>
                <a:gd name="connsiteY504" fmla="*/ 1085206 h 1161761"/>
                <a:gd name="connsiteX505" fmla="*/ 114357 w 217950"/>
                <a:gd name="connsiteY505" fmla="*/ 1089236 h 1161761"/>
                <a:gd name="connsiteX506" fmla="*/ 114357 w 217950"/>
                <a:gd name="connsiteY506" fmla="*/ 1093265 h 1161761"/>
                <a:gd name="connsiteX507" fmla="*/ 117048 w 217950"/>
                <a:gd name="connsiteY507" fmla="*/ 1095951 h 1161761"/>
                <a:gd name="connsiteX508" fmla="*/ 114357 w 217950"/>
                <a:gd name="connsiteY508" fmla="*/ 1099980 h 1161761"/>
                <a:gd name="connsiteX509" fmla="*/ 113012 w 217950"/>
                <a:gd name="connsiteY509" fmla="*/ 1098637 h 1161761"/>
                <a:gd name="connsiteX510" fmla="*/ 111666 w 217950"/>
                <a:gd name="connsiteY510" fmla="*/ 1093265 h 1161761"/>
                <a:gd name="connsiteX511" fmla="*/ 108976 w 217950"/>
                <a:gd name="connsiteY511" fmla="*/ 1093265 h 1161761"/>
                <a:gd name="connsiteX512" fmla="*/ 104939 w 217950"/>
                <a:gd name="connsiteY512" fmla="*/ 1095951 h 1161761"/>
                <a:gd name="connsiteX513" fmla="*/ 99558 w 217950"/>
                <a:gd name="connsiteY513" fmla="*/ 1095951 h 1161761"/>
                <a:gd name="connsiteX514" fmla="*/ 94176 w 217950"/>
                <a:gd name="connsiteY514" fmla="*/ 1098637 h 1161761"/>
                <a:gd name="connsiteX515" fmla="*/ 99558 w 217950"/>
                <a:gd name="connsiteY515" fmla="*/ 1101323 h 1161761"/>
                <a:gd name="connsiteX516" fmla="*/ 99558 w 217950"/>
                <a:gd name="connsiteY516" fmla="*/ 1108039 h 1161761"/>
                <a:gd name="connsiteX517" fmla="*/ 100903 w 217950"/>
                <a:gd name="connsiteY517" fmla="*/ 1112068 h 1161761"/>
                <a:gd name="connsiteX518" fmla="*/ 102249 w 217950"/>
                <a:gd name="connsiteY518" fmla="*/ 1114754 h 1161761"/>
                <a:gd name="connsiteX519" fmla="*/ 100903 w 217950"/>
                <a:gd name="connsiteY519" fmla="*/ 1117440 h 1161761"/>
                <a:gd name="connsiteX520" fmla="*/ 102249 w 217950"/>
                <a:gd name="connsiteY520" fmla="*/ 1118783 h 1161761"/>
                <a:gd name="connsiteX521" fmla="*/ 104939 w 217950"/>
                <a:gd name="connsiteY521" fmla="*/ 1120126 h 1161761"/>
                <a:gd name="connsiteX522" fmla="*/ 107630 w 217950"/>
                <a:gd name="connsiteY522" fmla="*/ 1116097 h 1161761"/>
                <a:gd name="connsiteX523" fmla="*/ 108976 w 217950"/>
                <a:gd name="connsiteY523" fmla="*/ 1117440 h 1161761"/>
                <a:gd name="connsiteX524" fmla="*/ 113012 w 217950"/>
                <a:gd name="connsiteY524" fmla="*/ 1118783 h 1161761"/>
                <a:gd name="connsiteX525" fmla="*/ 113012 w 217950"/>
                <a:gd name="connsiteY525" fmla="*/ 1120126 h 1161761"/>
                <a:gd name="connsiteX526" fmla="*/ 110321 w 217950"/>
                <a:gd name="connsiteY526" fmla="*/ 1121469 h 1161761"/>
                <a:gd name="connsiteX527" fmla="*/ 106285 w 217950"/>
                <a:gd name="connsiteY527" fmla="*/ 1125498 h 1161761"/>
                <a:gd name="connsiteX528" fmla="*/ 107630 w 217950"/>
                <a:gd name="connsiteY528" fmla="*/ 1126842 h 1161761"/>
                <a:gd name="connsiteX529" fmla="*/ 113012 w 217950"/>
                <a:gd name="connsiteY529" fmla="*/ 1128185 h 1161761"/>
                <a:gd name="connsiteX530" fmla="*/ 119739 w 217950"/>
                <a:gd name="connsiteY530" fmla="*/ 1132214 h 1161761"/>
                <a:gd name="connsiteX531" fmla="*/ 122429 w 217950"/>
                <a:gd name="connsiteY531" fmla="*/ 1130871 h 1161761"/>
                <a:gd name="connsiteX532" fmla="*/ 125120 w 217950"/>
                <a:gd name="connsiteY532" fmla="*/ 1128185 h 1161761"/>
                <a:gd name="connsiteX533" fmla="*/ 122429 w 217950"/>
                <a:gd name="connsiteY533" fmla="*/ 1122812 h 1161761"/>
                <a:gd name="connsiteX534" fmla="*/ 123775 w 217950"/>
                <a:gd name="connsiteY534" fmla="*/ 1118783 h 1161761"/>
                <a:gd name="connsiteX535" fmla="*/ 122429 w 217950"/>
                <a:gd name="connsiteY535" fmla="*/ 1114754 h 1161761"/>
                <a:gd name="connsiteX536" fmla="*/ 121084 w 217950"/>
                <a:gd name="connsiteY536" fmla="*/ 1116097 h 1161761"/>
                <a:gd name="connsiteX537" fmla="*/ 117048 w 217950"/>
                <a:gd name="connsiteY537" fmla="*/ 1114754 h 1161761"/>
                <a:gd name="connsiteX538" fmla="*/ 118393 w 217950"/>
                <a:gd name="connsiteY538" fmla="*/ 1113411 h 1161761"/>
                <a:gd name="connsiteX539" fmla="*/ 121084 w 217950"/>
                <a:gd name="connsiteY539" fmla="*/ 1112068 h 1161761"/>
                <a:gd name="connsiteX540" fmla="*/ 121084 w 217950"/>
                <a:gd name="connsiteY540" fmla="*/ 1109382 h 1161761"/>
                <a:gd name="connsiteX541" fmla="*/ 123775 w 217950"/>
                <a:gd name="connsiteY541" fmla="*/ 1108039 h 1161761"/>
                <a:gd name="connsiteX542" fmla="*/ 129156 w 217950"/>
                <a:gd name="connsiteY542" fmla="*/ 1109382 h 1161761"/>
                <a:gd name="connsiteX543" fmla="*/ 131847 w 217950"/>
                <a:gd name="connsiteY543" fmla="*/ 1108039 h 1161761"/>
                <a:gd name="connsiteX544" fmla="*/ 133192 w 217950"/>
                <a:gd name="connsiteY544" fmla="*/ 1110724 h 1161761"/>
                <a:gd name="connsiteX545" fmla="*/ 134538 w 217950"/>
                <a:gd name="connsiteY545" fmla="*/ 1112068 h 1161761"/>
                <a:gd name="connsiteX546" fmla="*/ 137228 w 217950"/>
                <a:gd name="connsiteY546" fmla="*/ 1109382 h 1161761"/>
                <a:gd name="connsiteX547" fmla="*/ 141265 w 217950"/>
                <a:gd name="connsiteY547" fmla="*/ 1108039 h 1161761"/>
                <a:gd name="connsiteX548" fmla="*/ 146646 w 217950"/>
                <a:gd name="connsiteY548" fmla="*/ 1109382 h 1161761"/>
                <a:gd name="connsiteX549" fmla="*/ 150682 w 217950"/>
                <a:gd name="connsiteY549" fmla="*/ 1109382 h 1161761"/>
                <a:gd name="connsiteX550" fmla="*/ 156064 w 217950"/>
                <a:gd name="connsiteY550" fmla="*/ 1109382 h 1161761"/>
                <a:gd name="connsiteX551" fmla="*/ 156064 w 217950"/>
                <a:gd name="connsiteY551" fmla="*/ 1110724 h 1161761"/>
                <a:gd name="connsiteX552" fmla="*/ 153373 w 217950"/>
                <a:gd name="connsiteY552" fmla="*/ 1112068 h 1161761"/>
                <a:gd name="connsiteX553" fmla="*/ 150682 w 217950"/>
                <a:gd name="connsiteY553" fmla="*/ 1116097 h 1161761"/>
                <a:gd name="connsiteX554" fmla="*/ 147991 w 217950"/>
                <a:gd name="connsiteY554" fmla="*/ 1114754 h 1161761"/>
                <a:gd name="connsiteX555" fmla="*/ 145301 w 217950"/>
                <a:gd name="connsiteY555" fmla="*/ 1112068 h 1161761"/>
                <a:gd name="connsiteX556" fmla="*/ 141265 w 217950"/>
                <a:gd name="connsiteY556" fmla="*/ 1113411 h 1161761"/>
                <a:gd name="connsiteX557" fmla="*/ 133192 w 217950"/>
                <a:gd name="connsiteY557" fmla="*/ 1120126 h 1161761"/>
                <a:gd name="connsiteX558" fmla="*/ 131847 w 217950"/>
                <a:gd name="connsiteY558" fmla="*/ 1121469 h 1161761"/>
                <a:gd name="connsiteX559" fmla="*/ 129156 w 217950"/>
                <a:gd name="connsiteY559" fmla="*/ 1120126 h 1161761"/>
                <a:gd name="connsiteX560" fmla="*/ 126466 w 217950"/>
                <a:gd name="connsiteY560" fmla="*/ 1124155 h 1161761"/>
                <a:gd name="connsiteX561" fmla="*/ 126466 w 217950"/>
                <a:gd name="connsiteY561" fmla="*/ 1126842 h 1161761"/>
                <a:gd name="connsiteX562" fmla="*/ 125120 w 217950"/>
                <a:gd name="connsiteY562" fmla="*/ 1130871 h 1161761"/>
                <a:gd name="connsiteX563" fmla="*/ 123775 w 217950"/>
                <a:gd name="connsiteY563" fmla="*/ 1132214 h 1161761"/>
                <a:gd name="connsiteX564" fmla="*/ 123775 w 217950"/>
                <a:gd name="connsiteY564" fmla="*/ 1133557 h 1161761"/>
                <a:gd name="connsiteX565" fmla="*/ 126466 w 217950"/>
                <a:gd name="connsiteY565" fmla="*/ 1136243 h 1161761"/>
                <a:gd name="connsiteX566" fmla="*/ 123775 w 217950"/>
                <a:gd name="connsiteY566" fmla="*/ 1137586 h 1161761"/>
                <a:gd name="connsiteX567" fmla="*/ 123775 w 217950"/>
                <a:gd name="connsiteY567" fmla="*/ 1140272 h 1161761"/>
                <a:gd name="connsiteX568" fmla="*/ 131847 w 217950"/>
                <a:gd name="connsiteY568" fmla="*/ 1142959 h 1161761"/>
                <a:gd name="connsiteX569" fmla="*/ 137228 w 217950"/>
                <a:gd name="connsiteY569" fmla="*/ 1146988 h 1161761"/>
                <a:gd name="connsiteX570" fmla="*/ 138574 w 217950"/>
                <a:gd name="connsiteY570" fmla="*/ 1146988 h 1161761"/>
                <a:gd name="connsiteX571" fmla="*/ 139919 w 217950"/>
                <a:gd name="connsiteY571" fmla="*/ 1145645 h 1161761"/>
                <a:gd name="connsiteX572" fmla="*/ 138574 w 217950"/>
                <a:gd name="connsiteY572" fmla="*/ 1141615 h 1161761"/>
                <a:gd name="connsiteX573" fmla="*/ 141265 w 217950"/>
                <a:gd name="connsiteY573" fmla="*/ 1137586 h 1161761"/>
                <a:gd name="connsiteX574" fmla="*/ 145301 w 217950"/>
                <a:gd name="connsiteY574" fmla="*/ 1136243 h 1161761"/>
                <a:gd name="connsiteX575" fmla="*/ 145301 w 217950"/>
                <a:gd name="connsiteY575" fmla="*/ 1134900 h 1161761"/>
                <a:gd name="connsiteX576" fmla="*/ 141265 w 217950"/>
                <a:gd name="connsiteY576" fmla="*/ 1129528 h 1161761"/>
                <a:gd name="connsiteX577" fmla="*/ 147991 w 217950"/>
                <a:gd name="connsiteY577" fmla="*/ 1128185 h 1161761"/>
                <a:gd name="connsiteX578" fmla="*/ 152028 w 217950"/>
                <a:gd name="connsiteY578" fmla="*/ 1125498 h 1161761"/>
                <a:gd name="connsiteX579" fmla="*/ 157409 w 217950"/>
                <a:gd name="connsiteY579" fmla="*/ 1118783 h 1161761"/>
                <a:gd name="connsiteX580" fmla="*/ 160100 w 217950"/>
                <a:gd name="connsiteY580" fmla="*/ 1116097 h 1161761"/>
                <a:gd name="connsiteX581" fmla="*/ 161445 w 217950"/>
                <a:gd name="connsiteY581" fmla="*/ 1117440 h 1161761"/>
                <a:gd name="connsiteX582" fmla="*/ 164136 w 217950"/>
                <a:gd name="connsiteY582" fmla="*/ 1120126 h 1161761"/>
                <a:gd name="connsiteX583" fmla="*/ 166827 w 217950"/>
                <a:gd name="connsiteY583" fmla="*/ 1120126 h 1161761"/>
                <a:gd name="connsiteX584" fmla="*/ 168172 w 217950"/>
                <a:gd name="connsiteY584" fmla="*/ 1121469 h 1161761"/>
                <a:gd name="connsiteX585" fmla="*/ 164136 w 217950"/>
                <a:gd name="connsiteY585" fmla="*/ 1122812 h 1161761"/>
                <a:gd name="connsiteX586" fmla="*/ 161445 w 217950"/>
                <a:gd name="connsiteY586" fmla="*/ 1126842 h 1161761"/>
                <a:gd name="connsiteX587" fmla="*/ 161445 w 217950"/>
                <a:gd name="connsiteY587" fmla="*/ 1129528 h 1161761"/>
                <a:gd name="connsiteX588" fmla="*/ 157409 w 217950"/>
                <a:gd name="connsiteY588" fmla="*/ 1133557 h 1161761"/>
                <a:gd name="connsiteX589" fmla="*/ 157409 w 217950"/>
                <a:gd name="connsiteY589" fmla="*/ 1140272 h 1161761"/>
                <a:gd name="connsiteX590" fmla="*/ 158754 w 217950"/>
                <a:gd name="connsiteY590" fmla="*/ 1142959 h 1161761"/>
                <a:gd name="connsiteX591" fmla="*/ 156064 w 217950"/>
                <a:gd name="connsiteY591" fmla="*/ 1145645 h 1161761"/>
                <a:gd name="connsiteX592" fmla="*/ 152028 w 217950"/>
                <a:gd name="connsiteY592" fmla="*/ 1148331 h 1161761"/>
                <a:gd name="connsiteX593" fmla="*/ 152028 w 217950"/>
                <a:gd name="connsiteY593" fmla="*/ 1145645 h 1161761"/>
                <a:gd name="connsiteX594" fmla="*/ 153373 w 217950"/>
                <a:gd name="connsiteY594" fmla="*/ 1144301 h 1161761"/>
                <a:gd name="connsiteX595" fmla="*/ 153373 w 217950"/>
                <a:gd name="connsiteY595" fmla="*/ 1137586 h 1161761"/>
                <a:gd name="connsiteX596" fmla="*/ 152028 w 217950"/>
                <a:gd name="connsiteY596" fmla="*/ 1136243 h 1161761"/>
                <a:gd name="connsiteX597" fmla="*/ 149337 w 217950"/>
                <a:gd name="connsiteY597" fmla="*/ 1138929 h 1161761"/>
                <a:gd name="connsiteX598" fmla="*/ 149337 w 217950"/>
                <a:gd name="connsiteY598" fmla="*/ 1141615 h 1161761"/>
                <a:gd name="connsiteX599" fmla="*/ 146646 w 217950"/>
                <a:gd name="connsiteY599" fmla="*/ 1141615 h 1161761"/>
                <a:gd name="connsiteX600" fmla="*/ 143955 w 217950"/>
                <a:gd name="connsiteY600" fmla="*/ 1141615 h 1161761"/>
                <a:gd name="connsiteX601" fmla="*/ 142610 w 217950"/>
                <a:gd name="connsiteY601" fmla="*/ 1144301 h 1161761"/>
                <a:gd name="connsiteX602" fmla="*/ 145301 w 217950"/>
                <a:gd name="connsiteY602" fmla="*/ 1148331 h 1161761"/>
                <a:gd name="connsiteX603" fmla="*/ 153373 w 217950"/>
                <a:gd name="connsiteY603" fmla="*/ 1156389 h 1161761"/>
                <a:gd name="connsiteX604" fmla="*/ 160100 w 217950"/>
                <a:gd name="connsiteY604" fmla="*/ 1157732 h 1161761"/>
                <a:gd name="connsiteX605" fmla="*/ 165481 w 217950"/>
                <a:gd name="connsiteY605" fmla="*/ 1160418 h 1161761"/>
                <a:gd name="connsiteX606" fmla="*/ 168172 w 217950"/>
                <a:gd name="connsiteY606" fmla="*/ 1160418 h 1161761"/>
                <a:gd name="connsiteX607" fmla="*/ 172208 w 217950"/>
                <a:gd name="connsiteY607" fmla="*/ 1161762 h 1161761"/>
                <a:gd name="connsiteX608" fmla="*/ 174899 w 217950"/>
                <a:gd name="connsiteY608" fmla="*/ 1159075 h 1161761"/>
                <a:gd name="connsiteX609" fmla="*/ 177590 w 217950"/>
                <a:gd name="connsiteY609" fmla="*/ 1153703 h 1161761"/>
                <a:gd name="connsiteX610" fmla="*/ 174899 w 217950"/>
                <a:gd name="connsiteY610" fmla="*/ 1145645 h 1161761"/>
                <a:gd name="connsiteX611" fmla="*/ 176244 w 217950"/>
                <a:gd name="connsiteY611" fmla="*/ 1141615 h 1161761"/>
                <a:gd name="connsiteX612" fmla="*/ 174899 w 217950"/>
                <a:gd name="connsiteY612" fmla="*/ 1138929 h 1161761"/>
                <a:gd name="connsiteX613" fmla="*/ 176244 w 217950"/>
                <a:gd name="connsiteY613" fmla="*/ 1132214 h 1161761"/>
                <a:gd name="connsiteX614" fmla="*/ 176244 w 217950"/>
                <a:gd name="connsiteY614" fmla="*/ 1124155 h 1161761"/>
                <a:gd name="connsiteX615" fmla="*/ 174899 w 217950"/>
                <a:gd name="connsiteY615" fmla="*/ 1118783 h 1161761"/>
                <a:gd name="connsiteX616" fmla="*/ 176244 w 217950"/>
                <a:gd name="connsiteY616" fmla="*/ 1114754 h 1161761"/>
                <a:gd name="connsiteX617" fmla="*/ 182971 w 217950"/>
                <a:gd name="connsiteY617" fmla="*/ 1112068 h 1161761"/>
                <a:gd name="connsiteX618" fmla="*/ 188353 w 217950"/>
                <a:gd name="connsiteY618" fmla="*/ 1104009 h 1161761"/>
                <a:gd name="connsiteX619" fmla="*/ 192389 w 217950"/>
                <a:gd name="connsiteY619" fmla="*/ 1102666 h 1161761"/>
                <a:gd name="connsiteX620" fmla="*/ 197770 w 217950"/>
                <a:gd name="connsiteY620" fmla="*/ 1102666 h 1161761"/>
                <a:gd name="connsiteX621" fmla="*/ 199116 w 217950"/>
                <a:gd name="connsiteY621" fmla="*/ 1099980 h 1161761"/>
                <a:gd name="connsiteX622" fmla="*/ 199116 w 217950"/>
                <a:gd name="connsiteY622" fmla="*/ 1094608 h 1161761"/>
                <a:gd name="connsiteX623" fmla="*/ 201806 w 217950"/>
                <a:gd name="connsiteY623" fmla="*/ 1091921 h 1161761"/>
                <a:gd name="connsiteX624" fmla="*/ 207188 w 217950"/>
                <a:gd name="connsiteY624" fmla="*/ 1090578 h 1161761"/>
                <a:gd name="connsiteX625" fmla="*/ 213915 w 217950"/>
                <a:gd name="connsiteY625" fmla="*/ 1093265 h 1161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</a:cxnLst>
              <a:rect l="l" t="t" r="r" b="b"/>
              <a:pathLst>
                <a:path w="217950" h="1161761">
                  <a:moveTo>
                    <a:pt x="217951" y="1091921"/>
                  </a:moveTo>
                  <a:lnTo>
                    <a:pt x="211224" y="1086549"/>
                  </a:lnTo>
                  <a:lnTo>
                    <a:pt x="205843" y="1085206"/>
                  </a:lnTo>
                  <a:lnTo>
                    <a:pt x="204497" y="1082520"/>
                  </a:lnTo>
                  <a:lnTo>
                    <a:pt x="170863" y="1082520"/>
                  </a:lnTo>
                  <a:lnTo>
                    <a:pt x="152028" y="1086549"/>
                  </a:lnTo>
                  <a:lnTo>
                    <a:pt x="146646" y="1083863"/>
                  </a:lnTo>
                  <a:lnTo>
                    <a:pt x="134538" y="1082520"/>
                  </a:lnTo>
                  <a:lnTo>
                    <a:pt x="130501" y="1071775"/>
                  </a:lnTo>
                  <a:lnTo>
                    <a:pt x="127811" y="1062374"/>
                  </a:lnTo>
                  <a:lnTo>
                    <a:pt x="122429" y="1058345"/>
                  </a:lnTo>
                  <a:lnTo>
                    <a:pt x="121084" y="1042228"/>
                  </a:lnTo>
                  <a:lnTo>
                    <a:pt x="121084" y="1035512"/>
                  </a:lnTo>
                  <a:lnTo>
                    <a:pt x="115702" y="1035512"/>
                  </a:lnTo>
                  <a:lnTo>
                    <a:pt x="106285" y="1039541"/>
                  </a:lnTo>
                  <a:lnTo>
                    <a:pt x="102249" y="1044914"/>
                  </a:lnTo>
                  <a:lnTo>
                    <a:pt x="96867" y="1044914"/>
                  </a:lnTo>
                  <a:lnTo>
                    <a:pt x="86104" y="1022082"/>
                  </a:lnTo>
                  <a:lnTo>
                    <a:pt x="83413" y="1014023"/>
                  </a:lnTo>
                  <a:lnTo>
                    <a:pt x="87449" y="991191"/>
                  </a:lnTo>
                  <a:lnTo>
                    <a:pt x="92831" y="983132"/>
                  </a:lnTo>
                  <a:lnTo>
                    <a:pt x="102249" y="973731"/>
                  </a:lnTo>
                  <a:lnTo>
                    <a:pt x="104939" y="960300"/>
                  </a:lnTo>
                  <a:lnTo>
                    <a:pt x="102249" y="946869"/>
                  </a:lnTo>
                  <a:lnTo>
                    <a:pt x="98213" y="936124"/>
                  </a:lnTo>
                  <a:lnTo>
                    <a:pt x="100903" y="925380"/>
                  </a:lnTo>
                  <a:lnTo>
                    <a:pt x="106285" y="918665"/>
                  </a:lnTo>
                  <a:lnTo>
                    <a:pt x="100903" y="906577"/>
                  </a:lnTo>
                  <a:lnTo>
                    <a:pt x="100903" y="899862"/>
                  </a:lnTo>
                  <a:lnTo>
                    <a:pt x="106285" y="895832"/>
                  </a:lnTo>
                  <a:lnTo>
                    <a:pt x="103594" y="885088"/>
                  </a:lnTo>
                  <a:lnTo>
                    <a:pt x="100903" y="870314"/>
                  </a:lnTo>
                  <a:lnTo>
                    <a:pt x="98213" y="863598"/>
                  </a:lnTo>
                  <a:lnTo>
                    <a:pt x="98213" y="858226"/>
                  </a:lnTo>
                  <a:lnTo>
                    <a:pt x="104939" y="852854"/>
                  </a:lnTo>
                  <a:lnTo>
                    <a:pt x="104939" y="846138"/>
                  </a:lnTo>
                  <a:lnTo>
                    <a:pt x="99558" y="836737"/>
                  </a:lnTo>
                  <a:lnTo>
                    <a:pt x="90140" y="831365"/>
                  </a:lnTo>
                  <a:lnTo>
                    <a:pt x="84759" y="831365"/>
                  </a:lnTo>
                  <a:lnTo>
                    <a:pt x="83413" y="832708"/>
                  </a:lnTo>
                  <a:lnTo>
                    <a:pt x="80723" y="830021"/>
                  </a:lnTo>
                  <a:lnTo>
                    <a:pt x="82068" y="824649"/>
                  </a:lnTo>
                  <a:lnTo>
                    <a:pt x="94176" y="824649"/>
                  </a:lnTo>
                  <a:lnTo>
                    <a:pt x="99558" y="817934"/>
                  </a:lnTo>
                  <a:lnTo>
                    <a:pt x="99558" y="812562"/>
                  </a:lnTo>
                  <a:lnTo>
                    <a:pt x="95522" y="811218"/>
                  </a:lnTo>
                  <a:lnTo>
                    <a:pt x="91486" y="813905"/>
                  </a:lnTo>
                  <a:lnTo>
                    <a:pt x="87449" y="812562"/>
                  </a:lnTo>
                  <a:lnTo>
                    <a:pt x="84759" y="800474"/>
                  </a:lnTo>
                  <a:lnTo>
                    <a:pt x="79377" y="789729"/>
                  </a:lnTo>
                  <a:lnTo>
                    <a:pt x="79377" y="783014"/>
                  </a:lnTo>
                  <a:lnTo>
                    <a:pt x="79377" y="773612"/>
                  </a:lnTo>
                  <a:lnTo>
                    <a:pt x="71305" y="770926"/>
                  </a:lnTo>
                  <a:lnTo>
                    <a:pt x="69960" y="764211"/>
                  </a:lnTo>
                  <a:lnTo>
                    <a:pt x="68614" y="744065"/>
                  </a:lnTo>
                  <a:lnTo>
                    <a:pt x="73996" y="740035"/>
                  </a:lnTo>
                  <a:lnTo>
                    <a:pt x="75341" y="733320"/>
                  </a:lnTo>
                  <a:lnTo>
                    <a:pt x="72650" y="727947"/>
                  </a:lnTo>
                  <a:lnTo>
                    <a:pt x="67269" y="725262"/>
                  </a:lnTo>
                  <a:lnTo>
                    <a:pt x="65924" y="713174"/>
                  </a:lnTo>
                  <a:lnTo>
                    <a:pt x="64578" y="697057"/>
                  </a:lnTo>
                  <a:lnTo>
                    <a:pt x="65924" y="676911"/>
                  </a:lnTo>
                  <a:lnTo>
                    <a:pt x="61887" y="668852"/>
                  </a:lnTo>
                  <a:lnTo>
                    <a:pt x="60542" y="659451"/>
                  </a:lnTo>
                  <a:lnTo>
                    <a:pt x="69960" y="647363"/>
                  </a:lnTo>
                  <a:lnTo>
                    <a:pt x="71305" y="632589"/>
                  </a:lnTo>
                  <a:lnTo>
                    <a:pt x="78032" y="629903"/>
                  </a:lnTo>
                  <a:lnTo>
                    <a:pt x="82068" y="624531"/>
                  </a:lnTo>
                  <a:lnTo>
                    <a:pt x="65924" y="594983"/>
                  </a:lnTo>
                  <a:lnTo>
                    <a:pt x="68614" y="584238"/>
                  </a:lnTo>
                  <a:lnTo>
                    <a:pt x="68614" y="577523"/>
                  </a:lnTo>
                  <a:lnTo>
                    <a:pt x="68614" y="558720"/>
                  </a:lnTo>
                  <a:lnTo>
                    <a:pt x="73996" y="547975"/>
                  </a:lnTo>
                  <a:lnTo>
                    <a:pt x="79377" y="542603"/>
                  </a:lnTo>
                  <a:lnTo>
                    <a:pt x="78032" y="533201"/>
                  </a:lnTo>
                  <a:lnTo>
                    <a:pt x="72650" y="523800"/>
                  </a:lnTo>
                  <a:lnTo>
                    <a:pt x="69960" y="521114"/>
                  </a:lnTo>
                  <a:lnTo>
                    <a:pt x="75341" y="511712"/>
                  </a:lnTo>
                  <a:lnTo>
                    <a:pt x="73996" y="502311"/>
                  </a:lnTo>
                  <a:lnTo>
                    <a:pt x="78032" y="491566"/>
                  </a:lnTo>
                  <a:lnTo>
                    <a:pt x="83413" y="490223"/>
                  </a:lnTo>
                  <a:lnTo>
                    <a:pt x="84759" y="476792"/>
                  </a:lnTo>
                  <a:lnTo>
                    <a:pt x="82068" y="457989"/>
                  </a:lnTo>
                  <a:lnTo>
                    <a:pt x="79377" y="453960"/>
                  </a:lnTo>
                  <a:lnTo>
                    <a:pt x="75341" y="439186"/>
                  </a:lnTo>
                  <a:lnTo>
                    <a:pt x="71305" y="431128"/>
                  </a:lnTo>
                  <a:lnTo>
                    <a:pt x="65924" y="421726"/>
                  </a:lnTo>
                  <a:lnTo>
                    <a:pt x="64578" y="416354"/>
                  </a:lnTo>
                  <a:lnTo>
                    <a:pt x="60542" y="409638"/>
                  </a:lnTo>
                  <a:lnTo>
                    <a:pt x="57851" y="397551"/>
                  </a:lnTo>
                  <a:lnTo>
                    <a:pt x="59197" y="388149"/>
                  </a:lnTo>
                  <a:lnTo>
                    <a:pt x="65924" y="384120"/>
                  </a:lnTo>
                  <a:lnTo>
                    <a:pt x="65924" y="370689"/>
                  </a:lnTo>
                  <a:lnTo>
                    <a:pt x="69960" y="366660"/>
                  </a:lnTo>
                  <a:lnTo>
                    <a:pt x="69960" y="354572"/>
                  </a:lnTo>
                  <a:lnTo>
                    <a:pt x="65924" y="346514"/>
                  </a:lnTo>
                  <a:lnTo>
                    <a:pt x="65924" y="330397"/>
                  </a:lnTo>
                  <a:lnTo>
                    <a:pt x="68614" y="326368"/>
                  </a:lnTo>
                  <a:lnTo>
                    <a:pt x="69960" y="307565"/>
                  </a:lnTo>
                  <a:lnTo>
                    <a:pt x="75341" y="300849"/>
                  </a:lnTo>
                  <a:lnTo>
                    <a:pt x="82068" y="283389"/>
                  </a:lnTo>
                  <a:lnTo>
                    <a:pt x="88795" y="276674"/>
                  </a:lnTo>
                  <a:lnTo>
                    <a:pt x="94176" y="273988"/>
                  </a:lnTo>
                  <a:lnTo>
                    <a:pt x="98213" y="268615"/>
                  </a:lnTo>
                  <a:lnTo>
                    <a:pt x="95522" y="265929"/>
                  </a:lnTo>
                  <a:lnTo>
                    <a:pt x="95522" y="259214"/>
                  </a:lnTo>
                  <a:lnTo>
                    <a:pt x="92831" y="255185"/>
                  </a:lnTo>
                  <a:lnTo>
                    <a:pt x="90140" y="252498"/>
                  </a:lnTo>
                  <a:lnTo>
                    <a:pt x="91486" y="247126"/>
                  </a:lnTo>
                  <a:lnTo>
                    <a:pt x="95522" y="244440"/>
                  </a:lnTo>
                  <a:lnTo>
                    <a:pt x="95522" y="237724"/>
                  </a:lnTo>
                  <a:lnTo>
                    <a:pt x="90140" y="231009"/>
                  </a:lnTo>
                  <a:lnTo>
                    <a:pt x="88795" y="221608"/>
                  </a:lnTo>
                  <a:lnTo>
                    <a:pt x="92831" y="216235"/>
                  </a:lnTo>
                  <a:lnTo>
                    <a:pt x="90140" y="210863"/>
                  </a:lnTo>
                  <a:lnTo>
                    <a:pt x="86104" y="206834"/>
                  </a:lnTo>
                  <a:lnTo>
                    <a:pt x="87449" y="200118"/>
                  </a:lnTo>
                  <a:lnTo>
                    <a:pt x="118393" y="184001"/>
                  </a:lnTo>
                  <a:lnTo>
                    <a:pt x="125120" y="154454"/>
                  </a:lnTo>
                  <a:lnTo>
                    <a:pt x="122429" y="147738"/>
                  </a:lnTo>
                  <a:lnTo>
                    <a:pt x="117048" y="147738"/>
                  </a:lnTo>
                  <a:lnTo>
                    <a:pt x="115702" y="151768"/>
                  </a:lnTo>
                  <a:lnTo>
                    <a:pt x="108976" y="151768"/>
                  </a:lnTo>
                  <a:lnTo>
                    <a:pt x="90140" y="100731"/>
                  </a:lnTo>
                  <a:lnTo>
                    <a:pt x="76686" y="88643"/>
                  </a:lnTo>
                  <a:lnTo>
                    <a:pt x="72650" y="83271"/>
                  </a:lnTo>
                  <a:lnTo>
                    <a:pt x="79377" y="68497"/>
                  </a:lnTo>
                  <a:lnTo>
                    <a:pt x="78032" y="64468"/>
                  </a:lnTo>
                  <a:lnTo>
                    <a:pt x="80723" y="56409"/>
                  </a:lnTo>
                  <a:lnTo>
                    <a:pt x="79377" y="52380"/>
                  </a:lnTo>
                  <a:lnTo>
                    <a:pt x="67269" y="42978"/>
                  </a:lnTo>
                  <a:lnTo>
                    <a:pt x="63233" y="37606"/>
                  </a:lnTo>
                  <a:lnTo>
                    <a:pt x="61887" y="28205"/>
                  </a:lnTo>
                  <a:lnTo>
                    <a:pt x="61887" y="25518"/>
                  </a:lnTo>
                  <a:lnTo>
                    <a:pt x="63233" y="20146"/>
                  </a:lnTo>
                  <a:lnTo>
                    <a:pt x="61887" y="16117"/>
                  </a:lnTo>
                  <a:lnTo>
                    <a:pt x="59197" y="13431"/>
                  </a:lnTo>
                  <a:lnTo>
                    <a:pt x="53815" y="8059"/>
                  </a:lnTo>
                  <a:lnTo>
                    <a:pt x="53815" y="1343"/>
                  </a:lnTo>
                  <a:lnTo>
                    <a:pt x="48434" y="0"/>
                  </a:lnTo>
                  <a:lnTo>
                    <a:pt x="45743" y="5372"/>
                  </a:lnTo>
                  <a:lnTo>
                    <a:pt x="44397" y="9401"/>
                  </a:lnTo>
                  <a:lnTo>
                    <a:pt x="48434" y="13431"/>
                  </a:lnTo>
                  <a:lnTo>
                    <a:pt x="47088" y="18803"/>
                  </a:lnTo>
                  <a:lnTo>
                    <a:pt x="41707" y="21489"/>
                  </a:lnTo>
                  <a:lnTo>
                    <a:pt x="39016" y="20146"/>
                  </a:lnTo>
                  <a:lnTo>
                    <a:pt x="32289" y="24175"/>
                  </a:lnTo>
                  <a:lnTo>
                    <a:pt x="26908" y="26862"/>
                  </a:lnTo>
                  <a:lnTo>
                    <a:pt x="28253" y="29547"/>
                  </a:lnTo>
                  <a:lnTo>
                    <a:pt x="29598" y="36263"/>
                  </a:lnTo>
                  <a:lnTo>
                    <a:pt x="28253" y="42978"/>
                  </a:lnTo>
                  <a:lnTo>
                    <a:pt x="29598" y="49694"/>
                  </a:lnTo>
                  <a:lnTo>
                    <a:pt x="33634" y="68497"/>
                  </a:lnTo>
                  <a:lnTo>
                    <a:pt x="33634" y="76555"/>
                  </a:lnTo>
                  <a:lnTo>
                    <a:pt x="32289" y="81928"/>
                  </a:lnTo>
                  <a:lnTo>
                    <a:pt x="29598" y="84614"/>
                  </a:lnTo>
                  <a:lnTo>
                    <a:pt x="32289" y="94015"/>
                  </a:lnTo>
                  <a:lnTo>
                    <a:pt x="34980" y="104760"/>
                  </a:lnTo>
                  <a:lnTo>
                    <a:pt x="37671" y="112818"/>
                  </a:lnTo>
                  <a:lnTo>
                    <a:pt x="37671" y="126249"/>
                  </a:lnTo>
                  <a:lnTo>
                    <a:pt x="36325" y="128935"/>
                  </a:lnTo>
                  <a:lnTo>
                    <a:pt x="34980" y="131621"/>
                  </a:lnTo>
                  <a:lnTo>
                    <a:pt x="36325" y="150424"/>
                  </a:lnTo>
                  <a:lnTo>
                    <a:pt x="36325" y="154454"/>
                  </a:lnTo>
                  <a:lnTo>
                    <a:pt x="32289" y="157140"/>
                  </a:lnTo>
                  <a:lnTo>
                    <a:pt x="29598" y="159826"/>
                  </a:lnTo>
                  <a:lnTo>
                    <a:pt x="29598" y="169228"/>
                  </a:lnTo>
                  <a:lnTo>
                    <a:pt x="30944" y="171914"/>
                  </a:lnTo>
                  <a:lnTo>
                    <a:pt x="34980" y="169228"/>
                  </a:lnTo>
                  <a:lnTo>
                    <a:pt x="36325" y="171914"/>
                  </a:lnTo>
                  <a:lnTo>
                    <a:pt x="33634" y="174600"/>
                  </a:lnTo>
                  <a:lnTo>
                    <a:pt x="33634" y="201462"/>
                  </a:lnTo>
                  <a:lnTo>
                    <a:pt x="37671" y="212206"/>
                  </a:lnTo>
                  <a:lnTo>
                    <a:pt x="39016" y="220265"/>
                  </a:lnTo>
                  <a:lnTo>
                    <a:pt x="37671" y="226980"/>
                  </a:lnTo>
                  <a:lnTo>
                    <a:pt x="33634" y="233695"/>
                  </a:lnTo>
                  <a:lnTo>
                    <a:pt x="33634" y="240411"/>
                  </a:lnTo>
                  <a:lnTo>
                    <a:pt x="37671" y="249812"/>
                  </a:lnTo>
                  <a:lnTo>
                    <a:pt x="36325" y="255185"/>
                  </a:lnTo>
                  <a:lnTo>
                    <a:pt x="36325" y="267272"/>
                  </a:lnTo>
                  <a:lnTo>
                    <a:pt x="33634" y="272644"/>
                  </a:lnTo>
                  <a:lnTo>
                    <a:pt x="33634" y="279360"/>
                  </a:lnTo>
                  <a:lnTo>
                    <a:pt x="34980" y="283389"/>
                  </a:lnTo>
                  <a:lnTo>
                    <a:pt x="34980" y="286075"/>
                  </a:lnTo>
                  <a:lnTo>
                    <a:pt x="30944" y="292791"/>
                  </a:lnTo>
                  <a:lnTo>
                    <a:pt x="29598" y="299506"/>
                  </a:lnTo>
                  <a:lnTo>
                    <a:pt x="26908" y="303535"/>
                  </a:lnTo>
                  <a:lnTo>
                    <a:pt x="29598" y="312937"/>
                  </a:lnTo>
                  <a:lnTo>
                    <a:pt x="28253" y="315623"/>
                  </a:lnTo>
                  <a:lnTo>
                    <a:pt x="24217" y="325024"/>
                  </a:lnTo>
                  <a:lnTo>
                    <a:pt x="24217" y="329054"/>
                  </a:lnTo>
                  <a:lnTo>
                    <a:pt x="28253" y="337112"/>
                  </a:lnTo>
                  <a:lnTo>
                    <a:pt x="29598" y="343828"/>
                  </a:lnTo>
                  <a:lnTo>
                    <a:pt x="32289" y="349200"/>
                  </a:lnTo>
                  <a:lnTo>
                    <a:pt x="28253" y="351886"/>
                  </a:lnTo>
                  <a:lnTo>
                    <a:pt x="26908" y="357259"/>
                  </a:lnTo>
                  <a:lnTo>
                    <a:pt x="29598" y="362631"/>
                  </a:lnTo>
                  <a:lnTo>
                    <a:pt x="25562" y="366660"/>
                  </a:lnTo>
                  <a:lnTo>
                    <a:pt x="22871" y="368003"/>
                  </a:lnTo>
                  <a:lnTo>
                    <a:pt x="22871" y="374718"/>
                  </a:lnTo>
                  <a:lnTo>
                    <a:pt x="22871" y="380091"/>
                  </a:lnTo>
                  <a:lnTo>
                    <a:pt x="24217" y="385463"/>
                  </a:lnTo>
                  <a:lnTo>
                    <a:pt x="29598" y="401580"/>
                  </a:lnTo>
                  <a:lnTo>
                    <a:pt x="29598" y="409638"/>
                  </a:lnTo>
                  <a:lnTo>
                    <a:pt x="28253" y="413668"/>
                  </a:lnTo>
                  <a:lnTo>
                    <a:pt x="28253" y="417697"/>
                  </a:lnTo>
                  <a:lnTo>
                    <a:pt x="33634" y="425755"/>
                  </a:lnTo>
                  <a:lnTo>
                    <a:pt x="33634" y="435157"/>
                  </a:lnTo>
                  <a:lnTo>
                    <a:pt x="32289" y="440529"/>
                  </a:lnTo>
                  <a:lnTo>
                    <a:pt x="32289" y="443215"/>
                  </a:lnTo>
                  <a:lnTo>
                    <a:pt x="33634" y="448588"/>
                  </a:lnTo>
                  <a:lnTo>
                    <a:pt x="33634" y="451274"/>
                  </a:lnTo>
                  <a:lnTo>
                    <a:pt x="32289" y="456646"/>
                  </a:lnTo>
                  <a:lnTo>
                    <a:pt x="33634" y="459332"/>
                  </a:lnTo>
                  <a:lnTo>
                    <a:pt x="39016" y="467391"/>
                  </a:lnTo>
                  <a:lnTo>
                    <a:pt x="40361" y="471420"/>
                  </a:lnTo>
                  <a:lnTo>
                    <a:pt x="36325" y="475449"/>
                  </a:lnTo>
                  <a:lnTo>
                    <a:pt x="33634" y="478135"/>
                  </a:lnTo>
                  <a:lnTo>
                    <a:pt x="29598" y="486194"/>
                  </a:lnTo>
                  <a:lnTo>
                    <a:pt x="29598" y="487537"/>
                  </a:lnTo>
                  <a:lnTo>
                    <a:pt x="32289" y="490223"/>
                  </a:lnTo>
                  <a:lnTo>
                    <a:pt x="29598" y="496938"/>
                  </a:lnTo>
                  <a:lnTo>
                    <a:pt x="26908" y="499624"/>
                  </a:lnTo>
                  <a:lnTo>
                    <a:pt x="26908" y="503654"/>
                  </a:lnTo>
                  <a:lnTo>
                    <a:pt x="25562" y="511712"/>
                  </a:lnTo>
                  <a:lnTo>
                    <a:pt x="24217" y="515741"/>
                  </a:lnTo>
                  <a:lnTo>
                    <a:pt x="24217" y="521114"/>
                  </a:lnTo>
                  <a:lnTo>
                    <a:pt x="22871" y="523800"/>
                  </a:lnTo>
                  <a:lnTo>
                    <a:pt x="22871" y="529172"/>
                  </a:lnTo>
                  <a:lnTo>
                    <a:pt x="18835" y="533201"/>
                  </a:lnTo>
                  <a:lnTo>
                    <a:pt x="20181" y="535888"/>
                  </a:lnTo>
                  <a:lnTo>
                    <a:pt x="21526" y="538574"/>
                  </a:lnTo>
                  <a:lnTo>
                    <a:pt x="18835" y="543946"/>
                  </a:lnTo>
                  <a:lnTo>
                    <a:pt x="18835" y="550662"/>
                  </a:lnTo>
                  <a:lnTo>
                    <a:pt x="17490" y="554691"/>
                  </a:lnTo>
                  <a:lnTo>
                    <a:pt x="13454" y="557377"/>
                  </a:lnTo>
                  <a:lnTo>
                    <a:pt x="13454" y="562749"/>
                  </a:lnTo>
                  <a:lnTo>
                    <a:pt x="12109" y="565435"/>
                  </a:lnTo>
                  <a:lnTo>
                    <a:pt x="12109" y="569465"/>
                  </a:lnTo>
                  <a:lnTo>
                    <a:pt x="13454" y="573494"/>
                  </a:lnTo>
                  <a:lnTo>
                    <a:pt x="13454" y="578866"/>
                  </a:lnTo>
                  <a:lnTo>
                    <a:pt x="10763" y="582895"/>
                  </a:lnTo>
                  <a:lnTo>
                    <a:pt x="8072" y="582895"/>
                  </a:lnTo>
                  <a:lnTo>
                    <a:pt x="4036" y="580209"/>
                  </a:lnTo>
                  <a:lnTo>
                    <a:pt x="1345" y="581552"/>
                  </a:lnTo>
                  <a:lnTo>
                    <a:pt x="0" y="584238"/>
                  </a:lnTo>
                  <a:lnTo>
                    <a:pt x="1345" y="590954"/>
                  </a:lnTo>
                  <a:lnTo>
                    <a:pt x="1345" y="597669"/>
                  </a:lnTo>
                  <a:lnTo>
                    <a:pt x="5382" y="603041"/>
                  </a:lnTo>
                  <a:lnTo>
                    <a:pt x="10763" y="608414"/>
                  </a:lnTo>
                  <a:lnTo>
                    <a:pt x="12109" y="613786"/>
                  </a:lnTo>
                  <a:lnTo>
                    <a:pt x="10763" y="620501"/>
                  </a:lnTo>
                  <a:lnTo>
                    <a:pt x="18835" y="633932"/>
                  </a:lnTo>
                  <a:lnTo>
                    <a:pt x="20181" y="637962"/>
                  </a:lnTo>
                  <a:lnTo>
                    <a:pt x="22871" y="640647"/>
                  </a:lnTo>
                  <a:lnTo>
                    <a:pt x="22871" y="650049"/>
                  </a:lnTo>
                  <a:lnTo>
                    <a:pt x="20181" y="660794"/>
                  </a:lnTo>
                  <a:lnTo>
                    <a:pt x="18835" y="662137"/>
                  </a:lnTo>
                  <a:lnTo>
                    <a:pt x="20181" y="666166"/>
                  </a:lnTo>
                  <a:lnTo>
                    <a:pt x="18835" y="670195"/>
                  </a:lnTo>
                  <a:lnTo>
                    <a:pt x="16144" y="668852"/>
                  </a:lnTo>
                  <a:lnTo>
                    <a:pt x="13454" y="668852"/>
                  </a:lnTo>
                  <a:lnTo>
                    <a:pt x="12109" y="674224"/>
                  </a:lnTo>
                  <a:lnTo>
                    <a:pt x="13454" y="678254"/>
                  </a:lnTo>
                  <a:lnTo>
                    <a:pt x="17490" y="680940"/>
                  </a:lnTo>
                  <a:lnTo>
                    <a:pt x="13454" y="691685"/>
                  </a:lnTo>
                  <a:lnTo>
                    <a:pt x="14799" y="697057"/>
                  </a:lnTo>
                  <a:lnTo>
                    <a:pt x="12109" y="699743"/>
                  </a:lnTo>
                  <a:lnTo>
                    <a:pt x="16144" y="702429"/>
                  </a:lnTo>
                  <a:lnTo>
                    <a:pt x="14799" y="705115"/>
                  </a:lnTo>
                  <a:lnTo>
                    <a:pt x="13454" y="707801"/>
                  </a:lnTo>
                  <a:lnTo>
                    <a:pt x="14799" y="710488"/>
                  </a:lnTo>
                  <a:lnTo>
                    <a:pt x="22871" y="722575"/>
                  </a:lnTo>
                  <a:lnTo>
                    <a:pt x="25562" y="725262"/>
                  </a:lnTo>
                  <a:lnTo>
                    <a:pt x="26908" y="729291"/>
                  </a:lnTo>
                  <a:lnTo>
                    <a:pt x="34980" y="731977"/>
                  </a:lnTo>
                  <a:lnTo>
                    <a:pt x="41707" y="730634"/>
                  </a:lnTo>
                  <a:lnTo>
                    <a:pt x="43052" y="722575"/>
                  </a:lnTo>
                  <a:lnTo>
                    <a:pt x="43052" y="721232"/>
                  </a:lnTo>
                  <a:lnTo>
                    <a:pt x="48434" y="721232"/>
                  </a:lnTo>
                  <a:lnTo>
                    <a:pt x="52470" y="726605"/>
                  </a:lnTo>
                  <a:lnTo>
                    <a:pt x="53815" y="725262"/>
                  </a:lnTo>
                  <a:lnTo>
                    <a:pt x="56506" y="723918"/>
                  </a:lnTo>
                  <a:lnTo>
                    <a:pt x="55161" y="727947"/>
                  </a:lnTo>
                  <a:lnTo>
                    <a:pt x="48434" y="733320"/>
                  </a:lnTo>
                  <a:lnTo>
                    <a:pt x="48434" y="737349"/>
                  </a:lnTo>
                  <a:lnTo>
                    <a:pt x="53815" y="738692"/>
                  </a:lnTo>
                  <a:lnTo>
                    <a:pt x="56506" y="737349"/>
                  </a:lnTo>
                  <a:lnTo>
                    <a:pt x="56506" y="741378"/>
                  </a:lnTo>
                  <a:lnTo>
                    <a:pt x="57851" y="749437"/>
                  </a:lnTo>
                  <a:lnTo>
                    <a:pt x="59197" y="752123"/>
                  </a:lnTo>
                  <a:lnTo>
                    <a:pt x="59197" y="753466"/>
                  </a:lnTo>
                  <a:lnTo>
                    <a:pt x="56506" y="750780"/>
                  </a:lnTo>
                  <a:lnTo>
                    <a:pt x="53815" y="746751"/>
                  </a:lnTo>
                  <a:lnTo>
                    <a:pt x="51124" y="745408"/>
                  </a:lnTo>
                  <a:lnTo>
                    <a:pt x="49779" y="748094"/>
                  </a:lnTo>
                  <a:lnTo>
                    <a:pt x="49779" y="750780"/>
                  </a:lnTo>
                  <a:lnTo>
                    <a:pt x="55161" y="754809"/>
                  </a:lnTo>
                  <a:lnTo>
                    <a:pt x="56506" y="757495"/>
                  </a:lnTo>
                  <a:lnTo>
                    <a:pt x="52470" y="757495"/>
                  </a:lnTo>
                  <a:lnTo>
                    <a:pt x="49779" y="760182"/>
                  </a:lnTo>
                  <a:lnTo>
                    <a:pt x="51124" y="766897"/>
                  </a:lnTo>
                  <a:lnTo>
                    <a:pt x="55161" y="770926"/>
                  </a:lnTo>
                  <a:lnTo>
                    <a:pt x="51124" y="774955"/>
                  </a:lnTo>
                  <a:lnTo>
                    <a:pt x="51124" y="778985"/>
                  </a:lnTo>
                  <a:lnTo>
                    <a:pt x="52470" y="780328"/>
                  </a:lnTo>
                  <a:lnTo>
                    <a:pt x="48434" y="784357"/>
                  </a:lnTo>
                  <a:lnTo>
                    <a:pt x="48434" y="787043"/>
                  </a:lnTo>
                  <a:lnTo>
                    <a:pt x="53815" y="791072"/>
                  </a:lnTo>
                  <a:lnTo>
                    <a:pt x="52470" y="795101"/>
                  </a:lnTo>
                  <a:lnTo>
                    <a:pt x="52470" y="801817"/>
                  </a:lnTo>
                  <a:lnTo>
                    <a:pt x="48434" y="805846"/>
                  </a:lnTo>
                  <a:lnTo>
                    <a:pt x="48434" y="808532"/>
                  </a:lnTo>
                  <a:lnTo>
                    <a:pt x="51124" y="811218"/>
                  </a:lnTo>
                  <a:lnTo>
                    <a:pt x="56506" y="811218"/>
                  </a:lnTo>
                  <a:lnTo>
                    <a:pt x="59197" y="815247"/>
                  </a:lnTo>
                  <a:lnTo>
                    <a:pt x="60542" y="819277"/>
                  </a:lnTo>
                  <a:lnTo>
                    <a:pt x="64578" y="819277"/>
                  </a:lnTo>
                  <a:lnTo>
                    <a:pt x="65924" y="823306"/>
                  </a:lnTo>
                  <a:lnTo>
                    <a:pt x="65924" y="831365"/>
                  </a:lnTo>
                  <a:lnTo>
                    <a:pt x="61887" y="836737"/>
                  </a:lnTo>
                  <a:lnTo>
                    <a:pt x="55161" y="840766"/>
                  </a:lnTo>
                  <a:lnTo>
                    <a:pt x="52470" y="840766"/>
                  </a:lnTo>
                  <a:lnTo>
                    <a:pt x="52470" y="846138"/>
                  </a:lnTo>
                  <a:lnTo>
                    <a:pt x="53815" y="851511"/>
                  </a:lnTo>
                  <a:lnTo>
                    <a:pt x="52470" y="854197"/>
                  </a:lnTo>
                  <a:lnTo>
                    <a:pt x="52470" y="856883"/>
                  </a:lnTo>
                  <a:lnTo>
                    <a:pt x="53815" y="858226"/>
                  </a:lnTo>
                  <a:lnTo>
                    <a:pt x="51124" y="862255"/>
                  </a:lnTo>
                  <a:lnTo>
                    <a:pt x="48434" y="870314"/>
                  </a:lnTo>
                  <a:lnTo>
                    <a:pt x="47088" y="877029"/>
                  </a:lnTo>
                  <a:lnTo>
                    <a:pt x="49779" y="878372"/>
                  </a:lnTo>
                  <a:lnTo>
                    <a:pt x="49779" y="881059"/>
                  </a:lnTo>
                  <a:lnTo>
                    <a:pt x="48434" y="890460"/>
                  </a:lnTo>
                  <a:lnTo>
                    <a:pt x="45743" y="891803"/>
                  </a:lnTo>
                  <a:lnTo>
                    <a:pt x="44397" y="897175"/>
                  </a:lnTo>
                  <a:lnTo>
                    <a:pt x="43052" y="894489"/>
                  </a:lnTo>
                  <a:lnTo>
                    <a:pt x="44397" y="891803"/>
                  </a:lnTo>
                  <a:lnTo>
                    <a:pt x="45743" y="883744"/>
                  </a:lnTo>
                  <a:lnTo>
                    <a:pt x="45743" y="879715"/>
                  </a:lnTo>
                  <a:lnTo>
                    <a:pt x="45743" y="877029"/>
                  </a:lnTo>
                  <a:lnTo>
                    <a:pt x="43052" y="875686"/>
                  </a:lnTo>
                  <a:lnTo>
                    <a:pt x="36325" y="878372"/>
                  </a:lnTo>
                  <a:lnTo>
                    <a:pt x="32289" y="881059"/>
                  </a:lnTo>
                  <a:lnTo>
                    <a:pt x="29598" y="881059"/>
                  </a:lnTo>
                  <a:lnTo>
                    <a:pt x="29598" y="878372"/>
                  </a:lnTo>
                  <a:lnTo>
                    <a:pt x="33634" y="877029"/>
                  </a:lnTo>
                  <a:lnTo>
                    <a:pt x="37671" y="875686"/>
                  </a:lnTo>
                  <a:lnTo>
                    <a:pt x="37671" y="867628"/>
                  </a:lnTo>
                  <a:lnTo>
                    <a:pt x="34980" y="866285"/>
                  </a:lnTo>
                  <a:lnTo>
                    <a:pt x="29598" y="868971"/>
                  </a:lnTo>
                  <a:lnTo>
                    <a:pt x="21526" y="868971"/>
                  </a:lnTo>
                  <a:lnTo>
                    <a:pt x="17490" y="867628"/>
                  </a:lnTo>
                  <a:lnTo>
                    <a:pt x="14799" y="868971"/>
                  </a:lnTo>
                  <a:lnTo>
                    <a:pt x="13454" y="871657"/>
                  </a:lnTo>
                  <a:lnTo>
                    <a:pt x="16144" y="877029"/>
                  </a:lnTo>
                  <a:lnTo>
                    <a:pt x="18835" y="877029"/>
                  </a:lnTo>
                  <a:lnTo>
                    <a:pt x="20181" y="881059"/>
                  </a:lnTo>
                  <a:lnTo>
                    <a:pt x="16144" y="882401"/>
                  </a:lnTo>
                  <a:lnTo>
                    <a:pt x="14799" y="886431"/>
                  </a:lnTo>
                  <a:lnTo>
                    <a:pt x="12109" y="890460"/>
                  </a:lnTo>
                  <a:lnTo>
                    <a:pt x="9418" y="894489"/>
                  </a:lnTo>
                  <a:lnTo>
                    <a:pt x="2691" y="898518"/>
                  </a:lnTo>
                  <a:lnTo>
                    <a:pt x="2691" y="901205"/>
                  </a:lnTo>
                  <a:lnTo>
                    <a:pt x="9418" y="909263"/>
                  </a:lnTo>
                  <a:lnTo>
                    <a:pt x="13454" y="910606"/>
                  </a:lnTo>
                  <a:lnTo>
                    <a:pt x="16144" y="907920"/>
                  </a:lnTo>
                  <a:lnTo>
                    <a:pt x="16144" y="903891"/>
                  </a:lnTo>
                  <a:lnTo>
                    <a:pt x="10763" y="902547"/>
                  </a:lnTo>
                  <a:lnTo>
                    <a:pt x="10763" y="899862"/>
                  </a:lnTo>
                  <a:lnTo>
                    <a:pt x="12109" y="895832"/>
                  </a:lnTo>
                  <a:lnTo>
                    <a:pt x="18835" y="894489"/>
                  </a:lnTo>
                  <a:lnTo>
                    <a:pt x="20181" y="893146"/>
                  </a:lnTo>
                  <a:lnTo>
                    <a:pt x="21526" y="899862"/>
                  </a:lnTo>
                  <a:lnTo>
                    <a:pt x="26908" y="902547"/>
                  </a:lnTo>
                  <a:lnTo>
                    <a:pt x="32289" y="902547"/>
                  </a:lnTo>
                  <a:lnTo>
                    <a:pt x="34980" y="899862"/>
                  </a:lnTo>
                  <a:lnTo>
                    <a:pt x="37671" y="901205"/>
                  </a:lnTo>
                  <a:lnTo>
                    <a:pt x="40361" y="903891"/>
                  </a:lnTo>
                  <a:lnTo>
                    <a:pt x="47088" y="906577"/>
                  </a:lnTo>
                  <a:lnTo>
                    <a:pt x="49779" y="910606"/>
                  </a:lnTo>
                  <a:lnTo>
                    <a:pt x="45743" y="910606"/>
                  </a:lnTo>
                  <a:lnTo>
                    <a:pt x="45743" y="913292"/>
                  </a:lnTo>
                  <a:lnTo>
                    <a:pt x="47088" y="915978"/>
                  </a:lnTo>
                  <a:lnTo>
                    <a:pt x="44397" y="918665"/>
                  </a:lnTo>
                  <a:lnTo>
                    <a:pt x="41707" y="922694"/>
                  </a:lnTo>
                  <a:lnTo>
                    <a:pt x="44397" y="925380"/>
                  </a:lnTo>
                  <a:lnTo>
                    <a:pt x="48434" y="928066"/>
                  </a:lnTo>
                  <a:lnTo>
                    <a:pt x="48434" y="929409"/>
                  </a:lnTo>
                  <a:lnTo>
                    <a:pt x="43052" y="928066"/>
                  </a:lnTo>
                  <a:lnTo>
                    <a:pt x="41707" y="925380"/>
                  </a:lnTo>
                  <a:lnTo>
                    <a:pt x="39016" y="925380"/>
                  </a:lnTo>
                  <a:lnTo>
                    <a:pt x="39016" y="929409"/>
                  </a:lnTo>
                  <a:lnTo>
                    <a:pt x="43052" y="933438"/>
                  </a:lnTo>
                  <a:lnTo>
                    <a:pt x="44397" y="937468"/>
                  </a:lnTo>
                  <a:lnTo>
                    <a:pt x="51124" y="937468"/>
                  </a:lnTo>
                  <a:lnTo>
                    <a:pt x="57851" y="934782"/>
                  </a:lnTo>
                  <a:lnTo>
                    <a:pt x="60542" y="937468"/>
                  </a:lnTo>
                  <a:lnTo>
                    <a:pt x="63233" y="937468"/>
                  </a:lnTo>
                  <a:lnTo>
                    <a:pt x="67269" y="934782"/>
                  </a:lnTo>
                  <a:lnTo>
                    <a:pt x="65924" y="938811"/>
                  </a:lnTo>
                  <a:lnTo>
                    <a:pt x="67269" y="940154"/>
                  </a:lnTo>
                  <a:lnTo>
                    <a:pt x="64578" y="941497"/>
                  </a:lnTo>
                  <a:lnTo>
                    <a:pt x="60542" y="941497"/>
                  </a:lnTo>
                  <a:lnTo>
                    <a:pt x="59197" y="944183"/>
                  </a:lnTo>
                  <a:lnTo>
                    <a:pt x="55161" y="940154"/>
                  </a:lnTo>
                  <a:lnTo>
                    <a:pt x="47088" y="942840"/>
                  </a:lnTo>
                  <a:lnTo>
                    <a:pt x="45743" y="946869"/>
                  </a:lnTo>
                  <a:lnTo>
                    <a:pt x="47088" y="949555"/>
                  </a:lnTo>
                  <a:lnTo>
                    <a:pt x="52470" y="952241"/>
                  </a:lnTo>
                  <a:lnTo>
                    <a:pt x="52470" y="956271"/>
                  </a:lnTo>
                  <a:lnTo>
                    <a:pt x="56506" y="957614"/>
                  </a:lnTo>
                  <a:lnTo>
                    <a:pt x="60542" y="956271"/>
                  </a:lnTo>
                  <a:lnTo>
                    <a:pt x="60542" y="958957"/>
                  </a:lnTo>
                  <a:lnTo>
                    <a:pt x="56506" y="961643"/>
                  </a:lnTo>
                  <a:lnTo>
                    <a:pt x="56506" y="964329"/>
                  </a:lnTo>
                  <a:lnTo>
                    <a:pt x="57851" y="967015"/>
                  </a:lnTo>
                  <a:lnTo>
                    <a:pt x="56506" y="969701"/>
                  </a:lnTo>
                  <a:lnTo>
                    <a:pt x="52470" y="969701"/>
                  </a:lnTo>
                  <a:lnTo>
                    <a:pt x="52470" y="973731"/>
                  </a:lnTo>
                  <a:lnTo>
                    <a:pt x="55161" y="985818"/>
                  </a:lnTo>
                  <a:lnTo>
                    <a:pt x="59197" y="989847"/>
                  </a:lnTo>
                  <a:lnTo>
                    <a:pt x="57851" y="995220"/>
                  </a:lnTo>
                  <a:lnTo>
                    <a:pt x="61887" y="1000592"/>
                  </a:lnTo>
                  <a:lnTo>
                    <a:pt x="65924" y="1001935"/>
                  </a:lnTo>
                  <a:lnTo>
                    <a:pt x="65924" y="993877"/>
                  </a:lnTo>
                  <a:lnTo>
                    <a:pt x="68614" y="984475"/>
                  </a:lnTo>
                  <a:lnTo>
                    <a:pt x="71305" y="981789"/>
                  </a:lnTo>
                  <a:lnTo>
                    <a:pt x="72650" y="984475"/>
                  </a:lnTo>
                  <a:lnTo>
                    <a:pt x="69960" y="984475"/>
                  </a:lnTo>
                  <a:lnTo>
                    <a:pt x="67269" y="995220"/>
                  </a:lnTo>
                  <a:lnTo>
                    <a:pt x="67269" y="997906"/>
                  </a:lnTo>
                  <a:lnTo>
                    <a:pt x="71305" y="1000592"/>
                  </a:lnTo>
                  <a:lnTo>
                    <a:pt x="75341" y="1000592"/>
                  </a:lnTo>
                  <a:lnTo>
                    <a:pt x="73996" y="1000592"/>
                  </a:lnTo>
                  <a:lnTo>
                    <a:pt x="67269" y="1001935"/>
                  </a:lnTo>
                  <a:lnTo>
                    <a:pt x="63233" y="1007308"/>
                  </a:lnTo>
                  <a:lnTo>
                    <a:pt x="64578" y="1009994"/>
                  </a:lnTo>
                  <a:lnTo>
                    <a:pt x="63233" y="1014023"/>
                  </a:lnTo>
                  <a:lnTo>
                    <a:pt x="63233" y="1018052"/>
                  </a:lnTo>
                  <a:lnTo>
                    <a:pt x="60542" y="1020738"/>
                  </a:lnTo>
                  <a:lnTo>
                    <a:pt x="57851" y="1024768"/>
                  </a:lnTo>
                  <a:lnTo>
                    <a:pt x="59197" y="1028797"/>
                  </a:lnTo>
                  <a:lnTo>
                    <a:pt x="65924" y="1032826"/>
                  </a:lnTo>
                  <a:lnTo>
                    <a:pt x="75341" y="1035512"/>
                  </a:lnTo>
                  <a:lnTo>
                    <a:pt x="79377" y="1038198"/>
                  </a:lnTo>
                  <a:lnTo>
                    <a:pt x="79377" y="1040885"/>
                  </a:lnTo>
                  <a:lnTo>
                    <a:pt x="76686" y="1040885"/>
                  </a:lnTo>
                  <a:lnTo>
                    <a:pt x="78032" y="1046257"/>
                  </a:lnTo>
                  <a:lnTo>
                    <a:pt x="79377" y="1048943"/>
                  </a:lnTo>
                  <a:lnTo>
                    <a:pt x="84759" y="1043571"/>
                  </a:lnTo>
                  <a:lnTo>
                    <a:pt x="83413" y="1047600"/>
                  </a:lnTo>
                  <a:lnTo>
                    <a:pt x="83413" y="1051629"/>
                  </a:lnTo>
                  <a:lnTo>
                    <a:pt x="79377" y="1052972"/>
                  </a:lnTo>
                  <a:lnTo>
                    <a:pt x="75341" y="1057001"/>
                  </a:lnTo>
                  <a:lnTo>
                    <a:pt x="78032" y="1058345"/>
                  </a:lnTo>
                  <a:lnTo>
                    <a:pt x="82068" y="1058345"/>
                  </a:lnTo>
                  <a:lnTo>
                    <a:pt x="82068" y="1061031"/>
                  </a:lnTo>
                  <a:lnTo>
                    <a:pt x="86104" y="1066403"/>
                  </a:lnTo>
                  <a:lnTo>
                    <a:pt x="88795" y="1066403"/>
                  </a:lnTo>
                  <a:lnTo>
                    <a:pt x="91486" y="1063717"/>
                  </a:lnTo>
                  <a:lnTo>
                    <a:pt x="91486" y="1067746"/>
                  </a:lnTo>
                  <a:lnTo>
                    <a:pt x="92831" y="1073118"/>
                  </a:lnTo>
                  <a:lnTo>
                    <a:pt x="90140" y="1073118"/>
                  </a:lnTo>
                  <a:lnTo>
                    <a:pt x="87449" y="1071775"/>
                  </a:lnTo>
                  <a:lnTo>
                    <a:pt x="84759" y="1071775"/>
                  </a:lnTo>
                  <a:lnTo>
                    <a:pt x="84759" y="1074462"/>
                  </a:lnTo>
                  <a:lnTo>
                    <a:pt x="88795" y="1079834"/>
                  </a:lnTo>
                  <a:lnTo>
                    <a:pt x="90140" y="1081177"/>
                  </a:lnTo>
                  <a:lnTo>
                    <a:pt x="92831" y="1086549"/>
                  </a:lnTo>
                  <a:lnTo>
                    <a:pt x="94176" y="1089236"/>
                  </a:lnTo>
                  <a:lnTo>
                    <a:pt x="99558" y="1093265"/>
                  </a:lnTo>
                  <a:lnTo>
                    <a:pt x="102249" y="1093265"/>
                  </a:lnTo>
                  <a:lnTo>
                    <a:pt x="99558" y="1085206"/>
                  </a:lnTo>
                  <a:lnTo>
                    <a:pt x="100903" y="1082520"/>
                  </a:lnTo>
                  <a:lnTo>
                    <a:pt x="99558" y="1078491"/>
                  </a:lnTo>
                  <a:lnTo>
                    <a:pt x="103594" y="1081177"/>
                  </a:lnTo>
                  <a:lnTo>
                    <a:pt x="104939" y="1086549"/>
                  </a:lnTo>
                  <a:lnTo>
                    <a:pt x="107630" y="1090578"/>
                  </a:lnTo>
                  <a:lnTo>
                    <a:pt x="110321" y="1085206"/>
                  </a:lnTo>
                  <a:lnTo>
                    <a:pt x="113012" y="1081177"/>
                  </a:lnTo>
                  <a:lnTo>
                    <a:pt x="113012" y="1078491"/>
                  </a:lnTo>
                  <a:lnTo>
                    <a:pt x="108976" y="1077148"/>
                  </a:lnTo>
                  <a:lnTo>
                    <a:pt x="103594" y="1077148"/>
                  </a:lnTo>
                  <a:lnTo>
                    <a:pt x="103594" y="1074462"/>
                  </a:lnTo>
                  <a:lnTo>
                    <a:pt x="107630" y="1074462"/>
                  </a:lnTo>
                  <a:lnTo>
                    <a:pt x="115702" y="1077148"/>
                  </a:lnTo>
                  <a:lnTo>
                    <a:pt x="117048" y="1078491"/>
                  </a:lnTo>
                  <a:lnTo>
                    <a:pt x="122429" y="1078491"/>
                  </a:lnTo>
                  <a:lnTo>
                    <a:pt x="121084" y="1074462"/>
                  </a:lnTo>
                  <a:lnTo>
                    <a:pt x="115702" y="1071775"/>
                  </a:lnTo>
                  <a:lnTo>
                    <a:pt x="106285" y="1071775"/>
                  </a:lnTo>
                  <a:lnTo>
                    <a:pt x="106285" y="1069089"/>
                  </a:lnTo>
                  <a:lnTo>
                    <a:pt x="108976" y="1067746"/>
                  </a:lnTo>
                  <a:lnTo>
                    <a:pt x="117048" y="1070432"/>
                  </a:lnTo>
                  <a:lnTo>
                    <a:pt x="125120" y="1075805"/>
                  </a:lnTo>
                  <a:lnTo>
                    <a:pt x="126466" y="1081177"/>
                  </a:lnTo>
                  <a:lnTo>
                    <a:pt x="123775" y="1085206"/>
                  </a:lnTo>
                  <a:lnTo>
                    <a:pt x="122429" y="1089236"/>
                  </a:lnTo>
                  <a:lnTo>
                    <a:pt x="126466" y="1095951"/>
                  </a:lnTo>
                  <a:lnTo>
                    <a:pt x="126466" y="1099980"/>
                  </a:lnTo>
                  <a:lnTo>
                    <a:pt x="122429" y="1102666"/>
                  </a:lnTo>
                  <a:lnTo>
                    <a:pt x="123775" y="1097294"/>
                  </a:lnTo>
                  <a:lnTo>
                    <a:pt x="121084" y="1087892"/>
                  </a:lnTo>
                  <a:lnTo>
                    <a:pt x="117048" y="1085206"/>
                  </a:lnTo>
                  <a:lnTo>
                    <a:pt x="114357" y="1089236"/>
                  </a:lnTo>
                  <a:lnTo>
                    <a:pt x="114357" y="1093265"/>
                  </a:lnTo>
                  <a:lnTo>
                    <a:pt x="117048" y="1095951"/>
                  </a:lnTo>
                  <a:lnTo>
                    <a:pt x="114357" y="1099980"/>
                  </a:lnTo>
                  <a:lnTo>
                    <a:pt x="113012" y="1098637"/>
                  </a:lnTo>
                  <a:lnTo>
                    <a:pt x="111666" y="1093265"/>
                  </a:lnTo>
                  <a:lnTo>
                    <a:pt x="108976" y="1093265"/>
                  </a:lnTo>
                  <a:lnTo>
                    <a:pt x="104939" y="1095951"/>
                  </a:lnTo>
                  <a:lnTo>
                    <a:pt x="99558" y="1095951"/>
                  </a:lnTo>
                  <a:lnTo>
                    <a:pt x="94176" y="1098637"/>
                  </a:lnTo>
                  <a:lnTo>
                    <a:pt x="99558" y="1101323"/>
                  </a:lnTo>
                  <a:lnTo>
                    <a:pt x="99558" y="1108039"/>
                  </a:lnTo>
                  <a:lnTo>
                    <a:pt x="100903" y="1112068"/>
                  </a:lnTo>
                  <a:lnTo>
                    <a:pt x="102249" y="1114754"/>
                  </a:lnTo>
                  <a:lnTo>
                    <a:pt x="100903" y="1117440"/>
                  </a:lnTo>
                  <a:lnTo>
                    <a:pt x="102249" y="1118783"/>
                  </a:lnTo>
                  <a:lnTo>
                    <a:pt x="104939" y="1120126"/>
                  </a:lnTo>
                  <a:lnTo>
                    <a:pt x="107630" y="1116097"/>
                  </a:lnTo>
                  <a:lnTo>
                    <a:pt x="108976" y="1117440"/>
                  </a:lnTo>
                  <a:lnTo>
                    <a:pt x="113012" y="1118783"/>
                  </a:lnTo>
                  <a:lnTo>
                    <a:pt x="113012" y="1120126"/>
                  </a:lnTo>
                  <a:lnTo>
                    <a:pt x="110321" y="1121469"/>
                  </a:lnTo>
                  <a:lnTo>
                    <a:pt x="106285" y="1125498"/>
                  </a:lnTo>
                  <a:lnTo>
                    <a:pt x="107630" y="1126842"/>
                  </a:lnTo>
                  <a:lnTo>
                    <a:pt x="113012" y="1128185"/>
                  </a:lnTo>
                  <a:lnTo>
                    <a:pt x="119739" y="1132214"/>
                  </a:lnTo>
                  <a:lnTo>
                    <a:pt x="122429" y="1130871"/>
                  </a:lnTo>
                  <a:lnTo>
                    <a:pt x="125120" y="1128185"/>
                  </a:lnTo>
                  <a:lnTo>
                    <a:pt x="122429" y="1122812"/>
                  </a:lnTo>
                  <a:lnTo>
                    <a:pt x="123775" y="1118783"/>
                  </a:lnTo>
                  <a:lnTo>
                    <a:pt x="122429" y="1114754"/>
                  </a:lnTo>
                  <a:lnTo>
                    <a:pt x="121084" y="1116097"/>
                  </a:lnTo>
                  <a:lnTo>
                    <a:pt x="117048" y="1114754"/>
                  </a:lnTo>
                  <a:lnTo>
                    <a:pt x="118393" y="1113411"/>
                  </a:lnTo>
                  <a:lnTo>
                    <a:pt x="121084" y="1112068"/>
                  </a:lnTo>
                  <a:lnTo>
                    <a:pt x="121084" y="1109382"/>
                  </a:lnTo>
                  <a:lnTo>
                    <a:pt x="123775" y="1108039"/>
                  </a:lnTo>
                  <a:lnTo>
                    <a:pt x="129156" y="1109382"/>
                  </a:lnTo>
                  <a:lnTo>
                    <a:pt x="131847" y="1108039"/>
                  </a:lnTo>
                  <a:lnTo>
                    <a:pt x="133192" y="1110724"/>
                  </a:lnTo>
                  <a:lnTo>
                    <a:pt x="134538" y="1112068"/>
                  </a:lnTo>
                  <a:lnTo>
                    <a:pt x="137228" y="1109382"/>
                  </a:lnTo>
                  <a:lnTo>
                    <a:pt x="141265" y="1108039"/>
                  </a:lnTo>
                  <a:lnTo>
                    <a:pt x="146646" y="1109382"/>
                  </a:lnTo>
                  <a:lnTo>
                    <a:pt x="150682" y="1109382"/>
                  </a:lnTo>
                  <a:lnTo>
                    <a:pt x="156064" y="1109382"/>
                  </a:lnTo>
                  <a:lnTo>
                    <a:pt x="156064" y="1110724"/>
                  </a:lnTo>
                  <a:lnTo>
                    <a:pt x="153373" y="1112068"/>
                  </a:lnTo>
                  <a:lnTo>
                    <a:pt x="150682" y="1116097"/>
                  </a:lnTo>
                  <a:lnTo>
                    <a:pt x="147991" y="1114754"/>
                  </a:lnTo>
                  <a:lnTo>
                    <a:pt x="145301" y="1112068"/>
                  </a:lnTo>
                  <a:lnTo>
                    <a:pt x="141265" y="1113411"/>
                  </a:lnTo>
                  <a:lnTo>
                    <a:pt x="133192" y="1120126"/>
                  </a:lnTo>
                  <a:lnTo>
                    <a:pt x="131847" y="1121469"/>
                  </a:lnTo>
                  <a:lnTo>
                    <a:pt x="129156" y="1120126"/>
                  </a:lnTo>
                  <a:lnTo>
                    <a:pt x="126466" y="1124155"/>
                  </a:lnTo>
                  <a:lnTo>
                    <a:pt x="126466" y="1126842"/>
                  </a:lnTo>
                  <a:lnTo>
                    <a:pt x="125120" y="1130871"/>
                  </a:lnTo>
                  <a:lnTo>
                    <a:pt x="123775" y="1132214"/>
                  </a:lnTo>
                  <a:lnTo>
                    <a:pt x="123775" y="1133557"/>
                  </a:lnTo>
                  <a:lnTo>
                    <a:pt x="126466" y="1136243"/>
                  </a:lnTo>
                  <a:lnTo>
                    <a:pt x="123775" y="1137586"/>
                  </a:lnTo>
                  <a:lnTo>
                    <a:pt x="123775" y="1140272"/>
                  </a:lnTo>
                  <a:lnTo>
                    <a:pt x="131847" y="1142959"/>
                  </a:lnTo>
                  <a:lnTo>
                    <a:pt x="137228" y="1146988"/>
                  </a:lnTo>
                  <a:lnTo>
                    <a:pt x="138574" y="1146988"/>
                  </a:lnTo>
                  <a:lnTo>
                    <a:pt x="139919" y="1145645"/>
                  </a:lnTo>
                  <a:lnTo>
                    <a:pt x="138574" y="1141615"/>
                  </a:lnTo>
                  <a:lnTo>
                    <a:pt x="141265" y="1137586"/>
                  </a:lnTo>
                  <a:lnTo>
                    <a:pt x="145301" y="1136243"/>
                  </a:lnTo>
                  <a:lnTo>
                    <a:pt x="145301" y="1134900"/>
                  </a:lnTo>
                  <a:lnTo>
                    <a:pt x="141265" y="1129528"/>
                  </a:lnTo>
                  <a:lnTo>
                    <a:pt x="147991" y="1128185"/>
                  </a:lnTo>
                  <a:lnTo>
                    <a:pt x="152028" y="1125498"/>
                  </a:lnTo>
                  <a:lnTo>
                    <a:pt x="157409" y="1118783"/>
                  </a:lnTo>
                  <a:lnTo>
                    <a:pt x="160100" y="1116097"/>
                  </a:lnTo>
                  <a:lnTo>
                    <a:pt x="161445" y="1117440"/>
                  </a:lnTo>
                  <a:lnTo>
                    <a:pt x="164136" y="1120126"/>
                  </a:lnTo>
                  <a:lnTo>
                    <a:pt x="166827" y="1120126"/>
                  </a:lnTo>
                  <a:lnTo>
                    <a:pt x="168172" y="1121469"/>
                  </a:lnTo>
                  <a:lnTo>
                    <a:pt x="164136" y="1122812"/>
                  </a:lnTo>
                  <a:lnTo>
                    <a:pt x="161445" y="1126842"/>
                  </a:lnTo>
                  <a:lnTo>
                    <a:pt x="161445" y="1129528"/>
                  </a:lnTo>
                  <a:lnTo>
                    <a:pt x="157409" y="1133557"/>
                  </a:lnTo>
                  <a:lnTo>
                    <a:pt x="157409" y="1140272"/>
                  </a:lnTo>
                  <a:lnTo>
                    <a:pt x="158754" y="1142959"/>
                  </a:lnTo>
                  <a:lnTo>
                    <a:pt x="156064" y="1145645"/>
                  </a:lnTo>
                  <a:lnTo>
                    <a:pt x="152028" y="1148331"/>
                  </a:lnTo>
                  <a:lnTo>
                    <a:pt x="152028" y="1145645"/>
                  </a:lnTo>
                  <a:lnTo>
                    <a:pt x="153373" y="1144301"/>
                  </a:lnTo>
                  <a:lnTo>
                    <a:pt x="153373" y="1137586"/>
                  </a:lnTo>
                  <a:lnTo>
                    <a:pt x="152028" y="1136243"/>
                  </a:lnTo>
                  <a:lnTo>
                    <a:pt x="149337" y="1138929"/>
                  </a:lnTo>
                  <a:lnTo>
                    <a:pt x="149337" y="1141615"/>
                  </a:lnTo>
                  <a:lnTo>
                    <a:pt x="146646" y="1141615"/>
                  </a:lnTo>
                  <a:lnTo>
                    <a:pt x="143955" y="1141615"/>
                  </a:lnTo>
                  <a:lnTo>
                    <a:pt x="142610" y="1144301"/>
                  </a:lnTo>
                  <a:lnTo>
                    <a:pt x="145301" y="1148331"/>
                  </a:lnTo>
                  <a:lnTo>
                    <a:pt x="153373" y="1156389"/>
                  </a:lnTo>
                  <a:lnTo>
                    <a:pt x="160100" y="1157732"/>
                  </a:lnTo>
                  <a:lnTo>
                    <a:pt x="165481" y="1160418"/>
                  </a:lnTo>
                  <a:lnTo>
                    <a:pt x="168172" y="1160418"/>
                  </a:lnTo>
                  <a:lnTo>
                    <a:pt x="172208" y="1161762"/>
                  </a:lnTo>
                  <a:lnTo>
                    <a:pt x="174899" y="1159075"/>
                  </a:lnTo>
                  <a:lnTo>
                    <a:pt x="177590" y="1153703"/>
                  </a:lnTo>
                  <a:lnTo>
                    <a:pt x="174899" y="1145645"/>
                  </a:lnTo>
                  <a:lnTo>
                    <a:pt x="176244" y="1141615"/>
                  </a:lnTo>
                  <a:lnTo>
                    <a:pt x="174899" y="1138929"/>
                  </a:lnTo>
                  <a:lnTo>
                    <a:pt x="176244" y="1132214"/>
                  </a:lnTo>
                  <a:lnTo>
                    <a:pt x="176244" y="1124155"/>
                  </a:lnTo>
                  <a:lnTo>
                    <a:pt x="174899" y="1118783"/>
                  </a:lnTo>
                  <a:lnTo>
                    <a:pt x="176244" y="1114754"/>
                  </a:lnTo>
                  <a:lnTo>
                    <a:pt x="182971" y="1112068"/>
                  </a:lnTo>
                  <a:lnTo>
                    <a:pt x="188353" y="1104009"/>
                  </a:lnTo>
                  <a:lnTo>
                    <a:pt x="192389" y="1102666"/>
                  </a:lnTo>
                  <a:lnTo>
                    <a:pt x="197770" y="1102666"/>
                  </a:lnTo>
                  <a:lnTo>
                    <a:pt x="199116" y="1099980"/>
                  </a:lnTo>
                  <a:lnTo>
                    <a:pt x="199116" y="1094608"/>
                  </a:lnTo>
                  <a:lnTo>
                    <a:pt x="201806" y="1091921"/>
                  </a:lnTo>
                  <a:lnTo>
                    <a:pt x="207188" y="1090578"/>
                  </a:lnTo>
                  <a:lnTo>
                    <a:pt x="213915" y="109326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36" name="Freeform 1235">
              <a:extLst>
                <a:ext uri="{FF2B5EF4-FFF2-40B4-BE49-F238E27FC236}">
                  <a16:creationId xmlns:a16="http://schemas.microsoft.com/office/drawing/2014/main" id="{E737C07C-C2D9-43CB-7D0A-11E0653EF6FB}"/>
                </a:ext>
              </a:extLst>
            </p:cNvPr>
            <p:cNvSpPr/>
            <p:nvPr/>
          </p:nvSpPr>
          <p:spPr>
            <a:xfrm>
              <a:off x="5795885" y="6336097"/>
              <a:ext cx="6726" cy="4029"/>
            </a:xfrm>
            <a:custGeom>
              <a:avLst/>
              <a:gdLst>
                <a:gd name="connsiteX0" fmla="*/ 0 w 6726"/>
                <a:gd name="connsiteY0" fmla="*/ 2686 h 4029"/>
                <a:gd name="connsiteX1" fmla="*/ 2691 w 6726"/>
                <a:gd name="connsiteY1" fmla="*/ 4029 h 4029"/>
                <a:gd name="connsiteX2" fmla="*/ 6727 w 6726"/>
                <a:gd name="connsiteY2" fmla="*/ 0 h 4029"/>
                <a:gd name="connsiteX3" fmla="*/ 4036 w 6726"/>
                <a:gd name="connsiteY3" fmla="*/ 0 h 4029"/>
                <a:gd name="connsiteX4" fmla="*/ 0 w 6726"/>
                <a:gd name="connsiteY4" fmla="*/ 2686 h 4029"/>
                <a:gd name="connsiteX5" fmla="*/ 0 w 6726"/>
                <a:gd name="connsiteY5" fmla="*/ 2686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4029">
                  <a:moveTo>
                    <a:pt x="0" y="2686"/>
                  </a:moveTo>
                  <a:lnTo>
                    <a:pt x="2691" y="4029"/>
                  </a:lnTo>
                  <a:lnTo>
                    <a:pt x="6727" y="0"/>
                  </a:lnTo>
                  <a:lnTo>
                    <a:pt x="4036" y="0"/>
                  </a:lnTo>
                  <a:cubicBezTo>
                    <a:pt x="2691" y="0"/>
                    <a:pt x="0" y="2686"/>
                    <a:pt x="0" y="2686"/>
                  </a:cubicBez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37" name="Freeform 1236">
              <a:extLst>
                <a:ext uri="{FF2B5EF4-FFF2-40B4-BE49-F238E27FC236}">
                  <a16:creationId xmlns:a16="http://schemas.microsoft.com/office/drawing/2014/main" id="{8258A044-8918-CB0A-89D2-37E9295C820C}"/>
                </a:ext>
              </a:extLst>
            </p:cNvPr>
            <p:cNvSpPr/>
            <p:nvPr/>
          </p:nvSpPr>
          <p:spPr>
            <a:xfrm>
              <a:off x="5536227" y="5839159"/>
              <a:ext cx="25562" cy="53723"/>
            </a:xfrm>
            <a:custGeom>
              <a:avLst/>
              <a:gdLst>
                <a:gd name="connsiteX0" fmla="*/ 24217 w 25562"/>
                <a:gd name="connsiteY0" fmla="*/ 28205 h 53723"/>
                <a:gd name="connsiteX1" fmla="*/ 18835 w 25562"/>
                <a:gd name="connsiteY1" fmla="*/ 25518 h 53723"/>
                <a:gd name="connsiteX2" fmla="*/ 16144 w 25562"/>
                <a:gd name="connsiteY2" fmla="*/ 26862 h 53723"/>
                <a:gd name="connsiteX3" fmla="*/ 16144 w 25562"/>
                <a:gd name="connsiteY3" fmla="*/ 29548 h 53723"/>
                <a:gd name="connsiteX4" fmla="*/ 22871 w 25562"/>
                <a:gd name="connsiteY4" fmla="*/ 34920 h 53723"/>
                <a:gd name="connsiteX5" fmla="*/ 20181 w 25562"/>
                <a:gd name="connsiteY5" fmla="*/ 37606 h 53723"/>
                <a:gd name="connsiteX6" fmla="*/ 25562 w 25562"/>
                <a:gd name="connsiteY6" fmla="*/ 42979 h 53723"/>
                <a:gd name="connsiteX7" fmla="*/ 25562 w 25562"/>
                <a:gd name="connsiteY7" fmla="*/ 42979 h 53723"/>
                <a:gd name="connsiteX8" fmla="*/ 20181 w 25562"/>
                <a:gd name="connsiteY8" fmla="*/ 41635 h 53723"/>
                <a:gd name="connsiteX9" fmla="*/ 17490 w 25562"/>
                <a:gd name="connsiteY9" fmla="*/ 45665 h 53723"/>
                <a:gd name="connsiteX10" fmla="*/ 17490 w 25562"/>
                <a:gd name="connsiteY10" fmla="*/ 51037 h 53723"/>
                <a:gd name="connsiteX11" fmla="*/ 17490 w 25562"/>
                <a:gd name="connsiteY11" fmla="*/ 53723 h 53723"/>
                <a:gd name="connsiteX12" fmla="*/ 9418 w 25562"/>
                <a:gd name="connsiteY12" fmla="*/ 53723 h 53723"/>
                <a:gd name="connsiteX13" fmla="*/ 2691 w 25562"/>
                <a:gd name="connsiteY13" fmla="*/ 51037 h 53723"/>
                <a:gd name="connsiteX14" fmla="*/ 5381 w 25562"/>
                <a:gd name="connsiteY14" fmla="*/ 45665 h 53723"/>
                <a:gd name="connsiteX15" fmla="*/ 5381 w 25562"/>
                <a:gd name="connsiteY15" fmla="*/ 29548 h 53723"/>
                <a:gd name="connsiteX16" fmla="*/ 2691 w 25562"/>
                <a:gd name="connsiteY16" fmla="*/ 24175 h 53723"/>
                <a:gd name="connsiteX17" fmla="*/ 1345 w 25562"/>
                <a:gd name="connsiteY17" fmla="*/ 21489 h 53723"/>
                <a:gd name="connsiteX18" fmla="*/ 0 w 25562"/>
                <a:gd name="connsiteY18" fmla="*/ 18803 h 53723"/>
                <a:gd name="connsiteX19" fmla="*/ 1345 w 25562"/>
                <a:gd name="connsiteY19" fmla="*/ 14774 h 53723"/>
                <a:gd name="connsiteX20" fmla="*/ 4036 w 25562"/>
                <a:gd name="connsiteY20" fmla="*/ 13431 h 53723"/>
                <a:gd name="connsiteX21" fmla="*/ 4036 w 25562"/>
                <a:gd name="connsiteY21" fmla="*/ 8059 h 53723"/>
                <a:gd name="connsiteX22" fmla="*/ 2691 w 25562"/>
                <a:gd name="connsiteY22" fmla="*/ 6715 h 53723"/>
                <a:gd name="connsiteX23" fmla="*/ 2691 w 25562"/>
                <a:gd name="connsiteY23" fmla="*/ 2686 h 53723"/>
                <a:gd name="connsiteX24" fmla="*/ 6727 w 25562"/>
                <a:gd name="connsiteY24" fmla="*/ 0 h 53723"/>
                <a:gd name="connsiteX25" fmla="*/ 12108 w 25562"/>
                <a:gd name="connsiteY25" fmla="*/ 0 h 53723"/>
                <a:gd name="connsiteX26" fmla="*/ 17490 w 25562"/>
                <a:gd name="connsiteY26" fmla="*/ 2686 h 53723"/>
                <a:gd name="connsiteX27" fmla="*/ 21526 w 25562"/>
                <a:gd name="connsiteY27" fmla="*/ 8059 h 53723"/>
                <a:gd name="connsiteX28" fmla="*/ 21526 w 25562"/>
                <a:gd name="connsiteY28" fmla="*/ 16117 h 53723"/>
                <a:gd name="connsiteX29" fmla="*/ 22871 w 25562"/>
                <a:gd name="connsiteY29" fmla="*/ 17460 h 53723"/>
                <a:gd name="connsiteX30" fmla="*/ 21526 w 25562"/>
                <a:gd name="connsiteY30" fmla="*/ 22832 h 53723"/>
                <a:gd name="connsiteX31" fmla="*/ 16144 w 25562"/>
                <a:gd name="connsiteY31" fmla="*/ 20146 h 53723"/>
                <a:gd name="connsiteX32" fmla="*/ 22871 w 25562"/>
                <a:gd name="connsiteY32" fmla="*/ 25518 h 53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562" h="53723">
                  <a:moveTo>
                    <a:pt x="24217" y="28205"/>
                  </a:moveTo>
                  <a:lnTo>
                    <a:pt x="18835" y="25518"/>
                  </a:lnTo>
                  <a:lnTo>
                    <a:pt x="16144" y="26862"/>
                  </a:lnTo>
                  <a:lnTo>
                    <a:pt x="16144" y="29548"/>
                  </a:lnTo>
                  <a:lnTo>
                    <a:pt x="22871" y="34920"/>
                  </a:lnTo>
                  <a:lnTo>
                    <a:pt x="20181" y="37606"/>
                  </a:lnTo>
                  <a:lnTo>
                    <a:pt x="25562" y="42979"/>
                  </a:lnTo>
                  <a:lnTo>
                    <a:pt x="25562" y="42979"/>
                  </a:lnTo>
                  <a:lnTo>
                    <a:pt x="20181" y="41635"/>
                  </a:lnTo>
                  <a:lnTo>
                    <a:pt x="17490" y="45665"/>
                  </a:lnTo>
                  <a:lnTo>
                    <a:pt x="17490" y="51037"/>
                  </a:lnTo>
                  <a:lnTo>
                    <a:pt x="17490" y="53723"/>
                  </a:lnTo>
                  <a:lnTo>
                    <a:pt x="9418" y="53723"/>
                  </a:lnTo>
                  <a:lnTo>
                    <a:pt x="2691" y="51037"/>
                  </a:lnTo>
                  <a:lnTo>
                    <a:pt x="5381" y="45665"/>
                  </a:lnTo>
                  <a:lnTo>
                    <a:pt x="5381" y="29548"/>
                  </a:lnTo>
                  <a:lnTo>
                    <a:pt x="2691" y="24175"/>
                  </a:lnTo>
                  <a:lnTo>
                    <a:pt x="1345" y="21489"/>
                  </a:lnTo>
                  <a:lnTo>
                    <a:pt x="0" y="18803"/>
                  </a:lnTo>
                  <a:lnTo>
                    <a:pt x="1345" y="14774"/>
                  </a:lnTo>
                  <a:lnTo>
                    <a:pt x="4036" y="13431"/>
                  </a:lnTo>
                  <a:lnTo>
                    <a:pt x="4036" y="8059"/>
                  </a:lnTo>
                  <a:lnTo>
                    <a:pt x="2691" y="6715"/>
                  </a:lnTo>
                  <a:lnTo>
                    <a:pt x="2691" y="2686"/>
                  </a:lnTo>
                  <a:lnTo>
                    <a:pt x="6727" y="0"/>
                  </a:lnTo>
                  <a:lnTo>
                    <a:pt x="12108" y="0"/>
                  </a:lnTo>
                  <a:lnTo>
                    <a:pt x="17490" y="2686"/>
                  </a:lnTo>
                  <a:lnTo>
                    <a:pt x="21526" y="8059"/>
                  </a:lnTo>
                  <a:lnTo>
                    <a:pt x="21526" y="16117"/>
                  </a:lnTo>
                  <a:lnTo>
                    <a:pt x="22871" y="17460"/>
                  </a:lnTo>
                  <a:lnTo>
                    <a:pt x="21526" y="22832"/>
                  </a:lnTo>
                  <a:lnTo>
                    <a:pt x="16144" y="20146"/>
                  </a:lnTo>
                  <a:lnTo>
                    <a:pt x="22871" y="2551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38" name="Freeform 1237">
              <a:extLst>
                <a:ext uri="{FF2B5EF4-FFF2-40B4-BE49-F238E27FC236}">
                  <a16:creationId xmlns:a16="http://schemas.microsoft.com/office/drawing/2014/main" id="{DB628841-5ACF-BF63-990D-07EC5E8B6B2F}"/>
                </a:ext>
              </a:extLst>
            </p:cNvPr>
            <p:cNvSpPr/>
            <p:nvPr/>
          </p:nvSpPr>
          <p:spPr>
            <a:xfrm>
              <a:off x="5564480" y="5853933"/>
              <a:ext cx="5381" cy="5372"/>
            </a:xfrm>
            <a:custGeom>
              <a:avLst/>
              <a:gdLst>
                <a:gd name="connsiteX0" fmla="*/ 0 w 5381"/>
                <a:gd name="connsiteY0" fmla="*/ 1343 h 5372"/>
                <a:gd name="connsiteX1" fmla="*/ 2691 w 5381"/>
                <a:gd name="connsiteY1" fmla="*/ 0 h 5372"/>
                <a:gd name="connsiteX2" fmla="*/ 5381 w 5381"/>
                <a:gd name="connsiteY2" fmla="*/ 2686 h 5372"/>
                <a:gd name="connsiteX3" fmla="*/ 4036 w 5381"/>
                <a:gd name="connsiteY3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5372">
                  <a:moveTo>
                    <a:pt x="0" y="1343"/>
                  </a:moveTo>
                  <a:lnTo>
                    <a:pt x="2691" y="0"/>
                  </a:lnTo>
                  <a:lnTo>
                    <a:pt x="5381" y="2686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39" name="Freeform 1238">
              <a:extLst>
                <a:ext uri="{FF2B5EF4-FFF2-40B4-BE49-F238E27FC236}">
                  <a16:creationId xmlns:a16="http://schemas.microsoft.com/office/drawing/2014/main" id="{EB7D7947-38DC-B33C-8D34-F1F16D13D6CC}"/>
                </a:ext>
              </a:extLst>
            </p:cNvPr>
            <p:cNvSpPr/>
            <p:nvPr/>
          </p:nvSpPr>
          <p:spPr>
            <a:xfrm>
              <a:off x="5533536" y="5902284"/>
              <a:ext cx="9417" cy="4029"/>
            </a:xfrm>
            <a:custGeom>
              <a:avLst/>
              <a:gdLst>
                <a:gd name="connsiteX0" fmla="*/ 0 w 9417"/>
                <a:gd name="connsiteY0" fmla="*/ 1343 h 4029"/>
                <a:gd name="connsiteX1" fmla="*/ 2691 w 9417"/>
                <a:gd name="connsiteY1" fmla="*/ 0 h 4029"/>
                <a:gd name="connsiteX2" fmla="*/ 5381 w 9417"/>
                <a:gd name="connsiteY2" fmla="*/ 0 h 4029"/>
                <a:gd name="connsiteX3" fmla="*/ 9418 w 9417"/>
                <a:gd name="connsiteY3" fmla="*/ 2686 h 4029"/>
                <a:gd name="connsiteX4" fmla="*/ 2691 w 9417"/>
                <a:gd name="connsiteY4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4029">
                  <a:moveTo>
                    <a:pt x="0" y="1343"/>
                  </a:moveTo>
                  <a:lnTo>
                    <a:pt x="2691" y="0"/>
                  </a:lnTo>
                  <a:lnTo>
                    <a:pt x="5381" y="0"/>
                  </a:lnTo>
                  <a:lnTo>
                    <a:pt x="9418" y="2686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0" name="Freeform 1239">
              <a:extLst>
                <a:ext uri="{FF2B5EF4-FFF2-40B4-BE49-F238E27FC236}">
                  <a16:creationId xmlns:a16="http://schemas.microsoft.com/office/drawing/2014/main" id="{8B448C95-D09F-3B5B-7B35-F06F82D0CA53}"/>
                </a:ext>
              </a:extLst>
            </p:cNvPr>
            <p:cNvSpPr/>
            <p:nvPr/>
          </p:nvSpPr>
          <p:spPr>
            <a:xfrm>
              <a:off x="5569861" y="5906313"/>
              <a:ext cx="4036" cy="6715"/>
            </a:xfrm>
            <a:custGeom>
              <a:avLst/>
              <a:gdLst>
                <a:gd name="connsiteX0" fmla="*/ 0 w 4036"/>
                <a:gd name="connsiteY0" fmla="*/ 2686 h 6715"/>
                <a:gd name="connsiteX1" fmla="*/ 4036 w 4036"/>
                <a:gd name="connsiteY1" fmla="*/ 0 h 6715"/>
                <a:gd name="connsiteX2" fmla="*/ 4036 w 4036"/>
                <a:gd name="connsiteY2" fmla="*/ 4029 h 6715"/>
                <a:gd name="connsiteX3" fmla="*/ 1345 w 4036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6715">
                  <a:moveTo>
                    <a:pt x="0" y="2686"/>
                  </a:moveTo>
                  <a:lnTo>
                    <a:pt x="4036" y="0"/>
                  </a:lnTo>
                  <a:lnTo>
                    <a:pt x="4036" y="4029"/>
                  </a:lnTo>
                  <a:lnTo>
                    <a:pt x="1345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1" name="Freeform 1240">
              <a:extLst>
                <a:ext uri="{FF2B5EF4-FFF2-40B4-BE49-F238E27FC236}">
                  <a16:creationId xmlns:a16="http://schemas.microsoft.com/office/drawing/2014/main" id="{1D8D55CC-4EB7-DE98-E344-01D84EBD3186}"/>
                </a:ext>
              </a:extLst>
            </p:cNvPr>
            <p:cNvSpPr/>
            <p:nvPr/>
          </p:nvSpPr>
          <p:spPr>
            <a:xfrm>
              <a:off x="5559098" y="5908999"/>
              <a:ext cx="6726" cy="8058"/>
            </a:xfrm>
            <a:custGeom>
              <a:avLst/>
              <a:gdLst>
                <a:gd name="connsiteX0" fmla="*/ 2691 w 6726"/>
                <a:gd name="connsiteY0" fmla="*/ 0 h 8058"/>
                <a:gd name="connsiteX1" fmla="*/ 6727 w 6726"/>
                <a:gd name="connsiteY1" fmla="*/ 1343 h 8058"/>
                <a:gd name="connsiteX2" fmla="*/ 6727 w 6726"/>
                <a:gd name="connsiteY2" fmla="*/ 6715 h 8058"/>
                <a:gd name="connsiteX3" fmla="*/ 4036 w 6726"/>
                <a:gd name="connsiteY3" fmla="*/ 8058 h 8058"/>
                <a:gd name="connsiteX4" fmla="*/ 2691 w 6726"/>
                <a:gd name="connsiteY4" fmla="*/ 5372 h 8058"/>
                <a:gd name="connsiteX5" fmla="*/ 0 w 6726"/>
                <a:gd name="connsiteY5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8058">
                  <a:moveTo>
                    <a:pt x="2691" y="0"/>
                  </a:moveTo>
                  <a:lnTo>
                    <a:pt x="6727" y="1343"/>
                  </a:lnTo>
                  <a:lnTo>
                    <a:pt x="6727" y="6715"/>
                  </a:lnTo>
                  <a:lnTo>
                    <a:pt x="4036" y="8058"/>
                  </a:lnTo>
                  <a:lnTo>
                    <a:pt x="2691" y="5372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2" name="Freeform 1241">
              <a:extLst>
                <a:ext uri="{FF2B5EF4-FFF2-40B4-BE49-F238E27FC236}">
                  <a16:creationId xmlns:a16="http://schemas.microsoft.com/office/drawing/2014/main" id="{2DA75951-6845-4468-C38D-55422AA51EBE}"/>
                </a:ext>
              </a:extLst>
            </p:cNvPr>
            <p:cNvSpPr/>
            <p:nvPr/>
          </p:nvSpPr>
          <p:spPr>
            <a:xfrm>
              <a:off x="5549681" y="5906313"/>
              <a:ext cx="8072" cy="4029"/>
            </a:xfrm>
            <a:custGeom>
              <a:avLst/>
              <a:gdLst>
                <a:gd name="connsiteX0" fmla="*/ 0 w 8072"/>
                <a:gd name="connsiteY0" fmla="*/ 1343 h 4029"/>
                <a:gd name="connsiteX1" fmla="*/ 1345 w 8072"/>
                <a:gd name="connsiteY1" fmla="*/ 0 h 4029"/>
                <a:gd name="connsiteX2" fmla="*/ 8072 w 8072"/>
                <a:gd name="connsiteY2" fmla="*/ 1343 h 4029"/>
                <a:gd name="connsiteX3" fmla="*/ 2691 w 8072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4029">
                  <a:moveTo>
                    <a:pt x="0" y="1343"/>
                  </a:moveTo>
                  <a:lnTo>
                    <a:pt x="1345" y="0"/>
                  </a:lnTo>
                  <a:lnTo>
                    <a:pt x="8072" y="1343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3" name="Freeform 1242">
              <a:extLst>
                <a:ext uri="{FF2B5EF4-FFF2-40B4-BE49-F238E27FC236}">
                  <a16:creationId xmlns:a16="http://schemas.microsoft.com/office/drawing/2014/main" id="{3D2240CE-8BDB-5492-B514-BA250115B6BF}"/>
                </a:ext>
              </a:extLst>
            </p:cNvPr>
            <p:cNvSpPr/>
            <p:nvPr/>
          </p:nvSpPr>
          <p:spPr>
            <a:xfrm>
              <a:off x="5552371" y="5915714"/>
              <a:ext cx="2690" cy="4029"/>
            </a:xfrm>
            <a:custGeom>
              <a:avLst/>
              <a:gdLst>
                <a:gd name="connsiteX0" fmla="*/ 0 w 2690"/>
                <a:gd name="connsiteY0" fmla="*/ 1343 h 4029"/>
                <a:gd name="connsiteX1" fmla="*/ 0 w 2690"/>
                <a:gd name="connsiteY1" fmla="*/ 0 h 4029"/>
                <a:gd name="connsiteX2" fmla="*/ 2691 w 2690"/>
                <a:gd name="connsiteY2" fmla="*/ 1343 h 4029"/>
                <a:gd name="connsiteX3" fmla="*/ 1345 w 2690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0" y="1343"/>
                  </a:moveTo>
                  <a:lnTo>
                    <a:pt x="0" y="0"/>
                  </a:lnTo>
                  <a:lnTo>
                    <a:pt x="2691" y="1343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4" name="Freeform 1243">
              <a:extLst>
                <a:ext uri="{FF2B5EF4-FFF2-40B4-BE49-F238E27FC236}">
                  <a16:creationId xmlns:a16="http://schemas.microsoft.com/office/drawing/2014/main" id="{1A4F89C0-77A0-9E2C-3A24-A49D4389010C}"/>
                </a:ext>
              </a:extLst>
            </p:cNvPr>
            <p:cNvSpPr/>
            <p:nvPr/>
          </p:nvSpPr>
          <p:spPr>
            <a:xfrm>
              <a:off x="5545644" y="5919744"/>
              <a:ext cx="8072" cy="6715"/>
            </a:xfrm>
            <a:custGeom>
              <a:avLst/>
              <a:gdLst>
                <a:gd name="connsiteX0" fmla="*/ 0 w 8072"/>
                <a:gd name="connsiteY0" fmla="*/ 4029 h 6715"/>
                <a:gd name="connsiteX1" fmla="*/ 1345 w 8072"/>
                <a:gd name="connsiteY1" fmla="*/ 0 h 6715"/>
                <a:gd name="connsiteX2" fmla="*/ 5382 w 8072"/>
                <a:gd name="connsiteY2" fmla="*/ 0 h 6715"/>
                <a:gd name="connsiteX3" fmla="*/ 8072 w 8072"/>
                <a:gd name="connsiteY3" fmla="*/ 4029 h 6715"/>
                <a:gd name="connsiteX4" fmla="*/ 6727 w 8072"/>
                <a:gd name="connsiteY4" fmla="*/ 5372 h 6715"/>
                <a:gd name="connsiteX5" fmla="*/ 2691 w 8072"/>
                <a:gd name="connsiteY5" fmla="*/ 6715 h 6715"/>
                <a:gd name="connsiteX6" fmla="*/ 0 w 8072"/>
                <a:gd name="connsiteY6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6715">
                  <a:moveTo>
                    <a:pt x="0" y="4029"/>
                  </a:moveTo>
                  <a:lnTo>
                    <a:pt x="1345" y="0"/>
                  </a:lnTo>
                  <a:lnTo>
                    <a:pt x="5382" y="0"/>
                  </a:lnTo>
                  <a:lnTo>
                    <a:pt x="8072" y="4029"/>
                  </a:lnTo>
                  <a:lnTo>
                    <a:pt x="6727" y="5372"/>
                  </a:lnTo>
                  <a:lnTo>
                    <a:pt x="2691" y="6715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5" name="Freeform 1244">
              <a:extLst>
                <a:ext uri="{FF2B5EF4-FFF2-40B4-BE49-F238E27FC236}">
                  <a16:creationId xmlns:a16="http://schemas.microsoft.com/office/drawing/2014/main" id="{3BAA0A46-0E26-4265-1D07-341ED9AC84E7}"/>
                </a:ext>
              </a:extLst>
            </p:cNvPr>
            <p:cNvSpPr/>
            <p:nvPr/>
          </p:nvSpPr>
          <p:spPr>
            <a:xfrm>
              <a:off x="5538918" y="5931831"/>
              <a:ext cx="5381" cy="5372"/>
            </a:xfrm>
            <a:custGeom>
              <a:avLst/>
              <a:gdLst>
                <a:gd name="connsiteX0" fmla="*/ 2691 w 5381"/>
                <a:gd name="connsiteY0" fmla="*/ 0 h 5372"/>
                <a:gd name="connsiteX1" fmla="*/ 5382 w 5381"/>
                <a:gd name="connsiteY1" fmla="*/ 2686 h 5372"/>
                <a:gd name="connsiteX2" fmla="*/ 1345 w 5381"/>
                <a:gd name="connsiteY2" fmla="*/ 5372 h 5372"/>
                <a:gd name="connsiteX3" fmla="*/ 0 w 5381"/>
                <a:gd name="connsiteY3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5372">
                  <a:moveTo>
                    <a:pt x="2691" y="0"/>
                  </a:moveTo>
                  <a:lnTo>
                    <a:pt x="5382" y="2686"/>
                  </a:lnTo>
                  <a:lnTo>
                    <a:pt x="1345" y="5372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6" name="Freeform 1245">
              <a:extLst>
                <a:ext uri="{FF2B5EF4-FFF2-40B4-BE49-F238E27FC236}">
                  <a16:creationId xmlns:a16="http://schemas.microsoft.com/office/drawing/2014/main" id="{0D41DA5C-11B5-FFF6-C7CE-F1D47EB685FF}"/>
                </a:ext>
              </a:extLst>
            </p:cNvPr>
            <p:cNvSpPr/>
            <p:nvPr/>
          </p:nvSpPr>
          <p:spPr>
            <a:xfrm>
              <a:off x="5563134" y="5930488"/>
              <a:ext cx="4036" cy="6715"/>
            </a:xfrm>
            <a:custGeom>
              <a:avLst/>
              <a:gdLst>
                <a:gd name="connsiteX0" fmla="*/ 2691 w 4036"/>
                <a:gd name="connsiteY0" fmla="*/ 0 h 6715"/>
                <a:gd name="connsiteX1" fmla="*/ 4036 w 4036"/>
                <a:gd name="connsiteY1" fmla="*/ 6715 h 6715"/>
                <a:gd name="connsiteX2" fmla="*/ 0 w 4036"/>
                <a:gd name="connsiteY2" fmla="*/ 5373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6715">
                  <a:moveTo>
                    <a:pt x="2691" y="0"/>
                  </a:moveTo>
                  <a:lnTo>
                    <a:pt x="4036" y="6715"/>
                  </a:lnTo>
                  <a:lnTo>
                    <a:pt x="0" y="537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7" name="Freeform 1246">
              <a:extLst>
                <a:ext uri="{FF2B5EF4-FFF2-40B4-BE49-F238E27FC236}">
                  <a16:creationId xmlns:a16="http://schemas.microsoft.com/office/drawing/2014/main" id="{44B753F5-410F-D579-AFF0-F17D990E7F7C}"/>
                </a:ext>
              </a:extLst>
            </p:cNvPr>
            <p:cNvSpPr/>
            <p:nvPr/>
          </p:nvSpPr>
          <p:spPr>
            <a:xfrm>
              <a:off x="5556408" y="5926459"/>
              <a:ext cx="5381" cy="6715"/>
            </a:xfrm>
            <a:custGeom>
              <a:avLst/>
              <a:gdLst>
                <a:gd name="connsiteX0" fmla="*/ 0 w 5381"/>
                <a:gd name="connsiteY0" fmla="*/ 2686 h 6715"/>
                <a:gd name="connsiteX1" fmla="*/ 5381 w 5381"/>
                <a:gd name="connsiteY1" fmla="*/ 0 h 6715"/>
                <a:gd name="connsiteX2" fmla="*/ 5381 w 5381"/>
                <a:gd name="connsiteY2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6715">
                  <a:moveTo>
                    <a:pt x="0" y="2686"/>
                  </a:moveTo>
                  <a:lnTo>
                    <a:pt x="5381" y="0"/>
                  </a:lnTo>
                  <a:lnTo>
                    <a:pt x="5381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8" name="Freeform 1247">
              <a:extLst>
                <a:ext uri="{FF2B5EF4-FFF2-40B4-BE49-F238E27FC236}">
                  <a16:creationId xmlns:a16="http://schemas.microsoft.com/office/drawing/2014/main" id="{3AAE691A-1A52-24E2-9552-0D82F6A3ACF7}"/>
                </a:ext>
              </a:extLst>
            </p:cNvPr>
            <p:cNvSpPr/>
            <p:nvPr/>
          </p:nvSpPr>
          <p:spPr>
            <a:xfrm>
              <a:off x="5545644" y="5969438"/>
              <a:ext cx="2690" cy="4029"/>
            </a:xfrm>
            <a:custGeom>
              <a:avLst/>
              <a:gdLst>
                <a:gd name="connsiteX0" fmla="*/ 0 w 2690"/>
                <a:gd name="connsiteY0" fmla="*/ 0 h 4029"/>
                <a:gd name="connsiteX1" fmla="*/ 2691 w 2690"/>
                <a:gd name="connsiteY1" fmla="*/ 0 h 4029"/>
                <a:gd name="connsiteX2" fmla="*/ 2691 w 2690"/>
                <a:gd name="connsiteY2" fmla="*/ 4029 h 4029"/>
                <a:gd name="connsiteX3" fmla="*/ 0 w 2690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4029">
                  <a:moveTo>
                    <a:pt x="0" y="0"/>
                  </a:moveTo>
                  <a:lnTo>
                    <a:pt x="2691" y="0"/>
                  </a:lnTo>
                  <a:lnTo>
                    <a:pt x="2691" y="4029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49" name="Freeform 1248">
              <a:extLst>
                <a:ext uri="{FF2B5EF4-FFF2-40B4-BE49-F238E27FC236}">
                  <a16:creationId xmlns:a16="http://schemas.microsoft.com/office/drawing/2014/main" id="{48C2DB1A-A87C-3ACA-871B-06DEB3A7B4C3}"/>
                </a:ext>
              </a:extLst>
            </p:cNvPr>
            <p:cNvSpPr/>
            <p:nvPr/>
          </p:nvSpPr>
          <p:spPr>
            <a:xfrm>
              <a:off x="5545644" y="5927802"/>
              <a:ext cx="8072" cy="8058"/>
            </a:xfrm>
            <a:custGeom>
              <a:avLst/>
              <a:gdLst>
                <a:gd name="connsiteX0" fmla="*/ 0 w 8072"/>
                <a:gd name="connsiteY0" fmla="*/ 8059 h 8058"/>
                <a:gd name="connsiteX1" fmla="*/ 1345 w 8072"/>
                <a:gd name="connsiteY1" fmla="*/ 4029 h 8058"/>
                <a:gd name="connsiteX2" fmla="*/ 0 w 8072"/>
                <a:gd name="connsiteY2" fmla="*/ 0 h 8058"/>
                <a:gd name="connsiteX3" fmla="*/ 5382 w 8072"/>
                <a:gd name="connsiteY3" fmla="*/ 1343 h 8058"/>
                <a:gd name="connsiteX4" fmla="*/ 8072 w 8072"/>
                <a:gd name="connsiteY4" fmla="*/ 5372 h 8058"/>
                <a:gd name="connsiteX5" fmla="*/ 4036 w 8072"/>
                <a:gd name="connsiteY5" fmla="*/ 6715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8058">
                  <a:moveTo>
                    <a:pt x="0" y="8059"/>
                  </a:moveTo>
                  <a:lnTo>
                    <a:pt x="1345" y="4029"/>
                  </a:lnTo>
                  <a:lnTo>
                    <a:pt x="0" y="0"/>
                  </a:lnTo>
                  <a:lnTo>
                    <a:pt x="5382" y="1343"/>
                  </a:lnTo>
                  <a:lnTo>
                    <a:pt x="8072" y="5372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0" name="Freeform 1249">
              <a:extLst>
                <a:ext uri="{FF2B5EF4-FFF2-40B4-BE49-F238E27FC236}">
                  <a16:creationId xmlns:a16="http://schemas.microsoft.com/office/drawing/2014/main" id="{11414FDF-F411-FAA5-F930-6BEDE8377385}"/>
                </a:ext>
              </a:extLst>
            </p:cNvPr>
            <p:cNvSpPr/>
            <p:nvPr/>
          </p:nvSpPr>
          <p:spPr>
            <a:xfrm>
              <a:off x="5529500" y="5938546"/>
              <a:ext cx="8072" cy="5372"/>
            </a:xfrm>
            <a:custGeom>
              <a:avLst/>
              <a:gdLst>
                <a:gd name="connsiteX0" fmla="*/ 5381 w 8072"/>
                <a:gd name="connsiteY0" fmla="*/ 5372 h 5372"/>
                <a:gd name="connsiteX1" fmla="*/ 0 w 8072"/>
                <a:gd name="connsiteY1" fmla="*/ 2686 h 5372"/>
                <a:gd name="connsiteX2" fmla="*/ 0 w 8072"/>
                <a:gd name="connsiteY2" fmla="*/ 0 h 5372"/>
                <a:gd name="connsiteX3" fmla="*/ 5381 w 8072"/>
                <a:gd name="connsiteY3" fmla="*/ 0 h 5372"/>
                <a:gd name="connsiteX4" fmla="*/ 8072 w 8072"/>
                <a:gd name="connsiteY4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5372">
                  <a:moveTo>
                    <a:pt x="5381" y="5372"/>
                  </a:moveTo>
                  <a:lnTo>
                    <a:pt x="0" y="2686"/>
                  </a:lnTo>
                  <a:lnTo>
                    <a:pt x="0" y="0"/>
                  </a:lnTo>
                  <a:lnTo>
                    <a:pt x="5381" y="0"/>
                  </a:lnTo>
                  <a:lnTo>
                    <a:pt x="8072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1" name="Freeform 1250">
              <a:extLst>
                <a:ext uri="{FF2B5EF4-FFF2-40B4-BE49-F238E27FC236}">
                  <a16:creationId xmlns:a16="http://schemas.microsoft.com/office/drawing/2014/main" id="{E4AE3292-1397-A8B4-B663-AC65CFC8C42B}"/>
                </a:ext>
              </a:extLst>
            </p:cNvPr>
            <p:cNvSpPr/>
            <p:nvPr/>
          </p:nvSpPr>
          <p:spPr>
            <a:xfrm>
              <a:off x="5553717" y="5961379"/>
              <a:ext cx="4036" cy="4029"/>
            </a:xfrm>
            <a:custGeom>
              <a:avLst/>
              <a:gdLst>
                <a:gd name="connsiteX0" fmla="*/ 0 w 4036"/>
                <a:gd name="connsiteY0" fmla="*/ 0 h 4029"/>
                <a:gd name="connsiteX1" fmla="*/ 4036 w 4036"/>
                <a:gd name="connsiteY1" fmla="*/ 0 h 4029"/>
                <a:gd name="connsiteX2" fmla="*/ 4036 w 4036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4029">
                  <a:moveTo>
                    <a:pt x="0" y="0"/>
                  </a:moveTo>
                  <a:lnTo>
                    <a:pt x="4036" y="0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2" name="Freeform 1251">
              <a:extLst>
                <a:ext uri="{FF2B5EF4-FFF2-40B4-BE49-F238E27FC236}">
                  <a16:creationId xmlns:a16="http://schemas.microsoft.com/office/drawing/2014/main" id="{2AA0D34D-B9A2-F33D-9D13-4E1D8A7E079B}"/>
                </a:ext>
              </a:extLst>
            </p:cNvPr>
            <p:cNvSpPr/>
            <p:nvPr/>
          </p:nvSpPr>
          <p:spPr>
            <a:xfrm>
              <a:off x="5560444" y="5966751"/>
              <a:ext cx="5381" cy="4029"/>
            </a:xfrm>
            <a:custGeom>
              <a:avLst/>
              <a:gdLst>
                <a:gd name="connsiteX0" fmla="*/ 0 w 5381"/>
                <a:gd name="connsiteY0" fmla="*/ 1343 h 4029"/>
                <a:gd name="connsiteX1" fmla="*/ 5381 w 5381"/>
                <a:gd name="connsiteY1" fmla="*/ 0 h 4029"/>
                <a:gd name="connsiteX2" fmla="*/ 2691 w 5381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4029">
                  <a:moveTo>
                    <a:pt x="0" y="1343"/>
                  </a:moveTo>
                  <a:lnTo>
                    <a:pt x="5381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3" name="Freeform 1252">
              <a:extLst>
                <a:ext uri="{FF2B5EF4-FFF2-40B4-BE49-F238E27FC236}">
                  <a16:creationId xmlns:a16="http://schemas.microsoft.com/office/drawing/2014/main" id="{89D21CAA-6E59-5718-8381-9E93C188DDF2}"/>
                </a:ext>
              </a:extLst>
            </p:cNvPr>
            <p:cNvSpPr/>
            <p:nvPr/>
          </p:nvSpPr>
          <p:spPr>
            <a:xfrm>
              <a:off x="5569861" y="5921087"/>
              <a:ext cx="6726" cy="4029"/>
            </a:xfrm>
            <a:custGeom>
              <a:avLst/>
              <a:gdLst>
                <a:gd name="connsiteX0" fmla="*/ 0 w 6726"/>
                <a:gd name="connsiteY0" fmla="*/ 1343 h 4029"/>
                <a:gd name="connsiteX1" fmla="*/ 2691 w 6726"/>
                <a:gd name="connsiteY1" fmla="*/ 0 h 4029"/>
                <a:gd name="connsiteX2" fmla="*/ 6727 w 6726"/>
                <a:gd name="connsiteY2" fmla="*/ 4029 h 4029"/>
                <a:gd name="connsiteX3" fmla="*/ 1345 w 6726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4029">
                  <a:moveTo>
                    <a:pt x="0" y="1343"/>
                  </a:moveTo>
                  <a:lnTo>
                    <a:pt x="2691" y="0"/>
                  </a:lnTo>
                  <a:lnTo>
                    <a:pt x="6727" y="4029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4" name="Freeform 1253">
              <a:extLst>
                <a:ext uri="{FF2B5EF4-FFF2-40B4-BE49-F238E27FC236}">
                  <a16:creationId xmlns:a16="http://schemas.microsoft.com/office/drawing/2014/main" id="{81F85C8D-194D-5431-2E9B-E5449BD851FF}"/>
                </a:ext>
              </a:extLst>
            </p:cNvPr>
            <p:cNvSpPr/>
            <p:nvPr/>
          </p:nvSpPr>
          <p:spPr>
            <a:xfrm>
              <a:off x="5571207" y="5926459"/>
              <a:ext cx="17489" cy="20146"/>
            </a:xfrm>
            <a:custGeom>
              <a:avLst/>
              <a:gdLst>
                <a:gd name="connsiteX0" fmla="*/ 6727 w 17489"/>
                <a:gd name="connsiteY0" fmla="*/ 0 h 20146"/>
                <a:gd name="connsiteX1" fmla="*/ 12108 w 17489"/>
                <a:gd name="connsiteY1" fmla="*/ 1343 h 20146"/>
                <a:gd name="connsiteX2" fmla="*/ 13454 w 17489"/>
                <a:gd name="connsiteY2" fmla="*/ 4029 h 20146"/>
                <a:gd name="connsiteX3" fmla="*/ 17490 w 17489"/>
                <a:gd name="connsiteY3" fmla="*/ 9402 h 20146"/>
                <a:gd name="connsiteX4" fmla="*/ 14799 w 17489"/>
                <a:gd name="connsiteY4" fmla="*/ 13431 h 20146"/>
                <a:gd name="connsiteX5" fmla="*/ 13454 w 17489"/>
                <a:gd name="connsiteY5" fmla="*/ 16117 h 20146"/>
                <a:gd name="connsiteX6" fmla="*/ 9418 w 17489"/>
                <a:gd name="connsiteY6" fmla="*/ 17460 h 20146"/>
                <a:gd name="connsiteX7" fmla="*/ 6727 w 17489"/>
                <a:gd name="connsiteY7" fmla="*/ 16117 h 20146"/>
                <a:gd name="connsiteX8" fmla="*/ 4036 w 17489"/>
                <a:gd name="connsiteY8" fmla="*/ 16117 h 20146"/>
                <a:gd name="connsiteX9" fmla="*/ 1345 w 17489"/>
                <a:gd name="connsiteY9" fmla="*/ 20146 h 20146"/>
                <a:gd name="connsiteX10" fmla="*/ 0 w 17489"/>
                <a:gd name="connsiteY10" fmla="*/ 13431 h 20146"/>
                <a:gd name="connsiteX11" fmla="*/ 0 w 17489"/>
                <a:gd name="connsiteY11" fmla="*/ 9402 h 20146"/>
                <a:gd name="connsiteX12" fmla="*/ 2691 w 17489"/>
                <a:gd name="connsiteY12" fmla="*/ 1343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489" h="20146">
                  <a:moveTo>
                    <a:pt x="6727" y="0"/>
                  </a:moveTo>
                  <a:lnTo>
                    <a:pt x="12108" y="1343"/>
                  </a:lnTo>
                  <a:lnTo>
                    <a:pt x="13454" y="4029"/>
                  </a:lnTo>
                  <a:lnTo>
                    <a:pt x="17490" y="9402"/>
                  </a:lnTo>
                  <a:lnTo>
                    <a:pt x="14799" y="13431"/>
                  </a:lnTo>
                  <a:lnTo>
                    <a:pt x="13454" y="16117"/>
                  </a:lnTo>
                  <a:lnTo>
                    <a:pt x="9418" y="17460"/>
                  </a:lnTo>
                  <a:lnTo>
                    <a:pt x="6727" y="16117"/>
                  </a:lnTo>
                  <a:lnTo>
                    <a:pt x="4036" y="16117"/>
                  </a:lnTo>
                  <a:lnTo>
                    <a:pt x="1345" y="20146"/>
                  </a:lnTo>
                  <a:lnTo>
                    <a:pt x="0" y="13431"/>
                  </a:lnTo>
                  <a:lnTo>
                    <a:pt x="0" y="9402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5" name="Freeform 1254">
              <a:extLst>
                <a:ext uri="{FF2B5EF4-FFF2-40B4-BE49-F238E27FC236}">
                  <a16:creationId xmlns:a16="http://schemas.microsoft.com/office/drawing/2014/main" id="{08929B4A-E6C1-BA74-B58E-3C0B3862AE17}"/>
                </a:ext>
              </a:extLst>
            </p:cNvPr>
            <p:cNvSpPr/>
            <p:nvPr/>
          </p:nvSpPr>
          <p:spPr>
            <a:xfrm>
              <a:off x="5549681" y="5937203"/>
              <a:ext cx="12108" cy="5928"/>
            </a:xfrm>
            <a:custGeom>
              <a:avLst/>
              <a:gdLst>
                <a:gd name="connsiteX0" fmla="*/ 0 w 12108"/>
                <a:gd name="connsiteY0" fmla="*/ 4029 h 5928"/>
                <a:gd name="connsiteX1" fmla="*/ 1345 w 12108"/>
                <a:gd name="connsiteY1" fmla="*/ 0 h 5928"/>
                <a:gd name="connsiteX2" fmla="*/ 12108 w 12108"/>
                <a:gd name="connsiteY2" fmla="*/ 0 h 5928"/>
                <a:gd name="connsiteX3" fmla="*/ 9418 w 12108"/>
                <a:gd name="connsiteY3" fmla="*/ 2686 h 5928"/>
                <a:gd name="connsiteX4" fmla="*/ 2691 w 12108"/>
                <a:gd name="connsiteY4" fmla="*/ 4029 h 5928"/>
                <a:gd name="connsiteX5" fmla="*/ 1345 w 12108"/>
                <a:gd name="connsiteY5" fmla="*/ 5373 h 5928"/>
                <a:gd name="connsiteX6" fmla="*/ 0 w 12108"/>
                <a:gd name="connsiteY6" fmla="*/ 4029 h 5928"/>
                <a:gd name="connsiteX7" fmla="*/ 0 w 12108"/>
                <a:gd name="connsiteY7" fmla="*/ 4029 h 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8" h="5928">
                  <a:moveTo>
                    <a:pt x="0" y="4029"/>
                  </a:moveTo>
                  <a:lnTo>
                    <a:pt x="1345" y="0"/>
                  </a:lnTo>
                  <a:lnTo>
                    <a:pt x="12108" y="0"/>
                  </a:lnTo>
                  <a:lnTo>
                    <a:pt x="9418" y="2686"/>
                  </a:lnTo>
                  <a:lnTo>
                    <a:pt x="2691" y="4029"/>
                  </a:lnTo>
                  <a:lnTo>
                    <a:pt x="1345" y="5373"/>
                  </a:lnTo>
                  <a:cubicBezTo>
                    <a:pt x="2691" y="6715"/>
                    <a:pt x="0" y="5373"/>
                    <a:pt x="0" y="4029"/>
                  </a:cubicBez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6" name="Freeform 1255">
              <a:extLst>
                <a:ext uri="{FF2B5EF4-FFF2-40B4-BE49-F238E27FC236}">
                  <a16:creationId xmlns:a16="http://schemas.microsoft.com/office/drawing/2014/main" id="{EDD3F697-2F05-0B75-1E6C-635378583630}"/>
                </a:ext>
              </a:extLst>
            </p:cNvPr>
            <p:cNvSpPr/>
            <p:nvPr/>
          </p:nvSpPr>
          <p:spPr>
            <a:xfrm>
              <a:off x="5553717" y="5946605"/>
              <a:ext cx="9417" cy="5372"/>
            </a:xfrm>
            <a:custGeom>
              <a:avLst/>
              <a:gdLst>
                <a:gd name="connsiteX0" fmla="*/ 1345 w 9417"/>
                <a:gd name="connsiteY0" fmla="*/ 5372 h 5372"/>
                <a:gd name="connsiteX1" fmla="*/ 0 w 9417"/>
                <a:gd name="connsiteY1" fmla="*/ 2686 h 5372"/>
                <a:gd name="connsiteX2" fmla="*/ 5381 w 9417"/>
                <a:gd name="connsiteY2" fmla="*/ 1343 h 5372"/>
                <a:gd name="connsiteX3" fmla="*/ 9418 w 9417"/>
                <a:gd name="connsiteY3" fmla="*/ 0 h 5372"/>
                <a:gd name="connsiteX4" fmla="*/ 8072 w 9417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5372">
                  <a:moveTo>
                    <a:pt x="1345" y="5372"/>
                  </a:moveTo>
                  <a:lnTo>
                    <a:pt x="0" y="2686"/>
                  </a:lnTo>
                  <a:lnTo>
                    <a:pt x="5381" y="1343"/>
                  </a:lnTo>
                  <a:lnTo>
                    <a:pt x="9418" y="0"/>
                  </a:lnTo>
                  <a:lnTo>
                    <a:pt x="8072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7" name="Freeform 1256">
              <a:extLst>
                <a:ext uri="{FF2B5EF4-FFF2-40B4-BE49-F238E27FC236}">
                  <a16:creationId xmlns:a16="http://schemas.microsoft.com/office/drawing/2014/main" id="{E7C90C16-6B65-6830-8D3B-2D50EBEEEB1D}"/>
                </a:ext>
              </a:extLst>
            </p:cNvPr>
            <p:cNvSpPr/>
            <p:nvPr/>
          </p:nvSpPr>
          <p:spPr>
            <a:xfrm>
              <a:off x="5557753" y="5953320"/>
              <a:ext cx="10762" cy="12087"/>
            </a:xfrm>
            <a:custGeom>
              <a:avLst/>
              <a:gdLst>
                <a:gd name="connsiteX0" fmla="*/ 0 w 10762"/>
                <a:gd name="connsiteY0" fmla="*/ 1343 h 12087"/>
                <a:gd name="connsiteX1" fmla="*/ 4036 w 10762"/>
                <a:gd name="connsiteY1" fmla="*/ 0 h 12087"/>
                <a:gd name="connsiteX2" fmla="*/ 9418 w 10762"/>
                <a:gd name="connsiteY2" fmla="*/ 0 h 12087"/>
                <a:gd name="connsiteX3" fmla="*/ 10763 w 10762"/>
                <a:gd name="connsiteY3" fmla="*/ 8059 h 12087"/>
                <a:gd name="connsiteX4" fmla="*/ 8072 w 10762"/>
                <a:gd name="connsiteY4" fmla="*/ 12088 h 12087"/>
                <a:gd name="connsiteX5" fmla="*/ 4036 w 10762"/>
                <a:gd name="connsiteY5" fmla="*/ 9402 h 12087"/>
                <a:gd name="connsiteX6" fmla="*/ 2691 w 10762"/>
                <a:gd name="connsiteY6" fmla="*/ 4029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62" h="12087">
                  <a:moveTo>
                    <a:pt x="0" y="1343"/>
                  </a:moveTo>
                  <a:lnTo>
                    <a:pt x="4036" y="0"/>
                  </a:lnTo>
                  <a:lnTo>
                    <a:pt x="9418" y="0"/>
                  </a:lnTo>
                  <a:lnTo>
                    <a:pt x="10763" y="8059"/>
                  </a:lnTo>
                  <a:lnTo>
                    <a:pt x="8072" y="12088"/>
                  </a:lnTo>
                  <a:lnTo>
                    <a:pt x="4036" y="9402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8" name="Freeform 1257">
              <a:extLst>
                <a:ext uri="{FF2B5EF4-FFF2-40B4-BE49-F238E27FC236}">
                  <a16:creationId xmlns:a16="http://schemas.microsoft.com/office/drawing/2014/main" id="{18D0BAF0-3D4A-2672-5C0C-E52537B9D1B3}"/>
                </a:ext>
              </a:extLst>
            </p:cNvPr>
            <p:cNvSpPr/>
            <p:nvPr/>
          </p:nvSpPr>
          <p:spPr>
            <a:xfrm>
              <a:off x="5551026" y="5966751"/>
              <a:ext cx="9417" cy="8058"/>
            </a:xfrm>
            <a:custGeom>
              <a:avLst/>
              <a:gdLst>
                <a:gd name="connsiteX0" fmla="*/ 0 w 9417"/>
                <a:gd name="connsiteY0" fmla="*/ 2686 h 8058"/>
                <a:gd name="connsiteX1" fmla="*/ 1345 w 9417"/>
                <a:gd name="connsiteY1" fmla="*/ 0 h 8058"/>
                <a:gd name="connsiteX2" fmla="*/ 2691 w 9417"/>
                <a:gd name="connsiteY2" fmla="*/ 1343 h 8058"/>
                <a:gd name="connsiteX3" fmla="*/ 6727 w 9417"/>
                <a:gd name="connsiteY3" fmla="*/ 2686 h 8058"/>
                <a:gd name="connsiteX4" fmla="*/ 9418 w 9417"/>
                <a:gd name="connsiteY4" fmla="*/ 6715 h 8058"/>
                <a:gd name="connsiteX5" fmla="*/ 4036 w 9417"/>
                <a:gd name="connsiteY5" fmla="*/ 805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8058">
                  <a:moveTo>
                    <a:pt x="0" y="2686"/>
                  </a:moveTo>
                  <a:lnTo>
                    <a:pt x="1345" y="0"/>
                  </a:lnTo>
                  <a:lnTo>
                    <a:pt x="2691" y="1343"/>
                  </a:lnTo>
                  <a:lnTo>
                    <a:pt x="6727" y="2686"/>
                  </a:lnTo>
                  <a:lnTo>
                    <a:pt x="9418" y="6715"/>
                  </a:lnTo>
                  <a:lnTo>
                    <a:pt x="4036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59" name="Freeform 1258">
              <a:extLst>
                <a:ext uri="{FF2B5EF4-FFF2-40B4-BE49-F238E27FC236}">
                  <a16:creationId xmlns:a16="http://schemas.microsoft.com/office/drawing/2014/main" id="{CA2E8DA4-DFD4-25C4-F639-88153F7B2DAD}"/>
                </a:ext>
              </a:extLst>
            </p:cNvPr>
            <p:cNvSpPr/>
            <p:nvPr/>
          </p:nvSpPr>
          <p:spPr>
            <a:xfrm>
              <a:off x="5552371" y="6047336"/>
              <a:ext cx="22871" cy="28204"/>
            </a:xfrm>
            <a:custGeom>
              <a:avLst/>
              <a:gdLst>
                <a:gd name="connsiteX0" fmla="*/ 12109 w 22871"/>
                <a:gd name="connsiteY0" fmla="*/ 22832 h 28204"/>
                <a:gd name="connsiteX1" fmla="*/ 14799 w 22871"/>
                <a:gd name="connsiteY1" fmla="*/ 20146 h 28204"/>
                <a:gd name="connsiteX2" fmla="*/ 12109 w 22871"/>
                <a:gd name="connsiteY2" fmla="*/ 17460 h 28204"/>
                <a:gd name="connsiteX3" fmla="*/ 10763 w 22871"/>
                <a:gd name="connsiteY3" fmla="*/ 18803 h 28204"/>
                <a:gd name="connsiteX4" fmla="*/ 5382 w 22871"/>
                <a:gd name="connsiteY4" fmla="*/ 9402 h 28204"/>
                <a:gd name="connsiteX5" fmla="*/ 0 w 22871"/>
                <a:gd name="connsiteY5" fmla="*/ 5372 h 28204"/>
                <a:gd name="connsiteX6" fmla="*/ 2691 w 22871"/>
                <a:gd name="connsiteY6" fmla="*/ 2686 h 28204"/>
                <a:gd name="connsiteX7" fmla="*/ 6727 w 22871"/>
                <a:gd name="connsiteY7" fmla="*/ 2686 h 28204"/>
                <a:gd name="connsiteX8" fmla="*/ 10763 w 22871"/>
                <a:gd name="connsiteY8" fmla="*/ 0 h 28204"/>
                <a:gd name="connsiteX9" fmla="*/ 12109 w 22871"/>
                <a:gd name="connsiteY9" fmla="*/ 8059 h 28204"/>
                <a:gd name="connsiteX10" fmla="*/ 16144 w 22871"/>
                <a:gd name="connsiteY10" fmla="*/ 10744 h 28204"/>
                <a:gd name="connsiteX11" fmla="*/ 16144 w 22871"/>
                <a:gd name="connsiteY11" fmla="*/ 16117 h 28204"/>
                <a:gd name="connsiteX12" fmla="*/ 20181 w 22871"/>
                <a:gd name="connsiteY12" fmla="*/ 20146 h 28204"/>
                <a:gd name="connsiteX13" fmla="*/ 22871 w 22871"/>
                <a:gd name="connsiteY13" fmla="*/ 28205 h 28204"/>
                <a:gd name="connsiteX14" fmla="*/ 17490 w 22871"/>
                <a:gd name="connsiteY14" fmla="*/ 26862 h 28204"/>
                <a:gd name="connsiteX15" fmla="*/ 13454 w 22871"/>
                <a:gd name="connsiteY15" fmla="*/ 28205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2871" h="28204">
                  <a:moveTo>
                    <a:pt x="12109" y="22832"/>
                  </a:moveTo>
                  <a:lnTo>
                    <a:pt x="14799" y="20146"/>
                  </a:lnTo>
                  <a:lnTo>
                    <a:pt x="12109" y="17460"/>
                  </a:lnTo>
                  <a:lnTo>
                    <a:pt x="10763" y="18803"/>
                  </a:lnTo>
                  <a:lnTo>
                    <a:pt x="5382" y="9402"/>
                  </a:lnTo>
                  <a:lnTo>
                    <a:pt x="0" y="5372"/>
                  </a:lnTo>
                  <a:lnTo>
                    <a:pt x="2691" y="2686"/>
                  </a:lnTo>
                  <a:lnTo>
                    <a:pt x="6727" y="2686"/>
                  </a:lnTo>
                  <a:lnTo>
                    <a:pt x="10763" y="0"/>
                  </a:lnTo>
                  <a:lnTo>
                    <a:pt x="12109" y="8059"/>
                  </a:lnTo>
                  <a:lnTo>
                    <a:pt x="16144" y="10744"/>
                  </a:lnTo>
                  <a:lnTo>
                    <a:pt x="16144" y="16117"/>
                  </a:lnTo>
                  <a:lnTo>
                    <a:pt x="20181" y="20146"/>
                  </a:lnTo>
                  <a:lnTo>
                    <a:pt x="22871" y="28205"/>
                  </a:lnTo>
                  <a:lnTo>
                    <a:pt x="17490" y="26862"/>
                  </a:lnTo>
                  <a:lnTo>
                    <a:pt x="13454" y="2820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0" name="Freeform 1259">
              <a:extLst>
                <a:ext uri="{FF2B5EF4-FFF2-40B4-BE49-F238E27FC236}">
                  <a16:creationId xmlns:a16="http://schemas.microsoft.com/office/drawing/2014/main" id="{A9136D52-7A32-D536-3D66-F16472384605}"/>
                </a:ext>
              </a:extLst>
            </p:cNvPr>
            <p:cNvSpPr/>
            <p:nvPr/>
          </p:nvSpPr>
          <p:spPr>
            <a:xfrm>
              <a:off x="5544299" y="6055394"/>
              <a:ext cx="17489" cy="26861"/>
            </a:xfrm>
            <a:custGeom>
              <a:avLst/>
              <a:gdLst>
                <a:gd name="connsiteX0" fmla="*/ 0 w 17489"/>
                <a:gd name="connsiteY0" fmla="*/ 4029 h 26861"/>
                <a:gd name="connsiteX1" fmla="*/ 0 w 17489"/>
                <a:gd name="connsiteY1" fmla="*/ 1343 h 26861"/>
                <a:gd name="connsiteX2" fmla="*/ 2691 w 17489"/>
                <a:gd name="connsiteY2" fmla="*/ 0 h 26861"/>
                <a:gd name="connsiteX3" fmla="*/ 6727 w 17489"/>
                <a:gd name="connsiteY3" fmla="*/ 0 h 26861"/>
                <a:gd name="connsiteX4" fmla="*/ 13454 w 17489"/>
                <a:gd name="connsiteY4" fmla="*/ 10744 h 26861"/>
                <a:gd name="connsiteX5" fmla="*/ 17490 w 17489"/>
                <a:gd name="connsiteY5" fmla="*/ 17460 h 26861"/>
                <a:gd name="connsiteX6" fmla="*/ 17490 w 17489"/>
                <a:gd name="connsiteY6" fmla="*/ 24175 h 26861"/>
                <a:gd name="connsiteX7" fmla="*/ 16144 w 17489"/>
                <a:gd name="connsiteY7" fmla="*/ 26862 h 26861"/>
                <a:gd name="connsiteX8" fmla="*/ 12108 w 17489"/>
                <a:gd name="connsiteY8" fmla="*/ 24175 h 26861"/>
                <a:gd name="connsiteX9" fmla="*/ 9418 w 17489"/>
                <a:gd name="connsiteY9" fmla="*/ 16117 h 26861"/>
                <a:gd name="connsiteX10" fmla="*/ 10763 w 17489"/>
                <a:gd name="connsiteY10" fmla="*/ 13431 h 26861"/>
                <a:gd name="connsiteX11" fmla="*/ 6727 w 17489"/>
                <a:gd name="connsiteY11" fmla="*/ 12088 h 26861"/>
                <a:gd name="connsiteX12" fmla="*/ 1345 w 17489"/>
                <a:gd name="connsiteY12" fmla="*/ 10744 h 2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489" h="26861">
                  <a:moveTo>
                    <a:pt x="0" y="4029"/>
                  </a:moveTo>
                  <a:lnTo>
                    <a:pt x="0" y="1343"/>
                  </a:lnTo>
                  <a:lnTo>
                    <a:pt x="2691" y="0"/>
                  </a:lnTo>
                  <a:lnTo>
                    <a:pt x="6727" y="0"/>
                  </a:lnTo>
                  <a:lnTo>
                    <a:pt x="13454" y="10744"/>
                  </a:lnTo>
                  <a:lnTo>
                    <a:pt x="17490" y="17460"/>
                  </a:lnTo>
                  <a:lnTo>
                    <a:pt x="17490" y="24175"/>
                  </a:lnTo>
                  <a:lnTo>
                    <a:pt x="16144" y="26862"/>
                  </a:lnTo>
                  <a:lnTo>
                    <a:pt x="12108" y="24175"/>
                  </a:lnTo>
                  <a:lnTo>
                    <a:pt x="9418" y="16117"/>
                  </a:lnTo>
                  <a:lnTo>
                    <a:pt x="10763" y="13431"/>
                  </a:lnTo>
                  <a:lnTo>
                    <a:pt x="6727" y="12088"/>
                  </a:lnTo>
                  <a:lnTo>
                    <a:pt x="1345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1" name="Freeform 1260">
              <a:extLst>
                <a:ext uri="{FF2B5EF4-FFF2-40B4-BE49-F238E27FC236}">
                  <a16:creationId xmlns:a16="http://schemas.microsoft.com/office/drawing/2014/main" id="{879B3C8C-0284-7C95-99C0-046EED335DEA}"/>
                </a:ext>
              </a:extLst>
            </p:cNvPr>
            <p:cNvSpPr/>
            <p:nvPr/>
          </p:nvSpPr>
          <p:spPr>
            <a:xfrm>
              <a:off x="5545644" y="6068825"/>
              <a:ext cx="6726" cy="10744"/>
            </a:xfrm>
            <a:custGeom>
              <a:avLst/>
              <a:gdLst>
                <a:gd name="connsiteX0" fmla="*/ 0 w 6726"/>
                <a:gd name="connsiteY0" fmla="*/ 0 h 10744"/>
                <a:gd name="connsiteX1" fmla="*/ 2691 w 6726"/>
                <a:gd name="connsiteY1" fmla="*/ 0 h 10744"/>
                <a:gd name="connsiteX2" fmla="*/ 5382 w 6726"/>
                <a:gd name="connsiteY2" fmla="*/ 1343 h 10744"/>
                <a:gd name="connsiteX3" fmla="*/ 6727 w 6726"/>
                <a:gd name="connsiteY3" fmla="*/ 6715 h 10744"/>
                <a:gd name="connsiteX4" fmla="*/ 6727 w 6726"/>
                <a:gd name="connsiteY4" fmla="*/ 10744 h 10744"/>
                <a:gd name="connsiteX5" fmla="*/ 4036 w 6726"/>
                <a:gd name="connsiteY5" fmla="*/ 10744 h 10744"/>
                <a:gd name="connsiteX6" fmla="*/ 2691 w 6726"/>
                <a:gd name="connsiteY6" fmla="*/ 9401 h 10744"/>
                <a:gd name="connsiteX7" fmla="*/ 0 w 6726"/>
                <a:gd name="connsiteY7" fmla="*/ 671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10744">
                  <a:moveTo>
                    <a:pt x="0" y="0"/>
                  </a:moveTo>
                  <a:lnTo>
                    <a:pt x="2691" y="0"/>
                  </a:lnTo>
                  <a:lnTo>
                    <a:pt x="5382" y="1343"/>
                  </a:lnTo>
                  <a:lnTo>
                    <a:pt x="6727" y="6715"/>
                  </a:lnTo>
                  <a:lnTo>
                    <a:pt x="6727" y="10744"/>
                  </a:lnTo>
                  <a:lnTo>
                    <a:pt x="4036" y="10744"/>
                  </a:lnTo>
                  <a:lnTo>
                    <a:pt x="2691" y="9401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2" name="Freeform 1261">
              <a:extLst>
                <a:ext uri="{FF2B5EF4-FFF2-40B4-BE49-F238E27FC236}">
                  <a16:creationId xmlns:a16="http://schemas.microsoft.com/office/drawing/2014/main" id="{5E60836A-B842-2C88-43F2-9EDE6FA4BDB9}"/>
                </a:ext>
              </a:extLst>
            </p:cNvPr>
            <p:cNvSpPr/>
            <p:nvPr/>
          </p:nvSpPr>
          <p:spPr>
            <a:xfrm>
              <a:off x="5551026" y="6082256"/>
              <a:ext cx="12108" cy="17459"/>
            </a:xfrm>
            <a:custGeom>
              <a:avLst/>
              <a:gdLst>
                <a:gd name="connsiteX0" fmla="*/ 4036 w 12108"/>
                <a:gd name="connsiteY0" fmla="*/ 17460 h 17459"/>
                <a:gd name="connsiteX1" fmla="*/ 2691 w 12108"/>
                <a:gd name="connsiteY1" fmla="*/ 16117 h 17459"/>
                <a:gd name="connsiteX2" fmla="*/ 2691 w 12108"/>
                <a:gd name="connsiteY2" fmla="*/ 12088 h 17459"/>
                <a:gd name="connsiteX3" fmla="*/ 0 w 12108"/>
                <a:gd name="connsiteY3" fmla="*/ 2686 h 17459"/>
                <a:gd name="connsiteX4" fmla="*/ 2691 w 12108"/>
                <a:gd name="connsiteY4" fmla="*/ 0 h 17459"/>
                <a:gd name="connsiteX5" fmla="*/ 4036 w 12108"/>
                <a:gd name="connsiteY5" fmla="*/ 1343 h 17459"/>
                <a:gd name="connsiteX6" fmla="*/ 9418 w 12108"/>
                <a:gd name="connsiteY6" fmla="*/ 4029 h 17459"/>
                <a:gd name="connsiteX7" fmla="*/ 12108 w 12108"/>
                <a:gd name="connsiteY7" fmla="*/ 9401 h 17459"/>
                <a:gd name="connsiteX8" fmla="*/ 9418 w 12108"/>
                <a:gd name="connsiteY8" fmla="*/ 9401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08" h="17459">
                  <a:moveTo>
                    <a:pt x="4036" y="17460"/>
                  </a:moveTo>
                  <a:lnTo>
                    <a:pt x="2691" y="16117"/>
                  </a:lnTo>
                  <a:lnTo>
                    <a:pt x="2691" y="12088"/>
                  </a:lnTo>
                  <a:lnTo>
                    <a:pt x="0" y="2686"/>
                  </a:lnTo>
                  <a:lnTo>
                    <a:pt x="2691" y="0"/>
                  </a:lnTo>
                  <a:lnTo>
                    <a:pt x="4036" y="1343"/>
                  </a:lnTo>
                  <a:lnTo>
                    <a:pt x="9418" y="4029"/>
                  </a:lnTo>
                  <a:lnTo>
                    <a:pt x="12108" y="9401"/>
                  </a:lnTo>
                  <a:lnTo>
                    <a:pt x="9418" y="940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3" name="Freeform 1262">
              <a:extLst>
                <a:ext uri="{FF2B5EF4-FFF2-40B4-BE49-F238E27FC236}">
                  <a16:creationId xmlns:a16="http://schemas.microsoft.com/office/drawing/2014/main" id="{6BB4133E-BF35-D5A5-DD93-44C7799DBD58}"/>
                </a:ext>
              </a:extLst>
            </p:cNvPr>
            <p:cNvSpPr/>
            <p:nvPr/>
          </p:nvSpPr>
          <p:spPr>
            <a:xfrm>
              <a:off x="5555062" y="6109117"/>
              <a:ext cx="8072" cy="12087"/>
            </a:xfrm>
            <a:custGeom>
              <a:avLst/>
              <a:gdLst>
                <a:gd name="connsiteX0" fmla="*/ 6727 w 8072"/>
                <a:gd name="connsiteY0" fmla="*/ 9401 h 12087"/>
                <a:gd name="connsiteX1" fmla="*/ 4036 w 8072"/>
                <a:gd name="connsiteY1" fmla="*/ 12088 h 12087"/>
                <a:gd name="connsiteX2" fmla="*/ 1345 w 8072"/>
                <a:gd name="connsiteY2" fmla="*/ 9401 h 12087"/>
                <a:gd name="connsiteX3" fmla="*/ 2691 w 8072"/>
                <a:gd name="connsiteY3" fmla="*/ 6715 h 12087"/>
                <a:gd name="connsiteX4" fmla="*/ 0 w 8072"/>
                <a:gd name="connsiteY4" fmla="*/ 4029 h 12087"/>
                <a:gd name="connsiteX5" fmla="*/ 5382 w 8072"/>
                <a:gd name="connsiteY5" fmla="*/ 0 h 12087"/>
                <a:gd name="connsiteX6" fmla="*/ 8072 w 8072"/>
                <a:gd name="connsiteY6" fmla="*/ 5372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12087">
                  <a:moveTo>
                    <a:pt x="6727" y="9401"/>
                  </a:moveTo>
                  <a:lnTo>
                    <a:pt x="4036" y="12088"/>
                  </a:lnTo>
                  <a:lnTo>
                    <a:pt x="1345" y="9401"/>
                  </a:lnTo>
                  <a:lnTo>
                    <a:pt x="2691" y="6715"/>
                  </a:lnTo>
                  <a:lnTo>
                    <a:pt x="0" y="4029"/>
                  </a:lnTo>
                  <a:lnTo>
                    <a:pt x="5382" y="0"/>
                  </a:lnTo>
                  <a:lnTo>
                    <a:pt x="8072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4" name="Freeform 1263">
              <a:extLst>
                <a:ext uri="{FF2B5EF4-FFF2-40B4-BE49-F238E27FC236}">
                  <a16:creationId xmlns:a16="http://schemas.microsoft.com/office/drawing/2014/main" id="{E5DF3F4B-244A-377F-7C55-3198D8CBBE5F}"/>
                </a:ext>
              </a:extLst>
            </p:cNvPr>
            <p:cNvSpPr/>
            <p:nvPr/>
          </p:nvSpPr>
          <p:spPr>
            <a:xfrm>
              <a:off x="5560444" y="6079570"/>
              <a:ext cx="24216" cy="48350"/>
            </a:xfrm>
            <a:custGeom>
              <a:avLst/>
              <a:gdLst>
                <a:gd name="connsiteX0" fmla="*/ 14799 w 24216"/>
                <a:gd name="connsiteY0" fmla="*/ 36263 h 48350"/>
                <a:gd name="connsiteX1" fmla="*/ 13454 w 24216"/>
                <a:gd name="connsiteY1" fmla="*/ 41635 h 48350"/>
                <a:gd name="connsiteX2" fmla="*/ 10763 w 24216"/>
                <a:gd name="connsiteY2" fmla="*/ 44322 h 48350"/>
                <a:gd name="connsiteX3" fmla="*/ 6727 w 24216"/>
                <a:gd name="connsiteY3" fmla="*/ 40292 h 48350"/>
                <a:gd name="connsiteX4" fmla="*/ 5381 w 24216"/>
                <a:gd name="connsiteY4" fmla="*/ 33577 h 48350"/>
                <a:gd name="connsiteX5" fmla="*/ 0 w 24216"/>
                <a:gd name="connsiteY5" fmla="*/ 22832 h 48350"/>
                <a:gd name="connsiteX6" fmla="*/ 5381 w 24216"/>
                <a:gd name="connsiteY6" fmla="*/ 21489 h 48350"/>
                <a:gd name="connsiteX7" fmla="*/ 8072 w 24216"/>
                <a:gd name="connsiteY7" fmla="*/ 18803 h 48350"/>
                <a:gd name="connsiteX8" fmla="*/ 9418 w 24216"/>
                <a:gd name="connsiteY8" fmla="*/ 14774 h 48350"/>
                <a:gd name="connsiteX9" fmla="*/ 6727 w 24216"/>
                <a:gd name="connsiteY9" fmla="*/ 18803 h 48350"/>
                <a:gd name="connsiteX10" fmla="*/ 5381 w 24216"/>
                <a:gd name="connsiteY10" fmla="*/ 18803 h 48350"/>
                <a:gd name="connsiteX11" fmla="*/ 4036 w 24216"/>
                <a:gd name="connsiteY11" fmla="*/ 16117 h 48350"/>
                <a:gd name="connsiteX12" fmla="*/ 5381 w 24216"/>
                <a:gd name="connsiteY12" fmla="*/ 12088 h 48350"/>
                <a:gd name="connsiteX13" fmla="*/ 2691 w 24216"/>
                <a:gd name="connsiteY13" fmla="*/ 8059 h 48350"/>
                <a:gd name="connsiteX14" fmla="*/ 2691 w 24216"/>
                <a:gd name="connsiteY14" fmla="*/ 2686 h 48350"/>
                <a:gd name="connsiteX15" fmla="*/ 5381 w 24216"/>
                <a:gd name="connsiteY15" fmla="*/ 0 h 48350"/>
                <a:gd name="connsiteX16" fmla="*/ 12108 w 24216"/>
                <a:gd name="connsiteY16" fmla="*/ 0 h 48350"/>
                <a:gd name="connsiteX17" fmla="*/ 16144 w 24216"/>
                <a:gd name="connsiteY17" fmla="*/ 2686 h 48350"/>
                <a:gd name="connsiteX18" fmla="*/ 18835 w 24216"/>
                <a:gd name="connsiteY18" fmla="*/ 13431 h 48350"/>
                <a:gd name="connsiteX19" fmla="*/ 21526 w 24216"/>
                <a:gd name="connsiteY19" fmla="*/ 20146 h 48350"/>
                <a:gd name="connsiteX20" fmla="*/ 21526 w 24216"/>
                <a:gd name="connsiteY20" fmla="*/ 29548 h 48350"/>
                <a:gd name="connsiteX21" fmla="*/ 21526 w 24216"/>
                <a:gd name="connsiteY21" fmla="*/ 30891 h 48350"/>
                <a:gd name="connsiteX22" fmla="*/ 24217 w 24216"/>
                <a:gd name="connsiteY22" fmla="*/ 37606 h 48350"/>
                <a:gd name="connsiteX23" fmla="*/ 24217 w 24216"/>
                <a:gd name="connsiteY23" fmla="*/ 45665 h 48350"/>
                <a:gd name="connsiteX24" fmla="*/ 20181 w 24216"/>
                <a:gd name="connsiteY24" fmla="*/ 48351 h 48350"/>
                <a:gd name="connsiteX25" fmla="*/ 17490 w 24216"/>
                <a:gd name="connsiteY25" fmla="*/ 47008 h 48350"/>
                <a:gd name="connsiteX26" fmla="*/ 16144 w 24216"/>
                <a:gd name="connsiteY26" fmla="*/ 41635 h 4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216" h="48350">
                  <a:moveTo>
                    <a:pt x="14799" y="36263"/>
                  </a:moveTo>
                  <a:lnTo>
                    <a:pt x="13454" y="41635"/>
                  </a:lnTo>
                  <a:lnTo>
                    <a:pt x="10763" y="44322"/>
                  </a:lnTo>
                  <a:lnTo>
                    <a:pt x="6727" y="40292"/>
                  </a:lnTo>
                  <a:lnTo>
                    <a:pt x="5381" y="33577"/>
                  </a:lnTo>
                  <a:lnTo>
                    <a:pt x="0" y="22832"/>
                  </a:lnTo>
                  <a:lnTo>
                    <a:pt x="5381" y="21489"/>
                  </a:lnTo>
                  <a:lnTo>
                    <a:pt x="8072" y="18803"/>
                  </a:lnTo>
                  <a:lnTo>
                    <a:pt x="9418" y="14774"/>
                  </a:lnTo>
                  <a:lnTo>
                    <a:pt x="6727" y="18803"/>
                  </a:lnTo>
                  <a:lnTo>
                    <a:pt x="5381" y="18803"/>
                  </a:lnTo>
                  <a:lnTo>
                    <a:pt x="4036" y="16117"/>
                  </a:lnTo>
                  <a:lnTo>
                    <a:pt x="5381" y="12088"/>
                  </a:lnTo>
                  <a:lnTo>
                    <a:pt x="2691" y="8059"/>
                  </a:lnTo>
                  <a:lnTo>
                    <a:pt x="2691" y="2686"/>
                  </a:lnTo>
                  <a:lnTo>
                    <a:pt x="5381" y="0"/>
                  </a:lnTo>
                  <a:lnTo>
                    <a:pt x="12108" y="0"/>
                  </a:lnTo>
                  <a:lnTo>
                    <a:pt x="16144" y="2686"/>
                  </a:lnTo>
                  <a:lnTo>
                    <a:pt x="18835" y="13431"/>
                  </a:lnTo>
                  <a:lnTo>
                    <a:pt x="21526" y="20146"/>
                  </a:lnTo>
                  <a:lnTo>
                    <a:pt x="21526" y="29548"/>
                  </a:lnTo>
                  <a:lnTo>
                    <a:pt x="21526" y="30891"/>
                  </a:lnTo>
                  <a:lnTo>
                    <a:pt x="24217" y="37606"/>
                  </a:lnTo>
                  <a:lnTo>
                    <a:pt x="24217" y="45665"/>
                  </a:lnTo>
                  <a:lnTo>
                    <a:pt x="20181" y="48351"/>
                  </a:lnTo>
                  <a:lnTo>
                    <a:pt x="17490" y="47008"/>
                  </a:lnTo>
                  <a:lnTo>
                    <a:pt x="16144" y="4163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5" name="Freeform 1264">
              <a:extLst>
                <a:ext uri="{FF2B5EF4-FFF2-40B4-BE49-F238E27FC236}">
                  <a16:creationId xmlns:a16="http://schemas.microsoft.com/office/drawing/2014/main" id="{B1C8DA60-EA73-F993-CAD9-60E841B6574A}"/>
                </a:ext>
              </a:extLst>
            </p:cNvPr>
            <p:cNvSpPr/>
            <p:nvPr/>
          </p:nvSpPr>
          <p:spPr>
            <a:xfrm>
              <a:off x="5567171" y="6129264"/>
              <a:ext cx="10763" cy="13430"/>
            </a:xfrm>
            <a:custGeom>
              <a:avLst/>
              <a:gdLst>
                <a:gd name="connsiteX0" fmla="*/ 4036 w 10763"/>
                <a:gd name="connsiteY0" fmla="*/ 13431 h 13430"/>
                <a:gd name="connsiteX1" fmla="*/ 2691 w 10763"/>
                <a:gd name="connsiteY1" fmla="*/ 9401 h 13430"/>
                <a:gd name="connsiteX2" fmla="*/ 0 w 10763"/>
                <a:gd name="connsiteY2" fmla="*/ 6715 h 13430"/>
                <a:gd name="connsiteX3" fmla="*/ 1345 w 10763"/>
                <a:gd name="connsiteY3" fmla="*/ 5372 h 13430"/>
                <a:gd name="connsiteX4" fmla="*/ 1345 w 10763"/>
                <a:gd name="connsiteY4" fmla="*/ 1343 h 13430"/>
                <a:gd name="connsiteX5" fmla="*/ 2691 w 10763"/>
                <a:gd name="connsiteY5" fmla="*/ 0 h 13430"/>
                <a:gd name="connsiteX6" fmla="*/ 5381 w 10763"/>
                <a:gd name="connsiteY6" fmla="*/ 1343 h 13430"/>
                <a:gd name="connsiteX7" fmla="*/ 10763 w 10763"/>
                <a:gd name="connsiteY7" fmla="*/ 2686 h 13430"/>
                <a:gd name="connsiteX8" fmla="*/ 9418 w 10763"/>
                <a:gd name="connsiteY8" fmla="*/ 6715 h 13430"/>
                <a:gd name="connsiteX9" fmla="*/ 9418 w 10763"/>
                <a:gd name="connsiteY9" fmla="*/ 10744 h 13430"/>
                <a:gd name="connsiteX10" fmla="*/ 6727 w 10763"/>
                <a:gd name="connsiteY10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63" h="13430">
                  <a:moveTo>
                    <a:pt x="4036" y="13431"/>
                  </a:moveTo>
                  <a:lnTo>
                    <a:pt x="2691" y="9401"/>
                  </a:lnTo>
                  <a:lnTo>
                    <a:pt x="0" y="6715"/>
                  </a:lnTo>
                  <a:lnTo>
                    <a:pt x="1345" y="5372"/>
                  </a:lnTo>
                  <a:lnTo>
                    <a:pt x="1345" y="1343"/>
                  </a:lnTo>
                  <a:lnTo>
                    <a:pt x="2691" y="0"/>
                  </a:lnTo>
                  <a:lnTo>
                    <a:pt x="5381" y="1343"/>
                  </a:lnTo>
                  <a:lnTo>
                    <a:pt x="10763" y="2686"/>
                  </a:lnTo>
                  <a:lnTo>
                    <a:pt x="9418" y="6715"/>
                  </a:lnTo>
                  <a:lnTo>
                    <a:pt x="9418" y="10744"/>
                  </a:lnTo>
                  <a:lnTo>
                    <a:pt x="6727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6" name="Freeform 1265">
              <a:extLst>
                <a:ext uri="{FF2B5EF4-FFF2-40B4-BE49-F238E27FC236}">
                  <a16:creationId xmlns:a16="http://schemas.microsoft.com/office/drawing/2014/main" id="{43780DE2-6CC9-F447-CAC5-1B6D2E7CFC66}"/>
                </a:ext>
              </a:extLst>
            </p:cNvPr>
            <p:cNvSpPr/>
            <p:nvPr/>
          </p:nvSpPr>
          <p:spPr>
            <a:xfrm>
              <a:off x="5568516" y="6146723"/>
              <a:ext cx="5381" cy="4029"/>
            </a:xfrm>
            <a:custGeom>
              <a:avLst/>
              <a:gdLst>
                <a:gd name="connsiteX0" fmla="*/ 0 w 5381"/>
                <a:gd name="connsiteY0" fmla="*/ 4029 h 4029"/>
                <a:gd name="connsiteX1" fmla="*/ 0 w 5381"/>
                <a:gd name="connsiteY1" fmla="*/ 0 h 4029"/>
                <a:gd name="connsiteX2" fmla="*/ 5382 w 5381"/>
                <a:gd name="connsiteY2" fmla="*/ 0 h 4029"/>
                <a:gd name="connsiteX3" fmla="*/ 2691 w 5381"/>
                <a:gd name="connsiteY3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0" y="4029"/>
                  </a:moveTo>
                  <a:lnTo>
                    <a:pt x="0" y="0"/>
                  </a:lnTo>
                  <a:lnTo>
                    <a:pt x="5382" y="0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7" name="Freeform 1266">
              <a:extLst>
                <a:ext uri="{FF2B5EF4-FFF2-40B4-BE49-F238E27FC236}">
                  <a16:creationId xmlns:a16="http://schemas.microsoft.com/office/drawing/2014/main" id="{C9AF3023-8B6D-BCC6-439F-9CEEEA1909D2}"/>
                </a:ext>
              </a:extLst>
            </p:cNvPr>
            <p:cNvSpPr/>
            <p:nvPr/>
          </p:nvSpPr>
          <p:spPr>
            <a:xfrm>
              <a:off x="5576588" y="6148067"/>
              <a:ext cx="2690" cy="8058"/>
            </a:xfrm>
            <a:custGeom>
              <a:avLst/>
              <a:gdLst>
                <a:gd name="connsiteX0" fmla="*/ 1345 w 2690"/>
                <a:gd name="connsiteY0" fmla="*/ 0 h 8058"/>
                <a:gd name="connsiteX1" fmla="*/ 2691 w 2690"/>
                <a:gd name="connsiteY1" fmla="*/ 2686 h 8058"/>
                <a:gd name="connsiteX2" fmla="*/ 2691 w 2690"/>
                <a:gd name="connsiteY2" fmla="*/ 6715 h 8058"/>
                <a:gd name="connsiteX3" fmla="*/ 1345 w 2690"/>
                <a:gd name="connsiteY3" fmla="*/ 8059 h 8058"/>
                <a:gd name="connsiteX4" fmla="*/ 0 w 2690"/>
                <a:gd name="connsiteY4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8058">
                  <a:moveTo>
                    <a:pt x="1345" y="0"/>
                  </a:moveTo>
                  <a:lnTo>
                    <a:pt x="2691" y="2686"/>
                  </a:lnTo>
                  <a:lnTo>
                    <a:pt x="2691" y="6715"/>
                  </a:lnTo>
                  <a:lnTo>
                    <a:pt x="1345" y="8059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8" name="Freeform 1267">
              <a:extLst>
                <a:ext uri="{FF2B5EF4-FFF2-40B4-BE49-F238E27FC236}">
                  <a16:creationId xmlns:a16="http://schemas.microsoft.com/office/drawing/2014/main" id="{2D4B6D52-E3CF-FDC9-C116-8014E13A773B}"/>
                </a:ext>
              </a:extLst>
            </p:cNvPr>
            <p:cNvSpPr/>
            <p:nvPr/>
          </p:nvSpPr>
          <p:spPr>
            <a:xfrm>
              <a:off x="5581970" y="6142694"/>
              <a:ext cx="16144" cy="16116"/>
            </a:xfrm>
            <a:custGeom>
              <a:avLst/>
              <a:gdLst>
                <a:gd name="connsiteX0" fmla="*/ 0 w 16144"/>
                <a:gd name="connsiteY0" fmla="*/ 2686 h 16116"/>
                <a:gd name="connsiteX1" fmla="*/ 0 w 16144"/>
                <a:gd name="connsiteY1" fmla="*/ 0 h 16116"/>
                <a:gd name="connsiteX2" fmla="*/ 2691 w 16144"/>
                <a:gd name="connsiteY2" fmla="*/ 0 h 16116"/>
                <a:gd name="connsiteX3" fmla="*/ 6727 w 16144"/>
                <a:gd name="connsiteY3" fmla="*/ 2686 h 16116"/>
                <a:gd name="connsiteX4" fmla="*/ 9418 w 16144"/>
                <a:gd name="connsiteY4" fmla="*/ 4029 h 16116"/>
                <a:gd name="connsiteX5" fmla="*/ 13454 w 16144"/>
                <a:gd name="connsiteY5" fmla="*/ 10744 h 16116"/>
                <a:gd name="connsiteX6" fmla="*/ 16145 w 16144"/>
                <a:gd name="connsiteY6" fmla="*/ 16117 h 16116"/>
                <a:gd name="connsiteX7" fmla="*/ 9418 w 16144"/>
                <a:gd name="connsiteY7" fmla="*/ 10744 h 16116"/>
                <a:gd name="connsiteX8" fmla="*/ 4036 w 16144"/>
                <a:gd name="connsiteY8" fmla="*/ 8059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44" h="16116">
                  <a:moveTo>
                    <a:pt x="0" y="2686"/>
                  </a:moveTo>
                  <a:lnTo>
                    <a:pt x="0" y="0"/>
                  </a:lnTo>
                  <a:lnTo>
                    <a:pt x="2691" y="0"/>
                  </a:lnTo>
                  <a:lnTo>
                    <a:pt x="6727" y="2686"/>
                  </a:lnTo>
                  <a:lnTo>
                    <a:pt x="9418" y="4029"/>
                  </a:lnTo>
                  <a:lnTo>
                    <a:pt x="13454" y="10744"/>
                  </a:lnTo>
                  <a:lnTo>
                    <a:pt x="16145" y="16117"/>
                  </a:lnTo>
                  <a:lnTo>
                    <a:pt x="9418" y="10744"/>
                  </a:lnTo>
                  <a:lnTo>
                    <a:pt x="4036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69" name="Freeform 1268">
              <a:extLst>
                <a:ext uri="{FF2B5EF4-FFF2-40B4-BE49-F238E27FC236}">
                  <a16:creationId xmlns:a16="http://schemas.microsoft.com/office/drawing/2014/main" id="{03B22107-4CE4-A2DF-C0E7-776E0F07D66D}"/>
                </a:ext>
              </a:extLst>
            </p:cNvPr>
            <p:cNvSpPr/>
            <p:nvPr/>
          </p:nvSpPr>
          <p:spPr>
            <a:xfrm>
              <a:off x="5581970" y="6153439"/>
              <a:ext cx="13453" cy="13430"/>
            </a:xfrm>
            <a:custGeom>
              <a:avLst/>
              <a:gdLst>
                <a:gd name="connsiteX0" fmla="*/ 0 w 13453"/>
                <a:gd name="connsiteY0" fmla="*/ 0 h 13430"/>
                <a:gd name="connsiteX1" fmla="*/ 2691 w 13453"/>
                <a:gd name="connsiteY1" fmla="*/ 0 h 13430"/>
                <a:gd name="connsiteX2" fmla="*/ 8072 w 13453"/>
                <a:gd name="connsiteY2" fmla="*/ 2686 h 13430"/>
                <a:gd name="connsiteX3" fmla="*/ 13454 w 13453"/>
                <a:gd name="connsiteY3" fmla="*/ 10745 h 13430"/>
                <a:gd name="connsiteX4" fmla="*/ 10763 w 13453"/>
                <a:gd name="connsiteY4" fmla="*/ 13431 h 13430"/>
                <a:gd name="connsiteX5" fmla="*/ 6727 w 13453"/>
                <a:gd name="connsiteY5" fmla="*/ 13431 h 13430"/>
                <a:gd name="connsiteX6" fmla="*/ 1345 w 13453"/>
                <a:gd name="connsiteY6" fmla="*/ 671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53" h="13430">
                  <a:moveTo>
                    <a:pt x="0" y="0"/>
                  </a:moveTo>
                  <a:lnTo>
                    <a:pt x="2691" y="0"/>
                  </a:lnTo>
                  <a:lnTo>
                    <a:pt x="8072" y="2686"/>
                  </a:lnTo>
                  <a:lnTo>
                    <a:pt x="13454" y="10745"/>
                  </a:lnTo>
                  <a:lnTo>
                    <a:pt x="10763" y="13431"/>
                  </a:lnTo>
                  <a:lnTo>
                    <a:pt x="6727" y="13431"/>
                  </a:lnTo>
                  <a:lnTo>
                    <a:pt x="1345" y="6715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0" name="Freeform 1269">
              <a:extLst>
                <a:ext uri="{FF2B5EF4-FFF2-40B4-BE49-F238E27FC236}">
                  <a16:creationId xmlns:a16="http://schemas.microsoft.com/office/drawing/2014/main" id="{9DD2B243-0727-6E9B-15D8-B03554DBF5C5}"/>
                </a:ext>
              </a:extLst>
            </p:cNvPr>
            <p:cNvSpPr/>
            <p:nvPr/>
          </p:nvSpPr>
          <p:spPr>
            <a:xfrm>
              <a:off x="5577934" y="6166870"/>
              <a:ext cx="18835" cy="13430"/>
            </a:xfrm>
            <a:custGeom>
              <a:avLst/>
              <a:gdLst>
                <a:gd name="connsiteX0" fmla="*/ 9418 w 18835"/>
                <a:gd name="connsiteY0" fmla="*/ 12088 h 13430"/>
                <a:gd name="connsiteX1" fmla="*/ 1345 w 18835"/>
                <a:gd name="connsiteY1" fmla="*/ 13431 h 13430"/>
                <a:gd name="connsiteX2" fmla="*/ 0 w 18835"/>
                <a:gd name="connsiteY2" fmla="*/ 12088 h 13430"/>
                <a:gd name="connsiteX3" fmla="*/ 1345 w 18835"/>
                <a:gd name="connsiteY3" fmla="*/ 9402 h 13430"/>
                <a:gd name="connsiteX4" fmla="*/ 4036 w 18835"/>
                <a:gd name="connsiteY4" fmla="*/ 4029 h 13430"/>
                <a:gd name="connsiteX5" fmla="*/ 1345 w 18835"/>
                <a:gd name="connsiteY5" fmla="*/ 0 h 13430"/>
                <a:gd name="connsiteX6" fmla="*/ 5381 w 18835"/>
                <a:gd name="connsiteY6" fmla="*/ 0 h 13430"/>
                <a:gd name="connsiteX7" fmla="*/ 8072 w 18835"/>
                <a:gd name="connsiteY7" fmla="*/ 2686 h 13430"/>
                <a:gd name="connsiteX8" fmla="*/ 12108 w 18835"/>
                <a:gd name="connsiteY8" fmla="*/ 2686 h 13430"/>
                <a:gd name="connsiteX9" fmla="*/ 18835 w 18835"/>
                <a:gd name="connsiteY9" fmla="*/ 8059 h 13430"/>
                <a:gd name="connsiteX10" fmla="*/ 18835 w 18835"/>
                <a:gd name="connsiteY10" fmla="*/ 10745 h 13430"/>
                <a:gd name="connsiteX11" fmla="*/ 14799 w 18835"/>
                <a:gd name="connsiteY11" fmla="*/ 10745 h 13430"/>
                <a:gd name="connsiteX12" fmla="*/ 14799 w 18835"/>
                <a:gd name="connsiteY12" fmla="*/ 12088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35" h="13430">
                  <a:moveTo>
                    <a:pt x="9418" y="12088"/>
                  </a:moveTo>
                  <a:lnTo>
                    <a:pt x="1345" y="13431"/>
                  </a:lnTo>
                  <a:lnTo>
                    <a:pt x="0" y="12088"/>
                  </a:lnTo>
                  <a:lnTo>
                    <a:pt x="1345" y="9402"/>
                  </a:lnTo>
                  <a:lnTo>
                    <a:pt x="4036" y="4029"/>
                  </a:lnTo>
                  <a:lnTo>
                    <a:pt x="1345" y="0"/>
                  </a:lnTo>
                  <a:lnTo>
                    <a:pt x="5381" y="0"/>
                  </a:lnTo>
                  <a:lnTo>
                    <a:pt x="8072" y="2686"/>
                  </a:lnTo>
                  <a:lnTo>
                    <a:pt x="12108" y="2686"/>
                  </a:lnTo>
                  <a:lnTo>
                    <a:pt x="18835" y="8059"/>
                  </a:lnTo>
                  <a:lnTo>
                    <a:pt x="18835" y="10745"/>
                  </a:lnTo>
                  <a:lnTo>
                    <a:pt x="14799" y="10745"/>
                  </a:lnTo>
                  <a:lnTo>
                    <a:pt x="14799" y="1208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1" name="Freeform 1270">
              <a:extLst>
                <a:ext uri="{FF2B5EF4-FFF2-40B4-BE49-F238E27FC236}">
                  <a16:creationId xmlns:a16="http://schemas.microsoft.com/office/drawing/2014/main" id="{DE4F8883-CE3F-9898-7CE8-3FA91FF5DC9E}"/>
                </a:ext>
              </a:extLst>
            </p:cNvPr>
            <p:cNvSpPr/>
            <p:nvPr/>
          </p:nvSpPr>
          <p:spPr>
            <a:xfrm>
              <a:off x="5586006" y="6187016"/>
              <a:ext cx="8072" cy="13430"/>
            </a:xfrm>
            <a:custGeom>
              <a:avLst/>
              <a:gdLst>
                <a:gd name="connsiteX0" fmla="*/ 6727 w 8072"/>
                <a:gd name="connsiteY0" fmla="*/ 13431 h 13430"/>
                <a:gd name="connsiteX1" fmla="*/ 4036 w 8072"/>
                <a:gd name="connsiteY1" fmla="*/ 13431 h 13430"/>
                <a:gd name="connsiteX2" fmla="*/ 1345 w 8072"/>
                <a:gd name="connsiteY2" fmla="*/ 12088 h 13430"/>
                <a:gd name="connsiteX3" fmla="*/ 0 w 8072"/>
                <a:gd name="connsiteY3" fmla="*/ 8059 h 13430"/>
                <a:gd name="connsiteX4" fmla="*/ 1345 w 8072"/>
                <a:gd name="connsiteY4" fmla="*/ 5372 h 13430"/>
                <a:gd name="connsiteX5" fmla="*/ 4036 w 8072"/>
                <a:gd name="connsiteY5" fmla="*/ 2686 h 13430"/>
                <a:gd name="connsiteX6" fmla="*/ 2691 w 8072"/>
                <a:gd name="connsiteY6" fmla="*/ 2686 h 13430"/>
                <a:gd name="connsiteX7" fmla="*/ 1345 w 8072"/>
                <a:gd name="connsiteY7" fmla="*/ 0 h 13430"/>
                <a:gd name="connsiteX8" fmla="*/ 5382 w 8072"/>
                <a:gd name="connsiteY8" fmla="*/ 0 h 13430"/>
                <a:gd name="connsiteX9" fmla="*/ 8072 w 8072"/>
                <a:gd name="connsiteY9" fmla="*/ 2686 h 13430"/>
                <a:gd name="connsiteX10" fmla="*/ 6727 w 8072"/>
                <a:gd name="connsiteY10" fmla="*/ 8059 h 13430"/>
                <a:gd name="connsiteX11" fmla="*/ 5382 w 8072"/>
                <a:gd name="connsiteY11" fmla="*/ 9402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72" h="13430">
                  <a:moveTo>
                    <a:pt x="6727" y="13431"/>
                  </a:moveTo>
                  <a:lnTo>
                    <a:pt x="4036" y="13431"/>
                  </a:lnTo>
                  <a:lnTo>
                    <a:pt x="1345" y="12088"/>
                  </a:lnTo>
                  <a:lnTo>
                    <a:pt x="0" y="8059"/>
                  </a:lnTo>
                  <a:lnTo>
                    <a:pt x="1345" y="5372"/>
                  </a:lnTo>
                  <a:lnTo>
                    <a:pt x="4036" y="2686"/>
                  </a:lnTo>
                  <a:lnTo>
                    <a:pt x="2691" y="2686"/>
                  </a:lnTo>
                  <a:lnTo>
                    <a:pt x="1345" y="0"/>
                  </a:lnTo>
                  <a:lnTo>
                    <a:pt x="5382" y="0"/>
                  </a:lnTo>
                  <a:lnTo>
                    <a:pt x="8072" y="2686"/>
                  </a:lnTo>
                  <a:lnTo>
                    <a:pt x="6727" y="8059"/>
                  </a:lnTo>
                  <a:lnTo>
                    <a:pt x="5382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2" name="Freeform 1271">
              <a:extLst>
                <a:ext uri="{FF2B5EF4-FFF2-40B4-BE49-F238E27FC236}">
                  <a16:creationId xmlns:a16="http://schemas.microsoft.com/office/drawing/2014/main" id="{71000896-F3C1-E548-7AA5-CAD4ACD55419}"/>
                </a:ext>
              </a:extLst>
            </p:cNvPr>
            <p:cNvSpPr/>
            <p:nvPr/>
          </p:nvSpPr>
          <p:spPr>
            <a:xfrm>
              <a:off x="5594078" y="6188359"/>
              <a:ext cx="8072" cy="12087"/>
            </a:xfrm>
            <a:custGeom>
              <a:avLst/>
              <a:gdLst>
                <a:gd name="connsiteX0" fmla="*/ 0 w 8072"/>
                <a:gd name="connsiteY0" fmla="*/ 4029 h 12087"/>
                <a:gd name="connsiteX1" fmla="*/ 1345 w 8072"/>
                <a:gd name="connsiteY1" fmla="*/ 1343 h 12087"/>
                <a:gd name="connsiteX2" fmla="*/ 2691 w 8072"/>
                <a:gd name="connsiteY2" fmla="*/ 0 h 12087"/>
                <a:gd name="connsiteX3" fmla="*/ 5381 w 8072"/>
                <a:gd name="connsiteY3" fmla="*/ 2686 h 12087"/>
                <a:gd name="connsiteX4" fmla="*/ 8072 w 8072"/>
                <a:gd name="connsiteY4" fmla="*/ 5372 h 12087"/>
                <a:gd name="connsiteX5" fmla="*/ 8072 w 8072"/>
                <a:gd name="connsiteY5" fmla="*/ 10744 h 12087"/>
                <a:gd name="connsiteX6" fmla="*/ 5381 w 8072"/>
                <a:gd name="connsiteY6" fmla="*/ 12088 h 12087"/>
                <a:gd name="connsiteX7" fmla="*/ 2691 w 8072"/>
                <a:gd name="connsiteY7" fmla="*/ 12088 h 12087"/>
                <a:gd name="connsiteX8" fmla="*/ 2691 w 8072"/>
                <a:gd name="connsiteY8" fmla="*/ 9402 h 12087"/>
                <a:gd name="connsiteX9" fmla="*/ 1345 w 8072"/>
                <a:gd name="connsiteY9" fmla="*/ 8059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2" h="12087">
                  <a:moveTo>
                    <a:pt x="0" y="4029"/>
                  </a:moveTo>
                  <a:lnTo>
                    <a:pt x="1345" y="1343"/>
                  </a:lnTo>
                  <a:lnTo>
                    <a:pt x="2691" y="0"/>
                  </a:lnTo>
                  <a:lnTo>
                    <a:pt x="5381" y="2686"/>
                  </a:lnTo>
                  <a:lnTo>
                    <a:pt x="8072" y="5372"/>
                  </a:lnTo>
                  <a:lnTo>
                    <a:pt x="8072" y="10744"/>
                  </a:lnTo>
                  <a:lnTo>
                    <a:pt x="5381" y="12088"/>
                  </a:lnTo>
                  <a:lnTo>
                    <a:pt x="2691" y="12088"/>
                  </a:lnTo>
                  <a:lnTo>
                    <a:pt x="2691" y="9402"/>
                  </a:lnTo>
                  <a:lnTo>
                    <a:pt x="1345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3" name="Freeform 1272">
              <a:extLst>
                <a:ext uri="{FF2B5EF4-FFF2-40B4-BE49-F238E27FC236}">
                  <a16:creationId xmlns:a16="http://schemas.microsoft.com/office/drawing/2014/main" id="{CD101921-CDFE-66A6-5E7A-6E56D3657D67}"/>
                </a:ext>
              </a:extLst>
            </p:cNvPr>
            <p:cNvSpPr/>
            <p:nvPr/>
          </p:nvSpPr>
          <p:spPr>
            <a:xfrm>
              <a:off x="5603496" y="6195074"/>
              <a:ext cx="5381" cy="5372"/>
            </a:xfrm>
            <a:custGeom>
              <a:avLst/>
              <a:gdLst>
                <a:gd name="connsiteX0" fmla="*/ 0 w 5381"/>
                <a:gd name="connsiteY0" fmla="*/ 0 h 5372"/>
                <a:gd name="connsiteX1" fmla="*/ 5381 w 5381"/>
                <a:gd name="connsiteY1" fmla="*/ 2686 h 5372"/>
                <a:gd name="connsiteX2" fmla="*/ 5381 w 5381"/>
                <a:gd name="connsiteY2" fmla="*/ 5372 h 5372"/>
                <a:gd name="connsiteX3" fmla="*/ 4036 w 5381"/>
                <a:gd name="connsiteY3" fmla="*/ 5372 h 5372"/>
                <a:gd name="connsiteX4" fmla="*/ 1345 w 5381"/>
                <a:gd name="connsiteY4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0" y="0"/>
                  </a:moveTo>
                  <a:lnTo>
                    <a:pt x="5381" y="2686"/>
                  </a:lnTo>
                  <a:lnTo>
                    <a:pt x="5381" y="5372"/>
                  </a:lnTo>
                  <a:lnTo>
                    <a:pt x="4036" y="5372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4" name="Freeform 1273">
              <a:extLst>
                <a:ext uri="{FF2B5EF4-FFF2-40B4-BE49-F238E27FC236}">
                  <a16:creationId xmlns:a16="http://schemas.microsoft.com/office/drawing/2014/main" id="{10C89369-C258-A094-260B-E82B1F282DDD}"/>
                </a:ext>
              </a:extLst>
            </p:cNvPr>
            <p:cNvSpPr/>
            <p:nvPr/>
          </p:nvSpPr>
          <p:spPr>
            <a:xfrm>
              <a:off x="5598114" y="6203133"/>
              <a:ext cx="5381" cy="10744"/>
            </a:xfrm>
            <a:custGeom>
              <a:avLst/>
              <a:gdLst>
                <a:gd name="connsiteX0" fmla="*/ 2691 w 5381"/>
                <a:gd name="connsiteY0" fmla="*/ 9401 h 10744"/>
                <a:gd name="connsiteX1" fmla="*/ 0 w 5381"/>
                <a:gd name="connsiteY1" fmla="*/ 10744 h 10744"/>
                <a:gd name="connsiteX2" fmla="*/ 0 w 5381"/>
                <a:gd name="connsiteY2" fmla="*/ 8059 h 10744"/>
                <a:gd name="connsiteX3" fmla="*/ 1345 w 5381"/>
                <a:gd name="connsiteY3" fmla="*/ 6715 h 10744"/>
                <a:gd name="connsiteX4" fmla="*/ 1345 w 5381"/>
                <a:gd name="connsiteY4" fmla="*/ 1343 h 10744"/>
                <a:gd name="connsiteX5" fmla="*/ 4036 w 5381"/>
                <a:gd name="connsiteY5" fmla="*/ 0 h 10744"/>
                <a:gd name="connsiteX6" fmla="*/ 5381 w 5381"/>
                <a:gd name="connsiteY6" fmla="*/ 2686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10744">
                  <a:moveTo>
                    <a:pt x="2691" y="9401"/>
                  </a:moveTo>
                  <a:lnTo>
                    <a:pt x="0" y="10744"/>
                  </a:lnTo>
                  <a:lnTo>
                    <a:pt x="0" y="8059"/>
                  </a:lnTo>
                  <a:lnTo>
                    <a:pt x="1345" y="6715"/>
                  </a:lnTo>
                  <a:lnTo>
                    <a:pt x="1345" y="1343"/>
                  </a:lnTo>
                  <a:lnTo>
                    <a:pt x="4036" y="0"/>
                  </a:lnTo>
                  <a:lnTo>
                    <a:pt x="5381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5" name="Freeform 1274">
              <a:extLst>
                <a:ext uri="{FF2B5EF4-FFF2-40B4-BE49-F238E27FC236}">
                  <a16:creationId xmlns:a16="http://schemas.microsoft.com/office/drawing/2014/main" id="{CC012776-910D-2B8E-E8C6-425335F65861}"/>
                </a:ext>
              </a:extLst>
            </p:cNvPr>
            <p:cNvSpPr/>
            <p:nvPr/>
          </p:nvSpPr>
          <p:spPr>
            <a:xfrm>
              <a:off x="5606186" y="6184330"/>
              <a:ext cx="10763" cy="14773"/>
            </a:xfrm>
            <a:custGeom>
              <a:avLst/>
              <a:gdLst>
                <a:gd name="connsiteX0" fmla="*/ 9418 w 10763"/>
                <a:gd name="connsiteY0" fmla="*/ 14774 h 14773"/>
                <a:gd name="connsiteX1" fmla="*/ 4036 w 10763"/>
                <a:gd name="connsiteY1" fmla="*/ 12088 h 14773"/>
                <a:gd name="connsiteX2" fmla="*/ 0 w 10763"/>
                <a:gd name="connsiteY2" fmla="*/ 8058 h 14773"/>
                <a:gd name="connsiteX3" fmla="*/ 0 w 10763"/>
                <a:gd name="connsiteY3" fmla="*/ 0 h 14773"/>
                <a:gd name="connsiteX4" fmla="*/ 2691 w 10763"/>
                <a:gd name="connsiteY4" fmla="*/ 0 h 14773"/>
                <a:gd name="connsiteX5" fmla="*/ 5382 w 10763"/>
                <a:gd name="connsiteY5" fmla="*/ 6715 h 14773"/>
                <a:gd name="connsiteX6" fmla="*/ 9418 w 10763"/>
                <a:gd name="connsiteY6" fmla="*/ 10744 h 14773"/>
                <a:gd name="connsiteX7" fmla="*/ 10763 w 10763"/>
                <a:gd name="connsiteY7" fmla="*/ 14774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63" h="14773">
                  <a:moveTo>
                    <a:pt x="9418" y="14774"/>
                  </a:moveTo>
                  <a:lnTo>
                    <a:pt x="4036" y="12088"/>
                  </a:lnTo>
                  <a:lnTo>
                    <a:pt x="0" y="8058"/>
                  </a:lnTo>
                  <a:lnTo>
                    <a:pt x="0" y="0"/>
                  </a:lnTo>
                  <a:lnTo>
                    <a:pt x="2691" y="0"/>
                  </a:lnTo>
                  <a:lnTo>
                    <a:pt x="5382" y="6715"/>
                  </a:lnTo>
                  <a:lnTo>
                    <a:pt x="9418" y="10744"/>
                  </a:lnTo>
                  <a:lnTo>
                    <a:pt x="10763" y="1477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6" name="Freeform 1275">
              <a:extLst>
                <a:ext uri="{FF2B5EF4-FFF2-40B4-BE49-F238E27FC236}">
                  <a16:creationId xmlns:a16="http://schemas.microsoft.com/office/drawing/2014/main" id="{24913E41-0284-6B1A-0621-4B315BC181EF}"/>
                </a:ext>
              </a:extLst>
            </p:cNvPr>
            <p:cNvSpPr/>
            <p:nvPr/>
          </p:nvSpPr>
          <p:spPr>
            <a:xfrm>
              <a:off x="5611568" y="6201790"/>
              <a:ext cx="5381" cy="5372"/>
            </a:xfrm>
            <a:custGeom>
              <a:avLst/>
              <a:gdLst>
                <a:gd name="connsiteX0" fmla="*/ 4036 w 5381"/>
                <a:gd name="connsiteY0" fmla="*/ 5372 h 5372"/>
                <a:gd name="connsiteX1" fmla="*/ 0 w 5381"/>
                <a:gd name="connsiteY1" fmla="*/ 1343 h 5372"/>
                <a:gd name="connsiteX2" fmla="*/ 1345 w 5381"/>
                <a:gd name="connsiteY2" fmla="*/ 0 h 5372"/>
                <a:gd name="connsiteX3" fmla="*/ 4036 w 5381"/>
                <a:gd name="connsiteY3" fmla="*/ 0 h 5372"/>
                <a:gd name="connsiteX4" fmla="*/ 5381 w 5381"/>
                <a:gd name="connsiteY4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4036" y="5372"/>
                  </a:moveTo>
                  <a:lnTo>
                    <a:pt x="0" y="1343"/>
                  </a:lnTo>
                  <a:lnTo>
                    <a:pt x="1345" y="0"/>
                  </a:lnTo>
                  <a:lnTo>
                    <a:pt x="4036" y="0"/>
                  </a:lnTo>
                  <a:lnTo>
                    <a:pt x="538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7" name="Freeform 1276">
              <a:extLst>
                <a:ext uri="{FF2B5EF4-FFF2-40B4-BE49-F238E27FC236}">
                  <a16:creationId xmlns:a16="http://schemas.microsoft.com/office/drawing/2014/main" id="{15C564A3-BAF4-22C3-E7E5-DC091AB6D590}"/>
                </a:ext>
              </a:extLst>
            </p:cNvPr>
            <p:cNvSpPr/>
            <p:nvPr/>
          </p:nvSpPr>
          <p:spPr>
            <a:xfrm>
              <a:off x="5610223" y="6205819"/>
              <a:ext cx="9417" cy="10744"/>
            </a:xfrm>
            <a:custGeom>
              <a:avLst/>
              <a:gdLst>
                <a:gd name="connsiteX0" fmla="*/ 8072 w 9417"/>
                <a:gd name="connsiteY0" fmla="*/ 10745 h 10744"/>
                <a:gd name="connsiteX1" fmla="*/ 1345 w 9417"/>
                <a:gd name="connsiteY1" fmla="*/ 4029 h 10744"/>
                <a:gd name="connsiteX2" fmla="*/ 0 w 9417"/>
                <a:gd name="connsiteY2" fmla="*/ 1343 h 10744"/>
                <a:gd name="connsiteX3" fmla="*/ 1345 w 9417"/>
                <a:gd name="connsiteY3" fmla="*/ 0 h 10744"/>
                <a:gd name="connsiteX4" fmla="*/ 9418 w 9417"/>
                <a:gd name="connsiteY4" fmla="*/ 6715 h 10744"/>
                <a:gd name="connsiteX5" fmla="*/ 9418 w 9417"/>
                <a:gd name="connsiteY5" fmla="*/ 9402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10744">
                  <a:moveTo>
                    <a:pt x="8072" y="10745"/>
                  </a:moveTo>
                  <a:lnTo>
                    <a:pt x="1345" y="4029"/>
                  </a:lnTo>
                  <a:lnTo>
                    <a:pt x="0" y="1343"/>
                  </a:lnTo>
                  <a:lnTo>
                    <a:pt x="1345" y="0"/>
                  </a:lnTo>
                  <a:lnTo>
                    <a:pt x="9418" y="6715"/>
                  </a:lnTo>
                  <a:lnTo>
                    <a:pt x="9418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8" name="Freeform 1277">
              <a:extLst>
                <a:ext uri="{FF2B5EF4-FFF2-40B4-BE49-F238E27FC236}">
                  <a16:creationId xmlns:a16="http://schemas.microsoft.com/office/drawing/2014/main" id="{ABB35D2D-F688-0524-C345-2856CAFE9258}"/>
                </a:ext>
              </a:extLst>
            </p:cNvPr>
            <p:cNvSpPr/>
            <p:nvPr/>
          </p:nvSpPr>
          <p:spPr>
            <a:xfrm>
              <a:off x="5610223" y="6219249"/>
              <a:ext cx="16144" cy="9401"/>
            </a:xfrm>
            <a:custGeom>
              <a:avLst/>
              <a:gdLst>
                <a:gd name="connsiteX0" fmla="*/ 13454 w 16144"/>
                <a:gd name="connsiteY0" fmla="*/ 9402 h 9401"/>
                <a:gd name="connsiteX1" fmla="*/ 10763 w 16144"/>
                <a:gd name="connsiteY1" fmla="*/ 8059 h 9401"/>
                <a:gd name="connsiteX2" fmla="*/ 8072 w 16144"/>
                <a:gd name="connsiteY2" fmla="*/ 5373 h 9401"/>
                <a:gd name="connsiteX3" fmla="*/ 8072 w 16144"/>
                <a:gd name="connsiteY3" fmla="*/ 2686 h 9401"/>
                <a:gd name="connsiteX4" fmla="*/ 2691 w 16144"/>
                <a:gd name="connsiteY4" fmla="*/ 2686 h 9401"/>
                <a:gd name="connsiteX5" fmla="*/ 0 w 16144"/>
                <a:gd name="connsiteY5" fmla="*/ 1343 h 9401"/>
                <a:gd name="connsiteX6" fmla="*/ 4036 w 16144"/>
                <a:gd name="connsiteY6" fmla="*/ 0 h 9401"/>
                <a:gd name="connsiteX7" fmla="*/ 8072 w 16144"/>
                <a:gd name="connsiteY7" fmla="*/ 1343 h 9401"/>
                <a:gd name="connsiteX8" fmla="*/ 14799 w 16144"/>
                <a:gd name="connsiteY8" fmla="*/ 0 h 9401"/>
                <a:gd name="connsiteX9" fmla="*/ 16144 w 16144"/>
                <a:gd name="connsiteY9" fmla="*/ 5373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144" h="9401">
                  <a:moveTo>
                    <a:pt x="13454" y="9402"/>
                  </a:moveTo>
                  <a:lnTo>
                    <a:pt x="10763" y="8059"/>
                  </a:lnTo>
                  <a:lnTo>
                    <a:pt x="8072" y="5373"/>
                  </a:lnTo>
                  <a:lnTo>
                    <a:pt x="8072" y="2686"/>
                  </a:lnTo>
                  <a:lnTo>
                    <a:pt x="2691" y="2686"/>
                  </a:lnTo>
                  <a:lnTo>
                    <a:pt x="0" y="1343"/>
                  </a:lnTo>
                  <a:lnTo>
                    <a:pt x="4036" y="0"/>
                  </a:lnTo>
                  <a:lnTo>
                    <a:pt x="8072" y="1343"/>
                  </a:lnTo>
                  <a:lnTo>
                    <a:pt x="14799" y="0"/>
                  </a:lnTo>
                  <a:lnTo>
                    <a:pt x="16144" y="5373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79" name="Freeform 1278">
              <a:extLst>
                <a:ext uri="{FF2B5EF4-FFF2-40B4-BE49-F238E27FC236}">
                  <a16:creationId xmlns:a16="http://schemas.microsoft.com/office/drawing/2014/main" id="{16763D6B-413B-F8AE-2015-5AA68F057BF9}"/>
                </a:ext>
              </a:extLst>
            </p:cNvPr>
            <p:cNvSpPr/>
            <p:nvPr/>
          </p:nvSpPr>
          <p:spPr>
            <a:xfrm>
              <a:off x="5606186" y="6231338"/>
              <a:ext cx="43052" cy="25518"/>
            </a:xfrm>
            <a:custGeom>
              <a:avLst/>
              <a:gdLst>
                <a:gd name="connsiteX0" fmla="*/ 32289 w 43052"/>
                <a:gd name="connsiteY0" fmla="*/ 22832 h 25518"/>
                <a:gd name="connsiteX1" fmla="*/ 25562 w 43052"/>
                <a:gd name="connsiteY1" fmla="*/ 20146 h 25518"/>
                <a:gd name="connsiteX2" fmla="*/ 24217 w 43052"/>
                <a:gd name="connsiteY2" fmla="*/ 21489 h 25518"/>
                <a:gd name="connsiteX3" fmla="*/ 20181 w 43052"/>
                <a:gd name="connsiteY3" fmla="*/ 21489 h 25518"/>
                <a:gd name="connsiteX4" fmla="*/ 17490 w 43052"/>
                <a:gd name="connsiteY4" fmla="*/ 17460 h 25518"/>
                <a:gd name="connsiteX5" fmla="*/ 9418 w 43052"/>
                <a:gd name="connsiteY5" fmla="*/ 14774 h 25518"/>
                <a:gd name="connsiteX6" fmla="*/ 5382 w 43052"/>
                <a:gd name="connsiteY6" fmla="*/ 14774 h 25518"/>
                <a:gd name="connsiteX7" fmla="*/ 1345 w 43052"/>
                <a:gd name="connsiteY7" fmla="*/ 8058 h 25518"/>
                <a:gd name="connsiteX8" fmla="*/ 0 w 43052"/>
                <a:gd name="connsiteY8" fmla="*/ 2686 h 25518"/>
                <a:gd name="connsiteX9" fmla="*/ 1345 w 43052"/>
                <a:gd name="connsiteY9" fmla="*/ 0 h 25518"/>
                <a:gd name="connsiteX10" fmla="*/ 4036 w 43052"/>
                <a:gd name="connsiteY10" fmla="*/ 2686 h 25518"/>
                <a:gd name="connsiteX11" fmla="*/ 9418 w 43052"/>
                <a:gd name="connsiteY11" fmla="*/ 9401 h 25518"/>
                <a:gd name="connsiteX12" fmla="*/ 13454 w 43052"/>
                <a:gd name="connsiteY12" fmla="*/ 10744 h 25518"/>
                <a:gd name="connsiteX13" fmla="*/ 17490 w 43052"/>
                <a:gd name="connsiteY13" fmla="*/ 10744 h 25518"/>
                <a:gd name="connsiteX14" fmla="*/ 22871 w 43052"/>
                <a:gd name="connsiteY14" fmla="*/ 13431 h 25518"/>
                <a:gd name="connsiteX15" fmla="*/ 26908 w 43052"/>
                <a:gd name="connsiteY15" fmla="*/ 14774 h 25518"/>
                <a:gd name="connsiteX16" fmla="*/ 32289 w 43052"/>
                <a:gd name="connsiteY16" fmla="*/ 14774 h 25518"/>
                <a:gd name="connsiteX17" fmla="*/ 34980 w 43052"/>
                <a:gd name="connsiteY17" fmla="*/ 17460 h 25518"/>
                <a:gd name="connsiteX18" fmla="*/ 39016 w 43052"/>
                <a:gd name="connsiteY18" fmla="*/ 21489 h 25518"/>
                <a:gd name="connsiteX19" fmla="*/ 41707 w 43052"/>
                <a:gd name="connsiteY19" fmla="*/ 21489 h 25518"/>
                <a:gd name="connsiteX20" fmla="*/ 43052 w 43052"/>
                <a:gd name="connsiteY20" fmla="*/ 24175 h 25518"/>
                <a:gd name="connsiteX21" fmla="*/ 43052 w 43052"/>
                <a:gd name="connsiteY21" fmla="*/ 25518 h 25518"/>
                <a:gd name="connsiteX22" fmla="*/ 37671 w 43052"/>
                <a:gd name="connsiteY22" fmla="*/ 25518 h 2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052" h="25518">
                  <a:moveTo>
                    <a:pt x="32289" y="22832"/>
                  </a:moveTo>
                  <a:lnTo>
                    <a:pt x="25562" y="20146"/>
                  </a:lnTo>
                  <a:lnTo>
                    <a:pt x="24217" y="21489"/>
                  </a:lnTo>
                  <a:lnTo>
                    <a:pt x="20181" y="21489"/>
                  </a:lnTo>
                  <a:lnTo>
                    <a:pt x="17490" y="17460"/>
                  </a:lnTo>
                  <a:lnTo>
                    <a:pt x="9418" y="14774"/>
                  </a:lnTo>
                  <a:lnTo>
                    <a:pt x="5382" y="14774"/>
                  </a:lnTo>
                  <a:lnTo>
                    <a:pt x="1345" y="8058"/>
                  </a:lnTo>
                  <a:lnTo>
                    <a:pt x="0" y="2686"/>
                  </a:lnTo>
                  <a:lnTo>
                    <a:pt x="1345" y="0"/>
                  </a:lnTo>
                  <a:lnTo>
                    <a:pt x="4036" y="2686"/>
                  </a:lnTo>
                  <a:lnTo>
                    <a:pt x="9418" y="9401"/>
                  </a:lnTo>
                  <a:lnTo>
                    <a:pt x="13454" y="10744"/>
                  </a:lnTo>
                  <a:lnTo>
                    <a:pt x="17490" y="10744"/>
                  </a:lnTo>
                  <a:lnTo>
                    <a:pt x="22871" y="13431"/>
                  </a:lnTo>
                  <a:lnTo>
                    <a:pt x="26908" y="14774"/>
                  </a:lnTo>
                  <a:lnTo>
                    <a:pt x="32289" y="14774"/>
                  </a:lnTo>
                  <a:lnTo>
                    <a:pt x="34980" y="17460"/>
                  </a:lnTo>
                  <a:lnTo>
                    <a:pt x="39016" y="21489"/>
                  </a:lnTo>
                  <a:lnTo>
                    <a:pt x="41707" y="21489"/>
                  </a:lnTo>
                  <a:lnTo>
                    <a:pt x="43052" y="24175"/>
                  </a:lnTo>
                  <a:lnTo>
                    <a:pt x="43052" y="25518"/>
                  </a:lnTo>
                  <a:lnTo>
                    <a:pt x="37671" y="2551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0" name="Freeform 1279">
              <a:extLst>
                <a:ext uri="{FF2B5EF4-FFF2-40B4-BE49-F238E27FC236}">
                  <a16:creationId xmlns:a16="http://schemas.microsoft.com/office/drawing/2014/main" id="{0461947B-EB50-92D7-EBCA-48DE1E076348}"/>
                </a:ext>
              </a:extLst>
            </p:cNvPr>
            <p:cNvSpPr/>
            <p:nvPr/>
          </p:nvSpPr>
          <p:spPr>
            <a:xfrm>
              <a:off x="5619640" y="6256856"/>
              <a:ext cx="5381" cy="2685"/>
            </a:xfrm>
            <a:custGeom>
              <a:avLst/>
              <a:gdLst>
                <a:gd name="connsiteX0" fmla="*/ 2691 w 5381"/>
                <a:gd name="connsiteY0" fmla="*/ 0 h 2685"/>
                <a:gd name="connsiteX1" fmla="*/ 5382 w 5381"/>
                <a:gd name="connsiteY1" fmla="*/ 2686 h 2685"/>
                <a:gd name="connsiteX2" fmla="*/ 0 w 5381"/>
                <a:gd name="connsiteY2" fmla="*/ 1343 h 2685"/>
                <a:gd name="connsiteX3" fmla="*/ 2691 w 5381"/>
                <a:gd name="connsiteY3" fmla="*/ 0 h 2685"/>
                <a:gd name="connsiteX4" fmla="*/ 2691 w 5381"/>
                <a:gd name="connsiteY4" fmla="*/ 0 h 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2685">
                  <a:moveTo>
                    <a:pt x="2691" y="0"/>
                  </a:moveTo>
                  <a:lnTo>
                    <a:pt x="5382" y="2686"/>
                  </a:lnTo>
                  <a:lnTo>
                    <a:pt x="0" y="1343"/>
                  </a:lnTo>
                  <a:lnTo>
                    <a:pt x="2691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1" name="Freeform 1280">
              <a:extLst>
                <a:ext uri="{FF2B5EF4-FFF2-40B4-BE49-F238E27FC236}">
                  <a16:creationId xmlns:a16="http://schemas.microsoft.com/office/drawing/2014/main" id="{69B55FDF-BD2A-9DB2-3DB3-45A2A4EB500A}"/>
                </a:ext>
              </a:extLst>
            </p:cNvPr>
            <p:cNvSpPr/>
            <p:nvPr/>
          </p:nvSpPr>
          <p:spPr>
            <a:xfrm>
              <a:off x="5655965" y="6277002"/>
              <a:ext cx="6726" cy="5372"/>
            </a:xfrm>
            <a:custGeom>
              <a:avLst/>
              <a:gdLst>
                <a:gd name="connsiteX0" fmla="*/ 2691 w 6726"/>
                <a:gd name="connsiteY0" fmla="*/ 2686 h 5372"/>
                <a:gd name="connsiteX1" fmla="*/ 4036 w 6726"/>
                <a:gd name="connsiteY1" fmla="*/ 5372 h 5372"/>
                <a:gd name="connsiteX2" fmla="*/ 6727 w 6726"/>
                <a:gd name="connsiteY2" fmla="*/ 2686 h 5372"/>
                <a:gd name="connsiteX3" fmla="*/ 2691 w 6726"/>
                <a:gd name="connsiteY3" fmla="*/ 0 h 5372"/>
                <a:gd name="connsiteX4" fmla="*/ 0 w 6726"/>
                <a:gd name="connsiteY4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5372">
                  <a:moveTo>
                    <a:pt x="2691" y="2686"/>
                  </a:moveTo>
                  <a:lnTo>
                    <a:pt x="4036" y="5372"/>
                  </a:lnTo>
                  <a:lnTo>
                    <a:pt x="6727" y="2686"/>
                  </a:lnTo>
                  <a:lnTo>
                    <a:pt x="2691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2" name="Freeform 1281">
              <a:extLst>
                <a:ext uri="{FF2B5EF4-FFF2-40B4-BE49-F238E27FC236}">
                  <a16:creationId xmlns:a16="http://schemas.microsoft.com/office/drawing/2014/main" id="{3047A8C3-78C6-9A38-0AF1-91588A1055CD}"/>
                </a:ext>
              </a:extLst>
            </p:cNvPr>
            <p:cNvSpPr/>
            <p:nvPr/>
          </p:nvSpPr>
          <p:spPr>
            <a:xfrm>
              <a:off x="5634439" y="6256856"/>
              <a:ext cx="43052" cy="26861"/>
            </a:xfrm>
            <a:custGeom>
              <a:avLst/>
              <a:gdLst>
                <a:gd name="connsiteX0" fmla="*/ 36325 w 43052"/>
                <a:gd name="connsiteY0" fmla="*/ 25518 h 26861"/>
                <a:gd name="connsiteX1" fmla="*/ 33634 w 43052"/>
                <a:gd name="connsiteY1" fmla="*/ 26862 h 26861"/>
                <a:gd name="connsiteX2" fmla="*/ 29598 w 43052"/>
                <a:gd name="connsiteY2" fmla="*/ 24175 h 26861"/>
                <a:gd name="connsiteX3" fmla="*/ 29598 w 43052"/>
                <a:gd name="connsiteY3" fmla="*/ 20146 h 26861"/>
                <a:gd name="connsiteX4" fmla="*/ 26908 w 43052"/>
                <a:gd name="connsiteY4" fmla="*/ 18803 h 26861"/>
                <a:gd name="connsiteX5" fmla="*/ 21526 w 43052"/>
                <a:gd name="connsiteY5" fmla="*/ 20146 h 26861"/>
                <a:gd name="connsiteX6" fmla="*/ 17490 w 43052"/>
                <a:gd name="connsiteY6" fmla="*/ 18803 h 26861"/>
                <a:gd name="connsiteX7" fmla="*/ 12108 w 43052"/>
                <a:gd name="connsiteY7" fmla="*/ 13431 h 26861"/>
                <a:gd name="connsiteX8" fmla="*/ 6727 w 43052"/>
                <a:gd name="connsiteY8" fmla="*/ 12088 h 26861"/>
                <a:gd name="connsiteX9" fmla="*/ 5381 w 43052"/>
                <a:gd name="connsiteY9" fmla="*/ 6715 h 26861"/>
                <a:gd name="connsiteX10" fmla="*/ 0 w 43052"/>
                <a:gd name="connsiteY10" fmla="*/ 5372 h 26861"/>
                <a:gd name="connsiteX11" fmla="*/ 0 w 43052"/>
                <a:gd name="connsiteY11" fmla="*/ 1343 h 26861"/>
                <a:gd name="connsiteX12" fmla="*/ 1345 w 43052"/>
                <a:gd name="connsiteY12" fmla="*/ 0 h 26861"/>
                <a:gd name="connsiteX13" fmla="*/ 5381 w 43052"/>
                <a:gd name="connsiteY13" fmla="*/ 0 h 26861"/>
                <a:gd name="connsiteX14" fmla="*/ 8072 w 43052"/>
                <a:gd name="connsiteY14" fmla="*/ 2686 h 26861"/>
                <a:gd name="connsiteX15" fmla="*/ 10763 w 43052"/>
                <a:gd name="connsiteY15" fmla="*/ 4029 h 26861"/>
                <a:gd name="connsiteX16" fmla="*/ 14799 w 43052"/>
                <a:gd name="connsiteY16" fmla="*/ 1343 h 26861"/>
                <a:gd name="connsiteX17" fmla="*/ 21526 w 43052"/>
                <a:gd name="connsiteY17" fmla="*/ 1343 h 26861"/>
                <a:gd name="connsiteX18" fmla="*/ 28253 w 43052"/>
                <a:gd name="connsiteY18" fmla="*/ 6715 h 26861"/>
                <a:gd name="connsiteX19" fmla="*/ 30944 w 43052"/>
                <a:gd name="connsiteY19" fmla="*/ 8059 h 26861"/>
                <a:gd name="connsiteX20" fmla="*/ 32289 w 43052"/>
                <a:gd name="connsiteY20" fmla="*/ 10744 h 26861"/>
                <a:gd name="connsiteX21" fmla="*/ 37671 w 43052"/>
                <a:gd name="connsiteY21" fmla="*/ 9401 h 26861"/>
                <a:gd name="connsiteX22" fmla="*/ 41707 w 43052"/>
                <a:gd name="connsiteY22" fmla="*/ 10744 h 26861"/>
                <a:gd name="connsiteX23" fmla="*/ 43052 w 43052"/>
                <a:gd name="connsiteY23" fmla="*/ 14774 h 26861"/>
                <a:gd name="connsiteX24" fmla="*/ 39016 w 43052"/>
                <a:gd name="connsiteY24" fmla="*/ 13431 h 26861"/>
                <a:gd name="connsiteX25" fmla="*/ 36325 w 43052"/>
                <a:gd name="connsiteY25" fmla="*/ 14774 h 26861"/>
                <a:gd name="connsiteX26" fmla="*/ 39016 w 43052"/>
                <a:gd name="connsiteY26" fmla="*/ 17460 h 26861"/>
                <a:gd name="connsiteX27" fmla="*/ 39016 w 43052"/>
                <a:gd name="connsiteY27" fmla="*/ 18803 h 26861"/>
                <a:gd name="connsiteX28" fmla="*/ 34980 w 43052"/>
                <a:gd name="connsiteY28" fmla="*/ 22832 h 2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3052" h="26861">
                  <a:moveTo>
                    <a:pt x="36325" y="25518"/>
                  </a:moveTo>
                  <a:lnTo>
                    <a:pt x="33634" y="26862"/>
                  </a:lnTo>
                  <a:lnTo>
                    <a:pt x="29598" y="24175"/>
                  </a:lnTo>
                  <a:lnTo>
                    <a:pt x="29598" y="20146"/>
                  </a:lnTo>
                  <a:lnTo>
                    <a:pt x="26908" y="18803"/>
                  </a:lnTo>
                  <a:lnTo>
                    <a:pt x="21526" y="20146"/>
                  </a:lnTo>
                  <a:lnTo>
                    <a:pt x="17490" y="18803"/>
                  </a:lnTo>
                  <a:lnTo>
                    <a:pt x="12108" y="13431"/>
                  </a:lnTo>
                  <a:lnTo>
                    <a:pt x="6727" y="12088"/>
                  </a:lnTo>
                  <a:lnTo>
                    <a:pt x="5381" y="6715"/>
                  </a:lnTo>
                  <a:lnTo>
                    <a:pt x="0" y="5372"/>
                  </a:lnTo>
                  <a:lnTo>
                    <a:pt x="0" y="1343"/>
                  </a:lnTo>
                  <a:lnTo>
                    <a:pt x="1345" y="0"/>
                  </a:lnTo>
                  <a:lnTo>
                    <a:pt x="5381" y="0"/>
                  </a:lnTo>
                  <a:lnTo>
                    <a:pt x="8072" y="2686"/>
                  </a:lnTo>
                  <a:lnTo>
                    <a:pt x="10763" y="4029"/>
                  </a:lnTo>
                  <a:lnTo>
                    <a:pt x="14799" y="1343"/>
                  </a:lnTo>
                  <a:lnTo>
                    <a:pt x="21526" y="1343"/>
                  </a:lnTo>
                  <a:lnTo>
                    <a:pt x="28253" y="6715"/>
                  </a:lnTo>
                  <a:lnTo>
                    <a:pt x="30944" y="8059"/>
                  </a:lnTo>
                  <a:lnTo>
                    <a:pt x="32289" y="10744"/>
                  </a:lnTo>
                  <a:lnTo>
                    <a:pt x="37671" y="9401"/>
                  </a:lnTo>
                  <a:lnTo>
                    <a:pt x="41707" y="10744"/>
                  </a:lnTo>
                  <a:lnTo>
                    <a:pt x="43052" y="14774"/>
                  </a:lnTo>
                  <a:lnTo>
                    <a:pt x="39016" y="13431"/>
                  </a:lnTo>
                  <a:lnTo>
                    <a:pt x="36325" y="14774"/>
                  </a:lnTo>
                  <a:lnTo>
                    <a:pt x="39016" y="17460"/>
                  </a:lnTo>
                  <a:lnTo>
                    <a:pt x="39016" y="18803"/>
                  </a:lnTo>
                  <a:lnTo>
                    <a:pt x="34980" y="2283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3" name="Freeform 1282">
              <a:extLst>
                <a:ext uri="{FF2B5EF4-FFF2-40B4-BE49-F238E27FC236}">
                  <a16:creationId xmlns:a16="http://schemas.microsoft.com/office/drawing/2014/main" id="{1EFB0EB6-4F3C-9EC2-0134-62988EBFE94D}"/>
                </a:ext>
              </a:extLst>
            </p:cNvPr>
            <p:cNvSpPr/>
            <p:nvPr/>
          </p:nvSpPr>
          <p:spPr>
            <a:xfrm>
              <a:off x="5674801" y="6279688"/>
              <a:ext cx="6726" cy="8058"/>
            </a:xfrm>
            <a:custGeom>
              <a:avLst/>
              <a:gdLst>
                <a:gd name="connsiteX0" fmla="*/ 2691 w 6726"/>
                <a:gd name="connsiteY0" fmla="*/ 1343 h 8058"/>
                <a:gd name="connsiteX1" fmla="*/ 0 w 6726"/>
                <a:gd name="connsiteY1" fmla="*/ 4029 h 8058"/>
                <a:gd name="connsiteX2" fmla="*/ 0 w 6726"/>
                <a:gd name="connsiteY2" fmla="*/ 8059 h 8058"/>
                <a:gd name="connsiteX3" fmla="*/ 2691 w 6726"/>
                <a:gd name="connsiteY3" fmla="*/ 6715 h 8058"/>
                <a:gd name="connsiteX4" fmla="*/ 5381 w 6726"/>
                <a:gd name="connsiteY4" fmla="*/ 2686 h 8058"/>
                <a:gd name="connsiteX5" fmla="*/ 6727 w 6726"/>
                <a:gd name="connsiteY5" fmla="*/ 1343 h 8058"/>
                <a:gd name="connsiteX6" fmla="*/ 4036 w 6726"/>
                <a:gd name="connsiteY6" fmla="*/ 0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6" h="8058">
                  <a:moveTo>
                    <a:pt x="2691" y="1343"/>
                  </a:moveTo>
                  <a:lnTo>
                    <a:pt x="0" y="4029"/>
                  </a:lnTo>
                  <a:lnTo>
                    <a:pt x="0" y="8059"/>
                  </a:lnTo>
                  <a:lnTo>
                    <a:pt x="2691" y="6715"/>
                  </a:lnTo>
                  <a:lnTo>
                    <a:pt x="5381" y="2686"/>
                  </a:lnTo>
                  <a:lnTo>
                    <a:pt x="6727" y="1343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4" name="Freeform 1283">
              <a:extLst>
                <a:ext uri="{FF2B5EF4-FFF2-40B4-BE49-F238E27FC236}">
                  <a16:creationId xmlns:a16="http://schemas.microsoft.com/office/drawing/2014/main" id="{ECFF3990-F80D-054F-B07C-7F3BEC28F7B5}"/>
                </a:ext>
              </a:extLst>
            </p:cNvPr>
            <p:cNvSpPr/>
            <p:nvPr/>
          </p:nvSpPr>
          <p:spPr>
            <a:xfrm>
              <a:off x="5678837" y="6271630"/>
              <a:ext cx="26907" cy="13430"/>
            </a:xfrm>
            <a:custGeom>
              <a:avLst/>
              <a:gdLst>
                <a:gd name="connsiteX0" fmla="*/ 26908 w 26907"/>
                <a:gd name="connsiteY0" fmla="*/ 5372 h 13430"/>
                <a:gd name="connsiteX1" fmla="*/ 25562 w 26907"/>
                <a:gd name="connsiteY1" fmla="*/ 9401 h 13430"/>
                <a:gd name="connsiteX2" fmla="*/ 26908 w 26907"/>
                <a:gd name="connsiteY2" fmla="*/ 12088 h 13430"/>
                <a:gd name="connsiteX3" fmla="*/ 24217 w 26907"/>
                <a:gd name="connsiteY3" fmla="*/ 13431 h 13430"/>
                <a:gd name="connsiteX4" fmla="*/ 20181 w 26907"/>
                <a:gd name="connsiteY4" fmla="*/ 13431 h 13430"/>
                <a:gd name="connsiteX5" fmla="*/ 17490 w 26907"/>
                <a:gd name="connsiteY5" fmla="*/ 10744 h 13430"/>
                <a:gd name="connsiteX6" fmla="*/ 16144 w 26907"/>
                <a:gd name="connsiteY6" fmla="*/ 12088 h 13430"/>
                <a:gd name="connsiteX7" fmla="*/ 13454 w 26907"/>
                <a:gd name="connsiteY7" fmla="*/ 9401 h 13430"/>
                <a:gd name="connsiteX8" fmla="*/ 8072 w 26907"/>
                <a:gd name="connsiteY8" fmla="*/ 9401 h 13430"/>
                <a:gd name="connsiteX9" fmla="*/ 5381 w 26907"/>
                <a:gd name="connsiteY9" fmla="*/ 10744 h 13430"/>
                <a:gd name="connsiteX10" fmla="*/ 4036 w 26907"/>
                <a:gd name="connsiteY10" fmla="*/ 6715 h 13430"/>
                <a:gd name="connsiteX11" fmla="*/ 0 w 26907"/>
                <a:gd name="connsiteY11" fmla="*/ 5372 h 13430"/>
                <a:gd name="connsiteX12" fmla="*/ 0 w 26907"/>
                <a:gd name="connsiteY12" fmla="*/ 2686 h 13430"/>
                <a:gd name="connsiteX13" fmla="*/ 8072 w 26907"/>
                <a:gd name="connsiteY13" fmla="*/ 2686 h 13430"/>
                <a:gd name="connsiteX14" fmla="*/ 9418 w 26907"/>
                <a:gd name="connsiteY14" fmla="*/ 0 h 13430"/>
                <a:gd name="connsiteX15" fmla="*/ 18835 w 26907"/>
                <a:gd name="connsiteY15" fmla="*/ 2686 h 13430"/>
                <a:gd name="connsiteX16" fmla="*/ 20181 w 26907"/>
                <a:gd name="connsiteY16" fmla="*/ 6715 h 13430"/>
                <a:gd name="connsiteX17" fmla="*/ 22871 w 26907"/>
                <a:gd name="connsiteY17" fmla="*/ 4029 h 13430"/>
                <a:gd name="connsiteX18" fmla="*/ 25562 w 26907"/>
                <a:gd name="connsiteY18" fmla="*/ 4029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907" h="13430">
                  <a:moveTo>
                    <a:pt x="26908" y="5372"/>
                  </a:moveTo>
                  <a:lnTo>
                    <a:pt x="25562" y="9401"/>
                  </a:lnTo>
                  <a:lnTo>
                    <a:pt x="26908" y="12088"/>
                  </a:lnTo>
                  <a:lnTo>
                    <a:pt x="24217" y="13431"/>
                  </a:lnTo>
                  <a:lnTo>
                    <a:pt x="20181" y="13431"/>
                  </a:lnTo>
                  <a:lnTo>
                    <a:pt x="17490" y="10744"/>
                  </a:lnTo>
                  <a:lnTo>
                    <a:pt x="16144" y="12088"/>
                  </a:lnTo>
                  <a:lnTo>
                    <a:pt x="13454" y="9401"/>
                  </a:lnTo>
                  <a:lnTo>
                    <a:pt x="8072" y="9401"/>
                  </a:lnTo>
                  <a:lnTo>
                    <a:pt x="5381" y="10744"/>
                  </a:lnTo>
                  <a:lnTo>
                    <a:pt x="4036" y="6715"/>
                  </a:lnTo>
                  <a:lnTo>
                    <a:pt x="0" y="5372"/>
                  </a:lnTo>
                  <a:lnTo>
                    <a:pt x="0" y="2686"/>
                  </a:lnTo>
                  <a:lnTo>
                    <a:pt x="8072" y="2686"/>
                  </a:lnTo>
                  <a:lnTo>
                    <a:pt x="9418" y="0"/>
                  </a:lnTo>
                  <a:lnTo>
                    <a:pt x="18835" y="2686"/>
                  </a:lnTo>
                  <a:lnTo>
                    <a:pt x="20181" y="6715"/>
                  </a:lnTo>
                  <a:lnTo>
                    <a:pt x="22871" y="4029"/>
                  </a:lnTo>
                  <a:lnTo>
                    <a:pt x="25562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5" name="Freeform 1284">
              <a:extLst>
                <a:ext uri="{FF2B5EF4-FFF2-40B4-BE49-F238E27FC236}">
                  <a16:creationId xmlns:a16="http://schemas.microsoft.com/office/drawing/2014/main" id="{9FE2BDC7-9033-BE9F-C197-18D9405A2564}"/>
                </a:ext>
              </a:extLst>
            </p:cNvPr>
            <p:cNvSpPr/>
            <p:nvPr/>
          </p:nvSpPr>
          <p:spPr>
            <a:xfrm>
              <a:off x="5707090" y="6250141"/>
              <a:ext cx="13453" cy="26861"/>
            </a:xfrm>
            <a:custGeom>
              <a:avLst/>
              <a:gdLst>
                <a:gd name="connsiteX0" fmla="*/ 13454 w 13453"/>
                <a:gd name="connsiteY0" fmla="*/ 24175 h 26861"/>
                <a:gd name="connsiteX1" fmla="*/ 8072 w 13453"/>
                <a:gd name="connsiteY1" fmla="*/ 20146 h 26861"/>
                <a:gd name="connsiteX2" fmla="*/ 12109 w 13453"/>
                <a:gd name="connsiteY2" fmla="*/ 17460 h 26861"/>
                <a:gd name="connsiteX3" fmla="*/ 9418 w 13453"/>
                <a:gd name="connsiteY3" fmla="*/ 14774 h 26861"/>
                <a:gd name="connsiteX4" fmla="*/ 9418 w 13453"/>
                <a:gd name="connsiteY4" fmla="*/ 12088 h 26861"/>
                <a:gd name="connsiteX5" fmla="*/ 6727 w 13453"/>
                <a:gd name="connsiteY5" fmla="*/ 6715 h 26861"/>
                <a:gd name="connsiteX6" fmla="*/ 5382 w 13453"/>
                <a:gd name="connsiteY6" fmla="*/ 1343 h 26861"/>
                <a:gd name="connsiteX7" fmla="*/ 2691 w 13453"/>
                <a:gd name="connsiteY7" fmla="*/ 0 h 26861"/>
                <a:gd name="connsiteX8" fmla="*/ 1345 w 13453"/>
                <a:gd name="connsiteY8" fmla="*/ 5372 h 26861"/>
                <a:gd name="connsiteX9" fmla="*/ 0 w 13453"/>
                <a:gd name="connsiteY9" fmla="*/ 10744 h 26861"/>
                <a:gd name="connsiteX10" fmla="*/ 2691 w 13453"/>
                <a:gd name="connsiteY10" fmla="*/ 14774 h 26861"/>
                <a:gd name="connsiteX11" fmla="*/ 1345 w 13453"/>
                <a:gd name="connsiteY11" fmla="*/ 17460 h 26861"/>
                <a:gd name="connsiteX12" fmla="*/ 1345 w 13453"/>
                <a:gd name="connsiteY12" fmla="*/ 21489 h 26861"/>
                <a:gd name="connsiteX13" fmla="*/ 5382 w 13453"/>
                <a:gd name="connsiteY13" fmla="*/ 24175 h 26861"/>
                <a:gd name="connsiteX14" fmla="*/ 10763 w 13453"/>
                <a:gd name="connsiteY14" fmla="*/ 25518 h 26861"/>
                <a:gd name="connsiteX15" fmla="*/ 12109 w 13453"/>
                <a:gd name="connsiteY15" fmla="*/ 26862 h 2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453" h="26861">
                  <a:moveTo>
                    <a:pt x="13454" y="24175"/>
                  </a:moveTo>
                  <a:lnTo>
                    <a:pt x="8072" y="20146"/>
                  </a:lnTo>
                  <a:lnTo>
                    <a:pt x="12109" y="17460"/>
                  </a:lnTo>
                  <a:lnTo>
                    <a:pt x="9418" y="14774"/>
                  </a:lnTo>
                  <a:lnTo>
                    <a:pt x="9418" y="12088"/>
                  </a:lnTo>
                  <a:lnTo>
                    <a:pt x="6727" y="6715"/>
                  </a:lnTo>
                  <a:lnTo>
                    <a:pt x="5382" y="1343"/>
                  </a:lnTo>
                  <a:lnTo>
                    <a:pt x="2691" y="0"/>
                  </a:lnTo>
                  <a:lnTo>
                    <a:pt x="1345" y="5372"/>
                  </a:lnTo>
                  <a:lnTo>
                    <a:pt x="0" y="10744"/>
                  </a:lnTo>
                  <a:lnTo>
                    <a:pt x="2691" y="14774"/>
                  </a:lnTo>
                  <a:lnTo>
                    <a:pt x="1345" y="17460"/>
                  </a:lnTo>
                  <a:lnTo>
                    <a:pt x="1345" y="21489"/>
                  </a:lnTo>
                  <a:lnTo>
                    <a:pt x="5382" y="24175"/>
                  </a:lnTo>
                  <a:lnTo>
                    <a:pt x="10763" y="25518"/>
                  </a:lnTo>
                  <a:lnTo>
                    <a:pt x="12109" y="2686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6" name="Freeform 1285">
              <a:extLst>
                <a:ext uri="{FF2B5EF4-FFF2-40B4-BE49-F238E27FC236}">
                  <a16:creationId xmlns:a16="http://schemas.microsoft.com/office/drawing/2014/main" id="{70D66FDE-5512-D55B-621E-0E0775E92CA4}"/>
                </a:ext>
              </a:extLst>
            </p:cNvPr>
            <p:cNvSpPr/>
            <p:nvPr/>
          </p:nvSpPr>
          <p:spPr>
            <a:xfrm>
              <a:off x="5701708" y="6311922"/>
              <a:ext cx="6726" cy="4029"/>
            </a:xfrm>
            <a:custGeom>
              <a:avLst/>
              <a:gdLst>
                <a:gd name="connsiteX0" fmla="*/ 0 w 6726"/>
                <a:gd name="connsiteY0" fmla="*/ 1343 h 4029"/>
                <a:gd name="connsiteX1" fmla="*/ 4036 w 6726"/>
                <a:gd name="connsiteY1" fmla="*/ 0 h 4029"/>
                <a:gd name="connsiteX2" fmla="*/ 6727 w 6726"/>
                <a:gd name="connsiteY2" fmla="*/ 1343 h 4029"/>
                <a:gd name="connsiteX3" fmla="*/ 2691 w 6726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4029">
                  <a:moveTo>
                    <a:pt x="0" y="1343"/>
                  </a:moveTo>
                  <a:lnTo>
                    <a:pt x="4036" y="0"/>
                  </a:lnTo>
                  <a:lnTo>
                    <a:pt x="6727" y="1343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7" name="Freeform 1286">
              <a:extLst>
                <a:ext uri="{FF2B5EF4-FFF2-40B4-BE49-F238E27FC236}">
                  <a16:creationId xmlns:a16="http://schemas.microsoft.com/office/drawing/2014/main" id="{4A309DAE-0076-213A-6C73-F2B021AF8396}"/>
                </a:ext>
              </a:extLst>
            </p:cNvPr>
            <p:cNvSpPr/>
            <p:nvPr/>
          </p:nvSpPr>
          <p:spPr>
            <a:xfrm>
              <a:off x="5701708" y="6303864"/>
              <a:ext cx="5381" cy="5372"/>
            </a:xfrm>
            <a:custGeom>
              <a:avLst/>
              <a:gdLst>
                <a:gd name="connsiteX0" fmla="*/ 1345 w 5381"/>
                <a:gd name="connsiteY0" fmla="*/ 5372 h 5372"/>
                <a:gd name="connsiteX1" fmla="*/ 0 w 5381"/>
                <a:gd name="connsiteY1" fmla="*/ 2686 h 5372"/>
                <a:gd name="connsiteX2" fmla="*/ 1345 w 5381"/>
                <a:gd name="connsiteY2" fmla="*/ 0 h 5372"/>
                <a:gd name="connsiteX3" fmla="*/ 5381 w 5381"/>
                <a:gd name="connsiteY3" fmla="*/ 1343 h 5372"/>
                <a:gd name="connsiteX4" fmla="*/ 4036 w 5381"/>
                <a:gd name="connsiteY4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1345" y="5372"/>
                  </a:moveTo>
                  <a:lnTo>
                    <a:pt x="0" y="2686"/>
                  </a:lnTo>
                  <a:lnTo>
                    <a:pt x="1345" y="0"/>
                  </a:lnTo>
                  <a:lnTo>
                    <a:pt x="5381" y="1343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8" name="Freeform 1287">
              <a:extLst>
                <a:ext uri="{FF2B5EF4-FFF2-40B4-BE49-F238E27FC236}">
                  <a16:creationId xmlns:a16="http://schemas.microsoft.com/office/drawing/2014/main" id="{D7206CAA-5DED-D153-436E-0C062F3F8C40}"/>
                </a:ext>
              </a:extLst>
            </p:cNvPr>
            <p:cNvSpPr/>
            <p:nvPr/>
          </p:nvSpPr>
          <p:spPr>
            <a:xfrm>
              <a:off x="5802611" y="6326696"/>
              <a:ext cx="5381" cy="9401"/>
            </a:xfrm>
            <a:custGeom>
              <a:avLst/>
              <a:gdLst>
                <a:gd name="connsiteX0" fmla="*/ 2691 w 5381"/>
                <a:gd name="connsiteY0" fmla="*/ 9402 h 9401"/>
                <a:gd name="connsiteX1" fmla="*/ 0 w 5381"/>
                <a:gd name="connsiteY1" fmla="*/ 6715 h 9401"/>
                <a:gd name="connsiteX2" fmla="*/ 2691 w 5381"/>
                <a:gd name="connsiteY2" fmla="*/ 2686 h 9401"/>
                <a:gd name="connsiteX3" fmla="*/ 1345 w 5381"/>
                <a:gd name="connsiteY3" fmla="*/ 0 h 9401"/>
                <a:gd name="connsiteX4" fmla="*/ 4036 w 5381"/>
                <a:gd name="connsiteY4" fmla="*/ 1343 h 9401"/>
                <a:gd name="connsiteX5" fmla="*/ 5381 w 5381"/>
                <a:gd name="connsiteY5" fmla="*/ 5373 h 9401"/>
                <a:gd name="connsiteX6" fmla="*/ 5381 w 5381"/>
                <a:gd name="connsiteY6" fmla="*/ 940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9401">
                  <a:moveTo>
                    <a:pt x="2691" y="9402"/>
                  </a:moveTo>
                  <a:lnTo>
                    <a:pt x="0" y="6715"/>
                  </a:lnTo>
                  <a:lnTo>
                    <a:pt x="2691" y="2686"/>
                  </a:lnTo>
                  <a:lnTo>
                    <a:pt x="1345" y="0"/>
                  </a:lnTo>
                  <a:lnTo>
                    <a:pt x="4036" y="1343"/>
                  </a:lnTo>
                  <a:lnTo>
                    <a:pt x="5381" y="5373"/>
                  </a:lnTo>
                  <a:lnTo>
                    <a:pt x="5381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89" name="Freeform 1288">
              <a:extLst>
                <a:ext uri="{FF2B5EF4-FFF2-40B4-BE49-F238E27FC236}">
                  <a16:creationId xmlns:a16="http://schemas.microsoft.com/office/drawing/2014/main" id="{751DC651-24AE-5A22-4370-9467B42F2255}"/>
                </a:ext>
              </a:extLst>
            </p:cNvPr>
            <p:cNvSpPr/>
            <p:nvPr/>
          </p:nvSpPr>
          <p:spPr>
            <a:xfrm>
              <a:off x="5739379" y="6302520"/>
              <a:ext cx="67268" cy="29547"/>
            </a:xfrm>
            <a:custGeom>
              <a:avLst/>
              <a:gdLst>
                <a:gd name="connsiteX0" fmla="*/ 1345 w 67268"/>
                <a:gd name="connsiteY0" fmla="*/ 6715 h 29547"/>
                <a:gd name="connsiteX1" fmla="*/ 5381 w 67268"/>
                <a:gd name="connsiteY1" fmla="*/ 5372 h 29547"/>
                <a:gd name="connsiteX2" fmla="*/ 9418 w 67268"/>
                <a:gd name="connsiteY2" fmla="*/ 5372 h 29547"/>
                <a:gd name="connsiteX3" fmla="*/ 12108 w 67268"/>
                <a:gd name="connsiteY3" fmla="*/ 5372 h 29547"/>
                <a:gd name="connsiteX4" fmla="*/ 17490 w 67268"/>
                <a:gd name="connsiteY4" fmla="*/ 5372 h 29547"/>
                <a:gd name="connsiteX5" fmla="*/ 29598 w 67268"/>
                <a:gd name="connsiteY5" fmla="*/ 2686 h 29547"/>
                <a:gd name="connsiteX6" fmla="*/ 36325 w 67268"/>
                <a:gd name="connsiteY6" fmla="*/ 0 h 29547"/>
                <a:gd name="connsiteX7" fmla="*/ 44397 w 67268"/>
                <a:gd name="connsiteY7" fmla="*/ 1343 h 29547"/>
                <a:gd name="connsiteX8" fmla="*/ 51124 w 67268"/>
                <a:gd name="connsiteY8" fmla="*/ 0 h 29547"/>
                <a:gd name="connsiteX9" fmla="*/ 59196 w 67268"/>
                <a:gd name="connsiteY9" fmla="*/ 0 h 29547"/>
                <a:gd name="connsiteX10" fmla="*/ 63233 w 67268"/>
                <a:gd name="connsiteY10" fmla="*/ 1343 h 29547"/>
                <a:gd name="connsiteX11" fmla="*/ 64578 w 67268"/>
                <a:gd name="connsiteY11" fmla="*/ 5372 h 29547"/>
                <a:gd name="connsiteX12" fmla="*/ 67269 w 67268"/>
                <a:gd name="connsiteY12" fmla="*/ 8059 h 29547"/>
                <a:gd name="connsiteX13" fmla="*/ 64578 w 67268"/>
                <a:gd name="connsiteY13" fmla="*/ 10744 h 29547"/>
                <a:gd name="connsiteX14" fmla="*/ 60542 w 67268"/>
                <a:gd name="connsiteY14" fmla="*/ 13431 h 29547"/>
                <a:gd name="connsiteX15" fmla="*/ 57851 w 67268"/>
                <a:gd name="connsiteY15" fmla="*/ 10744 h 29547"/>
                <a:gd name="connsiteX16" fmla="*/ 55160 w 67268"/>
                <a:gd name="connsiteY16" fmla="*/ 9402 h 29547"/>
                <a:gd name="connsiteX17" fmla="*/ 51124 w 67268"/>
                <a:gd name="connsiteY17" fmla="*/ 12088 h 29547"/>
                <a:gd name="connsiteX18" fmla="*/ 44397 w 67268"/>
                <a:gd name="connsiteY18" fmla="*/ 13431 h 29547"/>
                <a:gd name="connsiteX19" fmla="*/ 41707 w 67268"/>
                <a:gd name="connsiteY19" fmla="*/ 9402 h 29547"/>
                <a:gd name="connsiteX20" fmla="*/ 40361 w 67268"/>
                <a:gd name="connsiteY20" fmla="*/ 5372 h 29547"/>
                <a:gd name="connsiteX21" fmla="*/ 36325 w 67268"/>
                <a:gd name="connsiteY21" fmla="*/ 5372 h 29547"/>
                <a:gd name="connsiteX22" fmla="*/ 32289 w 67268"/>
                <a:gd name="connsiteY22" fmla="*/ 9402 h 29547"/>
                <a:gd name="connsiteX23" fmla="*/ 29598 w 67268"/>
                <a:gd name="connsiteY23" fmla="*/ 9402 h 29547"/>
                <a:gd name="connsiteX24" fmla="*/ 22871 w 67268"/>
                <a:gd name="connsiteY24" fmla="*/ 9402 h 29547"/>
                <a:gd name="connsiteX25" fmla="*/ 28253 w 67268"/>
                <a:gd name="connsiteY25" fmla="*/ 13431 h 29547"/>
                <a:gd name="connsiteX26" fmla="*/ 29598 w 67268"/>
                <a:gd name="connsiteY26" fmla="*/ 13431 h 29547"/>
                <a:gd name="connsiteX27" fmla="*/ 34980 w 67268"/>
                <a:gd name="connsiteY27" fmla="*/ 14774 h 29547"/>
                <a:gd name="connsiteX28" fmla="*/ 37670 w 67268"/>
                <a:gd name="connsiteY28" fmla="*/ 16117 h 29547"/>
                <a:gd name="connsiteX29" fmla="*/ 36325 w 67268"/>
                <a:gd name="connsiteY29" fmla="*/ 18803 h 29547"/>
                <a:gd name="connsiteX30" fmla="*/ 40361 w 67268"/>
                <a:gd name="connsiteY30" fmla="*/ 20146 h 29547"/>
                <a:gd name="connsiteX31" fmla="*/ 45743 w 67268"/>
                <a:gd name="connsiteY31" fmla="*/ 24175 h 29547"/>
                <a:gd name="connsiteX32" fmla="*/ 45743 w 67268"/>
                <a:gd name="connsiteY32" fmla="*/ 29548 h 29547"/>
                <a:gd name="connsiteX33" fmla="*/ 43052 w 67268"/>
                <a:gd name="connsiteY33" fmla="*/ 28205 h 29547"/>
                <a:gd name="connsiteX34" fmla="*/ 37670 w 67268"/>
                <a:gd name="connsiteY34" fmla="*/ 22832 h 29547"/>
                <a:gd name="connsiteX35" fmla="*/ 33634 w 67268"/>
                <a:gd name="connsiteY35" fmla="*/ 22832 h 29547"/>
                <a:gd name="connsiteX36" fmla="*/ 29598 w 67268"/>
                <a:gd name="connsiteY36" fmla="*/ 24175 h 29547"/>
                <a:gd name="connsiteX37" fmla="*/ 26908 w 67268"/>
                <a:gd name="connsiteY37" fmla="*/ 21489 h 29547"/>
                <a:gd name="connsiteX38" fmla="*/ 24217 w 67268"/>
                <a:gd name="connsiteY38" fmla="*/ 17460 h 29547"/>
                <a:gd name="connsiteX39" fmla="*/ 18835 w 67268"/>
                <a:gd name="connsiteY39" fmla="*/ 17460 h 29547"/>
                <a:gd name="connsiteX40" fmla="*/ 18835 w 67268"/>
                <a:gd name="connsiteY40" fmla="*/ 20146 h 29547"/>
                <a:gd name="connsiteX41" fmla="*/ 22871 w 67268"/>
                <a:gd name="connsiteY41" fmla="*/ 22832 h 29547"/>
                <a:gd name="connsiteX42" fmla="*/ 21526 w 67268"/>
                <a:gd name="connsiteY42" fmla="*/ 26862 h 29547"/>
                <a:gd name="connsiteX43" fmla="*/ 20181 w 67268"/>
                <a:gd name="connsiteY43" fmla="*/ 26862 h 29547"/>
                <a:gd name="connsiteX44" fmla="*/ 13454 w 67268"/>
                <a:gd name="connsiteY44" fmla="*/ 24175 h 29547"/>
                <a:gd name="connsiteX45" fmla="*/ 10763 w 67268"/>
                <a:gd name="connsiteY45" fmla="*/ 25518 h 29547"/>
                <a:gd name="connsiteX46" fmla="*/ 9418 w 67268"/>
                <a:gd name="connsiteY46" fmla="*/ 22832 h 29547"/>
                <a:gd name="connsiteX47" fmla="*/ 5381 w 67268"/>
                <a:gd name="connsiteY47" fmla="*/ 21489 h 29547"/>
                <a:gd name="connsiteX48" fmla="*/ 6727 w 67268"/>
                <a:gd name="connsiteY48" fmla="*/ 17460 h 29547"/>
                <a:gd name="connsiteX49" fmla="*/ 4036 w 67268"/>
                <a:gd name="connsiteY49" fmla="*/ 20146 h 29547"/>
                <a:gd name="connsiteX50" fmla="*/ 0 w 67268"/>
                <a:gd name="connsiteY50" fmla="*/ 17460 h 29547"/>
                <a:gd name="connsiteX51" fmla="*/ 0 w 67268"/>
                <a:gd name="connsiteY51" fmla="*/ 14774 h 29547"/>
                <a:gd name="connsiteX52" fmla="*/ 4036 w 67268"/>
                <a:gd name="connsiteY52" fmla="*/ 13431 h 29547"/>
                <a:gd name="connsiteX53" fmla="*/ 10763 w 67268"/>
                <a:gd name="connsiteY53" fmla="*/ 10744 h 29547"/>
                <a:gd name="connsiteX54" fmla="*/ 6727 w 67268"/>
                <a:gd name="connsiteY54" fmla="*/ 8059 h 29547"/>
                <a:gd name="connsiteX55" fmla="*/ 4036 w 67268"/>
                <a:gd name="connsiteY55" fmla="*/ 9402 h 2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67268" h="29547">
                  <a:moveTo>
                    <a:pt x="1345" y="6715"/>
                  </a:moveTo>
                  <a:lnTo>
                    <a:pt x="5381" y="5372"/>
                  </a:lnTo>
                  <a:lnTo>
                    <a:pt x="9418" y="5372"/>
                  </a:lnTo>
                  <a:lnTo>
                    <a:pt x="12108" y="5372"/>
                  </a:lnTo>
                  <a:lnTo>
                    <a:pt x="17490" y="5372"/>
                  </a:lnTo>
                  <a:lnTo>
                    <a:pt x="29598" y="2686"/>
                  </a:lnTo>
                  <a:lnTo>
                    <a:pt x="36325" y="0"/>
                  </a:lnTo>
                  <a:lnTo>
                    <a:pt x="44397" y="1343"/>
                  </a:lnTo>
                  <a:lnTo>
                    <a:pt x="51124" y="0"/>
                  </a:lnTo>
                  <a:lnTo>
                    <a:pt x="59196" y="0"/>
                  </a:lnTo>
                  <a:lnTo>
                    <a:pt x="63233" y="1343"/>
                  </a:lnTo>
                  <a:lnTo>
                    <a:pt x="64578" y="5372"/>
                  </a:lnTo>
                  <a:lnTo>
                    <a:pt x="67269" y="8059"/>
                  </a:lnTo>
                  <a:lnTo>
                    <a:pt x="64578" y="10744"/>
                  </a:lnTo>
                  <a:lnTo>
                    <a:pt x="60542" y="13431"/>
                  </a:lnTo>
                  <a:lnTo>
                    <a:pt x="57851" y="10744"/>
                  </a:lnTo>
                  <a:lnTo>
                    <a:pt x="55160" y="9402"/>
                  </a:lnTo>
                  <a:lnTo>
                    <a:pt x="51124" y="12088"/>
                  </a:lnTo>
                  <a:lnTo>
                    <a:pt x="44397" y="13431"/>
                  </a:lnTo>
                  <a:lnTo>
                    <a:pt x="41707" y="9402"/>
                  </a:lnTo>
                  <a:lnTo>
                    <a:pt x="40361" y="5372"/>
                  </a:lnTo>
                  <a:lnTo>
                    <a:pt x="36325" y="5372"/>
                  </a:lnTo>
                  <a:lnTo>
                    <a:pt x="32289" y="9402"/>
                  </a:lnTo>
                  <a:lnTo>
                    <a:pt x="29598" y="9402"/>
                  </a:lnTo>
                  <a:lnTo>
                    <a:pt x="22871" y="9402"/>
                  </a:lnTo>
                  <a:lnTo>
                    <a:pt x="28253" y="13431"/>
                  </a:lnTo>
                  <a:lnTo>
                    <a:pt x="29598" y="13431"/>
                  </a:lnTo>
                  <a:lnTo>
                    <a:pt x="34980" y="14774"/>
                  </a:lnTo>
                  <a:lnTo>
                    <a:pt x="37670" y="16117"/>
                  </a:lnTo>
                  <a:lnTo>
                    <a:pt x="36325" y="18803"/>
                  </a:lnTo>
                  <a:lnTo>
                    <a:pt x="40361" y="20146"/>
                  </a:lnTo>
                  <a:lnTo>
                    <a:pt x="45743" y="24175"/>
                  </a:lnTo>
                  <a:lnTo>
                    <a:pt x="45743" y="29548"/>
                  </a:lnTo>
                  <a:lnTo>
                    <a:pt x="43052" y="28205"/>
                  </a:lnTo>
                  <a:lnTo>
                    <a:pt x="37670" y="22832"/>
                  </a:lnTo>
                  <a:lnTo>
                    <a:pt x="33634" y="22832"/>
                  </a:lnTo>
                  <a:lnTo>
                    <a:pt x="29598" y="24175"/>
                  </a:lnTo>
                  <a:lnTo>
                    <a:pt x="26908" y="21489"/>
                  </a:lnTo>
                  <a:lnTo>
                    <a:pt x="24217" y="17460"/>
                  </a:lnTo>
                  <a:lnTo>
                    <a:pt x="18835" y="17460"/>
                  </a:lnTo>
                  <a:lnTo>
                    <a:pt x="18835" y="20146"/>
                  </a:lnTo>
                  <a:lnTo>
                    <a:pt x="22871" y="22832"/>
                  </a:lnTo>
                  <a:lnTo>
                    <a:pt x="21526" y="26862"/>
                  </a:lnTo>
                  <a:lnTo>
                    <a:pt x="20181" y="26862"/>
                  </a:lnTo>
                  <a:lnTo>
                    <a:pt x="13454" y="24175"/>
                  </a:lnTo>
                  <a:lnTo>
                    <a:pt x="10763" y="25518"/>
                  </a:lnTo>
                  <a:lnTo>
                    <a:pt x="9418" y="22832"/>
                  </a:lnTo>
                  <a:lnTo>
                    <a:pt x="5381" y="21489"/>
                  </a:lnTo>
                  <a:lnTo>
                    <a:pt x="6727" y="17460"/>
                  </a:lnTo>
                  <a:lnTo>
                    <a:pt x="4036" y="20146"/>
                  </a:lnTo>
                  <a:lnTo>
                    <a:pt x="0" y="17460"/>
                  </a:lnTo>
                  <a:lnTo>
                    <a:pt x="0" y="14774"/>
                  </a:lnTo>
                  <a:lnTo>
                    <a:pt x="4036" y="13431"/>
                  </a:lnTo>
                  <a:lnTo>
                    <a:pt x="10763" y="10744"/>
                  </a:lnTo>
                  <a:lnTo>
                    <a:pt x="6727" y="8059"/>
                  </a:lnTo>
                  <a:lnTo>
                    <a:pt x="4036" y="940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290" name="Freeform 1289">
            <a:extLst>
              <a:ext uri="{FF2B5EF4-FFF2-40B4-BE49-F238E27FC236}">
                <a16:creationId xmlns:a16="http://schemas.microsoft.com/office/drawing/2014/main" id="{18CDFFE2-5EEB-1FA1-CA29-CE5255FC160C}"/>
              </a:ext>
            </a:extLst>
          </p:cNvPr>
          <p:cNvSpPr/>
          <p:nvPr/>
        </p:nvSpPr>
        <p:spPr>
          <a:xfrm>
            <a:off x="5755523" y="4189860"/>
            <a:ext cx="4036" cy="5372"/>
          </a:xfrm>
          <a:custGeom>
            <a:avLst/>
            <a:gdLst>
              <a:gd name="connsiteX0" fmla="*/ 4036 w 4036"/>
              <a:gd name="connsiteY0" fmla="*/ 4029 h 5372"/>
              <a:gd name="connsiteX1" fmla="*/ 0 w 4036"/>
              <a:gd name="connsiteY1" fmla="*/ 5372 h 5372"/>
              <a:gd name="connsiteX2" fmla="*/ 1345 w 4036"/>
              <a:gd name="connsiteY2" fmla="*/ 0 h 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36" h="5372">
                <a:moveTo>
                  <a:pt x="4036" y="4029"/>
                </a:moveTo>
                <a:lnTo>
                  <a:pt x="0" y="5372"/>
                </a:lnTo>
                <a:lnTo>
                  <a:pt x="1345" y="0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291" name="Graphic 5">
            <a:extLst>
              <a:ext uri="{FF2B5EF4-FFF2-40B4-BE49-F238E27FC236}">
                <a16:creationId xmlns:a16="http://schemas.microsoft.com/office/drawing/2014/main" id="{8597CB14-F38C-1B31-F11D-A57D1E46DDDB}"/>
              </a:ext>
            </a:extLst>
          </p:cNvPr>
          <p:cNvGrpSpPr/>
          <p:nvPr/>
        </p:nvGrpSpPr>
        <p:grpSpPr>
          <a:xfrm>
            <a:off x="5766286" y="4195233"/>
            <a:ext cx="18835" cy="22832"/>
            <a:chOff x="5766286" y="4195233"/>
            <a:chExt cx="18835" cy="22832"/>
          </a:xfrm>
          <a:solidFill>
            <a:srgbClr val="E5E5E4"/>
          </a:solidFill>
        </p:grpSpPr>
        <p:sp>
          <p:nvSpPr>
            <p:cNvPr id="1292" name="Freeform 1291">
              <a:extLst>
                <a:ext uri="{FF2B5EF4-FFF2-40B4-BE49-F238E27FC236}">
                  <a16:creationId xmlns:a16="http://schemas.microsoft.com/office/drawing/2014/main" id="{ED0EDDDB-CCA9-01EC-3A5C-23684C240D0E}"/>
                </a:ext>
              </a:extLst>
            </p:cNvPr>
            <p:cNvSpPr/>
            <p:nvPr/>
          </p:nvSpPr>
          <p:spPr>
            <a:xfrm>
              <a:off x="5779740" y="4212693"/>
              <a:ext cx="4035" cy="5372"/>
            </a:xfrm>
            <a:custGeom>
              <a:avLst/>
              <a:gdLst>
                <a:gd name="connsiteX0" fmla="*/ 4036 w 4035"/>
                <a:gd name="connsiteY0" fmla="*/ 0 h 5372"/>
                <a:gd name="connsiteX1" fmla="*/ 0 w 4035"/>
                <a:gd name="connsiteY1" fmla="*/ 2686 h 5372"/>
                <a:gd name="connsiteX2" fmla="*/ 4036 w 4035"/>
                <a:gd name="connsiteY2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5372">
                  <a:moveTo>
                    <a:pt x="4036" y="0"/>
                  </a:moveTo>
                  <a:lnTo>
                    <a:pt x="0" y="2686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93" name="Freeform 1292">
              <a:extLst>
                <a:ext uri="{FF2B5EF4-FFF2-40B4-BE49-F238E27FC236}">
                  <a16:creationId xmlns:a16="http://schemas.microsoft.com/office/drawing/2014/main" id="{7061D7CD-35F3-33C4-E9ED-33FA6375E82B}"/>
                </a:ext>
              </a:extLst>
            </p:cNvPr>
            <p:cNvSpPr/>
            <p:nvPr/>
          </p:nvSpPr>
          <p:spPr>
            <a:xfrm>
              <a:off x="5777049" y="4195233"/>
              <a:ext cx="8072" cy="10744"/>
            </a:xfrm>
            <a:custGeom>
              <a:avLst/>
              <a:gdLst>
                <a:gd name="connsiteX0" fmla="*/ 5382 w 8072"/>
                <a:gd name="connsiteY0" fmla="*/ 0 h 10744"/>
                <a:gd name="connsiteX1" fmla="*/ 0 w 8072"/>
                <a:gd name="connsiteY1" fmla="*/ 5372 h 10744"/>
                <a:gd name="connsiteX2" fmla="*/ 2691 w 8072"/>
                <a:gd name="connsiteY2" fmla="*/ 10744 h 10744"/>
                <a:gd name="connsiteX3" fmla="*/ 8072 w 8072"/>
                <a:gd name="connsiteY3" fmla="*/ 10744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10744">
                  <a:moveTo>
                    <a:pt x="5382" y="0"/>
                  </a:moveTo>
                  <a:lnTo>
                    <a:pt x="0" y="5372"/>
                  </a:lnTo>
                  <a:lnTo>
                    <a:pt x="2691" y="10744"/>
                  </a:lnTo>
                  <a:lnTo>
                    <a:pt x="8072" y="10744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94" name="Freeform 1293">
              <a:extLst>
                <a:ext uri="{FF2B5EF4-FFF2-40B4-BE49-F238E27FC236}">
                  <a16:creationId xmlns:a16="http://schemas.microsoft.com/office/drawing/2014/main" id="{A5E9E12B-E750-C395-5ACF-9B3BC2E254EF}"/>
                </a:ext>
              </a:extLst>
            </p:cNvPr>
            <p:cNvSpPr/>
            <p:nvPr/>
          </p:nvSpPr>
          <p:spPr>
            <a:xfrm>
              <a:off x="5766286" y="4200605"/>
              <a:ext cx="10762" cy="16116"/>
            </a:xfrm>
            <a:custGeom>
              <a:avLst/>
              <a:gdLst>
                <a:gd name="connsiteX0" fmla="*/ 5381 w 10762"/>
                <a:gd name="connsiteY0" fmla="*/ 0 h 16116"/>
                <a:gd name="connsiteX1" fmla="*/ 10763 w 10762"/>
                <a:gd name="connsiteY1" fmla="*/ 5372 h 16116"/>
                <a:gd name="connsiteX2" fmla="*/ 6727 w 10762"/>
                <a:gd name="connsiteY2" fmla="*/ 16117 h 16116"/>
                <a:gd name="connsiteX3" fmla="*/ 0 w 10762"/>
                <a:gd name="connsiteY3" fmla="*/ 5372 h 16116"/>
                <a:gd name="connsiteX4" fmla="*/ 2691 w 10762"/>
                <a:gd name="connsiteY4" fmla="*/ 0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62" h="16116">
                  <a:moveTo>
                    <a:pt x="5381" y="0"/>
                  </a:moveTo>
                  <a:lnTo>
                    <a:pt x="10763" y="5372"/>
                  </a:lnTo>
                  <a:lnTo>
                    <a:pt x="6727" y="16117"/>
                  </a:lnTo>
                  <a:lnTo>
                    <a:pt x="0" y="53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295" name="Freeform 1294">
            <a:extLst>
              <a:ext uri="{FF2B5EF4-FFF2-40B4-BE49-F238E27FC236}">
                <a16:creationId xmlns:a16="http://schemas.microsoft.com/office/drawing/2014/main" id="{2D71725E-9EA1-A0A6-B341-06C4D2A3ED1D}"/>
              </a:ext>
            </a:extLst>
          </p:cNvPr>
          <p:cNvSpPr/>
          <p:nvPr/>
        </p:nvSpPr>
        <p:spPr>
          <a:xfrm>
            <a:off x="5775704" y="4223222"/>
            <a:ext cx="6726" cy="12303"/>
          </a:xfrm>
          <a:custGeom>
            <a:avLst/>
            <a:gdLst>
              <a:gd name="connsiteX0" fmla="*/ 2691 w 6726"/>
              <a:gd name="connsiteY0" fmla="*/ 216 h 12303"/>
              <a:gd name="connsiteX1" fmla="*/ 6727 w 6726"/>
              <a:gd name="connsiteY1" fmla="*/ 4245 h 12303"/>
              <a:gd name="connsiteX2" fmla="*/ 6727 w 6726"/>
              <a:gd name="connsiteY2" fmla="*/ 10960 h 12303"/>
              <a:gd name="connsiteX3" fmla="*/ 1345 w 6726"/>
              <a:gd name="connsiteY3" fmla="*/ 12303 h 12303"/>
              <a:gd name="connsiteX4" fmla="*/ 0 w 6726"/>
              <a:gd name="connsiteY4" fmla="*/ 4245 h 12303"/>
              <a:gd name="connsiteX5" fmla="*/ 2691 w 6726"/>
              <a:gd name="connsiteY5" fmla="*/ 216 h 1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" h="12303">
                <a:moveTo>
                  <a:pt x="2691" y="216"/>
                </a:moveTo>
                <a:lnTo>
                  <a:pt x="6727" y="4245"/>
                </a:lnTo>
                <a:lnTo>
                  <a:pt x="6727" y="10960"/>
                </a:lnTo>
                <a:lnTo>
                  <a:pt x="1345" y="12303"/>
                </a:lnTo>
                <a:lnTo>
                  <a:pt x="0" y="4245"/>
                </a:lnTo>
                <a:cubicBezTo>
                  <a:pt x="0" y="4245"/>
                  <a:pt x="2691" y="-1127"/>
                  <a:pt x="2691" y="216"/>
                </a:cubicBez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296" name="Graphic 5">
            <a:extLst>
              <a:ext uri="{FF2B5EF4-FFF2-40B4-BE49-F238E27FC236}">
                <a16:creationId xmlns:a16="http://schemas.microsoft.com/office/drawing/2014/main" id="{E3BDA4BF-D2D2-014C-8376-1583F8B7738C}"/>
              </a:ext>
            </a:extLst>
          </p:cNvPr>
          <p:cNvGrpSpPr/>
          <p:nvPr/>
        </p:nvGrpSpPr>
        <p:grpSpPr>
          <a:xfrm>
            <a:off x="5777049" y="4242241"/>
            <a:ext cx="13453" cy="37605"/>
            <a:chOff x="5777049" y="4242241"/>
            <a:chExt cx="13453" cy="37605"/>
          </a:xfrm>
          <a:solidFill>
            <a:srgbClr val="E5E5E4"/>
          </a:solidFill>
        </p:grpSpPr>
        <p:sp>
          <p:nvSpPr>
            <p:cNvPr id="1297" name="Freeform 1296">
              <a:extLst>
                <a:ext uri="{FF2B5EF4-FFF2-40B4-BE49-F238E27FC236}">
                  <a16:creationId xmlns:a16="http://schemas.microsoft.com/office/drawing/2014/main" id="{18C945E4-BCA7-A5FC-EC70-63521A6950A2}"/>
                </a:ext>
              </a:extLst>
            </p:cNvPr>
            <p:cNvSpPr/>
            <p:nvPr/>
          </p:nvSpPr>
          <p:spPr>
            <a:xfrm>
              <a:off x="5782431" y="4265073"/>
              <a:ext cx="8072" cy="14773"/>
            </a:xfrm>
            <a:custGeom>
              <a:avLst/>
              <a:gdLst>
                <a:gd name="connsiteX0" fmla="*/ 6727 w 8072"/>
                <a:gd name="connsiteY0" fmla="*/ 0 h 14773"/>
                <a:gd name="connsiteX1" fmla="*/ 0 w 8072"/>
                <a:gd name="connsiteY1" fmla="*/ 8058 h 14773"/>
                <a:gd name="connsiteX2" fmla="*/ 1345 w 8072"/>
                <a:gd name="connsiteY2" fmla="*/ 13431 h 14773"/>
                <a:gd name="connsiteX3" fmla="*/ 5381 w 8072"/>
                <a:gd name="connsiteY3" fmla="*/ 14774 h 14773"/>
                <a:gd name="connsiteX4" fmla="*/ 8072 w 8072"/>
                <a:gd name="connsiteY4" fmla="*/ 8058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14773">
                  <a:moveTo>
                    <a:pt x="6727" y="0"/>
                  </a:moveTo>
                  <a:lnTo>
                    <a:pt x="0" y="8058"/>
                  </a:lnTo>
                  <a:lnTo>
                    <a:pt x="1345" y="13431"/>
                  </a:lnTo>
                  <a:lnTo>
                    <a:pt x="5381" y="14774"/>
                  </a:lnTo>
                  <a:lnTo>
                    <a:pt x="8072" y="8058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98" name="Freeform 1297">
              <a:extLst>
                <a:ext uri="{FF2B5EF4-FFF2-40B4-BE49-F238E27FC236}">
                  <a16:creationId xmlns:a16="http://schemas.microsoft.com/office/drawing/2014/main" id="{04B2E834-567C-101E-E8F3-71D313EE148D}"/>
                </a:ext>
              </a:extLst>
            </p:cNvPr>
            <p:cNvSpPr/>
            <p:nvPr/>
          </p:nvSpPr>
          <p:spPr>
            <a:xfrm>
              <a:off x="5777049" y="4242241"/>
              <a:ext cx="13453" cy="17459"/>
            </a:xfrm>
            <a:custGeom>
              <a:avLst/>
              <a:gdLst>
                <a:gd name="connsiteX0" fmla="*/ 0 w 13453"/>
                <a:gd name="connsiteY0" fmla="*/ 0 h 17459"/>
                <a:gd name="connsiteX1" fmla="*/ 10763 w 13453"/>
                <a:gd name="connsiteY1" fmla="*/ 2686 h 17459"/>
                <a:gd name="connsiteX2" fmla="*/ 13454 w 13453"/>
                <a:gd name="connsiteY2" fmla="*/ 12088 h 17459"/>
                <a:gd name="connsiteX3" fmla="*/ 13454 w 13453"/>
                <a:gd name="connsiteY3" fmla="*/ 17460 h 17459"/>
                <a:gd name="connsiteX4" fmla="*/ 9418 w 13453"/>
                <a:gd name="connsiteY4" fmla="*/ 14774 h 17459"/>
                <a:gd name="connsiteX5" fmla="*/ 5382 w 13453"/>
                <a:gd name="connsiteY5" fmla="*/ 14774 h 17459"/>
                <a:gd name="connsiteX6" fmla="*/ 6727 w 13453"/>
                <a:gd name="connsiteY6" fmla="*/ 10744 h 17459"/>
                <a:gd name="connsiteX7" fmla="*/ 0 w 13453"/>
                <a:gd name="connsiteY7" fmla="*/ 4029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53" h="17459">
                  <a:moveTo>
                    <a:pt x="0" y="0"/>
                  </a:moveTo>
                  <a:lnTo>
                    <a:pt x="10763" y="2686"/>
                  </a:lnTo>
                  <a:lnTo>
                    <a:pt x="13454" y="12088"/>
                  </a:lnTo>
                  <a:lnTo>
                    <a:pt x="13454" y="17460"/>
                  </a:lnTo>
                  <a:lnTo>
                    <a:pt x="9418" y="14774"/>
                  </a:lnTo>
                  <a:lnTo>
                    <a:pt x="5382" y="14774"/>
                  </a:lnTo>
                  <a:lnTo>
                    <a:pt x="6727" y="10744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299" name="Freeform 1298">
            <a:extLst>
              <a:ext uri="{FF2B5EF4-FFF2-40B4-BE49-F238E27FC236}">
                <a16:creationId xmlns:a16="http://schemas.microsoft.com/office/drawing/2014/main" id="{71604927-A3B4-2EB9-6F0A-B4760B4BEEC4}"/>
              </a:ext>
            </a:extLst>
          </p:cNvPr>
          <p:cNvSpPr/>
          <p:nvPr/>
        </p:nvSpPr>
        <p:spPr>
          <a:xfrm>
            <a:off x="5821447" y="4285219"/>
            <a:ext cx="9417" cy="9401"/>
          </a:xfrm>
          <a:custGeom>
            <a:avLst/>
            <a:gdLst>
              <a:gd name="connsiteX0" fmla="*/ 9418 w 9417"/>
              <a:gd name="connsiteY0" fmla="*/ 4029 h 9401"/>
              <a:gd name="connsiteX1" fmla="*/ 9418 w 9417"/>
              <a:gd name="connsiteY1" fmla="*/ 8058 h 9401"/>
              <a:gd name="connsiteX2" fmla="*/ 2691 w 9417"/>
              <a:gd name="connsiteY2" fmla="*/ 9401 h 9401"/>
              <a:gd name="connsiteX3" fmla="*/ 0 w 9417"/>
              <a:gd name="connsiteY3" fmla="*/ 4029 h 9401"/>
              <a:gd name="connsiteX4" fmla="*/ 5382 w 9417"/>
              <a:gd name="connsiteY4" fmla="*/ 0 h 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17" h="9401">
                <a:moveTo>
                  <a:pt x="9418" y="4029"/>
                </a:moveTo>
                <a:lnTo>
                  <a:pt x="9418" y="8058"/>
                </a:lnTo>
                <a:lnTo>
                  <a:pt x="2691" y="9401"/>
                </a:lnTo>
                <a:lnTo>
                  <a:pt x="0" y="4029"/>
                </a:lnTo>
                <a:lnTo>
                  <a:pt x="5382" y="0"/>
                </a:lnTo>
                <a:close/>
              </a:path>
            </a:pathLst>
          </a:custGeom>
          <a:solidFill>
            <a:srgbClr val="E5E5E4"/>
          </a:solidFill>
          <a:ln w="3363" cap="flat">
            <a:solidFill>
              <a:srgbClr val="E5E5E4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300" name="Graphic 5">
            <a:extLst>
              <a:ext uri="{FF2B5EF4-FFF2-40B4-BE49-F238E27FC236}">
                <a16:creationId xmlns:a16="http://schemas.microsoft.com/office/drawing/2014/main" id="{C7539724-F824-9459-E9B0-83CF8128F34C}"/>
              </a:ext>
            </a:extLst>
          </p:cNvPr>
          <p:cNvGrpSpPr/>
          <p:nvPr/>
        </p:nvGrpSpPr>
        <p:grpSpPr>
          <a:xfrm>
            <a:off x="5764941" y="4282533"/>
            <a:ext cx="18835" cy="40292"/>
            <a:chOff x="5764941" y="4282533"/>
            <a:chExt cx="18835" cy="40292"/>
          </a:xfrm>
          <a:solidFill>
            <a:srgbClr val="E5E5E4"/>
          </a:solidFill>
        </p:grpSpPr>
        <p:sp>
          <p:nvSpPr>
            <p:cNvPr id="1301" name="Freeform 1300">
              <a:extLst>
                <a:ext uri="{FF2B5EF4-FFF2-40B4-BE49-F238E27FC236}">
                  <a16:creationId xmlns:a16="http://schemas.microsoft.com/office/drawing/2014/main" id="{807D27B6-F2D7-671E-D129-EB2B548C3A5E}"/>
                </a:ext>
              </a:extLst>
            </p:cNvPr>
            <p:cNvSpPr/>
            <p:nvPr/>
          </p:nvSpPr>
          <p:spPr>
            <a:xfrm>
              <a:off x="5764941" y="4314767"/>
              <a:ext cx="9417" cy="8058"/>
            </a:xfrm>
            <a:custGeom>
              <a:avLst/>
              <a:gdLst>
                <a:gd name="connsiteX0" fmla="*/ 9418 w 9417"/>
                <a:gd name="connsiteY0" fmla="*/ 2686 h 8058"/>
                <a:gd name="connsiteX1" fmla="*/ 8072 w 9417"/>
                <a:gd name="connsiteY1" fmla="*/ 0 h 8058"/>
                <a:gd name="connsiteX2" fmla="*/ 2691 w 9417"/>
                <a:gd name="connsiteY2" fmla="*/ 1343 h 8058"/>
                <a:gd name="connsiteX3" fmla="*/ 0 w 9417"/>
                <a:gd name="connsiteY3" fmla="*/ 8059 h 8058"/>
                <a:gd name="connsiteX4" fmla="*/ 6727 w 9417"/>
                <a:gd name="connsiteY4" fmla="*/ 805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8058">
                  <a:moveTo>
                    <a:pt x="9418" y="2686"/>
                  </a:moveTo>
                  <a:lnTo>
                    <a:pt x="8072" y="0"/>
                  </a:lnTo>
                  <a:lnTo>
                    <a:pt x="2691" y="1343"/>
                  </a:lnTo>
                  <a:lnTo>
                    <a:pt x="0" y="8059"/>
                  </a:lnTo>
                  <a:lnTo>
                    <a:pt x="6727" y="8059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02" name="Freeform 1301">
              <a:extLst>
                <a:ext uri="{FF2B5EF4-FFF2-40B4-BE49-F238E27FC236}">
                  <a16:creationId xmlns:a16="http://schemas.microsoft.com/office/drawing/2014/main" id="{04BB0F5B-BF20-28DE-80DE-B40087F82410}"/>
                </a:ext>
              </a:extLst>
            </p:cNvPr>
            <p:cNvSpPr/>
            <p:nvPr/>
          </p:nvSpPr>
          <p:spPr>
            <a:xfrm>
              <a:off x="5775704" y="4306708"/>
              <a:ext cx="4036" cy="5372"/>
            </a:xfrm>
            <a:custGeom>
              <a:avLst/>
              <a:gdLst>
                <a:gd name="connsiteX0" fmla="*/ 1345 w 4036"/>
                <a:gd name="connsiteY0" fmla="*/ 0 h 5372"/>
                <a:gd name="connsiteX1" fmla="*/ 4036 w 4036"/>
                <a:gd name="connsiteY1" fmla="*/ 5372 h 5372"/>
                <a:gd name="connsiteX2" fmla="*/ 0 w 4036"/>
                <a:gd name="connsiteY2" fmla="*/ 5372 h 5372"/>
                <a:gd name="connsiteX3" fmla="*/ 1345 w 4036"/>
                <a:gd name="connsiteY3" fmla="*/ 0 h 5372"/>
                <a:gd name="connsiteX4" fmla="*/ 1345 w 4036"/>
                <a:gd name="connsiteY4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5372">
                  <a:moveTo>
                    <a:pt x="1345" y="0"/>
                  </a:moveTo>
                  <a:lnTo>
                    <a:pt x="4036" y="5372"/>
                  </a:lnTo>
                  <a:lnTo>
                    <a:pt x="0" y="5372"/>
                  </a:lnTo>
                  <a:cubicBezTo>
                    <a:pt x="0" y="4029"/>
                    <a:pt x="1345" y="0"/>
                    <a:pt x="1345" y="0"/>
                  </a:cubicBezTo>
                  <a:lnTo>
                    <a:pt x="1345" y="0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03" name="Freeform 1302">
              <a:extLst>
                <a:ext uri="{FF2B5EF4-FFF2-40B4-BE49-F238E27FC236}">
                  <a16:creationId xmlns:a16="http://schemas.microsoft.com/office/drawing/2014/main" id="{74247D18-C970-7F35-E434-FFA027620AEC}"/>
                </a:ext>
              </a:extLst>
            </p:cNvPr>
            <p:cNvSpPr/>
            <p:nvPr/>
          </p:nvSpPr>
          <p:spPr>
            <a:xfrm>
              <a:off x="5779740" y="4282533"/>
              <a:ext cx="4035" cy="13430"/>
            </a:xfrm>
            <a:custGeom>
              <a:avLst/>
              <a:gdLst>
                <a:gd name="connsiteX0" fmla="*/ 1345 w 4035"/>
                <a:gd name="connsiteY0" fmla="*/ 0 h 13430"/>
                <a:gd name="connsiteX1" fmla="*/ 4036 w 4035"/>
                <a:gd name="connsiteY1" fmla="*/ 6715 h 13430"/>
                <a:gd name="connsiteX2" fmla="*/ 0 w 4035"/>
                <a:gd name="connsiteY2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5" h="13430">
                  <a:moveTo>
                    <a:pt x="1345" y="0"/>
                  </a:moveTo>
                  <a:lnTo>
                    <a:pt x="4036" y="6715"/>
                  </a:lnTo>
                  <a:lnTo>
                    <a:pt x="0" y="13431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304" name="Graphic 5">
            <a:extLst>
              <a:ext uri="{FF2B5EF4-FFF2-40B4-BE49-F238E27FC236}">
                <a16:creationId xmlns:a16="http://schemas.microsoft.com/office/drawing/2014/main" id="{E156848C-492D-D9D5-5CD7-9C468D29ED22}"/>
              </a:ext>
            </a:extLst>
          </p:cNvPr>
          <p:cNvGrpSpPr/>
          <p:nvPr/>
        </p:nvGrpSpPr>
        <p:grpSpPr>
          <a:xfrm>
            <a:off x="5760905" y="4342971"/>
            <a:ext cx="34979" cy="32233"/>
            <a:chOff x="5760905" y="4342971"/>
            <a:chExt cx="34979" cy="32233"/>
          </a:xfrm>
          <a:solidFill>
            <a:srgbClr val="E5E5E4"/>
          </a:solidFill>
        </p:grpSpPr>
        <p:sp>
          <p:nvSpPr>
            <p:cNvPr id="1305" name="Freeform 1304">
              <a:extLst>
                <a:ext uri="{FF2B5EF4-FFF2-40B4-BE49-F238E27FC236}">
                  <a16:creationId xmlns:a16="http://schemas.microsoft.com/office/drawing/2014/main" id="{D55D9FD5-8878-4E04-1F3C-1B91897365EB}"/>
                </a:ext>
              </a:extLst>
            </p:cNvPr>
            <p:cNvSpPr/>
            <p:nvPr/>
          </p:nvSpPr>
          <p:spPr>
            <a:xfrm>
              <a:off x="5790503" y="4342971"/>
              <a:ext cx="5381" cy="5372"/>
            </a:xfrm>
            <a:custGeom>
              <a:avLst/>
              <a:gdLst>
                <a:gd name="connsiteX0" fmla="*/ 0 w 5381"/>
                <a:gd name="connsiteY0" fmla="*/ 2686 h 5372"/>
                <a:gd name="connsiteX1" fmla="*/ 5382 w 5381"/>
                <a:gd name="connsiteY1" fmla="*/ 0 h 5372"/>
                <a:gd name="connsiteX2" fmla="*/ 4036 w 5381"/>
                <a:gd name="connsiteY2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5372">
                  <a:moveTo>
                    <a:pt x="0" y="2686"/>
                  </a:moveTo>
                  <a:lnTo>
                    <a:pt x="5382" y="0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06" name="Freeform 1305">
              <a:extLst>
                <a:ext uri="{FF2B5EF4-FFF2-40B4-BE49-F238E27FC236}">
                  <a16:creationId xmlns:a16="http://schemas.microsoft.com/office/drawing/2014/main" id="{ADF0A5C3-5194-DD33-EC07-06646F9A818A}"/>
                </a:ext>
              </a:extLst>
            </p:cNvPr>
            <p:cNvSpPr/>
            <p:nvPr/>
          </p:nvSpPr>
          <p:spPr>
            <a:xfrm>
              <a:off x="5760905" y="4349687"/>
              <a:ext cx="26907" cy="25518"/>
            </a:xfrm>
            <a:custGeom>
              <a:avLst/>
              <a:gdLst>
                <a:gd name="connsiteX0" fmla="*/ 26908 w 26907"/>
                <a:gd name="connsiteY0" fmla="*/ 0 h 25518"/>
                <a:gd name="connsiteX1" fmla="*/ 17490 w 26907"/>
                <a:gd name="connsiteY1" fmla="*/ 5372 h 25518"/>
                <a:gd name="connsiteX2" fmla="*/ 12109 w 26907"/>
                <a:gd name="connsiteY2" fmla="*/ 2686 h 25518"/>
                <a:gd name="connsiteX3" fmla="*/ 6727 w 26907"/>
                <a:gd name="connsiteY3" fmla="*/ 4029 h 25518"/>
                <a:gd name="connsiteX4" fmla="*/ 5382 w 26907"/>
                <a:gd name="connsiteY4" fmla="*/ 8058 h 25518"/>
                <a:gd name="connsiteX5" fmla="*/ 9418 w 26907"/>
                <a:gd name="connsiteY5" fmla="*/ 12088 h 25518"/>
                <a:gd name="connsiteX6" fmla="*/ 10763 w 26907"/>
                <a:gd name="connsiteY6" fmla="*/ 16117 h 25518"/>
                <a:gd name="connsiteX7" fmla="*/ 5382 w 26907"/>
                <a:gd name="connsiteY7" fmla="*/ 21489 h 25518"/>
                <a:gd name="connsiteX8" fmla="*/ 0 w 26907"/>
                <a:gd name="connsiteY8" fmla="*/ 22832 h 25518"/>
                <a:gd name="connsiteX9" fmla="*/ 5382 w 26907"/>
                <a:gd name="connsiteY9" fmla="*/ 25518 h 25518"/>
                <a:gd name="connsiteX10" fmla="*/ 18835 w 26907"/>
                <a:gd name="connsiteY10" fmla="*/ 22832 h 25518"/>
                <a:gd name="connsiteX11" fmla="*/ 24217 w 26907"/>
                <a:gd name="connsiteY11" fmla="*/ 18803 h 25518"/>
                <a:gd name="connsiteX12" fmla="*/ 24217 w 26907"/>
                <a:gd name="connsiteY12" fmla="*/ 13431 h 25518"/>
                <a:gd name="connsiteX13" fmla="*/ 21526 w 26907"/>
                <a:gd name="connsiteY13" fmla="*/ 8058 h 25518"/>
                <a:gd name="connsiteX14" fmla="*/ 26908 w 26907"/>
                <a:gd name="connsiteY14" fmla="*/ 2686 h 2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07" h="25518">
                  <a:moveTo>
                    <a:pt x="26908" y="0"/>
                  </a:moveTo>
                  <a:lnTo>
                    <a:pt x="17490" y="5372"/>
                  </a:lnTo>
                  <a:lnTo>
                    <a:pt x="12109" y="2686"/>
                  </a:lnTo>
                  <a:lnTo>
                    <a:pt x="6727" y="4029"/>
                  </a:lnTo>
                  <a:lnTo>
                    <a:pt x="5382" y="8058"/>
                  </a:lnTo>
                  <a:lnTo>
                    <a:pt x="9418" y="12088"/>
                  </a:lnTo>
                  <a:lnTo>
                    <a:pt x="10763" y="16117"/>
                  </a:lnTo>
                  <a:lnTo>
                    <a:pt x="5382" y="21489"/>
                  </a:lnTo>
                  <a:lnTo>
                    <a:pt x="0" y="22832"/>
                  </a:lnTo>
                  <a:lnTo>
                    <a:pt x="5382" y="25518"/>
                  </a:lnTo>
                  <a:lnTo>
                    <a:pt x="18835" y="22832"/>
                  </a:lnTo>
                  <a:lnTo>
                    <a:pt x="24217" y="18803"/>
                  </a:lnTo>
                  <a:lnTo>
                    <a:pt x="24217" y="13431"/>
                  </a:lnTo>
                  <a:lnTo>
                    <a:pt x="21526" y="8058"/>
                  </a:lnTo>
                  <a:lnTo>
                    <a:pt x="26908" y="2686"/>
                  </a:lnTo>
                  <a:close/>
                </a:path>
              </a:pathLst>
            </a:custGeom>
            <a:solidFill>
              <a:srgbClr val="E5E5E4"/>
            </a:solidFill>
            <a:ln w="3363" cap="flat">
              <a:solidFill>
                <a:srgbClr val="E5E5E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307" name="Graphic 5">
            <a:extLst>
              <a:ext uri="{FF2B5EF4-FFF2-40B4-BE49-F238E27FC236}">
                <a16:creationId xmlns:a16="http://schemas.microsoft.com/office/drawing/2014/main" id="{F4EB887B-149A-0A49-478E-FCF82388C981}"/>
              </a:ext>
            </a:extLst>
          </p:cNvPr>
          <p:cNvGrpSpPr/>
          <p:nvPr/>
        </p:nvGrpSpPr>
        <p:grpSpPr>
          <a:xfrm>
            <a:off x="3066115" y="1752176"/>
            <a:ext cx="1397846" cy="1065059"/>
            <a:chOff x="3066115" y="1752176"/>
            <a:chExt cx="1397846" cy="1065059"/>
          </a:xfrm>
          <a:solidFill>
            <a:srgbClr val="72C3BE"/>
          </a:solidFill>
        </p:grpSpPr>
        <p:sp>
          <p:nvSpPr>
            <p:cNvPr id="1308" name="Freeform 1307">
              <a:extLst>
                <a:ext uri="{FF2B5EF4-FFF2-40B4-BE49-F238E27FC236}">
                  <a16:creationId xmlns:a16="http://schemas.microsoft.com/office/drawing/2014/main" id="{0F36B769-27CC-929A-9B30-37D7DBEAB716}"/>
                </a:ext>
              </a:extLst>
            </p:cNvPr>
            <p:cNvSpPr/>
            <p:nvPr/>
          </p:nvSpPr>
          <p:spPr>
            <a:xfrm>
              <a:off x="3524889" y="1752176"/>
              <a:ext cx="939072" cy="1065059"/>
            </a:xfrm>
            <a:custGeom>
              <a:avLst/>
              <a:gdLst>
                <a:gd name="connsiteX0" fmla="*/ 800499 w 939072"/>
                <a:gd name="connsiteY0" fmla="*/ 1018052 h 1065059"/>
                <a:gd name="connsiteX1" fmla="*/ 800499 w 939072"/>
                <a:gd name="connsiteY1" fmla="*/ 1016709 h 1065059"/>
                <a:gd name="connsiteX2" fmla="*/ 800499 w 939072"/>
                <a:gd name="connsiteY2" fmla="*/ 1012680 h 1065059"/>
                <a:gd name="connsiteX3" fmla="*/ 803190 w 939072"/>
                <a:gd name="connsiteY3" fmla="*/ 1012680 h 1065059"/>
                <a:gd name="connsiteX4" fmla="*/ 801844 w 939072"/>
                <a:gd name="connsiteY4" fmla="*/ 1009994 h 1065059"/>
                <a:gd name="connsiteX5" fmla="*/ 803190 w 939072"/>
                <a:gd name="connsiteY5" fmla="*/ 1007308 h 1065059"/>
                <a:gd name="connsiteX6" fmla="*/ 801844 w 939072"/>
                <a:gd name="connsiteY6" fmla="*/ 1004622 h 1065059"/>
                <a:gd name="connsiteX7" fmla="*/ 799154 w 939072"/>
                <a:gd name="connsiteY7" fmla="*/ 1003279 h 1065059"/>
                <a:gd name="connsiteX8" fmla="*/ 799154 w 939072"/>
                <a:gd name="connsiteY8" fmla="*/ 997906 h 1065059"/>
                <a:gd name="connsiteX9" fmla="*/ 796463 w 939072"/>
                <a:gd name="connsiteY9" fmla="*/ 992534 h 1065059"/>
                <a:gd name="connsiteX10" fmla="*/ 791082 w 939072"/>
                <a:gd name="connsiteY10" fmla="*/ 989848 h 1065059"/>
                <a:gd name="connsiteX11" fmla="*/ 788391 w 939072"/>
                <a:gd name="connsiteY11" fmla="*/ 987162 h 1065059"/>
                <a:gd name="connsiteX12" fmla="*/ 787045 w 939072"/>
                <a:gd name="connsiteY12" fmla="*/ 983132 h 1065059"/>
                <a:gd name="connsiteX13" fmla="*/ 781664 w 939072"/>
                <a:gd name="connsiteY13" fmla="*/ 976417 h 1065059"/>
                <a:gd name="connsiteX14" fmla="*/ 777628 w 939072"/>
                <a:gd name="connsiteY14" fmla="*/ 975074 h 1065059"/>
                <a:gd name="connsiteX15" fmla="*/ 773592 w 939072"/>
                <a:gd name="connsiteY15" fmla="*/ 975074 h 1065059"/>
                <a:gd name="connsiteX16" fmla="*/ 773592 w 939072"/>
                <a:gd name="connsiteY16" fmla="*/ 973731 h 1065059"/>
                <a:gd name="connsiteX17" fmla="*/ 774937 w 939072"/>
                <a:gd name="connsiteY17" fmla="*/ 971045 h 1065059"/>
                <a:gd name="connsiteX18" fmla="*/ 774937 w 939072"/>
                <a:gd name="connsiteY18" fmla="*/ 967015 h 1065059"/>
                <a:gd name="connsiteX19" fmla="*/ 772246 w 939072"/>
                <a:gd name="connsiteY19" fmla="*/ 964329 h 1065059"/>
                <a:gd name="connsiteX20" fmla="*/ 770901 w 939072"/>
                <a:gd name="connsiteY20" fmla="*/ 961643 h 1065059"/>
                <a:gd name="connsiteX21" fmla="*/ 773592 w 939072"/>
                <a:gd name="connsiteY21" fmla="*/ 958957 h 1065059"/>
                <a:gd name="connsiteX22" fmla="*/ 776282 w 939072"/>
                <a:gd name="connsiteY22" fmla="*/ 958957 h 1065059"/>
                <a:gd name="connsiteX23" fmla="*/ 774937 w 939072"/>
                <a:gd name="connsiteY23" fmla="*/ 956271 h 1065059"/>
                <a:gd name="connsiteX24" fmla="*/ 772246 w 939072"/>
                <a:gd name="connsiteY24" fmla="*/ 954928 h 1065059"/>
                <a:gd name="connsiteX25" fmla="*/ 769555 w 939072"/>
                <a:gd name="connsiteY25" fmla="*/ 954928 h 1065059"/>
                <a:gd name="connsiteX26" fmla="*/ 769555 w 939072"/>
                <a:gd name="connsiteY26" fmla="*/ 950898 h 1065059"/>
                <a:gd name="connsiteX27" fmla="*/ 773592 w 939072"/>
                <a:gd name="connsiteY27" fmla="*/ 948212 h 1065059"/>
                <a:gd name="connsiteX28" fmla="*/ 772246 w 939072"/>
                <a:gd name="connsiteY28" fmla="*/ 929409 h 1065059"/>
                <a:gd name="connsiteX29" fmla="*/ 773592 w 939072"/>
                <a:gd name="connsiteY29" fmla="*/ 911949 h 1065059"/>
                <a:gd name="connsiteX30" fmla="*/ 774937 w 939072"/>
                <a:gd name="connsiteY30" fmla="*/ 895832 h 1065059"/>
                <a:gd name="connsiteX31" fmla="*/ 773592 w 939072"/>
                <a:gd name="connsiteY31" fmla="*/ 891803 h 1065059"/>
                <a:gd name="connsiteX32" fmla="*/ 772246 w 939072"/>
                <a:gd name="connsiteY32" fmla="*/ 887774 h 1065059"/>
                <a:gd name="connsiteX33" fmla="*/ 774937 w 939072"/>
                <a:gd name="connsiteY33" fmla="*/ 882402 h 1065059"/>
                <a:gd name="connsiteX34" fmla="*/ 774937 w 939072"/>
                <a:gd name="connsiteY34" fmla="*/ 877029 h 1065059"/>
                <a:gd name="connsiteX35" fmla="*/ 772246 w 939072"/>
                <a:gd name="connsiteY35" fmla="*/ 873000 h 1065059"/>
                <a:gd name="connsiteX36" fmla="*/ 770901 w 939072"/>
                <a:gd name="connsiteY36" fmla="*/ 863598 h 1065059"/>
                <a:gd name="connsiteX37" fmla="*/ 765519 w 939072"/>
                <a:gd name="connsiteY37" fmla="*/ 858226 h 1065059"/>
                <a:gd name="connsiteX38" fmla="*/ 762829 w 939072"/>
                <a:gd name="connsiteY38" fmla="*/ 847482 h 1065059"/>
                <a:gd name="connsiteX39" fmla="*/ 764174 w 939072"/>
                <a:gd name="connsiteY39" fmla="*/ 843452 h 1065059"/>
                <a:gd name="connsiteX40" fmla="*/ 758792 w 939072"/>
                <a:gd name="connsiteY40" fmla="*/ 828679 h 1065059"/>
                <a:gd name="connsiteX41" fmla="*/ 760138 w 939072"/>
                <a:gd name="connsiteY41" fmla="*/ 824649 h 1065059"/>
                <a:gd name="connsiteX42" fmla="*/ 764174 w 939072"/>
                <a:gd name="connsiteY42" fmla="*/ 817934 h 1065059"/>
                <a:gd name="connsiteX43" fmla="*/ 762829 w 939072"/>
                <a:gd name="connsiteY43" fmla="*/ 813905 h 1065059"/>
                <a:gd name="connsiteX44" fmla="*/ 762829 w 939072"/>
                <a:gd name="connsiteY44" fmla="*/ 809875 h 1065059"/>
                <a:gd name="connsiteX45" fmla="*/ 757447 w 939072"/>
                <a:gd name="connsiteY45" fmla="*/ 804503 h 1065059"/>
                <a:gd name="connsiteX46" fmla="*/ 749375 w 939072"/>
                <a:gd name="connsiteY46" fmla="*/ 805846 h 1065059"/>
                <a:gd name="connsiteX47" fmla="*/ 741303 w 939072"/>
                <a:gd name="connsiteY47" fmla="*/ 808532 h 1065059"/>
                <a:gd name="connsiteX48" fmla="*/ 738612 w 939072"/>
                <a:gd name="connsiteY48" fmla="*/ 809875 h 1065059"/>
                <a:gd name="connsiteX49" fmla="*/ 729194 w 939072"/>
                <a:gd name="connsiteY49" fmla="*/ 812562 h 1065059"/>
                <a:gd name="connsiteX50" fmla="*/ 723813 w 939072"/>
                <a:gd name="connsiteY50" fmla="*/ 817934 h 1065059"/>
                <a:gd name="connsiteX51" fmla="*/ 715740 w 939072"/>
                <a:gd name="connsiteY51" fmla="*/ 828679 h 1065059"/>
                <a:gd name="connsiteX52" fmla="*/ 710359 w 939072"/>
                <a:gd name="connsiteY52" fmla="*/ 832708 h 1065059"/>
                <a:gd name="connsiteX53" fmla="*/ 700941 w 939072"/>
                <a:gd name="connsiteY53" fmla="*/ 834051 h 1065059"/>
                <a:gd name="connsiteX54" fmla="*/ 691524 w 939072"/>
                <a:gd name="connsiteY54" fmla="*/ 835394 h 1065059"/>
                <a:gd name="connsiteX55" fmla="*/ 690178 w 939072"/>
                <a:gd name="connsiteY55" fmla="*/ 835394 h 1065059"/>
                <a:gd name="connsiteX56" fmla="*/ 690178 w 939072"/>
                <a:gd name="connsiteY56" fmla="*/ 831365 h 1065059"/>
                <a:gd name="connsiteX57" fmla="*/ 694214 w 939072"/>
                <a:gd name="connsiteY57" fmla="*/ 824649 h 1065059"/>
                <a:gd name="connsiteX58" fmla="*/ 691524 w 939072"/>
                <a:gd name="connsiteY58" fmla="*/ 817934 h 1065059"/>
                <a:gd name="connsiteX59" fmla="*/ 684797 w 939072"/>
                <a:gd name="connsiteY59" fmla="*/ 788386 h 1065059"/>
                <a:gd name="connsiteX60" fmla="*/ 679415 w 939072"/>
                <a:gd name="connsiteY60" fmla="*/ 774955 h 1065059"/>
                <a:gd name="connsiteX61" fmla="*/ 678070 w 939072"/>
                <a:gd name="connsiteY61" fmla="*/ 768240 h 1065059"/>
                <a:gd name="connsiteX62" fmla="*/ 683451 w 939072"/>
                <a:gd name="connsiteY62" fmla="*/ 757495 h 1065059"/>
                <a:gd name="connsiteX63" fmla="*/ 669998 w 939072"/>
                <a:gd name="connsiteY63" fmla="*/ 754809 h 1065059"/>
                <a:gd name="connsiteX64" fmla="*/ 660580 w 939072"/>
                <a:gd name="connsiteY64" fmla="*/ 761525 h 1065059"/>
                <a:gd name="connsiteX65" fmla="*/ 655198 w 939072"/>
                <a:gd name="connsiteY65" fmla="*/ 757495 h 1065059"/>
                <a:gd name="connsiteX66" fmla="*/ 637709 w 939072"/>
                <a:gd name="connsiteY66" fmla="*/ 757495 h 1065059"/>
                <a:gd name="connsiteX67" fmla="*/ 939073 w 939072"/>
                <a:gd name="connsiteY67" fmla="*/ 209520 h 1065059"/>
                <a:gd name="connsiteX68" fmla="*/ 937727 w 939072"/>
                <a:gd name="connsiteY68" fmla="*/ 206834 h 1065059"/>
                <a:gd name="connsiteX69" fmla="*/ 932346 w 939072"/>
                <a:gd name="connsiteY69" fmla="*/ 205491 h 1065059"/>
                <a:gd name="connsiteX70" fmla="*/ 928310 w 939072"/>
                <a:gd name="connsiteY70" fmla="*/ 206834 h 1065059"/>
                <a:gd name="connsiteX71" fmla="*/ 925619 w 939072"/>
                <a:gd name="connsiteY71" fmla="*/ 202805 h 1065059"/>
                <a:gd name="connsiteX72" fmla="*/ 924274 w 939072"/>
                <a:gd name="connsiteY72" fmla="*/ 193403 h 1065059"/>
                <a:gd name="connsiteX73" fmla="*/ 920238 w 939072"/>
                <a:gd name="connsiteY73" fmla="*/ 188031 h 1065059"/>
                <a:gd name="connsiteX74" fmla="*/ 917547 w 939072"/>
                <a:gd name="connsiteY74" fmla="*/ 185345 h 1065059"/>
                <a:gd name="connsiteX75" fmla="*/ 916201 w 939072"/>
                <a:gd name="connsiteY75" fmla="*/ 179972 h 1065059"/>
                <a:gd name="connsiteX76" fmla="*/ 913511 w 939072"/>
                <a:gd name="connsiteY76" fmla="*/ 173257 h 1065059"/>
                <a:gd name="connsiteX77" fmla="*/ 910820 w 939072"/>
                <a:gd name="connsiteY77" fmla="*/ 170571 h 1065059"/>
                <a:gd name="connsiteX78" fmla="*/ 901402 w 939072"/>
                <a:gd name="connsiteY78" fmla="*/ 170571 h 1065059"/>
                <a:gd name="connsiteX79" fmla="*/ 900057 w 939072"/>
                <a:gd name="connsiteY79" fmla="*/ 171914 h 1065059"/>
                <a:gd name="connsiteX80" fmla="*/ 891985 w 939072"/>
                <a:gd name="connsiteY80" fmla="*/ 171914 h 1065059"/>
                <a:gd name="connsiteX81" fmla="*/ 886603 w 939072"/>
                <a:gd name="connsiteY81" fmla="*/ 173257 h 1065059"/>
                <a:gd name="connsiteX82" fmla="*/ 882567 w 939072"/>
                <a:gd name="connsiteY82" fmla="*/ 170571 h 1065059"/>
                <a:gd name="connsiteX83" fmla="*/ 881222 w 939072"/>
                <a:gd name="connsiteY83" fmla="*/ 171914 h 1065059"/>
                <a:gd name="connsiteX84" fmla="*/ 878531 w 939072"/>
                <a:gd name="connsiteY84" fmla="*/ 170571 h 1065059"/>
                <a:gd name="connsiteX85" fmla="*/ 877186 w 939072"/>
                <a:gd name="connsiteY85" fmla="*/ 171914 h 1065059"/>
                <a:gd name="connsiteX86" fmla="*/ 874495 w 939072"/>
                <a:gd name="connsiteY86" fmla="*/ 170571 h 1065059"/>
                <a:gd name="connsiteX87" fmla="*/ 873149 w 939072"/>
                <a:gd name="connsiteY87" fmla="*/ 169228 h 1065059"/>
                <a:gd name="connsiteX88" fmla="*/ 875840 w 939072"/>
                <a:gd name="connsiteY88" fmla="*/ 169228 h 1065059"/>
                <a:gd name="connsiteX89" fmla="*/ 877186 w 939072"/>
                <a:gd name="connsiteY89" fmla="*/ 166542 h 1065059"/>
                <a:gd name="connsiteX90" fmla="*/ 871804 w 939072"/>
                <a:gd name="connsiteY90" fmla="*/ 163855 h 1065059"/>
                <a:gd name="connsiteX91" fmla="*/ 869113 w 939072"/>
                <a:gd name="connsiteY91" fmla="*/ 165198 h 1065059"/>
                <a:gd name="connsiteX92" fmla="*/ 865077 w 939072"/>
                <a:gd name="connsiteY92" fmla="*/ 163855 h 1065059"/>
                <a:gd name="connsiteX93" fmla="*/ 866423 w 939072"/>
                <a:gd name="connsiteY93" fmla="*/ 162512 h 1065059"/>
                <a:gd name="connsiteX94" fmla="*/ 869113 w 939072"/>
                <a:gd name="connsiteY94" fmla="*/ 161169 h 1065059"/>
                <a:gd name="connsiteX95" fmla="*/ 866423 w 939072"/>
                <a:gd name="connsiteY95" fmla="*/ 158483 h 1065059"/>
                <a:gd name="connsiteX96" fmla="*/ 863732 w 939072"/>
                <a:gd name="connsiteY96" fmla="*/ 158483 h 1065059"/>
                <a:gd name="connsiteX97" fmla="*/ 859696 w 939072"/>
                <a:gd name="connsiteY97" fmla="*/ 158483 h 1065059"/>
                <a:gd name="connsiteX98" fmla="*/ 859696 w 939072"/>
                <a:gd name="connsiteY98" fmla="*/ 155797 h 1065059"/>
                <a:gd name="connsiteX99" fmla="*/ 857005 w 939072"/>
                <a:gd name="connsiteY99" fmla="*/ 151768 h 1065059"/>
                <a:gd name="connsiteX100" fmla="*/ 848933 w 939072"/>
                <a:gd name="connsiteY100" fmla="*/ 146395 h 1065059"/>
                <a:gd name="connsiteX101" fmla="*/ 847587 w 939072"/>
                <a:gd name="connsiteY101" fmla="*/ 146395 h 1065059"/>
                <a:gd name="connsiteX102" fmla="*/ 844897 w 939072"/>
                <a:gd name="connsiteY102" fmla="*/ 145052 h 1065059"/>
                <a:gd name="connsiteX103" fmla="*/ 843551 w 939072"/>
                <a:gd name="connsiteY103" fmla="*/ 145052 h 1065059"/>
                <a:gd name="connsiteX104" fmla="*/ 840860 w 939072"/>
                <a:gd name="connsiteY104" fmla="*/ 147738 h 1065059"/>
                <a:gd name="connsiteX105" fmla="*/ 840860 w 939072"/>
                <a:gd name="connsiteY105" fmla="*/ 145052 h 1065059"/>
                <a:gd name="connsiteX106" fmla="*/ 839515 w 939072"/>
                <a:gd name="connsiteY106" fmla="*/ 143709 h 1065059"/>
                <a:gd name="connsiteX107" fmla="*/ 836824 w 939072"/>
                <a:gd name="connsiteY107" fmla="*/ 141023 h 1065059"/>
                <a:gd name="connsiteX108" fmla="*/ 832788 w 939072"/>
                <a:gd name="connsiteY108" fmla="*/ 146395 h 1065059"/>
                <a:gd name="connsiteX109" fmla="*/ 831443 w 939072"/>
                <a:gd name="connsiteY109" fmla="*/ 145052 h 1065059"/>
                <a:gd name="connsiteX110" fmla="*/ 831443 w 939072"/>
                <a:gd name="connsiteY110" fmla="*/ 141023 h 1065059"/>
                <a:gd name="connsiteX111" fmla="*/ 832788 w 939072"/>
                <a:gd name="connsiteY111" fmla="*/ 139680 h 1065059"/>
                <a:gd name="connsiteX112" fmla="*/ 831443 w 939072"/>
                <a:gd name="connsiteY112" fmla="*/ 136994 h 1065059"/>
                <a:gd name="connsiteX113" fmla="*/ 827407 w 939072"/>
                <a:gd name="connsiteY113" fmla="*/ 135651 h 1065059"/>
                <a:gd name="connsiteX114" fmla="*/ 823370 w 939072"/>
                <a:gd name="connsiteY114" fmla="*/ 136994 h 1065059"/>
                <a:gd name="connsiteX115" fmla="*/ 824716 w 939072"/>
                <a:gd name="connsiteY115" fmla="*/ 134308 h 1065059"/>
                <a:gd name="connsiteX116" fmla="*/ 824716 w 939072"/>
                <a:gd name="connsiteY116" fmla="*/ 132965 h 1065059"/>
                <a:gd name="connsiteX117" fmla="*/ 820680 w 939072"/>
                <a:gd name="connsiteY117" fmla="*/ 130278 h 1065059"/>
                <a:gd name="connsiteX118" fmla="*/ 816644 w 939072"/>
                <a:gd name="connsiteY118" fmla="*/ 124906 h 1065059"/>
                <a:gd name="connsiteX119" fmla="*/ 817989 w 939072"/>
                <a:gd name="connsiteY119" fmla="*/ 123563 h 1065059"/>
                <a:gd name="connsiteX120" fmla="*/ 816644 w 939072"/>
                <a:gd name="connsiteY120" fmla="*/ 122220 h 1065059"/>
                <a:gd name="connsiteX121" fmla="*/ 812608 w 939072"/>
                <a:gd name="connsiteY121" fmla="*/ 120877 h 1065059"/>
                <a:gd name="connsiteX122" fmla="*/ 809917 w 939072"/>
                <a:gd name="connsiteY122" fmla="*/ 123563 h 1065059"/>
                <a:gd name="connsiteX123" fmla="*/ 800499 w 939072"/>
                <a:gd name="connsiteY123" fmla="*/ 132965 h 1065059"/>
                <a:gd name="connsiteX124" fmla="*/ 789736 w 939072"/>
                <a:gd name="connsiteY124" fmla="*/ 138337 h 1065059"/>
                <a:gd name="connsiteX125" fmla="*/ 799154 w 939072"/>
                <a:gd name="connsiteY125" fmla="*/ 131622 h 1065059"/>
                <a:gd name="connsiteX126" fmla="*/ 804535 w 939072"/>
                <a:gd name="connsiteY126" fmla="*/ 122220 h 1065059"/>
                <a:gd name="connsiteX127" fmla="*/ 809917 w 939072"/>
                <a:gd name="connsiteY127" fmla="*/ 116848 h 1065059"/>
                <a:gd name="connsiteX128" fmla="*/ 811262 w 939072"/>
                <a:gd name="connsiteY128" fmla="*/ 110132 h 1065059"/>
                <a:gd name="connsiteX129" fmla="*/ 808571 w 939072"/>
                <a:gd name="connsiteY129" fmla="*/ 108789 h 1065059"/>
                <a:gd name="connsiteX130" fmla="*/ 801844 w 939072"/>
                <a:gd name="connsiteY130" fmla="*/ 103417 h 1065059"/>
                <a:gd name="connsiteX131" fmla="*/ 795118 w 939072"/>
                <a:gd name="connsiteY131" fmla="*/ 103417 h 1065059"/>
                <a:gd name="connsiteX132" fmla="*/ 788391 w 939072"/>
                <a:gd name="connsiteY132" fmla="*/ 106103 h 1065059"/>
                <a:gd name="connsiteX133" fmla="*/ 784355 w 939072"/>
                <a:gd name="connsiteY133" fmla="*/ 106103 h 1065059"/>
                <a:gd name="connsiteX134" fmla="*/ 783009 w 939072"/>
                <a:gd name="connsiteY134" fmla="*/ 107446 h 1065059"/>
                <a:gd name="connsiteX135" fmla="*/ 774937 w 939072"/>
                <a:gd name="connsiteY135" fmla="*/ 108789 h 1065059"/>
                <a:gd name="connsiteX136" fmla="*/ 768210 w 939072"/>
                <a:gd name="connsiteY136" fmla="*/ 115505 h 1065059"/>
                <a:gd name="connsiteX137" fmla="*/ 762829 w 939072"/>
                <a:gd name="connsiteY137" fmla="*/ 120877 h 1065059"/>
                <a:gd name="connsiteX138" fmla="*/ 766865 w 939072"/>
                <a:gd name="connsiteY138" fmla="*/ 115505 h 1065059"/>
                <a:gd name="connsiteX139" fmla="*/ 766865 w 939072"/>
                <a:gd name="connsiteY139" fmla="*/ 108789 h 1065059"/>
                <a:gd name="connsiteX140" fmla="*/ 766865 w 939072"/>
                <a:gd name="connsiteY140" fmla="*/ 102074 h 1065059"/>
                <a:gd name="connsiteX141" fmla="*/ 766865 w 939072"/>
                <a:gd name="connsiteY141" fmla="*/ 98045 h 1065059"/>
                <a:gd name="connsiteX142" fmla="*/ 758792 w 939072"/>
                <a:gd name="connsiteY142" fmla="*/ 92672 h 1065059"/>
                <a:gd name="connsiteX143" fmla="*/ 758792 w 939072"/>
                <a:gd name="connsiteY143" fmla="*/ 91329 h 1065059"/>
                <a:gd name="connsiteX144" fmla="*/ 764174 w 939072"/>
                <a:gd name="connsiteY144" fmla="*/ 88643 h 1065059"/>
                <a:gd name="connsiteX145" fmla="*/ 768210 w 939072"/>
                <a:gd name="connsiteY145" fmla="*/ 88643 h 1065059"/>
                <a:gd name="connsiteX146" fmla="*/ 766865 w 939072"/>
                <a:gd name="connsiteY146" fmla="*/ 87300 h 1065059"/>
                <a:gd name="connsiteX147" fmla="*/ 754756 w 939072"/>
                <a:gd name="connsiteY147" fmla="*/ 79242 h 1065059"/>
                <a:gd name="connsiteX148" fmla="*/ 753411 w 939072"/>
                <a:gd name="connsiteY148" fmla="*/ 76555 h 1065059"/>
                <a:gd name="connsiteX149" fmla="*/ 756102 w 939072"/>
                <a:gd name="connsiteY149" fmla="*/ 72526 h 1065059"/>
                <a:gd name="connsiteX150" fmla="*/ 762829 w 939072"/>
                <a:gd name="connsiteY150" fmla="*/ 68497 h 1065059"/>
                <a:gd name="connsiteX151" fmla="*/ 766865 w 939072"/>
                <a:gd name="connsiteY151" fmla="*/ 65811 h 1065059"/>
                <a:gd name="connsiteX152" fmla="*/ 764174 w 939072"/>
                <a:gd name="connsiteY152" fmla="*/ 61782 h 1065059"/>
                <a:gd name="connsiteX153" fmla="*/ 761483 w 939072"/>
                <a:gd name="connsiteY153" fmla="*/ 56409 h 1065059"/>
                <a:gd name="connsiteX154" fmla="*/ 758792 w 939072"/>
                <a:gd name="connsiteY154" fmla="*/ 56409 h 1065059"/>
                <a:gd name="connsiteX155" fmla="*/ 756102 w 939072"/>
                <a:gd name="connsiteY155" fmla="*/ 57752 h 1065059"/>
                <a:gd name="connsiteX156" fmla="*/ 754756 w 939072"/>
                <a:gd name="connsiteY156" fmla="*/ 53723 h 1065059"/>
                <a:gd name="connsiteX157" fmla="*/ 750720 w 939072"/>
                <a:gd name="connsiteY157" fmla="*/ 52380 h 1065059"/>
                <a:gd name="connsiteX158" fmla="*/ 745339 w 939072"/>
                <a:gd name="connsiteY158" fmla="*/ 52380 h 1065059"/>
                <a:gd name="connsiteX159" fmla="*/ 739957 w 939072"/>
                <a:gd name="connsiteY159" fmla="*/ 51037 h 1065059"/>
                <a:gd name="connsiteX160" fmla="*/ 735921 w 939072"/>
                <a:gd name="connsiteY160" fmla="*/ 49694 h 1065059"/>
                <a:gd name="connsiteX161" fmla="*/ 733230 w 939072"/>
                <a:gd name="connsiteY161" fmla="*/ 51037 h 1065059"/>
                <a:gd name="connsiteX162" fmla="*/ 726503 w 939072"/>
                <a:gd name="connsiteY162" fmla="*/ 51037 h 1065059"/>
                <a:gd name="connsiteX163" fmla="*/ 723813 w 939072"/>
                <a:gd name="connsiteY163" fmla="*/ 55066 h 1065059"/>
                <a:gd name="connsiteX164" fmla="*/ 723813 w 939072"/>
                <a:gd name="connsiteY164" fmla="*/ 57752 h 1065059"/>
                <a:gd name="connsiteX165" fmla="*/ 721122 w 939072"/>
                <a:gd name="connsiteY165" fmla="*/ 52380 h 1065059"/>
                <a:gd name="connsiteX166" fmla="*/ 722467 w 939072"/>
                <a:gd name="connsiteY166" fmla="*/ 48351 h 1065059"/>
                <a:gd name="connsiteX167" fmla="*/ 725158 w 939072"/>
                <a:gd name="connsiteY167" fmla="*/ 47008 h 1065059"/>
                <a:gd name="connsiteX168" fmla="*/ 725158 w 939072"/>
                <a:gd name="connsiteY168" fmla="*/ 42978 h 1065059"/>
                <a:gd name="connsiteX169" fmla="*/ 726503 w 939072"/>
                <a:gd name="connsiteY169" fmla="*/ 38949 h 1065059"/>
                <a:gd name="connsiteX170" fmla="*/ 729194 w 939072"/>
                <a:gd name="connsiteY170" fmla="*/ 37606 h 1065059"/>
                <a:gd name="connsiteX171" fmla="*/ 729194 w 939072"/>
                <a:gd name="connsiteY171" fmla="*/ 33577 h 1065059"/>
                <a:gd name="connsiteX172" fmla="*/ 730540 w 939072"/>
                <a:gd name="connsiteY172" fmla="*/ 28205 h 1065059"/>
                <a:gd name="connsiteX173" fmla="*/ 729194 w 939072"/>
                <a:gd name="connsiteY173" fmla="*/ 25518 h 1065059"/>
                <a:gd name="connsiteX174" fmla="*/ 727849 w 939072"/>
                <a:gd name="connsiteY174" fmla="*/ 25518 h 1065059"/>
                <a:gd name="connsiteX175" fmla="*/ 722467 w 939072"/>
                <a:gd name="connsiteY175" fmla="*/ 30891 h 1065059"/>
                <a:gd name="connsiteX176" fmla="*/ 721122 w 939072"/>
                <a:gd name="connsiteY176" fmla="*/ 36263 h 1065059"/>
                <a:gd name="connsiteX177" fmla="*/ 719777 w 939072"/>
                <a:gd name="connsiteY177" fmla="*/ 36263 h 1065059"/>
                <a:gd name="connsiteX178" fmla="*/ 715740 w 939072"/>
                <a:gd name="connsiteY178" fmla="*/ 33577 h 1065059"/>
                <a:gd name="connsiteX179" fmla="*/ 710359 w 939072"/>
                <a:gd name="connsiteY179" fmla="*/ 34920 h 1065059"/>
                <a:gd name="connsiteX180" fmla="*/ 709013 w 939072"/>
                <a:gd name="connsiteY180" fmla="*/ 37606 h 1065059"/>
                <a:gd name="connsiteX181" fmla="*/ 710359 w 939072"/>
                <a:gd name="connsiteY181" fmla="*/ 42978 h 1065059"/>
                <a:gd name="connsiteX182" fmla="*/ 707668 w 939072"/>
                <a:gd name="connsiteY182" fmla="*/ 47008 h 1065059"/>
                <a:gd name="connsiteX183" fmla="*/ 704977 w 939072"/>
                <a:gd name="connsiteY183" fmla="*/ 47008 h 1065059"/>
                <a:gd name="connsiteX184" fmla="*/ 703632 w 939072"/>
                <a:gd name="connsiteY184" fmla="*/ 45665 h 1065059"/>
                <a:gd name="connsiteX185" fmla="*/ 700941 w 939072"/>
                <a:gd name="connsiteY185" fmla="*/ 51037 h 1065059"/>
                <a:gd name="connsiteX186" fmla="*/ 700941 w 939072"/>
                <a:gd name="connsiteY186" fmla="*/ 56409 h 1065059"/>
                <a:gd name="connsiteX187" fmla="*/ 698251 w 939072"/>
                <a:gd name="connsiteY187" fmla="*/ 51037 h 1065059"/>
                <a:gd name="connsiteX188" fmla="*/ 698251 w 939072"/>
                <a:gd name="connsiteY188" fmla="*/ 45665 h 1065059"/>
                <a:gd name="connsiteX189" fmla="*/ 700941 w 939072"/>
                <a:gd name="connsiteY189" fmla="*/ 41635 h 1065059"/>
                <a:gd name="connsiteX190" fmla="*/ 698251 w 939072"/>
                <a:gd name="connsiteY190" fmla="*/ 41635 h 1065059"/>
                <a:gd name="connsiteX191" fmla="*/ 695560 w 939072"/>
                <a:gd name="connsiteY191" fmla="*/ 44322 h 1065059"/>
                <a:gd name="connsiteX192" fmla="*/ 694214 w 939072"/>
                <a:gd name="connsiteY192" fmla="*/ 48351 h 1065059"/>
                <a:gd name="connsiteX193" fmla="*/ 690178 w 939072"/>
                <a:gd name="connsiteY193" fmla="*/ 49694 h 1065059"/>
                <a:gd name="connsiteX194" fmla="*/ 692869 w 939072"/>
                <a:gd name="connsiteY194" fmla="*/ 41635 h 1065059"/>
                <a:gd name="connsiteX195" fmla="*/ 690178 w 939072"/>
                <a:gd name="connsiteY195" fmla="*/ 36263 h 1065059"/>
                <a:gd name="connsiteX196" fmla="*/ 684797 w 939072"/>
                <a:gd name="connsiteY196" fmla="*/ 37606 h 1065059"/>
                <a:gd name="connsiteX197" fmla="*/ 686142 w 939072"/>
                <a:gd name="connsiteY197" fmla="*/ 33577 h 1065059"/>
                <a:gd name="connsiteX198" fmla="*/ 691524 w 939072"/>
                <a:gd name="connsiteY198" fmla="*/ 29548 h 1065059"/>
                <a:gd name="connsiteX199" fmla="*/ 696905 w 939072"/>
                <a:gd name="connsiteY199" fmla="*/ 28205 h 1065059"/>
                <a:gd name="connsiteX200" fmla="*/ 702287 w 939072"/>
                <a:gd name="connsiteY200" fmla="*/ 32234 h 1065059"/>
                <a:gd name="connsiteX201" fmla="*/ 710359 w 939072"/>
                <a:gd name="connsiteY201" fmla="*/ 29548 h 1065059"/>
                <a:gd name="connsiteX202" fmla="*/ 714395 w 939072"/>
                <a:gd name="connsiteY202" fmla="*/ 28205 h 1065059"/>
                <a:gd name="connsiteX203" fmla="*/ 719777 w 939072"/>
                <a:gd name="connsiteY203" fmla="*/ 22832 h 1065059"/>
                <a:gd name="connsiteX204" fmla="*/ 719777 w 939072"/>
                <a:gd name="connsiteY204" fmla="*/ 20146 h 1065059"/>
                <a:gd name="connsiteX205" fmla="*/ 722467 w 939072"/>
                <a:gd name="connsiteY205" fmla="*/ 17460 h 1065059"/>
                <a:gd name="connsiteX206" fmla="*/ 721122 w 939072"/>
                <a:gd name="connsiteY206" fmla="*/ 16117 h 1065059"/>
                <a:gd name="connsiteX207" fmla="*/ 714395 w 939072"/>
                <a:gd name="connsiteY207" fmla="*/ 13431 h 1065059"/>
                <a:gd name="connsiteX208" fmla="*/ 713050 w 939072"/>
                <a:gd name="connsiteY208" fmla="*/ 13431 h 1065059"/>
                <a:gd name="connsiteX209" fmla="*/ 711704 w 939072"/>
                <a:gd name="connsiteY209" fmla="*/ 9402 h 1065059"/>
                <a:gd name="connsiteX210" fmla="*/ 710359 w 939072"/>
                <a:gd name="connsiteY210" fmla="*/ 6715 h 1065059"/>
                <a:gd name="connsiteX211" fmla="*/ 709013 w 939072"/>
                <a:gd name="connsiteY211" fmla="*/ 5372 h 1065059"/>
                <a:gd name="connsiteX212" fmla="*/ 709013 w 939072"/>
                <a:gd name="connsiteY212" fmla="*/ 4029 h 1065059"/>
                <a:gd name="connsiteX213" fmla="*/ 711704 w 939072"/>
                <a:gd name="connsiteY213" fmla="*/ 2686 h 1065059"/>
                <a:gd name="connsiteX214" fmla="*/ 713050 w 939072"/>
                <a:gd name="connsiteY214" fmla="*/ 1343 h 1065059"/>
                <a:gd name="connsiteX215" fmla="*/ 710359 w 939072"/>
                <a:gd name="connsiteY215" fmla="*/ 0 h 1065059"/>
                <a:gd name="connsiteX216" fmla="*/ 700941 w 939072"/>
                <a:gd name="connsiteY216" fmla="*/ 5372 h 1065059"/>
                <a:gd name="connsiteX217" fmla="*/ 698251 w 939072"/>
                <a:gd name="connsiteY217" fmla="*/ 8058 h 1065059"/>
                <a:gd name="connsiteX218" fmla="*/ 691524 w 939072"/>
                <a:gd name="connsiteY218" fmla="*/ 8058 h 1065059"/>
                <a:gd name="connsiteX219" fmla="*/ 686142 w 939072"/>
                <a:gd name="connsiteY219" fmla="*/ 10745 h 1065059"/>
                <a:gd name="connsiteX220" fmla="*/ 675379 w 939072"/>
                <a:gd name="connsiteY220" fmla="*/ 20146 h 1065059"/>
                <a:gd name="connsiteX221" fmla="*/ 668652 w 939072"/>
                <a:gd name="connsiteY221" fmla="*/ 22832 h 1065059"/>
                <a:gd name="connsiteX222" fmla="*/ 656544 w 939072"/>
                <a:gd name="connsiteY222" fmla="*/ 22832 h 1065059"/>
                <a:gd name="connsiteX223" fmla="*/ 649817 w 939072"/>
                <a:gd name="connsiteY223" fmla="*/ 18803 h 1065059"/>
                <a:gd name="connsiteX224" fmla="*/ 647126 w 939072"/>
                <a:gd name="connsiteY224" fmla="*/ 16117 h 1065059"/>
                <a:gd name="connsiteX225" fmla="*/ 647126 w 939072"/>
                <a:gd name="connsiteY225" fmla="*/ 18803 h 1065059"/>
                <a:gd name="connsiteX226" fmla="*/ 643090 w 939072"/>
                <a:gd name="connsiteY226" fmla="*/ 18803 h 1065059"/>
                <a:gd name="connsiteX227" fmla="*/ 637709 w 939072"/>
                <a:gd name="connsiteY227" fmla="*/ 13431 h 1065059"/>
                <a:gd name="connsiteX228" fmla="*/ 633672 w 939072"/>
                <a:gd name="connsiteY228" fmla="*/ 16117 h 1065059"/>
                <a:gd name="connsiteX229" fmla="*/ 632327 w 939072"/>
                <a:gd name="connsiteY229" fmla="*/ 20146 h 1065059"/>
                <a:gd name="connsiteX230" fmla="*/ 629636 w 939072"/>
                <a:gd name="connsiteY230" fmla="*/ 20146 h 1065059"/>
                <a:gd name="connsiteX231" fmla="*/ 628291 w 939072"/>
                <a:gd name="connsiteY231" fmla="*/ 17460 h 1065059"/>
                <a:gd name="connsiteX232" fmla="*/ 628291 w 939072"/>
                <a:gd name="connsiteY232" fmla="*/ 13431 h 1065059"/>
                <a:gd name="connsiteX233" fmla="*/ 633672 w 939072"/>
                <a:gd name="connsiteY233" fmla="*/ 12088 h 1065059"/>
                <a:gd name="connsiteX234" fmla="*/ 630982 w 939072"/>
                <a:gd name="connsiteY234" fmla="*/ 9402 h 1065059"/>
                <a:gd name="connsiteX235" fmla="*/ 624255 w 939072"/>
                <a:gd name="connsiteY235" fmla="*/ 12088 h 1065059"/>
                <a:gd name="connsiteX236" fmla="*/ 614837 w 939072"/>
                <a:gd name="connsiteY236" fmla="*/ 16117 h 1065059"/>
                <a:gd name="connsiteX237" fmla="*/ 608110 w 939072"/>
                <a:gd name="connsiteY237" fmla="*/ 20146 h 1065059"/>
                <a:gd name="connsiteX238" fmla="*/ 605420 w 939072"/>
                <a:gd name="connsiteY238" fmla="*/ 25518 h 1065059"/>
                <a:gd name="connsiteX239" fmla="*/ 606765 w 939072"/>
                <a:gd name="connsiteY239" fmla="*/ 30891 h 1065059"/>
                <a:gd name="connsiteX240" fmla="*/ 612146 w 939072"/>
                <a:gd name="connsiteY240" fmla="*/ 32234 h 1065059"/>
                <a:gd name="connsiteX241" fmla="*/ 609456 w 939072"/>
                <a:gd name="connsiteY241" fmla="*/ 34920 h 1065059"/>
                <a:gd name="connsiteX242" fmla="*/ 602729 w 939072"/>
                <a:gd name="connsiteY242" fmla="*/ 34920 h 1065059"/>
                <a:gd name="connsiteX243" fmla="*/ 596002 w 939072"/>
                <a:gd name="connsiteY243" fmla="*/ 40292 h 1065059"/>
                <a:gd name="connsiteX244" fmla="*/ 590620 w 939072"/>
                <a:gd name="connsiteY244" fmla="*/ 52380 h 1065059"/>
                <a:gd name="connsiteX245" fmla="*/ 587930 w 939072"/>
                <a:gd name="connsiteY245" fmla="*/ 60438 h 1065059"/>
                <a:gd name="connsiteX246" fmla="*/ 585239 w 939072"/>
                <a:gd name="connsiteY246" fmla="*/ 60438 h 1065059"/>
                <a:gd name="connsiteX247" fmla="*/ 583893 w 939072"/>
                <a:gd name="connsiteY247" fmla="*/ 59095 h 1065059"/>
                <a:gd name="connsiteX248" fmla="*/ 586584 w 939072"/>
                <a:gd name="connsiteY248" fmla="*/ 49694 h 1065059"/>
                <a:gd name="connsiteX249" fmla="*/ 593311 w 939072"/>
                <a:gd name="connsiteY249" fmla="*/ 38949 h 1065059"/>
                <a:gd name="connsiteX250" fmla="*/ 594656 w 939072"/>
                <a:gd name="connsiteY250" fmla="*/ 34920 h 1065059"/>
                <a:gd name="connsiteX251" fmla="*/ 591966 w 939072"/>
                <a:gd name="connsiteY251" fmla="*/ 34920 h 1065059"/>
                <a:gd name="connsiteX252" fmla="*/ 578512 w 939072"/>
                <a:gd name="connsiteY252" fmla="*/ 40292 h 1065059"/>
                <a:gd name="connsiteX253" fmla="*/ 573130 w 939072"/>
                <a:gd name="connsiteY253" fmla="*/ 40292 h 1065059"/>
                <a:gd name="connsiteX254" fmla="*/ 569094 w 939072"/>
                <a:gd name="connsiteY254" fmla="*/ 38949 h 1065059"/>
                <a:gd name="connsiteX255" fmla="*/ 565058 w 939072"/>
                <a:gd name="connsiteY255" fmla="*/ 33577 h 1065059"/>
                <a:gd name="connsiteX256" fmla="*/ 559677 w 939072"/>
                <a:gd name="connsiteY256" fmla="*/ 32234 h 1065059"/>
                <a:gd name="connsiteX257" fmla="*/ 555641 w 939072"/>
                <a:gd name="connsiteY257" fmla="*/ 32234 h 1065059"/>
                <a:gd name="connsiteX258" fmla="*/ 556986 w 939072"/>
                <a:gd name="connsiteY258" fmla="*/ 34920 h 1065059"/>
                <a:gd name="connsiteX259" fmla="*/ 565058 w 939072"/>
                <a:gd name="connsiteY259" fmla="*/ 37606 h 1065059"/>
                <a:gd name="connsiteX260" fmla="*/ 567749 w 939072"/>
                <a:gd name="connsiteY260" fmla="*/ 41635 h 1065059"/>
                <a:gd name="connsiteX261" fmla="*/ 565058 w 939072"/>
                <a:gd name="connsiteY261" fmla="*/ 42978 h 1065059"/>
                <a:gd name="connsiteX262" fmla="*/ 556986 w 939072"/>
                <a:gd name="connsiteY262" fmla="*/ 40292 h 1065059"/>
                <a:gd name="connsiteX263" fmla="*/ 548914 w 939072"/>
                <a:gd name="connsiteY263" fmla="*/ 38949 h 1065059"/>
                <a:gd name="connsiteX264" fmla="*/ 538151 w 939072"/>
                <a:gd name="connsiteY264" fmla="*/ 44322 h 1065059"/>
                <a:gd name="connsiteX265" fmla="*/ 524697 w 939072"/>
                <a:gd name="connsiteY265" fmla="*/ 56409 h 1065059"/>
                <a:gd name="connsiteX266" fmla="*/ 509898 w 939072"/>
                <a:gd name="connsiteY266" fmla="*/ 63125 h 1065059"/>
                <a:gd name="connsiteX267" fmla="*/ 499135 w 939072"/>
                <a:gd name="connsiteY267" fmla="*/ 71183 h 1065059"/>
                <a:gd name="connsiteX268" fmla="*/ 488372 w 939072"/>
                <a:gd name="connsiteY268" fmla="*/ 80585 h 1065059"/>
                <a:gd name="connsiteX269" fmla="*/ 474918 w 939072"/>
                <a:gd name="connsiteY269" fmla="*/ 92672 h 1065059"/>
                <a:gd name="connsiteX270" fmla="*/ 466846 w 939072"/>
                <a:gd name="connsiteY270" fmla="*/ 95358 h 1065059"/>
                <a:gd name="connsiteX271" fmla="*/ 461464 w 939072"/>
                <a:gd name="connsiteY271" fmla="*/ 96702 h 1065059"/>
                <a:gd name="connsiteX272" fmla="*/ 454737 w 939072"/>
                <a:gd name="connsiteY272" fmla="*/ 100731 h 1065059"/>
                <a:gd name="connsiteX273" fmla="*/ 449356 w 939072"/>
                <a:gd name="connsiteY273" fmla="*/ 100731 h 1065059"/>
                <a:gd name="connsiteX274" fmla="*/ 439938 w 939072"/>
                <a:gd name="connsiteY274" fmla="*/ 106103 h 1065059"/>
                <a:gd name="connsiteX275" fmla="*/ 431866 w 939072"/>
                <a:gd name="connsiteY275" fmla="*/ 106103 h 1065059"/>
                <a:gd name="connsiteX276" fmla="*/ 427830 w 939072"/>
                <a:gd name="connsiteY276" fmla="*/ 103417 h 1065059"/>
                <a:gd name="connsiteX277" fmla="*/ 421103 w 939072"/>
                <a:gd name="connsiteY277" fmla="*/ 103417 h 1065059"/>
                <a:gd name="connsiteX278" fmla="*/ 413031 w 939072"/>
                <a:gd name="connsiteY278" fmla="*/ 98045 h 1065059"/>
                <a:gd name="connsiteX279" fmla="*/ 408995 w 939072"/>
                <a:gd name="connsiteY279" fmla="*/ 95358 h 1065059"/>
                <a:gd name="connsiteX280" fmla="*/ 400922 w 939072"/>
                <a:gd name="connsiteY280" fmla="*/ 91329 h 1065059"/>
                <a:gd name="connsiteX281" fmla="*/ 398231 w 939072"/>
                <a:gd name="connsiteY281" fmla="*/ 92672 h 1065059"/>
                <a:gd name="connsiteX282" fmla="*/ 391505 w 939072"/>
                <a:gd name="connsiteY282" fmla="*/ 98045 h 1065059"/>
                <a:gd name="connsiteX283" fmla="*/ 382087 w 939072"/>
                <a:gd name="connsiteY283" fmla="*/ 108789 h 1065059"/>
                <a:gd name="connsiteX284" fmla="*/ 379396 w 939072"/>
                <a:gd name="connsiteY284" fmla="*/ 114162 h 1065059"/>
                <a:gd name="connsiteX285" fmla="*/ 374015 w 939072"/>
                <a:gd name="connsiteY285" fmla="*/ 119534 h 1065059"/>
                <a:gd name="connsiteX286" fmla="*/ 372669 w 939072"/>
                <a:gd name="connsiteY286" fmla="*/ 126249 h 1065059"/>
                <a:gd name="connsiteX287" fmla="*/ 368633 w 939072"/>
                <a:gd name="connsiteY287" fmla="*/ 124906 h 1065059"/>
                <a:gd name="connsiteX288" fmla="*/ 364597 w 939072"/>
                <a:gd name="connsiteY288" fmla="*/ 122220 h 1065059"/>
                <a:gd name="connsiteX289" fmla="*/ 361906 w 939072"/>
                <a:gd name="connsiteY289" fmla="*/ 124906 h 1065059"/>
                <a:gd name="connsiteX290" fmla="*/ 365942 w 939072"/>
                <a:gd name="connsiteY290" fmla="*/ 135651 h 1065059"/>
                <a:gd name="connsiteX291" fmla="*/ 372669 w 939072"/>
                <a:gd name="connsiteY291" fmla="*/ 158483 h 1065059"/>
                <a:gd name="connsiteX292" fmla="*/ 379396 w 939072"/>
                <a:gd name="connsiteY292" fmla="*/ 175943 h 1065059"/>
                <a:gd name="connsiteX293" fmla="*/ 382087 w 939072"/>
                <a:gd name="connsiteY293" fmla="*/ 192060 h 1065059"/>
                <a:gd name="connsiteX294" fmla="*/ 380742 w 939072"/>
                <a:gd name="connsiteY294" fmla="*/ 205491 h 1065059"/>
                <a:gd name="connsiteX295" fmla="*/ 374015 w 939072"/>
                <a:gd name="connsiteY295" fmla="*/ 216235 h 1065059"/>
                <a:gd name="connsiteX296" fmla="*/ 369979 w 939072"/>
                <a:gd name="connsiteY296" fmla="*/ 222951 h 1065059"/>
                <a:gd name="connsiteX297" fmla="*/ 369979 w 939072"/>
                <a:gd name="connsiteY297" fmla="*/ 225637 h 1065059"/>
                <a:gd name="connsiteX298" fmla="*/ 379396 w 939072"/>
                <a:gd name="connsiteY298" fmla="*/ 237725 h 1065059"/>
                <a:gd name="connsiteX299" fmla="*/ 384778 w 939072"/>
                <a:gd name="connsiteY299" fmla="*/ 240411 h 1065059"/>
                <a:gd name="connsiteX300" fmla="*/ 384778 w 939072"/>
                <a:gd name="connsiteY300" fmla="*/ 235038 h 1065059"/>
                <a:gd name="connsiteX301" fmla="*/ 387469 w 939072"/>
                <a:gd name="connsiteY301" fmla="*/ 237725 h 1065059"/>
                <a:gd name="connsiteX302" fmla="*/ 391505 w 939072"/>
                <a:gd name="connsiteY302" fmla="*/ 235038 h 1065059"/>
                <a:gd name="connsiteX303" fmla="*/ 395541 w 939072"/>
                <a:gd name="connsiteY303" fmla="*/ 235038 h 1065059"/>
                <a:gd name="connsiteX304" fmla="*/ 391505 w 939072"/>
                <a:gd name="connsiteY304" fmla="*/ 237725 h 1065059"/>
                <a:gd name="connsiteX305" fmla="*/ 391505 w 939072"/>
                <a:gd name="connsiteY305" fmla="*/ 241754 h 1065059"/>
                <a:gd name="connsiteX306" fmla="*/ 403613 w 939072"/>
                <a:gd name="connsiteY306" fmla="*/ 251155 h 1065059"/>
                <a:gd name="connsiteX307" fmla="*/ 400922 w 939072"/>
                <a:gd name="connsiteY307" fmla="*/ 253842 h 1065059"/>
                <a:gd name="connsiteX308" fmla="*/ 395541 w 939072"/>
                <a:gd name="connsiteY308" fmla="*/ 252498 h 1065059"/>
                <a:gd name="connsiteX309" fmla="*/ 394195 w 939072"/>
                <a:gd name="connsiteY309" fmla="*/ 256528 h 1065059"/>
                <a:gd name="connsiteX310" fmla="*/ 392850 w 939072"/>
                <a:gd name="connsiteY310" fmla="*/ 269958 h 1065059"/>
                <a:gd name="connsiteX311" fmla="*/ 394195 w 939072"/>
                <a:gd name="connsiteY311" fmla="*/ 275331 h 1065059"/>
                <a:gd name="connsiteX312" fmla="*/ 396886 w 939072"/>
                <a:gd name="connsiteY312" fmla="*/ 278017 h 1065059"/>
                <a:gd name="connsiteX313" fmla="*/ 399577 w 939072"/>
                <a:gd name="connsiteY313" fmla="*/ 275331 h 1065059"/>
                <a:gd name="connsiteX314" fmla="*/ 406304 w 939072"/>
                <a:gd name="connsiteY314" fmla="*/ 272645 h 1065059"/>
                <a:gd name="connsiteX315" fmla="*/ 410340 w 939072"/>
                <a:gd name="connsiteY315" fmla="*/ 275331 h 1065059"/>
                <a:gd name="connsiteX316" fmla="*/ 411685 w 939072"/>
                <a:gd name="connsiteY316" fmla="*/ 278017 h 1065059"/>
                <a:gd name="connsiteX317" fmla="*/ 418412 w 939072"/>
                <a:gd name="connsiteY317" fmla="*/ 276674 h 1065059"/>
                <a:gd name="connsiteX318" fmla="*/ 426484 w 939072"/>
                <a:gd name="connsiteY318" fmla="*/ 278017 h 1065059"/>
                <a:gd name="connsiteX319" fmla="*/ 433211 w 939072"/>
                <a:gd name="connsiteY319" fmla="*/ 282046 h 1065059"/>
                <a:gd name="connsiteX320" fmla="*/ 426484 w 939072"/>
                <a:gd name="connsiteY320" fmla="*/ 286075 h 1065059"/>
                <a:gd name="connsiteX321" fmla="*/ 427830 w 939072"/>
                <a:gd name="connsiteY321" fmla="*/ 291448 h 1065059"/>
                <a:gd name="connsiteX322" fmla="*/ 426484 w 939072"/>
                <a:gd name="connsiteY322" fmla="*/ 296820 h 1065059"/>
                <a:gd name="connsiteX323" fmla="*/ 418412 w 939072"/>
                <a:gd name="connsiteY323" fmla="*/ 298163 h 1065059"/>
                <a:gd name="connsiteX324" fmla="*/ 418412 w 939072"/>
                <a:gd name="connsiteY324" fmla="*/ 294134 h 1065059"/>
                <a:gd name="connsiteX325" fmla="*/ 413031 w 939072"/>
                <a:gd name="connsiteY325" fmla="*/ 291448 h 1065059"/>
                <a:gd name="connsiteX326" fmla="*/ 410340 w 939072"/>
                <a:gd name="connsiteY326" fmla="*/ 292791 h 1065059"/>
                <a:gd name="connsiteX327" fmla="*/ 403613 w 939072"/>
                <a:gd name="connsiteY327" fmla="*/ 292791 h 1065059"/>
                <a:gd name="connsiteX328" fmla="*/ 400922 w 939072"/>
                <a:gd name="connsiteY328" fmla="*/ 290105 h 1065059"/>
                <a:gd name="connsiteX329" fmla="*/ 398231 w 939072"/>
                <a:gd name="connsiteY329" fmla="*/ 282046 h 1065059"/>
                <a:gd name="connsiteX330" fmla="*/ 394195 w 939072"/>
                <a:gd name="connsiteY330" fmla="*/ 280703 h 1065059"/>
                <a:gd name="connsiteX331" fmla="*/ 391505 w 939072"/>
                <a:gd name="connsiteY331" fmla="*/ 280703 h 1065059"/>
                <a:gd name="connsiteX332" fmla="*/ 386123 w 939072"/>
                <a:gd name="connsiteY332" fmla="*/ 276674 h 1065059"/>
                <a:gd name="connsiteX333" fmla="*/ 386123 w 939072"/>
                <a:gd name="connsiteY333" fmla="*/ 268615 h 1065059"/>
                <a:gd name="connsiteX334" fmla="*/ 391505 w 939072"/>
                <a:gd name="connsiteY334" fmla="*/ 252498 h 1065059"/>
                <a:gd name="connsiteX335" fmla="*/ 391505 w 939072"/>
                <a:gd name="connsiteY335" fmla="*/ 248469 h 1065059"/>
                <a:gd name="connsiteX336" fmla="*/ 388814 w 939072"/>
                <a:gd name="connsiteY336" fmla="*/ 248469 h 1065059"/>
                <a:gd name="connsiteX337" fmla="*/ 384778 w 939072"/>
                <a:gd name="connsiteY337" fmla="*/ 252498 h 1065059"/>
                <a:gd name="connsiteX338" fmla="*/ 383432 w 939072"/>
                <a:gd name="connsiteY338" fmla="*/ 267272 h 1065059"/>
                <a:gd name="connsiteX339" fmla="*/ 380742 w 939072"/>
                <a:gd name="connsiteY339" fmla="*/ 278017 h 1065059"/>
                <a:gd name="connsiteX340" fmla="*/ 376705 w 939072"/>
                <a:gd name="connsiteY340" fmla="*/ 283389 h 1065059"/>
                <a:gd name="connsiteX341" fmla="*/ 376705 w 939072"/>
                <a:gd name="connsiteY341" fmla="*/ 287418 h 1065059"/>
                <a:gd name="connsiteX342" fmla="*/ 380742 w 939072"/>
                <a:gd name="connsiteY342" fmla="*/ 282046 h 1065059"/>
                <a:gd name="connsiteX343" fmla="*/ 383432 w 939072"/>
                <a:gd name="connsiteY343" fmla="*/ 282046 h 1065059"/>
                <a:gd name="connsiteX344" fmla="*/ 386123 w 939072"/>
                <a:gd name="connsiteY344" fmla="*/ 284732 h 1065059"/>
                <a:gd name="connsiteX345" fmla="*/ 392850 w 939072"/>
                <a:gd name="connsiteY345" fmla="*/ 284732 h 1065059"/>
                <a:gd name="connsiteX346" fmla="*/ 395541 w 939072"/>
                <a:gd name="connsiteY346" fmla="*/ 290105 h 1065059"/>
                <a:gd name="connsiteX347" fmla="*/ 394195 w 939072"/>
                <a:gd name="connsiteY347" fmla="*/ 299506 h 1065059"/>
                <a:gd name="connsiteX348" fmla="*/ 388814 w 939072"/>
                <a:gd name="connsiteY348" fmla="*/ 304878 h 1065059"/>
                <a:gd name="connsiteX349" fmla="*/ 382087 w 939072"/>
                <a:gd name="connsiteY349" fmla="*/ 307565 h 1065059"/>
                <a:gd name="connsiteX350" fmla="*/ 388814 w 939072"/>
                <a:gd name="connsiteY350" fmla="*/ 299506 h 1065059"/>
                <a:gd name="connsiteX351" fmla="*/ 388814 w 939072"/>
                <a:gd name="connsiteY351" fmla="*/ 296820 h 1065059"/>
                <a:gd name="connsiteX352" fmla="*/ 384778 w 939072"/>
                <a:gd name="connsiteY352" fmla="*/ 294134 h 1065059"/>
                <a:gd name="connsiteX353" fmla="*/ 383432 w 939072"/>
                <a:gd name="connsiteY353" fmla="*/ 292791 h 1065059"/>
                <a:gd name="connsiteX354" fmla="*/ 379396 w 939072"/>
                <a:gd name="connsiteY354" fmla="*/ 295477 h 1065059"/>
                <a:gd name="connsiteX355" fmla="*/ 372669 w 939072"/>
                <a:gd name="connsiteY355" fmla="*/ 302192 h 1065059"/>
                <a:gd name="connsiteX356" fmla="*/ 371324 w 939072"/>
                <a:gd name="connsiteY356" fmla="*/ 306222 h 1065059"/>
                <a:gd name="connsiteX357" fmla="*/ 367288 w 939072"/>
                <a:gd name="connsiteY357" fmla="*/ 307565 h 1065059"/>
                <a:gd name="connsiteX358" fmla="*/ 361906 w 939072"/>
                <a:gd name="connsiteY358" fmla="*/ 310251 h 1065059"/>
                <a:gd name="connsiteX359" fmla="*/ 360561 w 939072"/>
                <a:gd name="connsiteY359" fmla="*/ 304878 h 1065059"/>
                <a:gd name="connsiteX360" fmla="*/ 359216 w 939072"/>
                <a:gd name="connsiteY360" fmla="*/ 303535 h 1065059"/>
                <a:gd name="connsiteX361" fmla="*/ 352489 w 939072"/>
                <a:gd name="connsiteY361" fmla="*/ 304878 h 1065059"/>
                <a:gd name="connsiteX362" fmla="*/ 348453 w 939072"/>
                <a:gd name="connsiteY362" fmla="*/ 302192 h 1065059"/>
                <a:gd name="connsiteX363" fmla="*/ 348453 w 939072"/>
                <a:gd name="connsiteY363" fmla="*/ 296820 h 1065059"/>
                <a:gd name="connsiteX364" fmla="*/ 344416 w 939072"/>
                <a:gd name="connsiteY364" fmla="*/ 296820 h 1065059"/>
                <a:gd name="connsiteX365" fmla="*/ 341726 w 939072"/>
                <a:gd name="connsiteY365" fmla="*/ 298163 h 1065059"/>
                <a:gd name="connsiteX366" fmla="*/ 337690 w 939072"/>
                <a:gd name="connsiteY366" fmla="*/ 296820 h 1065059"/>
                <a:gd name="connsiteX367" fmla="*/ 336344 w 939072"/>
                <a:gd name="connsiteY367" fmla="*/ 292791 h 1065059"/>
                <a:gd name="connsiteX368" fmla="*/ 333653 w 939072"/>
                <a:gd name="connsiteY368" fmla="*/ 291448 h 1065059"/>
                <a:gd name="connsiteX369" fmla="*/ 329617 w 939072"/>
                <a:gd name="connsiteY369" fmla="*/ 292791 h 1065059"/>
                <a:gd name="connsiteX370" fmla="*/ 326927 w 939072"/>
                <a:gd name="connsiteY370" fmla="*/ 292791 h 1065059"/>
                <a:gd name="connsiteX371" fmla="*/ 326927 w 939072"/>
                <a:gd name="connsiteY371" fmla="*/ 287418 h 1065059"/>
                <a:gd name="connsiteX372" fmla="*/ 325581 w 939072"/>
                <a:gd name="connsiteY372" fmla="*/ 283389 h 1065059"/>
                <a:gd name="connsiteX373" fmla="*/ 325581 w 939072"/>
                <a:gd name="connsiteY373" fmla="*/ 279360 h 1065059"/>
                <a:gd name="connsiteX374" fmla="*/ 329617 w 939072"/>
                <a:gd name="connsiteY374" fmla="*/ 278017 h 1065059"/>
                <a:gd name="connsiteX375" fmla="*/ 334999 w 939072"/>
                <a:gd name="connsiteY375" fmla="*/ 269958 h 1065059"/>
                <a:gd name="connsiteX376" fmla="*/ 337690 w 939072"/>
                <a:gd name="connsiteY376" fmla="*/ 269958 h 1065059"/>
                <a:gd name="connsiteX377" fmla="*/ 341726 w 939072"/>
                <a:gd name="connsiteY377" fmla="*/ 265929 h 1065059"/>
                <a:gd name="connsiteX378" fmla="*/ 340380 w 939072"/>
                <a:gd name="connsiteY378" fmla="*/ 263243 h 1065059"/>
                <a:gd name="connsiteX379" fmla="*/ 333653 w 939072"/>
                <a:gd name="connsiteY379" fmla="*/ 255185 h 1065059"/>
                <a:gd name="connsiteX380" fmla="*/ 329617 w 939072"/>
                <a:gd name="connsiteY380" fmla="*/ 253842 h 1065059"/>
                <a:gd name="connsiteX381" fmla="*/ 325581 w 939072"/>
                <a:gd name="connsiteY381" fmla="*/ 253842 h 1065059"/>
                <a:gd name="connsiteX382" fmla="*/ 317509 w 939072"/>
                <a:gd name="connsiteY382" fmla="*/ 257871 h 1065059"/>
                <a:gd name="connsiteX383" fmla="*/ 312127 w 939072"/>
                <a:gd name="connsiteY383" fmla="*/ 257871 h 1065059"/>
                <a:gd name="connsiteX384" fmla="*/ 308091 w 939072"/>
                <a:gd name="connsiteY384" fmla="*/ 255185 h 1065059"/>
                <a:gd name="connsiteX385" fmla="*/ 304055 w 939072"/>
                <a:gd name="connsiteY385" fmla="*/ 255185 h 1065059"/>
                <a:gd name="connsiteX386" fmla="*/ 287911 w 939072"/>
                <a:gd name="connsiteY386" fmla="*/ 261900 h 1065059"/>
                <a:gd name="connsiteX387" fmla="*/ 286565 w 939072"/>
                <a:gd name="connsiteY387" fmla="*/ 264586 h 1065059"/>
                <a:gd name="connsiteX388" fmla="*/ 289256 w 939072"/>
                <a:gd name="connsiteY388" fmla="*/ 267272 h 1065059"/>
                <a:gd name="connsiteX389" fmla="*/ 294638 w 939072"/>
                <a:gd name="connsiteY389" fmla="*/ 272645 h 1065059"/>
                <a:gd name="connsiteX390" fmla="*/ 294638 w 939072"/>
                <a:gd name="connsiteY390" fmla="*/ 273988 h 1065059"/>
                <a:gd name="connsiteX391" fmla="*/ 289256 w 939072"/>
                <a:gd name="connsiteY391" fmla="*/ 273988 h 1065059"/>
                <a:gd name="connsiteX392" fmla="*/ 285220 w 939072"/>
                <a:gd name="connsiteY392" fmla="*/ 273988 h 1065059"/>
                <a:gd name="connsiteX393" fmla="*/ 283874 w 939072"/>
                <a:gd name="connsiteY393" fmla="*/ 271302 h 1065059"/>
                <a:gd name="connsiteX394" fmla="*/ 278493 w 939072"/>
                <a:gd name="connsiteY394" fmla="*/ 268615 h 1065059"/>
                <a:gd name="connsiteX395" fmla="*/ 269075 w 939072"/>
                <a:gd name="connsiteY395" fmla="*/ 267272 h 1065059"/>
                <a:gd name="connsiteX396" fmla="*/ 259658 w 939072"/>
                <a:gd name="connsiteY396" fmla="*/ 268615 h 1065059"/>
                <a:gd name="connsiteX397" fmla="*/ 255622 w 939072"/>
                <a:gd name="connsiteY397" fmla="*/ 271302 h 1065059"/>
                <a:gd name="connsiteX398" fmla="*/ 255622 w 939072"/>
                <a:gd name="connsiteY398" fmla="*/ 273988 h 1065059"/>
                <a:gd name="connsiteX399" fmla="*/ 250240 w 939072"/>
                <a:gd name="connsiteY399" fmla="*/ 273988 h 1065059"/>
                <a:gd name="connsiteX400" fmla="*/ 248895 w 939072"/>
                <a:gd name="connsiteY400" fmla="*/ 272645 h 1065059"/>
                <a:gd name="connsiteX401" fmla="*/ 244859 w 939072"/>
                <a:gd name="connsiteY401" fmla="*/ 272645 h 1065059"/>
                <a:gd name="connsiteX402" fmla="*/ 238132 w 939072"/>
                <a:gd name="connsiteY402" fmla="*/ 276674 h 1065059"/>
                <a:gd name="connsiteX403" fmla="*/ 238132 w 939072"/>
                <a:gd name="connsiteY403" fmla="*/ 280703 h 1065059"/>
                <a:gd name="connsiteX404" fmla="*/ 234096 w 939072"/>
                <a:gd name="connsiteY404" fmla="*/ 282046 h 1065059"/>
                <a:gd name="connsiteX405" fmla="*/ 226023 w 939072"/>
                <a:gd name="connsiteY405" fmla="*/ 284732 h 1065059"/>
                <a:gd name="connsiteX406" fmla="*/ 220642 w 939072"/>
                <a:gd name="connsiteY406" fmla="*/ 288762 h 1065059"/>
                <a:gd name="connsiteX407" fmla="*/ 217951 w 939072"/>
                <a:gd name="connsiteY407" fmla="*/ 288762 h 1065059"/>
                <a:gd name="connsiteX408" fmla="*/ 219296 w 939072"/>
                <a:gd name="connsiteY408" fmla="*/ 287418 h 1065059"/>
                <a:gd name="connsiteX409" fmla="*/ 220642 w 939072"/>
                <a:gd name="connsiteY409" fmla="*/ 284732 h 1065059"/>
                <a:gd name="connsiteX410" fmla="*/ 216606 w 939072"/>
                <a:gd name="connsiteY410" fmla="*/ 286075 h 1065059"/>
                <a:gd name="connsiteX411" fmla="*/ 211224 w 939072"/>
                <a:gd name="connsiteY411" fmla="*/ 292791 h 1065059"/>
                <a:gd name="connsiteX412" fmla="*/ 211224 w 939072"/>
                <a:gd name="connsiteY412" fmla="*/ 294134 h 1065059"/>
                <a:gd name="connsiteX413" fmla="*/ 219296 w 939072"/>
                <a:gd name="connsiteY413" fmla="*/ 302192 h 1065059"/>
                <a:gd name="connsiteX414" fmla="*/ 226023 w 939072"/>
                <a:gd name="connsiteY414" fmla="*/ 312937 h 1065059"/>
                <a:gd name="connsiteX415" fmla="*/ 232750 w 939072"/>
                <a:gd name="connsiteY415" fmla="*/ 315623 h 1065059"/>
                <a:gd name="connsiteX416" fmla="*/ 238132 w 939072"/>
                <a:gd name="connsiteY416" fmla="*/ 322338 h 1065059"/>
                <a:gd name="connsiteX417" fmla="*/ 243513 w 939072"/>
                <a:gd name="connsiteY417" fmla="*/ 325025 h 1065059"/>
                <a:gd name="connsiteX418" fmla="*/ 246204 w 939072"/>
                <a:gd name="connsiteY418" fmla="*/ 331740 h 1065059"/>
                <a:gd name="connsiteX419" fmla="*/ 251585 w 939072"/>
                <a:gd name="connsiteY419" fmla="*/ 333083 h 1065059"/>
                <a:gd name="connsiteX420" fmla="*/ 256967 w 939072"/>
                <a:gd name="connsiteY420" fmla="*/ 335769 h 1065059"/>
                <a:gd name="connsiteX421" fmla="*/ 255622 w 939072"/>
                <a:gd name="connsiteY421" fmla="*/ 338455 h 1065059"/>
                <a:gd name="connsiteX422" fmla="*/ 246204 w 939072"/>
                <a:gd name="connsiteY422" fmla="*/ 338455 h 1065059"/>
                <a:gd name="connsiteX423" fmla="*/ 246204 w 939072"/>
                <a:gd name="connsiteY423" fmla="*/ 333083 h 1065059"/>
                <a:gd name="connsiteX424" fmla="*/ 239477 w 939072"/>
                <a:gd name="connsiteY424" fmla="*/ 329054 h 1065059"/>
                <a:gd name="connsiteX425" fmla="*/ 236786 w 939072"/>
                <a:gd name="connsiteY425" fmla="*/ 326368 h 1065059"/>
                <a:gd name="connsiteX426" fmla="*/ 234096 w 939072"/>
                <a:gd name="connsiteY426" fmla="*/ 326368 h 1065059"/>
                <a:gd name="connsiteX427" fmla="*/ 228714 w 939072"/>
                <a:gd name="connsiteY427" fmla="*/ 331740 h 1065059"/>
                <a:gd name="connsiteX428" fmla="*/ 224678 w 939072"/>
                <a:gd name="connsiteY428" fmla="*/ 331740 h 1065059"/>
                <a:gd name="connsiteX429" fmla="*/ 221987 w 939072"/>
                <a:gd name="connsiteY429" fmla="*/ 327711 h 1065059"/>
                <a:gd name="connsiteX430" fmla="*/ 226023 w 939072"/>
                <a:gd name="connsiteY430" fmla="*/ 322338 h 1065059"/>
                <a:gd name="connsiteX431" fmla="*/ 226023 w 939072"/>
                <a:gd name="connsiteY431" fmla="*/ 319652 h 1065059"/>
                <a:gd name="connsiteX432" fmla="*/ 221987 w 939072"/>
                <a:gd name="connsiteY432" fmla="*/ 320995 h 1065059"/>
                <a:gd name="connsiteX433" fmla="*/ 217951 w 939072"/>
                <a:gd name="connsiteY433" fmla="*/ 326368 h 1065059"/>
                <a:gd name="connsiteX434" fmla="*/ 219296 w 939072"/>
                <a:gd name="connsiteY434" fmla="*/ 337112 h 1065059"/>
                <a:gd name="connsiteX435" fmla="*/ 220642 w 939072"/>
                <a:gd name="connsiteY435" fmla="*/ 338455 h 1065059"/>
                <a:gd name="connsiteX436" fmla="*/ 220642 w 939072"/>
                <a:gd name="connsiteY436" fmla="*/ 342485 h 1065059"/>
                <a:gd name="connsiteX437" fmla="*/ 215260 w 939072"/>
                <a:gd name="connsiteY437" fmla="*/ 347857 h 1065059"/>
                <a:gd name="connsiteX438" fmla="*/ 211224 w 939072"/>
                <a:gd name="connsiteY438" fmla="*/ 354572 h 1065059"/>
                <a:gd name="connsiteX439" fmla="*/ 209879 w 939072"/>
                <a:gd name="connsiteY439" fmla="*/ 361288 h 1065059"/>
                <a:gd name="connsiteX440" fmla="*/ 209879 w 939072"/>
                <a:gd name="connsiteY440" fmla="*/ 368003 h 1065059"/>
                <a:gd name="connsiteX441" fmla="*/ 219296 w 939072"/>
                <a:gd name="connsiteY441" fmla="*/ 378748 h 1065059"/>
                <a:gd name="connsiteX442" fmla="*/ 227369 w 939072"/>
                <a:gd name="connsiteY442" fmla="*/ 381434 h 1065059"/>
                <a:gd name="connsiteX443" fmla="*/ 232750 w 939072"/>
                <a:gd name="connsiteY443" fmla="*/ 388149 h 1065059"/>
                <a:gd name="connsiteX444" fmla="*/ 236786 w 939072"/>
                <a:gd name="connsiteY444" fmla="*/ 388149 h 1065059"/>
                <a:gd name="connsiteX445" fmla="*/ 243513 w 939072"/>
                <a:gd name="connsiteY445" fmla="*/ 382777 h 1065059"/>
                <a:gd name="connsiteX446" fmla="*/ 250240 w 939072"/>
                <a:gd name="connsiteY446" fmla="*/ 381434 h 1065059"/>
                <a:gd name="connsiteX447" fmla="*/ 256967 w 939072"/>
                <a:gd name="connsiteY447" fmla="*/ 384120 h 1065059"/>
                <a:gd name="connsiteX448" fmla="*/ 267730 w 939072"/>
                <a:gd name="connsiteY448" fmla="*/ 385463 h 1065059"/>
                <a:gd name="connsiteX449" fmla="*/ 273112 w 939072"/>
                <a:gd name="connsiteY449" fmla="*/ 388149 h 1065059"/>
                <a:gd name="connsiteX450" fmla="*/ 274457 w 939072"/>
                <a:gd name="connsiteY450" fmla="*/ 394865 h 1065059"/>
                <a:gd name="connsiteX451" fmla="*/ 277148 w 939072"/>
                <a:gd name="connsiteY451" fmla="*/ 396208 h 1065059"/>
                <a:gd name="connsiteX452" fmla="*/ 279838 w 939072"/>
                <a:gd name="connsiteY452" fmla="*/ 393522 h 1065059"/>
                <a:gd name="connsiteX453" fmla="*/ 278493 w 939072"/>
                <a:gd name="connsiteY453" fmla="*/ 386806 h 1065059"/>
                <a:gd name="connsiteX454" fmla="*/ 281184 w 939072"/>
                <a:gd name="connsiteY454" fmla="*/ 384120 h 1065059"/>
                <a:gd name="connsiteX455" fmla="*/ 286565 w 939072"/>
                <a:gd name="connsiteY455" fmla="*/ 386806 h 1065059"/>
                <a:gd name="connsiteX456" fmla="*/ 286565 w 939072"/>
                <a:gd name="connsiteY456" fmla="*/ 389492 h 1065059"/>
                <a:gd name="connsiteX457" fmla="*/ 281184 w 939072"/>
                <a:gd name="connsiteY457" fmla="*/ 396208 h 1065059"/>
                <a:gd name="connsiteX458" fmla="*/ 281184 w 939072"/>
                <a:gd name="connsiteY458" fmla="*/ 400237 h 1065059"/>
                <a:gd name="connsiteX459" fmla="*/ 283874 w 939072"/>
                <a:gd name="connsiteY459" fmla="*/ 400237 h 1065059"/>
                <a:gd name="connsiteX460" fmla="*/ 290601 w 939072"/>
                <a:gd name="connsiteY460" fmla="*/ 394865 h 1065059"/>
                <a:gd name="connsiteX461" fmla="*/ 291947 w 939072"/>
                <a:gd name="connsiteY461" fmla="*/ 392178 h 1065059"/>
                <a:gd name="connsiteX462" fmla="*/ 300019 w 939072"/>
                <a:gd name="connsiteY462" fmla="*/ 389492 h 1065059"/>
                <a:gd name="connsiteX463" fmla="*/ 310782 w 939072"/>
                <a:gd name="connsiteY463" fmla="*/ 382777 h 1065059"/>
                <a:gd name="connsiteX464" fmla="*/ 318854 w 939072"/>
                <a:gd name="connsiteY464" fmla="*/ 382777 h 1065059"/>
                <a:gd name="connsiteX465" fmla="*/ 321545 w 939072"/>
                <a:gd name="connsiteY465" fmla="*/ 377405 h 1065059"/>
                <a:gd name="connsiteX466" fmla="*/ 324236 w 939072"/>
                <a:gd name="connsiteY466" fmla="*/ 377405 h 1065059"/>
                <a:gd name="connsiteX467" fmla="*/ 325581 w 939072"/>
                <a:gd name="connsiteY467" fmla="*/ 380091 h 1065059"/>
                <a:gd name="connsiteX468" fmla="*/ 328272 w 939072"/>
                <a:gd name="connsiteY468" fmla="*/ 381434 h 1065059"/>
                <a:gd name="connsiteX469" fmla="*/ 336344 w 939072"/>
                <a:gd name="connsiteY469" fmla="*/ 376062 h 1065059"/>
                <a:gd name="connsiteX470" fmla="*/ 343071 w 939072"/>
                <a:gd name="connsiteY470" fmla="*/ 376062 h 1065059"/>
                <a:gd name="connsiteX471" fmla="*/ 345762 w 939072"/>
                <a:gd name="connsiteY471" fmla="*/ 373375 h 1065059"/>
                <a:gd name="connsiteX472" fmla="*/ 343071 w 939072"/>
                <a:gd name="connsiteY472" fmla="*/ 377405 h 1065059"/>
                <a:gd name="connsiteX473" fmla="*/ 337690 w 939072"/>
                <a:gd name="connsiteY473" fmla="*/ 381434 h 1065059"/>
                <a:gd name="connsiteX474" fmla="*/ 337690 w 939072"/>
                <a:gd name="connsiteY474" fmla="*/ 384120 h 1065059"/>
                <a:gd name="connsiteX475" fmla="*/ 340380 w 939072"/>
                <a:gd name="connsiteY475" fmla="*/ 385463 h 1065059"/>
                <a:gd name="connsiteX476" fmla="*/ 336344 w 939072"/>
                <a:gd name="connsiteY476" fmla="*/ 393522 h 1065059"/>
                <a:gd name="connsiteX477" fmla="*/ 328272 w 939072"/>
                <a:gd name="connsiteY477" fmla="*/ 394865 h 1065059"/>
                <a:gd name="connsiteX478" fmla="*/ 326927 w 939072"/>
                <a:gd name="connsiteY478" fmla="*/ 392178 h 1065059"/>
                <a:gd name="connsiteX479" fmla="*/ 322890 w 939072"/>
                <a:gd name="connsiteY479" fmla="*/ 392178 h 1065059"/>
                <a:gd name="connsiteX480" fmla="*/ 316164 w 939072"/>
                <a:gd name="connsiteY480" fmla="*/ 397551 h 1065059"/>
                <a:gd name="connsiteX481" fmla="*/ 316164 w 939072"/>
                <a:gd name="connsiteY481" fmla="*/ 398894 h 1065059"/>
                <a:gd name="connsiteX482" fmla="*/ 322890 w 939072"/>
                <a:gd name="connsiteY482" fmla="*/ 400237 h 1065059"/>
                <a:gd name="connsiteX483" fmla="*/ 325581 w 939072"/>
                <a:gd name="connsiteY483" fmla="*/ 402923 h 1065059"/>
                <a:gd name="connsiteX484" fmla="*/ 325581 w 939072"/>
                <a:gd name="connsiteY484" fmla="*/ 409638 h 1065059"/>
                <a:gd name="connsiteX485" fmla="*/ 316164 w 939072"/>
                <a:gd name="connsiteY485" fmla="*/ 419040 h 1065059"/>
                <a:gd name="connsiteX486" fmla="*/ 314818 w 939072"/>
                <a:gd name="connsiteY486" fmla="*/ 425755 h 1065059"/>
                <a:gd name="connsiteX487" fmla="*/ 313473 w 939072"/>
                <a:gd name="connsiteY487" fmla="*/ 429785 h 1065059"/>
                <a:gd name="connsiteX488" fmla="*/ 312127 w 939072"/>
                <a:gd name="connsiteY488" fmla="*/ 432471 h 1065059"/>
                <a:gd name="connsiteX489" fmla="*/ 313473 w 939072"/>
                <a:gd name="connsiteY489" fmla="*/ 435157 h 1065059"/>
                <a:gd name="connsiteX490" fmla="*/ 313473 w 939072"/>
                <a:gd name="connsiteY490" fmla="*/ 439186 h 1065059"/>
                <a:gd name="connsiteX491" fmla="*/ 312127 w 939072"/>
                <a:gd name="connsiteY491" fmla="*/ 444559 h 1065059"/>
                <a:gd name="connsiteX492" fmla="*/ 306746 w 939072"/>
                <a:gd name="connsiteY492" fmla="*/ 449931 h 1065059"/>
                <a:gd name="connsiteX493" fmla="*/ 302710 w 939072"/>
                <a:gd name="connsiteY493" fmla="*/ 453960 h 1065059"/>
                <a:gd name="connsiteX494" fmla="*/ 297328 w 939072"/>
                <a:gd name="connsiteY494" fmla="*/ 452617 h 1065059"/>
                <a:gd name="connsiteX495" fmla="*/ 294638 w 939072"/>
                <a:gd name="connsiteY495" fmla="*/ 455303 h 1065059"/>
                <a:gd name="connsiteX496" fmla="*/ 289256 w 939072"/>
                <a:gd name="connsiteY496" fmla="*/ 459332 h 1065059"/>
                <a:gd name="connsiteX497" fmla="*/ 285220 w 939072"/>
                <a:gd name="connsiteY497" fmla="*/ 460675 h 1065059"/>
                <a:gd name="connsiteX498" fmla="*/ 279838 w 939072"/>
                <a:gd name="connsiteY498" fmla="*/ 460675 h 1065059"/>
                <a:gd name="connsiteX499" fmla="*/ 271766 w 939072"/>
                <a:gd name="connsiteY499" fmla="*/ 455303 h 1065059"/>
                <a:gd name="connsiteX500" fmla="*/ 270421 w 939072"/>
                <a:gd name="connsiteY500" fmla="*/ 456646 h 1065059"/>
                <a:gd name="connsiteX501" fmla="*/ 267730 w 939072"/>
                <a:gd name="connsiteY501" fmla="*/ 453960 h 1065059"/>
                <a:gd name="connsiteX502" fmla="*/ 263694 w 939072"/>
                <a:gd name="connsiteY502" fmla="*/ 449931 h 1065059"/>
                <a:gd name="connsiteX503" fmla="*/ 262348 w 939072"/>
                <a:gd name="connsiteY503" fmla="*/ 449931 h 1065059"/>
                <a:gd name="connsiteX504" fmla="*/ 256967 w 939072"/>
                <a:gd name="connsiteY504" fmla="*/ 456646 h 1065059"/>
                <a:gd name="connsiteX505" fmla="*/ 251585 w 939072"/>
                <a:gd name="connsiteY505" fmla="*/ 460675 h 1065059"/>
                <a:gd name="connsiteX506" fmla="*/ 247549 w 939072"/>
                <a:gd name="connsiteY506" fmla="*/ 466048 h 1065059"/>
                <a:gd name="connsiteX507" fmla="*/ 236786 w 939072"/>
                <a:gd name="connsiteY507" fmla="*/ 470077 h 1065059"/>
                <a:gd name="connsiteX508" fmla="*/ 234096 w 939072"/>
                <a:gd name="connsiteY508" fmla="*/ 472763 h 1065059"/>
                <a:gd name="connsiteX509" fmla="*/ 228714 w 939072"/>
                <a:gd name="connsiteY509" fmla="*/ 472763 h 1065059"/>
                <a:gd name="connsiteX510" fmla="*/ 224678 w 939072"/>
                <a:gd name="connsiteY510" fmla="*/ 471420 h 1065059"/>
                <a:gd name="connsiteX511" fmla="*/ 216606 w 939072"/>
                <a:gd name="connsiteY511" fmla="*/ 471420 h 1065059"/>
                <a:gd name="connsiteX512" fmla="*/ 209879 w 939072"/>
                <a:gd name="connsiteY512" fmla="*/ 475449 h 1065059"/>
                <a:gd name="connsiteX513" fmla="*/ 204497 w 939072"/>
                <a:gd name="connsiteY513" fmla="*/ 476792 h 1065059"/>
                <a:gd name="connsiteX514" fmla="*/ 200461 w 939072"/>
                <a:gd name="connsiteY514" fmla="*/ 479478 h 1065059"/>
                <a:gd name="connsiteX515" fmla="*/ 200461 w 939072"/>
                <a:gd name="connsiteY515" fmla="*/ 486194 h 1065059"/>
                <a:gd name="connsiteX516" fmla="*/ 196425 w 939072"/>
                <a:gd name="connsiteY516" fmla="*/ 494252 h 1065059"/>
                <a:gd name="connsiteX517" fmla="*/ 192389 w 939072"/>
                <a:gd name="connsiteY517" fmla="*/ 498282 h 1065059"/>
                <a:gd name="connsiteX518" fmla="*/ 192389 w 939072"/>
                <a:gd name="connsiteY518" fmla="*/ 494252 h 1065059"/>
                <a:gd name="connsiteX519" fmla="*/ 187007 w 939072"/>
                <a:gd name="connsiteY519" fmla="*/ 488880 h 1065059"/>
                <a:gd name="connsiteX520" fmla="*/ 178935 w 939072"/>
                <a:gd name="connsiteY520" fmla="*/ 487537 h 1065059"/>
                <a:gd name="connsiteX521" fmla="*/ 176244 w 939072"/>
                <a:gd name="connsiteY521" fmla="*/ 490223 h 1065059"/>
                <a:gd name="connsiteX522" fmla="*/ 176244 w 939072"/>
                <a:gd name="connsiteY522" fmla="*/ 494252 h 1065059"/>
                <a:gd name="connsiteX523" fmla="*/ 180280 w 939072"/>
                <a:gd name="connsiteY523" fmla="*/ 496938 h 1065059"/>
                <a:gd name="connsiteX524" fmla="*/ 177590 w 939072"/>
                <a:gd name="connsiteY524" fmla="*/ 500968 h 1065059"/>
                <a:gd name="connsiteX525" fmla="*/ 174899 w 939072"/>
                <a:gd name="connsiteY525" fmla="*/ 500968 h 1065059"/>
                <a:gd name="connsiteX526" fmla="*/ 173554 w 939072"/>
                <a:gd name="connsiteY526" fmla="*/ 495595 h 1065059"/>
                <a:gd name="connsiteX527" fmla="*/ 168172 w 939072"/>
                <a:gd name="connsiteY527" fmla="*/ 490223 h 1065059"/>
                <a:gd name="connsiteX528" fmla="*/ 166827 w 939072"/>
                <a:gd name="connsiteY528" fmla="*/ 490223 h 1065059"/>
                <a:gd name="connsiteX529" fmla="*/ 158754 w 939072"/>
                <a:gd name="connsiteY529" fmla="*/ 498282 h 1065059"/>
                <a:gd name="connsiteX530" fmla="*/ 156064 w 939072"/>
                <a:gd name="connsiteY530" fmla="*/ 504997 h 1065059"/>
                <a:gd name="connsiteX531" fmla="*/ 153373 w 939072"/>
                <a:gd name="connsiteY531" fmla="*/ 506340 h 1065059"/>
                <a:gd name="connsiteX532" fmla="*/ 150682 w 939072"/>
                <a:gd name="connsiteY532" fmla="*/ 506340 h 1065059"/>
                <a:gd name="connsiteX533" fmla="*/ 138574 w 939072"/>
                <a:gd name="connsiteY533" fmla="*/ 517085 h 1065059"/>
                <a:gd name="connsiteX534" fmla="*/ 137228 w 939072"/>
                <a:gd name="connsiteY534" fmla="*/ 523800 h 1065059"/>
                <a:gd name="connsiteX535" fmla="*/ 134538 w 939072"/>
                <a:gd name="connsiteY535" fmla="*/ 526486 h 1065059"/>
                <a:gd name="connsiteX536" fmla="*/ 129156 w 939072"/>
                <a:gd name="connsiteY536" fmla="*/ 527829 h 1065059"/>
                <a:gd name="connsiteX537" fmla="*/ 123775 w 939072"/>
                <a:gd name="connsiteY537" fmla="*/ 525143 h 1065059"/>
                <a:gd name="connsiteX538" fmla="*/ 122429 w 939072"/>
                <a:gd name="connsiteY538" fmla="*/ 526486 h 1065059"/>
                <a:gd name="connsiteX539" fmla="*/ 127811 w 939072"/>
                <a:gd name="connsiteY539" fmla="*/ 533202 h 1065059"/>
                <a:gd name="connsiteX540" fmla="*/ 126465 w 939072"/>
                <a:gd name="connsiteY540" fmla="*/ 535888 h 1065059"/>
                <a:gd name="connsiteX541" fmla="*/ 123775 w 939072"/>
                <a:gd name="connsiteY541" fmla="*/ 537231 h 1065059"/>
                <a:gd name="connsiteX542" fmla="*/ 121084 w 939072"/>
                <a:gd name="connsiteY542" fmla="*/ 531859 h 1065059"/>
                <a:gd name="connsiteX543" fmla="*/ 118393 w 939072"/>
                <a:gd name="connsiteY543" fmla="*/ 533202 h 1065059"/>
                <a:gd name="connsiteX544" fmla="*/ 115702 w 939072"/>
                <a:gd name="connsiteY544" fmla="*/ 537231 h 1065059"/>
                <a:gd name="connsiteX545" fmla="*/ 110321 w 939072"/>
                <a:gd name="connsiteY545" fmla="*/ 545289 h 1065059"/>
                <a:gd name="connsiteX546" fmla="*/ 110321 w 939072"/>
                <a:gd name="connsiteY546" fmla="*/ 547975 h 1065059"/>
                <a:gd name="connsiteX547" fmla="*/ 114357 w 939072"/>
                <a:gd name="connsiteY547" fmla="*/ 554691 h 1065059"/>
                <a:gd name="connsiteX548" fmla="*/ 115702 w 939072"/>
                <a:gd name="connsiteY548" fmla="*/ 561406 h 1065059"/>
                <a:gd name="connsiteX549" fmla="*/ 114357 w 939072"/>
                <a:gd name="connsiteY549" fmla="*/ 565435 h 1065059"/>
                <a:gd name="connsiteX550" fmla="*/ 111666 w 939072"/>
                <a:gd name="connsiteY550" fmla="*/ 569465 h 1065059"/>
                <a:gd name="connsiteX551" fmla="*/ 113012 w 939072"/>
                <a:gd name="connsiteY551" fmla="*/ 574837 h 1065059"/>
                <a:gd name="connsiteX552" fmla="*/ 115702 w 939072"/>
                <a:gd name="connsiteY552" fmla="*/ 573494 h 1065059"/>
                <a:gd name="connsiteX553" fmla="*/ 118393 w 939072"/>
                <a:gd name="connsiteY553" fmla="*/ 569465 h 1065059"/>
                <a:gd name="connsiteX554" fmla="*/ 119739 w 939072"/>
                <a:gd name="connsiteY554" fmla="*/ 572151 h 1065059"/>
                <a:gd name="connsiteX555" fmla="*/ 121084 w 939072"/>
                <a:gd name="connsiteY555" fmla="*/ 578866 h 1065059"/>
                <a:gd name="connsiteX556" fmla="*/ 118393 w 939072"/>
                <a:gd name="connsiteY556" fmla="*/ 581552 h 1065059"/>
                <a:gd name="connsiteX557" fmla="*/ 117048 w 939072"/>
                <a:gd name="connsiteY557" fmla="*/ 582895 h 1065059"/>
                <a:gd name="connsiteX558" fmla="*/ 118393 w 939072"/>
                <a:gd name="connsiteY558" fmla="*/ 585582 h 1065059"/>
                <a:gd name="connsiteX559" fmla="*/ 121084 w 939072"/>
                <a:gd name="connsiteY559" fmla="*/ 584238 h 1065059"/>
                <a:gd name="connsiteX560" fmla="*/ 123775 w 939072"/>
                <a:gd name="connsiteY560" fmla="*/ 582895 h 1065059"/>
                <a:gd name="connsiteX561" fmla="*/ 126465 w 939072"/>
                <a:gd name="connsiteY561" fmla="*/ 582895 h 1065059"/>
                <a:gd name="connsiteX562" fmla="*/ 129156 w 939072"/>
                <a:gd name="connsiteY562" fmla="*/ 584238 h 1065059"/>
                <a:gd name="connsiteX563" fmla="*/ 129156 w 939072"/>
                <a:gd name="connsiteY563" fmla="*/ 586925 h 1065059"/>
                <a:gd name="connsiteX564" fmla="*/ 134538 w 939072"/>
                <a:gd name="connsiteY564" fmla="*/ 588268 h 1065059"/>
                <a:gd name="connsiteX565" fmla="*/ 138574 w 939072"/>
                <a:gd name="connsiteY565" fmla="*/ 590954 h 1065059"/>
                <a:gd name="connsiteX566" fmla="*/ 143955 w 939072"/>
                <a:gd name="connsiteY566" fmla="*/ 590954 h 1065059"/>
                <a:gd name="connsiteX567" fmla="*/ 147991 w 939072"/>
                <a:gd name="connsiteY567" fmla="*/ 586925 h 1065059"/>
                <a:gd name="connsiteX568" fmla="*/ 150682 w 939072"/>
                <a:gd name="connsiteY568" fmla="*/ 577523 h 1065059"/>
                <a:gd name="connsiteX569" fmla="*/ 153373 w 939072"/>
                <a:gd name="connsiteY569" fmla="*/ 573494 h 1065059"/>
                <a:gd name="connsiteX570" fmla="*/ 162791 w 939072"/>
                <a:gd name="connsiteY570" fmla="*/ 573494 h 1065059"/>
                <a:gd name="connsiteX571" fmla="*/ 166827 w 939072"/>
                <a:gd name="connsiteY571" fmla="*/ 570808 h 1065059"/>
                <a:gd name="connsiteX572" fmla="*/ 162791 w 939072"/>
                <a:gd name="connsiteY572" fmla="*/ 576180 h 1065059"/>
                <a:gd name="connsiteX573" fmla="*/ 158754 w 939072"/>
                <a:gd name="connsiteY573" fmla="*/ 576180 h 1065059"/>
                <a:gd name="connsiteX574" fmla="*/ 150682 w 939072"/>
                <a:gd name="connsiteY574" fmla="*/ 584238 h 1065059"/>
                <a:gd name="connsiteX575" fmla="*/ 149337 w 939072"/>
                <a:gd name="connsiteY575" fmla="*/ 589611 h 1065059"/>
                <a:gd name="connsiteX576" fmla="*/ 145301 w 939072"/>
                <a:gd name="connsiteY576" fmla="*/ 593640 h 1065059"/>
                <a:gd name="connsiteX577" fmla="*/ 150682 w 939072"/>
                <a:gd name="connsiteY577" fmla="*/ 599012 h 1065059"/>
                <a:gd name="connsiteX578" fmla="*/ 150682 w 939072"/>
                <a:gd name="connsiteY578" fmla="*/ 601698 h 1065059"/>
                <a:gd name="connsiteX579" fmla="*/ 143955 w 939072"/>
                <a:gd name="connsiteY579" fmla="*/ 604385 h 1065059"/>
                <a:gd name="connsiteX580" fmla="*/ 142610 w 939072"/>
                <a:gd name="connsiteY580" fmla="*/ 601698 h 1065059"/>
                <a:gd name="connsiteX581" fmla="*/ 142610 w 939072"/>
                <a:gd name="connsiteY581" fmla="*/ 599012 h 1065059"/>
                <a:gd name="connsiteX582" fmla="*/ 139919 w 939072"/>
                <a:gd name="connsiteY582" fmla="*/ 596326 h 1065059"/>
                <a:gd name="connsiteX583" fmla="*/ 134538 w 939072"/>
                <a:gd name="connsiteY583" fmla="*/ 596326 h 1065059"/>
                <a:gd name="connsiteX584" fmla="*/ 133192 w 939072"/>
                <a:gd name="connsiteY584" fmla="*/ 592297 h 1065059"/>
                <a:gd name="connsiteX585" fmla="*/ 125120 w 939072"/>
                <a:gd name="connsiteY585" fmla="*/ 590954 h 1065059"/>
                <a:gd name="connsiteX586" fmla="*/ 123775 w 939072"/>
                <a:gd name="connsiteY586" fmla="*/ 586925 h 1065059"/>
                <a:gd name="connsiteX587" fmla="*/ 118393 w 939072"/>
                <a:gd name="connsiteY587" fmla="*/ 590954 h 1065059"/>
                <a:gd name="connsiteX588" fmla="*/ 114357 w 939072"/>
                <a:gd name="connsiteY588" fmla="*/ 590954 h 1065059"/>
                <a:gd name="connsiteX589" fmla="*/ 113012 w 939072"/>
                <a:gd name="connsiteY589" fmla="*/ 594983 h 1065059"/>
                <a:gd name="connsiteX590" fmla="*/ 108975 w 939072"/>
                <a:gd name="connsiteY590" fmla="*/ 597669 h 1065059"/>
                <a:gd name="connsiteX591" fmla="*/ 103594 w 939072"/>
                <a:gd name="connsiteY591" fmla="*/ 597669 h 1065059"/>
                <a:gd name="connsiteX592" fmla="*/ 103594 w 939072"/>
                <a:gd name="connsiteY592" fmla="*/ 600355 h 1065059"/>
                <a:gd name="connsiteX593" fmla="*/ 106285 w 939072"/>
                <a:gd name="connsiteY593" fmla="*/ 604385 h 1065059"/>
                <a:gd name="connsiteX594" fmla="*/ 107630 w 939072"/>
                <a:gd name="connsiteY594" fmla="*/ 604385 h 1065059"/>
                <a:gd name="connsiteX595" fmla="*/ 104939 w 939072"/>
                <a:gd name="connsiteY595" fmla="*/ 608414 h 1065059"/>
                <a:gd name="connsiteX596" fmla="*/ 103594 w 939072"/>
                <a:gd name="connsiteY596" fmla="*/ 616472 h 1065059"/>
                <a:gd name="connsiteX597" fmla="*/ 106285 w 939072"/>
                <a:gd name="connsiteY597" fmla="*/ 620502 h 1065059"/>
                <a:gd name="connsiteX598" fmla="*/ 108975 w 939072"/>
                <a:gd name="connsiteY598" fmla="*/ 620502 h 1065059"/>
                <a:gd name="connsiteX599" fmla="*/ 110321 w 939072"/>
                <a:gd name="connsiteY599" fmla="*/ 629903 h 1065059"/>
                <a:gd name="connsiteX600" fmla="*/ 110321 w 939072"/>
                <a:gd name="connsiteY600" fmla="*/ 632589 h 1065059"/>
                <a:gd name="connsiteX601" fmla="*/ 110321 w 939072"/>
                <a:gd name="connsiteY601" fmla="*/ 636618 h 1065059"/>
                <a:gd name="connsiteX602" fmla="*/ 115702 w 939072"/>
                <a:gd name="connsiteY602" fmla="*/ 640648 h 1065059"/>
                <a:gd name="connsiteX603" fmla="*/ 115702 w 939072"/>
                <a:gd name="connsiteY603" fmla="*/ 641991 h 1065059"/>
                <a:gd name="connsiteX604" fmla="*/ 110321 w 939072"/>
                <a:gd name="connsiteY604" fmla="*/ 643334 h 1065059"/>
                <a:gd name="connsiteX605" fmla="*/ 107630 w 939072"/>
                <a:gd name="connsiteY605" fmla="*/ 646020 h 1065059"/>
                <a:gd name="connsiteX606" fmla="*/ 125120 w 939072"/>
                <a:gd name="connsiteY606" fmla="*/ 654079 h 1065059"/>
                <a:gd name="connsiteX607" fmla="*/ 131847 w 939072"/>
                <a:gd name="connsiteY607" fmla="*/ 654079 h 1065059"/>
                <a:gd name="connsiteX608" fmla="*/ 139919 w 939072"/>
                <a:gd name="connsiteY608" fmla="*/ 650049 h 1065059"/>
                <a:gd name="connsiteX609" fmla="*/ 143955 w 939072"/>
                <a:gd name="connsiteY609" fmla="*/ 648706 h 1065059"/>
                <a:gd name="connsiteX610" fmla="*/ 146646 w 939072"/>
                <a:gd name="connsiteY610" fmla="*/ 651392 h 1065059"/>
                <a:gd name="connsiteX611" fmla="*/ 149337 w 939072"/>
                <a:gd name="connsiteY611" fmla="*/ 650049 h 1065059"/>
                <a:gd name="connsiteX612" fmla="*/ 156064 w 939072"/>
                <a:gd name="connsiteY612" fmla="*/ 640648 h 1065059"/>
                <a:gd name="connsiteX613" fmla="*/ 157409 w 939072"/>
                <a:gd name="connsiteY613" fmla="*/ 636618 h 1065059"/>
                <a:gd name="connsiteX614" fmla="*/ 154718 w 939072"/>
                <a:gd name="connsiteY614" fmla="*/ 632589 h 1065059"/>
                <a:gd name="connsiteX615" fmla="*/ 154718 w 939072"/>
                <a:gd name="connsiteY615" fmla="*/ 631246 h 1065059"/>
                <a:gd name="connsiteX616" fmla="*/ 161445 w 939072"/>
                <a:gd name="connsiteY616" fmla="*/ 627217 h 1065059"/>
                <a:gd name="connsiteX617" fmla="*/ 168172 w 939072"/>
                <a:gd name="connsiteY617" fmla="*/ 621845 h 1065059"/>
                <a:gd name="connsiteX618" fmla="*/ 180280 w 939072"/>
                <a:gd name="connsiteY618" fmla="*/ 613786 h 1065059"/>
                <a:gd name="connsiteX619" fmla="*/ 184317 w 939072"/>
                <a:gd name="connsiteY619" fmla="*/ 615129 h 1065059"/>
                <a:gd name="connsiteX620" fmla="*/ 178935 w 939072"/>
                <a:gd name="connsiteY620" fmla="*/ 615129 h 1065059"/>
                <a:gd name="connsiteX621" fmla="*/ 168172 w 939072"/>
                <a:gd name="connsiteY621" fmla="*/ 625874 h 1065059"/>
                <a:gd name="connsiteX622" fmla="*/ 161445 w 939072"/>
                <a:gd name="connsiteY622" fmla="*/ 629903 h 1065059"/>
                <a:gd name="connsiteX623" fmla="*/ 161445 w 939072"/>
                <a:gd name="connsiteY623" fmla="*/ 632589 h 1065059"/>
                <a:gd name="connsiteX624" fmla="*/ 165481 w 939072"/>
                <a:gd name="connsiteY624" fmla="*/ 636618 h 1065059"/>
                <a:gd name="connsiteX625" fmla="*/ 165481 w 939072"/>
                <a:gd name="connsiteY625" fmla="*/ 639305 h 1065059"/>
                <a:gd name="connsiteX626" fmla="*/ 161445 w 939072"/>
                <a:gd name="connsiteY626" fmla="*/ 647363 h 1065059"/>
                <a:gd name="connsiteX627" fmla="*/ 156064 w 939072"/>
                <a:gd name="connsiteY627" fmla="*/ 651392 h 1065059"/>
                <a:gd name="connsiteX628" fmla="*/ 154718 w 939072"/>
                <a:gd name="connsiteY628" fmla="*/ 656765 h 1065059"/>
                <a:gd name="connsiteX629" fmla="*/ 156064 w 939072"/>
                <a:gd name="connsiteY629" fmla="*/ 663480 h 1065059"/>
                <a:gd name="connsiteX630" fmla="*/ 154718 w 939072"/>
                <a:gd name="connsiteY630" fmla="*/ 667509 h 1065059"/>
                <a:gd name="connsiteX631" fmla="*/ 154718 w 939072"/>
                <a:gd name="connsiteY631" fmla="*/ 670195 h 1065059"/>
                <a:gd name="connsiteX632" fmla="*/ 154718 w 939072"/>
                <a:gd name="connsiteY632" fmla="*/ 674225 h 1065059"/>
                <a:gd name="connsiteX633" fmla="*/ 156064 w 939072"/>
                <a:gd name="connsiteY633" fmla="*/ 680940 h 1065059"/>
                <a:gd name="connsiteX634" fmla="*/ 147991 w 939072"/>
                <a:gd name="connsiteY634" fmla="*/ 682283 h 1065059"/>
                <a:gd name="connsiteX635" fmla="*/ 145301 w 939072"/>
                <a:gd name="connsiteY635" fmla="*/ 684969 h 1065059"/>
                <a:gd name="connsiteX636" fmla="*/ 143955 w 939072"/>
                <a:gd name="connsiteY636" fmla="*/ 688998 h 1065059"/>
                <a:gd name="connsiteX637" fmla="*/ 141265 w 939072"/>
                <a:gd name="connsiteY637" fmla="*/ 688998 h 1065059"/>
                <a:gd name="connsiteX638" fmla="*/ 139919 w 939072"/>
                <a:gd name="connsiteY638" fmla="*/ 690342 h 1065059"/>
                <a:gd name="connsiteX639" fmla="*/ 141265 w 939072"/>
                <a:gd name="connsiteY639" fmla="*/ 695714 h 1065059"/>
                <a:gd name="connsiteX640" fmla="*/ 141265 w 939072"/>
                <a:gd name="connsiteY640" fmla="*/ 699743 h 1065059"/>
                <a:gd name="connsiteX641" fmla="*/ 143955 w 939072"/>
                <a:gd name="connsiteY641" fmla="*/ 701086 h 1065059"/>
                <a:gd name="connsiteX642" fmla="*/ 149337 w 939072"/>
                <a:gd name="connsiteY642" fmla="*/ 699743 h 1065059"/>
                <a:gd name="connsiteX643" fmla="*/ 152028 w 939072"/>
                <a:gd name="connsiteY643" fmla="*/ 699743 h 1065059"/>
                <a:gd name="connsiteX644" fmla="*/ 153373 w 939072"/>
                <a:gd name="connsiteY644" fmla="*/ 702429 h 1065059"/>
                <a:gd name="connsiteX645" fmla="*/ 150682 w 939072"/>
                <a:gd name="connsiteY645" fmla="*/ 705115 h 1065059"/>
                <a:gd name="connsiteX646" fmla="*/ 143955 w 939072"/>
                <a:gd name="connsiteY646" fmla="*/ 705115 h 1065059"/>
                <a:gd name="connsiteX647" fmla="*/ 142610 w 939072"/>
                <a:gd name="connsiteY647" fmla="*/ 707802 h 1065059"/>
                <a:gd name="connsiteX648" fmla="*/ 143955 w 939072"/>
                <a:gd name="connsiteY648" fmla="*/ 710488 h 1065059"/>
                <a:gd name="connsiteX649" fmla="*/ 142610 w 939072"/>
                <a:gd name="connsiteY649" fmla="*/ 713174 h 1065059"/>
                <a:gd name="connsiteX650" fmla="*/ 143955 w 939072"/>
                <a:gd name="connsiteY650" fmla="*/ 717203 h 1065059"/>
                <a:gd name="connsiteX651" fmla="*/ 141265 w 939072"/>
                <a:gd name="connsiteY651" fmla="*/ 718546 h 1065059"/>
                <a:gd name="connsiteX652" fmla="*/ 137228 w 939072"/>
                <a:gd name="connsiteY652" fmla="*/ 719889 h 1065059"/>
                <a:gd name="connsiteX653" fmla="*/ 131847 w 939072"/>
                <a:gd name="connsiteY653" fmla="*/ 722575 h 1065059"/>
                <a:gd name="connsiteX654" fmla="*/ 129156 w 939072"/>
                <a:gd name="connsiteY654" fmla="*/ 721232 h 1065059"/>
                <a:gd name="connsiteX655" fmla="*/ 127811 w 939072"/>
                <a:gd name="connsiteY655" fmla="*/ 722575 h 1065059"/>
                <a:gd name="connsiteX656" fmla="*/ 130502 w 939072"/>
                <a:gd name="connsiteY656" fmla="*/ 725262 h 1065059"/>
                <a:gd name="connsiteX657" fmla="*/ 134538 w 939072"/>
                <a:gd name="connsiteY657" fmla="*/ 726605 h 1065059"/>
                <a:gd name="connsiteX658" fmla="*/ 138574 w 939072"/>
                <a:gd name="connsiteY658" fmla="*/ 727948 h 1065059"/>
                <a:gd name="connsiteX659" fmla="*/ 143955 w 939072"/>
                <a:gd name="connsiteY659" fmla="*/ 722575 h 1065059"/>
                <a:gd name="connsiteX660" fmla="*/ 154718 w 939072"/>
                <a:gd name="connsiteY660" fmla="*/ 715860 h 1065059"/>
                <a:gd name="connsiteX661" fmla="*/ 157409 w 939072"/>
                <a:gd name="connsiteY661" fmla="*/ 717203 h 1065059"/>
                <a:gd name="connsiteX662" fmla="*/ 161445 w 939072"/>
                <a:gd name="connsiteY662" fmla="*/ 717203 h 1065059"/>
                <a:gd name="connsiteX663" fmla="*/ 164136 w 939072"/>
                <a:gd name="connsiteY663" fmla="*/ 713174 h 1065059"/>
                <a:gd name="connsiteX664" fmla="*/ 172208 w 939072"/>
                <a:gd name="connsiteY664" fmla="*/ 710488 h 1065059"/>
                <a:gd name="connsiteX665" fmla="*/ 172208 w 939072"/>
                <a:gd name="connsiteY665" fmla="*/ 713174 h 1065059"/>
                <a:gd name="connsiteX666" fmla="*/ 168172 w 939072"/>
                <a:gd name="connsiteY666" fmla="*/ 715860 h 1065059"/>
                <a:gd name="connsiteX667" fmla="*/ 168172 w 939072"/>
                <a:gd name="connsiteY667" fmla="*/ 717203 h 1065059"/>
                <a:gd name="connsiteX668" fmla="*/ 172208 w 939072"/>
                <a:gd name="connsiteY668" fmla="*/ 719889 h 1065059"/>
                <a:gd name="connsiteX669" fmla="*/ 173554 w 939072"/>
                <a:gd name="connsiteY669" fmla="*/ 723918 h 1065059"/>
                <a:gd name="connsiteX670" fmla="*/ 172208 w 939072"/>
                <a:gd name="connsiteY670" fmla="*/ 726605 h 1065059"/>
                <a:gd name="connsiteX671" fmla="*/ 176244 w 939072"/>
                <a:gd name="connsiteY671" fmla="*/ 729291 h 1065059"/>
                <a:gd name="connsiteX672" fmla="*/ 180280 w 939072"/>
                <a:gd name="connsiteY672" fmla="*/ 726605 h 1065059"/>
                <a:gd name="connsiteX673" fmla="*/ 182971 w 939072"/>
                <a:gd name="connsiteY673" fmla="*/ 722575 h 1065059"/>
                <a:gd name="connsiteX674" fmla="*/ 184317 w 939072"/>
                <a:gd name="connsiteY674" fmla="*/ 725262 h 1065059"/>
                <a:gd name="connsiteX675" fmla="*/ 182971 w 939072"/>
                <a:gd name="connsiteY675" fmla="*/ 726605 h 1065059"/>
                <a:gd name="connsiteX676" fmla="*/ 185662 w 939072"/>
                <a:gd name="connsiteY676" fmla="*/ 733320 h 1065059"/>
                <a:gd name="connsiteX677" fmla="*/ 188353 w 939072"/>
                <a:gd name="connsiteY677" fmla="*/ 741379 h 1065059"/>
                <a:gd name="connsiteX678" fmla="*/ 187007 w 939072"/>
                <a:gd name="connsiteY678" fmla="*/ 745408 h 1065059"/>
                <a:gd name="connsiteX679" fmla="*/ 188353 w 939072"/>
                <a:gd name="connsiteY679" fmla="*/ 752123 h 1065059"/>
                <a:gd name="connsiteX680" fmla="*/ 192389 w 939072"/>
                <a:gd name="connsiteY680" fmla="*/ 753466 h 1065059"/>
                <a:gd name="connsiteX681" fmla="*/ 195080 w 939072"/>
                <a:gd name="connsiteY681" fmla="*/ 746751 h 1065059"/>
                <a:gd name="connsiteX682" fmla="*/ 193734 w 939072"/>
                <a:gd name="connsiteY682" fmla="*/ 741379 h 1065059"/>
                <a:gd name="connsiteX683" fmla="*/ 199116 w 939072"/>
                <a:gd name="connsiteY683" fmla="*/ 734663 h 1065059"/>
                <a:gd name="connsiteX684" fmla="*/ 199116 w 939072"/>
                <a:gd name="connsiteY684" fmla="*/ 729291 h 1065059"/>
                <a:gd name="connsiteX685" fmla="*/ 204497 w 939072"/>
                <a:gd name="connsiteY685" fmla="*/ 725262 h 1065059"/>
                <a:gd name="connsiteX686" fmla="*/ 207188 w 939072"/>
                <a:gd name="connsiteY686" fmla="*/ 725262 h 1065059"/>
                <a:gd name="connsiteX687" fmla="*/ 211224 w 939072"/>
                <a:gd name="connsiteY687" fmla="*/ 721232 h 1065059"/>
                <a:gd name="connsiteX688" fmla="*/ 219296 w 939072"/>
                <a:gd name="connsiteY688" fmla="*/ 721232 h 1065059"/>
                <a:gd name="connsiteX689" fmla="*/ 212570 w 939072"/>
                <a:gd name="connsiteY689" fmla="*/ 723918 h 1065059"/>
                <a:gd name="connsiteX690" fmla="*/ 205843 w 939072"/>
                <a:gd name="connsiteY690" fmla="*/ 731977 h 1065059"/>
                <a:gd name="connsiteX691" fmla="*/ 205843 w 939072"/>
                <a:gd name="connsiteY691" fmla="*/ 734663 h 1065059"/>
                <a:gd name="connsiteX692" fmla="*/ 211224 w 939072"/>
                <a:gd name="connsiteY692" fmla="*/ 741379 h 1065059"/>
                <a:gd name="connsiteX693" fmla="*/ 215260 w 939072"/>
                <a:gd name="connsiteY693" fmla="*/ 742722 h 1065059"/>
                <a:gd name="connsiteX694" fmla="*/ 221987 w 939072"/>
                <a:gd name="connsiteY694" fmla="*/ 738692 h 1065059"/>
                <a:gd name="connsiteX695" fmla="*/ 232750 w 939072"/>
                <a:gd name="connsiteY695" fmla="*/ 737349 h 1065059"/>
                <a:gd name="connsiteX696" fmla="*/ 238132 w 939072"/>
                <a:gd name="connsiteY696" fmla="*/ 733320 h 1065059"/>
                <a:gd name="connsiteX697" fmla="*/ 240822 w 939072"/>
                <a:gd name="connsiteY697" fmla="*/ 733320 h 1065059"/>
                <a:gd name="connsiteX698" fmla="*/ 250240 w 939072"/>
                <a:gd name="connsiteY698" fmla="*/ 729291 h 1065059"/>
                <a:gd name="connsiteX699" fmla="*/ 252931 w 939072"/>
                <a:gd name="connsiteY699" fmla="*/ 729291 h 1065059"/>
                <a:gd name="connsiteX700" fmla="*/ 250240 w 939072"/>
                <a:gd name="connsiteY700" fmla="*/ 730634 h 1065059"/>
                <a:gd name="connsiteX701" fmla="*/ 243513 w 939072"/>
                <a:gd name="connsiteY701" fmla="*/ 737349 h 1065059"/>
                <a:gd name="connsiteX702" fmla="*/ 243513 w 939072"/>
                <a:gd name="connsiteY702" fmla="*/ 740035 h 1065059"/>
                <a:gd name="connsiteX703" fmla="*/ 240822 w 939072"/>
                <a:gd name="connsiteY703" fmla="*/ 744065 h 1065059"/>
                <a:gd name="connsiteX704" fmla="*/ 226023 w 939072"/>
                <a:gd name="connsiteY704" fmla="*/ 750780 h 1065059"/>
                <a:gd name="connsiteX705" fmla="*/ 219296 w 939072"/>
                <a:gd name="connsiteY705" fmla="*/ 756152 h 1065059"/>
                <a:gd name="connsiteX706" fmla="*/ 215260 w 939072"/>
                <a:gd name="connsiteY706" fmla="*/ 764211 h 1065059"/>
                <a:gd name="connsiteX707" fmla="*/ 215260 w 939072"/>
                <a:gd name="connsiteY707" fmla="*/ 769583 h 1065059"/>
                <a:gd name="connsiteX708" fmla="*/ 216606 w 939072"/>
                <a:gd name="connsiteY708" fmla="*/ 773612 h 1065059"/>
                <a:gd name="connsiteX709" fmla="*/ 221987 w 939072"/>
                <a:gd name="connsiteY709" fmla="*/ 777642 h 1065059"/>
                <a:gd name="connsiteX710" fmla="*/ 212570 w 939072"/>
                <a:gd name="connsiteY710" fmla="*/ 776298 h 1065059"/>
                <a:gd name="connsiteX711" fmla="*/ 209879 w 939072"/>
                <a:gd name="connsiteY711" fmla="*/ 776298 h 1065059"/>
                <a:gd name="connsiteX712" fmla="*/ 204497 w 939072"/>
                <a:gd name="connsiteY712" fmla="*/ 783014 h 1065059"/>
                <a:gd name="connsiteX713" fmla="*/ 203152 w 939072"/>
                <a:gd name="connsiteY713" fmla="*/ 789729 h 1065059"/>
                <a:gd name="connsiteX714" fmla="*/ 196425 w 939072"/>
                <a:gd name="connsiteY714" fmla="*/ 796445 h 1065059"/>
                <a:gd name="connsiteX715" fmla="*/ 193734 w 939072"/>
                <a:gd name="connsiteY715" fmla="*/ 801817 h 1065059"/>
                <a:gd name="connsiteX716" fmla="*/ 195080 w 939072"/>
                <a:gd name="connsiteY716" fmla="*/ 804503 h 1065059"/>
                <a:gd name="connsiteX717" fmla="*/ 196425 w 939072"/>
                <a:gd name="connsiteY717" fmla="*/ 805846 h 1065059"/>
                <a:gd name="connsiteX718" fmla="*/ 196425 w 939072"/>
                <a:gd name="connsiteY718" fmla="*/ 809875 h 1065059"/>
                <a:gd name="connsiteX719" fmla="*/ 192389 w 939072"/>
                <a:gd name="connsiteY719" fmla="*/ 808532 h 1065059"/>
                <a:gd name="connsiteX720" fmla="*/ 191043 w 939072"/>
                <a:gd name="connsiteY720" fmla="*/ 805846 h 1065059"/>
                <a:gd name="connsiteX721" fmla="*/ 188353 w 939072"/>
                <a:gd name="connsiteY721" fmla="*/ 804503 h 1065059"/>
                <a:gd name="connsiteX722" fmla="*/ 184317 w 939072"/>
                <a:gd name="connsiteY722" fmla="*/ 809875 h 1065059"/>
                <a:gd name="connsiteX723" fmla="*/ 176244 w 939072"/>
                <a:gd name="connsiteY723" fmla="*/ 813905 h 1065059"/>
                <a:gd name="connsiteX724" fmla="*/ 178935 w 939072"/>
                <a:gd name="connsiteY724" fmla="*/ 816591 h 1065059"/>
                <a:gd name="connsiteX725" fmla="*/ 177590 w 939072"/>
                <a:gd name="connsiteY725" fmla="*/ 820620 h 1065059"/>
                <a:gd name="connsiteX726" fmla="*/ 173554 w 939072"/>
                <a:gd name="connsiteY726" fmla="*/ 820620 h 1065059"/>
                <a:gd name="connsiteX727" fmla="*/ 172208 w 939072"/>
                <a:gd name="connsiteY727" fmla="*/ 817934 h 1065059"/>
                <a:gd name="connsiteX728" fmla="*/ 169517 w 939072"/>
                <a:gd name="connsiteY728" fmla="*/ 819277 h 1065059"/>
                <a:gd name="connsiteX729" fmla="*/ 157409 w 939072"/>
                <a:gd name="connsiteY729" fmla="*/ 828679 h 1065059"/>
                <a:gd name="connsiteX730" fmla="*/ 154718 w 939072"/>
                <a:gd name="connsiteY730" fmla="*/ 834051 h 1065059"/>
                <a:gd name="connsiteX731" fmla="*/ 156064 w 939072"/>
                <a:gd name="connsiteY731" fmla="*/ 836737 h 1065059"/>
                <a:gd name="connsiteX732" fmla="*/ 153373 w 939072"/>
                <a:gd name="connsiteY732" fmla="*/ 839423 h 1065059"/>
                <a:gd name="connsiteX733" fmla="*/ 149337 w 939072"/>
                <a:gd name="connsiteY733" fmla="*/ 836737 h 1065059"/>
                <a:gd name="connsiteX734" fmla="*/ 149337 w 939072"/>
                <a:gd name="connsiteY734" fmla="*/ 832708 h 1065059"/>
                <a:gd name="connsiteX735" fmla="*/ 142610 w 939072"/>
                <a:gd name="connsiteY735" fmla="*/ 835394 h 1065059"/>
                <a:gd name="connsiteX736" fmla="*/ 135883 w 939072"/>
                <a:gd name="connsiteY736" fmla="*/ 839423 h 1065059"/>
                <a:gd name="connsiteX737" fmla="*/ 131847 w 939072"/>
                <a:gd name="connsiteY737" fmla="*/ 840766 h 1065059"/>
                <a:gd name="connsiteX738" fmla="*/ 130502 w 939072"/>
                <a:gd name="connsiteY738" fmla="*/ 844795 h 1065059"/>
                <a:gd name="connsiteX739" fmla="*/ 126465 w 939072"/>
                <a:gd name="connsiteY739" fmla="*/ 847482 h 1065059"/>
                <a:gd name="connsiteX740" fmla="*/ 119739 w 939072"/>
                <a:gd name="connsiteY740" fmla="*/ 847482 h 1065059"/>
                <a:gd name="connsiteX741" fmla="*/ 111666 w 939072"/>
                <a:gd name="connsiteY741" fmla="*/ 854197 h 1065059"/>
                <a:gd name="connsiteX742" fmla="*/ 100903 w 939072"/>
                <a:gd name="connsiteY742" fmla="*/ 858226 h 1065059"/>
                <a:gd name="connsiteX743" fmla="*/ 91486 w 939072"/>
                <a:gd name="connsiteY743" fmla="*/ 864942 h 1065059"/>
                <a:gd name="connsiteX744" fmla="*/ 88795 w 939072"/>
                <a:gd name="connsiteY744" fmla="*/ 871657 h 1065059"/>
                <a:gd name="connsiteX745" fmla="*/ 88795 w 939072"/>
                <a:gd name="connsiteY745" fmla="*/ 874343 h 1065059"/>
                <a:gd name="connsiteX746" fmla="*/ 90140 w 939072"/>
                <a:gd name="connsiteY746" fmla="*/ 878372 h 1065059"/>
                <a:gd name="connsiteX747" fmla="*/ 90140 w 939072"/>
                <a:gd name="connsiteY747" fmla="*/ 882402 h 1065059"/>
                <a:gd name="connsiteX748" fmla="*/ 88795 w 939072"/>
                <a:gd name="connsiteY748" fmla="*/ 883745 h 1065059"/>
                <a:gd name="connsiteX749" fmla="*/ 86104 w 939072"/>
                <a:gd name="connsiteY749" fmla="*/ 879715 h 1065059"/>
                <a:gd name="connsiteX750" fmla="*/ 83413 w 939072"/>
                <a:gd name="connsiteY750" fmla="*/ 879715 h 1065059"/>
                <a:gd name="connsiteX751" fmla="*/ 82068 w 939072"/>
                <a:gd name="connsiteY751" fmla="*/ 881059 h 1065059"/>
                <a:gd name="connsiteX752" fmla="*/ 83413 w 939072"/>
                <a:gd name="connsiteY752" fmla="*/ 885088 h 1065059"/>
                <a:gd name="connsiteX753" fmla="*/ 80723 w 939072"/>
                <a:gd name="connsiteY753" fmla="*/ 886431 h 1065059"/>
                <a:gd name="connsiteX754" fmla="*/ 76686 w 939072"/>
                <a:gd name="connsiteY754" fmla="*/ 882402 h 1065059"/>
                <a:gd name="connsiteX755" fmla="*/ 76686 w 939072"/>
                <a:gd name="connsiteY755" fmla="*/ 878372 h 1065059"/>
                <a:gd name="connsiteX756" fmla="*/ 79377 w 939072"/>
                <a:gd name="connsiteY756" fmla="*/ 875686 h 1065059"/>
                <a:gd name="connsiteX757" fmla="*/ 75341 w 939072"/>
                <a:gd name="connsiteY757" fmla="*/ 873000 h 1065059"/>
                <a:gd name="connsiteX758" fmla="*/ 71305 w 939072"/>
                <a:gd name="connsiteY758" fmla="*/ 874343 h 1065059"/>
                <a:gd name="connsiteX759" fmla="*/ 68614 w 939072"/>
                <a:gd name="connsiteY759" fmla="*/ 873000 h 1065059"/>
                <a:gd name="connsiteX760" fmla="*/ 63233 w 939072"/>
                <a:gd name="connsiteY760" fmla="*/ 874343 h 1065059"/>
                <a:gd name="connsiteX761" fmla="*/ 55160 w 939072"/>
                <a:gd name="connsiteY761" fmla="*/ 874343 h 1065059"/>
                <a:gd name="connsiteX762" fmla="*/ 51124 w 939072"/>
                <a:gd name="connsiteY762" fmla="*/ 877029 h 1065059"/>
                <a:gd name="connsiteX763" fmla="*/ 47088 w 939072"/>
                <a:gd name="connsiteY763" fmla="*/ 881059 h 1065059"/>
                <a:gd name="connsiteX764" fmla="*/ 40361 w 939072"/>
                <a:gd name="connsiteY764" fmla="*/ 883745 h 1065059"/>
                <a:gd name="connsiteX765" fmla="*/ 34980 w 939072"/>
                <a:gd name="connsiteY765" fmla="*/ 887774 h 1065059"/>
                <a:gd name="connsiteX766" fmla="*/ 28253 w 939072"/>
                <a:gd name="connsiteY766" fmla="*/ 894489 h 1065059"/>
                <a:gd name="connsiteX767" fmla="*/ 29598 w 939072"/>
                <a:gd name="connsiteY767" fmla="*/ 897175 h 1065059"/>
                <a:gd name="connsiteX768" fmla="*/ 28253 w 939072"/>
                <a:gd name="connsiteY768" fmla="*/ 898518 h 1065059"/>
                <a:gd name="connsiteX769" fmla="*/ 25562 w 939072"/>
                <a:gd name="connsiteY769" fmla="*/ 898518 h 1065059"/>
                <a:gd name="connsiteX770" fmla="*/ 18835 w 939072"/>
                <a:gd name="connsiteY770" fmla="*/ 901205 h 1065059"/>
                <a:gd name="connsiteX771" fmla="*/ 16145 w 939072"/>
                <a:gd name="connsiteY771" fmla="*/ 903891 h 1065059"/>
                <a:gd name="connsiteX772" fmla="*/ 14799 w 939072"/>
                <a:gd name="connsiteY772" fmla="*/ 906577 h 1065059"/>
                <a:gd name="connsiteX773" fmla="*/ 13454 w 939072"/>
                <a:gd name="connsiteY773" fmla="*/ 906577 h 1065059"/>
                <a:gd name="connsiteX774" fmla="*/ 8072 w 939072"/>
                <a:gd name="connsiteY774" fmla="*/ 905234 h 1065059"/>
                <a:gd name="connsiteX775" fmla="*/ 4036 w 939072"/>
                <a:gd name="connsiteY775" fmla="*/ 906577 h 1065059"/>
                <a:gd name="connsiteX776" fmla="*/ 1345 w 939072"/>
                <a:gd name="connsiteY776" fmla="*/ 910606 h 1065059"/>
                <a:gd name="connsiteX777" fmla="*/ 0 w 939072"/>
                <a:gd name="connsiteY777" fmla="*/ 915979 h 1065059"/>
                <a:gd name="connsiteX778" fmla="*/ 1345 w 939072"/>
                <a:gd name="connsiteY778" fmla="*/ 918665 h 1065059"/>
                <a:gd name="connsiteX779" fmla="*/ 5382 w 939072"/>
                <a:gd name="connsiteY779" fmla="*/ 917322 h 1065059"/>
                <a:gd name="connsiteX780" fmla="*/ 6727 w 939072"/>
                <a:gd name="connsiteY780" fmla="*/ 914635 h 1065059"/>
                <a:gd name="connsiteX781" fmla="*/ 6727 w 939072"/>
                <a:gd name="connsiteY781" fmla="*/ 910606 h 1065059"/>
                <a:gd name="connsiteX782" fmla="*/ 9418 w 939072"/>
                <a:gd name="connsiteY782" fmla="*/ 909263 h 1065059"/>
                <a:gd name="connsiteX783" fmla="*/ 10763 w 939072"/>
                <a:gd name="connsiteY783" fmla="*/ 910606 h 1065059"/>
                <a:gd name="connsiteX784" fmla="*/ 10763 w 939072"/>
                <a:gd name="connsiteY784" fmla="*/ 914635 h 1065059"/>
                <a:gd name="connsiteX785" fmla="*/ 10763 w 939072"/>
                <a:gd name="connsiteY785" fmla="*/ 915979 h 1065059"/>
                <a:gd name="connsiteX786" fmla="*/ 16145 w 939072"/>
                <a:gd name="connsiteY786" fmla="*/ 915979 h 1065059"/>
                <a:gd name="connsiteX787" fmla="*/ 20181 w 939072"/>
                <a:gd name="connsiteY787" fmla="*/ 907920 h 1065059"/>
                <a:gd name="connsiteX788" fmla="*/ 22871 w 939072"/>
                <a:gd name="connsiteY788" fmla="*/ 906577 h 1065059"/>
                <a:gd name="connsiteX789" fmla="*/ 24217 w 939072"/>
                <a:gd name="connsiteY789" fmla="*/ 910606 h 1065059"/>
                <a:gd name="connsiteX790" fmla="*/ 22871 w 939072"/>
                <a:gd name="connsiteY790" fmla="*/ 913292 h 1065059"/>
                <a:gd name="connsiteX791" fmla="*/ 24217 w 939072"/>
                <a:gd name="connsiteY791" fmla="*/ 914635 h 1065059"/>
                <a:gd name="connsiteX792" fmla="*/ 28253 w 939072"/>
                <a:gd name="connsiteY792" fmla="*/ 914635 h 1065059"/>
                <a:gd name="connsiteX793" fmla="*/ 30944 w 939072"/>
                <a:gd name="connsiteY793" fmla="*/ 910606 h 1065059"/>
                <a:gd name="connsiteX794" fmla="*/ 32289 w 939072"/>
                <a:gd name="connsiteY794" fmla="*/ 913292 h 1065059"/>
                <a:gd name="connsiteX795" fmla="*/ 33634 w 939072"/>
                <a:gd name="connsiteY795" fmla="*/ 913292 h 1065059"/>
                <a:gd name="connsiteX796" fmla="*/ 33634 w 939072"/>
                <a:gd name="connsiteY796" fmla="*/ 910606 h 1065059"/>
                <a:gd name="connsiteX797" fmla="*/ 37671 w 939072"/>
                <a:gd name="connsiteY797" fmla="*/ 907920 h 1065059"/>
                <a:gd name="connsiteX798" fmla="*/ 43052 w 939072"/>
                <a:gd name="connsiteY798" fmla="*/ 907920 h 1065059"/>
                <a:gd name="connsiteX799" fmla="*/ 47088 w 939072"/>
                <a:gd name="connsiteY799" fmla="*/ 905234 h 1065059"/>
                <a:gd name="connsiteX800" fmla="*/ 49779 w 939072"/>
                <a:gd name="connsiteY800" fmla="*/ 899862 h 1065059"/>
                <a:gd name="connsiteX801" fmla="*/ 49779 w 939072"/>
                <a:gd name="connsiteY801" fmla="*/ 895832 h 1065059"/>
                <a:gd name="connsiteX802" fmla="*/ 53815 w 939072"/>
                <a:gd name="connsiteY802" fmla="*/ 893146 h 1065059"/>
                <a:gd name="connsiteX803" fmla="*/ 57851 w 939072"/>
                <a:gd name="connsiteY803" fmla="*/ 887774 h 1065059"/>
                <a:gd name="connsiteX804" fmla="*/ 60542 w 939072"/>
                <a:gd name="connsiteY804" fmla="*/ 887774 h 1065059"/>
                <a:gd name="connsiteX805" fmla="*/ 65923 w 939072"/>
                <a:gd name="connsiteY805" fmla="*/ 891803 h 1065059"/>
                <a:gd name="connsiteX806" fmla="*/ 64578 w 939072"/>
                <a:gd name="connsiteY806" fmla="*/ 894489 h 1065059"/>
                <a:gd name="connsiteX807" fmla="*/ 60542 w 939072"/>
                <a:gd name="connsiteY807" fmla="*/ 894489 h 1065059"/>
                <a:gd name="connsiteX808" fmla="*/ 57851 w 939072"/>
                <a:gd name="connsiteY808" fmla="*/ 899862 h 1065059"/>
                <a:gd name="connsiteX809" fmla="*/ 57851 w 939072"/>
                <a:gd name="connsiteY809" fmla="*/ 903891 h 1065059"/>
                <a:gd name="connsiteX810" fmla="*/ 59197 w 939072"/>
                <a:gd name="connsiteY810" fmla="*/ 905234 h 1065059"/>
                <a:gd name="connsiteX811" fmla="*/ 67269 w 939072"/>
                <a:gd name="connsiteY811" fmla="*/ 899862 h 1065059"/>
                <a:gd name="connsiteX812" fmla="*/ 67269 w 939072"/>
                <a:gd name="connsiteY812" fmla="*/ 895832 h 1065059"/>
                <a:gd name="connsiteX813" fmla="*/ 71305 w 939072"/>
                <a:gd name="connsiteY813" fmla="*/ 894489 h 1065059"/>
                <a:gd name="connsiteX814" fmla="*/ 72650 w 939072"/>
                <a:gd name="connsiteY814" fmla="*/ 897175 h 1065059"/>
                <a:gd name="connsiteX815" fmla="*/ 72650 w 939072"/>
                <a:gd name="connsiteY815" fmla="*/ 894489 h 1065059"/>
                <a:gd name="connsiteX816" fmla="*/ 75341 w 939072"/>
                <a:gd name="connsiteY816" fmla="*/ 894489 h 1065059"/>
                <a:gd name="connsiteX817" fmla="*/ 76686 w 939072"/>
                <a:gd name="connsiteY817" fmla="*/ 897175 h 1065059"/>
                <a:gd name="connsiteX818" fmla="*/ 75341 w 939072"/>
                <a:gd name="connsiteY818" fmla="*/ 901205 h 1065059"/>
                <a:gd name="connsiteX819" fmla="*/ 76686 w 939072"/>
                <a:gd name="connsiteY819" fmla="*/ 901205 h 1065059"/>
                <a:gd name="connsiteX820" fmla="*/ 80723 w 939072"/>
                <a:gd name="connsiteY820" fmla="*/ 895832 h 1065059"/>
                <a:gd name="connsiteX821" fmla="*/ 84759 w 939072"/>
                <a:gd name="connsiteY821" fmla="*/ 897175 h 1065059"/>
                <a:gd name="connsiteX822" fmla="*/ 88795 w 939072"/>
                <a:gd name="connsiteY822" fmla="*/ 893146 h 1065059"/>
                <a:gd name="connsiteX823" fmla="*/ 92831 w 939072"/>
                <a:gd name="connsiteY823" fmla="*/ 893146 h 1065059"/>
                <a:gd name="connsiteX824" fmla="*/ 98212 w 939072"/>
                <a:gd name="connsiteY824" fmla="*/ 886431 h 1065059"/>
                <a:gd name="connsiteX825" fmla="*/ 102249 w 939072"/>
                <a:gd name="connsiteY825" fmla="*/ 883745 h 1065059"/>
                <a:gd name="connsiteX826" fmla="*/ 106285 w 939072"/>
                <a:gd name="connsiteY826" fmla="*/ 885088 h 1065059"/>
                <a:gd name="connsiteX827" fmla="*/ 106285 w 939072"/>
                <a:gd name="connsiteY827" fmla="*/ 887774 h 1065059"/>
                <a:gd name="connsiteX828" fmla="*/ 102249 w 939072"/>
                <a:gd name="connsiteY828" fmla="*/ 893146 h 1065059"/>
                <a:gd name="connsiteX829" fmla="*/ 99558 w 939072"/>
                <a:gd name="connsiteY829" fmla="*/ 898518 h 1065059"/>
                <a:gd name="connsiteX830" fmla="*/ 99558 w 939072"/>
                <a:gd name="connsiteY830" fmla="*/ 901205 h 1065059"/>
                <a:gd name="connsiteX831" fmla="*/ 102249 w 939072"/>
                <a:gd name="connsiteY831" fmla="*/ 901205 h 1065059"/>
                <a:gd name="connsiteX832" fmla="*/ 108975 w 939072"/>
                <a:gd name="connsiteY832" fmla="*/ 893146 h 1065059"/>
                <a:gd name="connsiteX833" fmla="*/ 108975 w 939072"/>
                <a:gd name="connsiteY833" fmla="*/ 885088 h 1065059"/>
                <a:gd name="connsiteX834" fmla="*/ 110321 w 939072"/>
                <a:gd name="connsiteY834" fmla="*/ 883745 h 1065059"/>
                <a:gd name="connsiteX835" fmla="*/ 113012 w 939072"/>
                <a:gd name="connsiteY835" fmla="*/ 886431 h 1065059"/>
                <a:gd name="connsiteX836" fmla="*/ 115702 w 939072"/>
                <a:gd name="connsiteY836" fmla="*/ 885088 h 1065059"/>
                <a:gd name="connsiteX837" fmla="*/ 119739 w 939072"/>
                <a:gd name="connsiteY837" fmla="*/ 886431 h 1065059"/>
                <a:gd name="connsiteX838" fmla="*/ 125120 w 939072"/>
                <a:gd name="connsiteY838" fmla="*/ 886431 h 1065059"/>
                <a:gd name="connsiteX839" fmla="*/ 129156 w 939072"/>
                <a:gd name="connsiteY839" fmla="*/ 879715 h 1065059"/>
                <a:gd name="connsiteX840" fmla="*/ 131847 w 939072"/>
                <a:gd name="connsiteY840" fmla="*/ 879715 h 1065059"/>
                <a:gd name="connsiteX841" fmla="*/ 131847 w 939072"/>
                <a:gd name="connsiteY841" fmla="*/ 881059 h 1065059"/>
                <a:gd name="connsiteX842" fmla="*/ 134538 w 939072"/>
                <a:gd name="connsiteY842" fmla="*/ 875686 h 1065059"/>
                <a:gd name="connsiteX843" fmla="*/ 138574 w 939072"/>
                <a:gd name="connsiteY843" fmla="*/ 873000 h 1065059"/>
                <a:gd name="connsiteX844" fmla="*/ 138574 w 939072"/>
                <a:gd name="connsiteY844" fmla="*/ 874343 h 1065059"/>
                <a:gd name="connsiteX845" fmla="*/ 138574 w 939072"/>
                <a:gd name="connsiteY845" fmla="*/ 878372 h 1065059"/>
                <a:gd name="connsiteX846" fmla="*/ 138574 w 939072"/>
                <a:gd name="connsiteY846" fmla="*/ 882402 h 1065059"/>
                <a:gd name="connsiteX847" fmla="*/ 141265 w 939072"/>
                <a:gd name="connsiteY847" fmla="*/ 881059 h 1065059"/>
                <a:gd name="connsiteX848" fmla="*/ 145301 w 939072"/>
                <a:gd name="connsiteY848" fmla="*/ 877029 h 1065059"/>
                <a:gd name="connsiteX849" fmla="*/ 142610 w 939072"/>
                <a:gd name="connsiteY849" fmla="*/ 875686 h 1065059"/>
                <a:gd name="connsiteX850" fmla="*/ 146646 w 939072"/>
                <a:gd name="connsiteY850" fmla="*/ 873000 h 1065059"/>
                <a:gd name="connsiteX851" fmla="*/ 146646 w 939072"/>
                <a:gd name="connsiteY851" fmla="*/ 870314 h 1065059"/>
                <a:gd name="connsiteX852" fmla="*/ 138574 w 939072"/>
                <a:gd name="connsiteY852" fmla="*/ 870314 h 1065059"/>
                <a:gd name="connsiteX853" fmla="*/ 137228 w 939072"/>
                <a:gd name="connsiteY853" fmla="*/ 868971 h 1065059"/>
                <a:gd name="connsiteX854" fmla="*/ 143955 w 939072"/>
                <a:gd name="connsiteY854" fmla="*/ 867628 h 1065059"/>
                <a:gd name="connsiteX855" fmla="*/ 152028 w 939072"/>
                <a:gd name="connsiteY855" fmla="*/ 862255 h 1065059"/>
                <a:gd name="connsiteX856" fmla="*/ 161445 w 939072"/>
                <a:gd name="connsiteY856" fmla="*/ 862255 h 1065059"/>
                <a:gd name="connsiteX857" fmla="*/ 164136 w 939072"/>
                <a:gd name="connsiteY857" fmla="*/ 859569 h 1065059"/>
                <a:gd name="connsiteX858" fmla="*/ 164136 w 939072"/>
                <a:gd name="connsiteY858" fmla="*/ 856883 h 1065059"/>
                <a:gd name="connsiteX859" fmla="*/ 161445 w 939072"/>
                <a:gd name="connsiteY859" fmla="*/ 856883 h 1065059"/>
                <a:gd name="connsiteX860" fmla="*/ 164136 w 939072"/>
                <a:gd name="connsiteY860" fmla="*/ 854197 h 1065059"/>
                <a:gd name="connsiteX861" fmla="*/ 168172 w 939072"/>
                <a:gd name="connsiteY861" fmla="*/ 854197 h 1065059"/>
                <a:gd name="connsiteX862" fmla="*/ 170863 w 939072"/>
                <a:gd name="connsiteY862" fmla="*/ 851511 h 1065059"/>
                <a:gd name="connsiteX863" fmla="*/ 173554 w 939072"/>
                <a:gd name="connsiteY863" fmla="*/ 851511 h 1065059"/>
                <a:gd name="connsiteX864" fmla="*/ 174899 w 939072"/>
                <a:gd name="connsiteY864" fmla="*/ 856883 h 1065059"/>
                <a:gd name="connsiteX865" fmla="*/ 177590 w 939072"/>
                <a:gd name="connsiteY865" fmla="*/ 856883 h 1065059"/>
                <a:gd name="connsiteX866" fmla="*/ 178935 w 939072"/>
                <a:gd name="connsiteY866" fmla="*/ 852854 h 1065059"/>
                <a:gd name="connsiteX867" fmla="*/ 178935 w 939072"/>
                <a:gd name="connsiteY867" fmla="*/ 851511 h 1065059"/>
                <a:gd name="connsiteX868" fmla="*/ 181626 w 939072"/>
                <a:gd name="connsiteY868" fmla="*/ 848825 h 1065059"/>
                <a:gd name="connsiteX869" fmla="*/ 182971 w 939072"/>
                <a:gd name="connsiteY869" fmla="*/ 843452 h 1065059"/>
                <a:gd name="connsiteX870" fmla="*/ 184317 w 939072"/>
                <a:gd name="connsiteY870" fmla="*/ 842109 h 1065059"/>
                <a:gd name="connsiteX871" fmla="*/ 187007 w 939072"/>
                <a:gd name="connsiteY871" fmla="*/ 844795 h 1065059"/>
                <a:gd name="connsiteX872" fmla="*/ 187007 w 939072"/>
                <a:gd name="connsiteY872" fmla="*/ 847482 h 1065059"/>
                <a:gd name="connsiteX873" fmla="*/ 188353 w 939072"/>
                <a:gd name="connsiteY873" fmla="*/ 848825 h 1065059"/>
                <a:gd name="connsiteX874" fmla="*/ 195080 w 939072"/>
                <a:gd name="connsiteY874" fmla="*/ 844795 h 1065059"/>
                <a:gd name="connsiteX875" fmla="*/ 197770 w 939072"/>
                <a:gd name="connsiteY875" fmla="*/ 842109 h 1065059"/>
                <a:gd name="connsiteX876" fmla="*/ 201806 w 939072"/>
                <a:gd name="connsiteY876" fmla="*/ 842109 h 1065059"/>
                <a:gd name="connsiteX877" fmla="*/ 204497 w 939072"/>
                <a:gd name="connsiteY877" fmla="*/ 838080 h 1065059"/>
                <a:gd name="connsiteX878" fmla="*/ 205843 w 939072"/>
                <a:gd name="connsiteY878" fmla="*/ 836737 h 1065059"/>
                <a:gd name="connsiteX879" fmla="*/ 208533 w 939072"/>
                <a:gd name="connsiteY879" fmla="*/ 839423 h 1065059"/>
                <a:gd name="connsiteX880" fmla="*/ 212570 w 939072"/>
                <a:gd name="connsiteY880" fmla="*/ 838080 h 1065059"/>
                <a:gd name="connsiteX881" fmla="*/ 217951 w 939072"/>
                <a:gd name="connsiteY881" fmla="*/ 831365 h 1065059"/>
                <a:gd name="connsiteX882" fmla="*/ 217951 w 939072"/>
                <a:gd name="connsiteY882" fmla="*/ 827335 h 1065059"/>
                <a:gd name="connsiteX883" fmla="*/ 216606 w 939072"/>
                <a:gd name="connsiteY883" fmla="*/ 827335 h 1065059"/>
                <a:gd name="connsiteX884" fmla="*/ 212570 w 939072"/>
                <a:gd name="connsiteY884" fmla="*/ 827335 h 1065059"/>
                <a:gd name="connsiteX885" fmla="*/ 212570 w 939072"/>
                <a:gd name="connsiteY885" fmla="*/ 825992 h 1065059"/>
                <a:gd name="connsiteX886" fmla="*/ 219296 w 939072"/>
                <a:gd name="connsiteY886" fmla="*/ 821963 h 1065059"/>
                <a:gd name="connsiteX887" fmla="*/ 224678 w 939072"/>
                <a:gd name="connsiteY887" fmla="*/ 819277 h 1065059"/>
                <a:gd name="connsiteX888" fmla="*/ 227369 w 939072"/>
                <a:gd name="connsiteY888" fmla="*/ 815248 h 1065059"/>
                <a:gd name="connsiteX889" fmla="*/ 230059 w 939072"/>
                <a:gd name="connsiteY889" fmla="*/ 815248 h 1065059"/>
                <a:gd name="connsiteX890" fmla="*/ 231405 w 939072"/>
                <a:gd name="connsiteY890" fmla="*/ 817934 h 1065059"/>
                <a:gd name="connsiteX891" fmla="*/ 236786 w 939072"/>
                <a:gd name="connsiteY891" fmla="*/ 812562 h 1065059"/>
                <a:gd name="connsiteX892" fmla="*/ 242168 w 939072"/>
                <a:gd name="connsiteY892" fmla="*/ 809875 h 1065059"/>
                <a:gd name="connsiteX893" fmla="*/ 243513 w 939072"/>
                <a:gd name="connsiteY893" fmla="*/ 805846 h 1065059"/>
                <a:gd name="connsiteX894" fmla="*/ 246204 w 939072"/>
                <a:gd name="connsiteY894" fmla="*/ 804503 h 1065059"/>
                <a:gd name="connsiteX895" fmla="*/ 247549 w 939072"/>
                <a:gd name="connsiteY895" fmla="*/ 803160 h 1065059"/>
                <a:gd name="connsiteX896" fmla="*/ 251585 w 939072"/>
                <a:gd name="connsiteY896" fmla="*/ 801817 h 1065059"/>
                <a:gd name="connsiteX897" fmla="*/ 252931 w 939072"/>
                <a:gd name="connsiteY897" fmla="*/ 804503 h 1065059"/>
                <a:gd name="connsiteX898" fmla="*/ 255622 w 939072"/>
                <a:gd name="connsiteY898" fmla="*/ 805846 h 1065059"/>
                <a:gd name="connsiteX899" fmla="*/ 256967 w 939072"/>
                <a:gd name="connsiteY899" fmla="*/ 803160 h 1065059"/>
                <a:gd name="connsiteX900" fmla="*/ 261003 w 939072"/>
                <a:gd name="connsiteY900" fmla="*/ 803160 h 1065059"/>
                <a:gd name="connsiteX901" fmla="*/ 262348 w 939072"/>
                <a:gd name="connsiteY901" fmla="*/ 800474 h 1065059"/>
                <a:gd name="connsiteX902" fmla="*/ 262348 w 939072"/>
                <a:gd name="connsiteY902" fmla="*/ 797788 h 1065059"/>
                <a:gd name="connsiteX903" fmla="*/ 266385 w 939072"/>
                <a:gd name="connsiteY903" fmla="*/ 796445 h 1065059"/>
                <a:gd name="connsiteX904" fmla="*/ 269075 w 939072"/>
                <a:gd name="connsiteY904" fmla="*/ 795102 h 1065059"/>
                <a:gd name="connsiteX905" fmla="*/ 270421 w 939072"/>
                <a:gd name="connsiteY905" fmla="*/ 796445 h 1065059"/>
                <a:gd name="connsiteX906" fmla="*/ 277148 w 939072"/>
                <a:gd name="connsiteY906" fmla="*/ 796445 h 1065059"/>
                <a:gd name="connsiteX907" fmla="*/ 278493 w 939072"/>
                <a:gd name="connsiteY907" fmla="*/ 792415 h 1065059"/>
                <a:gd name="connsiteX908" fmla="*/ 281184 w 939072"/>
                <a:gd name="connsiteY908" fmla="*/ 792415 h 1065059"/>
                <a:gd name="connsiteX909" fmla="*/ 281184 w 939072"/>
                <a:gd name="connsiteY909" fmla="*/ 795102 h 1065059"/>
                <a:gd name="connsiteX910" fmla="*/ 283874 w 939072"/>
                <a:gd name="connsiteY910" fmla="*/ 793759 h 1065059"/>
                <a:gd name="connsiteX911" fmla="*/ 286565 w 939072"/>
                <a:gd name="connsiteY911" fmla="*/ 792415 h 1065059"/>
                <a:gd name="connsiteX912" fmla="*/ 287911 w 939072"/>
                <a:gd name="connsiteY912" fmla="*/ 793759 h 1065059"/>
                <a:gd name="connsiteX913" fmla="*/ 290601 w 939072"/>
                <a:gd name="connsiteY913" fmla="*/ 792415 h 1065059"/>
                <a:gd name="connsiteX914" fmla="*/ 291947 w 939072"/>
                <a:gd name="connsiteY914" fmla="*/ 785700 h 1065059"/>
                <a:gd name="connsiteX915" fmla="*/ 290601 w 939072"/>
                <a:gd name="connsiteY915" fmla="*/ 785700 h 1065059"/>
                <a:gd name="connsiteX916" fmla="*/ 287911 w 939072"/>
                <a:gd name="connsiteY916" fmla="*/ 787043 h 1065059"/>
                <a:gd name="connsiteX917" fmla="*/ 289256 w 939072"/>
                <a:gd name="connsiteY917" fmla="*/ 783014 h 1065059"/>
                <a:gd name="connsiteX918" fmla="*/ 294638 w 939072"/>
                <a:gd name="connsiteY918" fmla="*/ 778985 h 1065059"/>
                <a:gd name="connsiteX919" fmla="*/ 297328 w 939072"/>
                <a:gd name="connsiteY919" fmla="*/ 778985 h 1065059"/>
                <a:gd name="connsiteX920" fmla="*/ 298674 w 939072"/>
                <a:gd name="connsiteY920" fmla="*/ 780328 h 1065059"/>
                <a:gd name="connsiteX921" fmla="*/ 300019 w 939072"/>
                <a:gd name="connsiteY921" fmla="*/ 778985 h 1065059"/>
                <a:gd name="connsiteX922" fmla="*/ 298674 w 939072"/>
                <a:gd name="connsiteY922" fmla="*/ 776298 h 1065059"/>
                <a:gd name="connsiteX923" fmla="*/ 294638 w 939072"/>
                <a:gd name="connsiteY923" fmla="*/ 773612 h 1065059"/>
                <a:gd name="connsiteX924" fmla="*/ 297328 w 939072"/>
                <a:gd name="connsiteY924" fmla="*/ 773612 h 1065059"/>
                <a:gd name="connsiteX925" fmla="*/ 302710 w 939072"/>
                <a:gd name="connsiteY925" fmla="*/ 774955 h 1065059"/>
                <a:gd name="connsiteX926" fmla="*/ 308091 w 939072"/>
                <a:gd name="connsiteY926" fmla="*/ 769583 h 1065059"/>
                <a:gd name="connsiteX927" fmla="*/ 313473 w 939072"/>
                <a:gd name="connsiteY927" fmla="*/ 769583 h 1065059"/>
                <a:gd name="connsiteX928" fmla="*/ 318854 w 939072"/>
                <a:gd name="connsiteY928" fmla="*/ 765554 h 1065059"/>
                <a:gd name="connsiteX929" fmla="*/ 322890 w 939072"/>
                <a:gd name="connsiteY929" fmla="*/ 764211 h 1065059"/>
                <a:gd name="connsiteX930" fmla="*/ 329617 w 939072"/>
                <a:gd name="connsiteY930" fmla="*/ 758838 h 1065059"/>
                <a:gd name="connsiteX931" fmla="*/ 329617 w 939072"/>
                <a:gd name="connsiteY931" fmla="*/ 750780 h 1065059"/>
                <a:gd name="connsiteX932" fmla="*/ 326927 w 939072"/>
                <a:gd name="connsiteY932" fmla="*/ 749437 h 1065059"/>
                <a:gd name="connsiteX933" fmla="*/ 325581 w 939072"/>
                <a:gd name="connsiteY933" fmla="*/ 749437 h 1065059"/>
                <a:gd name="connsiteX934" fmla="*/ 324236 w 939072"/>
                <a:gd name="connsiteY934" fmla="*/ 742722 h 1065059"/>
                <a:gd name="connsiteX935" fmla="*/ 321545 w 939072"/>
                <a:gd name="connsiteY935" fmla="*/ 741379 h 1065059"/>
                <a:gd name="connsiteX936" fmla="*/ 313473 w 939072"/>
                <a:gd name="connsiteY936" fmla="*/ 741379 h 1065059"/>
                <a:gd name="connsiteX937" fmla="*/ 314818 w 939072"/>
                <a:gd name="connsiteY937" fmla="*/ 737349 h 1065059"/>
                <a:gd name="connsiteX938" fmla="*/ 314818 w 939072"/>
                <a:gd name="connsiteY938" fmla="*/ 731977 h 1065059"/>
                <a:gd name="connsiteX939" fmla="*/ 321545 w 939072"/>
                <a:gd name="connsiteY939" fmla="*/ 729291 h 1065059"/>
                <a:gd name="connsiteX940" fmla="*/ 322890 w 939072"/>
                <a:gd name="connsiteY940" fmla="*/ 726605 h 1065059"/>
                <a:gd name="connsiteX941" fmla="*/ 326927 w 939072"/>
                <a:gd name="connsiteY941" fmla="*/ 725262 h 1065059"/>
                <a:gd name="connsiteX942" fmla="*/ 328272 w 939072"/>
                <a:gd name="connsiteY942" fmla="*/ 722575 h 1065059"/>
                <a:gd name="connsiteX943" fmla="*/ 326927 w 939072"/>
                <a:gd name="connsiteY943" fmla="*/ 722575 h 1065059"/>
                <a:gd name="connsiteX944" fmla="*/ 329617 w 939072"/>
                <a:gd name="connsiteY944" fmla="*/ 719889 h 1065059"/>
                <a:gd name="connsiteX945" fmla="*/ 334999 w 939072"/>
                <a:gd name="connsiteY945" fmla="*/ 721232 h 1065059"/>
                <a:gd name="connsiteX946" fmla="*/ 341726 w 939072"/>
                <a:gd name="connsiteY946" fmla="*/ 717203 h 1065059"/>
                <a:gd name="connsiteX947" fmla="*/ 345762 w 939072"/>
                <a:gd name="connsiteY947" fmla="*/ 721232 h 1065059"/>
                <a:gd name="connsiteX948" fmla="*/ 352489 w 939072"/>
                <a:gd name="connsiteY948" fmla="*/ 717203 h 1065059"/>
                <a:gd name="connsiteX949" fmla="*/ 351143 w 939072"/>
                <a:gd name="connsiteY949" fmla="*/ 721232 h 1065059"/>
                <a:gd name="connsiteX950" fmla="*/ 352489 w 939072"/>
                <a:gd name="connsiteY950" fmla="*/ 723918 h 1065059"/>
                <a:gd name="connsiteX951" fmla="*/ 355179 w 939072"/>
                <a:gd name="connsiteY951" fmla="*/ 723918 h 1065059"/>
                <a:gd name="connsiteX952" fmla="*/ 361906 w 939072"/>
                <a:gd name="connsiteY952" fmla="*/ 717203 h 1065059"/>
                <a:gd name="connsiteX953" fmla="*/ 359216 w 939072"/>
                <a:gd name="connsiteY953" fmla="*/ 714517 h 1065059"/>
                <a:gd name="connsiteX954" fmla="*/ 357870 w 939072"/>
                <a:gd name="connsiteY954" fmla="*/ 714517 h 1065059"/>
                <a:gd name="connsiteX955" fmla="*/ 356525 w 939072"/>
                <a:gd name="connsiteY955" fmla="*/ 711831 h 1065059"/>
                <a:gd name="connsiteX956" fmla="*/ 359216 w 939072"/>
                <a:gd name="connsiteY956" fmla="*/ 710488 h 1065059"/>
                <a:gd name="connsiteX957" fmla="*/ 364597 w 939072"/>
                <a:gd name="connsiteY957" fmla="*/ 711831 h 1065059"/>
                <a:gd name="connsiteX958" fmla="*/ 372669 w 939072"/>
                <a:gd name="connsiteY958" fmla="*/ 709145 h 1065059"/>
                <a:gd name="connsiteX959" fmla="*/ 374015 w 939072"/>
                <a:gd name="connsiteY959" fmla="*/ 702429 h 1065059"/>
                <a:gd name="connsiteX960" fmla="*/ 372669 w 939072"/>
                <a:gd name="connsiteY960" fmla="*/ 697057 h 1065059"/>
                <a:gd name="connsiteX961" fmla="*/ 364597 w 939072"/>
                <a:gd name="connsiteY961" fmla="*/ 691685 h 1065059"/>
                <a:gd name="connsiteX962" fmla="*/ 361906 w 939072"/>
                <a:gd name="connsiteY962" fmla="*/ 691685 h 1065059"/>
                <a:gd name="connsiteX963" fmla="*/ 359216 w 939072"/>
                <a:gd name="connsiteY963" fmla="*/ 694371 h 1065059"/>
                <a:gd name="connsiteX964" fmla="*/ 359216 w 939072"/>
                <a:gd name="connsiteY964" fmla="*/ 693028 h 1065059"/>
                <a:gd name="connsiteX965" fmla="*/ 363252 w 939072"/>
                <a:gd name="connsiteY965" fmla="*/ 690342 h 1065059"/>
                <a:gd name="connsiteX966" fmla="*/ 369979 w 939072"/>
                <a:gd name="connsiteY966" fmla="*/ 690342 h 1065059"/>
                <a:gd name="connsiteX967" fmla="*/ 372669 w 939072"/>
                <a:gd name="connsiteY967" fmla="*/ 693028 h 1065059"/>
                <a:gd name="connsiteX968" fmla="*/ 380742 w 939072"/>
                <a:gd name="connsiteY968" fmla="*/ 693028 h 1065059"/>
                <a:gd name="connsiteX969" fmla="*/ 384778 w 939072"/>
                <a:gd name="connsiteY969" fmla="*/ 687655 h 1065059"/>
                <a:gd name="connsiteX970" fmla="*/ 384778 w 939072"/>
                <a:gd name="connsiteY970" fmla="*/ 684969 h 1065059"/>
                <a:gd name="connsiteX971" fmla="*/ 396886 w 939072"/>
                <a:gd name="connsiteY971" fmla="*/ 679597 h 1065059"/>
                <a:gd name="connsiteX972" fmla="*/ 403613 w 939072"/>
                <a:gd name="connsiteY972" fmla="*/ 674225 h 1065059"/>
                <a:gd name="connsiteX973" fmla="*/ 408995 w 939072"/>
                <a:gd name="connsiteY973" fmla="*/ 672882 h 1065059"/>
                <a:gd name="connsiteX974" fmla="*/ 410340 w 939072"/>
                <a:gd name="connsiteY974" fmla="*/ 670195 h 1065059"/>
                <a:gd name="connsiteX975" fmla="*/ 410340 w 939072"/>
                <a:gd name="connsiteY975" fmla="*/ 667509 h 1065059"/>
                <a:gd name="connsiteX976" fmla="*/ 422448 w 939072"/>
                <a:gd name="connsiteY976" fmla="*/ 659451 h 1065059"/>
                <a:gd name="connsiteX977" fmla="*/ 430521 w 939072"/>
                <a:gd name="connsiteY977" fmla="*/ 658108 h 1065059"/>
                <a:gd name="connsiteX978" fmla="*/ 441284 w 939072"/>
                <a:gd name="connsiteY978" fmla="*/ 648706 h 1065059"/>
                <a:gd name="connsiteX979" fmla="*/ 449356 w 939072"/>
                <a:gd name="connsiteY979" fmla="*/ 648706 h 1065059"/>
                <a:gd name="connsiteX980" fmla="*/ 458773 w 939072"/>
                <a:gd name="connsiteY980" fmla="*/ 637962 h 1065059"/>
                <a:gd name="connsiteX981" fmla="*/ 454737 w 939072"/>
                <a:gd name="connsiteY981" fmla="*/ 644677 h 1065059"/>
                <a:gd name="connsiteX982" fmla="*/ 456083 w 939072"/>
                <a:gd name="connsiteY982" fmla="*/ 650049 h 1065059"/>
                <a:gd name="connsiteX983" fmla="*/ 458773 w 939072"/>
                <a:gd name="connsiteY983" fmla="*/ 651392 h 1065059"/>
                <a:gd name="connsiteX984" fmla="*/ 462810 w 939072"/>
                <a:gd name="connsiteY984" fmla="*/ 652735 h 1065059"/>
                <a:gd name="connsiteX985" fmla="*/ 464155 w 939072"/>
                <a:gd name="connsiteY985" fmla="*/ 654079 h 1065059"/>
                <a:gd name="connsiteX986" fmla="*/ 470882 w 939072"/>
                <a:gd name="connsiteY986" fmla="*/ 647363 h 1065059"/>
                <a:gd name="connsiteX987" fmla="*/ 474918 w 939072"/>
                <a:gd name="connsiteY987" fmla="*/ 644677 h 1065059"/>
                <a:gd name="connsiteX988" fmla="*/ 485681 w 939072"/>
                <a:gd name="connsiteY988" fmla="*/ 641991 h 1065059"/>
                <a:gd name="connsiteX989" fmla="*/ 489717 w 939072"/>
                <a:gd name="connsiteY989" fmla="*/ 637962 h 1065059"/>
                <a:gd name="connsiteX990" fmla="*/ 487026 w 939072"/>
                <a:gd name="connsiteY990" fmla="*/ 643334 h 1065059"/>
                <a:gd name="connsiteX991" fmla="*/ 478954 w 939072"/>
                <a:gd name="connsiteY991" fmla="*/ 648706 h 1065059"/>
                <a:gd name="connsiteX992" fmla="*/ 473573 w 939072"/>
                <a:gd name="connsiteY992" fmla="*/ 648706 h 1065059"/>
                <a:gd name="connsiteX993" fmla="*/ 461464 w 939072"/>
                <a:gd name="connsiteY993" fmla="*/ 660794 h 1065059"/>
                <a:gd name="connsiteX994" fmla="*/ 461464 w 939072"/>
                <a:gd name="connsiteY994" fmla="*/ 664823 h 1065059"/>
                <a:gd name="connsiteX995" fmla="*/ 466846 w 939072"/>
                <a:gd name="connsiteY995" fmla="*/ 672882 h 1065059"/>
                <a:gd name="connsiteX996" fmla="*/ 468191 w 939072"/>
                <a:gd name="connsiteY996" fmla="*/ 679597 h 1065059"/>
                <a:gd name="connsiteX997" fmla="*/ 462810 w 939072"/>
                <a:gd name="connsiteY997" fmla="*/ 674225 h 1065059"/>
                <a:gd name="connsiteX998" fmla="*/ 458773 w 939072"/>
                <a:gd name="connsiteY998" fmla="*/ 674225 h 1065059"/>
                <a:gd name="connsiteX999" fmla="*/ 456083 w 939072"/>
                <a:gd name="connsiteY999" fmla="*/ 675568 h 1065059"/>
                <a:gd name="connsiteX1000" fmla="*/ 452047 w 939072"/>
                <a:gd name="connsiteY1000" fmla="*/ 675568 h 1065059"/>
                <a:gd name="connsiteX1001" fmla="*/ 446665 w 939072"/>
                <a:gd name="connsiteY1001" fmla="*/ 671538 h 1065059"/>
                <a:gd name="connsiteX1002" fmla="*/ 445320 w 939072"/>
                <a:gd name="connsiteY1002" fmla="*/ 666166 h 1065059"/>
                <a:gd name="connsiteX1003" fmla="*/ 437247 w 939072"/>
                <a:gd name="connsiteY1003" fmla="*/ 668852 h 1065059"/>
                <a:gd name="connsiteX1004" fmla="*/ 433211 w 939072"/>
                <a:gd name="connsiteY1004" fmla="*/ 670195 h 1065059"/>
                <a:gd name="connsiteX1005" fmla="*/ 426484 w 939072"/>
                <a:gd name="connsiteY1005" fmla="*/ 674225 h 1065059"/>
                <a:gd name="connsiteX1006" fmla="*/ 418412 w 939072"/>
                <a:gd name="connsiteY1006" fmla="*/ 674225 h 1065059"/>
                <a:gd name="connsiteX1007" fmla="*/ 413031 w 939072"/>
                <a:gd name="connsiteY1007" fmla="*/ 679597 h 1065059"/>
                <a:gd name="connsiteX1008" fmla="*/ 413031 w 939072"/>
                <a:gd name="connsiteY1008" fmla="*/ 684969 h 1065059"/>
                <a:gd name="connsiteX1009" fmla="*/ 414376 w 939072"/>
                <a:gd name="connsiteY1009" fmla="*/ 687655 h 1065059"/>
                <a:gd name="connsiteX1010" fmla="*/ 410340 w 939072"/>
                <a:gd name="connsiteY1010" fmla="*/ 695714 h 1065059"/>
                <a:gd name="connsiteX1011" fmla="*/ 403613 w 939072"/>
                <a:gd name="connsiteY1011" fmla="*/ 698400 h 1065059"/>
                <a:gd name="connsiteX1012" fmla="*/ 402268 w 939072"/>
                <a:gd name="connsiteY1012" fmla="*/ 706459 h 1065059"/>
                <a:gd name="connsiteX1013" fmla="*/ 386123 w 939072"/>
                <a:gd name="connsiteY1013" fmla="*/ 718546 h 1065059"/>
                <a:gd name="connsiteX1014" fmla="*/ 382087 w 939072"/>
                <a:gd name="connsiteY1014" fmla="*/ 723918 h 1065059"/>
                <a:gd name="connsiteX1015" fmla="*/ 383432 w 939072"/>
                <a:gd name="connsiteY1015" fmla="*/ 727948 h 1065059"/>
                <a:gd name="connsiteX1016" fmla="*/ 388814 w 939072"/>
                <a:gd name="connsiteY1016" fmla="*/ 734663 h 1065059"/>
                <a:gd name="connsiteX1017" fmla="*/ 391505 w 939072"/>
                <a:gd name="connsiteY1017" fmla="*/ 730634 h 1065059"/>
                <a:gd name="connsiteX1018" fmla="*/ 394195 w 939072"/>
                <a:gd name="connsiteY1018" fmla="*/ 730634 h 1065059"/>
                <a:gd name="connsiteX1019" fmla="*/ 398231 w 939072"/>
                <a:gd name="connsiteY1019" fmla="*/ 727948 h 1065059"/>
                <a:gd name="connsiteX1020" fmla="*/ 402268 w 939072"/>
                <a:gd name="connsiteY1020" fmla="*/ 727948 h 1065059"/>
                <a:gd name="connsiteX1021" fmla="*/ 402268 w 939072"/>
                <a:gd name="connsiteY1021" fmla="*/ 731977 h 1065059"/>
                <a:gd name="connsiteX1022" fmla="*/ 394195 w 939072"/>
                <a:gd name="connsiteY1022" fmla="*/ 738692 h 1065059"/>
                <a:gd name="connsiteX1023" fmla="*/ 388814 w 939072"/>
                <a:gd name="connsiteY1023" fmla="*/ 738692 h 1065059"/>
                <a:gd name="connsiteX1024" fmla="*/ 387469 w 939072"/>
                <a:gd name="connsiteY1024" fmla="*/ 742722 h 1065059"/>
                <a:gd name="connsiteX1025" fmla="*/ 382087 w 939072"/>
                <a:gd name="connsiteY1025" fmla="*/ 741379 h 1065059"/>
                <a:gd name="connsiteX1026" fmla="*/ 378051 w 939072"/>
                <a:gd name="connsiteY1026" fmla="*/ 741379 h 1065059"/>
                <a:gd name="connsiteX1027" fmla="*/ 374015 w 939072"/>
                <a:gd name="connsiteY1027" fmla="*/ 742722 h 1065059"/>
                <a:gd name="connsiteX1028" fmla="*/ 374015 w 939072"/>
                <a:gd name="connsiteY1028" fmla="*/ 746751 h 1065059"/>
                <a:gd name="connsiteX1029" fmla="*/ 371324 w 939072"/>
                <a:gd name="connsiteY1029" fmla="*/ 746751 h 1065059"/>
                <a:gd name="connsiteX1030" fmla="*/ 367288 w 939072"/>
                <a:gd name="connsiteY1030" fmla="*/ 746751 h 1065059"/>
                <a:gd name="connsiteX1031" fmla="*/ 367288 w 939072"/>
                <a:gd name="connsiteY1031" fmla="*/ 753466 h 1065059"/>
                <a:gd name="connsiteX1032" fmla="*/ 374015 w 939072"/>
                <a:gd name="connsiteY1032" fmla="*/ 761525 h 1065059"/>
                <a:gd name="connsiteX1033" fmla="*/ 376705 w 939072"/>
                <a:gd name="connsiteY1033" fmla="*/ 760182 h 1065059"/>
                <a:gd name="connsiteX1034" fmla="*/ 379396 w 939072"/>
                <a:gd name="connsiteY1034" fmla="*/ 756152 h 1065059"/>
                <a:gd name="connsiteX1035" fmla="*/ 380742 w 939072"/>
                <a:gd name="connsiteY1035" fmla="*/ 760182 h 1065059"/>
                <a:gd name="connsiteX1036" fmla="*/ 383432 w 939072"/>
                <a:gd name="connsiteY1036" fmla="*/ 753466 h 1065059"/>
                <a:gd name="connsiteX1037" fmla="*/ 387469 w 939072"/>
                <a:gd name="connsiteY1037" fmla="*/ 753466 h 1065059"/>
                <a:gd name="connsiteX1038" fmla="*/ 387469 w 939072"/>
                <a:gd name="connsiteY1038" fmla="*/ 758838 h 1065059"/>
                <a:gd name="connsiteX1039" fmla="*/ 390159 w 939072"/>
                <a:gd name="connsiteY1039" fmla="*/ 756152 h 1065059"/>
                <a:gd name="connsiteX1040" fmla="*/ 391505 w 939072"/>
                <a:gd name="connsiteY1040" fmla="*/ 753466 h 1065059"/>
                <a:gd name="connsiteX1041" fmla="*/ 395541 w 939072"/>
                <a:gd name="connsiteY1041" fmla="*/ 752123 h 1065059"/>
                <a:gd name="connsiteX1042" fmla="*/ 399577 w 939072"/>
                <a:gd name="connsiteY1042" fmla="*/ 748094 h 1065059"/>
                <a:gd name="connsiteX1043" fmla="*/ 400922 w 939072"/>
                <a:gd name="connsiteY1043" fmla="*/ 742722 h 1065059"/>
                <a:gd name="connsiteX1044" fmla="*/ 403613 w 939072"/>
                <a:gd name="connsiteY1044" fmla="*/ 738692 h 1065059"/>
                <a:gd name="connsiteX1045" fmla="*/ 404958 w 939072"/>
                <a:gd name="connsiteY1045" fmla="*/ 741379 h 1065059"/>
                <a:gd name="connsiteX1046" fmla="*/ 402268 w 939072"/>
                <a:gd name="connsiteY1046" fmla="*/ 744065 h 1065059"/>
                <a:gd name="connsiteX1047" fmla="*/ 404958 w 939072"/>
                <a:gd name="connsiteY1047" fmla="*/ 746751 h 1065059"/>
                <a:gd name="connsiteX1048" fmla="*/ 410340 w 939072"/>
                <a:gd name="connsiteY1048" fmla="*/ 746751 h 1065059"/>
                <a:gd name="connsiteX1049" fmla="*/ 418412 w 939072"/>
                <a:gd name="connsiteY1049" fmla="*/ 740035 h 1065059"/>
                <a:gd name="connsiteX1050" fmla="*/ 423794 w 939072"/>
                <a:gd name="connsiteY1050" fmla="*/ 740035 h 1065059"/>
                <a:gd name="connsiteX1051" fmla="*/ 425139 w 939072"/>
                <a:gd name="connsiteY1051" fmla="*/ 742722 h 1065059"/>
                <a:gd name="connsiteX1052" fmla="*/ 429175 w 939072"/>
                <a:gd name="connsiteY1052" fmla="*/ 741379 h 1065059"/>
                <a:gd name="connsiteX1053" fmla="*/ 430521 w 939072"/>
                <a:gd name="connsiteY1053" fmla="*/ 731977 h 1065059"/>
                <a:gd name="connsiteX1054" fmla="*/ 437247 w 939072"/>
                <a:gd name="connsiteY1054" fmla="*/ 727948 h 1065059"/>
                <a:gd name="connsiteX1055" fmla="*/ 439938 w 939072"/>
                <a:gd name="connsiteY1055" fmla="*/ 727948 h 1065059"/>
                <a:gd name="connsiteX1056" fmla="*/ 433211 w 939072"/>
                <a:gd name="connsiteY1056" fmla="*/ 734663 h 1065059"/>
                <a:gd name="connsiteX1057" fmla="*/ 433211 w 939072"/>
                <a:gd name="connsiteY1057" fmla="*/ 738692 h 1065059"/>
                <a:gd name="connsiteX1058" fmla="*/ 437247 w 939072"/>
                <a:gd name="connsiteY1058" fmla="*/ 737349 h 1065059"/>
                <a:gd name="connsiteX1059" fmla="*/ 442629 w 939072"/>
                <a:gd name="connsiteY1059" fmla="*/ 729291 h 1065059"/>
                <a:gd name="connsiteX1060" fmla="*/ 445320 w 939072"/>
                <a:gd name="connsiteY1060" fmla="*/ 721232 h 1065059"/>
                <a:gd name="connsiteX1061" fmla="*/ 449356 w 939072"/>
                <a:gd name="connsiteY1061" fmla="*/ 718546 h 1065059"/>
                <a:gd name="connsiteX1062" fmla="*/ 449356 w 939072"/>
                <a:gd name="connsiteY1062" fmla="*/ 722575 h 1065059"/>
                <a:gd name="connsiteX1063" fmla="*/ 445320 w 939072"/>
                <a:gd name="connsiteY1063" fmla="*/ 729291 h 1065059"/>
                <a:gd name="connsiteX1064" fmla="*/ 445320 w 939072"/>
                <a:gd name="connsiteY1064" fmla="*/ 730634 h 1065059"/>
                <a:gd name="connsiteX1065" fmla="*/ 452047 w 939072"/>
                <a:gd name="connsiteY1065" fmla="*/ 725262 h 1065059"/>
                <a:gd name="connsiteX1066" fmla="*/ 453392 w 939072"/>
                <a:gd name="connsiteY1066" fmla="*/ 727948 h 1065059"/>
                <a:gd name="connsiteX1067" fmla="*/ 453392 w 939072"/>
                <a:gd name="connsiteY1067" fmla="*/ 730634 h 1065059"/>
                <a:gd name="connsiteX1068" fmla="*/ 458773 w 939072"/>
                <a:gd name="connsiteY1068" fmla="*/ 731977 h 1065059"/>
                <a:gd name="connsiteX1069" fmla="*/ 461464 w 939072"/>
                <a:gd name="connsiteY1069" fmla="*/ 733320 h 1065059"/>
                <a:gd name="connsiteX1070" fmla="*/ 465500 w 939072"/>
                <a:gd name="connsiteY1070" fmla="*/ 730634 h 1065059"/>
                <a:gd name="connsiteX1071" fmla="*/ 468191 w 939072"/>
                <a:gd name="connsiteY1071" fmla="*/ 723918 h 1065059"/>
                <a:gd name="connsiteX1072" fmla="*/ 474918 w 939072"/>
                <a:gd name="connsiteY1072" fmla="*/ 723918 h 1065059"/>
                <a:gd name="connsiteX1073" fmla="*/ 478954 w 939072"/>
                <a:gd name="connsiteY1073" fmla="*/ 721232 h 1065059"/>
                <a:gd name="connsiteX1074" fmla="*/ 476263 w 939072"/>
                <a:gd name="connsiteY1074" fmla="*/ 718546 h 1065059"/>
                <a:gd name="connsiteX1075" fmla="*/ 477609 w 939072"/>
                <a:gd name="connsiteY1075" fmla="*/ 713174 h 1065059"/>
                <a:gd name="connsiteX1076" fmla="*/ 487026 w 939072"/>
                <a:gd name="connsiteY1076" fmla="*/ 710488 h 1065059"/>
                <a:gd name="connsiteX1077" fmla="*/ 488372 w 939072"/>
                <a:gd name="connsiteY1077" fmla="*/ 706459 h 1065059"/>
                <a:gd name="connsiteX1078" fmla="*/ 488372 w 939072"/>
                <a:gd name="connsiteY1078" fmla="*/ 702429 h 1065059"/>
                <a:gd name="connsiteX1079" fmla="*/ 484336 w 939072"/>
                <a:gd name="connsiteY1079" fmla="*/ 702429 h 1065059"/>
                <a:gd name="connsiteX1080" fmla="*/ 481645 w 939072"/>
                <a:gd name="connsiteY1080" fmla="*/ 699743 h 1065059"/>
                <a:gd name="connsiteX1081" fmla="*/ 474918 w 939072"/>
                <a:gd name="connsiteY1081" fmla="*/ 699743 h 1065059"/>
                <a:gd name="connsiteX1082" fmla="*/ 477609 w 939072"/>
                <a:gd name="connsiteY1082" fmla="*/ 695714 h 1065059"/>
                <a:gd name="connsiteX1083" fmla="*/ 481645 w 939072"/>
                <a:gd name="connsiteY1083" fmla="*/ 695714 h 1065059"/>
                <a:gd name="connsiteX1084" fmla="*/ 485681 w 939072"/>
                <a:gd name="connsiteY1084" fmla="*/ 697057 h 1065059"/>
                <a:gd name="connsiteX1085" fmla="*/ 488372 w 939072"/>
                <a:gd name="connsiteY1085" fmla="*/ 694371 h 1065059"/>
                <a:gd name="connsiteX1086" fmla="*/ 488372 w 939072"/>
                <a:gd name="connsiteY1086" fmla="*/ 690342 h 1065059"/>
                <a:gd name="connsiteX1087" fmla="*/ 482990 w 939072"/>
                <a:gd name="connsiteY1087" fmla="*/ 691685 h 1065059"/>
                <a:gd name="connsiteX1088" fmla="*/ 478954 w 939072"/>
                <a:gd name="connsiteY1088" fmla="*/ 687655 h 1065059"/>
                <a:gd name="connsiteX1089" fmla="*/ 477609 w 939072"/>
                <a:gd name="connsiteY1089" fmla="*/ 683626 h 1065059"/>
                <a:gd name="connsiteX1090" fmla="*/ 484336 w 939072"/>
                <a:gd name="connsiteY1090" fmla="*/ 683626 h 1065059"/>
                <a:gd name="connsiteX1091" fmla="*/ 488372 w 939072"/>
                <a:gd name="connsiteY1091" fmla="*/ 680940 h 1065059"/>
                <a:gd name="connsiteX1092" fmla="*/ 489717 w 939072"/>
                <a:gd name="connsiteY1092" fmla="*/ 683626 h 1065059"/>
                <a:gd name="connsiteX1093" fmla="*/ 491062 w 939072"/>
                <a:gd name="connsiteY1093" fmla="*/ 680940 h 1065059"/>
                <a:gd name="connsiteX1094" fmla="*/ 488372 w 939072"/>
                <a:gd name="connsiteY1094" fmla="*/ 674225 h 1065059"/>
                <a:gd name="connsiteX1095" fmla="*/ 497789 w 939072"/>
                <a:gd name="connsiteY1095" fmla="*/ 671538 h 1065059"/>
                <a:gd name="connsiteX1096" fmla="*/ 501826 w 939072"/>
                <a:gd name="connsiteY1096" fmla="*/ 674225 h 1065059"/>
                <a:gd name="connsiteX1097" fmla="*/ 505862 w 939072"/>
                <a:gd name="connsiteY1097" fmla="*/ 674225 h 1065059"/>
                <a:gd name="connsiteX1098" fmla="*/ 512588 w 939072"/>
                <a:gd name="connsiteY1098" fmla="*/ 674225 h 1065059"/>
                <a:gd name="connsiteX1099" fmla="*/ 503171 w 939072"/>
                <a:gd name="connsiteY1099" fmla="*/ 680940 h 1065059"/>
                <a:gd name="connsiteX1100" fmla="*/ 503171 w 939072"/>
                <a:gd name="connsiteY1100" fmla="*/ 684969 h 1065059"/>
                <a:gd name="connsiteX1101" fmla="*/ 504516 w 939072"/>
                <a:gd name="connsiteY1101" fmla="*/ 693028 h 1065059"/>
                <a:gd name="connsiteX1102" fmla="*/ 507207 w 939072"/>
                <a:gd name="connsiteY1102" fmla="*/ 693028 h 1065059"/>
                <a:gd name="connsiteX1103" fmla="*/ 509898 w 939072"/>
                <a:gd name="connsiteY1103" fmla="*/ 682283 h 1065059"/>
                <a:gd name="connsiteX1104" fmla="*/ 513934 w 939072"/>
                <a:gd name="connsiteY1104" fmla="*/ 679597 h 1065059"/>
                <a:gd name="connsiteX1105" fmla="*/ 516625 w 939072"/>
                <a:gd name="connsiteY1105" fmla="*/ 679597 h 1065059"/>
                <a:gd name="connsiteX1106" fmla="*/ 515279 w 939072"/>
                <a:gd name="connsiteY1106" fmla="*/ 683626 h 1065059"/>
                <a:gd name="connsiteX1107" fmla="*/ 512588 w 939072"/>
                <a:gd name="connsiteY1107" fmla="*/ 687655 h 1065059"/>
                <a:gd name="connsiteX1108" fmla="*/ 513934 w 939072"/>
                <a:gd name="connsiteY1108" fmla="*/ 690342 h 1065059"/>
                <a:gd name="connsiteX1109" fmla="*/ 519315 w 939072"/>
                <a:gd name="connsiteY1109" fmla="*/ 686312 h 1065059"/>
                <a:gd name="connsiteX1110" fmla="*/ 520661 w 939072"/>
                <a:gd name="connsiteY1110" fmla="*/ 683626 h 1065059"/>
                <a:gd name="connsiteX1111" fmla="*/ 524697 w 939072"/>
                <a:gd name="connsiteY1111" fmla="*/ 686312 h 1065059"/>
                <a:gd name="connsiteX1112" fmla="*/ 530078 w 939072"/>
                <a:gd name="connsiteY1112" fmla="*/ 682283 h 1065059"/>
                <a:gd name="connsiteX1113" fmla="*/ 531424 w 939072"/>
                <a:gd name="connsiteY1113" fmla="*/ 682283 h 1065059"/>
                <a:gd name="connsiteX1114" fmla="*/ 536805 w 939072"/>
                <a:gd name="connsiteY1114" fmla="*/ 678254 h 1065059"/>
                <a:gd name="connsiteX1115" fmla="*/ 542187 w 939072"/>
                <a:gd name="connsiteY1115" fmla="*/ 676911 h 1065059"/>
                <a:gd name="connsiteX1116" fmla="*/ 547568 w 939072"/>
                <a:gd name="connsiteY1116" fmla="*/ 679597 h 1065059"/>
                <a:gd name="connsiteX1117" fmla="*/ 546223 w 939072"/>
                <a:gd name="connsiteY1117" fmla="*/ 680940 h 1065059"/>
                <a:gd name="connsiteX1118" fmla="*/ 540841 w 939072"/>
                <a:gd name="connsiteY1118" fmla="*/ 680940 h 1065059"/>
                <a:gd name="connsiteX1119" fmla="*/ 535460 w 939072"/>
                <a:gd name="connsiteY1119" fmla="*/ 686312 h 1065059"/>
                <a:gd name="connsiteX1120" fmla="*/ 531424 w 939072"/>
                <a:gd name="connsiteY1120" fmla="*/ 686312 h 1065059"/>
                <a:gd name="connsiteX1121" fmla="*/ 528733 w 939072"/>
                <a:gd name="connsiteY1121" fmla="*/ 690342 h 1065059"/>
                <a:gd name="connsiteX1122" fmla="*/ 531424 w 939072"/>
                <a:gd name="connsiteY1122" fmla="*/ 693028 h 1065059"/>
                <a:gd name="connsiteX1123" fmla="*/ 540841 w 939072"/>
                <a:gd name="connsiteY1123" fmla="*/ 695714 h 1065059"/>
                <a:gd name="connsiteX1124" fmla="*/ 543532 w 939072"/>
                <a:gd name="connsiteY1124" fmla="*/ 698400 h 1065059"/>
                <a:gd name="connsiteX1125" fmla="*/ 543532 w 939072"/>
                <a:gd name="connsiteY1125" fmla="*/ 701086 h 1065059"/>
                <a:gd name="connsiteX1126" fmla="*/ 538151 w 939072"/>
                <a:gd name="connsiteY1126" fmla="*/ 695714 h 1065059"/>
                <a:gd name="connsiteX1127" fmla="*/ 531424 w 939072"/>
                <a:gd name="connsiteY1127" fmla="*/ 695714 h 1065059"/>
                <a:gd name="connsiteX1128" fmla="*/ 527388 w 939072"/>
                <a:gd name="connsiteY1128" fmla="*/ 697057 h 1065059"/>
                <a:gd name="connsiteX1129" fmla="*/ 526042 w 939072"/>
                <a:gd name="connsiteY1129" fmla="*/ 702429 h 1065059"/>
                <a:gd name="connsiteX1130" fmla="*/ 530078 w 939072"/>
                <a:gd name="connsiteY1130" fmla="*/ 703772 h 1065059"/>
                <a:gd name="connsiteX1131" fmla="*/ 534115 w 939072"/>
                <a:gd name="connsiteY1131" fmla="*/ 701086 h 1065059"/>
                <a:gd name="connsiteX1132" fmla="*/ 538151 w 939072"/>
                <a:gd name="connsiteY1132" fmla="*/ 703772 h 1065059"/>
                <a:gd name="connsiteX1133" fmla="*/ 535460 w 939072"/>
                <a:gd name="connsiteY1133" fmla="*/ 705115 h 1065059"/>
                <a:gd name="connsiteX1134" fmla="*/ 530078 w 939072"/>
                <a:gd name="connsiteY1134" fmla="*/ 705115 h 1065059"/>
                <a:gd name="connsiteX1135" fmla="*/ 531424 w 939072"/>
                <a:gd name="connsiteY1135" fmla="*/ 709145 h 1065059"/>
                <a:gd name="connsiteX1136" fmla="*/ 538151 w 939072"/>
                <a:gd name="connsiteY1136" fmla="*/ 710488 h 1065059"/>
                <a:gd name="connsiteX1137" fmla="*/ 540841 w 939072"/>
                <a:gd name="connsiteY1137" fmla="*/ 714517 h 1065059"/>
                <a:gd name="connsiteX1138" fmla="*/ 536805 w 939072"/>
                <a:gd name="connsiteY1138" fmla="*/ 715860 h 1065059"/>
                <a:gd name="connsiteX1139" fmla="*/ 532769 w 939072"/>
                <a:gd name="connsiteY1139" fmla="*/ 717203 h 1065059"/>
                <a:gd name="connsiteX1140" fmla="*/ 532769 w 939072"/>
                <a:gd name="connsiteY1140" fmla="*/ 719889 h 1065059"/>
                <a:gd name="connsiteX1141" fmla="*/ 538151 w 939072"/>
                <a:gd name="connsiteY1141" fmla="*/ 719889 h 1065059"/>
                <a:gd name="connsiteX1142" fmla="*/ 543532 w 939072"/>
                <a:gd name="connsiteY1142" fmla="*/ 717203 h 1065059"/>
                <a:gd name="connsiteX1143" fmla="*/ 547568 w 939072"/>
                <a:gd name="connsiteY1143" fmla="*/ 721232 h 1065059"/>
                <a:gd name="connsiteX1144" fmla="*/ 552950 w 939072"/>
                <a:gd name="connsiteY1144" fmla="*/ 723918 h 1065059"/>
                <a:gd name="connsiteX1145" fmla="*/ 559677 w 939072"/>
                <a:gd name="connsiteY1145" fmla="*/ 721232 h 1065059"/>
                <a:gd name="connsiteX1146" fmla="*/ 562367 w 939072"/>
                <a:gd name="connsiteY1146" fmla="*/ 723918 h 1065059"/>
                <a:gd name="connsiteX1147" fmla="*/ 562367 w 939072"/>
                <a:gd name="connsiteY1147" fmla="*/ 726605 h 1065059"/>
                <a:gd name="connsiteX1148" fmla="*/ 558331 w 939072"/>
                <a:gd name="connsiteY1148" fmla="*/ 727948 h 1065059"/>
                <a:gd name="connsiteX1149" fmla="*/ 559677 w 939072"/>
                <a:gd name="connsiteY1149" fmla="*/ 731977 h 1065059"/>
                <a:gd name="connsiteX1150" fmla="*/ 561022 w 939072"/>
                <a:gd name="connsiteY1150" fmla="*/ 731977 h 1065059"/>
                <a:gd name="connsiteX1151" fmla="*/ 562367 w 939072"/>
                <a:gd name="connsiteY1151" fmla="*/ 736006 h 1065059"/>
                <a:gd name="connsiteX1152" fmla="*/ 566404 w 939072"/>
                <a:gd name="connsiteY1152" fmla="*/ 737349 h 1065059"/>
                <a:gd name="connsiteX1153" fmla="*/ 570440 w 939072"/>
                <a:gd name="connsiteY1153" fmla="*/ 731977 h 1065059"/>
                <a:gd name="connsiteX1154" fmla="*/ 569094 w 939072"/>
                <a:gd name="connsiteY1154" fmla="*/ 729291 h 1065059"/>
                <a:gd name="connsiteX1155" fmla="*/ 569094 w 939072"/>
                <a:gd name="connsiteY1155" fmla="*/ 727948 h 1065059"/>
                <a:gd name="connsiteX1156" fmla="*/ 575821 w 939072"/>
                <a:gd name="connsiteY1156" fmla="*/ 727948 h 1065059"/>
                <a:gd name="connsiteX1157" fmla="*/ 571785 w 939072"/>
                <a:gd name="connsiteY1157" fmla="*/ 731977 h 1065059"/>
                <a:gd name="connsiteX1158" fmla="*/ 573130 w 939072"/>
                <a:gd name="connsiteY1158" fmla="*/ 736006 h 1065059"/>
                <a:gd name="connsiteX1159" fmla="*/ 566404 w 939072"/>
                <a:gd name="connsiteY1159" fmla="*/ 742722 h 1065059"/>
                <a:gd name="connsiteX1160" fmla="*/ 571785 w 939072"/>
                <a:gd name="connsiteY1160" fmla="*/ 746751 h 1065059"/>
                <a:gd name="connsiteX1161" fmla="*/ 569094 w 939072"/>
                <a:gd name="connsiteY1161" fmla="*/ 748094 h 1065059"/>
                <a:gd name="connsiteX1162" fmla="*/ 566404 w 939072"/>
                <a:gd name="connsiteY1162" fmla="*/ 746751 h 1065059"/>
                <a:gd name="connsiteX1163" fmla="*/ 563713 w 939072"/>
                <a:gd name="connsiteY1163" fmla="*/ 748094 h 1065059"/>
                <a:gd name="connsiteX1164" fmla="*/ 565058 w 939072"/>
                <a:gd name="connsiteY1164" fmla="*/ 750780 h 1065059"/>
                <a:gd name="connsiteX1165" fmla="*/ 577167 w 939072"/>
                <a:gd name="connsiteY1165" fmla="*/ 753466 h 1065059"/>
                <a:gd name="connsiteX1166" fmla="*/ 581203 w 939072"/>
                <a:gd name="connsiteY1166" fmla="*/ 752123 h 1065059"/>
                <a:gd name="connsiteX1167" fmla="*/ 585239 w 939072"/>
                <a:gd name="connsiteY1167" fmla="*/ 753466 h 1065059"/>
                <a:gd name="connsiteX1168" fmla="*/ 589275 w 939072"/>
                <a:gd name="connsiteY1168" fmla="*/ 752123 h 1065059"/>
                <a:gd name="connsiteX1169" fmla="*/ 596002 w 939072"/>
                <a:gd name="connsiteY1169" fmla="*/ 753466 h 1065059"/>
                <a:gd name="connsiteX1170" fmla="*/ 602729 w 939072"/>
                <a:gd name="connsiteY1170" fmla="*/ 752123 h 1065059"/>
                <a:gd name="connsiteX1171" fmla="*/ 604074 w 939072"/>
                <a:gd name="connsiteY1171" fmla="*/ 753466 h 1065059"/>
                <a:gd name="connsiteX1172" fmla="*/ 604074 w 939072"/>
                <a:gd name="connsiteY1172" fmla="*/ 756152 h 1065059"/>
                <a:gd name="connsiteX1173" fmla="*/ 608110 w 939072"/>
                <a:gd name="connsiteY1173" fmla="*/ 757495 h 1065059"/>
                <a:gd name="connsiteX1174" fmla="*/ 610801 w 939072"/>
                <a:gd name="connsiteY1174" fmla="*/ 761525 h 1065059"/>
                <a:gd name="connsiteX1175" fmla="*/ 614837 w 939072"/>
                <a:gd name="connsiteY1175" fmla="*/ 764211 h 1065059"/>
                <a:gd name="connsiteX1176" fmla="*/ 616183 w 939072"/>
                <a:gd name="connsiteY1176" fmla="*/ 766897 h 1065059"/>
                <a:gd name="connsiteX1177" fmla="*/ 620219 w 939072"/>
                <a:gd name="connsiteY1177" fmla="*/ 766897 h 1065059"/>
                <a:gd name="connsiteX1178" fmla="*/ 628291 w 939072"/>
                <a:gd name="connsiteY1178" fmla="*/ 762868 h 1065059"/>
                <a:gd name="connsiteX1179" fmla="*/ 629636 w 939072"/>
                <a:gd name="connsiteY1179" fmla="*/ 761525 h 1065059"/>
                <a:gd name="connsiteX1180" fmla="*/ 632327 w 939072"/>
                <a:gd name="connsiteY1180" fmla="*/ 762868 h 1065059"/>
                <a:gd name="connsiteX1181" fmla="*/ 630982 w 939072"/>
                <a:gd name="connsiteY1181" fmla="*/ 766897 h 1065059"/>
                <a:gd name="connsiteX1182" fmla="*/ 628291 w 939072"/>
                <a:gd name="connsiteY1182" fmla="*/ 769583 h 1065059"/>
                <a:gd name="connsiteX1183" fmla="*/ 622909 w 939072"/>
                <a:gd name="connsiteY1183" fmla="*/ 770926 h 1065059"/>
                <a:gd name="connsiteX1184" fmla="*/ 624255 w 939072"/>
                <a:gd name="connsiteY1184" fmla="*/ 773612 h 1065059"/>
                <a:gd name="connsiteX1185" fmla="*/ 630982 w 939072"/>
                <a:gd name="connsiteY1185" fmla="*/ 774955 h 1065059"/>
                <a:gd name="connsiteX1186" fmla="*/ 632327 w 939072"/>
                <a:gd name="connsiteY1186" fmla="*/ 780328 h 1065059"/>
                <a:gd name="connsiteX1187" fmla="*/ 636363 w 939072"/>
                <a:gd name="connsiteY1187" fmla="*/ 783014 h 1065059"/>
                <a:gd name="connsiteX1188" fmla="*/ 643090 w 939072"/>
                <a:gd name="connsiteY1188" fmla="*/ 785700 h 1065059"/>
                <a:gd name="connsiteX1189" fmla="*/ 652508 w 939072"/>
                <a:gd name="connsiteY1189" fmla="*/ 783014 h 1065059"/>
                <a:gd name="connsiteX1190" fmla="*/ 656544 w 939072"/>
                <a:gd name="connsiteY1190" fmla="*/ 781671 h 1065059"/>
                <a:gd name="connsiteX1191" fmla="*/ 657889 w 939072"/>
                <a:gd name="connsiteY1191" fmla="*/ 784357 h 1065059"/>
                <a:gd name="connsiteX1192" fmla="*/ 661925 w 939072"/>
                <a:gd name="connsiteY1192" fmla="*/ 780328 h 1065059"/>
                <a:gd name="connsiteX1193" fmla="*/ 668652 w 939072"/>
                <a:gd name="connsiteY1193" fmla="*/ 776298 h 1065059"/>
                <a:gd name="connsiteX1194" fmla="*/ 671343 w 939072"/>
                <a:gd name="connsiteY1194" fmla="*/ 776298 h 1065059"/>
                <a:gd name="connsiteX1195" fmla="*/ 668652 w 939072"/>
                <a:gd name="connsiteY1195" fmla="*/ 778985 h 1065059"/>
                <a:gd name="connsiteX1196" fmla="*/ 663271 w 939072"/>
                <a:gd name="connsiteY1196" fmla="*/ 783014 h 1065059"/>
                <a:gd name="connsiteX1197" fmla="*/ 663271 w 939072"/>
                <a:gd name="connsiteY1197" fmla="*/ 792415 h 1065059"/>
                <a:gd name="connsiteX1198" fmla="*/ 660580 w 939072"/>
                <a:gd name="connsiteY1198" fmla="*/ 797788 h 1065059"/>
                <a:gd name="connsiteX1199" fmla="*/ 657889 w 939072"/>
                <a:gd name="connsiteY1199" fmla="*/ 797788 h 1065059"/>
                <a:gd name="connsiteX1200" fmla="*/ 652508 w 939072"/>
                <a:gd name="connsiteY1200" fmla="*/ 795102 h 1065059"/>
                <a:gd name="connsiteX1201" fmla="*/ 649817 w 939072"/>
                <a:gd name="connsiteY1201" fmla="*/ 795102 h 1065059"/>
                <a:gd name="connsiteX1202" fmla="*/ 653853 w 939072"/>
                <a:gd name="connsiteY1202" fmla="*/ 801817 h 1065059"/>
                <a:gd name="connsiteX1203" fmla="*/ 655198 w 939072"/>
                <a:gd name="connsiteY1203" fmla="*/ 807189 h 1065059"/>
                <a:gd name="connsiteX1204" fmla="*/ 657889 w 939072"/>
                <a:gd name="connsiteY1204" fmla="*/ 809875 h 1065059"/>
                <a:gd name="connsiteX1205" fmla="*/ 661925 w 939072"/>
                <a:gd name="connsiteY1205" fmla="*/ 808532 h 1065059"/>
                <a:gd name="connsiteX1206" fmla="*/ 665961 w 939072"/>
                <a:gd name="connsiteY1206" fmla="*/ 809875 h 1065059"/>
                <a:gd name="connsiteX1207" fmla="*/ 663271 w 939072"/>
                <a:gd name="connsiteY1207" fmla="*/ 812562 h 1065059"/>
                <a:gd name="connsiteX1208" fmla="*/ 660580 w 939072"/>
                <a:gd name="connsiteY1208" fmla="*/ 812562 h 1065059"/>
                <a:gd name="connsiteX1209" fmla="*/ 660580 w 939072"/>
                <a:gd name="connsiteY1209" fmla="*/ 815248 h 1065059"/>
                <a:gd name="connsiteX1210" fmla="*/ 668652 w 939072"/>
                <a:gd name="connsiteY1210" fmla="*/ 821963 h 1065059"/>
                <a:gd name="connsiteX1211" fmla="*/ 671343 w 939072"/>
                <a:gd name="connsiteY1211" fmla="*/ 820620 h 1065059"/>
                <a:gd name="connsiteX1212" fmla="*/ 676725 w 939072"/>
                <a:gd name="connsiteY1212" fmla="*/ 820620 h 1065059"/>
                <a:gd name="connsiteX1213" fmla="*/ 679415 w 939072"/>
                <a:gd name="connsiteY1213" fmla="*/ 816591 h 1065059"/>
                <a:gd name="connsiteX1214" fmla="*/ 684797 w 939072"/>
                <a:gd name="connsiteY1214" fmla="*/ 805846 h 1065059"/>
                <a:gd name="connsiteX1215" fmla="*/ 682106 w 939072"/>
                <a:gd name="connsiteY1215" fmla="*/ 813905 h 1065059"/>
                <a:gd name="connsiteX1216" fmla="*/ 682106 w 939072"/>
                <a:gd name="connsiteY1216" fmla="*/ 819277 h 1065059"/>
                <a:gd name="connsiteX1217" fmla="*/ 680761 w 939072"/>
                <a:gd name="connsiteY1217" fmla="*/ 823306 h 1065059"/>
                <a:gd name="connsiteX1218" fmla="*/ 678070 w 939072"/>
                <a:gd name="connsiteY1218" fmla="*/ 824649 h 1065059"/>
                <a:gd name="connsiteX1219" fmla="*/ 674034 w 939072"/>
                <a:gd name="connsiteY1219" fmla="*/ 828679 h 1065059"/>
                <a:gd name="connsiteX1220" fmla="*/ 675379 w 939072"/>
                <a:gd name="connsiteY1220" fmla="*/ 831365 h 1065059"/>
                <a:gd name="connsiteX1221" fmla="*/ 679415 w 939072"/>
                <a:gd name="connsiteY1221" fmla="*/ 834051 h 1065059"/>
                <a:gd name="connsiteX1222" fmla="*/ 676725 w 939072"/>
                <a:gd name="connsiteY1222" fmla="*/ 838080 h 1065059"/>
                <a:gd name="connsiteX1223" fmla="*/ 676725 w 939072"/>
                <a:gd name="connsiteY1223" fmla="*/ 848825 h 1065059"/>
                <a:gd name="connsiteX1224" fmla="*/ 679415 w 939072"/>
                <a:gd name="connsiteY1224" fmla="*/ 851511 h 1065059"/>
                <a:gd name="connsiteX1225" fmla="*/ 683451 w 939072"/>
                <a:gd name="connsiteY1225" fmla="*/ 851511 h 1065059"/>
                <a:gd name="connsiteX1226" fmla="*/ 682106 w 939072"/>
                <a:gd name="connsiteY1226" fmla="*/ 856883 h 1065059"/>
                <a:gd name="connsiteX1227" fmla="*/ 683451 w 939072"/>
                <a:gd name="connsiteY1227" fmla="*/ 860912 h 1065059"/>
                <a:gd name="connsiteX1228" fmla="*/ 691524 w 939072"/>
                <a:gd name="connsiteY1228" fmla="*/ 868971 h 1065059"/>
                <a:gd name="connsiteX1229" fmla="*/ 694214 w 939072"/>
                <a:gd name="connsiteY1229" fmla="*/ 870314 h 1065059"/>
                <a:gd name="connsiteX1230" fmla="*/ 694214 w 939072"/>
                <a:gd name="connsiteY1230" fmla="*/ 874343 h 1065059"/>
                <a:gd name="connsiteX1231" fmla="*/ 696905 w 939072"/>
                <a:gd name="connsiteY1231" fmla="*/ 871657 h 1065059"/>
                <a:gd name="connsiteX1232" fmla="*/ 700941 w 939072"/>
                <a:gd name="connsiteY1232" fmla="*/ 874343 h 1065059"/>
                <a:gd name="connsiteX1233" fmla="*/ 703632 w 939072"/>
                <a:gd name="connsiteY1233" fmla="*/ 874343 h 1065059"/>
                <a:gd name="connsiteX1234" fmla="*/ 702287 w 939072"/>
                <a:gd name="connsiteY1234" fmla="*/ 871657 h 1065059"/>
                <a:gd name="connsiteX1235" fmla="*/ 703632 w 939072"/>
                <a:gd name="connsiteY1235" fmla="*/ 868971 h 1065059"/>
                <a:gd name="connsiteX1236" fmla="*/ 706323 w 939072"/>
                <a:gd name="connsiteY1236" fmla="*/ 871657 h 1065059"/>
                <a:gd name="connsiteX1237" fmla="*/ 709013 w 939072"/>
                <a:gd name="connsiteY1237" fmla="*/ 873000 h 1065059"/>
                <a:gd name="connsiteX1238" fmla="*/ 710359 w 939072"/>
                <a:gd name="connsiteY1238" fmla="*/ 867628 h 1065059"/>
                <a:gd name="connsiteX1239" fmla="*/ 707668 w 939072"/>
                <a:gd name="connsiteY1239" fmla="*/ 860912 h 1065059"/>
                <a:gd name="connsiteX1240" fmla="*/ 704977 w 939072"/>
                <a:gd name="connsiteY1240" fmla="*/ 860912 h 1065059"/>
                <a:gd name="connsiteX1241" fmla="*/ 703632 w 939072"/>
                <a:gd name="connsiteY1241" fmla="*/ 862255 h 1065059"/>
                <a:gd name="connsiteX1242" fmla="*/ 700941 w 939072"/>
                <a:gd name="connsiteY1242" fmla="*/ 860912 h 1065059"/>
                <a:gd name="connsiteX1243" fmla="*/ 704977 w 939072"/>
                <a:gd name="connsiteY1243" fmla="*/ 855540 h 1065059"/>
                <a:gd name="connsiteX1244" fmla="*/ 704977 w 939072"/>
                <a:gd name="connsiteY1244" fmla="*/ 852854 h 1065059"/>
                <a:gd name="connsiteX1245" fmla="*/ 703632 w 939072"/>
                <a:gd name="connsiteY1245" fmla="*/ 848825 h 1065059"/>
                <a:gd name="connsiteX1246" fmla="*/ 699596 w 939072"/>
                <a:gd name="connsiteY1246" fmla="*/ 847482 h 1065059"/>
                <a:gd name="connsiteX1247" fmla="*/ 699596 w 939072"/>
                <a:gd name="connsiteY1247" fmla="*/ 844795 h 1065059"/>
                <a:gd name="connsiteX1248" fmla="*/ 700941 w 939072"/>
                <a:gd name="connsiteY1248" fmla="*/ 842109 h 1065059"/>
                <a:gd name="connsiteX1249" fmla="*/ 702287 w 939072"/>
                <a:gd name="connsiteY1249" fmla="*/ 836737 h 1065059"/>
                <a:gd name="connsiteX1250" fmla="*/ 704977 w 939072"/>
                <a:gd name="connsiteY1250" fmla="*/ 836737 h 1065059"/>
                <a:gd name="connsiteX1251" fmla="*/ 704977 w 939072"/>
                <a:gd name="connsiteY1251" fmla="*/ 842109 h 1065059"/>
                <a:gd name="connsiteX1252" fmla="*/ 707668 w 939072"/>
                <a:gd name="connsiteY1252" fmla="*/ 846138 h 1065059"/>
                <a:gd name="connsiteX1253" fmla="*/ 710359 w 939072"/>
                <a:gd name="connsiteY1253" fmla="*/ 840766 h 1065059"/>
                <a:gd name="connsiteX1254" fmla="*/ 711704 w 939072"/>
                <a:gd name="connsiteY1254" fmla="*/ 843452 h 1065059"/>
                <a:gd name="connsiteX1255" fmla="*/ 713050 w 939072"/>
                <a:gd name="connsiteY1255" fmla="*/ 847482 h 1065059"/>
                <a:gd name="connsiteX1256" fmla="*/ 711704 w 939072"/>
                <a:gd name="connsiteY1256" fmla="*/ 852854 h 1065059"/>
                <a:gd name="connsiteX1257" fmla="*/ 713050 w 939072"/>
                <a:gd name="connsiteY1257" fmla="*/ 855540 h 1065059"/>
                <a:gd name="connsiteX1258" fmla="*/ 715740 w 939072"/>
                <a:gd name="connsiteY1258" fmla="*/ 856883 h 1065059"/>
                <a:gd name="connsiteX1259" fmla="*/ 719777 w 939072"/>
                <a:gd name="connsiteY1259" fmla="*/ 852854 h 1065059"/>
                <a:gd name="connsiteX1260" fmla="*/ 722467 w 939072"/>
                <a:gd name="connsiteY1260" fmla="*/ 852854 h 1065059"/>
                <a:gd name="connsiteX1261" fmla="*/ 721122 w 939072"/>
                <a:gd name="connsiteY1261" fmla="*/ 856883 h 1065059"/>
                <a:gd name="connsiteX1262" fmla="*/ 717086 w 939072"/>
                <a:gd name="connsiteY1262" fmla="*/ 859569 h 1065059"/>
                <a:gd name="connsiteX1263" fmla="*/ 717086 w 939072"/>
                <a:gd name="connsiteY1263" fmla="*/ 863598 h 1065059"/>
                <a:gd name="connsiteX1264" fmla="*/ 718431 w 939072"/>
                <a:gd name="connsiteY1264" fmla="*/ 867628 h 1065059"/>
                <a:gd name="connsiteX1265" fmla="*/ 717086 w 939072"/>
                <a:gd name="connsiteY1265" fmla="*/ 874343 h 1065059"/>
                <a:gd name="connsiteX1266" fmla="*/ 718431 w 939072"/>
                <a:gd name="connsiteY1266" fmla="*/ 875686 h 1065059"/>
                <a:gd name="connsiteX1267" fmla="*/ 723813 w 939072"/>
                <a:gd name="connsiteY1267" fmla="*/ 878372 h 1065059"/>
                <a:gd name="connsiteX1268" fmla="*/ 723813 w 939072"/>
                <a:gd name="connsiteY1268" fmla="*/ 875686 h 1065059"/>
                <a:gd name="connsiteX1269" fmla="*/ 726503 w 939072"/>
                <a:gd name="connsiteY1269" fmla="*/ 871657 h 1065059"/>
                <a:gd name="connsiteX1270" fmla="*/ 727849 w 939072"/>
                <a:gd name="connsiteY1270" fmla="*/ 875686 h 1065059"/>
                <a:gd name="connsiteX1271" fmla="*/ 725158 w 939072"/>
                <a:gd name="connsiteY1271" fmla="*/ 877029 h 1065059"/>
                <a:gd name="connsiteX1272" fmla="*/ 727849 w 939072"/>
                <a:gd name="connsiteY1272" fmla="*/ 883745 h 1065059"/>
                <a:gd name="connsiteX1273" fmla="*/ 730540 w 939072"/>
                <a:gd name="connsiteY1273" fmla="*/ 886431 h 1065059"/>
                <a:gd name="connsiteX1274" fmla="*/ 735921 w 939072"/>
                <a:gd name="connsiteY1274" fmla="*/ 877029 h 1065059"/>
                <a:gd name="connsiteX1275" fmla="*/ 735921 w 939072"/>
                <a:gd name="connsiteY1275" fmla="*/ 870314 h 1065059"/>
                <a:gd name="connsiteX1276" fmla="*/ 737266 w 939072"/>
                <a:gd name="connsiteY1276" fmla="*/ 867628 h 1065059"/>
                <a:gd name="connsiteX1277" fmla="*/ 738612 w 939072"/>
                <a:gd name="connsiteY1277" fmla="*/ 854197 h 1065059"/>
                <a:gd name="connsiteX1278" fmla="*/ 742648 w 939072"/>
                <a:gd name="connsiteY1278" fmla="*/ 843452 h 1065059"/>
                <a:gd name="connsiteX1279" fmla="*/ 742648 w 939072"/>
                <a:gd name="connsiteY1279" fmla="*/ 832708 h 1065059"/>
                <a:gd name="connsiteX1280" fmla="*/ 741303 w 939072"/>
                <a:gd name="connsiteY1280" fmla="*/ 824649 h 1065059"/>
                <a:gd name="connsiteX1281" fmla="*/ 739957 w 939072"/>
                <a:gd name="connsiteY1281" fmla="*/ 821963 h 1065059"/>
                <a:gd name="connsiteX1282" fmla="*/ 739957 w 939072"/>
                <a:gd name="connsiteY1282" fmla="*/ 820620 h 1065059"/>
                <a:gd name="connsiteX1283" fmla="*/ 741303 w 939072"/>
                <a:gd name="connsiteY1283" fmla="*/ 821963 h 1065059"/>
                <a:gd name="connsiteX1284" fmla="*/ 743993 w 939072"/>
                <a:gd name="connsiteY1284" fmla="*/ 827335 h 1065059"/>
                <a:gd name="connsiteX1285" fmla="*/ 746684 w 939072"/>
                <a:gd name="connsiteY1285" fmla="*/ 828679 h 1065059"/>
                <a:gd name="connsiteX1286" fmla="*/ 749375 w 939072"/>
                <a:gd name="connsiteY1286" fmla="*/ 823306 h 1065059"/>
                <a:gd name="connsiteX1287" fmla="*/ 754756 w 939072"/>
                <a:gd name="connsiteY1287" fmla="*/ 819277 h 1065059"/>
                <a:gd name="connsiteX1288" fmla="*/ 750720 w 939072"/>
                <a:gd name="connsiteY1288" fmla="*/ 825992 h 1065059"/>
                <a:gd name="connsiteX1289" fmla="*/ 749375 w 939072"/>
                <a:gd name="connsiteY1289" fmla="*/ 835394 h 1065059"/>
                <a:gd name="connsiteX1290" fmla="*/ 750720 w 939072"/>
                <a:gd name="connsiteY1290" fmla="*/ 842109 h 1065059"/>
                <a:gd name="connsiteX1291" fmla="*/ 745339 w 939072"/>
                <a:gd name="connsiteY1291" fmla="*/ 851511 h 1065059"/>
                <a:gd name="connsiteX1292" fmla="*/ 745339 w 939072"/>
                <a:gd name="connsiteY1292" fmla="*/ 858226 h 1065059"/>
                <a:gd name="connsiteX1293" fmla="*/ 746684 w 939072"/>
                <a:gd name="connsiteY1293" fmla="*/ 860912 h 1065059"/>
                <a:gd name="connsiteX1294" fmla="*/ 743993 w 939072"/>
                <a:gd name="connsiteY1294" fmla="*/ 863598 h 1065059"/>
                <a:gd name="connsiteX1295" fmla="*/ 743993 w 939072"/>
                <a:gd name="connsiteY1295" fmla="*/ 871657 h 1065059"/>
                <a:gd name="connsiteX1296" fmla="*/ 743993 w 939072"/>
                <a:gd name="connsiteY1296" fmla="*/ 875686 h 1065059"/>
                <a:gd name="connsiteX1297" fmla="*/ 745339 w 939072"/>
                <a:gd name="connsiteY1297" fmla="*/ 881059 h 1065059"/>
                <a:gd name="connsiteX1298" fmla="*/ 749375 w 939072"/>
                <a:gd name="connsiteY1298" fmla="*/ 885088 h 1065059"/>
                <a:gd name="connsiteX1299" fmla="*/ 750720 w 939072"/>
                <a:gd name="connsiteY1299" fmla="*/ 891803 h 1065059"/>
                <a:gd name="connsiteX1300" fmla="*/ 753411 w 939072"/>
                <a:gd name="connsiteY1300" fmla="*/ 891803 h 1065059"/>
                <a:gd name="connsiteX1301" fmla="*/ 753411 w 939072"/>
                <a:gd name="connsiteY1301" fmla="*/ 897175 h 1065059"/>
                <a:gd name="connsiteX1302" fmla="*/ 757447 w 939072"/>
                <a:gd name="connsiteY1302" fmla="*/ 899862 h 1065059"/>
                <a:gd name="connsiteX1303" fmla="*/ 760138 w 939072"/>
                <a:gd name="connsiteY1303" fmla="*/ 898518 h 1065059"/>
                <a:gd name="connsiteX1304" fmla="*/ 762829 w 939072"/>
                <a:gd name="connsiteY1304" fmla="*/ 899862 h 1065059"/>
                <a:gd name="connsiteX1305" fmla="*/ 766865 w 939072"/>
                <a:gd name="connsiteY1305" fmla="*/ 898518 h 1065059"/>
                <a:gd name="connsiteX1306" fmla="*/ 773592 w 939072"/>
                <a:gd name="connsiteY1306" fmla="*/ 897175 h 1065059"/>
                <a:gd name="connsiteX1307" fmla="*/ 773592 w 939072"/>
                <a:gd name="connsiteY1307" fmla="*/ 898518 h 1065059"/>
                <a:gd name="connsiteX1308" fmla="*/ 766865 w 939072"/>
                <a:gd name="connsiteY1308" fmla="*/ 903891 h 1065059"/>
                <a:gd name="connsiteX1309" fmla="*/ 764174 w 939072"/>
                <a:gd name="connsiteY1309" fmla="*/ 905234 h 1065059"/>
                <a:gd name="connsiteX1310" fmla="*/ 764174 w 939072"/>
                <a:gd name="connsiteY1310" fmla="*/ 906577 h 1065059"/>
                <a:gd name="connsiteX1311" fmla="*/ 766865 w 939072"/>
                <a:gd name="connsiteY1311" fmla="*/ 909263 h 1065059"/>
                <a:gd name="connsiteX1312" fmla="*/ 764174 w 939072"/>
                <a:gd name="connsiteY1312" fmla="*/ 911949 h 1065059"/>
                <a:gd name="connsiteX1313" fmla="*/ 761483 w 939072"/>
                <a:gd name="connsiteY1313" fmla="*/ 911949 h 1065059"/>
                <a:gd name="connsiteX1314" fmla="*/ 761483 w 939072"/>
                <a:gd name="connsiteY1314" fmla="*/ 914635 h 1065059"/>
                <a:gd name="connsiteX1315" fmla="*/ 764174 w 939072"/>
                <a:gd name="connsiteY1315" fmla="*/ 920008 h 1065059"/>
                <a:gd name="connsiteX1316" fmla="*/ 764174 w 939072"/>
                <a:gd name="connsiteY1316" fmla="*/ 925380 h 1065059"/>
                <a:gd name="connsiteX1317" fmla="*/ 762829 w 939072"/>
                <a:gd name="connsiteY1317" fmla="*/ 926723 h 1065059"/>
                <a:gd name="connsiteX1318" fmla="*/ 758792 w 939072"/>
                <a:gd name="connsiteY1318" fmla="*/ 924037 h 1065059"/>
                <a:gd name="connsiteX1319" fmla="*/ 757447 w 939072"/>
                <a:gd name="connsiteY1319" fmla="*/ 920008 h 1065059"/>
                <a:gd name="connsiteX1320" fmla="*/ 756102 w 939072"/>
                <a:gd name="connsiteY1320" fmla="*/ 921351 h 1065059"/>
                <a:gd name="connsiteX1321" fmla="*/ 757447 w 939072"/>
                <a:gd name="connsiteY1321" fmla="*/ 924037 h 1065059"/>
                <a:gd name="connsiteX1322" fmla="*/ 754756 w 939072"/>
                <a:gd name="connsiteY1322" fmla="*/ 928066 h 1065059"/>
                <a:gd name="connsiteX1323" fmla="*/ 754756 w 939072"/>
                <a:gd name="connsiteY1323" fmla="*/ 934782 h 1065059"/>
                <a:gd name="connsiteX1324" fmla="*/ 756102 w 939072"/>
                <a:gd name="connsiteY1324" fmla="*/ 936125 h 1065059"/>
                <a:gd name="connsiteX1325" fmla="*/ 754756 w 939072"/>
                <a:gd name="connsiteY1325" fmla="*/ 938811 h 1065059"/>
                <a:gd name="connsiteX1326" fmla="*/ 750720 w 939072"/>
                <a:gd name="connsiteY1326" fmla="*/ 938811 h 1065059"/>
                <a:gd name="connsiteX1327" fmla="*/ 748029 w 939072"/>
                <a:gd name="connsiteY1327" fmla="*/ 942840 h 1065059"/>
                <a:gd name="connsiteX1328" fmla="*/ 749375 w 939072"/>
                <a:gd name="connsiteY1328" fmla="*/ 945526 h 1065059"/>
                <a:gd name="connsiteX1329" fmla="*/ 752066 w 939072"/>
                <a:gd name="connsiteY1329" fmla="*/ 945526 h 1065059"/>
                <a:gd name="connsiteX1330" fmla="*/ 754756 w 939072"/>
                <a:gd name="connsiteY1330" fmla="*/ 945526 h 1065059"/>
                <a:gd name="connsiteX1331" fmla="*/ 756102 w 939072"/>
                <a:gd name="connsiteY1331" fmla="*/ 949555 h 1065059"/>
                <a:gd name="connsiteX1332" fmla="*/ 760138 w 939072"/>
                <a:gd name="connsiteY1332" fmla="*/ 952242 h 1065059"/>
                <a:gd name="connsiteX1333" fmla="*/ 762829 w 939072"/>
                <a:gd name="connsiteY1333" fmla="*/ 952242 h 1065059"/>
                <a:gd name="connsiteX1334" fmla="*/ 765519 w 939072"/>
                <a:gd name="connsiteY1334" fmla="*/ 953585 h 1065059"/>
                <a:gd name="connsiteX1335" fmla="*/ 765519 w 939072"/>
                <a:gd name="connsiteY1335" fmla="*/ 956271 h 1065059"/>
                <a:gd name="connsiteX1336" fmla="*/ 761483 w 939072"/>
                <a:gd name="connsiteY1336" fmla="*/ 954928 h 1065059"/>
                <a:gd name="connsiteX1337" fmla="*/ 760138 w 939072"/>
                <a:gd name="connsiteY1337" fmla="*/ 957614 h 1065059"/>
                <a:gd name="connsiteX1338" fmla="*/ 761483 w 939072"/>
                <a:gd name="connsiteY1338" fmla="*/ 960300 h 1065059"/>
                <a:gd name="connsiteX1339" fmla="*/ 764174 w 939072"/>
                <a:gd name="connsiteY1339" fmla="*/ 961643 h 1065059"/>
                <a:gd name="connsiteX1340" fmla="*/ 765519 w 939072"/>
                <a:gd name="connsiteY1340" fmla="*/ 967015 h 1065059"/>
                <a:gd name="connsiteX1341" fmla="*/ 770901 w 939072"/>
                <a:gd name="connsiteY1341" fmla="*/ 969702 h 1065059"/>
                <a:gd name="connsiteX1342" fmla="*/ 772246 w 939072"/>
                <a:gd name="connsiteY1342" fmla="*/ 971045 h 1065059"/>
                <a:gd name="connsiteX1343" fmla="*/ 769555 w 939072"/>
                <a:gd name="connsiteY1343" fmla="*/ 972388 h 1065059"/>
                <a:gd name="connsiteX1344" fmla="*/ 766865 w 939072"/>
                <a:gd name="connsiteY1344" fmla="*/ 972388 h 1065059"/>
                <a:gd name="connsiteX1345" fmla="*/ 764174 w 939072"/>
                <a:gd name="connsiteY1345" fmla="*/ 976417 h 1065059"/>
                <a:gd name="connsiteX1346" fmla="*/ 764174 w 939072"/>
                <a:gd name="connsiteY1346" fmla="*/ 981789 h 1065059"/>
                <a:gd name="connsiteX1347" fmla="*/ 768210 w 939072"/>
                <a:gd name="connsiteY1347" fmla="*/ 989848 h 1065059"/>
                <a:gd name="connsiteX1348" fmla="*/ 772246 w 939072"/>
                <a:gd name="connsiteY1348" fmla="*/ 992534 h 1065059"/>
                <a:gd name="connsiteX1349" fmla="*/ 777628 w 939072"/>
                <a:gd name="connsiteY1349" fmla="*/ 992534 h 1065059"/>
                <a:gd name="connsiteX1350" fmla="*/ 781664 w 939072"/>
                <a:gd name="connsiteY1350" fmla="*/ 992534 h 1065059"/>
                <a:gd name="connsiteX1351" fmla="*/ 776282 w 939072"/>
                <a:gd name="connsiteY1351" fmla="*/ 996563 h 1065059"/>
                <a:gd name="connsiteX1352" fmla="*/ 770901 w 939072"/>
                <a:gd name="connsiteY1352" fmla="*/ 995220 h 1065059"/>
                <a:gd name="connsiteX1353" fmla="*/ 766865 w 939072"/>
                <a:gd name="connsiteY1353" fmla="*/ 995220 h 1065059"/>
                <a:gd name="connsiteX1354" fmla="*/ 762829 w 939072"/>
                <a:gd name="connsiteY1354" fmla="*/ 1003279 h 1065059"/>
                <a:gd name="connsiteX1355" fmla="*/ 756102 w 939072"/>
                <a:gd name="connsiteY1355" fmla="*/ 1011337 h 1065059"/>
                <a:gd name="connsiteX1356" fmla="*/ 749375 w 939072"/>
                <a:gd name="connsiteY1356" fmla="*/ 1015366 h 1065059"/>
                <a:gd name="connsiteX1357" fmla="*/ 749375 w 939072"/>
                <a:gd name="connsiteY1357" fmla="*/ 1020738 h 1065059"/>
                <a:gd name="connsiteX1358" fmla="*/ 752066 w 939072"/>
                <a:gd name="connsiteY1358" fmla="*/ 1026111 h 1065059"/>
                <a:gd name="connsiteX1359" fmla="*/ 757447 w 939072"/>
                <a:gd name="connsiteY1359" fmla="*/ 1020738 h 1065059"/>
                <a:gd name="connsiteX1360" fmla="*/ 760138 w 939072"/>
                <a:gd name="connsiteY1360" fmla="*/ 1014023 h 1065059"/>
                <a:gd name="connsiteX1361" fmla="*/ 761483 w 939072"/>
                <a:gd name="connsiteY1361" fmla="*/ 1011337 h 1065059"/>
                <a:gd name="connsiteX1362" fmla="*/ 765519 w 939072"/>
                <a:gd name="connsiteY1362" fmla="*/ 1009994 h 1065059"/>
                <a:gd name="connsiteX1363" fmla="*/ 770901 w 939072"/>
                <a:gd name="connsiteY1363" fmla="*/ 1004622 h 1065059"/>
                <a:gd name="connsiteX1364" fmla="*/ 772246 w 939072"/>
                <a:gd name="connsiteY1364" fmla="*/ 1005965 h 1065059"/>
                <a:gd name="connsiteX1365" fmla="*/ 776282 w 939072"/>
                <a:gd name="connsiteY1365" fmla="*/ 1005965 h 1065059"/>
                <a:gd name="connsiteX1366" fmla="*/ 783009 w 939072"/>
                <a:gd name="connsiteY1366" fmla="*/ 1005965 h 1065059"/>
                <a:gd name="connsiteX1367" fmla="*/ 778973 w 939072"/>
                <a:gd name="connsiteY1367" fmla="*/ 1009994 h 1065059"/>
                <a:gd name="connsiteX1368" fmla="*/ 778973 w 939072"/>
                <a:gd name="connsiteY1368" fmla="*/ 1011337 h 1065059"/>
                <a:gd name="connsiteX1369" fmla="*/ 785700 w 939072"/>
                <a:gd name="connsiteY1369" fmla="*/ 1011337 h 1065059"/>
                <a:gd name="connsiteX1370" fmla="*/ 785700 w 939072"/>
                <a:gd name="connsiteY1370" fmla="*/ 1014023 h 1065059"/>
                <a:gd name="connsiteX1371" fmla="*/ 780318 w 939072"/>
                <a:gd name="connsiteY1371" fmla="*/ 1019395 h 1065059"/>
                <a:gd name="connsiteX1372" fmla="*/ 780318 w 939072"/>
                <a:gd name="connsiteY1372" fmla="*/ 1023425 h 1065059"/>
                <a:gd name="connsiteX1373" fmla="*/ 780318 w 939072"/>
                <a:gd name="connsiteY1373" fmla="*/ 1026111 h 1065059"/>
                <a:gd name="connsiteX1374" fmla="*/ 777628 w 939072"/>
                <a:gd name="connsiteY1374" fmla="*/ 1032826 h 1065059"/>
                <a:gd name="connsiteX1375" fmla="*/ 776282 w 939072"/>
                <a:gd name="connsiteY1375" fmla="*/ 1036855 h 1065059"/>
                <a:gd name="connsiteX1376" fmla="*/ 776282 w 939072"/>
                <a:gd name="connsiteY1376" fmla="*/ 1039542 h 1065059"/>
                <a:gd name="connsiteX1377" fmla="*/ 777628 w 939072"/>
                <a:gd name="connsiteY1377" fmla="*/ 1040885 h 1065059"/>
                <a:gd name="connsiteX1378" fmla="*/ 774937 w 939072"/>
                <a:gd name="connsiteY1378" fmla="*/ 1040885 h 1065059"/>
                <a:gd name="connsiteX1379" fmla="*/ 769555 w 939072"/>
                <a:gd name="connsiteY1379" fmla="*/ 1040885 h 1065059"/>
                <a:gd name="connsiteX1380" fmla="*/ 765519 w 939072"/>
                <a:gd name="connsiteY1380" fmla="*/ 1044914 h 1065059"/>
                <a:gd name="connsiteX1381" fmla="*/ 766865 w 939072"/>
                <a:gd name="connsiteY1381" fmla="*/ 1047600 h 1065059"/>
                <a:gd name="connsiteX1382" fmla="*/ 770901 w 939072"/>
                <a:gd name="connsiteY1382" fmla="*/ 1047600 h 1065059"/>
                <a:gd name="connsiteX1383" fmla="*/ 772246 w 939072"/>
                <a:gd name="connsiteY1383" fmla="*/ 1046257 h 1065059"/>
                <a:gd name="connsiteX1384" fmla="*/ 777628 w 939072"/>
                <a:gd name="connsiteY1384" fmla="*/ 1047600 h 1065059"/>
                <a:gd name="connsiteX1385" fmla="*/ 777628 w 939072"/>
                <a:gd name="connsiteY1385" fmla="*/ 1048943 h 1065059"/>
                <a:gd name="connsiteX1386" fmla="*/ 773592 w 939072"/>
                <a:gd name="connsiteY1386" fmla="*/ 1051629 h 1065059"/>
                <a:gd name="connsiteX1387" fmla="*/ 770901 w 939072"/>
                <a:gd name="connsiteY1387" fmla="*/ 1051629 h 1065059"/>
                <a:gd name="connsiteX1388" fmla="*/ 768210 w 939072"/>
                <a:gd name="connsiteY1388" fmla="*/ 1051629 h 1065059"/>
                <a:gd name="connsiteX1389" fmla="*/ 765519 w 939072"/>
                <a:gd name="connsiteY1389" fmla="*/ 1054315 h 1065059"/>
                <a:gd name="connsiteX1390" fmla="*/ 764174 w 939072"/>
                <a:gd name="connsiteY1390" fmla="*/ 1059688 h 1065059"/>
                <a:gd name="connsiteX1391" fmla="*/ 766865 w 939072"/>
                <a:gd name="connsiteY1391" fmla="*/ 1065060 h 1065059"/>
                <a:gd name="connsiteX1392" fmla="*/ 769555 w 939072"/>
                <a:gd name="connsiteY1392" fmla="*/ 1063717 h 1065059"/>
                <a:gd name="connsiteX1393" fmla="*/ 770901 w 939072"/>
                <a:gd name="connsiteY1393" fmla="*/ 1059688 h 1065059"/>
                <a:gd name="connsiteX1394" fmla="*/ 773592 w 939072"/>
                <a:gd name="connsiteY1394" fmla="*/ 1059688 h 1065059"/>
                <a:gd name="connsiteX1395" fmla="*/ 778973 w 939072"/>
                <a:gd name="connsiteY1395" fmla="*/ 1058345 h 1065059"/>
                <a:gd name="connsiteX1396" fmla="*/ 784355 w 939072"/>
                <a:gd name="connsiteY1396" fmla="*/ 1050286 h 1065059"/>
                <a:gd name="connsiteX1397" fmla="*/ 789736 w 939072"/>
                <a:gd name="connsiteY1397" fmla="*/ 1043571 h 1065059"/>
                <a:gd name="connsiteX1398" fmla="*/ 792427 w 939072"/>
                <a:gd name="connsiteY1398" fmla="*/ 1032826 h 1065059"/>
                <a:gd name="connsiteX1399" fmla="*/ 797808 w 939072"/>
                <a:gd name="connsiteY1399" fmla="*/ 1020738 h 106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</a:cxnLst>
              <a:rect l="l" t="t" r="r" b="b"/>
              <a:pathLst>
                <a:path w="939072" h="1065059">
                  <a:moveTo>
                    <a:pt x="800499" y="1018052"/>
                  </a:moveTo>
                  <a:lnTo>
                    <a:pt x="800499" y="1016709"/>
                  </a:lnTo>
                  <a:lnTo>
                    <a:pt x="800499" y="1012680"/>
                  </a:lnTo>
                  <a:lnTo>
                    <a:pt x="803190" y="1012680"/>
                  </a:lnTo>
                  <a:lnTo>
                    <a:pt x="801844" y="1009994"/>
                  </a:lnTo>
                  <a:lnTo>
                    <a:pt x="803190" y="1007308"/>
                  </a:lnTo>
                  <a:lnTo>
                    <a:pt x="801844" y="1004622"/>
                  </a:lnTo>
                  <a:lnTo>
                    <a:pt x="799154" y="1003279"/>
                  </a:lnTo>
                  <a:lnTo>
                    <a:pt x="799154" y="997906"/>
                  </a:lnTo>
                  <a:lnTo>
                    <a:pt x="796463" y="992534"/>
                  </a:lnTo>
                  <a:lnTo>
                    <a:pt x="791082" y="989848"/>
                  </a:lnTo>
                  <a:lnTo>
                    <a:pt x="788391" y="987162"/>
                  </a:lnTo>
                  <a:lnTo>
                    <a:pt x="787045" y="983132"/>
                  </a:lnTo>
                  <a:lnTo>
                    <a:pt x="781664" y="976417"/>
                  </a:lnTo>
                  <a:lnTo>
                    <a:pt x="777628" y="975074"/>
                  </a:lnTo>
                  <a:lnTo>
                    <a:pt x="773592" y="975074"/>
                  </a:lnTo>
                  <a:lnTo>
                    <a:pt x="773592" y="973731"/>
                  </a:lnTo>
                  <a:lnTo>
                    <a:pt x="774937" y="971045"/>
                  </a:lnTo>
                  <a:lnTo>
                    <a:pt x="774937" y="967015"/>
                  </a:lnTo>
                  <a:lnTo>
                    <a:pt x="772246" y="964329"/>
                  </a:lnTo>
                  <a:lnTo>
                    <a:pt x="770901" y="961643"/>
                  </a:lnTo>
                  <a:lnTo>
                    <a:pt x="773592" y="958957"/>
                  </a:lnTo>
                  <a:lnTo>
                    <a:pt x="776282" y="958957"/>
                  </a:lnTo>
                  <a:lnTo>
                    <a:pt x="774937" y="956271"/>
                  </a:lnTo>
                  <a:lnTo>
                    <a:pt x="772246" y="954928"/>
                  </a:lnTo>
                  <a:lnTo>
                    <a:pt x="769555" y="954928"/>
                  </a:lnTo>
                  <a:lnTo>
                    <a:pt x="769555" y="950898"/>
                  </a:lnTo>
                  <a:lnTo>
                    <a:pt x="773592" y="948212"/>
                  </a:lnTo>
                  <a:lnTo>
                    <a:pt x="772246" y="929409"/>
                  </a:lnTo>
                  <a:lnTo>
                    <a:pt x="773592" y="911949"/>
                  </a:lnTo>
                  <a:lnTo>
                    <a:pt x="774937" y="895832"/>
                  </a:lnTo>
                  <a:lnTo>
                    <a:pt x="773592" y="891803"/>
                  </a:lnTo>
                  <a:lnTo>
                    <a:pt x="772246" y="887774"/>
                  </a:lnTo>
                  <a:lnTo>
                    <a:pt x="774937" y="882402"/>
                  </a:lnTo>
                  <a:lnTo>
                    <a:pt x="774937" y="877029"/>
                  </a:lnTo>
                  <a:lnTo>
                    <a:pt x="772246" y="873000"/>
                  </a:lnTo>
                  <a:lnTo>
                    <a:pt x="770901" y="863598"/>
                  </a:lnTo>
                  <a:lnTo>
                    <a:pt x="765519" y="858226"/>
                  </a:lnTo>
                  <a:lnTo>
                    <a:pt x="762829" y="847482"/>
                  </a:lnTo>
                  <a:lnTo>
                    <a:pt x="764174" y="843452"/>
                  </a:lnTo>
                  <a:lnTo>
                    <a:pt x="758792" y="828679"/>
                  </a:lnTo>
                  <a:lnTo>
                    <a:pt x="760138" y="824649"/>
                  </a:lnTo>
                  <a:lnTo>
                    <a:pt x="764174" y="817934"/>
                  </a:lnTo>
                  <a:lnTo>
                    <a:pt x="762829" y="813905"/>
                  </a:lnTo>
                  <a:lnTo>
                    <a:pt x="762829" y="809875"/>
                  </a:lnTo>
                  <a:lnTo>
                    <a:pt x="757447" y="804503"/>
                  </a:lnTo>
                  <a:lnTo>
                    <a:pt x="749375" y="805846"/>
                  </a:lnTo>
                  <a:lnTo>
                    <a:pt x="741303" y="808532"/>
                  </a:lnTo>
                  <a:lnTo>
                    <a:pt x="738612" y="809875"/>
                  </a:lnTo>
                  <a:lnTo>
                    <a:pt x="729194" y="812562"/>
                  </a:lnTo>
                  <a:lnTo>
                    <a:pt x="723813" y="817934"/>
                  </a:lnTo>
                  <a:lnTo>
                    <a:pt x="715740" y="828679"/>
                  </a:lnTo>
                  <a:lnTo>
                    <a:pt x="710359" y="832708"/>
                  </a:lnTo>
                  <a:lnTo>
                    <a:pt x="700941" y="834051"/>
                  </a:lnTo>
                  <a:lnTo>
                    <a:pt x="691524" y="835394"/>
                  </a:lnTo>
                  <a:lnTo>
                    <a:pt x="690178" y="835394"/>
                  </a:lnTo>
                  <a:lnTo>
                    <a:pt x="690178" y="831365"/>
                  </a:lnTo>
                  <a:lnTo>
                    <a:pt x="694214" y="824649"/>
                  </a:lnTo>
                  <a:lnTo>
                    <a:pt x="691524" y="817934"/>
                  </a:lnTo>
                  <a:lnTo>
                    <a:pt x="684797" y="788386"/>
                  </a:lnTo>
                  <a:lnTo>
                    <a:pt x="679415" y="774955"/>
                  </a:lnTo>
                  <a:lnTo>
                    <a:pt x="678070" y="768240"/>
                  </a:lnTo>
                  <a:lnTo>
                    <a:pt x="683451" y="757495"/>
                  </a:lnTo>
                  <a:lnTo>
                    <a:pt x="669998" y="754809"/>
                  </a:lnTo>
                  <a:lnTo>
                    <a:pt x="660580" y="761525"/>
                  </a:lnTo>
                  <a:lnTo>
                    <a:pt x="655198" y="757495"/>
                  </a:lnTo>
                  <a:lnTo>
                    <a:pt x="637709" y="757495"/>
                  </a:lnTo>
                  <a:lnTo>
                    <a:pt x="939073" y="209520"/>
                  </a:lnTo>
                  <a:lnTo>
                    <a:pt x="937727" y="206834"/>
                  </a:lnTo>
                  <a:lnTo>
                    <a:pt x="932346" y="205491"/>
                  </a:lnTo>
                  <a:lnTo>
                    <a:pt x="928310" y="206834"/>
                  </a:lnTo>
                  <a:lnTo>
                    <a:pt x="925619" y="202805"/>
                  </a:lnTo>
                  <a:lnTo>
                    <a:pt x="924274" y="193403"/>
                  </a:lnTo>
                  <a:lnTo>
                    <a:pt x="920238" y="188031"/>
                  </a:lnTo>
                  <a:lnTo>
                    <a:pt x="917547" y="185345"/>
                  </a:lnTo>
                  <a:lnTo>
                    <a:pt x="916201" y="179972"/>
                  </a:lnTo>
                  <a:lnTo>
                    <a:pt x="913511" y="173257"/>
                  </a:lnTo>
                  <a:lnTo>
                    <a:pt x="910820" y="170571"/>
                  </a:lnTo>
                  <a:lnTo>
                    <a:pt x="901402" y="170571"/>
                  </a:lnTo>
                  <a:lnTo>
                    <a:pt x="900057" y="171914"/>
                  </a:lnTo>
                  <a:lnTo>
                    <a:pt x="891985" y="171914"/>
                  </a:lnTo>
                  <a:lnTo>
                    <a:pt x="886603" y="173257"/>
                  </a:lnTo>
                  <a:lnTo>
                    <a:pt x="882567" y="170571"/>
                  </a:lnTo>
                  <a:lnTo>
                    <a:pt x="881222" y="171914"/>
                  </a:lnTo>
                  <a:lnTo>
                    <a:pt x="878531" y="170571"/>
                  </a:lnTo>
                  <a:lnTo>
                    <a:pt x="877186" y="171914"/>
                  </a:lnTo>
                  <a:lnTo>
                    <a:pt x="874495" y="170571"/>
                  </a:lnTo>
                  <a:lnTo>
                    <a:pt x="873149" y="169228"/>
                  </a:lnTo>
                  <a:lnTo>
                    <a:pt x="875840" y="169228"/>
                  </a:lnTo>
                  <a:lnTo>
                    <a:pt x="877186" y="166542"/>
                  </a:lnTo>
                  <a:lnTo>
                    <a:pt x="871804" y="163855"/>
                  </a:lnTo>
                  <a:lnTo>
                    <a:pt x="869113" y="165198"/>
                  </a:lnTo>
                  <a:lnTo>
                    <a:pt x="865077" y="163855"/>
                  </a:lnTo>
                  <a:lnTo>
                    <a:pt x="866423" y="162512"/>
                  </a:lnTo>
                  <a:lnTo>
                    <a:pt x="869113" y="161169"/>
                  </a:lnTo>
                  <a:lnTo>
                    <a:pt x="866423" y="158483"/>
                  </a:lnTo>
                  <a:lnTo>
                    <a:pt x="863732" y="158483"/>
                  </a:lnTo>
                  <a:lnTo>
                    <a:pt x="859696" y="158483"/>
                  </a:lnTo>
                  <a:lnTo>
                    <a:pt x="859696" y="155797"/>
                  </a:lnTo>
                  <a:lnTo>
                    <a:pt x="857005" y="151768"/>
                  </a:lnTo>
                  <a:lnTo>
                    <a:pt x="848933" y="146395"/>
                  </a:lnTo>
                  <a:lnTo>
                    <a:pt x="847587" y="146395"/>
                  </a:lnTo>
                  <a:lnTo>
                    <a:pt x="844897" y="145052"/>
                  </a:lnTo>
                  <a:lnTo>
                    <a:pt x="843551" y="145052"/>
                  </a:lnTo>
                  <a:lnTo>
                    <a:pt x="840860" y="147738"/>
                  </a:lnTo>
                  <a:lnTo>
                    <a:pt x="840860" y="145052"/>
                  </a:lnTo>
                  <a:lnTo>
                    <a:pt x="839515" y="143709"/>
                  </a:lnTo>
                  <a:lnTo>
                    <a:pt x="836824" y="141023"/>
                  </a:lnTo>
                  <a:lnTo>
                    <a:pt x="832788" y="146395"/>
                  </a:lnTo>
                  <a:lnTo>
                    <a:pt x="831443" y="145052"/>
                  </a:lnTo>
                  <a:lnTo>
                    <a:pt x="831443" y="141023"/>
                  </a:lnTo>
                  <a:lnTo>
                    <a:pt x="832788" y="139680"/>
                  </a:lnTo>
                  <a:lnTo>
                    <a:pt x="831443" y="136994"/>
                  </a:lnTo>
                  <a:lnTo>
                    <a:pt x="827407" y="135651"/>
                  </a:lnTo>
                  <a:lnTo>
                    <a:pt x="823370" y="136994"/>
                  </a:lnTo>
                  <a:lnTo>
                    <a:pt x="824716" y="134308"/>
                  </a:lnTo>
                  <a:lnTo>
                    <a:pt x="824716" y="132965"/>
                  </a:lnTo>
                  <a:lnTo>
                    <a:pt x="820680" y="130278"/>
                  </a:lnTo>
                  <a:lnTo>
                    <a:pt x="816644" y="124906"/>
                  </a:lnTo>
                  <a:lnTo>
                    <a:pt x="817989" y="123563"/>
                  </a:lnTo>
                  <a:lnTo>
                    <a:pt x="816644" y="122220"/>
                  </a:lnTo>
                  <a:lnTo>
                    <a:pt x="812608" y="120877"/>
                  </a:lnTo>
                  <a:lnTo>
                    <a:pt x="809917" y="123563"/>
                  </a:lnTo>
                  <a:lnTo>
                    <a:pt x="800499" y="132965"/>
                  </a:lnTo>
                  <a:lnTo>
                    <a:pt x="789736" y="138337"/>
                  </a:lnTo>
                  <a:lnTo>
                    <a:pt x="799154" y="131622"/>
                  </a:lnTo>
                  <a:lnTo>
                    <a:pt x="804535" y="122220"/>
                  </a:lnTo>
                  <a:lnTo>
                    <a:pt x="809917" y="116848"/>
                  </a:lnTo>
                  <a:lnTo>
                    <a:pt x="811262" y="110132"/>
                  </a:lnTo>
                  <a:lnTo>
                    <a:pt x="808571" y="108789"/>
                  </a:lnTo>
                  <a:lnTo>
                    <a:pt x="801844" y="103417"/>
                  </a:lnTo>
                  <a:lnTo>
                    <a:pt x="795118" y="103417"/>
                  </a:lnTo>
                  <a:lnTo>
                    <a:pt x="788391" y="106103"/>
                  </a:lnTo>
                  <a:lnTo>
                    <a:pt x="784355" y="106103"/>
                  </a:lnTo>
                  <a:lnTo>
                    <a:pt x="783009" y="107446"/>
                  </a:lnTo>
                  <a:lnTo>
                    <a:pt x="774937" y="108789"/>
                  </a:lnTo>
                  <a:lnTo>
                    <a:pt x="768210" y="115505"/>
                  </a:lnTo>
                  <a:lnTo>
                    <a:pt x="762829" y="120877"/>
                  </a:lnTo>
                  <a:lnTo>
                    <a:pt x="766865" y="115505"/>
                  </a:lnTo>
                  <a:lnTo>
                    <a:pt x="766865" y="108789"/>
                  </a:lnTo>
                  <a:lnTo>
                    <a:pt x="766865" y="102074"/>
                  </a:lnTo>
                  <a:lnTo>
                    <a:pt x="766865" y="98045"/>
                  </a:lnTo>
                  <a:lnTo>
                    <a:pt x="758792" y="92672"/>
                  </a:lnTo>
                  <a:lnTo>
                    <a:pt x="758792" y="91329"/>
                  </a:lnTo>
                  <a:lnTo>
                    <a:pt x="764174" y="88643"/>
                  </a:lnTo>
                  <a:lnTo>
                    <a:pt x="768210" y="88643"/>
                  </a:lnTo>
                  <a:lnTo>
                    <a:pt x="766865" y="87300"/>
                  </a:lnTo>
                  <a:lnTo>
                    <a:pt x="754756" y="79242"/>
                  </a:lnTo>
                  <a:lnTo>
                    <a:pt x="753411" y="76555"/>
                  </a:lnTo>
                  <a:lnTo>
                    <a:pt x="756102" y="72526"/>
                  </a:lnTo>
                  <a:lnTo>
                    <a:pt x="762829" y="68497"/>
                  </a:lnTo>
                  <a:lnTo>
                    <a:pt x="766865" y="65811"/>
                  </a:lnTo>
                  <a:lnTo>
                    <a:pt x="764174" y="61782"/>
                  </a:lnTo>
                  <a:lnTo>
                    <a:pt x="761483" y="56409"/>
                  </a:lnTo>
                  <a:lnTo>
                    <a:pt x="758792" y="56409"/>
                  </a:lnTo>
                  <a:lnTo>
                    <a:pt x="756102" y="57752"/>
                  </a:lnTo>
                  <a:lnTo>
                    <a:pt x="754756" y="53723"/>
                  </a:lnTo>
                  <a:lnTo>
                    <a:pt x="750720" y="52380"/>
                  </a:lnTo>
                  <a:lnTo>
                    <a:pt x="745339" y="52380"/>
                  </a:lnTo>
                  <a:lnTo>
                    <a:pt x="739957" y="51037"/>
                  </a:lnTo>
                  <a:lnTo>
                    <a:pt x="735921" y="49694"/>
                  </a:lnTo>
                  <a:lnTo>
                    <a:pt x="733230" y="51037"/>
                  </a:lnTo>
                  <a:lnTo>
                    <a:pt x="726503" y="51037"/>
                  </a:lnTo>
                  <a:lnTo>
                    <a:pt x="723813" y="55066"/>
                  </a:lnTo>
                  <a:lnTo>
                    <a:pt x="723813" y="57752"/>
                  </a:lnTo>
                  <a:lnTo>
                    <a:pt x="721122" y="52380"/>
                  </a:lnTo>
                  <a:lnTo>
                    <a:pt x="722467" y="48351"/>
                  </a:lnTo>
                  <a:lnTo>
                    <a:pt x="725158" y="47008"/>
                  </a:lnTo>
                  <a:lnTo>
                    <a:pt x="725158" y="42978"/>
                  </a:lnTo>
                  <a:lnTo>
                    <a:pt x="726503" y="38949"/>
                  </a:lnTo>
                  <a:lnTo>
                    <a:pt x="729194" y="37606"/>
                  </a:lnTo>
                  <a:lnTo>
                    <a:pt x="729194" y="33577"/>
                  </a:lnTo>
                  <a:lnTo>
                    <a:pt x="730540" y="28205"/>
                  </a:lnTo>
                  <a:lnTo>
                    <a:pt x="729194" y="25518"/>
                  </a:lnTo>
                  <a:lnTo>
                    <a:pt x="727849" y="25518"/>
                  </a:lnTo>
                  <a:lnTo>
                    <a:pt x="722467" y="30891"/>
                  </a:lnTo>
                  <a:lnTo>
                    <a:pt x="721122" y="36263"/>
                  </a:lnTo>
                  <a:lnTo>
                    <a:pt x="719777" y="36263"/>
                  </a:lnTo>
                  <a:lnTo>
                    <a:pt x="715740" y="33577"/>
                  </a:lnTo>
                  <a:lnTo>
                    <a:pt x="710359" y="34920"/>
                  </a:lnTo>
                  <a:lnTo>
                    <a:pt x="709013" y="37606"/>
                  </a:lnTo>
                  <a:lnTo>
                    <a:pt x="710359" y="42978"/>
                  </a:lnTo>
                  <a:lnTo>
                    <a:pt x="707668" y="47008"/>
                  </a:lnTo>
                  <a:lnTo>
                    <a:pt x="704977" y="47008"/>
                  </a:lnTo>
                  <a:lnTo>
                    <a:pt x="703632" y="45665"/>
                  </a:lnTo>
                  <a:lnTo>
                    <a:pt x="700941" y="51037"/>
                  </a:lnTo>
                  <a:lnTo>
                    <a:pt x="700941" y="56409"/>
                  </a:lnTo>
                  <a:lnTo>
                    <a:pt x="698251" y="51037"/>
                  </a:lnTo>
                  <a:lnTo>
                    <a:pt x="698251" y="45665"/>
                  </a:lnTo>
                  <a:lnTo>
                    <a:pt x="700941" y="41635"/>
                  </a:lnTo>
                  <a:lnTo>
                    <a:pt x="698251" y="41635"/>
                  </a:lnTo>
                  <a:lnTo>
                    <a:pt x="695560" y="44322"/>
                  </a:lnTo>
                  <a:lnTo>
                    <a:pt x="694214" y="48351"/>
                  </a:lnTo>
                  <a:lnTo>
                    <a:pt x="690178" y="49694"/>
                  </a:lnTo>
                  <a:lnTo>
                    <a:pt x="692869" y="41635"/>
                  </a:lnTo>
                  <a:lnTo>
                    <a:pt x="690178" y="36263"/>
                  </a:lnTo>
                  <a:lnTo>
                    <a:pt x="684797" y="37606"/>
                  </a:lnTo>
                  <a:lnTo>
                    <a:pt x="686142" y="33577"/>
                  </a:lnTo>
                  <a:lnTo>
                    <a:pt x="691524" y="29548"/>
                  </a:lnTo>
                  <a:lnTo>
                    <a:pt x="696905" y="28205"/>
                  </a:lnTo>
                  <a:lnTo>
                    <a:pt x="702287" y="32234"/>
                  </a:lnTo>
                  <a:lnTo>
                    <a:pt x="710359" y="29548"/>
                  </a:lnTo>
                  <a:lnTo>
                    <a:pt x="714395" y="28205"/>
                  </a:lnTo>
                  <a:lnTo>
                    <a:pt x="719777" y="22832"/>
                  </a:lnTo>
                  <a:lnTo>
                    <a:pt x="719777" y="20146"/>
                  </a:lnTo>
                  <a:lnTo>
                    <a:pt x="722467" y="17460"/>
                  </a:lnTo>
                  <a:lnTo>
                    <a:pt x="721122" y="16117"/>
                  </a:lnTo>
                  <a:lnTo>
                    <a:pt x="714395" y="13431"/>
                  </a:lnTo>
                  <a:lnTo>
                    <a:pt x="713050" y="13431"/>
                  </a:lnTo>
                  <a:lnTo>
                    <a:pt x="711704" y="9402"/>
                  </a:lnTo>
                  <a:lnTo>
                    <a:pt x="710359" y="6715"/>
                  </a:lnTo>
                  <a:lnTo>
                    <a:pt x="709013" y="5372"/>
                  </a:lnTo>
                  <a:lnTo>
                    <a:pt x="709013" y="4029"/>
                  </a:lnTo>
                  <a:lnTo>
                    <a:pt x="711704" y="2686"/>
                  </a:lnTo>
                  <a:lnTo>
                    <a:pt x="713050" y="1343"/>
                  </a:lnTo>
                  <a:lnTo>
                    <a:pt x="710359" y="0"/>
                  </a:lnTo>
                  <a:lnTo>
                    <a:pt x="700941" y="5372"/>
                  </a:lnTo>
                  <a:lnTo>
                    <a:pt x="698251" y="8058"/>
                  </a:lnTo>
                  <a:lnTo>
                    <a:pt x="691524" y="8058"/>
                  </a:lnTo>
                  <a:lnTo>
                    <a:pt x="686142" y="10745"/>
                  </a:lnTo>
                  <a:lnTo>
                    <a:pt x="675379" y="20146"/>
                  </a:lnTo>
                  <a:lnTo>
                    <a:pt x="668652" y="22832"/>
                  </a:lnTo>
                  <a:lnTo>
                    <a:pt x="656544" y="22832"/>
                  </a:lnTo>
                  <a:lnTo>
                    <a:pt x="649817" y="18803"/>
                  </a:lnTo>
                  <a:lnTo>
                    <a:pt x="647126" y="16117"/>
                  </a:lnTo>
                  <a:lnTo>
                    <a:pt x="647126" y="18803"/>
                  </a:lnTo>
                  <a:lnTo>
                    <a:pt x="643090" y="18803"/>
                  </a:lnTo>
                  <a:lnTo>
                    <a:pt x="637709" y="13431"/>
                  </a:lnTo>
                  <a:lnTo>
                    <a:pt x="633672" y="16117"/>
                  </a:lnTo>
                  <a:lnTo>
                    <a:pt x="632327" y="20146"/>
                  </a:lnTo>
                  <a:lnTo>
                    <a:pt x="629636" y="20146"/>
                  </a:lnTo>
                  <a:lnTo>
                    <a:pt x="628291" y="17460"/>
                  </a:lnTo>
                  <a:lnTo>
                    <a:pt x="628291" y="13431"/>
                  </a:lnTo>
                  <a:lnTo>
                    <a:pt x="633672" y="12088"/>
                  </a:lnTo>
                  <a:lnTo>
                    <a:pt x="630982" y="9402"/>
                  </a:lnTo>
                  <a:lnTo>
                    <a:pt x="624255" y="12088"/>
                  </a:lnTo>
                  <a:lnTo>
                    <a:pt x="614837" y="16117"/>
                  </a:lnTo>
                  <a:lnTo>
                    <a:pt x="608110" y="20146"/>
                  </a:lnTo>
                  <a:lnTo>
                    <a:pt x="605420" y="25518"/>
                  </a:lnTo>
                  <a:lnTo>
                    <a:pt x="606765" y="30891"/>
                  </a:lnTo>
                  <a:lnTo>
                    <a:pt x="612146" y="32234"/>
                  </a:lnTo>
                  <a:lnTo>
                    <a:pt x="609456" y="34920"/>
                  </a:lnTo>
                  <a:lnTo>
                    <a:pt x="602729" y="34920"/>
                  </a:lnTo>
                  <a:lnTo>
                    <a:pt x="596002" y="40292"/>
                  </a:lnTo>
                  <a:lnTo>
                    <a:pt x="590620" y="52380"/>
                  </a:lnTo>
                  <a:lnTo>
                    <a:pt x="587930" y="60438"/>
                  </a:lnTo>
                  <a:lnTo>
                    <a:pt x="585239" y="60438"/>
                  </a:lnTo>
                  <a:lnTo>
                    <a:pt x="583893" y="59095"/>
                  </a:lnTo>
                  <a:lnTo>
                    <a:pt x="586584" y="49694"/>
                  </a:lnTo>
                  <a:lnTo>
                    <a:pt x="593311" y="38949"/>
                  </a:lnTo>
                  <a:lnTo>
                    <a:pt x="594656" y="34920"/>
                  </a:lnTo>
                  <a:lnTo>
                    <a:pt x="591966" y="34920"/>
                  </a:lnTo>
                  <a:lnTo>
                    <a:pt x="578512" y="40292"/>
                  </a:lnTo>
                  <a:lnTo>
                    <a:pt x="573130" y="40292"/>
                  </a:lnTo>
                  <a:lnTo>
                    <a:pt x="569094" y="38949"/>
                  </a:lnTo>
                  <a:lnTo>
                    <a:pt x="565058" y="33577"/>
                  </a:lnTo>
                  <a:lnTo>
                    <a:pt x="559677" y="32234"/>
                  </a:lnTo>
                  <a:lnTo>
                    <a:pt x="555641" y="32234"/>
                  </a:lnTo>
                  <a:lnTo>
                    <a:pt x="556986" y="34920"/>
                  </a:lnTo>
                  <a:lnTo>
                    <a:pt x="565058" y="37606"/>
                  </a:lnTo>
                  <a:lnTo>
                    <a:pt x="567749" y="41635"/>
                  </a:lnTo>
                  <a:lnTo>
                    <a:pt x="565058" y="42978"/>
                  </a:lnTo>
                  <a:lnTo>
                    <a:pt x="556986" y="40292"/>
                  </a:lnTo>
                  <a:lnTo>
                    <a:pt x="548914" y="38949"/>
                  </a:lnTo>
                  <a:lnTo>
                    <a:pt x="538151" y="44322"/>
                  </a:lnTo>
                  <a:lnTo>
                    <a:pt x="524697" y="56409"/>
                  </a:lnTo>
                  <a:lnTo>
                    <a:pt x="509898" y="63125"/>
                  </a:lnTo>
                  <a:lnTo>
                    <a:pt x="499135" y="71183"/>
                  </a:lnTo>
                  <a:lnTo>
                    <a:pt x="488372" y="80585"/>
                  </a:lnTo>
                  <a:lnTo>
                    <a:pt x="474918" y="92672"/>
                  </a:lnTo>
                  <a:lnTo>
                    <a:pt x="466846" y="95358"/>
                  </a:lnTo>
                  <a:lnTo>
                    <a:pt x="461464" y="96702"/>
                  </a:lnTo>
                  <a:lnTo>
                    <a:pt x="454737" y="100731"/>
                  </a:lnTo>
                  <a:lnTo>
                    <a:pt x="449356" y="100731"/>
                  </a:lnTo>
                  <a:lnTo>
                    <a:pt x="439938" y="106103"/>
                  </a:lnTo>
                  <a:lnTo>
                    <a:pt x="431866" y="106103"/>
                  </a:lnTo>
                  <a:lnTo>
                    <a:pt x="427830" y="103417"/>
                  </a:lnTo>
                  <a:lnTo>
                    <a:pt x="421103" y="103417"/>
                  </a:lnTo>
                  <a:lnTo>
                    <a:pt x="413031" y="98045"/>
                  </a:lnTo>
                  <a:lnTo>
                    <a:pt x="408995" y="95358"/>
                  </a:lnTo>
                  <a:lnTo>
                    <a:pt x="400922" y="91329"/>
                  </a:lnTo>
                  <a:lnTo>
                    <a:pt x="398231" y="92672"/>
                  </a:lnTo>
                  <a:lnTo>
                    <a:pt x="391505" y="98045"/>
                  </a:lnTo>
                  <a:lnTo>
                    <a:pt x="382087" y="108789"/>
                  </a:lnTo>
                  <a:lnTo>
                    <a:pt x="379396" y="114162"/>
                  </a:lnTo>
                  <a:lnTo>
                    <a:pt x="374015" y="119534"/>
                  </a:lnTo>
                  <a:lnTo>
                    <a:pt x="372669" y="126249"/>
                  </a:lnTo>
                  <a:lnTo>
                    <a:pt x="368633" y="124906"/>
                  </a:lnTo>
                  <a:lnTo>
                    <a:pt x="364597" y="122220"/>
                  </a:lnTo>
                  <a:lnTo>
                    <a:pt x="361906" y="124906"/>
                  </a:lnTo>
                  <a:lnTo>
                    <a:pt x="365942" y="135651"/>
                  </a:lnTo>
                  <a:lnTo>
                    <a:pt x="372669" y="158483"/>
                  </a:lnTo>
                  <a:lnTo>
                    <a:pt x="379396" y="175943"/>
                  </a:lnTo>
                  <a:lnTo>
                    <a:pt x="382087" y="192060"/>
                  </a:lnTo>
                  <a:lnTo>
                    <a:pt x="380742" y="205491"/>
                  </a:lnTo>
                  <a:lnTo>
                    <a:pt x="374015" y="216235"/>
                  </a:lnTo>
                  <a:lnTo>
                    <a:pt x="369979" y="222951"/>
                  </a:lnTo>
                  <a:lnTo>
                    <a:pt x="369979" y="225637"/>
                  </a:lnTo>
                  <a:lnTo>
                    <a:pt x="379396" y="237725"/>
                  </a:lnTo>
                  <a:lnTo>
                    <a:pt x="384778" y="240411"/>
                  </a:lnTo>
                  <a:lnTo>
                    <a:pt x="384778" y="235038"/>
                  </a:lnTo>
                  <a:lnTo>
                    <a:pt x="387469" y="237725"/>
                  </a:lnTo>
                  <a:lnTo>
                    <a:pt x="391505" y="235038"/>
                  </a:lnTo>
                  <a:lnTo>
                    <a:pt x="395541" y="235038"/>
                  </a:lnTo>
                  <a:lnTo>
                    <a:pt x="391505" y="237725"/>
                  </a:lnTo>
                  <a:lnTo>
                    <a:pt x="391505" y="241754"/>
                  </a:lnTo>
                  <a:lnTo>
                    <a:pt x="403613" y="251155"/>
                  </a:lnTo>
                  <a:lnTo>
                    <a:pt x="400922" y="253842"/>
                  </a:lnTo>
                  <a:lnTo>
                    <a:pt x="395541" y="252498"/>
                  </a:lnTo>
                  <a:lnTo>
                    <a:pt x="394195" y="256528"/>
                  </a:lnTo>
                  <a:lnTo>
                    <a:pt x="392850" y="269958"/>
                  </a:lnTo>
                  <a:lnTo>
                    <a:pt x="394195" y="275331"/>
                  </a:lnTo>
                  <a:lnTo>
                    <a:pt x="396886" y="278017"/>
                  </a:lnTo>
                  <a:lnTo>
                    <a:pt x="399577" y="275331"/>
                  </a:lnTo>
                  <a:lnTo>
                    <a:pt x="406304" y="272645"/>
                  </a:lnTo>
                  <a:lnTo>
                    <a:pt x="410340" y="275331"/>
                  </a:lnTo>
                  <a:lnTo>
                    <a:pt x="411685" y="278017"/>
                  </a:lnTo>
                  <a:lnTo>
                    <a:pt x="418412" y="276674"/>
                  </a:lnTo>
                  <a:lnTo>
                    <a:pt x="426484" y="278017"/>
                  </a:lnTo>
                  <a:lnTo>
                    <a:pt x="433211" y="282046"/>
                  </a:lnTo>
                  <a:lnTo>
                    <a:pt x="426484" y="286075"/>
                  </a:lnTo>
                  <a:lnTo>
                    <a:pt x="427830" y="291448"/>
                  </a:lnTo>
                  <a:lnTo>
                    <a:pt x="426484" y="296820"/>
                  </a:lnTo>
                  <a:lnTo>
                    <a:pt x="418412" y="298163"/>
                  </a:lnTo>
                  <a:lnTo>
                    <a:pt x="418412" y="294134"/>
                  </a:lnTo>
                  <a:lnTo>
                    <a:pt x="413031" y="291448"/>
                  </a:lnTo>
                  <a:lnTo>
                    <a:pt x="410340" y="292791"/>
                  </a:lnTo>
                  <a:lnTo>
                    <a:pt x="403613" y="292791"/>
                  </a:lnTo>
                  <a:lnTo>
                    <a:pt x="400922" y="290105"/>
                  </a:lnTo>
                  <a:lnTo>
                    <a:pt x="398231" y="282046"/>
                  </a:lnTo>
                  <a:lnTo>
                    <a:pt x="394195" y="280703"/>
                  </a:lnTo>
                  <a:lnTo>
                    <a:pt x="391505" y="280703"/>
                  </a:lnTo>
                  <a:lnTo>
                    <a:pt x="386123" y="276674"/>
                  </a:lnTo>
                  <a:lnTo>
                    <a:pt x="386123" y="268615"/>
                  </a:lnTo>
                  <a:lnTo>
                    <a:pt x="391505" y="252498"/>
                  </a:lnTo>
                  <a:lnTo>
                    <a:pt x="391505" y="248469"/>
                  </a:lnTo>
                  <a:lnTo>
                    <a:pt x="388814" y="248469"/>
                  </a:lnTo>
                  <a:lnTo>
                    <a:pt x="384778" y="252498"/>
                  </a:lnTo>
                  <a:lnTo>
                    <a:pt x="383432" y="267272"/>
                  </a:lnTo>
                  <a:lnTo>
                    <a:pt x="380742" y="278017"/>
                  </a:lnTo>
                  <a:lnTo>
                    <a:pt x="376705" y="283389"/>
                  </a:lnTo>
                  <a:lnTo>
                    <a:pt x="376705" y="287418"/>
                  </a:lnTo>
                  <a:lnTo>
                    <a:pt x="380742" y="282046"/>
                  </a:lnTo>
                  <a:lnTo>
                    <a:pt x="383432" y="282046"/>
                  </a:lnTo>
                  <a:lnTo>
                    <a:pt x="386123" y="284732"/>
                  </a:lnTo>
                  <a:lnTo>
                    <a:pt x="392850" y="284732"/>
                  </a:lnTo>
                  <a:lnTo>
                    <a:pt x="395541" y="290105"/>
                  </a:lnTo>
                  <a:lnTo>
                    <a:pt x="394195" y="299506"/>
                  </a:lnTo>
                  <a:lnTo>
                    <a:pt x="388814" y="304878"/>
                  </a:lnTo>
                  <a:lnTo>
                    <a:pt x="382087" y="307565"/>
                  </a:lnTo>
                  <a:lnTo>
                    <a:pt x="388814" y="299506"/>
                  </a:lnTo>
                  <a:lnTo>
                    <a:pt x="388814" y="296820"/>
                  </a:lnTo>
                  <a:lnTo>
                    <a:pt x="384778" y="294134"/>
                  </a:lnTo>
                  <a:lnTo>
                    <a:pt x="383432" y="292791"/>
                  </a:lnTo>
                  <a:lnTo>
                    <a:pt x="379396" y="295477"/>
                  </a:lnTo>
                  <a:lnTo>
                    <a:pt x="372669" y="302192"/>
                  </a:lnTo>
                  <a:lnTo>
                    <a:pt x="371324" y="306222"/>
                  </a:lnTo>
                  <a:lnTo>
                    <a:pt x="367288" y="307565"/>
                  </a:lnTo>
                  <a:lnTo>
                    <a:pt x="361906" y="310251"/>
                  </a:lnTo>
                  <a:lnTo>
                    <a:pt x="360561" y="304878"/>
                  </a:lnTo>
                  <a:lnTo>
                    <a:pt x="359216" y="303535"/>
                  </a:lnTo>
                  <a:lnTo>
                    <a:pt x="352489" y="304878"/>
                  </a:lnTo>
                  <a:lnTo>
                    <a:pt x="348453" y="302192"/>
                  </a:lnTo>
                  <a:lnTo>
                    <a:pt x="348453" y="296820"/>
                  </a:lnTo>
                  <a:lnTo>
                    <a:pt x="344416" y="296820"/>
                  </a:lnTo>
                  <a:lnTo>
                    <a:pt x="341726" y="298163"/>
                  </a:lnTo>
                  <a:lnTo>
                    <a:pt x="337690" y="296820"/>
                  </a:lnTo>
                  <a:lnTo>
                    <a:pt x="336344" y="292791"/>
                  </a:lnTo>
                  <a:lnTo>
                    <a:pt x="333653" y="291448"/>
                  </a:lnTo>
                  <a:lnTo>
                    <a:pt x="329617" y="292791"/>
                  </a:lnTo>
                  <a:lnTo>
                    <a:pt x="326927" y="292791"/>
                  </a:lnTo>
                  <a:lnTo>
                    <a:pt x="326927" y="287418"/>
                  </a:lnTo>
                  <a:lnTo>
                    <a:pt x="325581" y="283389"/>
                  </a:lnTo>
                  <a:lnTo>
                    <a:pt x="325581" y="279360"/>
                  </a:lnTo>
                  <a:lnTo>
                    <a:pt x="329617" y="278017"/>
                  </a:lnTo>
                  <a:lnTo>
                    <a:pt x="334999" y="269958"/>
                  </a:lnTo>
                  <a:lnTo>
                    <a:pt x="337690" y="269958"/>
                  </a:lnTo>
                  <a:lnTo>
                    <a:pt x="341726" y="265929"/>
                  </a:lnTo>
                  <a:lnTo>
                    <a:pt x="340380" y="263243"/>
                  </a:lnTo>
                  <a:lnTo>
                    <a:pt x="333653" y="255185"/>
                  </a:lnTo>
                  <a:lnTo>
                    <a:pt x="329617" y="253842"/>
                  </a:lnTo>
                  <a:lnTo>
                    <a:pt x="325581" y="253842"/>
                  </a:lnTo>
                  <a:lnTo>
                    <a:pt x="317509" y="257871"/>
                  </a:lnTo>
                  <a:lnTo>
                    <a:pt x="312127" y="257871"/>
                  </a:lnTo>
                  <a:lnTo>
                    <a:pt x="308091" y="255185"/>
                  </a:lnTo>
                  <a:lnTo>
                    <a:pt x="304055" y="255185"/>
                  </a:lnTo>
                  <a:lnTo>
                    <a:pt x="287911" y="261900"/>
                  </a:lnTo>
                  <a:lnTo>
                    <a:pt x="286565" y="264586"/>
                  </a:lnTo>
                  <a:lnTo>
                    <a:pt x="289256" y="267272"/>
                  </a:lnTo>
                  <a:lnTo>
                    <a:pt x="294638" y="272645"/>
                  </a:lnTo>
                  <a:lnTo>
                    <a:pt x="294638" y="273988"/>
                  </a:lnTo>
                  <a:lnTo>
                    <a:pt x="289256" y="273988"/>
                  </a:lnTo>
                  <a:lnTo>
                    <a:pt x="285220" y="273988"/>
                  </a:lnTo>
                  <a:lnTo>
                    <a:pt x="283874" y="271302"/>
                  </a:lnTo>
                  <a:lnTo>
                    <a:pt x="278493" y="268615"/>
                  </a:lnTo>
                  <a:lnTo>
                    <a:pt x="269075" y="267272"/>
                  </a:lnTo>
                  <a:lnTo>
                    <a:pt x="259658" y="268615"/>
                  </a:lnTo>
                  <a:lnTo>
                    <a:pt x="255622" y="271302"/>
                  </a:lnTo>
                  <a:lnTo>
                    <a:pt x="255622" y="273988"/>
                  </a:lnTo>
                  <a:lnTo>
                    <a:pt x="250240" y="273988"/>
                  </a:lnTo>
                  <a:lnTo>
                    <a:pt x="248895" y="272645"/>
                  </a:lnTo>
                  <a:lnTo>
                    <a:pt x="244859" y="272645"/>
                  </a:lnTo>
                  <a:lnTo>
                    <a:pt x="238132" y="276674"/>
                  </a:lnTo>
                  <a:lnTo>
                    <a:pt x="238132" y="280703"/>
                  </a:lnTo>
                  <a:lnTo>
                    <a:pt x="234096" y="282046"/>
                  </a:lnTo>
                  <a:lnTo>
                    <a:pt x="226023" y="284732"/>
                  </a:lnTo>
                  <a:lnTo>
                    <a:pt x="220642" y="288762"/>
                  </a:lnTo>
                  <a:lnTo>
                    <a:pt x="217951" y="288762"/>
                  </a:lnTo>
                  <a:lnTo>
                    <a:pt x="219296" y="287418"/>
                  </a:lnTo>
                  <a:lnTo>
                    <a:pt x="220642" y="284732"/>
                  </a:lnTo>
                  <a:lnTo>
                    <a:pt x="216606" y="286075"/>
                  </a:lnTo>
                  <a:lnTo>
                    <a:pt x="211224" y="292791"/>
                  </a:lnTo>
                  <a:lnTo>
                    <a:pt x="211224" y="294134"/>
                  </a:lnTo>
                  <a:lnTo>
                    <a:pt x="219296" y="302192"/>
                  </a:lnTo>
                  <a:lnTo>
                    <a:pt x="226023" y="312937"/>
                  </a:lnTo>
                  <a:lnTo>
                    <a:pt x="232750" y="315623"/>
                  </a:lnTo>
                  <a:lnTo>
                    <a:pt x="238132" y="322338"/>
                  </a:lnTo>
                  <a:lnTo>
                    <a:pt x="243513" y="325025"/>
                  </a:lnTo>
                  <a:lnTo>
                    <a:pt x="246204" y="331740"/>
                  </a:lnTo>
                  <a:lnTo>
                    <a:pt x="251585" y="333083"/>
                  </a:lnTo>
                  <a:lnTo>
                    <a:pt x="256967" y="335769"/>
                  </a:lnTo>
                  <a:lnTo>
                    <a:pt x="255622" y="338455"/>
                  </a:lnTo>
                  <a:lnTo>
                    <a:pt x="246204" y="338455"/>
                  </a:lnTo>
                  <a:lnTo>
                    <a:pt x="246204" y="333083"/>
                  </a:lnTo>
                  <a:lnTo>
                    <a:pt x="239477" y="329054"/>
                  </a:lnTo>
                  <a:lnTo>
                    <a:pt x="236786" y="326368"/>
                  </a:lnTo>
                  <a:lnTo>
                    <a:pt x="234096" y="326368"/>
                  </a:lnTo>
                  <a:lnTo>
                    <a:pt x="228714" y="331740"/>
                  </a:lnTo>
                  <a:lnTo>
                    <a:pt x="224678" y="331740"/>
                  </a:lnTo>
                  <a:lnTo>
                    <a:pt x="221987" y="327711"/>
                  </a:lnTo>
                  <a:lnTo>
                    <a:pt x="226023" y="322338"/>
                  </a:lnTo>
                  <a:lnTo>
                    <a:pt x="226023" y="319652"/>
                  </a:lnTo>
                  <a:lnTo>
                    <a:pt x="221987" y="320995"/>
                  </a:lnTo>
                  <a:lnTo>
                    <a:pt x="217951" y="326368"/>
                  </a:lnTo>
                  <a:lnTo>
                    <a:pt x="219296" y="337112"/>
                  </a:lnTo>
                  <a:lnTo>
                    <a:pt x="220642" y="338455"/>
                  </a:lnTo>
                  <a:lnTo>
                    <a:pt x="220642" y="342485"/>
                  </a:lnTo>
                  <a:lnTo>
                    <a:pt x="215260" y="347857"/>
                  </a:lnTo>
                  <a:lnTo>
                    <a:pt x="211224" y="354572"/>
                  </a:lnTo>
                  <a:lnTo>
                    <a:pt x="209879" y="361288"/>
                  </a:lnTo>
                  <a:lnTo>
                    <a:pt x="209879" y="368003"/>
                  </a:lnTo>
                  <a:lnTo>
                    <a:pt x="219296" y="378748"/>
                  </a:lnTo>
                  <a:lnTo>
                    <a:pt x="227369" y="381434"/>
                  </a:lnTo>
                  <a:lnTo>
                    <a:pt x="232750" y="388149"/>
                  </a:lnTo>
                  <a:lnTo>
                    <a:pt x="236786" y="388149"/>
                  </a:lnTo>
                  <a:lnTo>
                    <a:pt x="243513" y="382777"/>
                  </a:lnTo>
                  <a:lnTo>
                    <a:pt x="250240" y="381434"/>
                  </a:lnTo>
                  <a:lnTo>
                    <a:pt x="256967" y="384120"/>
                  </a:lnTo>
                  <a:lnTo>
                    <a:pt x="267730" y="385463"/>
                  </a:lnTo>
                  <a:lnTo>
                    <a:pt x="273112" y="388149"/>
                  </a:lnTo>
                  <a:lnTo>
                    <a:pt x="274457" y="394865"/>
                  </a:lnTo>
                  <a:lnTo>
                    <a:pt x="277148" y="396208"/>
                  </a:lnTo>
                  <a:lnTo>
                    <a:pt x="279838" y="393522"/>
                  </a:lnTo>
                  <a:lnTo>
                    <a:pt x="278493" y="386806"/>
                  </a:lnTo>
                  <a:lnTo>
                    <a:pt x="281184" y="384120"/>
                  </a:lnTo>
                  <a:lnTo>
                    <a:pt x="286565" y="386806"/>
                  </a:lnTo>
                  <a:lnTo>
                    <a:pt x="286565" y="389492"/>
                  </a:lnTo>
                  <a:lnTo>
                    <a:pt x="281184" y="396208"/>
                  </a:lnTo>
                  <a:lnTo>
                    <a:pt x="281184" y="400237"/>
                  </a:lnTo>
                  <a:lnTo>
                    <a:pt x="283874" y="400237"/>
                  </a:lnTo>
                  <a:lnTo>
                    <a:pt x="290601" y="394865"/>
                  </a:lnTo>
                  <a:lnTo>
                    <a:pt x="291947" y="392178"/>
                  </a:lnTo>
                  <a:lnTo>
                    <a:pt x="300019" y="389492"/>
                  </a:lnTo>
                  <a:lnTo>
                    <a:pt x="310782" y="382777"/>
                  </a:lnTo>
                  <a:lnTo>
                    <a:pt x="318854" y="382777"/>
                  </a:lnTo>
                  <a:lnTo>
                    <a:pt x="321545" y="377405"/>
                  </a:lnTo>
                  <a:lnTo>
                    <a:pt x="324236" y="377405"/>
                  </a:lnTo>
                  <a:lnTo>
                    <a:pt x="325581" y="380091"/>
                  </a:lnTo>
                  <a:lnTo>
                    <a:pt x="328272" y="381434"/>
                  </a:lnTo>
                  <a:lnTo>
                    <a:pt x="336344" y="376062"/>
                  </a:lnTo>
                  <a:lnTo>
                    <a:pt x="343071" y="376062"/>
                  </a:lnTo>
                  <a:lnTo>
                    <a:pt x="345762" y="373375"/>
                  </a:lnTo>
                  <a:lnTo>
                    <a:pt x="343071" y="377405"/>
                  </a:lnTo>
                  <a:lnTo>
                    <a:pt x="337690" y="381434"/>
                  </a:lnTo>
                  <a:lnTo>
                    <a:pt x="337690" y="384120"/>
                  </a:lnTo>
                  <a:lnTo>
                    <a:pt x="340380" y="385463"/>
                  </a:lnTo>
                  <a:lnTo>
                    <a:pt x="336344" y="393522"/>
                  </a:lnTo>
                  <a:lnTo>
                    <a:pt x="328272" y="394865"/>
                  </a:lnTo>
                  <a:lnTo>
                    <a:pt x="326927" y="392178"/>
                  </a:lnTo>
                  <a:lnTo>
                    <a:pt x="322890" y="392178"/>
                  </a:lnTo>
                  <a:lnTo>
                    <a:pt x="316164" y="397551"/>
                  </a:lnTo>
                  <a:lnTo>
                    <a:pt x="316164" y="398894"/>
                  </a:lnTo>
                  <a:lnTo>
                    <a:pt x="322890" y="400237"/>
                  </a:lnTo>
                  <a:lnTo>
                    <a:pt x="325581" y="402923"/>
                  </a:lnTo>
                  <a:lnTo>
                    <a:pt x="325581" y="409638"/>
                  </a:lnTo>
                  <a:lnTo>
                    <a:pt x="316164" y="419040"/>
                  </a:lnTo>
                  <a:lnTo>
                    <a:pt x="314818" y="425755"/>
                  </a:lnTo>
                  <a:lnTo>
                    <a:pt x="313473" y="429785"/>
                  </a:lnTo>
                  <a:lnTo>
                    <a:pt x="312127" y="432471"/>
                  </a:lnTo>
                  <a:lnTo>
                    <a:pt x="313473" y="435157"/>
                  </a:lnTo>
                  <a:lnTo>
                    <a:pt x="313473" y="439186"/>
                  </a:lnTo>
                  <a:lnTo>
                    <a:pt x="312127" y="444559"/>
                  </a:lnTo>
                  <a:lnTo>
                    <a:pt x="306746" y="449931"/>
                  </a:lnTo>
                  <a:lnTo>
                    <a:pt x="302710" y="453960"/>
                  </a:lnTo>
                  <a:lnTo>
                    <a:pt x="297328" y="452617"/>
                  </a:lnTo>
                  <a:lnTo>
                    <a:pt x="294638" y="455303"/>
                  </a:lnTo>
                  <a:lnTo>
                    <a:pt x="289256" y="459332"/>
                  </a:lnTo>
                  <a:lnTo>
                    <a:pt x="285220" y="460675"/>
                  </a:lnTo>
                  <a:lnTo>
                    <a:pt x="279838" y="460675"/>
                  </a:lnTo>
                  <a:lnTo>
                    <a:pt x="271766" y="455303"/>
                  </a:lnTo>
                  <a:lnTo>
                    <a:pt x="270421" y="456646"/>
                  </a:lnTo>
                  <a:lnTo>
                    <a:pt x="267730" y="453960"/>
                  </a:lnTo>
                  <a:lnTo>
                    <a:pt x="263694" y="449931"/>
                  </a:lnTo>
                  <a:lnTo>
                    <a:pt x="262348" y="449931"/>
                  </a:lnTo>
                  <a:lnTo>
                    <a:pt x="256967" y="456646"/>
                  </a:lnTo>
                  <a:lnTo>
                    <a:pt x="251585" y="460675"/>
                  </a:lnTo>
                  <a:lnTo>
                    <a:pt x="247549" y="466048"/>
                  </a:lnTo>
                  <a:lnTo>
                    <a:pt x="236786" y="470077"/>
                  </a:lnTo>
                  <a:lnTo>
                    <a:pt x="234096" y="472763"/>
                  </a:lnTo>
                  <a:lnTo>
                    <a:pt x="228714" y="472763"/>
                  </a:lnTo>
                  <a:lnTo>
                    <a:pt x="224678" y="471420"/>
                  </a:lnTo>
                  <a:lnTo>
                    <a:pt x="216606" y="471420"/>
                  </a:lnTo>
                  <a:lnTo>
                    <a:pt x="209879" y="475449"/>
                  </a:lnTo>
                  <a:lnTo>
                    <a:pt x="204497" y="476792"/>
                  </a:lnTo>
                  <a:lnTo>
                    <a:pt x="200461" y="479478"/>
                  </a:lnTo>
                  <a:lnTo>
                    <a:pt x="200461" y="486194"/>
                  </a:lnTo>
                  <a:lnTo>
                    <a:pt x="196425" y="494252"/>
                  </a:lnTo>
                  <a:lnTo>
                    <a:pt x="192389" y="498282"/>
                  </a:lnTo>
                  <a:lnTo>
                    <a:pt x="192389" y="494252"/>
                  </a:lnTo>
                  <a:lnTo>
                    <a:pt x="187007" y="488880"/>
                  </a:lnTo>
                  <a:lnTo>
                    <a:pt x="178935" y="487537"/>
                  </a:lnTo>
                  <a:lnTo>
                    <a:pt x="176244" y="490223"/>
                  </a:lnTo>
                  <a:lnTo>
                    <a:pt x="176244" y="494252"/>
                  </a:lnTo>
                  <a:lnTo>
                    <a:pt x="180280" y="496938"/>
                  </a:lnTo>
                  <a:lnTo>
                    <a:pt x="177590" y="500968"/>
                  </a:lnTo>
                  <a:lnTo>
                    <a:pt x="174899" y="500968"/>
                  </a:lnTo>
                  <a:lnTo>
                    <a:pt x="173554" y="495595"/>
                  </a:lnTo>
                  <a:lnTo>
                    <a:pt x="168172" y="490223"/>
                  </a:lnTo>
                  <a:lnTo>
                    <a:pt x="166827" y="490223"/>
                  </a:lnTo>
                  <a:lnTo>
                    <a:pt x="158754" y="498282"/>
                  </a:lnTo>
                  <a:lnTo>
                    <a:pt x="156064" y="504997"/>
                  </a:lnTo>
                  <a:lnTo>
                    <a:pt x="153373" y="506340"/>
                  </a:lnTo>
                  <a:lnTo>
                    <a:pt x="150682" y="506340"/>
                  </a:lnTo>
                  <a:lnTo>
                    <a:pt x="138574" y="517085"/>
                  </a:lnTo>
                  <a:lnTo>
                    <a:pt x="137228" y="523800"/>
                  </a:lnTo>
                  <a:lnTo>
                    <a:pt x="134538" y="526486"/>
                  </a:lnTo>
                  <a:lnTo>
                    <a:pt x="129156" y="527829"/>
                  </a:lnTo>
                  <a:lnTo>
                    <a:pt x="123775" y="525143"/>
                  </a:lnTo>
                  <a:lnTo>
                    <a:pt x="122429" y="526486"/>
                  </a:lnTo>
                  <a:lnTo>
                    <a:pt x="127811" y="533202"/>
                  </a:lnTo>
                  <a:lnTo>
                    <a:pt x="126465" y="535888"/>
                  </a:lnTo>
                  <a:lnTo>
                    <a:pt x="123775" y="537231"/>
                  </a:lnTo>
                  <a:lnTo>
                    <a:pt x="121084" y="531859"/>
                  </a:lnTo>
                  <a:lnTo>
                    <a:pt x="118393" y="533202"/>
                  </a:lnTo>
                  <a:lnTo>
                    <a:pt x="115702" y="537231"/>
                  </a:lnTo>
                  <a:lnTo>
                    <a:pt x="110321" y="545289"/>
                  </a:lnTo>
                  <a:lnTo>
                    <a:pt x="110321" y="547975"/>
                  </a:lnTo>
                  <a:lnTo>
                    <a:pt x="114357" y="554691"/>
                  </a:lnTo>
                  <a:lnTo>
                    <a:pt x="115702" y="561406"/>
                  </a:lnTo>
                  <a:lnTo>
                    <a:pt x="114357" y="565435"/>
                  </a:lnTo>
                  <a:lnTo>
                    <a:pt x="111666" y="569465"/>
                  </a:lnTo>
                  <a:lnTo>
                    <a:pt x="113012" y="574837"/>
                  </a:lnTo>
                  <a:lnTo>
                    <a:pt x="115702" y="573494"/>
                  </a:lnTo>
                  <a:lnTo>
                    <a:pt x="118393" y="569465"/>
                  </a:lnTo>
                  <a:lnTo>
                    <a:pt x="119739" y="572151"/>
                  </a:lnTo>
                  <a:lnTo>
                    <a:pt x="121084" y="578866"/>
                  </a:lnTo>
                  <a:lnTo>
                    <a:pt x="118393" y="581552"/>
                  </a:lnTo>
                  <a:lnTo>
                    <a:pt x="117048" y="582895"/>
                  </a:lnTo>
                  <a:lnTo>
                    <a:pt x="118393" y="585582"/>
                  </a:lnTo>
                  <a:lnTo>
                    <a:pt x="121084" y="584238"/>
                  </a:lnTo>
                  <a:lnTo>
                    <a:pt x="123775" y="582895"/>
                  </a:lnTo>
                  <a:lnTo>
                    <a:pt x="126465" y="582895"/>
                  </a:lnTo>
                  <a:lnTo>
                    <a:pt x="129156" y="584238"/>
                  </a:lnTo>
                  <a:lnTo>
                    <a:pt x="129156" y="586925"/>
                  </a:lnTo>
                  <a:lnTo>
                    <a:pt x="134538" y="588268"/>
                  </a:lnTo>
                  <a:lnTo>
                    <a:pt x="138574" y="590954"/>
                  </a:lnTo>
                  <a:lnTo>
                    <a:pt x="143955" y="590954"/>
                  </a:lnTo>
                  <a:lnTo>
                    <a:pt x="147991" y="586925"/>
                  </a:lnTo>
                  <a:lnTo>
                    <a:pt x="150682" y="577523"/>
                  </a:lnTo>
                  <a:lnTo>
                    <a:pt x="153373" y="573494"/>
                  </a:lnTo>
                  <a:lnTo>
                    <a:pt x="162791" y="573494"/>
                  </a:lnTo>
                  <a:lnTo>
                    <a:pt x="166827" y="570808"/>
                  </a:lnTo>
                  <a:lnTo>
                    <a:pt x="162791" y="576180"/>
                  </a:lnTo>
                  <a:lnTo>
                    <a:pt x="158754" y="576180"/>
                  </a:lnTo>
                  <a:lnTo>
                    <a:pt x="150682" y="584238"/>
                  </a:lnTo>
                  <a:lnTo>
                    <a:pt x="149337" y="589611"/>
                  </a:lnTo>
                  <a:lnTo>
                    <a:pt x="145301" y="593640"/>
                  </a:lnTo>
                  <a:lnTo>
                    <a:pt x="150682" y="599012"/>
                  </a:lnTo>
                  <a:lnTo>
                    <a:pt x="150682" y="601698"/>
                  </a:lnTo>
                  <a:lnTo>
                    <a:pt x="143955" y="604385"/>
                  </a:lnTo>
                  <a:lnTo>
                    <a:pt x="142610" y="601698"/>
                  </a:lnTo>
                  <a:lnTo>
                    <a:pt x="142610" y="599012"/>
                  </a:lnTo>
                  <a:lnTo>
                    <a:pt x="139919" y="596326"/>
                  </a:lnTo>
                  <a:lnTo>
                    <a:pt x="134538" y="596326"/>
                  </a:lnTo>
                  <a:lnTo>
                    <a:pt x="133192" y="592297"/>
                  </a:lnTo>
                  <a:lnTo>
                    <a:pt x="125120" y="590954"/>
                  </a:lnTo>
                  <a:lnTo>
                    <a:pt x="123775" y="586925"/>
                  </a:lnTo>
                  <a:lnTo>
                    <a:pt x="118393" y="590954"/>
                  </a:lnTo>
                  <a:lnTo>
                    <a:pt x="114357" y="590954"/>
                  </a:lnTo>
                  <a:lnTo>
                    <a:pt x="113012" y="594983"/>
                  </a:lnTo>
                  <a:lnTo>
                    <a:pt x="108975" y="597669"/>
                  </a:lnTo>
                  <a:lnTo>
                    <a:pt x="103594" y="597669"/>
                  </a:lnTo>
                  <a:lnTo>
                    <a:pt x="103594" y="600355"/>
                  </a:lnTo>
                  <a:lnTo>
                    <a:pt x="106285" y="604385"/>
                  </a:lnTo>
                  <a:lnTo>
                    <a:pt x="107630" y="604385"/>
                  </a:lnTo>
                  <a:lnTo>
                    <a:pt x="104939" y="608414"/>
                  </a:lnTo>
                  <a:lnTo>
                    <a:pt x="103594" y="616472"/>
                  </a:lnTo>
                  <a:lnTo>
                    <a:pt x="106285" y="620502"/>
                  </a:lnTo>
                  <a:lnTo>
                    <a:pt x="108975" y="620502"/>
                  </a:lnTo>
                  <a:lnTo>
                    <a:pt x="110321" y="629903"/>
                  </a:lnTo>
                  <a:lnTo>
                    <a:pt x="110321" y="632589"/>
                  </a:lnTo>
                  <a:lnTo>
                    <a:pt x="110321" y="636618"/>
                  </a:lnTo>
                  <a:lnTo>
                    <a:pt x="115702" y="640648"/>
                  </a:lnTo>
                  <a:lnTo>
                    <a:pt x="115702" y="641991"/>
                  </a:lnTo>
                  <a:lnTo>
                    <a:pt x="110321" y="643334"/>
                  </a:lnTo>
                  <a:lnTo>
                    <a:pt x="107630" y="646020"/>
                  </a:lnTo>
                  <a:lnTo>
                    <a:pt x="125120" y="654079"/>
                  </a:lnTo>
                  <a:lnTo>
                    <a:pt x="131847" y="654079"/>
                  </a:lnTo>
                  <a:lnTo>
                    <a:pt x="139919" y="650049"/>
                  </a:lnTo>
                  <a:lnTo>
                    <a:pt x="143955" y="648706"/>
                  </a:lnTo>
                  <a:lnTo>
                    <a:pt x="146646" y="651392"/>
                  </a:lnTo>
                  <a:lnTo>
                    <a:pt x="149337" y="650049"/>
                  </a:lnTo>
                  <a:lnTo>
                    <a:pt x="156064" y="640648"/>
                  </a:lnTo>
                  <a:lnTo>
                    <a:pt x="157409" y="636618"/>
                  </a:lnTo>
                  <a:lnTo>
                    <a:pt x="154718" y="632589"/>
                  </a:lnTo>
                  <a:lnTo>
                    <a:pt x="154718" y="631246"/>
                  </a:lnTo>
                  <a:lnTo>
                    <a:pt x="161445" y="627217"/>
                  </a:lnTo>
                  <a:lnTo>
                    <a:pt x="168172" y="621845"/>
                  </a:lnTo>
                  <a:lnTo>
                    <a:pt x="180280" y="613786"/>
                  </a:lnTo>
                  <a:lnTo>
                    <a:pt x="184317" y="615129"/>
                  </a:lnTo>
                  <a:lnTo>
                    <a:pt x="178935" y="615129"/>
                  </a:lnTo>
                  <a:lnTo>
                    <a:pt x="168172" y="625874"/>
                  </a:lnTo>
                  <a:lnTo>
                    <a:pt x="161445" y="629903"/>
                  </a:lnTo>
                  <a:lnTo>
                    <a:pt x="161445" y="632589"/>
                  </a:lnTo>
                  <a:lnTo>
                    <a:pt x="165481" y="636618"/>
                  </a:lnTo>
                  <a:lnTo>
                    <a:pt x="165481" y="639305"/>
                  </a:lnTo>
                  <a:lnTo>
                    <a:pt x="161445" y="647363"/>
                  </a:lnTo>
                  <a:lnTo>
                    <a:pt x="156064" y="651392"/>
                  </a:lnTo>
                  <a:lnTo>
                    <a:pt x="154718" y="656765"/>
                  </a:lnTo>
                  <a:lnTo>
                    <a:pt x="156064" y="663480"/>
                  </a:lnTo>
                  <a:lnTo>
                    <a:pt x="154718" y="667509"/>
                  </a:lnTo>
                  <a:lnTo>
                    <a:pt x="154718" y="670195"/>
                  </a:lnTo>
                  <a:lnTo>
                    <a:pt x="154718" y="674225"/>
                  </a:lnTo>
                  <a:lnTo>
                    <a:pt x="156064" y="680940"/>
                  </a:lnTo>
                  <a:lnTo>
                    <a:pt x="147991" y="682283"/>
                  </a:lnTo>
                  <a:lnTo>
                    <a:pt x="145301" y="684969"/>
                  </a:lnTo>
                  <a:lnTo>
                    <a:pt x="143955" y="688998"/>
                  </a:lnTo>
                  <a:lnTo>
                    <a:pt x="141265" y="688998"/>
                  </a:lnTo>
                  <a:lnTo>
                    <a:pt x="139919" y="690342"/>
                  </a:lnTo>
                  <a:lnTo>
                    <a:pt x="141265" y="695714"/>
                  </a:lnTo>
                  <a:lnTo>
                    <a:pt x="141265" y="699743"/>
                  </a:lnTo>
                  <a:lnTo>
                    <a:pt x="143955" y="701086"/>
                  </a:lnTo>
                  <a:lnTo>
                    <a:pt x="149337" y="699743"/>
                  </a:lnTo>
                  <a:lnTo>
                    <a:pt x="152028" y="699743"/>
                  </a:lnTo>
                  <a:lnTo>
                    <a:pt x="153373" y="702429"/>
                  </a:lnTo>
                  <a:lnTo>
                    <a:pt x="150682" y="705115"/>
                  </a:lnTo>
                  <a:lnTo>
                    <a:pt x="143955" y="705115"/>
                  </a:lnTo>
                  <a:lnTo>
                    <a:pt x="142610" y="707802"/>
                  </a:lnTo>
                  <a:lnTo>
                    <a:pt x="143955" y="710488"/>
                  </a:lnTo>
                  <a:lnTo>
                    <a:pt x="142610" y="713174"/>
                  </a:lnTo>
                  <a:lnTo>
                    <a:pt x="143955" y="717203"/>
                  </a:lnTo>
                  <a:lnTo>
                    <a:pt x="141265" y="718546"/>
                  </a:lnTo>
                  <a:lnTo>
                    <a:pt x="137228" y="719889"/>
                  </a:lnTo>
                  <a:lnTo>
                    <a:pt x="131847" y="722575"/>
                  </a:lnTo>
                  <a:lnTo>
                    <a:pt x="129156" y="721232"/>
                  </a:lnTo>
                  <a:lnTo>
                    <a:pt x="127811" y="722575"/>
                  </a:lnTo>
                  <a:lnTo>
                    <a:pt x="130502" y="725262"/>
                  </a:lnTo>
                  <a:lnTo>
                    <a:pt x="134538" y="726605"/>
                  </a:lnTo>
                  <a:lnTo>
                    <a:pt x="138574" y="727948"/>
                  </a:lnTo>
                  <a:lnTo>
                    <a:pt x="143955" y="722575"/>
                  </a:lnTo>
                  <a:lnTo>
                    <a:pt x="154718" y="715860"/>
                  </a:lnTo>
                  <a:lnTo>
                    <a:pt x="157409" y="717203"/>
                  </a:lnTo>
                  <a:lnTo>
                    <a:pt x="161445" y="717203"/>
                  </a:lnTo>
                  <a:lnTo>
                    <a:pt x="164136" y="713174"/>
                  </a:lnTo>
                  <a:lnTo>
                    <a:pt x="172208" y="710488"/>
                  </a:lnTo>
                  <a:lnTo>
                    <a:pt x="172208" y="713174"/>
                  </a:lnTo>
                  <a:lnTo>
                    <a:pt x="168172" y="715860"/>
                  </a:lnTo>
                  <a:lnTo>
                    <a:pt x="168172" y="717203"/>
                  </a:lnTo>
                  <a:lnTo>
                    <a:pt x="172208" y="719889"/>
                  </a:lnTo>
                  <a:lnTo>
                    <a:pt x="173554" y="723918"/>
                  </a:lnTo>
                  <a:lnTo>
                    <a:pt x="172208" y="726605"/>
                  </a:lnTo>
                  <a:lnTo>
                    <a:pt x="176244" y="729291"/>
                  </a:lnTo>
                  <a:lnTo>
                    <a:pt x="180280" y="726605"/>
                  </a:lnTo>
                  <a:lnTo>
                    <a:pt x="182971" y="722575"/>
                  </a:lnTo>
                  <a:lnTo>
                    <a:pt x="184317" y="725262"/>
                  </a:lnTo>
                  <a:lnTo>
                    <a:pt x="182971" y="726605"/>
                  </a:lnTo>
                  <a:lnTo>
                    <a:pt x="185662" y="733320"/>
                  </a:lnTo>
                  <a:lnTo>
                    <a:pt x="188353" y="741379"/>
                  </a:lnTo>
                  <a:lnTo>
                    <a:pt x="187007" y="745408"/>
                  </a:lnTo>
                  <a:lnTo>
                    <a:pt x="188353" y="752123"/>
                  </a:lnTo>
                  <a:lnTo>
                    <a:pt x="192389" y="753466"/>
                  </a:lnTo>
                  <a:lnTo>
                    <a:pt x="195080" y="746751"/>
                  </a:lnTo>
                  <a:lnTo>
                    <a:pt x="193734" y="741379"/>
                  </a:lnTo>
                  <a:lnTo>
                    <a:pt x="199116" y="734663"/>
                  </a:lnTo>
                  <a:lnTo>
                    <a:pt x="199116" y="729291"/>
                  </a:lnTo>
                  <a:lnTo>
                    <a:pt x="204497" y="725262"/>
                  </a:lnTo>
                  <a:lnTo>
                    <a:pt x="207188" y="725262"/>
                  </a:lnTo>
                  <a:lnTo>
                    <a:pt x="211224" y="721232"/>
                  </a:lnTo>
                  <a:lnTo>
                    <a:pt x="219296" y="721232"/>
                  </a:lnTo>
                  <a:lnTo>
                    <a:pt x="212570" y="723918"/>
                  </a:lnTo>
                  <a:lnTo>
                    <a:pt x="205843" y="731977"/>
                  </a:lnTo>
                  <a:lnTo>
                    <a:pt x="205843" y="734663"/>
                  </a:lnTo>
                  <a:lnTo>
                    <a:pt x="211224" y="741379"/>
                  </a:lnTo>
                  <a:lnTo>
                    <a:pt x="215260" y="742722"/>
                  </a:lnTo>
                  <a:lnTo>
                    <a:pt x="221987" y="738692"/>
                  </a:lnTo>
                  <a:lnTo>
                    <a:pt x="232750" y="737349"/>
                  </a:lnTo>
                  <a:lnTo>
                    <a:pt x="238132" y="733320"/>
                  </a:lnTo>
                  <a:lnTo>
                    <a:pt x="240822" y="733320"/>
                  </a:lnTo>
                  <a:lnTo>
                    <a:pt x="250240" y="729291"/>
                  </a:lnTo>
                  <a:lnTo>
                    <a:pt x="252931" y="729291"/>
                  </a:lnTo>
                  <a:lnTo>
                    <a:pt x="250240" y="730634"/>
                  </a:lnTo>
                  <a:lnTo>
                    <a:pt x="243513" y="737349"/>
                  </a:lnTo>
                  <a:lnTo>
                    <a:pt x="243513" y="740035"/>
                  </a:lnTo>
                  <a:lnTo>
                    <a:pt x="240822" y="744065"/>
                  </a:lnTo>
                  <a:lnTo>
                    <a:pt x="226023" y="750780"/>
                  </a:lnTo>
                  <a:lnTo>
                    <a:pt x="219296" y="756152"/>
                  </a:lnTo>
                  <a:lnTo>
                    <a:pt x="215260" y="764211"/>
                  </a:lnTo>
                  <a:lnTo>
                    <a:pt x="215260" y="769583"/>
                  </a:lnTo>
                  <a:lnTo>
                    <a:pt x="216606" y="773612"/>
                  </a:lnTo>
                  <a:lnTo>
                    <a:pt x="221987" y="777642"/>
                  </a:lnTo>
                  <a:lnTo>
                    <a:pt x="212570" y="776298"/>
                  </a:lnTo>
                  <a:lnTo>
                    <a:pt x="209879" y="776298"/>
                  </a:lnTo>
                  <a:lnTo>
                    <a:pt x="204497" y="783014"/>
                  </a:lnTo>
                  <a:lnTo>
                    <a:pt x="203152" y="789729"/>
                  </a:lnTo>
                  <a:lnTo>
                    <a:pt x="196425" y="796445"/>
                  </a:lnTo>
                  <a:lnTo>
                    <a:pt x="193734" y="801817"/>
                  </a:lnTo>
                  <a:lnTo>
                    <a:pt x="195080" y="804503"/>
                  </a:lnTo>
                  <a:lnTo>
                    <a:pt x="196425" y="805846"/>
                  </a:lnTo>
                  <a:lnTo>
                    <a:pt x="196425" y="809875"/>
                  </a:lnTo>
                  <a:lnTo>
                    <a:pt x="192389" y="808532"/>
                  </a:lnTo>
                  <a:lnTo>
                    <a:pt x="191043" y="805846"/>
                  </a:lnTo>
                  <a:lnTo>
                    <a:pt x="188353" y="804503"/>
                  </a:lnTo>
                  <a:lnTo>
                    <a:pt x="184317" y="809875"/>
                  </a:lnTo>
                  <a:lnTo>
                    <a:pt x="176244" y="813905"/>
                  </a:lnTo>
                  <a:lnTo>
                    <a:pt x="178935" y="816591"/>
                  </a:lnTo>
                  <a:lnTo>
                    <a:pt x="177590" y="820620"/>
                  </a:lnTo>
                  <a:lnTo>
                    <a:pt x="173554" y="820620"/>
                  </a:lnTo>
                  <a:lnTo>
                    <a:pt x="172208" y="817934"/>
                  </a:lnTo>
                  <a:lnTo>
                    <a:pt x="169517" y="819277"/>
                  </a:lnTo>
                  <a:lnTo>
                    <a:pt x="157409" y="828679"/>
                  </a:lnTo>
                  <a:lnTo>
                    <a:pt x="154718" y="834051"/>
                  </a:lnTo>
                  <a:lnTo>
                    <a:pt x="156064" y="836737"/>
                  </a:lnTo>
                  <a:lnTo>
                    <a:pt x="153373" y="839423"/>
                  </a:lnTo>
                  <a:lnTo>
                    <a:pt x="149337" y="836737"/>
                  </a:lnTo>
                  <a:lnTo>
                    <a:pt x="149337" y="832708"/>
                  </a:lnTo>
                  <a:lnTo>
                    <a:pt x="142610" y="835394"/>
                  </a:lnTo>
                  <a:lnTo>
                    <a:pt x="135883" y="839423"/>
                  </a:lnTo>
                  <a:lnTo>
                    <a:pt x="131847" y="840766"/>
                  </a:lnTo>
                  <a:lnTo>
                    <a:pt x="130502" y="844795"/>
                  </a:lnTo>
                  <a:lnTo>
                    <a:pt x="126465" y="847482"/>
                  </a:lnTo>
                  <a:lnTo>
                    <a:pt x="119739" y="847482"/>
                  </a:lnTo>
                  <a:lnTo>
                    <a:pt x="111666" y="854197"/>
                  </a:lnTo>
                  <a:lnTo>
                    <a:pt x="100903" y="858226"/>
                  </a:lnTo>
                  <a:lnTo>
                    <a:pt x="91486" y="864942"/>
                  </a:lnTo>
                  <a:lnTo>
                    <a:pt x="88795" y="871657"/>
                  </a:lnTo>
                  <a:lnTo>
                    <a:pt x="88795" y="874343"/>
                  </a:lnTo>
                  <a:lnTo>
                    <a:pt x="90140" y="878372"/>
                  </a:lnTo>
                  <a:lnTo>
                    <a:pt x="90140" y="882402"/>
                  </a:lnTo>
                  <a:lnTo>
                    <a:pt x="88795" y="883745"/>
                  </a:lnTo>
                  <a:lnTo>
                    <a:pt x="86104" y="879715"/>
                  </a:lnTo>
                  <a:lnTo>
                    <a:pt x="83413" y="879715"/>
                  </a:lnTo>
                  <a:lnTo>
                    <a:pt x="82068" y="881059"/>
                  </a:lnTo>
                  <a:lnTo>
                    <a:pt x="83413" y="885088"/>
                  </a:lnTo>
                  <a:lnTo>
                    <a:pt x="80723" y="886431"/>
                  </a:lnTo>
                  <a:lnTo>
                    <a:pt x="76686" y="882402"/>
                  </a:lnTo>
                  <a:lnTo>
                    <a:pt x="76686" y="878372"/>
                  </a:lnTo>
                  <a:lnTo>
                    <a:pt x="79377" y="875686"/>
                  </a:lnTo>
                  <a:lnTo>
                    <a:pt x="75341" y="873000"/>
                  </a:lnTo>
                  <a:lnTo>
                    <a:pt x="71305" y="874343"/>
                  </a:lnTo>
                  <a:lnTo>
                    <a:pt x="68614" y="873000"/>
                  </a:lnTo>
                  <a:lnTo>
                    <a:pt x="63233" y="874343"/>
                  </a:lnTo>
                  <a:lnTo>
                    <a:pt x="55160" y="874343"/>
                  </a:lnTo>
                  <a:lnTo>
                    <a:pt x="51124" y="877029"/>
                  </a:lnTo>
                  <a:lnTo>
                    <a:pt x="47088" y="881059"/>
                  </a:lnTo>
                  <a:lnTo>
                    <a:pt x="40361" y="883745"/>
                  </a:lnTo>
                  <a:lnTo>
                    <a:pt x="34980" y="887774"/>
                  </a:lnTo>
                  <a:lnTo>
                    <a:pt x="28253" y="894489"/>
                  </a:lnTo>
                  <a:lnTo>
                    <a:pt x="29598" y="897175"/>
                  </a:lnTo>
                  <a:lnTo>
                    <a:pt x="28253" y="898518"/>
                  </a:lnTo>
                  <a:lnTo>
                    <a:pt x="25562" y="898518"/>
                  </a:lnTo>
                  <a:lnTo>
                    <a:pt x="18835" y="901205"/>
                  </a:lnTo>
                  <a:lnTo>
                    <a:pt x="16145" y="903891"/>
                  </a:lnTo>
                  <a:lnTo>
                    <a:pt x="14799" y="906577"/>
                  </a:lnTo>
                  <a:lnTo>
                    <a:pt x="13454" y="906577"/>
                  </a:lnTo>
                  <a:lnTo>
                    <a:pt x="8072" y="905234"/>
                  </a:lnTo>
                  <a:lnTo>
                    <a:pt x="4036" y="906577"/>
                  </a:lnTo>
                  <a:lnTo>
                    <a:pt x="1345" y="910606"/>
                  </a:lnTo>
                  <a:lnTo>
                    <a:pt x="0" y="915979"/>
                  </a:lnTo>
                  <a:lnTo>
                    <a:pt x="1345" y="918665"/>
                  </a:lnTo>
                  <a:lnTo>
                    <a:pt x="5382" y="917322"/>
                  </a:lnTo>
                  <a:lnTo>
                    <a:pt x="6727" y="914635"/>
                  </a:lnTo>
                  <a:lnTo>
                    <a:pt x="6727" y="910606"/>
                  </a:lnTo>
                  <a:lnTo>
                    <a:pt x="9418" y="909263"/>
                  </a:lnTo>
                  <a:lnTo>
                    <a:pt x="10763" y="910606"/>
                  </a:lnTo>
                  <a:lnTo>
                    <a:pt x="10763" y="914635"/>
                  </a:lnTo>
                  <a:lnTo>
                    <a:pt x="10763" y="915979"/>
                  </a:lnTo>
                  <a:lnTo>
                    <a:pt x="16145" y="915979"/>
                  </a:lnTo>
                  <a:lnTo>
                    <a:pt x="20181" y="907920"/>
                  </a:lnTo>
                  <a:lnTo>
                    <a:pt x="22871" y="906577"/>
                  </a:lnTo>
                  <a:lnTo>
                    <a:pt x="24217" y="910606"/>
                  </a:lnTo>
                  <a:lnTo>
                    <a:pt x="22871" y="913292"/>
                  </a:lnTo>
                  <a:lnTo>
                    <a:pt x="24217" y="914635"/>
                  </a:lnTo>
                  <a:lnTo>
                    <a:pt x="28253" y="914635"/>
                  </a:lnTo>
                  <a:lnTo>
                    <a:pt x="30944" y="910606"/>
                  </a:lnTo>
                  <a:lnTo>
                    <a:pt x="32289" y="913292"/>
                  </a:lnTo>
                  <a:lnTo>
                    <a:pt x="33634" y="913292"/>
                  </a:lnTo>
                  <a:lnTo>
                    <a:pt x="33634" y="910606"/>
                  </a:lnTo>
                  <a:lnTo>
                    <a:pt x="37671" y="907920"/>
                  </a:lnTo>
                  <a:lnTo>
                    <a:pt x="43052" y="907920"/>
                  </a:lnTo>
                  <a:lnTo>
                    <a:pt x="47088" y="905234"/>
                  </a:lnTo>
                  <a:lnTo>
                    <a:pt x="49779" y="899862"/>
                  </a:lnTo>
                  <a:lnTo>
                    <a:pt x="49779" y="895832"/>
                  </a:lnTo>
                  <a:lnTo>
                    <a:pt x="53815" y="893146"/>
                  </a:lnTo>
                  <a:lnTo>
                    <a:pt x="57851" y="887774"/>
                  </a:lnTo>
                  <a:lnTo>
                    <a:pt x="60542" y="887774"/>
                  </a:lnTo>
                  <a:lnTo>
                    <a:pt x="65923" y="891803"/>
                  </a:lnTo>
                  <a:lnTo>
                    <a:pt x="64578" y="894489"/>
                  </a:lnTo>
                  <a:lnTo>
                    <a:pt x="60542" y="894489"/>
                  </a:lnTo>
                  <a:lnTo>
                    <a:pt x="57851" y="899862"/>
                  </a:lnTo>
                  <a:lnTo>
                    <a:pt x="57851" y="903891"/>
                  </a:lnTo>
                  <a:lnTo>
                    <a:pt x="59197" y="905234"/>
                  </a:lnTo>
                  <a:lnTo>
                    <a:pt x="67269" y="899862"/>
                  </a:lnTo>
                  <a:lnTo>
                    <a:pt x="67269" y="895832"/>
                  </a:lnTo>
                  <a:lnTo>
                    <a:pt x="71305" y="894489"/>
                  </a:lnTo>
                  <a:lnTo>
                    <a:pt x="72650" y="897175"/>
                  </a:lnTo>
                  <a:lnTo>
                    <a:pt x="72650" y="894489"/>
                  </a:lnTo>
                  <a:lnTo>
                    <a:pt x="75341" y="894489"/>
                  </a:lnTo>
                  <a:lnTo>
                    <a:pt x="76686" y="897175"/>
                  </a:lnTo>
                  <a:lnTo>
                    <a:pt x="75341" y="901205"/>
                  </a:lnTo>
                  <a:lnTo>
                    <a:pt x="76686" y="901205"/>
                  </a:lnTo>
                  <a:lnTo>
                    <a:pt x="80723" y="895832"/>
                  </a:lnTo>
                  <a:lnTo>
                    <a:pt x="84759" y="897175"/>
                  </a:lnTo>
                  <a:lnTo>
                    <a:pt x="88795" y="893146"/>
                  </a:lnTo>
                  <a:lnTo>
                    <a:pt x="92831" y="893146"/>
                  </a:lnTo>
                  <a:lnTo>
                    <a:pt x="98212" y="886431"/>
                  </a:lnTo>
                  <a:lnTo>
                    <a:pt x="102249" y="883745"/>
                  </a:lnTo>
                  <a:lnTo>
                    <a:pt x="106285" y="885088"/>
                  </a:lnTo>
                  <a:lnTo>
                    <a:pt x="106285" y="887774"/>
                  </a:lnTo>
                  <a:lnTo>
                    <a:pt x="102249" y="893146"/>
                  </a:lnTo>
                  <a:lnTo>
                    <a:pt x="99558" y="898518"/>
                  </a:lnTo>
                  <a:lnTo>
                    <a:pt x="99558" y="901205"/>
                  </a:lnTo>
                  <a:lnTo>
                    <a:pt x="102249" y="901205"/>
                  </a:lnTo>
                  <a:lnTo>
                    <a:pt x="108975" y="893146"/>
                  </a:lnTo>
                  <a:lnTo>
                    <a:pt x="108975" y="885088"/>
                  </a:lnTo>
                  <a:lnTo>
                    <a:pt x="110321" y="883745"/>
                  </a:lnTo>
                  <a:lnTo>
                    <a:pt x="113012" y="886431"/>
                  </a:lnTo>
                  <a:lnTo>
                    <a:pt x="115702" y="885088"/>
                  </a:lnTo>
                  <a:lnTo>
                    <a:pt x="119739" y="886431"/>
                  </a:lnTo>
                  <a:lnTo>
                    <a:pt x="125120" y="886431"/>
                  </a:lnTo>
                  <a:lnTo>
                    <a:pt x="129156" y="879715"/>
                  </a:lnTo>
                  <a:lnTo>
                    <a:pt x="131847" y="879715"/>
                  </a:lnTo>
                  <a:lnTo>
                    <a:pt x="131847" y="881059"/>
                  </a:lnTo>
                  <a:lnTo>
                    <a:pt x="134538" y="875686"/>
                  </a:lnTo>
                  <a:lnTo>
                    <a:pt x="138574" y="873000"/>
                  </a:lnTo>
                  <a:lnTo>
                    <a:pt x="138574" y="874343"/>
                  </a:lnTo>
                  <a:lnTo>
                    <a:pt x="138574" y="878372"/>
                  </a:lnTo>
                  <a:lnTo>
                    <a:pt x="138574" y="882402"/>
                  </a:lnTo>
                  <a:lnTo>
                    <a:pt x="141265" y="881059"/>
                  </a:lnTo>
                  <a:lnTo>
                    <a:pt x="145301" y="877029"/>
                  </a:lnTo>
                  <a:lnTo>
                    <a:pt x="142610" y="875686"/>
                  </a:lnTo>
                  <a:lnTo>
                    <a:pt x="146646" y="873000"/>
                  </a:lnTo>
                  <a:lnTo>
                    <a:pt x="146646" y="870314"/>
                  </a:lnTo>
                  <a:lnTo>
                    <a:pt x="138574" y="870314"/>
                  </a:lnTo>
                  <a:lnTo>
                    <a:pt x="137228" y="868971"/>
                  </a:lnTo>
                  <a:lnTo>
                    <a:pt x="143955" y="867628"/>
                  </a:lnTo>
                  <a:lnTo>
                    <a:pt x="152028" y="862255"/>
                  </a:lnTo>
                  <a:lnTo>
                    <a:pt x="161445" y="862255"/>
                  </a:lnTo>
                  <a:lnTo>
                    <a:pt x="164136" y="859569"/>
                  </a:lnTo>
                  <a:lnTo>
                    <a:pt x="164136" y="856883"/>
                  </a:lnTo>
                  <a:lnTo>
                    <a:pt x="161445" y="856883"/>
                  </a:lnTo>
                  <a:lnTo>
                    <a:pt x="164136" y="854197"/>
                  </a:lnTo>
                  <a:lnTo>
                    <a:pt x="168172" y="854197"/>
                  </a:lnTo>
                  <a:lnTo>
                    <a:pt x="170863" y="851511"/>
                  </a:lnTo>
                  <a:lnTo>
                    <a:pt x="173554" y="851511"/>
                  </a:lnTo>
                  <a:lnTo>
                    <a:pt x="174899" y="856883"/>
                  </a:lnTo>
                  <a:lnTo>
                    <a:pt x="177590" y="856883"/>
                  </a:lnTo>
                  <a:lnTo>
                    <a:pt x="178935" y="852854"/>
                  </a:lnTo>
                  <a:lnTo>
                    <a:pt x="178935" y="851511"/>
                  </a:lnTo>
                  <a:lnTo>
                    <a:pt x="181626" y="848825"/>
                  </a:lnTo>
                  <a:lnTo>
                    <a:pt x="182971" y="843452"/>
                  </a:lnTo>
                  <a:lnTo>
                    <a:pt x="184317" y="842109"/>
                  </a:lnTo>
                  <a:lnTo>
                    <a:pt x="187007" y="844795"/>
                  </a:lnTo>
                  <a:lnTo>
                    <a:pt x="187007" y="847482"/>
                  </a:lnTo>
                  <a:lnTo>
                    <a:pt x="188353" y="848825"/>
                  </a:lnTo>
                  <a:lnTo>
                    <a:pt x="195080" y="844795"/>
                  </a:lnTo>
                  <a:lnTo>
                    <a:pt x="197770" y="842109"/>
                  </a:lnTo>
                  <a:lnTo>
                    <a:pt x="201806" y="842109"/>
                  </a:lnTo>
                  <a:lnTo>
                    <a:pt x="204497" y="838080"/>
                  </a:lnTo>
                  <a:lnTo>
                    <a:pt x="205843" y="836737"/>
                  </a:lnTo>
                  <a:lnTo>
                    <a:pt x="208533" y="839423"/>
                  </a:lnTo>
                  <a:lnTo>
                    <a:pt x="212570" y="838080"/>
                  </a:lnTo>
                  <a:lnTo>
                    <a:pt x="217951" y="831365"/>
                  </a:lnTo>
                  <a:lnTo>
                    <a:pt x="217951" y="827335"/>
                  </a:lnTo>
                  <a:lnTo>
                    <a:pt x="216606" y="827335"/>
                  </a:lnTo>
                  <a:lnTo>
                    <a:pt x="212570" y="827335"/>
                  </a:lnTo>
                  <a:lnTo>
                    <a:pt x="212570" y="825992"/>
                  </a:lnTo>
                  <a:lnTo>
                    <a:pt x="219296" y="821963"/>
                  </a:lnTo>
                  <a:lnTo>
                    <a:pt x="224678" y="819277"/>
                  </a:lnTo>
                  <a:lnTo>
                    <a:pt x="227369" y="815248"/>
                  </a:lnTo>
                  <a:lnTo>
                    <a:pt x="230059" y="815248"/>
                  </a:lnTo>
                  <a:lnTo>
                    <a:pt x="231405" y="817934"/>
                  </a:lnTo>
                  <a:lnTo>
                    <a:pt x="236786" y="812562"/>
                  </a:lnTo>
                  <a:lnTo>
                    <a:pt x="242168" y="809875"/>
                  </a:lnTo>
                  <a:lnTo>
                    <a:pt x="243513" y="805846"/>
                  </a:lnTo>
                  <a:lnTo>
                    <a:pt x="246204" y="804503"/>
                  </a:lnTo>
                  <a:lnTo>
                    <a:pt x="247549" y="803160"/>
                  </a:lnTo>
                  <a:lnTo>
                    <a:pt x="251585" y="801817"/>
                  </a:lnTo>
                  <a:lnTo>
                    <a:pt x="252931" y="804503"/>
                  </a:lnTo>
                  <a:lnTo>
                    <a:pt x="255622" y="805846"/>
                  </a:lnTo>
                  <a:lnTo>
                    <a:pt x="256967" y="803160"/>
                  </a:lnTo>
                  <a:lnTo>
                    <a:pt x="261003" y="803160"/>
                  </a:lnTo>
                  <a:lnTo>
                    <a:pt x="262348" y="800474"/>
                  </a:lnTo>
                  <a:lnTo>
                    <a:pt x="262348" y="797788"/>
                  </a:lnTo>
                  <a:lnTo>
                    <a:pt x="266385" y="796445"/>
                  </a:lnTo>
                  <a:lnTo>
                    <a:pt x="269075" y="795102"/>
                  </a:lnTo>
                  <a:lnTo>
                    <a:pt x="270421" y="796445"/>
                  </a:lnTo>
                  <a:lnTo>
                    <a:pt x="277148" y="796445"/>
                  </a:lnTo>
                  <a:lnTo>
                    <a:pt x="278493" y="792415"/>
                  </a:lnTo>
                  <a:lnTo>
                    <a:pt x="281184" y="792415"/>
                  </a:lnTo>
                  <a:lnTo>
                    <a:pt x="281184" y="795102"/>
                  </a:lnTo>
                  <a:lnTo>
                    <a:pt x="283874" y="793759"/>
                  </a:lnTo>
                  <a:lnTo>
                    <a:pt x="286565" y="792415"/>
                  </a:lnTo>
                  <a:lnTo>
                    <a:pt x="287911" y="793759"/>
                  </a:lnTo>
                  <a:lnTo>
                    <a:pt x="290601" y="792415"/>
                  </a:lnTo>
                  <a:lnTo>
                    <a:pt x="291947" y="785700"/>
                  </a:lnTo>
                  <a:lnTo>
                    <a:pt x="290601" y="785700"/>
                  </a:lnTo>
                  <a:lnTo>
                    <a:pt x="287911" y="787043"/>
                  </a:lnTo>
                  <a:lnTo>
                    <a:pt x="289256" y="783014"/>
                  </a:lnTo>
                  <a:lnTo>
                    <a:pt x="294638" y="778985"/>
                  </a:lnTo>
                  <a:lnTo>
                    <a:pt x="297328" y="778985"/>
                  </a:lnTo>
                  <a:lnTo>
                    <a:pt x="298674" y="780328"/>
                  </a:lnTo>
                  <a:lnTo>
                    <a:pt x="300019" y="778985"/>
                  </a:lnTo>
                  <a:lnTo>
                    <a:pt x="298674" y="776298"/>
                  </a:lnTo>
                  <a:lnTo>
                    <a:pt x="294638" y="773612"/>
                  </a:lnTo>
                  <a:lnTo>
                    <a:pt x="297328" y="773612"/>
                  </a:lnTo>
                  <a:lnTo>
                    <a:pt x="302710" y="774955"/>
                  </a:lnTo>
                  <a:lnTo>
                    <a:pt x="308091" y="769583"/>
                  </a:lnTo>
                  <a:lnTo>
                    <a:pt x="313473" y="769583"/>
                  </a:lnTo>
                  <a:lnTo>
                    <a:pt x="318854" y="765554"/>
                  </a:lnTo>
                  <a:lnTo>
                    <a:pt x="322890" y="764211"/>
                  </a:lnTo>
                  <a:lnTo>
                    <a:pt x="329617" y="758838"/>
                  </a:lnTo>
                  <a:lnTo>
                    <a:pt x="329617" y="750780"/>
                  </a:lnTo>
                  <a:lnTo>
                    <a:pt x="326927" y="749437"/>
                  </a:lnTo>
                  <a:lnTo>
                    <a:pt x="325581" y="749437"/>
                  </a:lnTo>
                  <a:lnTo>
                    <a:pt x="324236" y="742722"/>
                  </a:lnTo>
                  <a:lnTo>
                    <a:pt x="321545" y="741379"/>
                  </a:lnTo>
                  <a:lnTo>
                    <a:pt x="313473" y="741379"/>
                  </a:lnTo>
                  <a:lnTo>
                    <a:pt x="314818" y="737349"/>
                  </a:lnTo>
                  <a:lnTo>
                    <a:pt x="314818" y="731977"/>
                  </a:lnTo>
                  <a:lnTo>
                    <a:pt x="321545" y="729291"/>
                  </a:lnTo>
                  <a:lnTo>
                    <a:pt x="322890" y="726605"/>
                  </a:lnTo>
                  <a:lnTo>
                    <a:pt x="326927" y="725262"/>
                  </a:lnTo>
                  <a:lnTo>
                    <a:pt x="328272" y="722575"/>
                  </a:lnTo>
                  <a:lnTo>
                    <a:pt x="326927" y="722575"/>
                  </a:lnTo>
                  <a:lnTo>
                    <a:pt x="329617" y="719889"/>
                  </a:lnTo>
                  <a:lnTo>
                    <a:pt x="334999" y="721232"/>
                  </a:lnTo>
                  <a:lnTo>
                    <a:pt x="341726" y="717203"/>
                  </a:lnTo>
                  <a:lnTo>
                    <a:pt x="345762" y="721232"/>
                  </a:lnTo>
                  <a:lnTo>
                    <a:pt x="352489" y="717203"/>
                  </a:lnTo>
                  <a:lnTo>
                    <a:pt x="351143" y="721232"/>
                  </a:lnTo>
                  <a:lnTo>
                    <a:pt x="352489" y="723918"/>
                  </a:lnTo>
                  <a:lnTo>
                    <a:pt x="355179" y="723918"/>
                  </a:lnTo>
                  <a:lnTo>
                    <a:pt x="361906" y="717203"/>
                  </a:lnTo>
                  <a:lnTo>
                    <a:pt x="359216" y="714517"/>
                  </a:lnTo>
                  <a:lnTo>
                    <a:pt x="357870" y="714517"/>
                  </a:lnTo>
                  <a:lnTo>
                    <a:pt x="356525" y="711831"/>
                  </a:lnTo>
                  <a:lnTo>
                    <a:pt x="359216" y="710488"/>
                  </a:lnTo>
                  <a:lnTo>
                    <a:pt x="364597" y="711831"/>
                  </a:lnTo>
                  <a:lnTo>
                    <a:pt x="372669" y="709145"/>
                  </a:lnTo>
                  <a:lnTo>
                    <a:pt x="374015" y="702429"/>
                  </a:lnTo>
                  <a:lnTo>
                    <a:pt x="372669" y="697057"/>
                  </a:lnTo>
                  <a:lnTo>
                    <a:pt x="364597" y="691685"/>
                  </a:lnTo>
                  <a:lnTo>
                    <a:pt x="361906" y="691685"/>
                  </a:lnTo>
                  <a:lnTo>
                    <a:pt x="359216" y="694371"/>
                  </a:lnTo>
                  <a:lnTo>
                    <a:pt x="359216" y="693028"/>
                  </a:lnTo>
                  <a:lnTo>
                    <a:pt x="363252" y="690342"/>
                  </a:lnTo>
                  <a:lnTo>
                    <a:pt x="369979" y="690342"/>
                  </a:lnTo>
                  <a:lnTo>
                    <a:pt x="372669" y="693028"/>
                  </a:lnTo>
                  <a:lnTo>
                    <a:pt x="380742" y="693028"/>
                  </a:lnTo>
                  <a:lnTo>
                    <a:pt x="384778" y="687655"/>
                  </a:lnTo>
                  <a:lnTo>
                    <a:pt x="384778" y="684969"/>
                  </a:lnTo>
                  <a:lnTo>
                    <a:pt x="396886" y="679597"/>
                  </a:lnTo>
                  <a:lnTo>
                    <a:pt x="403613" y="674225"/>
                  </a:lnTo>
                  <a:lnTo>
                    <a:pt x="408995" y="672882"/>
                  </a:lnTo>
                  <a:lnTo>
                    <a:pt x="410340" y="670195"/>
                  </a:lnTo>
                  <a:lnTo>
                    <a:pt x="410340" y="667509"/>
                  </a:lnTo>
                  <a:lnTo>
                    <a:pt x="422448" y="659451"/>
                  </a:lnTo>
                  <a:lnTo>
                    <a:pt x="430521" y="658108"/>
                  </a:lnTo>
                  <a:lnTo>
                    <a:pt x="441284" y="648706"/>
                  </a:lnTo>
                  <a:lnTo>
                    <a:pt x="449356" y="648706"/>
                  </a:lnTo>
                  <a:lnTo>
                    <a:pt x="458773" y="637962"/>
                  </a:lnTo>
                  <a:lnTo>
                    <a:pt x="454737" y="644677"/>
                  </a:lnTo>
                  <a:lnTo>
                    <a:pt x="456083" y="650049"/>
                  </a:lnTo>
                  <a:lnTo>
                    <a:pt x="458773" y="651392"/>
                  </a:lnTo>
                  <a:lnTo>
                    <a:pt x="462810" y="652735"/>
                  </a:lnTo>
                  <a:lnTo>
                    <a:pt x="464155" y="654079"/>
                  </a:lnTo>
                  <a:lnTo>
                    <a:pt x="470882" y="647363"/>
                  </a:lnTo>
                  <a:lnTo>
                    <a:pt x="474918" y="644677"/>
                  </a:lnTo>
                  <a:lnTo>
                    <a:pt x="485681" y="641991"/>
                  </a:lnTo>
                  <a:lnTo>
                    <a:pt x="489717" y="637962"/>
                  </a:lnTo>
                  <a:lnTo>
                    <a:pt x="487026" y="643334"/>
                  </a:lnTo>
                  <a:lnTo>
                    <a:pt x="478954" y="648706"/>
                  </a:lnTo>
                  <a:lnTo>
                    <a:pt x="473573" y="648706"/>
                  </a:lnTo>
                  <a:lnTo>
                    <a:pt x="461464" y="660794"/>
                  </a:lnTo>
                  <a:lnTo>
                    <a:pt x="461464" y="664823"/>
                  </a:lnTo>
                  <a:lnTo>
                    <a:pt x="466846" y="672882"/>
                  </a:lnTo>
                  <a:lnTo>
                    <a:pt x="468191" y="679597"/>
                  </a:lnTo>
                  <a:lnTo>
                    <a:pt x="462810" y="674225"/>
                  </a:lnTo>
                  <a:lnTo>
                    <a:pt x="458773" y="674225"/>
                  </a:lnTo>
                  <a:lnTo>
                    <a:pt x="456083" y="675568"/>
                  </a:lnTo>
                  <a:lnTo>
                    <a:pt x="452047" y="675568"/>
                  </a:lnTo>
                  <a:lnTo>
                    <a:pt x="446665" y="671538"/>
                  </a:lnTo>
                  <a:lnTo>
                    <a:pt x="445320" y="666166"/>
                  </a:lnTo>
                  <a:lnTo>
                    <a:pt x="437247" y="668852"/>
                  </a:lnTo>
                  <a:lnTo>
                    <a:pt x="433211" y="670195"/>
                  </a:lnTo>
                  <a:lnTo>
                    <a:pt x="426484" y="674225"/>
                  </a:lnTo>
                  <a:lnTo>
                    <a:pt x="418412" y="674225"/>
                  </a:lnTo>
                  <a:lnTo>
                    <a:pt x="413031" y="679597"/>
                  </a:lnTo>
                  <a:lnTo>
                    <a:pt x="413031" y="684969"/>
                  </a:lnTo>
                  <a:lnTo>
                    <a:pt x="414376" y="687655"/>
                  </a:lnTo>
                  <a:lnTo>
                    <a:pt x="410340" y="695714"/>
                  </a:lnTo>
                  <a:lnTo>
                    <a:pt x="403613" y="698400"/>
                  </a:lnTo>
                  <a:lnTo>
                    <a:pt x="402268" y="706459"/>
                  </a:lnTo>
                  <a:lnTo>
                    <a:pt x="386123" y="718546"/>
                  </a:lnTo>
                  <a:lnTo>
                    <a:pt x="382087" y="723918"/>
                  </a:lnTo>
                  <a:lnTo>
                    <a:pt x="383432" y="727948"/>
                  </a:lnTo>
                  <a:lnTo>
                    <a:pt x="388814" y="734663"/>
                  </a:lnTo>
                  <a:lnTo>
                    <a:pt x="391505" y="730634"/>
                  </a:lnTo>
                  <a:lnTo>
                    <a:pt x="394195" y="730634"/>
                  </a:lnTo>
                  <a:lnTo>
                    <a:pt x="398231" y="727948"/>
                  </a:lnTo>
                  <a:lnTo>
                    <a:pt x="402268" y="727948"/>
                  </a:lnTo>
                  <a:lnTo>
                    <a:pt x="402268" y="731977"/>
                  </a:lnTo>
                  <a:lnTo>
                    <a:pt x="394195" y="738692"/>
                  </a:lnTo>
                  <a:lnTo>
                    <a:pt x="388814" y="738692"/>
                  </a:lnTo>
                  <a:lnTo>
                    <a:pt x="387469" y="742722"/>
                  </a:lnTo>
                  <a:lnTo>
                    <a:pt x="382087" y="741379"/>
                  </a:lnTo>
                  <a:lnTo>
                    <a:pt x="378051" y="741379"/>
                  </a:lnTo>
                  <a:lnTo>
                    <a:pt x="374015" y="742722"/>
                  </a:lnTo>
                  <a:lnTo>
                    <a:pt x="374015" y="746751"/>
                  </a:lnTo>
                  <a:lnTo>
                    <a:pt x="371324" y="746751"/>
                  </a:lnTo>
                  <a:lnTo>
                    <a:pt x="367288" y="746751"/>
                  </a:lnTo>
                  <a:lnTo>
                    <a:pt x="367288" y="753466"/>
                  </a:lnTo>
                  <a:lnTo>
                    <a:pt x="374015" y="761525"/>
                  </a:lnTo>
                  <a:lnTo>
                    <a:pt x="376705" y="760182"/>
                  </a:lnTo>
                  <a:lnTo>
                    <a:pt x="379396" y="756152"/>
                  </a:lnTo>
                  <a:lnTo>
                    <a:pt x="380742" y="760182"/>
                  </a:lnTo>
                  <a:lnTo>
                    <a:pt x="383432" y="753466"/>
                  </a:lnTo>
                  <a:lnTo>
                    <a:pt x="387469" y="753466"/>
                  </a:lnTo>
                  <a:lnTo>
                    <a:pt x="387469" y="758838"/>
                  </a:lnTo>
                  <a:lnTo>
                    <a:pt x="390159" y="756152"/>
                  </a:lnTo>
                  <a:lnTo>
                    <a:pt x="391505" y="753466"/>
                  </a:lnTo>
                  <a:lnTo>
                    <a:pt x="395541" y="752123"/>
                  </a:lnTo>
                  <a:lnTo>
                    <a:pt x="399577" y="748094"/>
                  </a:lnTo>
                  <a:lnTo>
                    <a:pt x="400922" y="742722"/>
                  </a:lnTo>
                  <a:lnTo>
                    <a:pt x="403613" y="738692"/>
                  </a:lnTo>
                  <a:lnTo>
                    <a:pt x="404958" y="741379"/>
                  </a:lnTo>
                  <a:lnTo>
                    <a:pt x="402268" y="744065"/>
                  </a:lnTo>
                  <a:lnTo>
                    <a:pt x="404958" y="746751"/>
                  </a:lnTo>
                  <a:lnTo>
                    <a:pt x="410340" y="746751"/>
                  </a:lnTo>
                  <a:lnTo>
                    <a:pt x="418412" y="740035"/>
                  </a:lnTo>
                  <a:lnTo>
                    <a:pt x="423794" y="740035"/>
                  </a:lnTo>
                  <a:lnTo>
                    <a:pt x="425139" y="742722"/>
                  </a:lnTo>
                  <a:lnTo>
                    <a:pt x="429175" y="741379"/>
                  </a:lnTo>
                  <a:lnTo>
                    <a:pt x="430521" y="731977"/>
                  </a:lnTo>
                  <a:lnTo>
                    <a:pt x="437247" y="727948"/>
                  </a:lnTo>
                  <a:lnTo>
                    <a:pt x="439938" y="727948"/>
                  </a:lnTo>
                  <a:lnTo>
                    <a:pt x="433211" y="734663"/>
                  </a:lnTo>
                  <a:lnTo>
                    <a:pt x="433211" y="738692"/>
                  </a:lnTo>
                  <a:lnTo>
                    <a:pt x="437247" y="737349"/>
                  </a:lnTo>
                  <a:lnTo>
                    <a:pt x="442629" y="729291"/>
                  </a:lnTo>
                  <a:lnTo>
                    <a:pt x="445320" y="721232"/>
                  </a:lnTo>
                  <a:lnTo>
                    <a:pt x="449356" y="718546"/>
                  </a:lnTo>
                  <a:lnTo>
                    <a:pt x="449356" y="722575"/>
                  </a:lnTo>
                  <a:lnTo>
                    <a:pt x="445320" y="729291"/>
                  </a:lnTo>
                  <a:lnTo>
                    <a:pt x="445320" y="730634"/>
                  </a:lnTo>
                  <a:lnTo>
                    <a:pt x="452047" y="725262"/>
                  </a:lnTo>
                  <a:lnTo>
                    <a:pt x="453392" y="727948"/>
                  </a:lnTo>
                  <a:lnTo>
                    <a:pt x="453392" y="730634"/>
                  </a:lnTo>
                  <a:lnTo>
                    <a:pt x="458773" y="731977"/>
                  </a:lnTo>
                  <a:lnTo>
                    <a:pt x="461464" y="733320"/>
                  </a:lnTo>
                  <a:lnTo>
                    <a:pt x="465500" y="730634"/>
                  </a:lnTo>
                  <a:lnTo>
                    <a:pt x="468191" y="723918"/>
                  </a:lnTo>
                  <a:lnTo>
                    <a:pt x="474918" y="723918"/>
                  </a:lnTo>
                  <a:lnTo>
                    <a:pt x="478954" y="721232"/>
                  </a:lnTo>
                  <a:lnTo>
                    <a:pt x="476263" y="718546"/>
                  </a:lnTo>
                  <a:lnTo>
                    <a:pt x="477609" y="713174"/>
                  </a:lnTo>
                  <a:lnTo>
                    <a:pt x="487026" y="710488"/>
                  </a:lnTo>
                  <a:lnTo>
                    <a:pt x="488372" y="706459"/>
                  </a:lnTo>
                  <a:lnTo>
                    <a:pt x="488372" y="702429"/>
                  </a:lnTo>
                  <a:lnTo>
                    <a:pt x="484336" y="702429"/>
                  </a:lnTo>
                  <a:lnTo>
                    <a:pt x="481645" y="699743"/>
                  </a:lnTo>
                  <a:lnTo>
                    <a:pt x="474918" y="699743"/>
                  </a:lnTo>
                  <a:lnTo>
                    <a:pt x="477609" y="695714"/>
                  </a:lnTo>
                  <a:lnTo>
                    <a:pt x="481645" y="695714"/>
                  </a:lnTo>
                  <a:lnTo>
                    <a:pt x="485681" y="697057"/>
                  </a:lnTo>
                  <a:lnTo>
                    <a:pt x="488372" y="694371"/>
                  </a:lnTo>
                  <a:lnTo>
                    <a:pt x="488372" y="690342"/>
                  </a:lnTo>
                  <a:lnTo>
                    <a:pt x="482990" y="691685"/>
                  </a:lnTo>
                  <a:lnTo>
                    <a:pt x="478954" y="687655"/>
                  </a:lnTo>
                  <a:lnTo>
                    <a:pt x="477609" y="683626"/>
                  </a:lnTo>
                  <a:lnTo>
                    <a:pt x="484336" y="683626"/>
                  </a:lnTo>
                  <a:lnTo>
                    <a:pt x="488372" y="680940"/>
                  </a:lnTo>
                  <a:lnTo>
                    <a:pt x="489717" y="683626"/>
                  </a:lnTo>
                  <a:lnTo>
                    <a:pt x="491062" y="680940"/>
                  </a:lnTo>
                  <a:lnTo>
                    <a:pt x="488372" y="674225"/>
                  </a:lnTo>
                  <a:lnTo>
                    <a:pt x="497789" y="671538"/>
                  </a:lnTo>
                  <a:lnTo>
                    <a:pt x="501826" y="674225"/>
                  </a:lnTo>
                  <a:lnTo>
                    <a:pt x="505862" y="674225"/>
                  </a:lnTo>
                  <a:lnTo>
                    <a:pt x="512588" y="674225"/>
                  </a:lnTo>
                  <a:lnTo>
                    <a:pt x="503171" y="680940"/>
                  </a:lnTo>
                  <a:lnTo>
                    <a:pt x="503171" y="684969"/>
                  </a:lnTo>
                  <a:lnTo>
                    <a:pt x="504516" y="693028"/>
                  </a:lnTo>
                  <a:lnTo>
                    <a:pt x="507207" y="693028"/>
                  </a:lnTo>
                  <a:lnTo>
                    <a:pt x="509898" y="682283"/>
                  </a:lnTo>
                  <a:lnTo>
                    <a:pt x="513934" y="679597"/>
                  </a:lnTo>
                  <a:lnTo>
                    <a:pt x="516625" y="679597"/>
                  </a:lnTo>
                  <a:lnTo>
                    <a:pt x="515279" y="683626"/>
                  </a:lnTo>
                  <a:lnTo>
                    <a:pt x="512588" y="687655"/>
                  </a:lnTo>
                  <a:lnTo>
                    <a:pt x="513934" y="690342"/>
                  </a:lnTo>
                  <a:lnTo>
                    <a:pt x="519315" y="686312"/>
                  </a:lnTo>
                  <a:lnTo>
                    <a:pt x="520661" y="683626"/>
                  </a:lnTo>
                  <a:lnTo>
                    <a:pt x="524697" y="686312"/>
                  </a:lnTo>
                  <a:lnTo>
                    <a:pt x="530078" y="682283"/>
                  </a:lnTo>
                  <a:lnTo>
                    <a:pt x="531424" y="682283"/>
                  </a:lnTo>
                  <a:lnTo>
                    <a:pt x="536805" y="678254"/>
                  </a:lnTo>
                  <a:lnTo>
                    <a:pt x="542187" y="676911"/>
                  </a:lnTo>
                  <a:lnTo>
                    <a:pt x="547568" y="679597"/>
                  </a:lnTo>
                  <a:lnTo>
                    <a:pt x="546223" y="680940"/>
                  </a:lnTo>
                  <a:lnTo>
                    <a:pt x="540841" y="680940"/>
                  </a:lnTo>
                  <a:lnTo>
                    <a:pt x="535460" y="686312"/>
                  </a:lnTo>
                  <a:lnTo>
                    <a:pt x="531424" y="686312"/>
                  </a:lnTo>
                  <a:lnTo>
                    <a:pt x="528733" y="690342"/>
                  </a:lnTo>
                  <a:lnTo>
                    <a:pt x="531424" y="693028"/>
                  </a:lnTo>
                  <a:lnTo>
                    <a:pt x="540841" y="695714"/>
                  </a:lnTo>
                  <a:lnTo>
                    <a:pt x="543532" y="698400"/>
                  </a:lnTo>
                  <a:lnTo>
                    <a:pt x="543532" y="701086"/>
                  </a:lnTo>
                  <a:lnTo>
                    <a:pt x="538151" y="695714"/>
                  </a:lnTo>
                  <a:lnTo>
                    <a:pt x="531424" y="695714"/>
                  </a:lnTo>
                  <a:lnTo>
                    <a:pt x="527388" y="697057"/>
                  </a:lnTo>
                  <a:lnTo>
                    <a:pt x="526042" y="702429"/>
                  </a:lnTo>
                  <a:lnTo>
                    <a:pt x="530078" y="703772"/>
                  </a:lnTo>
                  <a:lnTo>
                    <a:pt x="534115" y="701086"/>
                  </a:lnTo>
                  <a:lnTo>
                    <a:pt x="538151" y="703772"/>
                  </a:lnTo>
                  <a:lnTo>
                    <a:pt x="535460" y="705115"/>
                  </a:lnTo>
                  <a:lnTo>
                    <a:pt x="530078" y="705115"/>
                  </a:lnTo>
                  <a:lnTo>
                    <a:pt x="531424" y="709145"/>
                  </a:lnTo>
                  <a:lnTo>
                    <a:pt x="538151" y="710488"/>
                  </a:lnTo>
                  <a:lnTo>
                    <a:pt x="540841" y="714517"/>
                  </a:lnTo>
                  <a:lnTo>
                    <a:pt x="536805" y="715860"/>
                  </a:lnTo>
                  <a:lnTo>
                    <a:pt x="532769" y="717203"/>
                  </a:lnTo>
                  <a:lnTo>
                    <a:pt x="532769" y="719889"/>
                  </a:lnTo>
                  <a:lnTo>
                    <a:pt x="538151" y="719889"/>
                  </a:lnTo>
                  <a:lnTo>
                    <a:pt x="543532" y="717203"/>
                  </a:lnTo>
                  <a:lnTo>
                    <a:pt x="547568" y="721232"/>
                  </a:lnTo>
                  <a:lnTo>
                    <a:pt x="552950" y="723918"/>
                  </a:lnTo>
                  <a:lnTo>
                    <a:pt x="559677" y="721232"/>
                  </a:lnTo>
                  <a:lnTo>
                    <a:pt x="562367" y="723918"/>
                  </a:lnTo>
                  <a:lnTo>
                    <a:pt x="562367" y="726605"/>
                  </a:lnTo>
                  <a:lnTo>
                    <a:pt x="558331" y="727948"/>
                  </a:lnTo>
                  <a:lnTo>
                    <a:pt x="559677" y="731977"/>
                  </a:lnTo>
                  <a:lnTo>
                    <a:pt x="561022" y="731977"/>
                  </a:lnTo>
                  <a:lnTo>
                    <a:pt x="562367" y="736006"/>
                  </a:lnTo>
                  <a:lnTo>
                    <a:pt x="566404" y="737349"/>
                  </a:lnTo>
                  <a:lnTo>
                    <a:pt x="570440" y="731977"/>
                  </a:lnTo>
                  <a:lnTo>
                    <a:pt x="569094" y="729291"/>
                  </a:lnTo>
                  <a:lnTo>
                    <a:pt x="569094" y="727948"/>
                  </a:lnTo>
                  <a:lnTo>
                    <a:pt x="575821" y="727948"/>
                  </a:lnTo>
                  <a:lnTo>
                    <a:pt x="571785" y="731977"/>
                  </a:lnTo>
                  <a:lnTo>
                    <a:pt x="573130" y="736006"/>
                  </a:lnTo>
                  <a:lnTo>
                    <a:pt x="566404" y="742722"/>
                  </a:lnTo>
                  <a:lnTo>
                    <a:pt x="571785" y="746751"/>
                  </a:lnTo>
                  <a:lnTo>
                    <a:pt x="569094" y="748094"/>
                  </a:lnTo>
                  <a:lnTo>
                    <a:pt x="566404" y="746751"/>
                  </a:lnTo>
                  <a:lnTo>
                    <a:pt x="563713" y="748094"/>
                  </a:lnTo>
                  <a:lnTo>
                    <a:pt x="565058" y="750780"/>
                  </a:lnTo>
                  <a:lnTo>
                    <a:pt x="577167" y="753466"/>
                  </a:lnTo>
                  <a:lnTo>
                    <a:pt x="581203" y="752123"/>
                  </a:lnTo>
                  <a:lnTo>
                    <a:pt x="585239" y="753466"/>
                  </a:lnTo>
                  <a:lnTo>
                    <a:pt x="589275" y="752123"/>
                  </a:lnTo>
                  <a:lnTo>
                    <a:pt x="596002" y="753466"/>
                  </a:lnTo>
                  <a:lnTo>
                    <a:pt x="602729" y="752123"/>
                  </a:lnTo>
                  <a:lnTo>
                    <a:pt x="604074" y="753466"/>
                  </a:lnTo>
                  <a:lnTo>
                    <a:pt x="604074" y="756152"/>
                  </a:lnTo>
                  <a:lnTo>
                    <a:pt x="608110" y="757495"/>
                  </a:lnTo>
                  <a:lnTo>
                    <a:pt x="610801" y="761525"/>
                  </a:lnTo>
                  <a:lnTo>
                    <a:pt x="614837" y="764211"/>
                  </a:lnTo>
                  <a:lnTo>
                    <a:pt x="616183" y="766897"/>
                  </a:lnTo>
                  <a:lnTo>
                    <a:pt x="620219" y="766897"/>
                  </a:lnTo>
                  <a:lnTo>
                    <a:pt x="628291" y="762868"/>
                  </a:lnTo>
                  <a:lnTo>
                    <a:pt x="629636" y="761525"/>
                  </a:lnTo>
                  <a:lnTo>
                    <a:pt x="632327" y="762868"/>
                  </a:lnTo>
                  <a:lnTo>
                    <a:pt x="630982" y="766897"/>
                  </a:lnTo>
                  <a:lnTo>
                    <a:pt x="628291" y="769583"/>
                  </a:lnTo>
                  <a:lnTo>
                    <a:pt x="622909" y="770926"/>
                  </a:lnTo>
                  <a:lnTo>
                    <a:pt x="624255" y="773612"/>
                  </a:lnTo>
                  <a:lnTo>
                    <a:pt x="630982" y="774955"/>
                  </a:lnTo>
                  <a:lnTo>
                    <a:pt x="632327" y="780328"/>
                  </a:lnTo>
                  <a:lnTo>
                    <a:pt x="636363" y="783014"/>
                  </a:lnTo>
                  <a:lnTo>
                    <a:pt x="643090" y="785700"/>
                  </a:lnTo>
                  <a:lnTo>
                    <a:pt x="652508" y="783014"/>
                  </a:lnTo>
                  <a:lnTo>
                    <a:pt x="656544" y="781671"/>
                  </a:lnTo>
                  <a:lnTo>
                    <a:pt x="657889" y="784357"/>
                  </a:lnTo>
                  <a:lnTo>
                    <a:pt x="661925" y="780328"/>
                  </a:lnTo>
                  <a:lnTo>
                    <a:pt x="668652" y="776298"/>
                  </a:lnTo>
                  <a:lnTo>
                    <a:pt x="671343" y="776298"/>
                  </a:lnTo>
                  <a:lnTo>
                    <a:pt x="668652" y="778985"/>
                  </a:lnTo>
                  <a:lnTo>
                    <a:pt x="663271" y="783014"/>
                  </a:lnTo>
                  <a:lnTo>
                    <a:pt x="663271" y="792415"/>
                  </a:lnTo>
                  <a:lnTo>
                    <a:pt x="660580" y="797788"/>
                  </a:lnTo>
                  <a:lnTo>
                    <a:pt x="657889" y="797788"/>
                  </a:lnTo>
                  <a:lnTo>
                    <a:pt x="652508" y="795102"/>
                  </a:lnTo>
                  <a:lnTo>
                    <a:pt x="649817" y="795102"/>
                  </a:lnTo>
                  <a:lnTo>
                    <a:pt x="653853" y="801817"/>
                  </a:lnTo>
                  <a:lnTo>
                    <a:pt x="655198" y="807189"/>
                  </a:lnTo>
                  <a:lnTo>
                    <a:pt x="657889" y="809875"/>
                  </a:lnTo>
                  <a:lnTo>
                    <a:pt x="661925" y="808532"/>
                  </a:lnTo>
                  <a:lnTo>
                    <a:pt x="665961" y="809875"/>
                  </a:lnTo>
                  <a:lnTo>
                    <a:pt x="663271" y="812562"/>
                  </a:lnTo>
                  <a:lnTo>
                    <a:pt x="660580" y="812562"/>
                  </a:lnTo>
                  <a:lnTo>
                    <a:pt x="660580" y="815248"/>
                  </a:lnTo>
                  <a:lnTo>
                    <a:pt x="668652" y="821963"/>
                  </a:lnTo>
                  <a:lnTo>
                    <a:pt x="671343" y="820620"/>
                  </a:lnTo>
                  <a:lnTo>
                    <a:pt x="676725" y="820620"/>
                  </a:lnTo>
                  <a:lnTo>
                    <a:pt x="679415" y="816591"/>
                  </a:lnTo>
                  <a:lnTo>
                    <a:pt x="684797" y="805846"/>
                  </a:lnTo>
                  <a:lnTo>
                    <a:pt x="682106" y="813905"/>
                  </a:lnTo>
                  <a:lnTo>
                    <a:pt x="682106" y="819277"/>
                  </a:lnTo>
                  <a:lnTo>
                    <a:pt x="680761" y="823306"/>
                  </a:lnTo>
                  <a:lnTo>
                    <a:pt x="678070" y="824649"/>
                  </a:lnTo>
                  <a:lnTo>
                    <a:pt x="674034" y="828679"/>
                  </a:lnTo>
                  <a:lnTo>
                    <a:pt x="675379" y="831365"/>
                  </a:lnTo>
                  <a:lnTo>
                    <a:pt x="679415" y="834051"/>
                  </a:lnTo>
                  <a:lnTo>
                    <a:pt x="676725" y="838080"/>
                  </a:lnTo>
                  <a:lnTo>
                    <a:pt x="676725" y="848825"/>
                  </a:lnTo>
                  <a:lnTo>
                    <a:pt x="679415" y="851511"/>
                  </a:lnTo>
                  <a:lnTo>
                    <a:pt x="683451" y="851511"/>
                  </a:lnTo>
                  <a:lnTo>
                    <a:pt x="682106" y="856883"/>
                  </a:lnTo>
                  <a:lnTo>
                    <a:pt x="683451" y="860912"/>
                  </a:lnTo>
                  <a:lnTo>
                    <a:pt x="691524" y="868971"/>
                  </a:lnTo>
                  <a:lnTo>
                    <a:pt x="694214" y="870314"/>
                  </a:lnTo>
                  <a:lnTo>
                    <a:pt x="694214" y="874343"/>
                  </a:lnTo>
                  <a:lnTo>
                    <a:pt x="696905" y="871657"/>
                  </a:lnTo>
                  <a:lnTo>
                    <a:pt x="700941" y="874343"/>
                  </a:lnTo>
                  <a:lnTo>
                    <a:pt x="703632" y="874343"/>
                  </a:lnTo>
                  <a:lnTo>
                    <a:pt x="702287" y="871657"/>
                  </a:lnTo>
                  <a:lnTo>
                    <a:pt x="703632" y="868971"/>
                  </a:lnTo>
                  <a:lnTo>
                    <a:pt x="706323" y="871657"/>
                  </a:lnTo>
                  <a:lnTo>
                    <a:pt x="709013" y="873000"/>
                  </a:lnTo>
                  <a:lnTo>
                    <a:pt x="710359" y="867628"/>
                  </a:lnTo>
                  <a:lnTo>
                    <a:pt x="707668" y="860912"/>
                  </a:lnTo>
                  <a:lnTo>
                    <a:pt x="704977" y="860912"/>
                  </a:lnTo>
                  <a:lnTo>
                    <a:pt x="703632" y="862255"/>
                  </a:lnTo>
                  <a:lnTo>
                    <a:pt x="700941" y="860912"/>
                  </a:lnTo>
                  <a:lnTo>
                    <a:pt x="704977" y="855540"/>
                  </a:lnTo>
                  <a:lnTo>
                    <a:pt x="704977" y="852854"/>
                  </a:lnTo>
                  <a:lnTo>
                    <a:pt x="703632" y="848825"/>
                  </a:lnTo>
                  <a:lnTo>
                    <a:pt x="699596" y="847482"/>
                  </a:lnTo>
                  <a:lnTo>
                    <a:pt x="699596" y="844795"/>
                  </a:lnTo>
                  <a:lnTo>
                    <a:pt x="700941" y="842109"/>
                  </a:lnTo>
                  <a:lnTo>
                    <a:pt x="702287" y="836737"/>
                  </a:lnTo>
                  <a:lnTo>
                    <a:pt x="704977" y="836737"/>
                  </a:lnTo>
                  <a:lnTo>
                    <a:pt x="704977" y="842109"/>
                  </a:lnTo>
                  <a:lnTo>
                    <a:pt x="707668" y="846138"/>
                  </a:lnTo>
                  <a:lnTo>
                    <a:pt x="710359" y="840766"/>
                  </a:lnTo>
                  <a:lnTo>
                    <a:pt x="711704" y="843452"/>
                  </a:lnTo>
                  <a:lnTo>
                    <a:pt x="713050" y="847482"/>
                  </a:lnTo>
                  <a:lnTo>
                    <a:pt x="711704" y="852854"/>
                  </a:lnTo>
                  <a:lnTo>
                    <a:pt x="713050" y="855540"/>
                  </a:lnTo>
                  <a:lnTo>
                    <a:pt x="715740" y="856883"/>
                  </a:lnTo>
                  <a:lnTo>
                    <a:pt x="719777" y="852854"/>
                  </a:lnTo>
                  <a:lnTo>
                    <a:pt x="722467" y="852854"/>
                  </a:lnTo>
                  <a:lnTo>
                    <a:pt x="721122" y="856883"/>
                  </a:lnTo>
                  <a:lnTo>
                    <a:pt x="717086" y="859569"/>
                  </a:lnTo>
                  <a:lnTo>
                    <a:pt x="717086" y="863598"/>
                  </a:lnTo>
                  <a:lnTo>
                    <a:pt x="718431" y="867628"/>
                  </a:lnTo>
                  <a:lnTo>
                    <a:pt x="717086" y="874343"/>
                  </a:lnTo>
                  <a:lnTo>
                    <a:pt x="718431" y="875686"/>
                  </a:lnTo>
                  <a:lnTo>
                    <a:pt x="723813" y="878372"/>
                  </a:lnTo>
                  <a:lnTo>
                    <a:pt x="723813" y="875686"/>
                  </a:lnTo>
                  <a:lnTo>
                    <a:pt x="726503" y="871657"/>
                  </a:lnTo>
                  <a:lnTo>
                    <a:pt x="727849" y="875686"/>
                  </a:lnTo>
                  <a:lnTo>
                    <a:pt x="725158" y="877029"/>
                  </a:lnTo>
                  <a:lnTo>
                    <a:pt x="727849" y="883745"/>
                  </a:lnTo>
                  <a:lnTo>
                    <a:pt x="730540" y="886431"/>
                  </a:lnTo>
                  <a:lnTo>
                    <a:pt x="735921" y="877029"/>
                  </a:lnTo>
                  <a:lnTo>
                    <a:pt x="735921" y="870314"/>
                  </a:lnTo>
                  <a:lnTo>
                    <a:pt x="737266" y="867628"/>
                  </a:lnTo>
                  <a:lnTo>
                    <a:pt x="738612" y="854197"/>
                  </a:lnTo>
                  <a:lnTo>
                    <a:pt x="742648" y="843452"/>
                  </a:lnTo>
                  <a:lnTo>
                    <a:pt x="742648" y="832708"/>
                  </a:lnTo>
                  <a:lnTo>
                    <a:pt x="741303" y="824649"/>
                  </a:lnTo>
                  <a:lnTo>
                    <a:pt x="739957" y="821963"/>
                  </a:lnTo>
                  <a:lnTo>
                    <a:pt x="739957" y="820620"/>
                  </a:lnTo>
                  <a:lnTo>
                    <a:pt x="741303" y="821963"/>
                  </a:lnTo>
                  <a:lnTo>
                    <a:pt x="743993" y="827335"/>
                  </a:lnTo>
                  <a:lnTo>
                    <a:pt x="746684" y="828679"/>
                  </a:lnTo>
                  <a:lnTo>
                    <a:pt x="749375" y="823306"/>
                  </a:lnTo>
                  <a:lnTo>
                    <a:pt x="754756" y="819277"/>
                  </a:lnTo>
                  <a:lnTo>
                    <a:pt x="750720" y="825992"/>
                  </a:lnTo>
                  <a:lnTo>
                    <a:pt x="749375" y="835394"/>
                  </a:lnTo>
                  <a:lnTo>
                    <a:pt x="750720" y="842109"/>
                  </a:lnTo>
                  <a:lnTo>
                    <a:pt x="745339" y="851511"/>
                  </a:lnTo>
                  <a:lnTo>
                    <a:pt x="745339" y="858226"/>
                  </a:lnTo>
                  <a:lnTo>
                    <a:pt x="746684" y="860912"/>
                  </a:lnTo>
                  <a:lnTo>
                    <a:pt x="743993" y="863598"/>
                  </a:lnTo>
                  <a:lnTo>
                    <a:pt x="743993" y="871657"/>
                  </a:lnTo>
                  <a:lnTo>
                    <a:pt x="743993" y="875686"/>
                  </a:lnTo>
                  <a:lnTo>
                    <a:pt x="745339" y="881059"/>
                  </a:lnTo>
                  <a:lnTo>
                    <a:pt x="749375" y="885088"/>
                  </a:lnTo>
                  <a:lnTo>
                    <a:pt x="750720" y="891803"/>
                  </a:lnTo>
                  <a:lnTo>
                    <a:pt x="753411" y="891803"/>
                  </a:lnTo>
                  <a:lnTo>
                    <a:pt x="753411" y="897175"/>
                  </a:lnTo>
                  <a:lnTo>
                    <a:pt x="757447" y="899862"/>
                  </a:lnTo>
                  <a:lnTo>
                    <a:pt x="760138" y="898518"/>
                  </a:lnTo>
                  <a:lnTo>
                    <a:pt x="762829" y="899862"/>
                  </a:lnTo>
                  <a:lnTo>
                    <a:pt x="766865" y="898518"/>
                  </a:lnTo>
                  <a:lnTo>
                    <a:pt x="773592" y="897175"/>
                  </a:lnTo>
                  <a:lnTo>
                    <a:pt x="773592" y="898518"/>
                  </a:lnTo>
                  <a:lnTo>
                    <a:pt x="766865" y="903891"/>
                  </a:lnTo>
                  <a:lnTo>
                    <a:pt x="764174" y="905234"/>
                  </a:lnTo>
                  <a:lnTo>
                    <a:pt x="764174" y="906577"/>
                  </a:lnTo>
                  <a:lnTo>
                    <a:pt x="766865" y="909263"/>
                  </a:lnTo>
                  <a:lnTo>
                    <a:pt x="764174" y="911949"/>
                  </a:lnTo>
                  <a:lnTo>
                    <a:pt x="761483" y="911949"/>
                  </a:lnTo>
                  <a:lnTo>
                    <a:pt x="761483" y="914635"/>
                  </a:lnTo>
                  <a:lnTo>
                    <a:pt x="764174" y="920008"/>
                  </a:lnTo>
                  <a:lnTo>
                    <a:pt x="764174" y="925380"/>
                  </a:lnTo>
                  <a:lnTo>
                    <a:pt x="762829" y="926723"/>
                  </a:lnTo>
                  <a:lnTo>
                    <a:pt x="758792" y="924037"/>
                  </a:lnTo>
                  <a:lnTo>
                    <a:pt x="757447" y="920008"/>
                  </a:lnTo>
                  <a:lnTo>
                    <a:pt x="756102" y="921351"/>
                  </a:lnTo>
                  <a:lnTo>
                    <a:pt x="757447" y="924037"/>
                  </a:lnTo>
                  <a:lnTo>
                    <a:pt x="754756" y="928066"/>
                  </a:lnTo>
                  <a:lnTo>
                    <a:pt x="754756" y="934782"/>
                  </a:lnTo>
                  <a:lnTo>
                    <a:pt x="756102" y="936125"/>
                  </a:lnTo>
                  <a:lnTo>
                    <a:pt x="754756" y="938811"/>
                  </a:lnTo>
                  <a:lnTo>
                    <a:pt x="750720" y="938811"/>
                  </a:lnTo>
                  <a:lnTo>
                    <a:pt x="748029" y="942840"/>
                  </a:lnTo>
                  <a:lnTo>
                    <a:pt x="749375" y="945526"/>
                  </a:lnTo>
                  <a:lnTo>
                    <a:pt x="752066" y="945526"/>
                  </a:lnTo>
                  <a:lnTo>
                    <a:pt x="754756" y="945526"/>
                  </a:lnTo>
                  <a:lnTo>
                    <a:pt x="756102" y="949555"/>
                  </a:lnTo>
                  <a:lnTo>
                    <a:pt x="760138" y="952242"/>
                  </a:lnTo>
                  <a:lnTo>
                    <a:pt x="762829" y="952242"/>
                  </a:lnTo>
                  <a:lnTo>
                    <a:pt x="765519" y="953585"/>
                  </a:lnTo>
                  <a:lnTo>
                    <a:pt x="765519" y="956271"/>
                  </a:lnTo>
                  <a:lnTo>
                    <a:pt x="761483" y="954928"/>
                  </a:lnTo>
                  <a:lnTo>
                    <a:pt x="760138" y="957614"/>
                  </a:lnTo>
                  <a:lnTo>
                    <a:pt x="761483" y="960300"/>
                  </a:lnTo>
                  <a:lnTo>
                    <a:pt x="764174" y="961643"/>
                  </a:lnTo>
                  <a:lnTo>
                    <a:pt x="765519" y="967015"/>
                  </a:lnTo>
                  <a:lnTo>
                    <a:pt x="770901" y="969702"/>
                  </a:lnTo>
                  <a:lnTo>
                    <a:pt x="772246" y="971045"/>
                  </a:lnTo>
                  <a:lnTo>
                    <a:pt x="769555" y="972388"/>
                  </a:lnTo>
                  <a:lnTo>
                    <a:pt x="766865" y="972388"/>
                  </a:lnTo>
                  <a:lnTo>
                    <a:pt x="764174" y="976417"/>
                  </a:lnTo>
                  <a:lnTo>
                    <a:pt x="764174" y="981789"/>
                  </a:lnTo>
                  <a:lnTo>
                    <a:pt x="768210" y="989848"/>
                  </a:lnTo>
                  <a:lnTo>
                    <a:pt x="772246" y="992534"/>
                  </a:lnTo>
                  <a:lnTo>
                    <a:pt x="777628" y="992534"/>
                  </a:lnTo>
                  <a:lnTo>
                    <a:pt x="781664" y="992534"/>
                  </a:lnTo>
                  <a:lnTo>
                    <a:pt x="776282" y="996563"/>
                  </a:lnTo>
                  <a:lnTo>
                    <a:pt x="770901" y="995220"/>
                  </a:lnTo>
                  <a:lnTo>
                    <a:pt x="766865" y="995220"/>
                  </a:lnTo>
                  <a:lnTo>
                    <a:pt x="762829" y="1003279"/>
                  </a:lnTo>
                  <a:lnTo>
                    <a:pt x="756102" y="1011337"/>
                  </a:lnTo>
                  <a:lnTo>
                    <a:pt x="749375" y="1015366"/>
                  </a:lnTo>
                  <a:lnTo>
                    <a:pt x="749375" y="1020738"/>
                  </a:lnTo>
                  <a:lnTo>
                    <a:pt x="752066" y="1026111"/>
                  </a:lnTo>
                  <a:lnTo>
                    <a:pt x="757447" y="1020738"/>
                  </a:lnTo>
                  <a:lnTo>
                    <a:pt x="760138" y="1014023"/>
                  </a:lnTo>
                  <a:lnTo>
                    <a:pt x="761483" y="1011337"/>
                  </a:lnTo>
                  <a:lnTo>
                    <a:pt x="765519" y="1009994"/>
                  </a:lnTo>
                  <a:lnTo>
                    <a:pt x="770901" y="1004622"/>
                  </a:lnTo>
                  <a:lnTo>
                    <a:pt x="772246" y="1005965"/>
                  </a:lnTo>
                  <a:lnTo>
                    <a:pt x="776282" y="1005965"/>
                  </a:lnTo>
                  <a:lnTo>
                    <a:pt x="783009" y="1005965"/>
                  </a:lnTo>
                  <a:lnTo>
                    <a:pt x="778973" y="1009994"/>
                  </a:lnTo>
                  <a:lnTo>
                    <a:pt x="778973" y="1011337"/>
                  </a:lnTo>
                  <a:lnTo>
                    <a:pt x="785700" y="1011337"/>
                  </a:lnTo>
                  <a:lnTo>
                    <a:pt x="785700" y="1014023"/>
                  </a:lnTo>
                  <a:lnTo>
                    <a:pt x="780318" y="1019395"/>
                  </a:lnTo>
                  <a:lnTo>
                    <a:pt x="780318" y="1023425"/>
                  </a:lnTo>
                  <a:lnTo>
                    <a:pt x="780318" y="1026111"/>
                  </a:lnTo>
                  <a:lnTo>
                    <a:pt x="777628" y="1032826"/>
                  </a:lnTo>
                  <a:lnTo>
                    <a:pt x="776282" y="1036855"/>
                  </a:lnTo>
                  <a:lnTo>
                    <a:pt x="776282" y="1039542"/>
                  </a:lnTo>
                  <a:lnTo>
                    <a:pt x="777628" y="1040885"/>
                  </a:lnTo>
                  <a:lnTo>
                    <a:pt x="774937" y="1040885"/>
                  </a:lnTo>
                  <a:lnTo>
                    <a:pt x="769555" y="1040885"/>
                  </a:lnTo>
                  <a:lnTo>
                    <a:pt x="765519" y="1044914"/>
                  </a:lnTo>
                  <a:lnTo>
                    <a:pt x="766865" y="1047600"/>
                  </a:lnTo>
                  <a:lnTo>
                    <a:pt x="770901" y="1047600"/>
                  </a:lnTo>
                  <a:lnTo>
                    <a:pt x="772246" y="1046257"/>
                  </a:lnTo>
                  <a:lnTo>
                    <a:pt x="777628" y="1047600"/>
                  </a:lnTo>
                  <a:lnTo>
                    <a:pt x="777628" y="1048943"/>
                  </a:lnTo>
                  <a:lnTo>
                    <a:pt x="773592" y="1051629"/>
                  </a:lnTo>
                  <a:lnTo>
                    <a:pt x="770901" y="1051629"/>
                  </a:lnTo>
                  <a:lnTo>
                    <a:pt x="768210" y="1051629"/>
                  </a:lnTo>
                  <a:lnTo>
                    <a:pt x="765519" y="1054315"/>
                  </a:lnTo>
                  <a:lnTo>
                    <a:pt x="764174" y="1059688"/>
                  </a:lnTo>
                  <a:lnTo>
                    <a:pt x="766865" y="1065060"/>
                  </a:lnTo>
                  <a:lnTo>
                    <a:pt x="769555" y="1063717"/>
                  </a:lnTo>
                  <a:lnTo>
                    <a:pt x="770901" y="1059688"/>
                  </a:lnTo>
                  <a:lnTo>
                    <a:pt x="773592" y="1059688"/>
                  </a:lnTo>
                  <a:lnTo>
                    <a:pt x="778973" y="1058345"/>
                  </a:lnTo>
                  <a:lnTo>
                    <a:pt x="784355" y="1050286"/>
                  </a:lnTo>
                  <a:lnTo>
                    <a:pt x="789736" y="1043571"/>
                  </a:lnTo>
                  <a:lnTo>
                    <a:pt x="792427" y="1032826"/>
                  </a:lnTo>
                  <a:lnTo>
                    <a:pt x="797808" y="102073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09" name="Freeform 1308">
              <a:extLst>
                <a:ext uri="{FF2B5EF4-FFF2-40B4-BE49-F238E27FC236}">
                  <a16:creationId xmlns:a16="http://schemas.microsoft.com/office/drawing/2014/main" id="{3E9DBD0F-CB7E-92EE-58CD-B059F3FADFF6}"/>
                </a:ext>
              </a:extLst>
            </p:cNvPr>
            <p:cNvSpPr/>
            <p:nvPr/>
          </p:nvSpPr>
          <p:spPr>
            <a:xfrm>
              <a:off x="4247356" y="2793060"/>
              <a:ext cx="2690" cy="6715"/>
            </a:xfrm>
            <a:custGeom>
              <a:avLst/>
              <a:gdLst>
                <a:gd name="connsiteX0" fmla="*/ 1345 w 2690"/>
                <a:gd name="connsiteY0" fmla="*/ 6715 h 6715"/>
                <a:gd name="connsiteX1" fmla="*/ 0 w 2690"/>
                <a:gd name="connsiteY1" fmla="*/ 4029 h 6715"/>
                <a:gd name="connsiteX2" fmla="*/ 0 w 2690"/>
                <a:gd name="connsiteY2" fmla="*/ 0 h 6715"/>
                <a:gd name="connsiteX3" fmla="*/ 2691 w 2690"/>
                <a:gd name="connsiteY3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6715">
                  <a:moveTo>
                    <a:pt x="1345" y="6715"/>
                  </a:moveTo>
                  <a:lnTo>
                    <a:pt x="0" y="4029"/>
                  </a:lnTo>
                  <a:lnTo>
                    <a:pt x="0" y="0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0" name="Freeform 1309">
              <a:extLst>
                <a:ext uri="{FF2B5EF4-FFF2-40B4-BE49-F238E27FC236}">
                  <a16:creationId xmlns:a16="http://schemas.microsoft.com/office/drawing/2014/main" id="{48810313-3BBA-3783-0D1B-B5ADCB807BEA}"/>
                </a:ext>
              </a:extLst>
            </p:cNvPr>
            <p:cNvSpPr/>
            <p:nvPr/>
          </p:nvSpPr>
          <p:spPr>
            <a:xfrm>
              <a:off x="4276954" y="2805148"/>
              <a:ext cx="8072" cy="6715"/>
            </a:xfrm>
            <a:custGeom>
              <a:avLst/>
              <a:gdLst>
                <a:gd name="connsiteX0" fmla="*/ 0 w 8072"/>
                <a:gd name="connsiteY0" fmla="*/ 2686 h 6715"/>
                <a:gd name="connsiteX1" fmla="*/ 4036 w 8072"/>
                <a:gd name="connsiteY1" fmla="*/ 0 h 6715"/>
                <a:gd name="connsiteX2" fmla="*/ 8072 w 8072"/>
                <a:gd name="connsiteY2" fmla="*/ 2686 h 6715"/>
                <a:gd name="connsiteX3" fmla="*/ 4036 w 8072"/>
                <a:gd name="connsiteY3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6715">
                  <a:moveTo>
                    <a:pt x="0" y="2686"/>
                  </a:moveTo>
                  <a:lnTo>
                    <a:pt x="4036" y="0"/>
                  </a:lnTo>
                  <a:lnTo>
                    <a:pt x="8072" y="2686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1" name="Freeform 1310">
              <a:extLst>
                <a:ext uri="{FF2B5EF4-FFF2-40B4-BE49-F238E27FC236}">
                  <a16:creationId xmlns:a16="http://schemas.microsoft.com/office/drawing/2014/main" id="{617BCECB-764E-9A9F-DBCE-15F610F388C1}"/>
                </a:ext>
              </a:extLst>
            </p:cNvPr>
            <p:cNvSpPr/>
            <p:nvPr/>
          </p:nvSpPr>
          <p:spPr>
            <a:xfrm>
              <a:off x="4276954" y="2793060"/>
              <a:ext cx="9417" cy="10744"/>
            </a:xfrm>
            <a:custGeom>
              <a:avLst/>
              <a:gdLst>
                <a:gd name="connsiteX0" fmla="*/ 1345 w 9417"/>
                <a:gd name="connsiteY0" fmla="*/ 1343 h 10744"/>
                <a:gd name="connsiteX1" fmla="*/ 6727 w 9417"/>
                <a:gd name="connsiteY1" fmla="*/ 0 h 10744"/>
                <a:gd name="connsiteX2" fmla="*/ 9418 w 9417"/>
                <a:gd name="connsiteY2" fmla="*/ 5372 h 10744"/>
                <a:gd name="connsiteX3" fmla="*/ 4036 w 9417"/>
                <a:gd name="connsiteY3" fmla="*/ 10745 h 10744"/>
                <a:gd name="connsiteX4" fmla="*/ 0 w 9417"/>
                <a:gd name="connsiteY4" fmla="*/ 8059 h 10744"/>
                <a:gd name="connsiteX5" fmla="*/ 2691 w 9417"/>
                <a:gd name="connsiteY5" fmla="*/ 5372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10744">
                  <a:moveTo>
                    <a:pt x="1345" y="1343"/>
                  </a:moveTo>
                  <a:lnTo>
                    <a:pt x="6727" y="0"/>
                  </a:lnTo>
                  <a:lnTo>
                    <a:pt x="9418" y="5372"/>
                  </a:lnTo>
                  <a:lnTo>
                    <a:pt x="4036" y="10745"/>
                  </a:lnTo>
                  <a:lnTo>
                    <a:pt x="0" y="8059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2" name="Freeform 1311">
              <a:extLst>
                <a:ext uri="{FF2B5EF4-FFF2-40B4-BE49-F238E27FC236}">
                  <a16:creationId xmlns:a16="http://schemas.microsoft.com/office/drawing/2014/main" id="{DF9EB9FB-8597-E2AC-DB1B-851CF82813EA}"/>
                </a:ext>
              </a:extLst>
            </p:cNvPr>
            <p:cNvSpPr/>
            <p:nvPr/>
          </p:nvSpPr>
          <p:spPr>
            <a:xfrm>
              <a:off x="4275609" y="2782316"/>
              <a:ext cx="6726" cy="10744"/>
            </a:xfrm>
            <a:custGeom>
              <a:avLst/>
              <a:gdLst>
                <a:gd name="connsiteX0" fmla="*/ 2691 w 6726"/>
                <a:gd name="connsiteY0" fmla="*/ 0 h 10744"/>
                <a:gd name="connsiteX1" fmla="*/ 6727 w 6726"/>
                <a:gd name="connsiteY1" fmla="*/ 6715 h 10744"/>
                <a:gd name="connsiteX2" fmla="*/ 1345 w 6726"/>
                <a:gd name="connsiteY2" fmla="*/ 10745 h 10744"/>
                <a:gd name="connsiteX3" fmla="*/ 2691 w 6726"/>
                <a:gd name="connsiteY3" fmla="*/ 5372 h 10744"/>
                <a:gd name="connsiteX4" fmla="*/ 0 w 6726"/>
                <a:gd name="connsiteY4" fmla="*/ 2686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10744">
                  <a:moveTo>
                    <a:pt x="2691" y="0"/>
                  </a:moveTo>
                  <a:lnTo>
                    <a:pt x="6727" y="6715"/>
                  </a:lnTo>
                  <a:lnTo>
                    <a:pt x="1345" y="10745"/>
                  </a:lnTo>
                  <a:lnTo>
                    <a:pt x="2691" y="5372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3" name="Freeform 1312">
              <a:extLst>
                <a:ext uri="{FF2B5EF4-FFF2-40B4-BE49-F238E27FC236}">
                  <a16:creationId xmlns:a16="http://schemas.microsoft.com/office/drawing/2014/main" id="{1A442EE2-C111-13E4-6F2F-EA726E2FBE56}"/>
                </a:ext>
              </a:extLst>
            </p:cNvPr>
            <p:cNvSpPr/>
            <p:nvPr/>
          </p:nvSpPr>
          <p:spPr>
            <a:xfrm>
              <a:off x="4282336" y="2763513"/>
              <a:ext cx="20180" cy="30890"/>
            </a:xfrm>
            <a:custGeom>
              <a:avLst/>
              <a:gdLst>
                <a:gd name="connsiteX0" fmla="*/ 0 w 20180"/>
                <a:gd name="connsiteY0" fmla="*/ 18803 h 30890"/>
                <a:gd name="connsiteX1" fmla="*/ 4036 w 20180"/>
                <a:gd name="connsiteY1" fmla="*/ 14774 h 30890"/>
                <a:gd name="connsiteX2" fmla="*/ 4036 w 20180"/>
                <a:gd name="connsiteY2" fmla="*/ 12088 h 30890"/>
                <a:gd name="connsiteX3" fmla="*/ 6727 w 20180"/>
                <a:gd name="connsiteY3" fmla="*/ 5372 h 30890"/>
                <a:gd name="connsiteX4" fmla="*/ 12108 w 20180"/>
                <a:gd name="connsiteY4" fmla="*/ 2686 h 30890"/>
                <a:gd name="connsiteX5" fmla="*/ 12108 w 20180"/>
                <a:gd name="connsiteY5" fmla="*/ 0 h 30890"/>
                <a:gd name="connsiteX6" fmla="*/ 18835 w 20180"/>
                <a:gd name="connsiteY6" fmla="*/ 0 h 30890"/>
                <a:gd name="connsiteX7" fmla="*/ 20181 w 20180"/>
                <a:gd name="connsiteY7" fmla="*/ 5372 h 30890"/>
                <a:gd name="connsiteX8" fmla="*/ 18835 w 20180"/>
                <a:gd name="connsiteY8" fmla="*/ 10745 h 30890"/>
                <a:gd name="connsiteX9" fmla="*/ 20181 w 20180"/>
                <a:gd name="connsiteY9" fmla="*/ 14774 h 30890"/>
                <a:gd name="connsiteX10" fmla="*/ 13454 w 20180"/>
                <a:gd name="connsiteY10" fmla="*/ 25518 h 30890"/>
                <a:gd name="connsiteX11" fmla="*/ 5381 w 20180"/>
                <a:gd name="connsiteY11" fmla="*/ 30891 h 30890"/>
                <a:gd name="connsiteX12" fmla="*/ 2691 w 20180"/>
                <a:gd name="connsiteY12" fmla="*/ 28205 h 30890"/>
                <a:gd name="connsiteX13" fmla="*/ 6727 w 20180"/>
                <a:gd name="connsiteY13" fmla="*/ 22832 h 30890"/>
                <a:gd name="connsiteX14" fmla="*/ 12108 w 20180"/>
                <a:gd name="connsiteY14" fmla="*/ 18803 h 30890"/>
                <a:gd name="connsiteX15" fmla="*/ 12108 w 20180"/>
                <a:gd name="connsiteY15" fmla="*/ 17460 h 30890"/>
                <a:gd name="connsiteX16" fmla="*/ 1345 w 20180"/>
                <a:gd name="connsiteY16" fmla="*/ 21489 h 3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80" h="30890">
                  <a:moveTo>
                    <a:pt x="0" y="18803"/>
                  </a:moveTo>
                  <a:lnTo>
                    <a:pt x="4036" y="14774"/>
                  </a:lnTo>
                  <a:lnTo>
                    <a:pt x="4036" y="12088"/>
                  </a:lnTo>
                  <a:lnTo>
                    <a:pt x="6727" y="5372"/>
                  </a:lnTo>
                  <a:lnTo>
                    <a:pt x="12108" y="2686"/>
                  </a:lnTo>
                  <a:lnTo>
                    <a:pt x="12108" y="0"/>
                  </a:lnTo>
                  <a:lnTo>
                    <a:pt x="18835" y="0"/>
                  </a:lnTo>
                  <a:lnTo>
                    <a:pt x="20181" y="5372"/>
                  </a:lnTo>
                  <a:lnTo>
                    <a:pt x="18835" y="10745"/>
                  </a:lnTo>
                  <a:lnTo>
                    <a:pt x="20181" y="14774"/>
                  </a:lnTo>
                  <a:lnTo>
                    <a:pt x="13454" y="25518"/>
                  </a:lnTo>
                  <a:lnTo>
                    <a:pt x="5381" y="30891"/>
                  </a:lnTo>
                  <a:lnTo>
                    <a:pt x="2691" y="28205"/>
                  </a:lnTo>
                  <a:lnTo>
                    <a:pt x="6727" y="22832"/>
                  </a:lnTo>
                  <a:lnTo>
                    <a:pt x="12108" y="18803"/>
                  </a:lnTo>
                  <a:lnTo>
                    <a:pt x="12108" y="17460"/>
                  </a:lnTo>
                  <a:lnTo>
                    <a:pt x="1345" y="2148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4" name="Freeform 1313">
              <a:extLst>
                <a:ext uri="{FF2B5EF4-FFF2-40B4-BE49-F238E27FC236}">
                  <a16:creationId xmlns:a16="http://schemas.microsoft.com/office/drawing/2014/main" id="{A7288D8F-D358-2105-09F0-873B44EE331E}"/>
                </a:ext>
              </a:extLst>
            </p:cNvPr>
            <p:cNvSpPr/>
            <p:nvPr/>
          </p:nvSpPr>
          <p:spPr>
            <a:xfrm>
              <a:off x="4235248" y="2797090"/>
              <a:ext cx="9417" cy="17460"/>
            </a:xfrm>
            <a:custGeom>
              <a:avLst/>
              <a:gdLst>
                <a:gd name="connsiteX0" fmla="*/ 1345 w 9417"/>
                <a:gd name="connsiteY0" fmla="*/ 1343 h 17460"/>
                <a:gd name="connsiteX1" fmla="*/ 4036 w 9417"/>
                <a:gd name="connsiteY1" fmla="*/ 0 h 17460"/>
                <a:gd name="connsiteX2" fmla="*/ 6727 w 9417"/>
                <a:gd name="connsiteY2" fmla="*/ 2686 h 17460"/>
                <a:gd name="connsiteX3" fmla="*/ 6727 w 9417"/>
                <a:gd name="connsiteY3" fmla="*/ 5372 h 17460"/>
                <a:gd name="connsiteX4" fmla="*/ 9418 w 9417"/>
                <a:gd name="connsiteY4" fmla="*/ 12088 h 17460"/>
                <a:gd name="connsiteX5" fmla="*/ 5381 w 9417"/>
                <a:gd name="connsiteY5" fmla="*/ 17460 h 17460"/>
                <a:gd name="connsiteX6" fmla="*/ 4036 w 9417"/>
                <a:gd name="connsiteY6" fmla="*/ 16117 h 17460"/>
                <a:gd name="connsiteX7" fmla="*/ 4036 w 9417"/>
                <a:gd name="connsiteY7" fmla="*/ 10745 h 17460"/>
                <a:gd name="connsiteX8" fmla="*/ 0 w 9417"/>
                <a:gd name="connsiteY8" fmla="*/ 5372 h 1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17" h="17460">
                  <a:moveTo>
                    <a:pt x="1345" y="1343"/>
                  </a:moveTo>
                  <a:lnTo>
                    <a:pt x="4036" y="0"/>
                  </a:lnTo>
                  <a:lnTo>
                    <a:pt x="6727" y="2686"/>
                  </a:lnTo>
                  <a:lnTo>
                    <a:pt x="6727" y="5372"/>
                  </a:lnTo>
                  <a:lnTo>
                    <a:pt x="9418" y="12088"/>
                  </a:lnTo>
                  <a:lnTo>
                    <a:pt x="5381" y="17460"/>
                  </a:lnTo>
                  <a:lnTo>
                    <a:pt x="4036" y="16117"/>
                  </a:lnTo>
                  <a:lnTo>
                    <a:pt x="4036" y="10745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5" name="Freeform 1314">
              <a:extLst>
                <a:ext uri="{FF2B5EF4-FFF2-40B4-BE49-F238E27FC236}">
                  <a16:creationId xmlns:a16="http://schemas.microsoft.com/office/drawing/2014/main" id="{A562F3B0-B067-0336-4F81-8010769A8F61}"/>
                </a:ext>
              </a:extLst>
            </p:cNvPr>
            <p:cNvSpPr/>
            <p:nvPr/>
          </p:nvSpPr>
          <p:spPr>
            <a:xfrm>
              <a:off x="4237938" y="2790374"/>
              <a:ext cx="5381" cy="5372"/>
            </a:xfrm>
            <a:custGeom>
              <a:avLst/>
              <a:gdLst>
                <a:gd name="connsiteX0" fmla="*/ 0 w 5381"/>
                <a:gd name="connsiteY0" fmla="*/ 1343 h 5372"/>
                <a:gd name="connsiteX1" fmla="*/ 1345 w 5381"/>
                <a:gd name="connsiteY1" fmla="*/ 0 h 5372"/>
                <a:gd name="connsiteX2" fmla="*/ 4036 w 5381"/>
                <a:gd name="connsiteY2" fmla="*/ 0 h 5372"/>
                <a:gd name="connsiteX3" fmla="*/ 5382 w 5381"/>
                <a:gd name="connsiteY3" fmla="*/ 4029 h 5372"/>
                <a:gd name="connsiteX4" fmla="*/ 1345 w 5381"/>
                <a:gd name="connsiteY4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0" y="1343"/>
                  </a:moveTo>
                  <a:lnTo>
                    <a:pt x="1345" y="0"/>
                  </a:lnTo>
                  <a:lnTo>
                    <a:pt x="4036" y="0"/>
                  </a:lnTo>
                  <a:lnTo>
                    <a:pt x="5382" y="4029"/>
                  </a:lnTo>
                  <a:lnTo>
                    <a:pt x="1345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6" name="Freeform 1315">
              <a:extLst>
                <a:ext uri="{FF2B5EF4-FFF2-40B4-BE49-F238E27FC236}">
                  <a16:creationId xmlns:a16="http://schemas.microsoft.com/office/drawing/2014/main" id="{96B2EE27-9FA1-D0B4-9805-16A630182E01}"/>
                </a:ext>
              </a:extLst>
            </p:cNvPr>
            <p:cNvSpPr/>
            <p:nvPr/>
          </p:nvSpPr>
          <p:spPr>
            <a:xfrm>
              <a:off x="4235248" y="2782316"/>
              <a:ext cx="4036" cy="5372"/>
            </a:xfrm>
            <a:custGeom>
              <a:avLst/>
              <a:gdLst>
                <a:gd name="connsiteX0" fmla="*/ 0 w 4036"/>
                <a:gd name="connsiteY0" fmla="*/ 2686 h 5372"/>
                <a:gd name="connsiteX1" fmla="*/ 4036 w 4036"/>
                <a:gd name="connsiteY1" fmla="*/ 0 h 5372"/>
                <a:gd name="connsiteX2" fmla="*/ 4036 w 4036"/>
                <a:gd name="connsiteY2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5372">
                  <a:moveTo>
                    <a:pt x="0" y="2686"/>
                  </a:moveTo>
                  <a:lnTo>
                    <a:pt x="4036" y="0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7" name="Freeform 1316">
              <a:extLst>
                <a:ext uri="{FF2B5EF4-FFF2-40B4-BE49-F238E27FC236}">
                  <a16:creationId xmlns:a16="http://schemas.microsoft.com/office/drawing/2014/main" id="{5814B8C6-375C-78B3-D171-2F45B43FE257}"/>
                </a:ext>
              </a:extLst>
            </p:cNvPr>
            <p:cNvSpPr/>
            <p:nvPr/>
          </p:nvSpPr>
          <p:spPr>
            <a:xfrm>
              <a:off x="4231212" y="2778287"/>
              <a:ext cx="4036" cy="6715"/>
            </a:xfrm>
            <a:custGeom>
              <a:avLst/>
              <a:gdLst>
                <a:gd name="connsiteX0" fmla="*/ 0 w 4036"/>
                <a:gd name="connsiteY0" fmla="*/ 0 h 6715"/>
                <a:gd name="connsiteX1" fmla="*/ 4036 w 4036"/>
                <a:gd name="connsiteY1" fmla="*/ 1343 h 6715"/>
                <a:gd name="connsiteX2" fmla="*/ 0 w 4036"/>
                <a:gd name="connsiteY2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6715">
                  <a:moveTo>
                    <a:pt x="0" y="0"/>
                  </a:moveTo>
                  <a:lnTo>
                    <a:pt x="4036" y="1343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8" name="Freeform 1317">
              <a:extLst>
                <a:ext uri="{FF2B5EF4-FFF2-40B4-BE49-F238E27FC236}">
                  <a16:creationId xmlns:a16="http://schemas.microsoft.com/office/drawing/2014/main" id="{E1547B80-F2D8-54E4-DD51-6344DA7365FB}"/>
                </a:ext>
              </a:extLst>
            </p:cNvPr>
            <p:cNvSpPr/>
            <p:nvPr/>
          </p:nvSpPr>
          <p:spPr>
            <a:xfrm>
              <a:off x="4228521" y="2750082"/>
              <a:ext cx="2690" cy="4029"/>
            </a:xfrm>
            <a:custGeom>
              <a:avLst/>
              <a:gdLst>
                <a:gd name="connsiteX0" fmla="*/ 0 w 2690"/>
                <a:gd name="connsiteY0" fmla="*/ 4029 h 4029"/>
                <a:gd name="connsiteX1" fmla="*/ 0 w 2690"/>
                <a:gd name="connsiteY1" fmla="*/ 0 h 4029"/>
                <a:gd name="connsiteX2" fmla="*/ 2691 w 2690"/>
                <a:gd name="connsiteY2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0" y="4029"/>
                  </a:moveTo>
                  <a:lnTo>
                    <a:pt x="0" y="0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19" name="Freeform 1318">
              <a:extLst>
                <a:ext uri="{FF2B5EF4-FFF2-40B4-BE49-F238E27FC236}">
                  <a16:creationId xmlns:a16="http://schemas.microsoft.com/office/drawing/2014/main" id="{2BC52928-A022-6FF5-5478-7A3B9D080FB7}"/>
                </a:ext>
              </a:extLst>
            </p:cNvPr>
            <p:cNvSpPr/>
            <p:nvPr/>
          </p:nvSpPr>
          <p:spPr>
            <a:xfrm>
              <a:off x="4241975" y="2758140"/>
              <a:ext cx="5381" cy="5372"/>
            </a:xfrm>
            <a:custGeom>
              <a:avLst/>
              <a:gdLst>
                <a:gd name="connsiteX0" fmla="*/ 0 w 5381"/>
                <a:gd name="connsiteY0" fmla="*/ 2686 h 5372"/>
                <a:gd name="connsiteX1" fmla="*/ 4036 w 5381"/>
                <a:gd name="connsiteY1" fmla="*/ 0 h 5372"/>
                <a:gd name="connsiteX2" fmla="*/ 5381 w 5381"/>
                <a:gd name="connsiteY2" fmla="*/ 2686 h 5372"/>
                <a:gd name="connsiteX3" fmla="*/ 2691 w 5381"/>
                <a:gd name="connsiteY3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5372">
                  <a:moveTo>
                    <a:pt x="0" y="2686"/>
                  </a:moveTo>
                  <a:lnTo>
                    <a:pt x="4036" y="0"/>
                  </a:lnTo>
                  <a:lnTo>
                    <a:pt x="5381" y="2686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0" name="Freeform 1319">
              <a:extLst>
                <a:ext uri="{FF2B5EF4-FFF2-40B4-BE49-F238E27FC236}">
                  <a16:creationId xmlns:a16="http://schemas.microsoft.com/office/drawing/2014/main" id="{72D5BCAD-415D-024B-7D8C-DCA3815DC199}"/>
                </a:ext>
              </a:extLst>
            </p:cNvPr>
            <p:cNvSpPr/>
            <p:nvPr/>
          </p:nvSpPr>
          <p:spPr>
            <a:xfrm>
              <a:off x="4243320" y="2744710"/>
              <a:ext cx="12108" cy="8058"/>
            </a:xfrm>
            <a:custGeom>
              <a:avLst/>
              <a:gdLst>
                <a:gd name="connsiteX0" fmla="*/ 0 w 12108"/>
                <a:gd name="connsiteY0" fmla="*/ 8058 h 8058"/>
                <a:gd name="connsiteX1" fmla="*/ 4036 w 12108"/>
                <a:gd name="connsiteY1" fmla="*/ 1343 h 8058"/>
                <a:gd name="connsiteX2" fmla="*/ 8072 w 12108"/>
                <a:gd name="connsiteY2" fmla="*/ 0 h 8058"/>
                <a:gd name="connsiteX3" fmla="*/ 12108 w 12108"/>
                <a:gd name="connsiteY3" fmla="*/ 2686 h 8058"/>
                <a:gd name="connsiteX4" fmla="*/ 9418 w 12108"/>
                <a:gd name="connsiteY4" fmla="*/ 5372 h 8058"/>
                <a:gd name="connsiteX5" fmla="*/ 5382 w 12108"/>
                <a:gd name="connsiteY5" fmla="*/ 5372 h 8058"/>
                <a:gd name="connsiteX6" fmla="*/ 2691 w 12108"/>
                <a:gd name="connsiteY6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08" h="8058">
                  <a:moveTo>
                    <a:pt x="0" y="8058"/>
                  </a:moveTo>
                  <a:lnTo>
                    <a:pt x="4036" y="1343"/>
                  </a:lnTo>
                  <a:lnTo>
                    <a:pt x="8072" y="0"/>
                  </a:lnTo>
                  <a:lnTo>
                    <a:pt x="12108" y="2686"/>
                  </a:lnTo>
                  <a:lnTo>
                    <a:pt x="9418" y="5372"/>
                  </a:lnTo>
                  <a:lnTo>
                    <a:pt x="5382" y="5372"/>
                  </a:lnTo>
                  <a:lnTo>
                    <a:pt x="2691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1" name="Freeform 1320">
              <a:extLst>
                <a:ext uri="{FF2B5EF4-FFF2-40B4-BE49-F238E27FC236}">
                  <a16:creationId xmlns:a16="http://schemas.microsoft.com/office/drawing/2014/main" id="{40144E0C-D463-FE84-452C-7E1498142ABF}"/>
                </a:ext>
              </a:extLst>
            </p:cNvPr>
            <p:cNvSpPr/>
            <p:nvPr/>
          </p:nvSpPr>
          <p:spPr>
            <a:xfrm>
              <a:off x="4243320" y="2736651"/>
              <a:ext cx="28252" cy="77898"/>
            </a:xfrm>
            <a:custGeom>
              <a:avLst/>
              <a:gdLst>
                <a:gd name="connsiteX0" fmla="*/ 12108 w 28252"/>
                <a:gd name="connsiteY0" fmla="*/ 18803 h 77898"/>
                <a:gd name="connsiteX1" fmla="*/ 14799 w 28252"/>
                <a:gd name="connsiteY1" fmla="*/ 12088 h 77898"/>
                <a:gd name="connsiteX2" fmla="*/ 13454 w 28252"/>
                <a:gd name="connsiteY2" fmla="*/ 6715 h 77898"/>
                <a:gd name="connsiteX3" fmla="*/ 9418 w 28252"/>
                <a:gd name="connsiteY3" fmla="*/ 2686 h 77898"/>
                <a:gd name="connsiteX4" fmla="*/ 12108 w 28252"/>
                <a:gd name="connsiteY4" fmla="*/ 0 h 77898"/>
                <a:gd name="connsiteX5" fmla="*/ 17490 w 28252"/>
                <a:gd name="connsiteY5" fmla="*/ 1343 h 77898"/>
                <a:gd name="connsiteX6" fmla="*/ 20181 w 28252"/>
                <a:gd name="connsiteY6" fmla="*/ 6715 h 77898"/>
                <a:gd name="connsiteX7" fmla="*/ 17490 w 28252"/>
                <a:gd name="connsiteY7" fmla="*/ 12088 h 77898"/>
                <a:gd name="connsiteX8" fmla="*/ 16144 w 28252"/>
                <a:gd name="connsiteY8" fmla="*/ 14774 h 77898"/>
                <a:gd name="connsiteX9" fmla="*/ 18835 w 28252"/>
                <a:gd name="connsiteY9" fmla="*/ 17460 h 77898"/>
                <a:gd name="connsiteX10" fmla="*/ 20181 w 28252"/>
                <a:gd name="connsiteY10" fmla="*/ 17460 h 77898"/>
                <a:gd name="connsiteX11" fmla="*/ 25562 w 28252"/>
                <a:gd name="connsiteY11" fmla="*/ 20146 h 77898"/>
                <a:gd name="connsiteX12" fmla="*/ 25562 w 28252"/>
                <a:gd name="connsiteY12" fmla="*/ 28205 h 77898"/>
                <a:gd name="connsiteX13" fmla="*/ 22871 w 28252"/>
                <a:gd name="connsiteY13" fmla="*/ 28205 h 77898"/>
                <a:gd name="connsiteX14" fmla="*/ 26908 w 28252"/>
                <a:gd name="connsiteY14" fmla="*/ 33577 h 77898"/>
                <a:gd name="connsiteX15" fmla="*/ 26908 w 28252"/>
                <a:gd name="connsiteY15" fmla="*/ 36263 h 77898"/>
                <a:gd name="connsiteX16" fmla="*/ 22871 w 28252"/>
                <a:gd name="connsiteY16" fmla="*/ 37606 h 77898"/>
                <a:gd name="connsiteX17" fmla="*/ 21526 w 28252"/>
                <a:gd name="connsiteY17" fmla="*/ 36263 h 77898"/>
                <a:gd name="connsiteX18" fmla="*/ 18835 w 28252"/>
                <a:gd name="connsiteY18" fmla="*/ 40292 h 77898"/>
                <a:gd name="connsiteX19" fmla="*/ 25562 w 28252"/>
                <a:gd name="connsiteY19" fmla="*/ 44322 h 77898"/>
                <a:gd name="connsiteX20" fmla="*/ 28253 w 28252"/>
                <a:gd name="connsiteY20" fmla="*/ 49694 h 77898"/>
                <a:gd name="connsiteX21" fmla="*/ 22871 w 28252"/>
                <a:gd name="connsiteY21" fmla="*/ 52380 h 77898"/>
                <a:gd name="connsiteX22" fmla="*/ 21526 w 28252"/>
                <a:gd name="connsiteY22" fmla="*/ 53723 h 77898"/>
                <a:gd name="connsiteX23" fmla="*/ 25562 w 28252"/>
                <a:gd name="connsiteY23" fmla="*/ 53723 h 77898"/>
                <a:gd name="connsiteX24" fmla="*/ 28253 w 28252"/>
                <a:gd name="connsiteY24" fmla="*/ 55066 h 77898"/>
                <a:gd name="connsiteX25" fmla="*/ 28253 w 28252"/>
                <a:gd name="connsiteY25" fmla="*/ 59095 h 77898"/>
                <a:gd name="connsiteX26" fmla="*/ 22871 w 28252"/>
                <a:gd name="connsiteY26" fmla="*/ 61782 h 77898"/>
                <a:gd name="connsiteX27" fmla="*/ 20181 w 28252"/>
                <a:gd name="connsiteY27" fmla="*/ 61782 h 77898"/>
                <a:gd name="connsiteX28" fmla="*/ 17490 w 28252"/>
                <a:gd name="connsiteY28" fmla="*/ 67154 h 77898"/>
                <a:gd name="connsiteX29" fmla="*/ 20181 w 28252"/>
                <a:gd name="connsiteY29" fmla="*/ 67154 h 77898"/>
                <a:gd name="connsiteX30" fmla="*/ 21526 w 28252"/>
                <a:gd name="connsiteY30" fmla="*/ 69840 h 77898"/>
                <a:gd name="connsiteX31" fmla="*/ 20181 w 28252"/>
                <a:gd name="connsiteY31" fmla="*/ 71183 h 77898"/>
                <a:gd name="connsiteX32" fmla="*/ 21526 w 28252"/>
                <a:gd name="connsiteY32" fmla="*/ 75212 h 77898"/>
                <a:gd name="connsiteX33" fmla="*/ 18835 w 28252"/>
                <a:gd name="connsiteY33" fmla="*/ 77899 h 77898"/>
                <a:gd name="connsiteX34" fmla="*/ 14799 w 28252"/>
                <a:gd name="connsiteY34" fmla="*/ 77899 h 77898"/>
                <a:gd name="connsiteX35" fmla="*/ 12108 w 28252"/>
                <a:gd name="connsiteY35" fmla="*/ 75212 h 77898"/>
                <a:gd name="connsiteX36" fmla="*/ 13454 w 28252"/>
                <a:gd name="connsiteY36" fmla="*/ 71183 h 77898"/>
                <a:gd name="connsiteX37" fmla="*/ 9418 w 28252"/>
                <a:gd name="connsiteY37" fmla="*/ 67154 h 77898"/>
                <a:gd name="connsiteX38" fmla="*/ 9418 w 28252"/>
                <a:gd name="connsiteY38" fmla="*/ 63125 h 77898"/>
                <a:gd name="connsiteX39" fmla="*/ 13454 w 28252"/>
                <a:gd name="connsiteY39" fmla="*/ 60438 h 77898"/>
                <a:gd name="connsiteX40" fmla="*/ 10763 w 28252"/>
                <a:gd name="connsiteY40" fmla="*/ 57752 h 77898"/>
                <a:gd name="connsiteX41" fmla="*/ 10763 w 28252"/>
                <a:gd name="connsiteY41" fmla="*/ 55066 h 77898"/>
                <a:gd name="connsiteX42" fmla="*/ 14799 w 28252"/>
                <a:gd name="connsiteY42" fmla="*/ 52380 h 77898"/>
                <a:gd name="connsiteX43" fmla="*/ 13454 w 28252"/>
                <a:gd name="connsiteY43" fmla="*/ 49694 h 77898"/>
                <a:gd name="connsiteX44" fmla="*/ 9418 w 28252"/>
                <a:gd name="connsiteY44" fmla="*/ 51037 h 77898"/>
                <a:gd name="connsiteX45" fmla="*/ 8072 w 28252"/>
                <a:gd name="connsiteY45" fmla="*/ 53723 h 77898"/>
                <a:gd name="connsiteX46" fmla="*/ 5382 w 28252"/>
                <a:gd name="connsiteY46" fmla="*/ 51037 h 77898"/>
                <a:gd name="connsiteX47" fmla="*/ 2691 w 28252"/>
                <a:gd name="connsiteY47" fmla="*/ 51037 h 77898"/>
                <a:gd name="connsiteX48" fmla="*/ 0 w 28252"/>
                <a:gd name="connsiteY48" fmla="*/ 48351 h 77898"/>
                <a:gd name="connsiteX49" fmla="*/ 2691 w 28252"/>
                <a:gd name="connsiteY49" fmla="*/ 45665 h 77898"/>
                <a:gd name="connsiteX50" fmla="*/ 5382 w 28252"/>
                <a:gd name="connsiteY50" fmla="*/ 45665 h 77898"/>
                <a:gd name="connsiteX51" fmla="*/ 6727 w 28252"/>
                <a:gd name="connsiteY51" fmla="*/ 41635 h 77898"/>
                <a:gd name="connsiteX52" fmla="*/ 6727 w 28252"/>
                <a:gd name="connsiteY52" fmla="*/ 40292 h 77898"/>
                <a:gd name="connsiteX53" fmla="*/ 12108 w 28252"/>
                <a:gd name="connsiteY53" fmla="*/ 36263 h 77898"/>
                <a:gd name="connsiteX54" fmla="*/ 12108 w 28252"/>
                <a:gd name="connsiteY54" fmla="*/ 33577 h 77898"/>
                <a:gd name="connsiteX55" fmla="*/ 9418 w 28252"/>
                <a:gd name="connsiteY55" fmla="*/ 32234 h 77898"/>
                <a:gd name="connsiteX56" fmla="*/ 5382 w 28252"/>
                <a:gd name="connsiteY56" fmla="*/ 33577 h 77898"/>
                <a:gd name="connsiteX57" fmla="*/ 4036 w 28252"/>
                <a:gd name="connsiteY57" fmla="*/ 32234 h 77898"/>
                <a:gd name="connsiteX58" fmla="*/ 6727 w 28252"/>
                <a:gd name="connsiteY58" fmla="*/ 29548 h 77898"/>
                <a:gd name="connsiteX59" fmla="*/ 10763 w 28252"/>
                <a:gd name="connsiteY59" fmla="*/ 28205 h 77898"/>
                <a:gd name="connsiteX60" fmla="*/ 12108 w 28252"/>
                <a:gd name="connsiteY60" fmla="*/ 22832 h 7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8252" h="77898">
                  <a:moveTo>
                    <a:pt x="12108" y="18803"/>
                  </a:moveTo>
                  <a:lnTo>
                    <a:pt x="14799" y="12088"/>
                  </a:lnTo>
                  <a:lnTo>
                    <a:pt x="13454" y="6715"/>
                  </a:lnTo>
                  <a:lnTo>
                    <a:pt x="9418" y="2686"/>
                  </a:lnTo>
                  <a:lnTo>
                    <a:pt x="12108" y="0"/>
                  </a:lnTo>
                  <a:lnTo>
                    <a:pt x="17490" y="1343"/>
                  </a:lnTo>
                  <a:lnTo>
                    <a:pt x="20181" y="6715"/>
                  </a:lnTo>
                  <a:lnTo>
                    <a:pt x="17490" y="12088"/>
                  </a:lnTo>
                  <a:lnTo>
                    <a:pt x="16144" y="14774"/>
                  </a:lnTo>
                  <a:lnTo>
                    <a:pt x="18835" y="17460"/>
                  </a:lnTo>
                  <a:lnTo>
                    <a:pt x="20181" y="17460"/>
                  </a:lnTo>
                  <a:lnTo>
                    <a:pt x="25562" y="20146"/>
                  </a:lnTo>
                  <a:lnTo>
                    <a:pt x="25562" y="28205"/>
                  </a:lnTo>
                  <a:lnTo>
                    <a:pt x="22871" y="28205"/>
                  </a:lnTo>
                  <a:lnTo>
                    <a:pt x="26908" y="33577"/>
                  </a:lnTo>
                  <a:lnTo>
                    <a:pt x="26908" y="36263"/>
                  </a:lnTo>
                  <a:lnTo>
                    <a:pt x="22871" y="37606"/>
                  </a:lnTo>
                  <a:lnTo>
                    <a:pt x="21526" y="36263"/>
                  </a:lnTo>
                  <a:lnTo>
                    <a:pt x="18835" y="40292"/>
                  </a:lnTo>
                  <a:lnTo>
                    <a:pt x="25562" y="44322"/>
                  </a:lnTo>
                  <a:lnTo>
                    <a:pt x="28253" y="49694"/>
                  </a:lnTo>
                  <a:lnTo>
                    <a:pt x="22871" y="52380"/>
                  </a:lnTo>
                  <a:lnTo>
                    <a:pt x="21526" y="53723"/>
                  </a:lnTo>
                  <a:lnTo>
                    <a:pt x="25562" y="53723"/>
                  </a:lnTo>
                  <a:lnTo>
                    <a:pt x="28253" y="55066"/>
                  </a:lnTo>
                  <a:lnTo>
                    <a:pt x="28253" y="59095"/>
                  </a:lnTo>
                  <a:lnTo>
                    <a:pt x="22871" y="61782"/>
                  </a:lnTo>
                  <a:lnTo>
                    <a:pt x="20181" y="61782"/>
                  </a:lnTo>
                  <a:lnTo>
                    <a:pt x="17490" y="67154"/>
                  </a:lnTo>
                  <a:lnTo>
                    <a:pt x="20181" y="67154"/>
                  </a:lnTo>
                  <a:lnTo>
                    <a:pt x="21526" y="69840"/>
                  </a:lnTo>
                  <a:lnTo>
                    <a:pt x="20181" y="71183"/>
                  </a:lnTo>
                  <a:lnTo>
                    <a:pt x="21526" y="75212"/>
                  </a:lnTo>
                  <a:lnTo>
                    <a:pt x="18835" y="77899"/>
                  </a:lnTo>
                  <a:lnTo>
                    <a:pt x="14799" y="77899"/>
                  </a:lnTo>
                  <a:lnTo>
                    <a:pt x="12108" y="75212"/>
                  </a:lnTo>
                  <a:lnTo>
                    <a:pt x="13454" y="71183"/>
                  </a:lnTo>
                  <a:lnTo>
                    <a:pt x="9418" y="67154"/>
                  </a:lnTo>
                  <a:lnTo>
                    <a:pt x="9418" y="63125"/>
                  </a:lnTo>
                  <a:lnTo>
                    <a:pt x="13454" y="60438"/>
                  </a:lnTo>
                  <a:lnTo>
                    <a:pt x="10763" y="57752"/>
                  </a:lnTo>
                  <a:lnTo>
                    <a:pt x="10763" y="55066"/>
                  </a:lnTo>
                  <a:lnTo>
                    <a:pt x="14799" y="52380"/>
                  </a:lnTo>
                  <a:lnTo>
                    <a:pt x="13454" y="49694"/>
                  </a:lnTo>
                  <a:lnTo>
                    <a:pt x="9418" y="51037"/>
                  </a:lnTo>
                  <a:lnTo>
                    <a:pt x="8072" y="53723"/>
                  </a:lnTo>
                  <a:lnTo>
                    <a:pt x="5382" y="51037"/>
                  </a:lnTo>
                  <a:lnTo>
                    <a:pt x="2691" y="51037"/>
                  </a:lnTo>
                  <a:lnTo>
                    <a:pt x="0" y="48351"/>
                  </a:lnTo>
                  <a:lnTo>
                    <a:pt x="2691" y="45665"/>
                  </a:lnTo>
                  <a:lnTo>
                    <a:pt x="5382" y="45665"/>
                  </a:lnTo>
                  <a:lnTo>
                    <a:pt x="6727" y="41635"/>
                  </a:lnTo>
                  <a:lnTo>
                    <a:pt x="6727" y="40292"/>
                  </a:lnTo>
                  <a:lnTo>
                    <a:pt x="12108" y="36263"/>
                  </a:lnTo>
                  <a:lnTo>
                    <a:pt x="12108" y="33577"/>
                  </a:lnTo>
                  <a:lnTo>
                    <a:pt x="9418" y="32234"/>
                  </a:lnTo>
                  <a:lnTo>
                    <a:pt x="5382" y="33577"/>
                  </a:lnTo>
                  <a:lnTo>
                    <a:pt x="4036" y="32234"/>
                  </a:lnTo>
                  <a:lnTo>
                    <a:pt x="6727" y="29548"/>
                  </a:lnTo>
                  <a:lnTo>
                    <a:pt x="10763" y="28205"/>
                  </a:lnTo>
                  <a:lnTo>
                    <a:pt x="12108" y="2283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2" name="Freeform 1321">
              <a:extLst>
                <a:ext uri="{FF2B5EF4-FFF2-40B4-BE49-F238E27FC236}">
                  <a16:creationId xmlns:a16="http://schemas.microsoft.com/office/drawing/2014/main" id="{E67167BB-B7CF-8811-C5AE-18AF29DE7977}"/>
                </a:ext>
              </a:extLst>
            </p:cNvPr>
            <p:cNvSpPr/>
            <p:nvPr/>
          </p:nvSpPr>
          <p:spPr>
            <a:xfrm>
              <a:off x="4283681" y="2740680"/>
              <a:ext cx="5381" cy="10744"/>
            </a:xfrm>
            <a:custGeom>
              <a:avLst/>
              <a:gdLst>
                <a:gd name="connsiteX0" fmla="*/ 2691 w 5381"/>
                <a:gd name="connsiteY0" fmla="*/ 10745 h 10744"/>
                <a:gd name="connsiteX1" fmla="*/ 0 w 5381"/>
                <a:gd name="connsiteY1" fmla="*/ 6715 h 10744"/>
                <a:gd name="connsiteX2" fmla="*/ 1345 w 5381"/>
                <a:gd name="connsiteY2" fmla="*/ 4029 h 10744"/>
                <a:gd name="connsiteX3" fmla="*/ 4036 w 5381"/>
                <a:gd name="connsiteY3" fmla="*/ 0 h 10744"/>
                <a:gd name="connsiteX4" fmla="*/ 5382 w 5381"/>
                <a:gd name="connsiteY4" fmla="*/ 1343 h 10744"/>
                <a:gd name="connsiteX5" fmla="*/ 5382 w 5381"/>
                <a:gd name="connsiteY5" fmla="*/ 671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10744">
                  <a:moveTo>
                    <a:pt x="2691" y="10745"/>
                  </a:moveTo>
                  <a:lnTo>
                    <a:pt x="0" y="6715"/>
                  </a:lnTo>
                  <a:lnTo>
                    <a:pt x="1345" y="4029"/>
                  </a:lnTo>
                  <a:lnTo>
                    <a:pt x="4036" y="0"/>
                  </a:lnTo>
                  <a:lnTo>
                    <a:pt x="5382" y="1343"/>
                  </a:lnTo>
                  <a:lnTo>
                    <a:pt x="5382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3" name="Freeform 1322">
              <a:extLst>
                <a:ext uri="{FF2B5EF4-FFF2-40B4-BE49-F238E27FC236}">
                  <a16:creationId xmlns:a16="http://schemas.microsoft.com/office/drawing/2014/main" id="{DD2BD389-4F19-C9EF-A556-E8F01509B1FE}"/>
                </a:ext>
              </a:extLst>
            </p:cNvPr>
            <p:cNvSpPr/>
            <p:nvPr/>
          </p:nvSpPr>
          <p:spPr>
            <a:xfrm>
              <a:off x="4275609" y="2750082"/>
              <a:ext cx="6726" cy="8058"/>
            </a:xfrm>
            <a:custGeom>
              <a:avLst/>
              <a:gdLst>
                <a:gd name="connsiteX0" fmla="*/ 0 w 6726"/>
                <a:gd name="connsiteY0" fmla="*/ 6715 h 8058"/>
                <a:gd name="connsiteX1" fmla="*/ 4036 w 6726"/>
                <a:gd name="connsiteY1" fmla="*/ 0 h 8058"/>
                <a:gd name="connsiteX2" fmla="*/ 6727 w 6726"/>
                <a:gd name="connsiteY2" fmla="*/ 0 h 8058"/>
                <a:gd name="connsiteX3" fmla="*/ 6727 w 6726"/>
                <a:gd name="connsiteY3" fmla="*/ 5372 h 8058"/>
                <a:gd name="connsiteX4" fmla="*/ 2691 w 6726"/>
                <a:gd name="connsiteY4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6" h="8058">
                  <a:moveTo>
                    <a:pt x="0" y="6715"/>
                  </a:moveTo>
                  <a:lnTo>
                    <a:pt x="4036" y="0"/>
                  </a:lnTo>
                  <a:lnTo>
                    <a:pt x="6727" y="0"/>
                  </a:lnTo>
                  <a:lnTo>
                    <a:pt x="6727" y="5372"/>
                  </a:lnTo>
                  <a:lnTo>
                    <a:pt x="2691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4" name="Freeform 1323">
              <a:extLst>
                <a:ext uri="{FF2B5EF4-FFF2-40B4-BE49-F238E27FC236}">
                  <a16:creationId xmlns:a16="http://schemas.microsoft.com/office/drawing/2014/main" id="{8C58A855-90A4-9F81-69B5-7DFB164B865F}"/>
                </a:ext>
              </a:extLst>
            </p:cNvPr>
            <p:cNvSpPr/>
            <p:nvPr/>
          </p:nvSpPr>
          <p:spPr>
            <a:xfrm>
              <a:off x="4272918" y="2742024"/>
              <a:ext cx="9417" cy="10744"/>
            </a:xfrm>
            <a:custGeom>
              <a:avLst/>
              <a:gdLst>
                <a:gd name="connsiteX0" fmla="*/ 0 w 9417"/>
                <a:gd name="connsiteY0" fmla="*/ 9401 h 10744"/>
                <a:gd name="connsiteX1" fmla="*/ 0 w 9417"/>
                <a:gd name="connsiteY1" fmla="*/ 5372 h 10744"/>
                <a:gd name="connsiteX2" fmla="*/ 9418 w 9417"/>
                <a:gd name="connsiteY2" fmla="*/ 0 h 10744"/>
                <a:gd name="connsiteX3" fmla="*/ 9418 w 9417"/>
                <a:gd name="connsiteY3" fmla="*/ 4029 h 10744"/>
                <a:gd name="connsiteX4" fmla="*/ 6727 w 9417"/>
                <a:gd name="connsiteY4" fmla="*/ 5372 h 10744"/>
                <a:gd name="connsiteX5" fmla="*/ 2691 w 9417"/>
                <a:gd name="connsiteY5" fmla="*/ 1074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10744">
                  <a:moveTo>
                    <a:pt x="0" y="9401"/>
                  </a:moveTo>
                  <a:lnTo>
                    <a:pt x="0" y="5372"/>
                  </a:lnTo>
                  <a:lnTo>
                    <a:pt x="9418" y="0"/>
                  </a:lnTo>
                  <a:lnTo>
                    <a:pt x="9418" y="4029"/>
                  </a:lnTo>
                  <a:lnTo>
                    <a:pt x="6727" y="5372"/>
                  </a:lnTo>
                  <a:lnTo>
                    <a:pt x="2691" y="1074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5" name="Freeform 1324">
              <a:extLst>
                <a:ext uri="{FF2B5EF4-FFF2-40B4-BE49-F238E27FC236}">
                  <a16:creationId xmlns:a16="http://schemas.microsoft.com/office/drawing/2014/main" id="{CAF720F7-CAB6-F630-226D-49F3DAD1CE0D}"/>
                </a:ext>
              </a:extLst>
            </p:cNvPr>
            <p:cNvSpPr/>
            <p:nvPr/>
          </p:nvSpPr>
          <p:spPr>
            <a:xfrm>
              <a:off x="4267537" y="2733965"/>
              <a:ext cx="12108" cy="10744"/>
            </a:xfrm>
            <a:custGeom>
              <a:avLst/>
              <a:gdLst>
                <a:gd name="connsiteX0" fmla="*/ 0 w 12108"/>
                <a:gd name="connsiteY0" fmla="*/ 5372 h 10744"/>
                <a:gd name="connsiteX1" fmla="*/ 4036 w 12108"/>
                <a:gd name="connsiteY1" fmla="*/ 0 h 10744"/>
                <a:gd name="connsiteX2" fmla="*/ 12108 w 12108"/>
                <a:gd name="connsiteY2" fmla="*/ 1343 h 10744"/>
                <a:gd name="connsiteX3" fmla="*/ 12108 w 12108"/>
                <a:gd name="connsiteY3" fmla="*/ 4029 h 10744"/>
                <a:gd name="connsiteX4" fmla="*/ 6727 w 12108"/>
                <a:gd name="connsiteY4" fmla="*/ 10745 h 10744"/>
                <a:gd name="connsiteX5" fmla="*/ 2691 w 12108"/>
                <a:gd name="connsiteY5" fmla="*/ 9401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8" h="10744">
                  <a:moveTo>
                    <a:pt x="0" y="5372"/>
                  </a:moveTo>
                  <a:lnTo>
                    <a:pt x="4036" y="0"/>
                  </a:lnTo>
                  <a:lnTo>
                    <a:pt x="12108" y="1343"/>
                  </a:lnTo>
                  <a:lnTo>
                    <a:pt x="12108" y="4029"/>
                  </a:lnTo>
                  <a:lnTo>
                    <a:pt x="6727" y="10745"/>
                  </a:lnTo>
                  <a:lnTo>
                    <a:pt x="2691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6" name="Freeform 1325">
              <a:extLst>
                <a:ext uri="{FF2B5EF4-FFF2-40B4-BE49-F238E27FC236}">
                  <a16:creationId xmlns:a16="http://schemas.microsoft.com/office/drawing/2014/main" id="{EE20F714-3FB0-813B-90F0-A7E1A78F1DA4}"/>
                </a:ext>
              </a:extLst>
            </p:cNvPr>
            <p:cNvSpPr/>
            <p:nvPr/>
          </p:nvSpPr>
          <p:spPr>
            <a:xfrm>
              <a:off x="4274264" y="2716505"/>
              <a:ext cx="10763" cy="14773"/>
            </a:xfrm>
            <a:custGeom>
              <a:avLst/>
              <a:gdLst>
                <a:gd name="connsiteX0" fmla="*/ 0 w 10763"/>
                <a:gd name="connsiteY0" fmla="*/ 9401 h 14773"/>
                <a:gd name="connsiteX1" fmla="*/ 5382 w 10763"/>
                <a:gd name="connsiteY1" fmla="*/ 2686 h 14773"/>
                <a:gd name="connsiteX2" fmla="*/ 8072 w 10763"/>
                <a:gd name="connsiteY2" fmla="*/ 0 h 14773"/>
                <a:gd name="connsiteX3" fmla="*/ 10763 w 10763"/>
                <a:gd name="connsiteY3" fmla="*/ 8058 h 14773"/>
                <a:gd name="connsiteX4" fmla="*/ 8072 w 10763"/>
                <a:gd name="connsiteY4" fmla="*/ 13431 h 14773"/>
                <a:gd name="connsiteX5" fmla="*/ 1345 w 10763"/>
                <a:gd name="connsiteY5" fmla="*/ 14774 h 14773"/>
                <a:gd name="connsiteX6" fmla="*/ 0 w 10763"/>
                <a:gd name="connsiteY6" fmla="*/ 12088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63" h="14773">
                  <a:moveTo>
                    <a:pt x="0" y="9401"/>
                  </a:moveTo>
                  <a:lnTo>
                    <a:pt x="5382" y="2686"/>
                  </a:lnTo>
                  <a:lnTo>
                    <a:pt x="8072" y="0"/>
                  </a:lnTo>
                  <a:lnTo>
                    <a:pt x="10763" y="8058"/>
                  </a:lnTo>
                  <a:lnTo>
                    <a:pt x="8072" y="13431"/>
                  </a:lnTo>
                  <a:lnTo>
                    <a:pt x="1345" y="14774"/>
                  </a:lnTo>
                  <a:lnTo>
                    <a:pt x="0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7" name="Freeform 1326">
              <a:extLst>
                <a:ext uri="{FF2B5EF4-FFF2-40B4-BE49-F238E27FC236}">
                  <a16:creationId xmlns:a16="http://schemas.microsoft.com/office/drawing/2014/main" id="{4EB398A3-A40C-51C5-4645-5ADEFB1D1F87}"/>
                </a:ext>
              </a:extLst>
            </p:cNvPr>
            <p:cNvSpPr/>
            <p:nvPr/>
          </p:nvSpPr>
          <p:spPr>
            <a:xfrm>
              <a:off x="4256774" y="2699045"/>
              <a:ext cx="21526" cy="34920"/>
            </a:xfrm>
            <a:custGeom>
              <a:avLst/>
              <a:gdLst>
                <a:gd name="connsiteX0" fmla="*/ 0 w 21526"/>
                <a:gd name="connsiteY0" fmla="*/ 33577 h 34920"/>
                <a:gd name="connsiteX1" fmla="*/ 0 w 21526"/>
                <a:gd name="connsiteY1" fmla="*/ 28205 h 34920"/>
                <a:gd name="connsiteX2" fmla="*/ 4036 w 21526"/>
                <a:gd name="connsiteY2" fmla="*/ 16117 h 34920"/>
                <a:gd name="connsiteX3" fmla="*/ 6727 w 21526"/>
                <a:gd name="connsiteY3" fmla="*/ 12088 h 34920"/>
                <a:gd name="connsiteX4" fmla="*/ 1345 w 21526"/>
                <a:gd name="connsiteY4" fmla="*/ 10745 h 34920"/>
                <a:gd name="connsiteX5" fmla="*/ 2691 w 21526"/>
                <a:gd name="connsiteY5" fmla="*/ 5372 h 34920"/>
                <a:gd name="connsiteX6" fmla="*/ 0 w 21526"/>
                <a:gd name="connsiteY6" fmla="*/ 2686 h 34920"/>
                <a:gd name="connsiteX7" fmla="*/ 1345 w 21526"/>
                <a:gd name="connsiteY7" fmla="*/ 0 h 34920"/>
                <a:gd name="connsiteX8" fmla="*/ 8072 w 21526"/>
                <a:gd name="connsiteY8" fmla="*/ 0 h 34920"/>
                <a:gd name="connsiteX9" fmla="*/ 13454 w 21526"/>
                <a:gd name="connsiteY9" fmla="*/ 5372 h 34920"/>
                <a:gd name="connsiteX10" fmla="*/ 17490 w 21526"/>
                <a:gd name="connsiteY10" fmla="*/ 5372 h 34920"/>
                <a:gd name="connsiteX11" fmla="*/ 21526 w 21526"/>
                <a:gd name="connsiteY11" fmla="*/ 9402 h 34920"/>
                <a:gd name="connsiteX12" fmla="*/ 21526 w 21526"/>
                <a:gd name="connsiteY12" fmla="*/ 16117 h 34920"/>
                <a:gd name="connsiteX13" fmla="*/ 17490 w 21526"/>
                <a:gd name="connsiteY13" fmla="*/ 22832 h 34920"/>
                <a:gd name="connsiteX14" fmla="*/ 14799 w 21526"/>
                <a:gd name="connsiteY14" fmla="*/ 24175 h 34920"/>
                <a:gd name="connsiteX15" fmla="*/ 14799 w 21526"/>
                <a:gd name="connsiteY15" fmla="*/ 17460 h 34920"/>
                <a:gd name="connsiteX16" fmla="*/ 12108 w 21526"/>
                <a:gd name="connsiteY16" fmla="*/ 18803 h 34920"/>
                <a:gd name="connsiteX17" fmla="*/ 12108 w 21526"/>
                <a:gd name="connsiteY17" fmla="*/ 24175 h 34920"/>
                <a:gd name="connsiteX18" fmla="*/ 9418 w 21526"/>
                <a:gd name="connsiteY18" fmla="*/ 25518 h 34920"/>
                <a:gd name="connsiteX19" fmla="*/ 12108 w 21526"/>
                <a:gd name="connsiteY19" fmla="*/ 30891 h 34920"/>
                <a:gd name="connsiteX20" fmla="*/ 9418 w 21526"/>
                <a:gd name="connsiteY20" fmla="*/ 32234 h 34920"/>
                <a:gd name="connsiteX21" fmla="*/ 6727 w 21526"/>
                <a:gd name="connsiteY21" fmla="*/ 30891 h 34920"/>
                <a:gd name="connsiteX22" fmla="*/ 4036 w 21526"/>
                <a:gd name="connsiteY22" fmla="*/ 34920 h 3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526" h="34920">
                  <a:moveTo>
                    <a:pt x="0" y="33577"/>
                  </a:moveTo>
                  <a:lnTo>
                    <a:pt x="0" y="28205"/>
                  </a:lnTo>
                  <a:lnTo>
                    <a:pt x="4036" y="16117"/>
                  </a:lnTo>
                  <a:lnTo>
                    <a:pt x="6727" y="12088"/>
                  </a:lnTo>
                  <a:lnTo>
                    <a:pt x="1345" y="10745"/>
                  </a:lnTo>
                  <a:lnTo>
                    <a:pt x="2691" y="5372"/>
                  </a:lnTo>
                  <a:lnTo>
                    <a:pt x="0" y="2686"/>
                  </a:lnTo>
                  <a:lnTo>
                    <a:pt x="1345" y="0"/>
                  </a:lnTo>
                  <a:lnTo>
                    <a:pt x="8072" y="0"/>
                  </a:lnTo>
                  <a:lnTo>
                    <a:pt x="13454" y="5372"/>
                  </a:lnTo>
                  <a:lnTo>
                    <a:pt x="17490" y="5372"/>
                  </a:lnTo>
                  <a:lnTo>
                    <a:pt x="21526" y="9402"/>
                  </a:lnTo>
                  <a:lnTo>
                    <a:pt x="21526" y="16117"/>
                  </a:lnTo>
                  <a:lnTo>
                    <a:pt x="17490" y="22832"/>
                  </a:lnTo>
                  <a:lnTo>
                    <a:pt x="14799" y="24175"/>
                  </a:lnTo>
                  <a:lnTo>
                    <a:pt x="14799" y="17460"/>
                  </a:lnTo>
                  <a:lnTo>
                    <a:pt x="12108" y="18803"/>
                  </a:lnTo>
                  <a:lnTo>
                    <a:pt x="12108" y="24175"/>
                  </a:lnTo>
                  <a:lnTo>
                    <a:pt x="9418" y="25518"/>
                  </a:lnTo>
                  <a:lnTo>
                    <a:pt x="12108" y="30891"/>
                  </a:lnTo>
                  <a:lnTo>
                    <a:pt x="9418" y="32234"/>
                  </a:lnTo>
                  <a:lnTo>
                    <a:pt x="6727" y="30891"/>
                  </a:lnTo>
                  <a:lnTo>
                    <a:pt x="4036" y="3492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8" name="Freeform 1327">
              <a:extLst>
                <a:ext uri="{FF2B5EF4-FFF2-40B4-BE49-F238E27FC236}">
                  <a16:creationId xmlns:a16="http://schemas.microsoft.com/office/drawing/2014/main" id="{39CB8177-9712-0244-BFBB-0255A062C75C}"/>
                </a:ext>
              </a:extLst>
            </p:cNvPr>
            <p:cNvSpPr/>
            <p:nvPr/>
          </p:nvSpPr>
          <p:spPr>
            <a:xfrm>
              <a:off x="4233902" y="2703074"/>
              <a:ext cx="24216" cy="42978"/>
            </a:xfrm>
            <a:custGeom>
              <a:avLst/>
              <a:gdLst>
                <a:gd name="connsiteX0" fmla="*/ 10763 w 24216"/>
                <a:gd name="connsiteY0" fmla="*/ 22832 h 42978"/>
                <a:gd name="connsiteX1" fmla="*/ 6727 w 24216"/>
                <a:gd name="connsiteY1" fmla="*/ 20146 h 42978"/>
                <a:gd name="connsiteX2" fmla="*/ 9418 w 24216"/>
                <a:gd name="connsiteY2" fmla="*/ 14774 h 42978"/>
                <a:gd name="connsiteX3" fmla="*/ 6727 w 24216"/>
                <a:gd name="connsiteY3" fmla="*/ 12088 h 42978"/>
                <a:gd name="connsiteX4" fmla="*/ 8072 w 24216"/>
                <a:gd name="connsiteY4" fmla="*/ 6715 h 42978"/>
                <a:gd name="connsiteX5" fmla="*/ 9418 w 24216"/>
                <a:gd name="connsiteY5" fmla="*/ 4029 h 42978"/>
                <a:gd name="connsiteX6" fmla="*/ 14799 w 24216"/>
                <a:gd name="connsiteY6" fmla="*/ 5372 h 42978"/>
                <a:gd name="connsiteX7" fmla="*/ 14799 w 24216"/>
                <a:gd name="connsiteY7" fmla="*/ 0 h 42978"/>
                <a:gd name="connsiteX8" fmla="*/ 16145 w 24216"/>
                <a:gd name="connsiteY8" fmla="*/ 0 h 42978"/>
                <a:gd name="connsiteX9" fmla="*/ 21526 w 24216"/>
                <a:gd name="connsiteY9" fmla="*/ 6715 h 42978"/>
                <a:gd name="connsiteX10" fmla="*/ 18835 w 24216"/>
                <a:gd name="connsiteY10" fmla="*/ 10745 h 42978"/>
                <a:gd name="connsiteX11" fmla="*/ 20181 w 24216"/>
                <a:gd name="connsiteY11" fmla="*/ 13431 h 42978"/>
                <a:gd name="connsiteX12" fmla="*/ 22871 w 24216"/>
                <a:gd name="connsiteY12" fmla="*/ 10745 h 42978"/>
                <a:gd name="connsiteX13" fmla="*/ 24217 w 24216"/>
                <a:gd name="connsiteY13" fmla="*/ 13431 h 42978"/>
                <a:gd name="connsiteX14" fmla="*/ 20181 w 24216"/>
                <a:gd name="connsiteY14" fmla="*/ 24175 h 42978"/>
                <a:gd name="connsiteX15" fmla="*/ 12108 w 24216"/>
                <a:gd name="connsiteY15" fmla="*/ 30891 h 42978"/>
                <a:gd name="connsiteX16" fmla="*/ 12108 w 24216"/>
                <a:gd name="connsiteY16" fmla="*/ 36263 h 42978"/>
                <a:gd name="connsiteX17" fmla="*/ 9418 w 24216"/>
                <a:gd name="connsiteY17" fmla="*/ 40292 h 42978"/>
                <a:gd name="connsiteX18" fmla="*/ 5382 w 24216"/>
                <a:gd name="connsiteY18" fmla="*/ 41635 h 42978"/>
                <a:gd name="connsiteX19" fmla="*/ 6727 w 24216"/>
                <a:gd name="connsiteY19" fmla="*/ 36263 h 42978"/>
                <a:gd name="connsiteX20" fmla="*/ 5382 w 24216"/>
                <a:gd name="connsiteY20" fmla="*/ 33577 h 42978"/>
                <a:gd name="connsiteX21" fmla="*/ 1345 w 24216"/>
                <a:gd name="connsiteY21" fmla="*/ 42978 h 42978"/>
                <a:gd name="connsiteX22" fmla="*/ 0 w 24216"/>
                <a:gd name="connsiteY22" fmla="*/ 40292 h 42978"/>
                <a:gd name="connsiteX23" fmla="*/ 0 w 24216"/>
                <a:gd name="connsiteY23" fmla="*/ 36263 h 42978"/>
                <a:gd name="connsiteX24" fmla="*/ 2691 w 24216"/>
                <a:gd name="connsiteY24" fmla="*/ 32234 h 42978"/>
                <a:gd name="connsiteX25" fmla="*/ 2691 w 24216"/>
                <a:gd name="connsiteY25" fmla="*/ 29548 h 42978"/>
                <a:gd name="connsiteX26" fmla="*/ 4036 w 24216"/>
                <a:gd name="connsiteY26" fmla="*/ 25518 h 42978"/>
                <a:gd name="connsiteX27" fmla="*/ 8072 w 24216"/>
                <a:gd name="connsiteY27" fmla="*/ 28205 h 42978"/>
                <a:gd name="connsiteX28" fmla="*/ 9418 w 24216"/>
                <a:gd name="connsiteY28" fmla="*/ 25518 h 42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216" h="42978">
                  <a:moveTo>
                    <a:pt x="10763" y="22832"/>
                  </a:moveTo>
                  <a:lnTo>
                    <a:pt x="6727" y="20146"/>
                  </a:lnTo>
                  <a:lnTo>
                    <a:pt x="9418" y="14774"/>
                  </a:lnTo>
                  <a:lnTo>
                    <a:pt x="6727" y="12088"/>
                  </a:lnTo>
                  <a:lnTo>
                    <a:pt x="8072" y="6715"/>
                  </a:lnTo>
                  <a:lnTo>
                    <a:pt x="9418" y="4029"/>
                  </a:lnTo>
                  <a:lnTo>
                    <a:pt x="14799" y="5372"/>
                  </a:lnTo>
                  <a:lnTo>
                    <a:pt x="14799" y="0"/>
                  </a:lnTo>
                  <a:lnTo>
                    <a:pt x="16145" y="0"/>
                  </a:lnTo>
                  <a:lnTo>
                    <a:pt x="21526" y="6715"/>
                  </a:lnTo>
                  <a:lnTo>
                    <a:pt x="18835" y="10745"/>
                  </a:lnTo>
                  <a:lnTo>
                    <a:pt x="20181" y="13431"/>
                  </a:lnTo>
                  <a:lnTo>
                    <a:pt x="22871" y="10745"/>
                  </a:lnTo>
                  <a:lnTo>
                    <a:pt x="24217" y="13431"/>
                  </a:lnTo>
                  <a:lnTo>
                    <a:pt x="20181" y="24175"/>
                  </a:lnTo>
                  <a:lnTo>
                    <a:pt x="12108" y="30891"/>
                  </a:lnTo>
                  <a:lnTo>
                    <a:pt x="12108" y="36263"/>
                  </a:lnTo>
                  <a:lnTo>
                    <a:pt x="9418" y="40292"/>
                  </a:lnTo>
                  <a:lnTo>
                    <a:pt x="5382" y="41635"/>
                  </a:lnTo>
                  <a:lnTo>
                    <a:pt x="6727" y="36263"/>
                  </a:lnTo>
                  <a:lnTo>
                    <a:pt x="5382" y="33577"/>
                  </a:lnTo>
                  <a:lnTo>
                    <a:pt x="1345" y="42978"/>
                  </a:lnTo>
                  <a:lnTo>
                    <a:pt x="0" y="40292"/>
                  </a:lnTo>
                  <a:lnTo>
                    <a:pt x="0" y="36263"/>
                  </a:lnTo>
                  <a:lnTo>
                    <a:pt x="2691" y="32234"/>
                  </a:lnTo>
                  <a:lnTo>
                    <a:pt x="2691" y="29548"/>
                  </a:lnTo>
                  <a:lnTo>
                    <a:pt x="4036" y="25518"/>
                  </a:lnTo>
                  <a:lnTo>
                    <a:pt x="8072" y="28205"/>
                  </a:lnTo>
                  <a:lnTo>
                    <a:pt x="9418" y="2551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29" name="Freeform 1328">
              <a:extLst>
                <a:ext uri="{FF2B5EF4-FFF2-40B4-BE49-F238E27FC236}">
                  <a16:creationId xmlns:a16="http://schemas.microsoft.com/office/drawing/2014/main" id="{A799821B-FB53-C282-DB11-1E914AF7A06F}"/>
                </a:ext>
              </a:extLst>
            </p:cNvPr>
            <p:cNvSpPr/>
            <p:nvPr/>
          </p:nvSpPr>
          <p:spPr>
            <a:xfrm>
              <a:off x="4240629" y="2680242"/>
              <a:ext cx="4036" cy="4029"/>
            </a:xfrm>
            <a:custGeom>
              <a:avLst/>
              <a:gdLst>
                <a:gd name="connsiteX0" fmla="*/ 0 w 4036"/>
                <a:gd name="connsiteY0" fmla="*/ 0 h 4029"/>
                <a:gd name="connsiteX1" fmla="*/ 4036 w 4036"/>
                <a:gd name="connsiteY1" fmla="*/ 0 h 4029"/>
                <a:gd name="connsiteX2" fmla="*/ 2691 w 4036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4029">
                  <a:moveTo>
                    <a:pt x="0" y="0"/>
                  </a:moveTo>
                  <a:lnTo>
                    <a:pt x="4036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0" name="Freeform 1329">
              <a:extLst>
                <a:ext uri="{FF2B5EF4-FFF2-40B4-BE49-F238E27FC236}">
                  <a16:creationId xmlns:a16="http://schemas.microsoft.com/office/drawing/2014/main" id="{F0E70A5B-0530-F1C2-D546-12AC81315199}"/>
                </a:ext>
              </a:extLst>
            </p:cNvPr>
            <p:cNvSpPr/>
            <p:nvPr/>
          </p:nvSpPr>
          <p:spPr>
            <a:xfrm>
              <a:off x="4221794" y="2677556"/>
              <a:ext cx="18835" cy="57752"/>
            </a:xfrm>
            <a:custGeom>
              <a:avLst/>
              <a:gdLst>
                <a:gd name="connsiteX0" fmla="*/ 6727 w 18835"/>
                <a:gd name="connsiteY0" fmla="*/ 4029 h 57752"/>
                <a:gd name="connsiteX1" fmla="*/ 10763 w 18835"/>
                <a:gd name="connsiteY1" fmla="*/ 2686 h 57752"/>
                <a:gd name="connsiteX2" fmla="*/ 13454 w 18835"/>
                <a:gd name="connsiteY2" fmla="*/ 0 h 57752"/>
                <a:gd name="connsiteX3" fmla="*/ 16144 w 18835"/>
                <a:gd name="connsiteY3" fmla="*/ 1343 h 57752"/>
                <a:gd name="connsiteX4" fmla="*/ 18835 w 18835"/>
                <a:gd name="connsiteY4" fmla="*/ 8058 h 57752"/>
                <a:gd name="connsiteX5" fmla="*/ 18835 w 18835"/>
                <a:gd name="connsiteY5" fmla="*/ 17460 h 57752"/>
                <a:gd name="connsiteX6" fmla="*/ 17490 w 18835"/>
                <a:gd name="connsiteY6" fmla="*/ 25518 h 57752"/>
                <a:gd name="connsiteX7" fmla="*/ 14799 w 18835"/>
                <a:gd name="connsiteY7" fmla="*/ 26862 h 57752"/>
                <a:gd name="connsiteX8" fmla="*/ 13454 w 18835"/>
                <a:gd name="connsiteY8" fmla="*/ 36263 h 57752"/>
                <a:gd name="connsiteX9" fmla="*/ 10763 w 18835"/>
                <a:gd name="connsiteY9" fmla="*/ 40292 h 57752"/>
                <a:gd name="connsiteX10" fmla="*/ 8072 w 18835"/>
                <a:gd name="connsiteY10" fmla="*/ 47008 h 57752"/>
                <a:gd name="connsiteX11" fmla="*/ 8072 w 18835"/>
                <a:gd name="connsiteY11" fmla="*/ 52380 h 57752"/>
                <a:gd name="connsiteX12" fmla="*/ 6727 w 18835"/>
                <a:gd name="connsiteY12" fmla="*/ 56409 h 57752"/>
                <a:gd name="connsiteX13" fmla="*/ 4036 w 18835"/>
                <a:gd name="connsiteY13" fmla="*/ 57752 h 57752"/>
                <a:gd name="connsiteX14" fmla="*/ 4036 w 18835"/>
                <a:gd name="connsiteY14" fmla="*/ 53723 h 57752"/>
                <a:gd name="connsiteX15" fmla="*/ 5381 w 18835"/>
                <a:gd name="connsiteY15" fmla="*/ 49694 h 57752"/>
                <a:gd name="connsiteX16" fmla="*/ 2691 w 18835"/>
                <a:gd name="connsiteY16" fmla="*/ 48351 h 57752"/>
                <a:gd name="connsiteX17" fmla="*/ 0 w 18835"/>
                <a:gd name="connsiteY17" fmla="*/ 41635 h 57752"/>
                <a:gd name="connsiteX18" fmla="*/ 2691 w 18835"/>
                <a:gd name="connsiteY18" fmla="*/ 37606 h 57752"/>
                <a:gd name="connsiteX19" fmla="*/ 6727 w 18835"/>
                <a:gd name="connsiteY19" fmla="*/ 37606 h 57752"/>
                <a:gd name="connsiteX20" fmla="*/ 9418 w 18835"/>
                <a:gd name="connsiteY20" fmla="*/ 34920 h 57752"/>
                <a:gd name="connsiteX21" fmla="*/ 8072 w 18835"/>
                <a:gd name="connsiteY21" fmla="*/ 32234 h 57752"/>
                <a:gd name="connsiteX22" fmla="*/ 5381 w 18835"/>
                <a:gd name="connsiteY22" fmla="*/ 33577 h 57752"/>
                <a:gd name="connsiteX23" fmla="*/ 2691 w 18835"/>
                <a:gd name="connsiteY23" fmla="*/ 33577 h 57752"/>
                <a:gd name="connsiteX24" fmla="*/ 2691 w 18835"/>
                <a:gd name="connsiteY24" fmla="*/ 30891 h 57752"/>
                <a:gd name="connsiteX25" fmla="*/ 5381 w 18835"/>
                <a:gd name="connsiteY25" fmla="*/ 29548 h 57752"/>
                <a:gd name="connsiteX26" fmla="*/ 5381 w 18835"/>
                <a:gd name="connsiteY26" fmla="*/ 26862 h 57752"/>
                <a:gd name="connsiteX27" fmla="*/ 0 w 18835"/>
                <a:gd name="connsiteY27" fmla="*/ 25518 h 57752"/>
                <a:gd name="connsiteX28" fmla="*/ 0 w 18835"/>
                <a:gd name="connsiteY28" fmla="*/ 22832 h 57752"/>
                <a:gd name="connsiteX29" fmla="*/ 5381 w 18835"/>
                <a:gd name="connsiteY29" fmla="*/ 22832 h 57752"/>
                <a:gd name="connsiteX30" fmla="*/ 8072 w 18835"/>
                <a:gd name="connsiteY30" fmla="*/ 18803 h 57752"/>
                <a:gd name="connsiteX31" fmla="*/ 8072 w 18835"/>
                <a:gd name="connsiteY31" fmla="*/ 14774 h 57752"/>
                <a:gd name="connsiteX32" fmla="*/ 10763 w 18835"/>
                <a:gd name="connsiteY32" fmla="*/ 10745 h 57752"/>
                <a:gd name="connsiteX33" fmla="*/ 6727 w 18835"/>
                <a:gd name="connsiteY33" fmla="*/ 8058 h 57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835" h="57752">
                  <a:moveTo>
                    <a:pt x="6727" y="4029"/>
                  </a:moveTo>
                  <a:lnTo>
                    <a:pt x="10763" y="2686"/>
                  </a:lnTo>
                  <a:lnTo>
                    <a:pt x="13454" y="0"/>
                  </a:lnTo>
                  <a:lnTo>
                    <a:pt x="16144" y="1343"/>
                  </a:lnTo>
                  <a:lnTo>
                    <a:pt x="18835" y="8058"/>
                  </a:lnTo>
                  <a:lnTo>
                    <a:pt x="18835" y="17460"/>
                  </a:lnTo>
                  <a:lnTo>
                    <a:pt x="17490" y="25518"/>
                  </a:lnTo>
                  <a:lnTo>
                    <a:pt x="14799" y="26862"/>
                  </a:lnTo>
                  <a:lnTo>
                    <a:pt x="13454" y="36263"/>
                  </a:lnTo>
                  <a:lnTo>
                    <a:pt x="10763" y="40292"/>
                  </a:lnTo>
                  <a:lnTo>
                    <a:pt x="8072" y="47008"/>
                  </a:lnTo>
                  <a:lnTo>
                    <a:pt x="8072" y="52380"/>
                  </a:lnTo>
                  <a:lnTo>
                    <a:pt x="6727" y="56409"/>
                  </a:lnTo>
                  <a:lnTo>
                    <a:pt x="4036" y="57752"/>
                  </a:lnTo>
                  <a:lnTo>
                    <a:pt x="4036" y="53723"/>
                  </a:lnTo>
                  <a:lnTo>
                    <a:pt x="5381" y="49694"/>
                  </a:lnTo>
                  <a:lnTo>
                    <a:pt x="2691" y="48351"/>
                  </a:lnTo>
                  <a:lnTo>
                    <a:pt x="0" y="41635"/>
                  </a:lnTo>
                  <a:lnTo>
                    <a:pt x="2691" y="37606"/>
                  </a:lnTo>
                  <a:lnTo>
                    <a:pt x="6727" y="37606"/>
                  </a:lnTo>
                  <a:lnTo>
                    <a:pt x="9418" y="34920"/>
                  </a:lnTo>
                  <a:lnTo>
                    <a:pt x="8072" y="32234"/>
                  </a:lnTo>
                  <a:lnTo>
                    <a:pt x="5381" y="33577"/>
                  </a:lnTo>
                  <a:lnTo>
                    <a:pt x="2691" y="33577"/>
                  </a:lnTo>
                  <a:lnTo>
                    <a:pt x="2691" y="30891"/>
                  </a:lnTo>
                  <a:lnTo>
                    <a:pt x="5381" y="29548"/>
                  </a:lnTo>
                  <a:lnTo>
                    <a:pt x="5381" y="26862"/>
                  </a:lnTo>
                  <a:lnTo>
                    <a:pt x="0" y="25518"/>
                  </a:lnTo>
                  <a:lnTo>
                    <a:pt x="0" y="22832"/>
                  </a:lnTo>
                  <a:lnTo>
                    <a:pt x="5381" y="22832"/>
                  </a:lnTo>
                  <a:lnTo>
                    <a:pt x="8072" y="18803"/>
                  </a:lnTo>
                  <a:lnTo>
                    <a:pt x="8072" y="14774"/>
                  </a:lnTo>
                  <a:lnTo>
                    <a:pt x="10763" y="10745"/>
                  </a:lnTo>
                  <a:lnTo>
                    <a:pt x="6727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1" name="Freeform 1330">
              <a:extLst>
                <a:ext uri="{FF2B5EF4-FFF2-40B4-BE49-F238E27FC236}">
                  <a16:creationId xmlns:a16="http://schemas.microsoft.com/office/drawing/2014/main" id="{D41C30E0-B504-3395-A80A-0830D0754FD5}"/>
                </a:ext>
              </a:extLst>
            </p:cNvPr>
            <p:cNvSpPr/>
            <p:nvPr/>
          </p:nvSpPr>
          <p:spPr>
            <a:xfrm>
              <a:off x="4216412" y="2680242"/>
              <a:ext cx="6726" cy="13430"/>
            </a:xfrm>
            <a:custGeom>
              <a:avLst/>
              <a:gdLst>
                <a:gd name="connsiteX0" fmla="*/ 2691 w 6726"/>
                <a:gd name="connsiteY0" fmla="*/ 2686 h 13430"/>
                <a:gd name="connsiteX1" fmla="*/ 5382 w 6726"/>
                <a:gd name="connsiteY1" fmla="*/ 0 h 13430"/>
                <a:gd name="connsiteX2" fmla="*/ 6727 w 6726"/>
                <a:gd name="connsiteY2" fmla="*/ 4029 h 13430"/>
                <a:gd name="connsiteX3" fmla="*/ 5382 w 6726"/>
                <a:gd name="connsiteY3" fmla="*/ 6715 h 13430"/>
                <a:gd name="connsiteX4" fmla="*/ 5382 w 6726"/>
                <a:gd name="connsiteY4" fmla="*/ 12088 h 13430"/>
                <a:gd name="connsiteX5" fmla="*/ 1345 w 6726"/>
                <a:gd name="connsiteY5" fmla="*/ 13431 h 13430"/>
                <a:gd name="connsiteX6" fmla="*/ 0 w 6726"/>
                <a:gd name="connsiteY6" fmla="*/ 12088 h 13430"/>
                <a:gd name="connsiteX7" fmla="*/ 2691 w 6726"/>
                <a:gd name="connsiteY7" fmla="*/ 8058 h 13430"/>
                <a:gd name="connsiteX8" fmla="*/ 1345 w 6726"/>
                <a:gd name="connsiteY8" fmla="*/ 6715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26" h="13430">
                  <a:moveTo>
                    <a:pt x="2691" y="2686"/>
                  </a:moveTo>
                  <a:lnTo>
                    <a:pt x="5382" y="0"/>
                  </a:lnTo>
                  <a:lnTo>
                    <a:pt x="6727" y="4029"/>
                  </a:lnTo>
                  <a:lnTo>
                    <a:pt x="5382" y="6715"/>
                  </a:lnTo>
                  <a:lnTo>
                    <a:pt x="5382" y="12088"/>
                  </a:lnTo>
                  <a:lnTo>
                    <a:pt x="1345" y="13431"/>
                  </a:lnTo>
                  <a:lnTo>
                    <a:pt x="0" y="12088"/>
                  </a:lnTo>
                  <a:lnTo>
                    <a:pt x="2691" y="8058"/>
                  </a:lnTo>
                  <a:lnTo>
                    <a:pt x="1345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2" name="Freeform 1331">
              <a:extLst>
                <a:ext uri="{FF2B5EF4-FFF2-40B4-BE49-F238E27FC236}">
                  <a16:creationId xmlns:a16="http://schemas.microsoft.com/office/drawing/2014/main" id="{AA534463-50E0-2A4D-4DC0-7929B53C4DED}"/>
                </a:ext>
              </a:extLst>
            </p:cNvPr>
            <p:cNvSpPr/>
            <p:nvPr/>
          </p:nvSpPr>
          <p:spPr>
            <a:xfrm>
              <a:off x="4243320" y="2633234"/>
              <a:ext cx="32289" cy="65810"/>
            </a:xfrm>
            <a:custGeom>
              <a:avLst/>
              <a:gdLst>
                <a:gd name="connsiteX0" fmla="*/ 0 w 32289"/>
                <a:gd name="connsiteY0" fmla="*/ 61782 h 65810"/>
                <a:gd name="connsiteX1" fmla="*/ 2691 w 32289"/>
                <a:gd name="connsiteY1" fmla="*/ 56409 h 65810"/>
                <a:gd name="connsiteX2" fmla="*/ 4036 w 32289"/>
                <a:gd name="connsiteY2" fmla="*/ 51037 h 65810"/>
                <a:gd name="connsiteX3" fmla="*/ 6727 w 32289"/>
                <a:gd name="connsiteY3" fmla="*/ 47008 h 65810"/>
                <a:gd name="connsiteX4" fmla="*/ 12108 w 32289"/>
                <a:gd name="connsiteY4" fmla="*/ 47008 h 65810"/>
                <a:gd name="connsiteX5" fmla="*/ 10763 w 32289"/>
                <a:gd name="connsiteY5" fmla="*/ 44321 h 65810"/>
                <a:gd name="connsiteX6" fmla="*/ 13454 w 32289"/>
                <a:gd name="connsiteY6" fmla="*/ 41635 h 65810"/>
                <a:gd name="connsiteX7" fmla="*/ 9418 w 32289"/>
                <a:gd name="connsiteY7" fmla="*/ 38949 h 65810"/>
                <a:gd name="connsiteX8" fmla="*/ 9418 w 32289"/>
                <a:gd name="connsiteY8" fmla="*/ 30891 h 65810"/>
                <a:gd name="connsiteX9" fmla="*/ 14799 w 32289"/>
                <a:gd name="connsiteY9" fmla="*/ 22832 h 65810"/>
                <a:gd name="connsiteX10" fmla="*/ 16144 w 32289"/>
                <a:gd name="connsiteY10" fmla="*/ 8058 h 65810"/>
                <a:gd name="connsiteX11" fmla="*/ 20181 w 32289"/>
                <a:gd name="connsiteY11" fmla="*/ 0 h 65810"/>
                <a:gd name="connsiteX12" fmla="*/ 21526 w 32289"/>
                <a:gd name="connsiteY12" fmla="*/ 2686 h 65810"/>
                <a:gd name="connsiteX13" fmla="*/ 21526 w 32289"/>
                <a:gd name="connsiteY13" fmla="*/ 8058 h 65810"/>
                <a:gd name="connsiteX14" fmla="*/ 28253 w 32289"/>
                <a:gd name="connsiteY14" fmla="*/ 12088 h 65810"/>
                <a:gd name="connsiteX15" fmla="*/ 30944 w 32289"/>
                <a:gd name="connsiteY15" fmla="*/ 16117 h 65810"/>
                <a:gd name="connsiteX16" fmla="*/ 32289 w 32289"/>
                <a:gd name="connsiteY16" fmla="*/ 34920 h 65810"/>
                <a:gd name="connsiteX17" fmla="*/ 29598 w 32289"/>
                <a:gd name="connsiteY17" fmla="*/ 42978 h 65810"/>
                <a:gd name="connsiteX18" fmla="*/ 26908 w 32289"/>
                <a:gd name="connsiteY18" fmla="*/ 41635 h 65810"/>
                <a:gd name="connsiteX19" fmla="*/ 28253 w 32289"/>
                <a:gd name="connsiteY19" fmla="*/ 29548 h 65810"/>
                <a:gd name="connsiteX20" fmla="*/ 25562 w 32289"/>
                <a:gd name="connsiteY20" fmla="*/ 18803 h 65810"/>
                <a:gd name="connsiteX21" fmla="*/ 25562 w 32289"/>
                <a:gd name="connsiteY21" fmla="*/ 24175 h 65810"/>
                <a:gd name="connsiteX22" fmla="*/ 24217 w 32289"/>
                <a:gd name="connsiteY22" fmla="*/ 41635 h 65810"/>
                <a:gd name="connsiteX23" fmla="*/ 22871 w 32289"/>
                <a:gd name="connsiteY23" fmla="*/ 44321 h 65810"/>
                <a:gd name="connsiteX24" fmla="*/ 22871 w 32289"/>
                <a:gd name="connsiteY24" fmla="*/ 49694 h 65810"/>
                <a:gd name="connsiteX25" fmla="*/ 20181 w 32289"/>
                <a:gd name="connsiteY25" fmla="*/ 51037 h 65810"/>
                <a:gd name="connsiteX26" fmla="*/ 16144 w 32289"/>
                <a:gd name="connsiteY26" fmla="*/ 49694 h 65810"/>
                <a:gd name="connsiteX27" fmla="*/ 14799 w 32289"/>
                <a:gd name="connsiteY27" fmla="*/ 57752 h 65810"/>
                <a:gd name="connsiteX28" fmla="*/ 6727 w 32289"/>
                <a:gd name="connsiteY28" fmla="*/ 61782 h 65810"/>
                <a:gd name="connsiteX29" fmla="*/ 2691 w 32289"/>
                <a:gd name="connsiteY29" fmla="*/ 65811 h 65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289" h="65810">
                  <a:moveTo>
                    <a:pt x="0" y="61782"/>
                  </a:moveTo>
                  <a:lnTo>
                    <a:pt x="2691" y="56409"/>
                  </a:lnTo>
                  <a:lnTo>
                    <a:pt x="4036" y="51037"/>
                  </a:lnTo>
                  <a:lnTo>
                    <a:pt x="6727" y="47008"/>
                  </a:lnTo>
                  <a:lnTo>
                    <a:pt x="12108" y="47008"/>
                  </a:lnTo>
                  <a:lnTo>
                    <a:pt x="10763" y="44321"/>
                  </a:lnTo>
                  <a:lnTo>
                    <a:pt x="13454" y="41635"/>
                  </a:lnTo>
                  <a:lnTo>
                    <a:pt x="9418" y="38949"/>
                  </a:lnTo>
                  <a:lnTo>
                    <a:pt x="9418" y="30891"/>
                  </a:lnTo>
                  <a:lnTo>
                    <a:pt x="14799" y="22832"/>
                  </a:lnTo>
                  <a:lnTo>
                    <a:pt x="16144" y="8058"/>
                  </a:lnTo>
                  <a:lnTo>
                    <a:pt x="20181" y="0"/>
                  </a:lnTo>
                  <a:lnTo>
                    <a:pt x="21526" y="2686"/>
                  </a:lnTo>
                  <a:lnTo>
                    <a:pt x="21526" y="8058"/>
                  </a:lnTo>
                  <a:lnTo>
                    <a:pt x="28253" y="12088"/>
                  </a:lnTo>
                  <a:lnTo>
                    <a:pt x="30944" y="16117"/>
                  </a:lnTo>
                  <a:lnTo>
                    <a:pt x="32289" y="34920"/>
                  </a:lnTo>
                  <a:lnTo>
                    <a:pt x="29598" y="42978"/>
                  </a:lnTo>
                  <a:lnTo>
                    <a:pt x="26908" y="41635"/>
                  </a:lnTo>
                  <a:lnTo>
                    <a:pt x="28253" y="29548"/>
                  </a:lnTo>
                  <a:lnTo>
                    <a:pt x="25562" y="18803"/>
                  </a:lnTo>
                  <a:lnTo>
                    <a:pt x="25562" y="24175"/>
                  </a:lnTo>
                  <a:lnTo>
                    <a:pt x="24217" y="41635"/>
                  </a:lnTo>
                  <a:lnTo>
                    <a:pt x="22871" y="44321"/>
                  </a:lnTo>
                  <a:lnTo>
                    <a:pt x="22871" y="49694"/>
                  </a:lnTo>
                  <a:lnTo>
                    <a:pt x="20181" y="51037"/>
                  </a:lnTo>
                  <a:lnTo>
                    <a:pt x="16144" y="49694"/>
                  </a:lnTo>
                  <a:lnTo>
                    <a:pt x="14799" y="57752"/>
                  </a:lnTo>
                  <a:lnTo>
                    <a:pt x="6727" y="61782"/>
                  </a:lnTo>
                  <a:lnTo>
                    <a:pt x="2691" y="6581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3" name="Freeform 1332">
              <a:extLst>
                <a:ext uri="{FF2B5EF4-FFF2-40B4-BE49-F238E27FC236}">
                  <a16:creationId xmlns:a16="http://schemas.microsoft.com/office/drawing/2014/main" id="{DFD22D63-B6C7-8831-73CE-744E6FAD99AC}"/>
                </a:ext>
              </a:extLst>
            </p:cNvPr>
            <p:cNvSpPr/>
            <p:nvPr/>
          </p:nvSpPr>
          <p:spPr>
            <a:xfrm>
              <a:off x="4219103" y="2634577"/>
              <a:ext cx="34979" cy="42978"/>
            </a:xfrm>
            <a:custGeom>
              <a:avLst/>
              <a:gdLst>
                <a:gd name="connsiteX0" fmla="*/ 12108 w 34979"/>
                <a:gd name="connsiteY0" fmla="*/ 1343 h 42978"/>
                <a:gd name="connsiteX1" fmla="*/ 18835 w 34979"/>
                <a:gd name="connsiteY1" fmla="*/ 0 h 42978"/>
                <a:gd name="connsiteX2" fmla="*/ 24217 w 34979"/>
                <a:gd name="connsiteY2" fmla="*/ 2686 h 42978"/>
                <a:gd name="connsiteX3" fmla="*/ 24217 w 34979"/>
                <a:gd name="connsiteY3" fmla="*/ 6715 h 42978"/>
                <a:gd name="connsiteX4" fmla="*/ 21526 w 34979"/>
                <a:gd name="connsiteY4" fmla="*/ 9401 h 42978"/>
                <a:gd name="connsiteX5" fmla="*/ 22871 w 34979"/>
                <a:gd name="connsiteY5" fmla="*/ 13431 h 42978"/>
                <a:gd name="connsiteX6" fmla="*/ 24217 w 34979"/>
                <a:gd name="connsiteY6" fmla="*/ 10745 h 42978"/>
                <a:gd name="connsiteX7" fmla="*/ 29598 w 34979"/>
                <a:gd name="connsiteY7" fmla="*/ 8058 h 42978"/>
                <a:gd name="connsiteX8" fmla="*/ 34980 w 34979"/>
                <a:gd name="connsiteY8" fmla="*/ 13431 h 42978"/>
                <a:gd name="connsiteX9" fmla="*/ 34980 w 34979"/>
                <a:gd name="connsiteY9" fmla="*/ 17460 h 42978"/>
                <a:gd name="connsiteX10" fmla="*/ 29598 w 34979"/>
                <a:gd name="connsiteY10" fmla="*/ 18803 h 42978"/>
                <a:gd name="connsiteX11" fmla="*/ 30944 w 34979"/>
                <a:gd name="connsiteY11" fmla="*/ 21489 h 42978"/>
                <a:gd name="connsiteX12" fmla="*/ 28253 w 34979"/>
                <a:gd name="connsiteY12" fmla="*/ 24175 h 42978"/>
                <a:gd name="connsiteX13" fmla="*/ 24217 w 34979"/>
                <a:gd name="connsiteY13" fmla="*/ 22832 h 42978"/>
                <a:gd name="connsiteX14" fmla="*/ 21526 w 34979"/>
                <a:gd name="connsiteY14" fmla="*/ 17460 h 42978"/>
                <a:gd name="connsiteX15" fmla="*/ 14799 w 34979"/>
                <a:gd name="connsiteY15" fmla="*/ 12088 h 42978"/>
                <a:gd name="connsiteX16" fmla="*/ 14799 w 34979"/>
                <a:gd name="connsiteY16" fmla="*/ 13431 h 42978"/>
                <a:gd name="connsiteX17" fmla="*/ 21526 w 34979"/>
                <a:gd name="connsiteY17" fmla="*/ 22832 h 42978"/>
                <a:gd name="connsiteX18" fmla="*/ 21526 w 34979"/>
                <a:gd name="connsiteY18" fmla="*/ 28205 h 42978"/>
                <a:gd name="connsiteX19" fmla="*/ 26908 w 34979"/>
                <a:gd name="connsiteY19" fmla="*/ 28205 h 42978"/>
                <a:gd name="connsiteX20" fmla="*/ 29598 w 34979"/>
                <a:gd name="connsiteY20" fmla="*/ 32234 h 42978"/>
                <a:gd name="connsiteX21" fmla="*/ 26908 w 34979"/>
                <a:gd name="connsiteY21" fmla="*/ 34920 h 42978"/>
                <a:gd name="connsiteX22" fmla="*/ 26908 w 34979"/>
                <a:gd name="connsiteY22" fmla="*/ 41635 h 42978"/>
                <a:gd name="connsiteX23" fmla="*/ 22871 w 34979"/>
                <a:gd name="connsiteY23" fmla="*/ 42978 h 42978"/>
                <a:gd name="connsiteX24" fmla="*/ 17490 w 34979"/>
                <a:gd name="connsiteY24" fmla="*/ 37606 h 42978"/>
                <a:gd name="connsiteX25" fmla="*/ 17490 w 34979"/>
                <a:gd name="connsiteY25" fmla="*/ 32234 h 42978"/>
                <a:gd name="connsiteX26" fmla="*/ 12108 w 34979"/>
                <a:gd name="connsiteY26" fmla="*/ 21489 h 42978"/>
                <a:gd name="connsiteX27" fmla="*/ 10763 w 34979"/>
                <a:gd name="connsiteY27" fmla="*/ 26862 h 42978"/>
                <a:gd name="connsiteX28" fmla="*/ 13454 w 34979"/>
                <a:gd name="connsiteY28" fmla="*/ 33577 h 42978"/>
                <a:gd name="connsiteX29" fmla="*/ 14799 w 34979"/>
                <a:gd name="connsiteY29" fmla="*/ 38949 h 42978"/>
                <a:gd name="connsiteX30" fmla="*/ 10763 w 34979"/>
                <a:gd name="connsiteY30" fmla="*/ 42978 h 42978"/>
                <a:gd name="connsiteX31" fmla="*/ 6727 w 34979"/>
                <a:gd name="connsiteY31" fmla="*/ 42978 h 42978"/>
                <a:gd name="connsiteX32" fmla="*/ 1345 w 34979"/>
                <a:gd name="connsiteY32" fmla="*/ 37606 h 42978"/>
                <a:gd name="connsiteX33" fmla="*/ 5382 w 34979"/>
                <a:gd name="connsiteY33" fmla="*/ 33577 h 42978"/>
                <a:gd name="connsiteX34" fmla="*/ 1345 w 34979"/>
                <a:gd name="connsiteY34" fmla="*/ 30891 h 42978"/>
                <a:gd name="connsiteX35" fmla="*/ 2691 w 34979"/>
                <a:gd name="connsiteY35" fmla="*/ 25518 h 42978"/>
                <a:gd name="connsiteX36" fmla="*/ 0 w 34979"/>
                <a:gd name="connsiteY36" fmla="*/ 18803 h 42978"/>
                <a:gd name="connsiteX37" fmla="*/ 2691 w 34979"/>
                <a:gd name="connsiteY37" fmla="*/ 13431 h 42978"/>
                <a:gd name="connsiteX38" fmla="*/ 5382 w 34979"/>
                <a:gd name="connsiteY38" fmla="*/ 16117 h 42978"/>
                <a:gd name="connsiteX39" fmla="*/ 6727 w 34979"/>
                <a:gd name="connsiteY39" fmla="*/ 13431 h 42978"/>
                <a:gd name="connsiteX40" fmla="*/ 4036 w 34979"/>
                <a:gd name="connsiteY40" fmla="*/ 12088 h 42978"/>
                <a:gd name="connsiteX41" fmla="*/ 2691 w 34979"/>
                <a:gd name="connsiteY41" fmla="*/ 5372 h 42978"/>
                <a:gd name="connsiteX42" fmla="*/ 5382 w 34979"/>
                <a:gd name="connsiteY42" fmla="*/ 0 h 42978"/>
                <a:gd name="connsiteX43" fmla="*/ 8072 w 34979"/>
                <a:gd name="connsiteY43" fmla="*/ 5372 h 42978"/>
                <a:gd name="connsiteX44" fmla="*/ 10763 w 34979"/>
                <a:gd name="connsiteY44" fmla="*/ 4029 h 42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4979" h="42978">
                  <a:moveTo>
                    <a:pt x="12108" y="1343"/>
                  </a:moveTo>
                  <a:lnTo>
                    <a:pt x="18835" y="0"/>
                  </a:lnTo>
                  <a:lnTo>
                    <a:pt x="24217" y="2686"/>
                  </a:lnTo>
                  <a:lnTo>
                    <a:pt x="24217" y="6715"/>
                  </a:lnTo>
                  <a:lnTo>
                    <a:pt x="21526" y="9401"/>
                  </a:lnTo>
                  <a:lnTo>
                    <a:pt x="22871" y="13431"/>
                  </a:lnTo>
                  <a:lnTo>
                    <a:pt x="24217" y="10745"/>
                  </a:lnTo>
                  <a:lnTo>
                    <a:pt x="29598" y="8058"/>
                  </a:lnTo>
                  <a:lnTo>
                    <a:pt x="34980" y="13431"/>
                  </a:lnTo>
                  <a:lnTo>
                    <a:pt x="34980" y="17460"/>
                  </a:lnTo>
                  <a:lnTo>
                    <a:pt x="29598" y="18803"/>
                  </a:lnTo>
                  <a:lnTo>
                    <a:pt x="30944" y="21489"/>
                  </a:lnTo>
                  <a:lnTo>
                    <a:pt x="28253" y="24175"/>
                  </a:lnTo>
                  <a:lnTo>
                    <a:pt x="24217" y="22832"/>
                  </a:lnTo>
                  <a:lnTo>
                    <a:pt x="21526" y="17460"/>
                  </a:lnTo>
                  <a:lnTo>
                    <a:pt x="14799" y="12088"/>
                  </a:lnTo>
                  <a:lnTo>
                    <a:pt x="14799" y="13431"/>
                  </a:lnTo>
                  <a:lnTo>
                    <a:pt x="21526" y="22832"/>
                  </a:lnTo>
                  <a:lnTo>
                    <a:pt x="21526" y="28205"/>
                  </a:lnTo>
                  <a:lnTo>
                    <a:pt x="26908" y="28205"/>
                  </a:lnTo>
                  <a:lnTo>
                    <a:pt x="29598" y="32234"/>
                  </a:lnTo>
                  <a:lnTo>
                    <a:pt x="26908" y="34920"/>
                  </a:lnTo>
                  <a:lnTo>
                    <a:pt x="26908" y="41635"/>
                  </a:lnTo>
                  <a:lnTo>
                    <a:pt x="22871" y="42978"/>
                  </a:lnTo>
                  <a:lnTo>
                    <a:pt x="17490" y="37606"/>
                  </a:lnTo>
                  <a:lnTo>
                    <a:pt x="17490" y="32234"/>
                  </a:lnTo>
                  <a:lnTo>
                    <a:pt x="12108" y="21489"/>
                  </a:lnTo>
                  <a:lnTo>
                    <a:pt x="10763" y="26862"/>
                  </a:lnTo>
                  <a:lnTo>
                    <a:pt x="13454" y="33577"/>
                  </a:lnTo>
                  <a:lnTo>
                    <a:pt x="14799" y="38949"/>
                  </a:lnTo>
                  <a:lnTo>
                    <a:pt x="10763" y="42978"/>
                  </a:lnTo>
                  <a:lnTo>
                    <a:pt x="6727" y="42978"/>
                  </a:lnTo>
                  <a:lnTo>
                    <a:pt x="1345" y="37606"/>
                  </a:lnTo>
                  <a:lnTo>
                    <a:pt x="5382" y="33577"/>
                  </a:lnTo>
                  <a:lnTo>
                    <a:pt x="1345" y="30891"/>
                  </a:lnTo>
                  <a:lnTo>
                    <a:pt x="2691" y="25518"/>
                  </a:lnTo>
                  <a:lnTo>
                    <a:pt x="0" y="18803"/>
                  </a:lnTo>
                  <a:lnTo>
                    <a:pt x="2691" y="13431"/>
                  </a:lnTo>
                  <a:lnTo>
                    <a:pt x="5382" y="16117"/>
                  </a:lnTo>
                  <a:lnTo>
                    <a:pt x="6727" y="13431"/>
                  </a:lnTo>
                  <a:lnTo>
                    <a:pt x="4036" y="12088"/>
                  </a:lnTo>
                  <a:lnTo>
                    <a:pt x="2691" y="5372"/>
                  </a:lnTo>
                  <a:lnTo>
                    <a:pt x="5382" y="0"/>
                  </a:lnTo>
                  <a:lnTo>
                    <a:pt x="8072" y="5372"/>
                  </a:lnTo>
                  <a:lnTo>
                    <a:pt x="10763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4" name="Freeform 1333">
              <a:extLst>
                <a:ext uri="{FF2B5EF4-FFF2-40B4-BE49-F238E27FC236}">
                  <a16:creationId xmlns:a16="http://schemas.microsoft.com/office/drawing/2014/main" id="{5F3AF25C-924E-8E09-AC12-F6016D9A8187}"/>
                </a:ext>
              </a:extLst>
            </p:cNvPr>
            <p:cNvSpPr/>
            <p:nvPr/>
          </p:nvSpPr>
          <p:spPr>
            <a:xfrm>
              <a:off x="4231212" y="2626519"/>
              <a:ext cx="6726" cy="5372"/>
            </a:xfrm>
            <a:custGeom>
              <a:avLst/>
              <a:gdLst>
                <a:gd name="connsiteX0" fmla="*/ 0 w 6726"/>
                <a:gd name="connsiteY0" fmla="*/ 4029 h 5372"/>
                <a:gd name="connsiteX1" fmla="*/ 5382 w 6726"/>
                <a:gd name="connsiteY1" fmla="*/ 0 h 5372"/>
                <a:gd name="connsiteX2" fmla="*/ 6727 w 6726"/>
                <a:gd name="connsiteY2" fmla="*/ 2686 h 5372"/>
                <a:gd name="connsiteX3" fmla="*/ 2691 w 6726"/>
                <a:gd name="connsiteY3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5372">
                  <a:moveTo>
                    <a:pt x="0" y="4029"/>
                  </a:moveTo>
                  <a:lnTo>
                    <a:pt x="5382" y="0"/>
                  </a:lnTo>
                  <a:lnTo>
                    <a:pt x="6727" y="2686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5" name="Freeform 1334">
              <a:extLst>
                <a:ext uri="{FF2B5EF4-FFF2-40B4-BE49-F238E27FC236}">
                  <a16:creationId xmlns:a16="http://schemas.microsoft.com/office/drawing/2014/main" id="{2AD9A89E-F371-8F75-B5D6-F3BBCCEFF664}"/>
                </a:ext>
              </a:extLst>
            </p:cNvPr>
            <p:cNvSpPr/>
            <p:nvPr/>
          </p:nvSpPr>
          <p:spPr>
            <a:xfrm>
              <a:off x="3453584" y="2305524"/>
              <a:ext cx="4036" cy="4029"/>
            </a:xfrm>
            <a:custGeom>
              <a:avLst/>
              <a:gdLst>
                <a:gd name="connsiteX0" fmla="*/ 1345 w 4036"/>
                <a:gd name="connsiteY0" fmla="*/ 4029 h 4029"/>
                <a:gd name="connsiteX1" fmla="*/ 0 w 4036"/>
                <a:gd name="connsiteY1" fmla="*/ 2686 h 4029"/>
                <a:gd name="connsiteX2" fmla="*/ 2691 w 4036"/>
                <a:gd name="connsiteY2" fmla="*/ 0 h 4029"/>
                <a:gd name="connsiteX3" fmla="*/ 4036 w 4036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4029">
                  <a:moveTo>
                    <a:pt x="1345" y="4029"/>
                  </a:moveTo>
                  <a:lnTo>
                    <a:pt x="0" y="2686"/>
                  </a:lnTo>
                  <a:lnTo>
                    <a:pt x="2691" y="0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6" name="Freeform 1335">
              <a:extLst>
                <a:ext uri="{FF2B5EF4-FFF2-40B4-BE49-F238E27FC236}">
                  <a16:creationId xmlns:a16="http://schemas.microsoft.com/office/drawing/2014/main" id="{9D331789-414B-2020-71E9-28BB6D4BB47E}"/>
                </a:ext>
              </a:extLst>
            </p:cNvPr>
            <p:cNvSpPr/>
            <p:nvPr/>
          </p:nvSpPr>
          <p:spPr>
            <a:xfrm>
              <a:off x="3450893" y="2313582"/>
              <a:ext cx="12108" cy="18803"/>
            </a:xfrm>
            <a:custGeom>
              <a:avLst/>
              <a:gdLst>
                <a:gd name="connsiteX0" fmla="*/ 2691 w 12108"/>
                <a:gd name="connsiteY0" fmla="*/ 0 h 18803"/>
                <a:gd name="connsiteX1" fmla="*/ 5382 w 12108"/>
                <a:gd name="connsiteY1" fmla="*/ 2686 h 18803"/>
                <a:gd name="connsiteX2" fmla="*/ 5382 w 12108"/>
                <a:gd name="connsiteY2" fmla="*/ 6715 h 18803"/>
                <a:gd name="connsiteX3" fmla="*/ 12108 w 12108"/>
                <a:gd name="connsiteY3" fmla="*/ 14774 h 18803"/>
                <a:gd name="connsiteX4" fmla="*/ 10763 w 12108"/>
                <a:gd name="connsiteY4" fmla="*/ 18803 h 18803"/>
                <a:gd name="connsiteX5" fmla="*/ 1345 w 12108"/>
                <a:gd name="connsiteY5" fmla="*/ 12088 h 18803"/>
                <a:gd name="connsiteX6" fmla="*/ 0 w 12108"/>
                <a:gd name="connsiteY6" fmla="*/ 6715 h 18803"/>
                <a:gd name="connsiteX7" fmla="*/ 0 w 12108"/>
                <a:gd name="connsiteY7" fmla="*/ 1343 h 18803"/>
                <a:gd name="connsiteX8" fmla="*/ 2691 w 12108"/>
                <a:gd name="connsiteY8" fmla="*/ 0 h 18803"/>
                <a:gd name="connsiteX9" fmla="*/ 2691 w 12108"/>
                <a:gd name="connsiteY9" fmla="*/ 0 h 1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08" h="18803">
                  <a:moveTo>
                    <a:pt x="2691" y="0"/>
                  </a:moveTo>
                  <a:lnTo>
                    <a:pt x="5382" y="2686"/>
                  </a:lnTo>
                  <a:lnTo>
                    <a:pt x="5382" y="6715"/>
                  </a:lnTo>
                  <a:lnTo>
                    <a:pt x="12108" y="14774"/>
                  </a:lnTo>
                  <a:lnTo>
                    <a:pt x="10763" y="18803"/>
                  </a:lnTo>
                  <a:lnTo>
                    <a:pt x="1345" y="12088"/>
                  </a:lnTo>
                  <a:lnTo>
                    <a:pt x="0" y="6715"/>
                  </a:lnTo>
                  <a:lnTo>
                    <a:pt x="0" y="1343"/>
                  </a:lnTo>
                  <a:lnTo>
                    <a:pt x="2691" y="0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7" name="Freeform 1336">
              <a:extLst>
                <a:ext uri="{FF2B5EF4-FFF2-40B4-BE49-F238E27FC236}">
                  <a16:creationId xmlns:a16="http://schemas.microsoft.com/office/drawing/2014/main" id="{69F307E9-E074-DD0D-71AC-3E40A12BD25A}"/>
                </a:ext>
              </a:extLst>
            </p:cNvPr>
            <p:cNvSpPr/>
            <p:nvPr/>
          </p:nvSpPr>
          <p:spPr>
            <a:xfrm>
              <a:off x="3701133" y="2212851"/>
              <a:ext cx="22871" cy="30890"/>
            </a:xfrm>
            <a:custGeom>
              <a:avLst/>
              <a:gdLst>
                <a:gd name="connsiteX0" fmla="*/ 22871 w 22871"/>
                <a:gd name="connsiteY0" fmla="*/ 13431 h 30890"/>
                <a:gd name="connsiteX1" fmla="*/ 20181 w 22871"/>
                <a:gd name="connsiteY1" fmla="*/ 18803 h 30890"/>
                <a:gd name="connsiteX2" fmla="*/ 18835 w 22871"/>
                <a:gd name="connsiteY2" fmla="*/ 30891 h 30890"/>
                <a:gd name="connsiteX3" fmla="*/ 14799 w 22871"/>
                <a:gd name="connsiteY3" fmla="*/ 28205 h 30890"/>
                <a:gd name="connsiteX4" fmla="*/ 14799 w 22871"/>
                <a:gd name="connsiteY4" fmla="*/ 25518 h 30890"/>
                <a:gd name="connsiteX5" fmla="*/ 12108 w 22871"/>
                <a:gd name="connsiteY5" fmla="*/ 22832 h 30890"/>
                <a:gd name="connsiteX6" fmla="*/ 5382 w 22871"/>
                <a:gd name="connsiteY6" fmla="*/ 24175 h 30890"/>
                <a:gd name="connsiteX7" fmla="*/ 0 w 22871"/>
                <a:gd name="connsiteY7" fmla="*/ 21489 h 30890"/>
                <a:gd name="connsiteX8" fmla="*/ 0 w 22871"/>
                <a:gd name="connsiteY8" fmla="*/ 17460 h 30890"/>
                <a:gd name="connsiteX9" fmla="*/ 14799 w 22871"/>
                <a:gd name="connsiteY9" fmla="*/ 4029 h 30890"/>
                <a:gd name="connsiteX10" fmla="*/ 20181 w 22871"/>
                <a:gd name="connsiteY10" fmla="*/ 0 h 30890"/>
                <a:gd name="connsiteX11" fmla="*/ 22871 w 22871"/>
                <a:gd name="connsiteY11" fmla="*/ 2686 h 3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71" h="30890">
                  <a:moveTo>
                    <a:pt x="22871" y="13431"/>
                  </a:moveTo>
                  <a:lnTo>
                    <a:pt x="20181" y="18803"/>
                  </a:lnTo>
                  <a:lnTo>
                    <a:pt x="18835" y="30891"/>
                  </a:lnTo>
                  <a:lnTo>
                    <a:pt x="14799" y="28205"/>
                  </a:lnTo>
                  <a:lnTo>
                    <a:pt x="14799" y="25518"/>
                  </a:lnTo>
                  <a:lnTo>
                    <a:pt x="12108" y="22832"/>
                  </a:lnTo>
                  <a:lnTo>
                    <a:pt x="5382" y="24175"/>
                  </a:lnTo>
                  <a:lnTo>
                    <a:pt x="0" y="21489"/>
                  </a:lnTo>
                  <a:lnTo>
                    <a:pt x="0" y="17460"/>
                  </a:lnTo>
                  <a:lnTo>
                    <a:pt x="14799" y="4029"/>
                  </a:lnTo>
                  <a:lnTo>
                    <a:pt x="20181" y="0"/>
                  </a:lnTo>
                  <a:lnTo>
                    <a:pt x="22871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8" name="Freeform 1337">
              <a:extLst>
                <a:ext uri="{FF2B5EF4-FFF2-40B4-BE49-F238E27FC236}">
                  <a16:creationId xmlns:a16="http://schemas.microsoft.com/office/drawing/2014/main" id="{6A402D05-B2F9-99CE-47D2-D5568DAB7D6D}"/>
                </a:ext>
              </a:extLst>
            </p:cNvPr>
            <p:cNvSpPr/>
            <p:nvPr/>
          </p:nvSpPr>
          <p:spPr>
            <a:xfrm>
              <a:off x="3724005" y="2206136"/>
              <a:ext cx="22871" cy="20146"/>
            </a:xfrm>
            <a:custGeom>
              <a:avLst/>
              <a:gdLst>
                <a:gd name="connsiteX0" fmla="*/ 4036 w 22871"/>
                <a:gd name="connsiteY0" fmla="*/ 20146 h 20146"/>
                <a:gd name="connsiteX1" fmla="*/ 6727 w 22871"/>
                <a:gd name="connsiteY1" fmla="*/ 17460 h 20146"/>
                <a:gd name="connsiteX2" fmla="*/ 6727 w 22871"/>
                <a:gd name="connsiteY2" fmla="*/ 14774 h 20146"/>
                <a:gd name="connsiteX3" fmla="*/ 4036 w 22871"/>
                <a:gd name="connsiteY3" fmla="*/ 12088 h 20146"/>
                <a:gd name="connsiteX4" fmla="*/ 4036 w 22871"/>
                <a:gd name="connsiteY4" fmla="*/ 8058 h 20146"/>
                <a:gd name="connsiteX5" fmla="*/ 0 w 22871"/>
                <a:gd name="connsiteY5" fmla="*/ 4029 h 20146"/>
                <a:gd name="connsiteX6" fmla="*/ 4036 w 22871"/>
                <a:gd name="connsiteY6" fmla="*/ 1343 h 20146"/>
                <a:gd name="connsiteX7" fmla="*/ 13454 w 22871"/>
                <a:gd name="connsiteY7" fmla="*/ 0 h 20146"/>
                <a:gd name="connsiteX8" fmla="*/ 22871 w 22871"/>
                <a:gd name="connsiteY8" fmla="*/ 5372 h 20146"/>
                <a:gd name="connsiteX9" fmla="*/ 22871 w 22871"/>
                <a:gd name="connsiteY9" fmla="*/ 8058 h 20146"/>
                <a:gd name="connsiteX10" fmla="*/ 17490 w 22871"/>
                <a:gd name="connsiteY10" fmla="*/ 10745 h 20146"/>
                <a:gd name="connsiteX11" fmla="*/ 6727 w 22871"/>
                <a:gd name="connsiteY11" fmla="*/ 20146 h 20146"/>
                <a:gd name="connsiteX12" fmla="*/ 4036 w 22871"/>
                <a:gd name="connsiteY12" fmla="*/ 20146 h 20146"/>
                <a:gd name="connsiteX13" fmla="*/ 4036 w 22871"/>
                <a:gd name="connsiteY13" fmla="*/ 20146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71" h="20146">
                  <a:moveTo>
                    <a:pt x="4036" y="20146"/>
                  </a:moveTo>
                  <a:lnTo>
                    <a:pt x="6727" y="17460"/>
                  </a:lnTo>
                  <a:lnTo>
                    <a:pt x="6727" y="14774"/>
                  </a:lnTo>
                  <a:lnTo>
                    <a:pt x="4036" y="12088"/>
                  </a:lnTo>
                  <a:lnTo>
                    <a:pt x="4036" y="8058"/>
                  </a:lnTo>
                  <a:lnTo>
                    <a:pt x="0" y="4029"/>
                  </a:lnTo>
                  <a:lnTo>
                    <a:pt x="4036" y="1343"/>
                  </a:lnTo>
                  <a:lnTo>
                    <a:pt x="13454" y="0"/>
                  </a:lnTo>
                  <a:lnTo>
                    <a:pt x="22871" y="5372"/>
                  </a:lnTo>
                  <a:lnTo>
                    <a:pt x="22871" y="8058"/>
                  </a:lnTo>
                  <a:lnTo>
                    <a:pt x="17490" y="10745"/>
                  </a:lnTo>
                  <a:lnTo>
                    <a:pt x="6727" y="20146"/>
                  </a:lnTo>
                  <a:lnTo>
                    <a:pt x="4036" y="20146"/>
                  </a:lnTo>
                  <a:lnTo>
                    <a:pt x="4036" y="2014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39" name="Freeform 1338">
              <a:extLst>
                <a:ext uri="{FF2B5EF4-FFF2-40B4-BE49-F238E27FC236}">
                  <a16:creationId xmlns:a16="http://schemas.microsoft.com/office/drawing/2014/main" id="{2BEA2238-5A30-E690-0461-812024C49A4F}"/>
                </a:ext>
              </a:extLst>
            </p:cNvPr>
            <p:cNvSpPr/>
            <p:nvPr/>
          </p:nvSpPr>
          <p:spPr>
            <a:xfrm>
              <a:off x="3777820" y="2191362"/>
              <a:ext cx="12108" cy="8058"/>
            </a:xfrm>
            <a:custGeom>
              <a:avLst/>
              <a:gdLst>
                <a:gd name="connsiteX0" fmla="*/ 0 w 12108"/>
                <a:gd name="connsiteY0" fmla="*/ 1343 h 8058"/>
                <a:gd name="connsiteX1" fmla="*/ 2691 w 12108"/>
                <a:gd name="connsiteY1" fmla="*/ 0 h 8058"/>
                <a:gd name="connsiteX2" fmla="*/ 8072 w 12108"/>
                <a:gd name="connsiteY2" fmla="*/ 0 h 8058"/>
                <a:gd name="connsiteX3" fmla="*/ 12108 w 12108"/>
                <a:gd name="connsiteY3" fmla="*/ 4029 h 8058"/>
                <a:gd name="connsiteX4" fmla="*/ 9418 w 12108"/>
                <a:gd name="connsiteY4" fmla="*/ 6715 h 8058"/>
                <a:gd name="connsiteX5" fmla="*/ 6727 w 12108"/>
                <a:gd name="connsiteY5" fmla="*/ 8058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08" h="8058">
                  <a:moveTo>
                    <a:pt x="0" y="1343"/>
                  </a:moveTo>
                  <a:lnTo>
                    <a:pt x="2691" y="0"/>
                  </a:lnTo>
                  <a:lnTo>
                    <a:pt x="8072" y="0"/>
                  </a:lnTo>
                  <a:lnTo>
                    <a:pt x="12108" y="4029"/>
                  </a:lnTo>
                  <a:lnTo>
                    <a:pt x="9418" y="6715"/>
                  </a:lnTo>
                  <a:lnTo>
                    <a:pt x="6727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0" name="Freeform 1339">
              <a:extLst>
                <a:ext uri="{FF2B5EF4-FFF2-40B4-BE49-F238E27FC236}">
                  <a16:creationId xmlns:a16="http://schemas.microsoft.com/office/drawing/2014/main" id="{7B860D60-0811-3610-688D-F1876C90A484}"/>
                </a:ext>
              </a:extLst>
            </p:cNvPr>
            <p:cNvSpPr/>
            <p:nvPr/>
          </p:nvSpPr>
          <p:spPr>
            <a:xfrm>
              <a:off x="4042859" y="2441174"/>
              <a:ext cx="6726" cy="2686"/>
            </a:xfrm>
            <a:custGeom>
              <a:avLst/>
              <a:gdLst>
                <a:gd name="connsiteX0" fmla="*/ 0 w 6726"/>
                <a:gd name="connsiteY0" fmla="*/ 1343 h 2686"/>
                <a:gd name="connsiteX1" fmla="*/ 2691 w 6726"/>
                <a:gd name="connsiteY1" fmla="*/ 0 h 2686"/>
                <a:gd name="connsiteX2" fmla="*/ 6727 w 6726"/>
                <a:gd name="connsiteY2" fmla="*/ 1343 h 2686"/>
                <a:gd name="connsiteX3" fmla="*/ 4036 w 6726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2686">
                  <a:moveTo>
                    <a:pt x="0" y="1343"/>
                  </a:moveTo>
                  <a:lnTo>
                    <a:pt x="2691" y="0"/>
                  </a:lnTo>
                  <a:lnTo>
                    <a:pt x="6727" y="1343"/>
                  </a:lnTo>
                  <a:lnTo>
                    <a:pt x="4036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1" name="Freeform 1340">
              <a:extLst>
                <a:ext uri="{FF2B5EF4-FFF2-40B4-BE49-F238E27FC236}">
                  <a16:creationId xmlns:a16="http://schemas.microsoft.com/office/drawing/2014/main" id="{314D7075-96FC-CDC4-3726-7D712088679D}"/>
                </a:ext>
              </a:extLst>
            </p:cNvPr>
            <p:cNvSpPr/>
            <p:nvPr/>
          </p:nvSpPr>
          <p:spPr>
            <a:xfrm>
              <a:off x="4018642" y="2517730"/>
              <a:ext cx="6726" cy="2686"/>
            </a:xfrm>
            <a:custGeom>
              <a:avLst/>
              <a:gdLst>
                <a:gd name="connsiteX0" fmla="*/ 0 w 6726"/>
                <a:gd name="connsiteY0" fmla="*/ 2686 h 2686"/>
                <a:gd name="connsiteX1" fmla="*/ 4036 w 6726"/>
                <a:gd name="connsiteY1" fmla="*/ 0 h 2686"/>
                <a:gd name="connsiteX2" fmla="*/ 6727 w 6726"/>
                <a:gd name="connsiteY2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6" h="2686">
                  <a:moveTo>
                    <a:pt x="0" y="2686"/>
                  </a:moveTo>
                  <a:lnTo>
                    <a:pt x="4036" y="0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2" name="Freeform 1341">
              <a:extLst>
                <a:ext uri="{FF2B5EF4-FFF2-40B4-BE49-F238E27FC236}">
                  <a16:creationId xmlns:a16="http://schemas.microsoft.com/office/drawing/2014/main" id="{437B9305-D856-4C47-2981-1E525A3B4EB6}"/>
                </a:ext>
              </a:extLst>
            </p:cNvPr>
            <p:cNvSpPr/>
            <p:nvPr/>
          </p:nvSpPr>
          <p:spPr>
            <a:xfrm>
              <a:off x="4075148" y="2504299"/>
              <a:ext cx="9417" cy="6715"/>
            </a:xfrm>
            <a:custGeom>
              <a:avLst/>
              <a:gdLst>
                <a:gd name="connsiteX0" fmla="*/ 0 w 9417"/>
                <a:gd name="connsiteY0" fmla="*/ 2686 h 6715"/>
                <a:gd name="connsiteX1" fmla="*/ 5382 w 9417"/>
                <a:gd name="connsiteY1" fmla="*/ 0 h 6715"/>
                <a:gd name="connsiteX2" fmla="*/ 9418 w 9417"/>
                <a:gd name="connsiteY2" fmla="*/ 0 h 6715"/>
                <a:gd name="connsiteX3" fmla="*/ 5382 w 9417"/>
                <a:gd name="connsiteY3" fmla="*/ 5372 h 6715"/>
                <a:gd name="connsiteX4" fmla="*/ 0 w 9417"/>
                <a:gd name="connsiteY4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6715">
                  <a:moveTo>
                    <a:pt x="0" y="2686"/>
                  </a:moveTo>
                  <a:lnTo>
                    <a:pt x="5382" y="0"/>
                  </a:lnTo>
                  <a:lnTo>
                    <a:pt x="9418" y="0"/>
                  </a:lnTo>
                  <a:lnTo>
                    <a:pt x="5382" y="5372"/>
                  </a:lnTo>
                  <a:lnTo>
                    <a:pt x="0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3" name="Freeform 1342">
              <a:extLst>
                <a:ext uri="{FF2B5EF4-FFF2-40B4-BE49-F238E27FC236}">
                  <a16:creationId xmlns:a16="http://schemas.microsoft.com/office/drawing/2014/main" id="{4327AC38-8C5E-4EDB-E763-83DF02D72B62}"/>
                </a:ext>
              </a:extLst>
            </p:cNvPr>
            <p:cNvSpPr/>
            <p:nvPr/>
          </p:nvSpPr>
          <p:spPr>
            <a:xfrm>
              <a:off x="4033441" y="2450576"/>
              <a:ext cx="5381" cy="4029"/>
            </a:xfrm>
            <a:custGeom>
              <a:avLst/>
              <a:gdLst>
                <a:gd name="connsiteX0" fmla="*/ 0 w 5381"/>
                <a:gd name="connsiteY0" fmla="*/ 2686 h 4029"/>
                <a:gd name="connsiteX1" fmla="*/ 0 w 5381"/>
                <a:gd name="connsiteY1" fmla="*/ 0 h 4029"/>
                <a:gd name="connsiteX2" fmla="*/ 4036 w 5381"/>
                <a:gd name="connsiteY2" fmla="*/ 0 h 4029"/>
                <a:gd name="connsiteX3" fmla="*/ 5381 w 5381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4029">
                  <a:moveTo>
                    <a:pt x="0" y="2686"/>
                  </a:moveTo>
                  <a:lnTo>
                    <a:pt x="0" y="0"/>
                  </a:lnTo>
                  <a:lnTo>
                    <a:pt x="4036" y="0"/>
                  </a:lnTo>
                  <a:lnTo>
                    <a:pt x="538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4" name="Freeform 1343">
              <a:extLst>
                <a:ext uri="{FF2B5EF4-FFF2-40B4-BE49-F238E27FC236}">
                  <a16:creationId xmlns:a16="http://schemas.microsoft.com/office/drawing/2014/main" id="{D0E9EBB5-9CEF-9BF0-CFB2-996F7348553E}"/>
                </a:ext>
              </a:extLst>
            </p:cNvPr>
            <p:cNvSpPr/>
            <p:nvPr/>
          </p:nvSpPr>
          <p:spPr>
            <a:xfrm>
              <a:off x="4040168" y="2464007"/>
              <a:ext cx="12108" cy="12087"/>
            </a:xfrm>
            <a:custGeom>
              <a:avLst/>
              <a:gdLst>
                <a:gd name="connsiteX0" fmla="*/ 0 w 12108"/>
                <a:gd name="connsiteY0" fmla="*/ 10745 h 12087"/>
                <a:gd name="connsiteX1" fmla="*/ 0 w 12108"/>
                <a:gd name="connsiteY1" fmla="*/ 2686 h 12087"/>
                <a:gd name="connsiteX2" fmla="*/ 2691 w 12108"/>
                <a:gd name="connsiteY2" fmla="*/ 0 h 12087"/>
                <a:gd name="connsiteX3" fmla="*/ 6727 w 12108"/>
                <a:gd name="connsiteY3" fmla="*/ 1343 h 12087"/>
                <a:gd name="connsiteX4" fmla="*/ 6727 w 12108"/>
                <a:gd name="connsiteY4" fmla="*/ 5372 h 12087"/>
                <a:gd name="connsiteX5" fmla="*/ 9418 w 12108"/>
                <a:gd name="connsiteY5" fmla="*/ 5372 h 12087"/>
                <a:gd name="connsiteX6" fmla="*/ 12108 w 12108"/>
                <a:gd name="connsiteY6" fmla="*/ 9402 h 12087"/>
                <a:gd name="connsiteX7" fmla="*/ 6727 w 12108"/>
                <a:gd name="connsiteY7" fmla="*/ 12088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8" h="12087">
                  <a:moveTo>
                    <a:pt x="0" y="10745"/>
                  </a:moveTo>
                  <a:lnTo>
                    <a:pt x="0" y="2686"/>
                  </a:lnTo>
                  <a:lnTo>
                    <a:pt x="2691" y="0"/>
                  </a:lnTo>
                  <a:lnTo>
                    <a:pt x="6727" y="1343"/>
                  </a:lnTo>
                  <a:lnTo>
                    <a:pt x="6727" y="5372"/>
                  </a:lnTo>
                  <a:lnTo>
                    <a:pt x="9418" y="5372"/>
                  </a:lnTo>
                  <a:lnTo>
                    <a:pt x="12108" y="9402"/>
                  </a:lnTo>
                  <a:lnTo>
                    <a:pt x="6727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5" name="Freeform 1344">
              <a:extLst>
                <a:ext uri="{FF2B5EF4-FFF2-40B4-BE49-F238E27FC236}">
                  <a16:creationId xmlns:a16="http://schemas.microsoft.com/office/drawing/2014/main" id="{EBD6CB1E-427B-53E3-6493-894F5CDFFE24}"/>
                </a:ext>
              </a:extLst>
            </p:cNvPr>
            <p:cNvSpPr/>
            <p:nvPr/>
          </p:nvSpPr>
          <p:spPr>
            <a:xfrm>
              <a:off x="3998461" y="2468036"/>
              <a:ext cx="34979" cy="29547"/>
            </a:xfrm>
            <a:custGeom>
              <a:avLst/>
              <a:gdLst>
                <a:gd name="connsiteX0" fmla="*/ 0 w 34979"/>
                <a:gd name="connsiteY0" fmla="*/ 26862 h 29547"/>
                <a:gd name="connsiteX1" fmla="*/ 4036 w 34979"/>
                <a:gd name="connsiteY1" fmla="*/ 26862 h 29547"/>
                <a:gd name="connsiteX2" fmla="*/ 5382 w 34979"/>
                <a:gd name="connsiteY2" fmla="*/ 25518 h 29547"/>
                <a:gd name="connsiteX3" fmla="*/ 6727 w 34979"/>
                <a:gd name="connsiteY3" fmla="*/ 22832 h 29547"/>
                <a:gd name="connsiteX4" fmla="*/ 16145 w 34979"/>
                <a:gd name="connsiteY4" fmla="*/ 14774 h 29547"/>
                <a:gd name="connsiteX5" fmla="*/ 20181 w 34979"/>
                <a:gd name="connsiteY5" fmla="*/ 13431 h 29547"/>
                <a:gd name="connsiteX6" fmla="*/ 25562 w 34979"/>
                <a:gd name="connsiteY6" fmla="*/ 6715 h 29547"/>
                <a:gd name="connsiteX7" fmla="*/ 28253 w 34979"/>
                <a:gd name="connsiteY7" fmla="*/ 6715 h 29547"/>
                <a:gd name="connsiteX8" fmla="*/ 33634 w 34979"/>
                <a:gd name="connsiteY8" fmla="*/ 0 h 29547"/>
                <a:gd name="connsiteX9" fmla="*/ 33634 w 34979"/>
                <a:gd name="connsiteY9" fmla="*/ 2686 h 29547"/>
                <a:gd name="connsiteX10" fmla="*/ 32289 w 34979"/>
                <a:gd name="connsiteY10" fmla="*/ 5372 h 29547"/>
                <a:gd name="connsiteX11" fmla="*/ 34980 w 34979"/>
                <a:gd name="connsiteY11" fmla="*/ 8058 h 29547"/>
                <a:gd name="connsiteX12" fmla="*/ 32289 w 34979"/>
                <a:gd name="connsiteY12" fmla="*/ 10745 h 29547"/>
                <a:gd name="connsiteX13" fmla="*/ 26908 w 34979"/>
                <a:gd name="connsiteY13" fmla="*/ 12088 h 29547"/>
                <a:gd name="connsiteX14" fmla="*/ 18835 w 34979"/>
                <a:gd name="connsiteY14" fmla="*/ 21489 h 29547"/>
                <a:gd name="connsiteX15" fmla="*/ 14799 w 34979"/>
                <a:gd name="connsiteY15" fmla="*/ 22832 h 29547"/>
                <a:gd name="connsiteX16" fmla="*/ 14799 w 34979"/>
                <a:gd name="connsiteY16" fmla="*/ 25518 h 29547"/>
                <a:gd name="connsiteX17" fmla="*/ 13454 w 34979"/>
                <a:gd name="connsiteY17" fmla="*/ 29548 h 29547"/>
                <a:gd name="connsiteX18" fmla="*/ 8072 w 34979"/>
                <a:gd name="connsiteY18" fmla="*/ 28205 h 29547"/>
                <a:gd name="connsiteX19" fmla="*/ 5382 w 34979"/>
                <a:gd name="connsiteY19" fmla="*/ 29548 h 29547"/>
                <a:gd name="connsiteX20" fmla="*/ 0 w 34979"/>
                <a:gd name="connsiteY20" fmla="*/ 29548 h 2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4979" h="29547">
                  <a:moveTo>
                    <a:pt x="0" y="26862"/>
                  </a:moveTo>
                  <a:lnTo>
                    <a:pt x="4036" y="26862"/>
                  </a:lnTo>
                  <a:lnTo>
                    <a:pt x="5382" y="25518"/>
                  </a:lnTo>
                  <a:lnTo>
                    <a:pt x="6727" y="22832"/>
                  </a:lnTo>
                  <a:lnTo>
                    <a:pt x="16145" y="14774"/>
                  </a:lnTo>
                  <a:lnTo>
                    <a:pt x="20181" y="13431"/>
                  </a:lnTo>
                  <a:lnTo>
                    <a:pt x="25562" y="6715"/>
                  </a:lnTo>
                  <a:lnTo>
                    <a:pt x="28253" y="6715"/>
                  </a:lnTo>
                  <a:lnTo>
                    <a:pt x="33634" y="0"/>
                  </a:lnTo>
                  <a:lnTo>
                    <a:pt x="33634" y="2686"/>
                  </a:lnTo>
                  <a:lnTo>
                    <a:pt x="32289" y="5372"/>
                  </a:lnTo>
                  <a:lnTo>
                    <a:pt x="34980" y="8058"/>
                  </a:lnTo>
                  <a:lnTo>
                    <a:pt x="32289" y="10745"/>
                  </a:lnTo>
                  <a:lnTo>
                    <a:pt x="26908" y="12088"/>
                  </a:lnTo>
                  <a:lnTo>
                    <a:pt x="18835" y="21489"/>
                  </a:lnTo>
                  <a:lnTo>
                    <a:pt x="14799" y="22832"/>
                  </a:lnTo>
                  <a:lnTo>
                    <a:pt x="14799" y="25518"/>
                  </a:lnTo>
                  <a:lnTo>
                    <a:pt x="13454" y="29548"/>
                  </a:lnTo>
                  <a:lnTo>
                    <a:pt x="8072" y="28205"/>
                  </a:lnTo>
                  <a:lnTo>
                    <a:pt x="5382" y="29548"/>
                  </a:lnTo>
                  <a:lnTo>
                    <a:pt x="0" y="2954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6" name="Freeform 1345">
              <a:extLst>
                <a:ext uri="{FF2B5EF4-FFF2-40B4-BE49-F238E27FC236}">
                  <a16:creationId xmlns:a16="http://schemas.microsoft.com/office/drawing/2014/main" id="{8B56B924-1967-9F8F-6122-386D7359DAA4}"/>
                </a:ext>
              </a:extLst>
            </p:cNvPr>
            <p:cNvSpPr/>
            <p:nvPr/>
          </p:nvSpPr>
          <p:spPr>
            <a:xfrm>
              <a:off x="3997116" y="2480124"/>
              <a:ext cx="6726" cy="6715"/>
            </a:xfrm>
            <a:custGeom>
              <a:avLst/>
              <a:gdLst>
                <a:gd name="connsiteX0" fmla="*/ 0 w 6726"/>
                <a:gd name="connsiteY0" fmla="*/ 5372 h 6715"/>
                <a:gd name="connsiteX1" fmla="*/ 6727 w 6726"/>
                <a:gd name="connsiteY1" fmla="*/ 0 h 6715"/>
                <a:gd name="connsiteX2" fmla="*/ 6727 w 6726"/>
                <a:gd name="connsiteY2" fmla="*/ 4029 h 6715"/>
                <a:gd name="connsiteX3" fmla="*/ 2691 w 6726"/>
                <a:gd name="connsiteY3" fmla="*/ 6715 h 6715"/>
                <a:gd name="connsiteX4" fmla="*/ 0 w 6726"/>
                <a:gd name="connsiteY4" fmla="*/ 5372 h 6715"/>
                <a:gd name="connsiteX5" fmla="*/ 0 w 6726"/>
                <a:gd name="connsiteY5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6715">
                  <a:moveTo>
                    <a:pt x="0" y="5372"/>
                  </a:moveTo>
                  <a:lnTo>
                    <a:pt x="6727" y="0"/>
                  </a:lnTo>
                  <a:lnTo>
                    <a:pt x="6727" y="4029"/>
                  </a:lnTo>
                  <a:lnTo>
                    <a:pt x="2691" y="6715"/>
                  </a:lnTo>
                  <a:cubicBezTo>
                    <a:pt x="2691" y="6715"/>
                    <a:pt x="0" y="5372"/>
                    <a:pt x="0" y="5372"/>
                  </a:cubicBezTo>
                  <a:lnTo>
                    <a:pt x="0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7" name="Freeform 1346">
              <a:extLst>
                <a:ext uri="{FF2B5EF4-FFF2-40B4-BE49-F238E27FC236}">
                  <a16:creationId xmlns:a16="http://schemas.microsoft.com/office/drawing/2014/main" id="{47799AB7-A1D0-93FF-986E-9797AE23FC1A}"/>
                </a:ext>
              </a:extLst>
            </p:cNvPr>
            <p:cNvSpPr/>
            <p:nvPr/>
          </p:nvSpPr>
          <p:spPr>
            <a:xfrm>
              <a:off x="4010570" y="2458634"/>
              <a:ext cx="14799" cy="17459"/>
            </a:xfrm>
            <a:custGeom>
              <a:avLst/>
              <a:gdLst>
                <a:gd name="connsiteX0" fmla="*/ 0 w 14799"/>
                <a:gd name="connsiteY0" fmla="*/ 14774 h 17459"/>
                <a:gd name="connsiteX1" fmla="*/ 6727 w 14799"/>
                <a:gd name="connsiteY1" fmla="*/ 6715 h 17459"/>
                <a:gd name="connsiteX2" fmla="*/ 8072 w 14799"/>
                <a:gd name="connsiteY2" fmla="*/ 4029 h 17459"/>
                <a:gd name="connsiteX3" fmla="*/ 10763 w 14799"/>
                <a:gd name="connsiteY3" fmla="*/ 0 h 17459"/>
                <a:gd name="connsiteX4" fmla="*/ 13454 w 14799"/>
                <a:gd name="connsiteY4" fmla="*/ 0 h 17459"/>
                <a:gd name="connsiteX5" fmla="*/ 14799 w 14799"/>
                <a:gd name="connsiteY5" fmla="*/ 2686 h 17459"/>
                <a:gd name="connsiteX6" fmla="*/ 12108 w 14799"/>
                <a:gd name="connsiteY6" fmla="*/ 6715 h 17459"/>
                <a:gd name="connsiteX7" fmla="*/ 9418 w 14799"/>
                <a:gd name="connsiteY7" fmla="*/ 9401 h 17459"/>
                <a:gd name="connsiteX8" fmla="*/ 4036 w 14799"/>
                <a:gd name="connsiteY8" fmla="*/ 14774 h 17459"/>
                <a:gd name="connsiteX9" fmla="*/ 2691 w 14799"/>
                <a:gd name="connsiteY9" fmla="*/ 17460 h 17459"/>
                <a:gd name="connsiteX10" fmla="*/ 1345 w 14799"/>
                <a:gd name="connsiteY10" fmla="*/ 17460 h 1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99" h="17459">
                  <a:moveTo>
                    <a:pt x="0" y="14774"/>
                  </a:moveTo>
                  <a:lnTo>
                    <a:pt x="6727" y="6715"/>
                  </a:lnTo>
                  <a:lnTo>
                    <a:pt x="8072" y="4029"/>
                  </a:lnTo>
                  <a:lnTo>
                    <a:pt x="10763" y="0"/>
                  </a:lnTo>
                  <a:lnTo>
                    <a:pt x="13454" y="0"/>
                  </a:lnTo>
                  <a:lnTo>
                    <a:pt x="14799" y="2686"/>
                  </a:lnTo>
                  <a:lnTo>
                    <a:pt x="12108" y="6715"/>
                  </a:lnTo>
                  <a:lnTo>
                    <a:pt x="9418" y="9401"/>
                  </a:lnTo>
                  <a:lnTo>
                    <a:pt x="4036" y="14774"/>
                  </a:lnTo>
                  <a:lnTo>
                    <a:pt x="2691" y="17460"/>
                  </a:lnTo>
                  <a:lnTo>
                    <a:pt x="1345" y="1746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8" name="Freeform 1347">
              <a:extLst>
                <a:ext uri="{FF2B5EF4-FFF2-40B4-BE49-F238E27FC236}">
                  <a16:creationId xmlns:a16="http://schemas.microsoft.com/office/drawing/2014/main" id="{1533E246-3757-37FF-4519-0DCDDC866B58}"/>
                </a:ext>
              </a:extLst>
            </p:cNvPr>
            <p:cNvSpPr/>
            <p:nvPr/>
          </p:nvSpPr>
          <p:spPr>
            <a:xfrm>
              <a:off x="4017297" y="2435802"/>
              <a:ext cx="6726" cy="10744"/>
            </a:xfrm>
            <a:custGeom>
              <a:avLst/>
              <a:gdLst>
                <a:gd name="connsiteX0" fmla="*/ 0 w 6726"/>
                <a:gd name="connsiteY0" fmla="*/ 4029 h 10744"/>
                <a:gd name="connsiteX1" fmla="*/ 4036 w 6726"/>
                <a:gd name="connsiteY1" fmla="*/ 0 h 10744"/>
                <a:gd name="connsiteX2" fmla="*/ 6727 w 6726"/>
                <a:gd name="connsiteY2" fmla="*/ 1343 h 10744"/>
                <a:gd name="connsiteX3" fmla="*/ 6727 w 6726"/>
                <a:gd name="connsiteY3" fmla="*/ 5372 h 10744"/>
                <a:gd name="connsiteX4" fmla="*/ 6727 w 6726"/>
                <a:gd name="connsiteY4" fmla="*/ 8058 h 10744"/>
                <a:gd name="connsiteX5" fmla="*/ 5382 w 6726"/>
                <a:gd name="connsiteY5" fmla="*/ 10745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10744">
                  <a:moveTo>
                    <a:pt x="0" y="4029"/>
                  </a:moveTo>
                  <a:lnTo>
                    <a:pt x="4036" y="0"/>
                  </a:lnTo>
                  <a:lnTo>
                    <a:pt x="6727" y="1343"/>
                  </a:lnTo>
                  <a:lnTo>
                    <a:pt x="6727" y="5372"/>
                  </a:lnTo>
                  <a:lnTo>
                    <a:pt x="6727" y="8058"/>
                  </a:lnTo>
                  <a:lnTo>
                    <a:pt x="5382" y="1074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49" name="Freeform 1348">
              <a:extLst>
                <a:ext uri="{FF2B5EF4-FFF2-40B4-BE49-F238E27FC236}">
                  <a16:creationId xmlns:a16="http://schemas.microsoft.com/office/drawing/2014/main" id="{95487D93-28F1-A731-9695-9CDE5E9D35C9}"/>
                </a:ext>
              </a:extLst>
            </p:cNvPr>
            <p:cNvSpPr/>
            <p:nvPr/>
          </p:nvSpPr>
          <p:spPr>
            <a:xfrm>
              <a:off x="3705169" y="2077200"/>
              <a:ext cx="8072" cy="5372"/>
            </a:xfrm>
            <a:custGeom>
              <a:avLst/>
              <a:gdLst>
                <a:gd name="connsiteX0" fmla="*/ 0 w 8072"/>
                <a:gd name="connsiteY0" fmla="*/ 1343 h 5372"/>
                <a:gd name="connsiteX1" fmla="*/ 4036 w 8072"/>
                <a:gd name="connsiteY1" fmla="*/ 0 h 5372"/>
                <a:gd name="connsiteX2" fmla="*/ 8072 w 8072"/>
                <a:gd name="connsiteY2" fmla="*/ 1343 h 5372"/>
                <a:gd name="connsiteX3" fmla="*/ 4036 w 8072"/>
                <a:gd name="connsiteY3" fmla="*/ 5372 h 5372"/>
                <a:gd name="connsiteX4" fmla="*/ 0 w 8072"/>
                <a:gd name="connsiteY4" fmla="*/ 1343 h 5372"/>
                <a:gd name="connsiteX5" fmla="*/ 0 w 8072"/>
                <a:gd name="connsiteY5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72" h="5372">
                  <a:moveTo>
                    <a:pt x="0" y="1343"/>
                  </a:moveTo>
                  <a:lnTo>
                    <a:pt x="4036" y="0"/>
                  </a:lnTo>
                  <a:lnTo>
                    <a:pt x="8072" y="1343"/>
                  </a:lnTo>
                  <a:lnTo>
                    <a:pt x="4036" y="5372"/>
                  </a:lnTo>
                  <a:lnTo>
                    <a:pt x="0" y="1343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0" name="Freeform 1349">
              <a:extLst>
                <a:ext uri="{FF2B5EF4-FFF2-40B4-BE49-F238E27FC236}">
                  <a16:creationId xmlns:a16="http://schemas.microsoft.com/office/drawing/2014/main" id="{F3C29D44-1C8C-196B-6490-93D864E6DD37}"/>
                </a:ext>
              </a:extLst>
            </p:cNvPr>
            <p:cNvSpPr/>
            <p:nvPr/>
          </p:nvSpPr>
          <p:spPr>
            <a:xfrm>
              <a:off x="3574668" y="2122865"/>
              <a:ext cx="61887" cy="67153"/>
            </a:xfrm>
            <a:custGeom>
              <a:avLst/>
              <a:gdLst>
                <a:gd name="connsiteX0" fmla="*/ 29598 w 61887"/>
                <a:gd name="connsiteY0" fmla="*/ 64468 h 67153"/>
                <a:gd name="connsiteX1" fmla="*/ 34980 w 61887"/>
                <a:gd name="connsiteY1" fmla="*/ 57752 h 67153"/>
                <a:gd name="connsiteX2" fmla="*/ 32289 w 61887"/>
                <a:gd name="connsiteY2" fmla="*/ 52380 h 67153"/>
                <a:gd name="connsiteX3" fmla="*/ 26908 w 61887"/>
                <a:gd name="connsiteY3" fmla="*/ 48351 h 67153"/>
                <a:gd name="connsiteX4" fmla="*/ 28253 w 61887"/>
                <a:gd name="connsiteY4" fmla="*/ 41635 h 67153"/>
                <a:gd name="connsiteX5" fmla="*/ 26908 w 61887"/>
                <a:gd name="connsiteY5" fmla="*/ 33577 h 67153"/>
                <a:gd name="connsiteX6" fmla="*/ 21526 w 61887"/>
                <a:gd name="connsiteY6" fmla="*/ 29548 h 67153"/>
                <a:gd name="connsiteX7" fmla="*/ 12108 w 61887"/>
                <a:gd name="connsiteY7" fmla="*/ 29548 h 67153"/>
                <a:gd name="connsiteX8" fmla="*/ 10763 w 61887"/>
                <a:gd name="connsiteY8" fmla="*/ 33577 h 67153"/>
                <a:gd name="connsiteX9" fmla="*/ 5381 w 61887"/>
                <a:gd name="connsiteY9" fmla="*/ 33577 h 67153"/>
                <a:gd name="connsiteX10" fmla="*/ 0 w 61887"/>
                <a:gd name="connsiteY10" fmla="*/ 26862 h 67153"/>
                <a:gd name="connsiteX11" fmla="*/ 0 w 61887"/>
                <a:gd name="connsiteY11" fmla="*/ 20146 h 67153"/>
                <a:gd name="connsiteX12" fmla="*/ 12108 w 61887"/>
                <a:gd name="connsiteY12" fmla="*/ 9401 h 67153"/>
                <a:gd name="connsiteX13" fmla="*/ 16145 w 61887"/>
                <a:gd name="connsiteY13" fmla="*/ 0 h 67153"/>
                <a:gd name="connsiteX14" fmla="*/ 18835 w 61887"/>
                <a:gd name="connsiteY14" fmla="*/ 0 h 67153"/>
                <a:gd name="connsiteX15" fmla="*/ 18835 w 61887"/>
                <a:gd name="connsiteY15" fmla="*/ 9401 h 67153"/>
                <a:gd name="connsiteX16" fmla="*/ 17490 w 61887"/>
                <a:gd name="connsiteY16" fmla="*/ 13431 h 67153"/>
                <a:gd name="connsiteX17" fmla="*/ 22871 w 61887"/>
                <a:gd name="connsiteY17" fmla="*/ 14774 h 67153"/>
                <a:gd name="connsiteX18" fmla="*/ 24217 w 61887"/>
                <a:gd name="connsiteY18" fmla="*/ 18803 h 67153"/>
                <a:gd name="connsiteX19" fmla="*/ 29598 w 61887"/>
                <a:gd name="connsiteY19" fmla="*/ 18803 h 67153"/>
                <a:gd name="connsiteX20" fmla="*/ 32289 w 61887"/>
                <a:gd name="connsiteY20" fmla="*/ 17460 h 67153"/>
                <a:gd name="connsiteX21" fmla="*/ 41707 w 61887"/>
                <a:gd name="connsiteY21" fmla="*/ 17460 h 67153"/>
                <a:gd name="connsiteX22" fmla="*/ 47088 w 61887"/>
                <a:gd name="connsiteY22" fmla="*/ 22832 h 67153"/>
                <a:gd name="connsiteX23" fmla="*/ 47088 w 61887"/>
                <a:gd name="connsiteY23" fmla="*/ 25518 h 67153"/>
                <a:gd name="connsiteX24" fmla="*/ 43052 w 61887"/>
                <a:gd name="connsiteY24" fmla="*/ 28205 h 67153"/>
                <a:gd name="connsiteX25" fmla="*/ 47088 w 61887"/>
                <a:gd name="connsiteY25" fmla="*/ 34920 h 67153"/>
                <a:gd name="connsiteX26" fmla="*/ 51124 w 61887"/>
                <a:gd name="connsiteY26" fmla="*/ 38949 h 67153"/>
                <a:gd name="connsiteX27" fmla="*/ 51124 w 61887"/>
                <a:gd name="connsiteY27" fmla="*/ 44321 h 67153"/>
                <a:gd name="connsiteX28" fmla="*/ 60542 w 61887"/>
                <a:gd name="connsiteY28" fmla="*/ 53723 h 67153"/>
                <a:gd name="connsiteX29" fmla="*/ 61887 w 61887"/>
                <a:gd name="connsiteY29" fmla="*/ 57752 h 67153"/>
                <a:gd name="connsiteX30" fmla="*/ 57851 w 61887"/>
                <a:gd name="connsiteY30" fmla="*/ 60438 h 67153"/>
                <a:gd name="connsiteX31" fmla="*/ 51124 w 61887"/>
                <a:gd name="connsiteY31" fmla="*/ 56409 h 67153"/>
                <a:gd name="connsiteX32" fmla="*/ 48434 w 61887"/>
                <a:gd name="connsiteY32" fmla="*/ 57752 h 67153"/>
                <a:gd name="connsiteX33" fmla="*/ 47088 w 61887"/>
                <a:gd name="connsiteY33" fmla="*/ 60438 h 67153"/>
                <a:gd name="connsiteX34" fmla="*/ 41707 w 61887"/>
                <a:gd name="connsiteY34" fmla="*/ 60438 h 67153"/>
                <a:gd name="connsiteX35" fmla="*/ 33634 w 61887"/>
                <a:gd name="connsiteY35" fmla="*/ 67154 h 6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1887" h="67153">
                  <a:moveTo>
                    <a:pt x="29598" y="64468"/>
                  </a:moveTo>
                  <a:lnTo>
                    <a:pt x="34980" y="57752"/>
                  </a:lnTo>
                  <a:lnTo>
                    <a:pt x="32289" y="52380"/>
                  </a:lnTo>
                  <a:lnTo>
                    <a:pt x="26908" y="48351"/>
                  </a:lnTo>
                  <a:lnTo>
                    <a:pt x="28253" y="41635"/>
                  </a:lnTo>
                  <a:lnTo>
                    <a:pt x="26908" y="33577"/>
                  </a:lnTo>
                  <a:lnTo>
                    <a:pt x="21526" y="29548"/>
                  </a:lnTo>
                  <a:lnTo>
                    <a:pt x="12108" y="29548"/>
                  </a:lnTo>
                  <a:lnTo>
                    <a:pt x="10763" y="33577"/>
                  </a:lnTo>
                  <a:lnTo>
                    <a:pt x="5381" y="33577"/>
                  </a:lnTo>
                  <a:lnTo>
                    <a:pt x="0" y="26862"/>
                  </a:lnTo>
                  <a:lnTo>
                    <a:pt x="0" y="20146"/>
                  </a:lnTo>
                  <a:lnTo>
                    <a:pt x="12108" y="9401"/>
                  </a:lnTo>
                  <a:lnTo>
                    <a:pt x="16145" y="0"/>
                  </a:lnTo>
                  <a:lnTo>
                    <a:pt x="18835" y="0"/>
                  </a:lnTo>
                  <a:lnTo>
                    <a:pt x="18835" y="9401"/>
                  </a:lnTo>
                  <a:lnTo>
                    <a:pt x="17490" y="13431"/>
                  </a:lnTo>
                  <a:lnTo>
                    <a:pt x="22871" y="14774"/>
                  </a:lnTo>
                  <a:lnTo>
                    <a:pt x="24217" y="18803"/>
                  </a:lnTo>
                  <a:lnTo>
                    <a:pt x="29598" y="18803"/>
                  </a:lnTo>
                  <a:lnTo>
                    <a:pt x="32289" y="17460"/>
                  </a:lnTo>
                  <a:lnTo>
                    <a:pt x="41707" y="17460"/>
                  </a:lnTo>
                  <a:lnTo>
                    <a:pt x="47088" y="22832"/>
                  </a:lnTo>
                  <a:lnTo>
                    <a:pt x="47088" y="25518"/>
                  </a:lnTo>
                  <a:lnTo>
                    <a:pt x="43052" y="28205"/>
                  </a:lnTo>
                  <a:lnTo>
                    <a:pt x="47088" y="34920"/>
                  </a:lnTo>
                  <a:lnTo>
                    <a:pt x="51124" y="38949"/>
                  </a:lnTo>
                  <a:lnTo>
                    <a:pt x="51124" y="44321"/>
                  </a:lnTo>
                  <a:lnTo>
                    <a:pt x="60542" y="53723"/>
                  </a:lnTo>
                  <a:lnTo>
                    <a:pt x="61887" y="57752"/>
                  </a:lnTo>
                  <a:lnTo>
                    <a:pt x="57851" y="60438"/>
                  </a:lnTo>
                  <a:lnTo>
                    <a:pt x="51124" y="56409"/>
                  </a:lnTo>
                  <a:lnTo>
                    <a:pt x="48434" y="57752"/>
                  </a:lnTo>
                  <a:lnTo>
                    <a:pt x="47088" y="60438"/>
                  </a:lnTo>
                  <a:lnTo>
                    <a:pt x="41707" y="60438"/>
                  </a:lnTo>
                  <a:lnTo>
                    <a:pt x="33634" y="67154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1" name="Freeform 1350">
              <a:extLst>
                <a:ext uri="{FF2B5EF4-FFF2-40B4-BE49-F238E27FC236}">
                  <a16:creationId xmlns:a16="http://schemas.microsoft.com/office/drawing/2014/main" id="{C39D9B73-A9EC-8D5A-82AA-125ABD413F4A}"/>
                </a:ext>
              </a:extLst>
            </p:cNvPr>
            <p:cNvSpPr/>
            <p:nvPr/>
          </p:nvSpPr>
          <p:spPr>
            <a:xfrm>
              <a:off x="3569286" y="2359247"/>
              <a:ext cx="40361" cy="28204"/>
            </a:xfrm>
            <a:custGeom>
              <a:avLst/>
              <a:gdLst>
                <a:gd name="connsiteX0" fmla="*/ 0 w 40361"/>
                <a:gd name="connsiteY0" fmla="*/ 4029 h 28204"/>
                <a:gd name="connsiteX1" fmla="*/ 6727 w 40361"/>
                <a:gd name="connsiteY1" fmla="*/ 4029 h 28204"/>
                <a:gd name="connsiteX2" fmla="*/ 12108 w 40361"/>
                <a:gd name="connsiteY2" fmla="*/ 5372 h 28204"/>
                <a:gd name="connsiteX3" fmla="*/ 17490 w 40361"/>
                <a:gd name="connsiteY3" fmla="*/ 5372 h 28204"/>
                <a:gd name="connsiteX4" fmla="*/ 21526 w 40361"/>
                <a:gd name="connsiteY4" fmla="*/ 6715 h 28204"/>
                <a:gd name="connsiteX5" fmla="*/ 28253 w 40361"/>
                <a:gd name="connsiteY5" fmla="*/ 1343 h 28204"/>
                <a:gd name="connsiteX6" fmla="*/ 34980 w 40361"/>
                <a:gd name="connsiteY6" fmla="*/ 0 h 28204"/>
                <a:gd name="connsiteX7" fmla="*/ 34980 w 40361"/>
                <a:gd name="connsiteY7" fmla="*/ 4029 h 28204"/>
                <a:gd name="connsiteX8" fmla="*/ 40361 w 40361"/>
                <a:gd name="connsiteY8" fmla="*/ 8058 h 28204"/>
                <a:gd name="connsiteX9" fmla="*/ 40361 w 40361"/>
                <a:gd name="connsiteY9" fmla="*/ 13431 h 28204"/>
                <a:gd name="connsiteX10" fmla="*/ 36325 w 40361"/>
                <a:gd name="connsiteY10" fmla="*/ 20146 h 28204"/>
                <a:gd name="connsiteX11" fmla="*/ 33634 w 40361"/>
                <a:gd name="connsiteY11" fmla="*/ 26862 h 28204"/>
                <a:gd name="connsiteX12" fmla="*/ 26908 w 40361"/>
                <a:gd name="connsiteY12" fmla="*/ 26862 h 28204"/>
                <a:gd name="connsiteX13" fmla="*/ 22871 w 40361"/>
                <a:gd name="connsiteY13" fmla="*/ 24175 h 28204"/>
                <a:gd name="connsiteX14" fmla="*/ 17490 w 40361"/>
                <a:gd name="connsiteY14" fmla="*/ 28205 h 28204"/>
                <a:gd name="connsiteX15" fmla="*/ 13454 w 40361"/>
                <a:gd name="connsiteY15" fmla="*/ 24175 h 28204"/>
                <a:gd name="connsiteX16" fmla="*/ 8072 w 40361"/>
                <a:gd name="connsiteY16" fmla="*/ 22832 h 28204"/>
                <a:gd name="connsiteX17" fmla="*/ 2691 w 40361"/>
                <a:gd name="connsiteY17" fmla="*/ 13431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0361" h="28204">
                  <a:moveTo>
                    <a:pt x="0" y="4029"/>
                  </a:moveTo>
                  <a:lnTo>
                    <a:pt x="6727" y="4029"/>
                  </a:lnTo>
                  <a:lnTo>
                    <a:pt x="12108" y="5372"/>
                  </a:lnTo>
                  <a:lnTo>
                    <a:pt x="17490" y="5372"/>
                  </a:lnTo>
                  <a:lnTo>
                    <a:pt x="21526" y="6715"/>
                  </a:lnTo>
                  <a:lnTo>
                    <a:pt x="28253" y="1343"/>
                  </a:lnTo>
                  <a:lnTo>
                    <a:pt x="34980" y="0"/>
                  </a:lnTo>
                  <a:lnTo>
                    <a:pt x="34980" y="4029"/>
                  </a:lnTo>
                  <a:lnTo>
                    <a:pt x="40361" y="8058"/>
                  </a:lnTo>
                  <a:lnTo>
                    <a:pt x="40361" y="13431"/>
                  </a:lnTo>
                  <a:lnTo>
                    <a:pt x="36325" y="20146"/>
                  </a:lnTo>
                  <a:lnTo>
                    <a:pt x="33634" y="26862"/>
                  </a:lnTo>
                  <a:lnTo>
                    <a:pt x="26908" y="26862"/>
                  </a:lnTo>
                  <a:lnTo>
                    <a:pt x="22871" y="24175"/>
                  </a:lnTo>
                  <a:lnTo>
                    <a:pt x="17490" y="28205"/>
                  </a:lnTo>
                  <a:lnTo>
                    <a:pt x="13454" y="24175"/>
                  </a:lnTo>
                  <a:lnTo>
                    <a:pt x="8072" y="22832"/>
                  </a:lnTo>
                  <a:lnTo>
                    <a:pt x="2691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2" name="Freeform 1351">
              <a:extLst>
                <a:ext uri="{FF2B5EF4-FFF2-40B4-BE49-F238E27FC236}">
                  <a16:creationId xmlns:a16="http://schemas.microsoft.com/office/drawing/2014/main" id="{11BF7FCF-DD7F-B978-ADF7-6D118ABA3128}"/>
                </a:ext>
              </a:extLst>
            </p:cNvPr>
            <p:cNvSpPr/>
            <p:nvPr/>
          </p:nvSpPr>
          <p:spPr>
            <a:xfrm>
              <a:off x="3913703" y="2434459"/>
              <a:ext cx="12108" cy="9401"/>
            </a:xfrm>
            <a:custGeom>
              <a:avLst/>
              <a:gdLst>
                <a:gd name="connsiteX0" fmla="*/ 0 w 12108"/>
                <a:gd name="connsiteY0" fmla="*/ 8058 h 9401"/>
                <a:gd name="connsiteX1" fmla="*/ 8072 w 12108"/>
                <a:gd name="connsiteY1" fmla="*/ 1343 h 9401"/>
                <a:gd name="connsiteX2" fmla="*/ 12108 w 12108"/>
                <a:gd name="connsiteY2" fmla="*/ 0 h 9401"/>
                <a:gd name="connsiteX3" fmla="*/ 12108 w 12108"/>
                <a:gd name="connsiteY3" fmla="*/ 4029 h 9401"/>
                <a:gd name="connsiteX4" fmla="*/ 5382 w 12108"/>
                <a:gd name="connsiteY4" fmla="*/ 9401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8" h="9401">
                  <a:moveTo>
                    <a:pt x="0" y="8058"/>
                  </a:moveTo>
                  <a:lnTo>
                    <a:pt x="8072" y="1343"/>
                  </a:lnTo>
                  <a:lnTo>
                    <a:pt x="12108" y="0"/>
                  </a:lnTo>
                  <a:lnTo>
                    <a:pt x="12108" y="4029"/>
                  </a:lnTo>
                  <a:lnTo>
                    <a:pt x="5382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3" name="Freeform 1352">
              <a:extLst>
                <a:ext uri="{FF2B5EF4-FFF2-40B4-BE49-F238E27FC236}">
                  <a16:creationId xmlns:a16="http://schemas.microsoft.com/office/drawing/2014/main" id="{2C9DA9A4-9C09-D346-E0EA-7997751B404C}"/>
                </a:ext>
              </a:extLst>
            </p:cNvPr>
            <p:cNvSpPr/>
            <p:nvPr/>
          </p:nvSpPr>
          <p:spPr>
            <a:xfrm>
              <a:off x="3859888" y="2478780"/>
              <a:ext cx="8072" cy="4029"/>
            </a:xfrm>
            <a:custGeom>
              <a:avLst/>
              <a:gdLst>
                <a:gd name="connsiteX0" fmla="*/ 0 w 8072"/>
                <a:gd name="connsiteY0" fmla="*/ 1343 h 4029"/>
                <a:gd name="connsiteX1" fmla="*/ 4036 w 8072"/>
                <a:gd name="connsiteY1" fmla="*/ 0 h 4029"/>
                <a:gd name="connsiteX2" fmla="*/ 8072 w 8072"/>
                <a:gd name="connsiteY2" fmla="*/ 1343 h 4029"/>
                <a:gd name="connsiteX3" fmla="*/ 4036 w 8072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4029">
                  <a:moveTo>
                    <a:pt x="0" y="1343"/>
                  </a:moveTo>
                  <a:lnTo>
                    <a:pt x="4036" y="0"/>
                  </a:lnTo>
                  <a:lnTo>
                    <a:pt x="8072" y="1343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4" name="Freeform 1353">
              <a:extLst>
                <a:ext uri="{FF2B5EF4-FFF2-40B4-BE49-F238E27FC236}">
                  <a16:creationId xmlns:a16="http://schemas.microsoft.com/office/drawing/2014/main" id="{232703F0-D7A7-89A9-66D1-80F021A45D61}"/>
                </a:ext>
              </a:extLst>
            </p:cNvPr>
            <p:cNvSpPr/>
            <p:nvPr/>
          </p:nvSpPr>
          <p:spPr>
            <a:xfrm>
              <a:off x="3858542" y="2523102"/>
              <a:ext cx="6726" cy="8058"/>
            </a:xfrm>
            <a:custGeom>
              <a:avLst/>
              <a:gdLst>
                <a:gd name="connsiteX0" fmla="*/ 1345 w 6726"/>
                <a:gd name="connsiteY0" fmla="*/ 1343 h 8058"/>
                <a:gd name="connsiteX1" fmla="*/ 4036 w 6726"/>
                <a:gd name="connsiteY1" fmla="*/ 0 h 8058"/>
                <a:gd name="connsiteX2" fmla="*/ 6727 w 6726"/>
                <a:gd name="connsiteY2" fmla="*/ 1343 h 8058"/>
                <a:gd name="connsiteX3" fmla="*/ 6727 w 6726"/>
                <a:gd name="connsiteY3" fmla="*/ 4029 h 8058"/>
                <a:gd name="connsiteX4" fmla="*/ 2691 w 6726"/>
                <a:gd name="connsiteY4" fmla="*/ 8058 h 8058"/>
                <a:gd name="connsiteX5" fmla="*/ 0 w 6726"/>
                <a:gd name="connsiteY5" fmla="*/ 5372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8058">
                  <a:moveTo>
                    <a:pt x="1345" y="1343"/>
                  </a:moveTo>
                  <a:lnTo>
                    <a:pt x="4036" y="0"/>
                  </a:lnTo>
                  <a:lnTo>
                    <a:pt x="6727" y="1343"/>
                  </a:lnTo>
                  <a:lnTo>
                    <a:pt x="6727" y="4029"/>
                  </a:lnTo>
                  <a:lnTo>
                    <a:pt x="2691" y="8058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5" name="Freeform 1354">
              <a:extLst>
                <a:ext uri="{FF2B5EF4-FFF2-40B4-BE49-F238E27FC236}">
                  <a16:creationId xmlns:a16="http://schemas.microsoft.com/office/drawing/2014/main" id="{16FB5524-34CF-AC8D-7E99-7A101671E249}"/>
                </a:ext>
              </a:extLst>
            </p:cNvPr>
            <p:cNvSpPr/>
            <p:nvPr/>
          </p:nvSpPr>
          <p:spPr>
            <a:xfrm>
              <a:off x="3838362" y="2533847"/>
              <a:ext cx="29598" cy="21489"/>
            </a:xfrm>
            <a:custGeom>
              <a:avLst/>
              <a:gdLst>
                <a:gd name="connsiteX0" fmla="*/ 0 w 29598"/>
                <a:gd name="connsiteY0" fmla="*/ 14774 h 21489"/>
                <a:gd name="connsiteX1" fmla="*/ 0 w 29598"/>
                <a:gd name="connsiteY1" fmla="*/ 13431 h 21489"/>
                <a:gd name="connsiteX2" fmla="*/ 1345 w 29598"/>
                <a:gd name="connsiteY2" fmla="*/ 10745 h 21489"/>
                <a:gd name="connsiteX3" fmla="*/ 5381 w 29598"/>
                <a:gd name="connsiteY3" fmla="*/ 12088 h 21489"/>
                <a:gd name="connsiteX4" fmla="*/ 6727 w 29598"/>
                <a:gd name="connsiteY4" fmla="*/ 9401 h 21489"/>
                <a:gd name="connsiteX5" fmla="*/ 10763 w 29598"/>
                <a:gd name="connsiteY5" fmla="*/ 12088 h 21489"/>
                <a:gd name="connsiteX6" fmla="*/ 13454 w 29598"/>
                <a:gd name="connsiteY6" fmla="*/ 6715 h 21489"/>
                <a:gd name="connsiteX7" fmla="*/ 10763 w 29598"/>
                <a:gd name="connsiteY7" fmla="*/ 4029 h 21489"/>
                <a:gd name="connsiteX8" fmla="*/ 13454 w 29598"/>
                <a:gd name="connsiteY8" fmla="*/ 1343 h 21489"/>
                <a:gd name="connsiteX9" fmla="*/ 18835 w 29598"/>
                <a:gd name="connsiteY9" fmla="*/ 0 h 21489"/>
                <a:gd name="connsiteX10" fmla="*/ 21526 w 29598"/>
                <a:gd name="connsiteY10" fmla="*/ 1343 h 21489"/>
                <a:gd name="connsiteX11" fmla="*/ 20181 w 29598"/>
                <a:gd name="connsiteY11" fmla="*/ 5372 h 21489"/>
                <a:gd name="connsiteX12" fmla="*/ 22871 w 29598"/>
                <a:gd name="connsiteY12" fmla="*/ 5372 h 21489"/>
                <a:gd name="connsiteX13" fmla="*/ 24217 w 29598"/>
                <a:gd name="connsiteY13" fmla="*/ 4029 h 21489"/>
                <a:gd name="connsiteX14" fmla="*/ 26908 w 29598"/>
                <a:gd name="connsiteY14" fmla="*/ 2686 h 21489"/>
                <a:gd name="connsiteX15" fmla="*/ 28253 w 29598"/>
                <a:gd name="connsiteY15" fmla="*/ 6715 h 21489"/>
                <a:gd name="connsiteX16" fmla="*/ 26908 w 29598"/>
                <a:gd name="connsiteY16" fmla="*/ 9401 h 21489"/>
                <a:gd name="connsiteX17" fmla="*/ 24217 w 29598"/>
                <a:gd name="connsiteY17" fmla="*/ 12088 h 21489"/>
                <a:gd name="connsiteX18" fmla="*/ 26908 w 29598"/>
                <a:gd name="connsiteY18" fmla="*/ 13431 h 21489"/>
                <a:gd name="connsiteX19" fmla="*/ 29598 w 29598"/>
                <a:gd name="connsiteY19" fmla="*/ 17460 h 21489"/>
                <a:gd name="connsiteX20" fmla="*/ 25562 w 29598"/>
                <a:gd name="connsiteY20" fmla="*/ 17460 h 21489"/>
                <a:gd name="connsiteX21" fmla="*/ 22871 w 29598"/>
                <a:gd name="connsiteY21" fmla="*/ 16117 h 21489"/>
                <a:gd name="connsiteX22" fmla="*/ 18835 w 29598"/>
                <a:gd name="connsiteY22" fmla="*/ 20146 h 21489"/>
                <a:gd name="connsiteX23" fmla="*/ 16144 w 29598"/>
                <a:gd name="connsiteY23" fmla="*/ 20146 h 21489"/>
                <a:gd name="connsiteX24" fmla="*/ 14799 w 29598"/>
                <a:gd name="connsiteY24" fmla="*/ 16117 h 21489"/>
                <a:gd name="connsiteX25" fmla="*/ 9418 w 29598"/>
                <a:gd name="connsiteY25" fmla="*/ 20146 h 21489"/>
                <a:gd name="connsiteX26" fmla="*/ 6727 w 29598"/>
                <a:gd name="connsiteY26" fmla="*/ 21489 h 21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598" h="21489">
                  <a:moveTo>
                    <a:pt x="0" y="14774"/>
                  </a:moveTo>
                  <a:lnTo>
                    <a:pt x="0" y="13431"/>
                  </a:lnTo>
                  <a:lnTo>
                    <a:pt x="1345" y="10745"/>
                  </a:lnTo>
                  <a:lnTo>
                    <a:pt x="5381" y="12088"/>
                  </a:lnTo>
                  <a:lnTo>
                    <a:pt x="6727" y="9401"/>
                  </a:lnTo>
                  <a:lnTo>
                    <a:pt x="10763" y="12088"/>
                  </a:lnTo>
                  <a:lnTo>
                    <a:pt x="13454" y="6715"/>
                  </a:lnTo>
                  <a:lnTo>
                    <a:pt x="10763" y="4029"/>
                  </a:lnTo>
                  <a:lnTo>
                    <a:pt x="13454" y="1343"/>
                  </a:lnTo>
                  <a:lnTo>
                    <a:pt x="18835" y="0"/>
                  </a:lnTo>
                  <a:lnTo>
                    <a:pt x="21526" y="1343"/>
                  </a:lnTo>
                  <a:lnTo>
                    <a:pt x="20181" y="5372"/>
                  </a:lnTo>
                  <a:lnTo>
                    <a:pt x="22871" y="5372"/>
                  </a:lnTo>
                  <a:lnTo>
                    <a:pt x="24217" y="4029"/>
                  </a:lnTo>
                  <a:lnTo>
                    <a:pt x="26908" y="2686"/>
                  </a:lnTo>
                  <a:lnTo>
                    <a:pt x="28253" y="6715"/>
                  </a:lnTo>
                  <a:lnTo>
                    <a:pt x="26908" y="9401"/>
                  </a:lnTo>
                  <a:lnTo>
                    <a:pt x="24217" y="12088"/>
                  </a:lnTo>
                  <a:lnTo>
                    <a:pt x="26908" y="13431"/>
                  </a:lnTo>
                  <a:lnTo>
                    <a:pt x="29598" y="17460"/>
                  </a:lnTo>
                  <a:lnTo>
                    <a:pt x="25562" y="17460"/>
                  </a:lnTo>
                  <a:lnTo>
                    <a:pt x="22871" y="16117"/>
                  </a:lnTo>
                  <a:lnTo>
                    <a:pt x="18835" y="20146"/>
                  </a:lnTo>
                  <a:lnTo>
                    <a:pt x="16144" y="20146"/>
                  </a:lnTo>
                  <a:lnTo>
                    <a:pt x="14799" y="16117"/>
                  </a:lnTo>
                  <a:lnTo>
                    <a:pt x="9418" y="20146"/>
                  </a:lnTo>
                  <a:lnTo>
                    <a:pt x="6727" y="2148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6" name="Freeform 1355">
              <a:extLst>
                <a:ext uri="{FF2B5EF4-FFF2-40B4-BE49-F238E27FC236}">
                  <a16:creationId xmlns:a16="http://schemas.microsoft.com/office/drawing/2014/main" id="{E191519C-8CA0-7470-C4E5-0A117BEC30A1}"/>
                </a:ext>
              </a:extLst>
            </p:cNvPr>
            <p:cNvSpPr/>
            <p:nvPr/>
          </p:nvSpPr>
          <p:spPr>
            <a:xfrm>
              <a:off x="3776474" y="2555336"/>
              <a:ext cx="76686" cy="61781"/>
            </a:xfrm>
            <a:custGeom>
              <a:avLst/>
              <a:gdLst>
                <a:gd name="connsiteX0" fmla="*/ 8072 w 76686"/>
                <a:gd name="connsiteY0" fmla="*/ 48351 h 61781"/>
                <a:gd name="connsiteX1" fmla="*/ 8072 w 76686"/>
                <a:gd name="connsiteY1" fmla="*/ 51037 h 61781"/>
                <a:gd name="connsiteX2" fmla="*/ 4036 w 76686"/>
                <a:gd name="connsiteY2" fmla="*/ 51037 h 61781"/>
                <a:gd name="connsiteX3" fmla="*/ 1345 w 76686"/>
                <a:gd name="connsiteY3" fmla="*/ 49694 h 61781"/>
                <a:gd name="connsiteX4" fmla="*/ 0 w 76686"/>
                <a:gd name="connsiteY4" fmla="*/ 44322 h 61781"/>
                <a:gd name="connsiteX5" fmla="*/ 2691 w 76686"/>
                <a:gd name="connsiteY5" fmla="*/ 41635 h 61781"/>
                <a:gd name="connsiteX6" fmla="*/ 4036 w 76686"/>
                <a:gd name="connsiteY6" fmla="*/ 36263 h 61781"/>
                <a:gd name="connsiteX7" fmla="*/ 4036 w 76686"/>
                <a:gd name="connsiteY7" fmla="*/ 29548 h 61781"/>
                <a:gd name="connsiteX8" fmla="*/ 1345 w 76686"/>
                <a:gd name="connsiteY8" fmla="*/ 26862 h 61781"/>
                <a:gd name="connsiteX9" fmla="*/ 2691 w 76686"/>
                <a:gd name="connsiteY9" fmla="*/ 24175 h 61781"/>
                <a:gd name="connsiteX10" fmla="*/ 9418 w 76686"/>
                <a:gd name="connsiteY10" fmla="*/ 18803 h 61781"/>
                <a:gd name="connsiteX11" fmla="*/ 21526 w 76686"/>
                <a:gd name="connsiteY11" fmla="*/ 13431 h 61781"/>
                <a:gd name="connsiteX12" fmla="*/ 28253 w 76686"/>
                <a:gd name="connsiteY12" fmla="*/ 12088 h 61781"/>
                <a:gd name="connsiteX13" fmla="*/ 29598 w 76686"/>
                <a:gd name="connsiteY13" fmla="*/ 13431 h 61781"/>
                <a:gd name="connsiteX14" fmla="*/ 29598 w 76686"/>
                <a:gd name="connsiteY14" fmla="*/ 24175 h 61781"/>
                <a:gd name="connsiteX15" fmla="*/ 32289 w 76686"/>
                <a:gd name="connsiteY15" fmla="*/ 24175 h 61781"/>
                <a:gd name="connsiteX16" fmla="*/ 36325 w 76686"/>
                <a:gd name="connsiteY16" fmla="*/ 18803 h 61781"/>
                <a:gd name="connsiteX17" fmla="*/ 34980 w 76686"/>
                <a:gd name="connsiteY17" fmla="*/ 14774 h 61781"/>
                <a:gd name="connsiteX18" fmla="*/ 36325 w 76686"/>
                <a:gd name="connsiteY18" fmla="*/ 13431 h 61781"/>
                <a:gd name="connsiteX19" fmla="*/ 39016 w 76686"/>
                <a:gd name="connsiteY19" fmla="*/ 16117 h 61781"/>
                <a:gd name="connsiteX20" fmla="*/ 40361 w 76686"/>
                <a:gd name="connsiteY20" fmla="*/ 12088 h 61781"/>
                <a:gd name="connsiteX21" fmla="*/ 36325 w 76686"/>
                <a:gd name="connsiteY21" fmla="*/ 8058 h 61781"/>
                <a:gd name="connsiteX22" fmla="*/ 34980 w 76686"/>
                <a:gd name="connsiteY22" fmla="*/ 6715 h 61781"/>
                <a:gd name="connsiteX23" fmla="*/ 40361 w 76686"/>
                <a:gd name="connsiteY23" fmla="*/ 1343 h 61781"/>
                <a:gd name="connsiteX24" fmla="*/ 43052 w 76686"/>
                <a:gd name="connsiteY24" fmla="*/ 0 h 61781"/>
                <a:gd name="connsiteX25" fmla="*/ 47088 w 76686"/>
                <a:gd name="connsiteY25" fmla="*/ 2686 h 61781"/>
                <a:gd name="connsiteX26" fmla="*/ 47088 w 76686"/>
                <a:gd name="connsiteY26" fmla="*/ 8058 h 61781"/>
                <a:gd name="connsiteX27" fmla="*/ 44397 w 76686"/>
                <a:gd name="connsiteY27" fmla="*/ 10745 h 61781"/>
                <a:gd name="connsiteX28" fmla="*/ 44397 w 76686"/>
                <a:gd name="connsiteY28" fmla="*/ 14774 h 61781"/>
                <a:gd name="connsiteX29" fmla="*/ 48434 w 76686"/>
                <a:gd name="connsiteY29" fmla="*/ 13431 h 61781"/>
                <a:gd name="connsiteX30" fmla="*/ 49779 w 76686"/>
                <a:gd name="connsiteY30" fmla="*/ 9401 h 61781"/>
                <a:gd name="connsiteX31" fmla="*/ 52470 w 76686"/>
                <a:gd name="connsiteY31" fmla="*/ 8058 h 61781"/>
                <a:gd name="connsiteX32" fmla="*/ 55161 w 76686"/>
                <a:gd name="connsiteY32" fmla="*/ 9401 h 61781"/>
                <a:gd name="connsiteX33" fmla="*/ 55161 w 76686"/>
                <a:gd name="connsiteY33" fmla="*/ 5372 h 61781"/>
                <a:gd name="connsiteX34" fmla="*/ 53815 w 76686"/>
                <a:gd name="connsiteY34" fmla="*/ 1343 h 61781"/>
                <a:gd name="connsiteX35" fmla="*/ 56506 w 76686"/>
                <a:gd name="connsiteY35" fmla="*/ 0 h 61781"/>
                <a:gd name="connsiteX36" fmla="*/ 61887 w 76686"/>
                <a:gd name="connsiteY36" fmla="*/ 2686 h 61781"/>
                <a:gd name="connsiteX37" fmla="*/ 61887 w 76686"/>
                <a:gd name="connsiteY37" fmla="*/ 6715 h 61781"/>
                <a:gd name="connsiteX38" fmla="*/ 59197 w 76686"/>
                <a:gd name="connsiteY38" fmla="*/ 9401 h 61781"/>
                <a:gd name="connsiteX39" fmla="*/ 59197 w 76686"/>
                <a:gd name="connsiteY39" fmla="*/ 10745 h 61781"/>
                <a:gd name="connsiteX40" fmla="*/ 61887 w 76686"/>
                <a:gd name="connsiteY40" fmla="*/ 12088 h 61781"/>
                <a:gd name="connsiteX41" fmla="*/ 67269 w 76686"/>
                <a:gd name="connsiteY41" fmla="*/ 6715 h 61781"/>
                <a:gd name="connsiteX42" fmla="*/ 71305 w 76686"/>
                <a:gd name="connsiteY42" fmla="*/ 5372 h 61781"/>
                <a:gd name="connsiteX43" fmla="*/ 75341 w 76686"/>
                <a:gd name="connsiteY43" fmla="*/ 6715 h 61781"/>
                <a:gd name="connsiteX44" fmla="*/ 76687 w 76686"/>
                <a:gd name="connsiteY44" fmla="*/ 12088 h 61781"/>
                <a:gd name="connsiteX45" fmla="*/ 72650 w 76686"/>
                <a:gd name="connsiteY45" fmla="*/ 13431 h 61781"/>
                <a:gd name="connsiteX46" fmla="*/ 67269 w 76686"/>
                <a:gd name="connsiteY46" fmla="*/ 13431 h 61781"/>
                <a:gd name="connsiteX47" fmla="*/ 67269 w 76686"/>
                <a:gd name="connsiteY47" fmla="*/ 16117 h 61781"/>
                <a:gd name="connsiteX48" fmla="*/ 69960 w 76686"/>
                <a:gd name="connsiteY48" fmla="*/ 17460 h 61781"/>
                <a:gd name="connsiteX49" fmla="*/ 71305 w 76686"/>
                <a:gd name="connsiteY49" fmla="*/ 21489 h 61781"/>
                <a:gd name="connsiteX50" fmla="*/ 67269 w 76686"/>
                <a:gd name="connsiteY50" fmla="*/ 26862 h 61781"/>
                <a:gd name="connsiteX51" fmla="*/ 64578 w 76686"/>
                <a:gd name="connsiteY51" fmla="*/ 25518 h 61781"/>
                <a:gd name="connsiteX52" fmla="*/ 63233 w 76686"/>
                <a:gd name="connsiteY52" fmla="*/ 22832 h 61781"/>
                <a:gd name="connsiteX53" fmla="*/ 59197 w 76686"/>
                <a:gd name="connsiteY53" fmla="*/ 24175 h 61781"/>
                <a:gd name="connsiteX54" fmla="*/ 56506 w 76686"/>
                <a:gd name="connsiteY54" fmla="*/ 22832 h 61781"/>
                <a:gd name="connsiteX55" fmla="*/ 52470 w 76686"/>
                <a:gd name="connsiteY55" fmla="*/ 22832 h 61781"/>
                <a:gd name="connsiteX56" fmla="*/ 49779 w 76686"/>
                <a:gd name="connsiteY56" fmla="*/ 25518 h 61781"/>
                <a:gd name="connsiteX57" fmla="*/ 55161 w 76686"/>
                <a:gd name="connsiteY57" fmla="*/ 26862 h 61781"/>
                <a:gd name="connsiteX58" fmla="*/ 57851 w 76686"/>
                <a:gd name="connsiteY58" fmla="*/ 32234 h 61781"/>
                <a:gd name="connsiteX59" fmla="*/ 53815 w 76686"/>
                <a:gd name="connsiteY59" fmla="*/ 36263 h 61781"/>
                <a:gd name="connsiteX60" fmla="*/ 49779 w 76686"/>
                <a:gd name="connsiteY60" fmla="*/ 36263 h 61781"/>
                <a:gd name="connsiteX61" fmla="*/ 47088 w 76686"/>
                <a:gd name="connsiteY61" fmla="*/ 30891 h 61781"/>
                <a:gd name="connsiteX62" fmla="*/ 40361 w 76686"/>
                <a:gd name="connsiteY62" fmla="*/ 30891 h 61781"/>
                <a:gd name="connsiteX63" fmla="*/ 36325 w 76686"/>
                <a:gd name="connsiteY63" fmla="*/ 32234 h 61781"/>
                <a:gd name="connsiteX64" fmla="*/ 41707 w 76686"/>
                <a:gd name="connsiteY64" fmla="*/ 34920 h 61781"/>
                <a:gd name="connsiteX65" fmla="*/ 43052 w 76686"/>
                <a:gd name="connsiteY65" fmla="*/ 37606 h 61781"/>
                <a:gd name="connsiteX66" fmla="*/ 40361 w 76686"/>
                <a:gd name="connsiteY66" fmla="*/ 40292 h 61781"/>
                <a:gd name="connsiteX67" fmla="*/ 36325 w 76686"/>
                <a:gd name="connsiteY67" fmla="*/ 38949 h 61781"/>
                <a:gd name="connsiteX68" fmla="*/ 32289 w 76686"/>
                <a:gd name="connsiteY68" fmla="*/ 40292 h 61781"/>
                <a:gd name="connsiteX69" fmla="*/ 29598 w 76686"/>
                <a:gd name="connsiteY69" fmla="*/ 40292 h 61781"/>
                <a:gd name="connsiteX70" fmla="*/ 26908 w 76686"/>
                <a:gd name="connsiteY70" fmla="*/ 45665 h 61781"/>
                <a:gd name="connsiteX71" fmla="*/ 24217 w 76686"/>
                <a:gd name="connsiteY71" fmla="*/ 45665 h 61781"/>
                <a:gd name="connsiteX72" fmla="*/ 21526 w 76686"/>
                <a:gd name="connsiteY72" fmla="*/ 48351 h 61781"/>
                <a:gd name="connsiteX73" fmla="*/ 22871 w 76686"/>
                <a:gd name="connsiteY73" fmla="*/ 51037 h 61781"/>
                <a:gd name="connsiteX74" fmla="*/ 17490 w 76686"/>
                <a:gd name="connsiteY74" fmla="*/ 53723 h 61781"/>
                <a:gd name="connsiteX75" fmla="*/ 16145 w 76686"/>
                <a:gd name="connsiteY75" fmla="*/ 57752 h 61781"/>
                <a:gd name="connsiteX76" fmla="*/ 13454 w 76686"/>
                <a:gd name="connsiteY76" fmla="*/ 59095 h 61781"/>
                <a:gd name="connsiteX77" fmla="*/ 10763 w 76686"/>
                <a:gd name="connsiteY77" fmla="*/ 61782 h 61781"/>
                <a:gd name="connsiteX78" fmla="*/ 6727 w 76686"/>
                <a:gd name="connsiteY78" fmla="*/ 61782 h 61781"/>
                <a:gd name="connsiteX79" fmla="*/ 6727 w 76686"/>
                <a:gd name="connsiteY79" fmla="*/ 59095 h 61781"/>
                <a:gd name="connsiteX80" fmla="*/ 16145 w 76686"/>
                <a:gd name="connsiteY80" fmla="*/ 52380 h 61781"/>
                <a:gd name="connsiteX81" fmla="*/ 16145 w 76686"/>
                <a:gd name="connsiteY81" fmla="*/ 48351 h 61781"/>
                <a:gd name="connsiteX82" fmla="*/ 18835 w 76686"/>
                <a:gd name="connsiteY82" fmla="*/ 44322 h 61781"/>
                <a:gd name="connsiteX83" fmla="*/ 17490 w 76686"/>
                <a:gd name="connsiteY83" fmla="*/ 44322 h 61781"/>
                <a:gd name="connsiteX84" fmla="*/ 13454 w 76686"/>
                <a:gd name="connsiteY84" fmla="*/ 47008 h 61781"/>
                <a:gd name="connsiteX85" fmla="*/ 10763 w 76686"/>
                <a:gd name="connsiteY85" fmla="*/ 45665 h 61781"/>
                <a:gd name="connsiteX86" fmla="*/ 12108 w 76686"/>
                <a:gd name="connsiteY86" fmla="*/ 42978 h 61781"/>
                <a:gd name="connsiteX87" fmla="*/ 6727 w 76686"/>
                <a:gd name="connsiteY87" fmla="*/ 42978 h 61781"/>
                <a:gd name="connsiteX88" fmla="*/ 4036 w 76686"/>
                <a:gd name="connsiteY88" fmla="*/ 45665 h 61781"/>
                <a:gd name="connsiteX89" fmla="*/ 6727 w 76686"/>
                <a:gd name="connsiteY89" fmla="*/ 45665 h 6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6686" h="61781">
                  <a:moveTo>
                    <a:pt x="8072" y="48351"/>
                  </a:moveTo>
                  <a:lnTo>
                    <a:pt x="8072" y="51037"/>
                  </a:lnTo>
                  <a:lnTo>
                    <a:pt x="4036" y="51037"/>
                  </a:lnTo>
                  <a:lnTo>
                    <a:pt x="1345" y="49694"/>
                  </a:lnTo>
                  <a:lnTo>
                    <a:pt x="0" y="44322"/>
                  </a:lnTo>
                  <a:lnTo>
                    <a:pt x="2691" y="41635"/>
                  </a:lnTo>
                  <a:lnTo>
                    <a:pt x="4036" y="36263"/>
                  </a:lnTo>
                  <a:lnTo>
                    <a:pt x="4036" y="29548"/>
                  </a:lnTo>
                  <a:lnTo>
                    <a:pt x="1345" y="26862"/>
                  </a:lnTo>
                  <a:lnTo>
                    <a:pt x="2691" y="24175"/>
                  </a:lnTo>
                  <a:lnTo>
                    <a:pt x="9418" y="18803"/>
                  </a:lnTo>
                  <a:lnTo>
                    <a:pt x="21526" y="13431"/>
                  </a:lnTo>
                  <a:lnTo>
                    <a:pt x="28253" y="12088"/>
                  </a:lnTo>
                  <a:lnTo>
                    <a:pt x="29598" y="13431"/>
                  </a:lnTo>
                  <a:lnTo>
                    <a:pt x="29598" y="24175"/>
                  </a:lnTo>
                  <a:lnTo>
                    <a:pt x="32289" y="24175"/>
                  </a:lnTo>
                  <a:lnTo>
                    <a:pt x="36325" y="18803"/>
                  </a:lnTo>
                  <a:lnTo>
                    <a:pt x="34980" y="14774"/>
                  </a:lnTo>
                  <a:lnTo>
                    <a:pt x="36325" y="13431"/>
                  </a:lnTo>
                  <a:lnTo>
                    <a:pt x="39016" y="16117"/>
                  </a:lnTo>
                  <a:lnTo>
                    <a:pt x="40361" y="12088"/>
                  </a:lnTo>
                  <a:lnTo>
                    <a:pt x="36325" y="8058"/>
                  </a:lnTo>
                  <a:lnTo>
                    <a:pt x="34980" y="6715"/>
                  </a:lnTo>
                  <a:lnTo>
                    <a:pt x="40361" y="1343"/>
                  </a:lnTo>
                  <a:lnTo>
                    <a:pt x="43052" y="0"/>
                  </a:lnTo>
                  <a:lnTo>
                    <a:pt x="47088" y="2686"/>
                  </a:lnTo>
                  <a:lnTo>
                    <a:pt x="47088" y="8058"/>
                  </a:lnTo>
                  <a:lnTo>
                    <a:pt x="44397" y="10745"/>
                  </a:lnTo>
                  <a:lnTo>
                    <a:pt x="44397" y="14774"/>
                  </a:lnTo>
                  <a:lnTo>
                    <a:pt x="48434" y="13431"/>
                  </a:lnTo>
                  <a:lnTo>
                    <a:pt x="49779" y="9401"/>
                  </a:lnTo>
                  <a:lnTo>
                    <a:pt x="52470" y="8058"/>
                  </a:lnTo>
                  <a:lnTo>
                    <a:pt x="55161" y="9401"/>
                  </a:lnTo>
                  <a:lnTo>
                    <a:pt x="55161" y="5372"/>
                  </a:lnTo>
                  <a:lnTo>
                    <a:pt x="53815" y="1343"/>
                  </a:lnTo>
                  <a:lnTo>
                    <a:pt x="56506" y="0"/>
                  </a:lnTo>
                  <a:lnTo>
                    <a:pt x="61887" y="2686"/>
                  </a:lnTo>
                  <a:lnTo>
                    <a:pt x="61887" y="6715"/>
                  </a:lnTo>
                  <a:lnTo>
                    <a:pt x="59197" y="9401"/>
                  </a:lnTo>
                  <a:lnTo>
                    <a:pt x="59197" y="10745"/>
                  </a:lnTo>
                  <a:lnTo>
                    <a:pt x="61887" y="12088"/>
                  </a:lnTo>
                  <a:lnTo>
                    <a:pt x="67269" y="6715"/>
                  </a:lnTo>
                  <a:lnTo>
                    <a:pt x="71305" y="5372"/>
                  </a:lnTo>
                  <a:lnTo>
                    <a:pt x="75341" y="6715"/>
                  </a:lnTo>
                  <a:lnTo>
                    <a:pt x="76687" y="12088"/>
                  </a:lnTo>
                  <a:lnTo>
                    <a:pt x="72650" y="13431"/>
                  </a:lnTo>
                  <a:lnTo>
                    <a:pt x="67269" y="13431"/>
                  </a:lnTo>
                  <a:lnTo>
                    <a:pt x="67269" y="16117"/>
                  </a:lnTo>
                  <a:lnTo>
                    <a:pt x="69960" y="17460"/>
                  </a:lnTo>
                  <a:lnTo>
                    <a:pt x="71305" y="21489"/>
                  </a:lnTo>
                  <a:lnTo>
                    <a:pt x="67269" y="26862"/>
                  </a:lnTo>
                  <a:lnTo>
                    <a:pt x="64578" y="25518"/>
                  </a:lnTo>
                  <a:lnTo>
                    <a:pt x="63233" y="22832"/>
                  </a:lnTo>
                  <a:lnTo>
                    <a:pt x="59197" y="24175"/>
                  </a:lnTo>
                  <a:lnTo>
                    <a:pt x="56506" y="22832"/>
                  </a:lnTo>
                  <a:lnTo>
                    <a:pt x="52470" y="22832"/>
                  </a:lnTo>
                  <a:lnTo>
                    <a:pt x="49779" y="25518"/>
                  </a:lnTo>
                  <a:lnTo>
                    <a:pt x="55161" y="26862"/>
                  </a:lnTo>
                  <a:lnTo>
                    <a:pt x="57851" y="32234"/>
                  </a:lnTo>
                  <a:lnTo>
                    <a:pt x="53815" y="36263"/>
                  </a:lnTo>
                  <a:lnTo>
                    <a:pt x="49779" y="36263"/>
                  </a:lnTo>
                  <a:lnTo>
                    <a:pt x="47088" y="30891"/>
                  </a:lnTo>
                  <a:lnTo>
                    <a:pt x="40361" y="30891"/>
                  </a:lnTo>
                  <a:lnTo>
                    <a:pt x="36325" y="32234"/>
                  </a:lnTo>
                  <a:lnTo>
                    <a:pt x="41707" y="34920"/>
                  </a:lnTo>
                  <a:lnTo>
                    <a:pt x="43052" y="37606"/>
                  </a:lnTo>
                  <a:lnTo>
                    <a:pt x="40361" y="40292"/>
                  </a:lnTo>
                  <a:lnTo>
                    <a:pt x="36325" y="38949"/>
                  </a:lnTo>
                  <a:lnTo>
                    <a:pt x="32289" y="40292"/>
                  </a:lnTo>
                  <a:lnTo>
                    <a:pt x="29598" y="40292"/>
                  </a:lnTo>
                  <a:lnTo>
                    <a:pt x="26908" y="45665"/>
                  </a:lnTo>
                  <a:lnTo>
                    <a:pt x="24217" y="45665"/>
                  </a:lnTo>
                  <a:lnTo>
                    <a:pt x="21526" y="48351"/>
                  </a:lnTo>
                  <a:lnTo>
                    <a:pt x="22871" y="51037"/>
                  </a:lnTo>
                  <a:lnTo>
                    <a:pt x="17490" y="53723"/>
                  </a:lnTo>
                  <a:lnTo>
                    <a:pt x="16145" y="57752"/>
                  </a:lnTo>
                  <a:lnTo>
                    <a:pt x="13454" y="59095"/>
                  </a:lnTo>
                  <a:lnTo>
                    <a:pt x="10763" y="61782"/>
                  </a:lnTo>
                  <a:lnTo>
                    <a:pt x="6727" y="61782"/>
                  </a:lnTo>
                  <a:lnTo>
                    <a:pt x="6727" y="59095"/>
                  </a:lnTo>
                  <a:lnTo>
                    <a:pt x="16145" y="52380"/>
                  </a:lnTo>
                  <a:lnTo>
                    <a:pt x="16145" y="48351"/>
                  </a:lnTo>
                  <a:lnTo>
                    <a:pt x="18835" y="44322"/>
                  </a:lnTo>
                  <a:lnTo>
                    <a:pt x="17490" y="44322"/>
                  </a:lnTo>
                  <a:lnTo>
                    <a:pt x="13454" y="47008"/>
                  </a:lnTo>
                  <a:lnTo>
                    <a:pt x="10763" y="45665"/>
                  </a:lnTo>
                  <a:lnTo>
                    <a:pt x="12108" y="42978"/>
                  </a:lnTo>
                  <a:lnTo>
                    <a:pt x="6727" y="42978"/>
                  </a:lnTo>
                  <a:lnTo>
                    <a:pt x="4036" y="45665"/>
                  </a:lnTo>
                  <a:lnTo>
                    <a:pt x="6727" y="4566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7" name="Freeform 1356">
              <a:extLst>
                <a:ext uri="{FF2B5EF4-FFF2-40B4-BE49-F238E27FC236}">
                  <a16:creationId xmlns:a16="http://schemas.microsoft.com/office/drawing/2014/main" id="{E376C855-BE5F-2F27-801E-2EAF978A3BBF}"/>
                </a:ext>
              </a:extLst>
            </p:cNvPr>
            <p:cNvSpPr/>
            <p:nvPr/>
          </p:nvSpPr>
          <p:spPr>
            <a:xfrm>
              <a:off x="3775129" y="2622490"/>
              <a:ext cx="2690" cy="4029"/>
            </a:xfrm>
            <a:custGeom>
              <a:avLst/>
              <a:gdLst>
                <a:gd name="connsiteX0" fmla="*/ 0 w 2690"/>
                <a:gd name="connsiteY0" fmla="*/ 1343 h 4029"/>
                <a:gd name="connsiteX1" fmla="*/ 2691 w 2690"/>
                <a:gd name="connsiteY1" fmla="*/ 0 h 4029"/>
                <a:gd name="connsiteX2" fmla="*/ 1345 w 2690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0" y="1343"/>
                  </a:moveTo>
                  <a:lnTo>
                    <a:pt x="2691" y="0"/>
                  </a:lnTo>
                  <a:lnTo>
                    <a:pt x="1345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8" name="Freeform 1357">
              <a:extLst>
                <a:ext uri="{FF2B5EF4-FFF2-40B4-BE49-F238E27FC236}">
                  <a16:creationId xmlns:a16="http://schemas.microsoft.com/office/drawing/2014/main" id="{A5907B49-1351-E822-D9E8-DD809FB7BA11}"/>
                </a:ext>
              </a:extLst>
            </p:cNvPr>
            <p:cNvSpPr/>
            <p:nvPr/>
          </p:nvSpPr>
          <p:spPr>
            <a:xfrm>
              <a:off x="3760330" y="2618460"/>
              <a:ext cx="13453" cy="10744"/>
            </a:xfrm>
            <a:custGeom>
              <a:avLst/>
              <a:gdLst>
                <a:gd name="connsiteX0" fmla="*/ 0 w 13453"/>
                <a:gd name="connsiteY0" fmla="*/ 10745 h 10744"/>
                <a:gd name="connsiteX1" fmla="*/ 2691 w 13453"/>
                <a:gd name="connsiteY1" fmla="*/ 4029 h 10744"/>
                <a:gd name="connsiteX2" fmla="*/ 13454 w 13453"/>
                <a:gd name="connsiteY2" fmla="*/ 0 h 10744"/>
                <a:gd name="connsiteX3" fmla="*/ 4036 w 13453"/>
                <a:gd name="connsiteY3" fmla="*/ 9402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3" h="10744">
                  <a:moveTo>
                    <a:pt x="0" y="10745"/>
                  </a:moveTo>
                  <a:lnTo>
                    <a:pt x="2691" y="4029"/>
                  </a:lnTo>
                  <a:lnTo>
                    <a:pt x="13454" y="0"/>
                  </a:lnTo>
                  <a:lnTo>
                    <a:pt x="4036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59" name="Freeform 1358">
              <a:extLst>
                <a:ext uri="{FF2B5EF4-FFF2-40B4-BE49-F238E27FC236}">
                  <a16:creationId xmlns:a16="http://schemas.microsoft.com/office/drawing/2014/main" id="{74926312-0670-F822-1D28-02F78E32D81B}"/>
                </a:ext>
              </a:extLst>
            </p:cNvPr>
            <p:cNvSpPr/>
            <p:nvPr/>
          </p:nvSpPr>
          <p:spPr>
            <a:xfrm>
              <a:off x="3722659" y="2653380"/>
              <a:ext cx="5381" cy="5372"/>
            </a:xfrm>
            <a:custGeom>
              <a:avLst/>
              <a:gdLst>
                <a:gd name="connsiteX0" fmla="*/ 1345 w 5381"/>
                <a:gd name="connsiteY0" fmla="*/ 5372 h 5372"/>
                <a:gd name="connsiteX1" fmla="*/ 0 w 5381"/>
                <a:gd name="connsiteY1" fmla="*/ 5372 h 5372"/>
                <a:gd name="connsiteX2" fmla="*/ 0 w 5381"/>
                <a:gd name="connsiteY2" fmla="*/ 1343 h 5372"/>
                <a:gd name="connsiteX3" fmla="*/ 5381 w 5381"/>
                <a:gd name="connsiteY3" fmla="*/ 0 h 5372"/>
                <a:gd name="connsiteX4" fmla="*/ 5381 w 5381"/>
                <a:gd name="connsiteY4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5372">
                  <a:moveTo>
                    <a:pt x="1345" y="5372"/>
                  </a:moveTo>
                  <a:lnTo>
                    <a:pt x="0" y="5372"/>
                  </a:lnTo>
                  <a:lnTo>
                    <a:pt x="0" y="1343"/>
                  </a:lnTo>
                  <a:lnTo>
                    <a:pt x="5381" y="0"/>
                  </a:lnTo>
                  <a:lnTo>
                    <a:pt x="538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0" name="Freeform 1359">
              <a:extLst>
                <a:ext uri="{FF2B5EF4-FFF2-40B4-BE49-F238E27FC236}">
                  <a16:creationId xmlns:a16="http://schemas.microsoft.com/office/drawing/2014/main" id="{297AB56B-5DF8-EACE-1D38-57CCF8FAD85D}"/>
                </a:ext>
              </a:extLst>
            </p:cNvPr>
            <p:cNvSpPr/>
            <p:nvPr/>
          </p:nvSpPr>
          <p:spPr>
            <a:xfrm>
              <a:off x="3705169" y="2611745"/>
              <a:ext cx="8072" cy="4029"/>
            </a:xfrm>
            <a:custGeom>
              <a:avLst/>
              <a:gdLst>
                <a:gd name="connsiteX0" fmla="*/ 0 w 8072"/>
                <a:gd name="connsiteY0" fmla="*/ 0 h 4029"/>
                <a:gd name="connsiteX1" fmla="*/ 5381 w 8072"/>
                <a:gd name="connsiteY1" fmla="*/ 0 h 4029"/>
                <a:gd name="connsiteX2" fmla="*/ 8072 w 8072"/>
                <a:gd name="connsiteY2" fmla="*/ 2686 h 4029"/>
                <a:gd name="connsiteX3" fmla="*/ 4036 w 8072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4029">
                  <a:moveTo>
                    <a:pt x="0" y="0"/>
                  </a:moveTo>
                  <a:lnTo>
                    <a:pt x="5381" y="0"/>
                  </a:lnTo>
                  <a:lnTo>
                    <a:pt x="8072" y="2686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1" name="Freeform 1360">
              <a:extLst>
                <a:ext uri="{FF2B5EF4-FFF2-40B4-BE49-F238E27FC236}">
                  <a16:creationId xmlns:a16="http://schemas.microsoft.com/office/drawing/2014/main" id="{480A61E0-99DE-30F7-9469-D2FA45BA5242}"/>
                </a:ext>
              </a:extLst>
            </p:cNvPr>
            <p:cNvSpPr/>
            <p:nvPr/>
          </p:nvSpPr>
          <p:spPr>
            <a:xfrm>
              <a:off x="3604266" y="2656067"/>
              <a:ext cx="4036" cy="2686"/>
            </a:xfrm>
            <a:custGeom>
              <a:avLst/>
              <a:gdLst>
                <a:gd name="connsiteX0" fmla="*/ 0 w 4036"/>
                <a:gd name="connsiteY0" fmla="*/ 1343 h 2686"/>
                <a:gd name="connsiteX1" fmla="*/ 2691 w 4036"/>
                <a:gd name="connsiteY1" fmla="*/ 0 h 2686"/>
                <a:gd name="connsiteX2" fmla="*/ 4036 w 4036"/>
                <a:gd name="connsiteY2" fmla="*/ 2686 h 2686"/>
                <a:gd name="connsiteX3" fmla="*/ 0 w 4036"/>
                <a:gd name="connsiteY3" fmla="*/ 1343 h 2686"/>
                <a:gd name="connsiteX4" fmla="*/ 0 w 4036"/>
                <a:gd name="connsiteY4" fmla="*/ 1343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2686">
                  <a:moveTo>
                    <a:pt x="0" y="1343"/>
                  </a:moveTo>
                  <a:lnTo>
                    <a:pt x="2691" y="0"/>
                  </a:lnTo>
                  <a:lnTo>
                    <a:pt x="4036" y="2686"/>
                  </a:lnTo>
                  <a:lnTo>
                    <a:pt x="0" y="1343"/>
                  </a:lnTo>
                  <a:lnTo>
                    <a:pt x="0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2" name="Freeform 1361">
              <a:extLst>
                <a:ext uri="{FF2B5EF4-FFF2-40B4-BE49-F238E27FC236}">
                  <a16:creationId xmlns:a16="http://schemas.microsoft.com/office/drawing/2014/main" id="{F10F0375-9214-E10C-AB00-7829D6DC42ED}"/>
                </a:ext>
              </a:extLst>
            </p:cNvPr>
            <p:cNvSpPr/>
            <p:nvPr/>
          </p:nvSpPr>
          <p:spPr>
            <a:xfrm>
              <a:off x="3598885" y="2658753"/>
              <a:ext cx="2690" cy="5372"/>
            </a:xfrm>
            <a:custGeom>
              <a:avLst/>
              <a:gdLst>
                <a:gd name="connsiteX0" fmla="*/ 0 w 2690"/>
                <a:gd name="connsiteY0" fmla="*/ 0 h 5372"/>
                <a:gd name="connsiteX1" fmla="*/ 2691 w 2690"/>
                <a:gd name="connsiteY1" fmla="*/ 2686 h 5372"/>
                <a:gd name="connsiteX2" fmla="*/ 0 w 2690"/>
                <a:gd name="connsiteY2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5372">
                  <a:moveTo>
                    <a:pt x="0" y="0"/>
                  </a:moveTo>
                  <a:lnTo>
                    <a:pt x="2691" y="2686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3" name="Freeform 1362">
              <a:extLst>
                <a:ext uri="{FF2B5EF4-FFF2-40B4-BE49-F238E27FC236}">
                  <a16:creationId xmlns:a16="http://schemas.microsoft.com/office/drawing/2014/main" id="{F8FF6CFD-78E3-A745-C386-B4AE518D21C6}"/>
                </a:ext>
              </a:extLst>
            </p:cNvPr>
            <p:cNvSpPr/>
            <p:nvPr/>
          </p:nvSpPr>
          <p:spPr>
            <a:xfrm>
              <a:off x="3619065" y="2678899"/>
              <a:ext cx="2690" cy="5372"/>
            </a:xfrm>
            <a:custGeom>
              <a:avLst/>
              <a:gdLst>
                <a:gd name="connsiteX0" fmla="*/ 2691 w 2690"/>
                <a:gd name="connsiteY0" fmla="*/ 0 h 5372"/>
                <a:gd name="connsiteX1" fmla="*/ 2691 w 2690"/>
                <a:gd name="connsiteY1" fmla="*/ 2686 h 5372"/>
                <a:gd name="connsiteX2" fmla="*/ 0 w 2690"/>
                <a:gd name="connsiteY2" fmla="*/ 5372 h 5372"/>
                <a:gd name="connsiteX3" fmla="*/ 0 w 2690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5372">
                  <a:moveTo>
                    <a:pt x="2691" y="0"/>
                  </a:moveTo>
                  <a:lnTo>
                    <a:pt x="2691" y="2686"/>
                  </a:lnTo>
                  <a:lnTo>
                    <a:pt x="0" y="5372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4" name="Freeform 1363">
              <a:extLst>
                <a:ext uri="{FF2B5EF4-FFF2-40B4-BE49-F238E27FC236}">
                  <a16:creationId xmlns:a16="http://schemas.microsoft.com/office/drawing/2014/main" id="{10D0F306-91A2-A558-4E43-AB6383CF2D18}"/>
                </a:ext>
              </a:extLst>
            </p:cNvPr>
            <p:cNvSpPr/>
            <p:nvPr/>
          </p:nvSpPr>
          <p:spPr>
            <a:xfrm>
              <a:off x="3616374" y="2670840"/>
              <a:ext cx="2690" cy="5748"/>
            </a:xfrm>
            <a:custGeom>
              <a:avLst/>
              <a:gdLst>
                <a:gd name="connsiteX0" fmla="*/ 0 w 2690"/>
                <a:gd name="connsiteY0" fmla="*/ 5372 h 5748"/>
                <a:gd name="connsiteX1" fmla="*/ 2691 w 2690"/>
                <a:gd name="connsiteY1" fmla="*/ 0 h 5748"/>
                <a:gd name="connsiteX2" fmla="*/ 2691 w 2690"/>
                <a:gd name="connsiteY2" fmla="*/ 4029 h 5748"/>
                <a:gd name="connsiteX3" fmla="*/ 0 w 2690"/>
                <a:gd name="connsiteY3" fmla="*/ 5372 h 5748"/>
                <a:gd name="connsiteX4" fmla="*/ 0 w 2690"/>
                <a:gd name="connsiteY4" fmla="*/ 5372 h 5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" h="5748">
                  <a:moveTo>
                    <a:pt x="0" y="5372"/>
                  </a:moveTo>
                  <a:lnTo>
                    <a:pt x="2691" y="0"/>
                  </a:lnTo>
                  <a:lnTo>
                    <a:pt x="2691" y="4029"/>
                  </a:lnTo>
                  <a:cubicBezTo>
                    <a:pt x="2691" y="4029"/>
                    <a:pt x="0" y="6715"/>
                    <a:pt x="0" y="5372"/>
                  </a:cubicBezTo>
                  <a:lnTo>
                    <a:pt x="0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5" name="Freeform 1364">
              <a:extLst>
                <a:ext uri="{FF2B5EF4-FFF2-40B4-BE49-F238E27FC236}">
                  <a16:creationId xmlns:a16="http://schemas.microsoft.com/office/drawing/2014/main" id="{6477D6C7-5878-464C-59C2-8BFE07BE199C}"/>
                </a:ext>
              </a:extLst>
            </p:cNvPr>
            <p:cNvSpPr/>
            <p:nvPr/>
          </p:nvSpPr>
          <p:spPr>
            <a:xfrm>
              <a:off x="3596194" y="2669497"/>
              <a:ext cx="14799" cy="13430"/>
            </a:xfrm>
            <a:custGeom>
              <a:avLst/>
              <a:gdLst>
                <a:gd name="connsiteX0" fmla="*/ 0 w 14799"/>
                <a:gd name="connsiteY0" fmla="*/ 13431 h 13430"/>
                <a:gd name="connsiteX1" fmla="*/ 2691 w 14799"/>
                <a:gd name="connsiteY1" fmla="*/ 6715 h 13430"/>
                <a:gd name="connsiteX2" fmla="*/ 8072 w 14799"/>
                <a:gd name="connsiteY2" fmla="*/ 2686 h 13430"/>
                <a:gd name="connsiteX3" fmla="*/ 8072 w 14799"/>
                <a:gd name="connsiteY3" fmla="*/ 0 h 13430"/>
                <a:gd name="connsiteX4" fmla="*/ 14799 w 14799"/>
                <a:gd name="connsiteY4" fmla="*/ 0 h 13430"/>
                <a:gd name="connsiteX5" fmla="*/ 12108 w 14799"/>
                <a:gd name="connsiteY5" fmla="*/ 2686 h 13430"/>
                <a:gd name="connsiteX6" fmla="*/ 9418 w 14799"/>
                <a:gd name="connsiteY6" fmla="*/ 6715 h 13430"/>
                <a:gd name="connsiteX7" fmla="*/ 2691 w 14799"/>
                <a:gd name="connsiteY7" fmla="*/ 940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9" h="13430">
                  <a:moveTo>
                    <a:pt x="0" y="13431"/>
                  </a:moveTo>
                  <a:lnTo>
                    <a:pt x="2691" y="6715"/>
                  </a:lnTo>
                  <a:lnTo>
                    <a:pt x="8072" y="2686"/>
                  </a:lnTo>
                  <a:lnTo>
                    <a:pt x="8072" y="0"/>
                  </a:lnTo>
                  <a:lnTo>
                    <a:pt x="14799" y="0"/>
                  </a:lnTo>
                  <a:lnTo>
                    <a:pt x="12108" y="2686"/>
                  </a:lnTo>
                  <a:lnTo>
                    <a:pt x="9418" y="6715"/>
                  </a:lnTo>
                  <a:lnTo>
                    <a:pt x="2691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6" name="Freeform 1365">
              <a:extLst>
                <a:ext uri="{FF2B5EF4-FFF2-40B4-BE49-F238E27FC236}">
                  <a16:creationId xmlns:a16="http://schemas.microsoft.com/office/drawing/2014/main" id="{302B0227-C1AF-E64F-F626-26EBBDF5A1E6}"/>
                </a:ext>
              </a:extLst>
            </p:cNvPr>
            <p:cNvSpPr/>
            <p:nvPr/>
          </p:nvSpPr>
          <p:spPr>
            <a:xfrm>
              <a:off x="3586776" y="2657410"/>
              <a:ext cx="8072" cy="9401"/>
            </a:xfrm>
            <a:custGeom>
              <a:avLst/>
              <a:gdLst>
                <a:gd name="connsiteX0" fmla="*/ 2691 w 8072"/>
                <a:gd name="connsiteY0" fmla="*/ 9402 h 9401"/>
                <a:gd name="connsiteX1" fmla="*/ 0 w 8072"/>
                <a:gd name="connsiteY1" fmla="*/ 6715 h 9401"/>
                <a:gd name="connsiteX2" fmla="*/ 1345 w 8072"/>
                <a:gd name="connsiteY2" fmla="*/ 1343 h 9401"/>
                <a:gd name="connsiteX3" fmla="*/ 5382 w 8072"/>
                <a:gd name="connsiteY3" fmla="*/ 0 h 9401"/>
                <a:gd name="connsiteX4" fmla="*/ 8072 w 8072"/>
                <a:gd name="connsiteY4" fmla="*/ 2686 h 9401"/>
                <a:gd name="connsiteX5" fmla="*/ 5382 w 8072"/>
                <a:gd name="connsiteY5" fmla="*/ 6715 h 9401"/>
                <a:gd name="connsiteX6" fmla="*/ 5382 w 8072"/>
                <a:gd name="connsiteY6" fmla="*/ 940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72" h="9401">
                  <a:moveTo>
                    <a:pt x="2691" y="9402"/>
                  </a:moveTo>
                  <a:lnTo>
                    <a:pt x="0" y="6715"/>
                  </a:lnTo>
                  <a:lnTo>
                    <a:pt x="1345" y="1343"/>
                  </a:lnTo>
                  <a:lnTo>
                    <a:pt x="5382" y="0"/>
                  </a:lnTo>
                  <a:lnTo>
                    <a:pt x="8072" y="2686"/>
                  </a:lnTo>
                  <a:lnTo>
                    <a:pt x="5382" y="6715"/>
                  </a:lnTo>
                  <a:lnTo>
                    <a:pt x="5382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7" name="Freeform 1366">
              <a:extLst>
                <a:ext uri="{FF2B5EF4-FFF2-40B4-BE49-F238E27FC236}">
                  <a16:creationId xmlns:a16="http://schemas.microsoft.com/office/drawing/2014/main" id="{CC04C1F5-E1E8-7991-4D62-1F3B1AEAAF3D}"/>
                </a:ext>
              </a:extLst>
            </p:cNvPr>
            <p:cNvSpPr/>
            <p:nvPr/>
          </p:nvSpPr>
          <p:spPr>
            <a:xfrm>
              <a:off x="3562559" y="2664125"/>
              <a:ext cx="6726" cy="5372"/>
            </a:xfrm>
            <a:custGeom>
              <a:avLst/>
              <a:gdLst>
                <a:gd name="connsiteX0" fmla="*/ 0 w 6726"/>
                <a:gd name="connsiteY0" fmla="*/ 0 h 5372"/>
                <a:gd name="connsiteX1" fmla="*/ 4036 w 6726"/>
                <a:gd name="connsiteY1" fmla="*/ 0 h 5372"/>
                <a:gd name="connsiteX2" fmla="*/ 6727 w 6726"/>
                <a:gd name="connsiteY2" fmla="*/ 2686 h 5372"/>
                <a:gd name="connsiteX3" fmla="*/ 2691 w 6726"/>
                <a:gd name="connsiteY3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5372">
                  <a:moveTo>
                    <a:pt x="0" y="0"/>
                  </a:moveTo>
                  <a:lnTo>
                    <a:pt x="4036" y="0"/>
                  </a:lnTo>
                  <a:lnTo>
                    <a:pt x="6727" y="2686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8" name="Freeform 1367">
              <a:extLst>
                <a:ext uri="{FF2B5EF4-FFF2-40B4-BE49-F238E27FC236}">
                  <a16:creationId xmlns:a16="http://schemas.microsoft.com/office/drawing/2014/main" id="{3AADD109-865D-9028-659B-0FCE4142F879}"/>
                </a:ext>
              </a:extLst>
            </p:cNvPr>
            <p:cNvSpPr/>
            <p:nvPr/>
          </p:nvSpPr>
          <p:spPr>
            <a:xfrm>
              <a:off x="3543724" y="2669497"/>
              <a:ext cx="6726" cy="8058"/>
            </a:xfrm>
            <a:custGeom>
              <a:avLst/>
              <a:gdLst>
                <a:gd name="connsiteX0" fmla="*/ 2691 w 6726"/>
                <a:gd name="connsiteY0" fmla="*/ 8058 h 8058"/>
                <a:gd name="connsiteX1" fmla="*/ 0 w 6726"/>
                <a:gd name="connsiteY1" fmla="*/ 4029 h 8058"/>
                <a:gd name="connsiteX2" fmla="*/ 5381 w 6726"/>
                <a:gd name="connsiteY2" fmla="*/ 0 h 8058"/>
                <a:gd name="connsiteX3" fmla="*/ 6727 w 6726"/>
                <a:gd name="connsiteY3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8058">
                  <a:moveTo>
                    <a:pt x="2691" y="8058"/>
                  </a:moveTo>
                  <a:lnTo>
                    <a:pt x="0" y="4029"/>
                  </a:lnTo>
                  <a:lnTo>
                    <a:pt x="5381" y="0"/>
                  </a:lnTo>
                  <a:lnTo>
                    <a:pt x="6727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69" name="Freeform 1368">
              <a:extLst>
                <a:ext uri="{FF2B5EF4-FFF2-40B4-BE49-F238E27FC236}">
                  <a16:creationId xmlns:a16="http://schemas.microsoft.com/office/drawing/2014/main" id="{C29BD820-E91B-C47C-B0A5-6C77C10EE736}"/>
                </a:ext>
              </a:extLst>
            </p:cNvPr>
            <p:cNvSpPr/>
            <p:nvPr/>
          </p:nvSpPr>
          <p:spPr>
            <a:xfrm>
              <a:off x="3524889" y="2689644"/>
              <a:ext cx="8072" cy="6715"/>
            </a:xfrm>
            <a:custGeom>
              <a:avLst/>
              <a:gdLst>
                <a:gd name="connsiteX0" fmla="*/ 2691 w 8072"/>
                <a:gd name="connsiteY0" fmla="*/ 0 h 6715"/>
                <a:gd name="connsiteX1" fmla="*/ 8072 w 8072"/>
                <a:gd name="connsiteY1" fmla="*/ 4029 h 6715"/>
                <a:gd name="connsiteX2" fmla="*/ 4036 w 8072"/>
                <a:gd name="connsiteY2" fmla="*/ 6715 h 6715"/>
                <a:gd name="connsiteX3" fmla="*/ 0 w 8072"/>
                <a:gd name="connsiteY3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6715">
                  <a:moveTo>
                    <a:pt x="2691" y="0"/>
                  </a:moveTo>
                  <a:lnTo>
                    <a:pt x="8072" y="4029"/>
                  </a:lnTo>
                  <a:lnTo>
                    <a:pt x="4036" y="6715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0" name="Freeform 1369">
              <a:extLst>
                <a:ext uri="{FF2B5EF4-FFF2-40B4-BE49-F238E27FC236}">
                  <a16:creationId xmlns:a16="http://schemas.microsoft.com/office/drawing/2014/main" id="{71BA8B95-98EF-1960-3EAF-CC7714035BA1}"/>
                </a:ext>
              </a:extLst>
            </p:cNvPr>
            <p:cNvSpPr/>
            <p:nvPr/>
          </p:nvSpPr>
          <p:spPr>
            <a:xfrm>
              <a:off x="3066115" y="2778287"/>
              <a:ext cx="5381" cy="5372"/>
            </a:xfrm>
            <a:custGeom>
              <a:avLst/>
              <a:gdLst>
                <a:gd name="connsiteX0" fmla="*/ 2691 w 5381"/>
                <a:gd name="connsiteY0" fmla="*/ 0 h 5372"/>
                <a:gd name="connsiteX1" fmla="*/ 0 w 5381"/>
                <a:gd name="connsiteY1" fmla="*/ 5372 h 5372"/>
                <a:gd name="connsiteX2" fmla="*/ 5382 w 5381"/>
                <a:gd name="connsiteY2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5372">
                  <a:moveTo>
                    <a:pt x="2691" y="0"/>
                  </a:moveTo>
                  <a:lnTo>
                    <a:pt x="0" y="5372"/>
                  </a:lnTo>
                  <a:lnTo>
                    <a:pt x="5382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1" name="Freeform 1370">
              <a:extLst>
                <a:ext uri="{FF2B5EF4-FFF2-40B4-BE49-F238E27FC236}">
                  <a16:creationId xmlns:a16="http://schemas.microsoft.com/office/drawing/2014/main" id="{FCDFE758-2FB1-59AC-0617-BBE4678CED5C}"/>
                </a:ext>
              </a:extLst>
            </p:cNvPr>
            <p:cNvSpPr/>
            <p:nvPr/>
          </p:nvSpPr>
          <p:spPr>
            <a:xfrm>
              <a:off x="3070152" y="2767542"/>
              <a:ext cx="8072" cy="5372"/>
            </a:xfrm>
            <a:custGeom>
              <a:avLst/>
              <a:gdLst>
                <a:gd name="connsiteX0" fmla="*/ 2691 w 8072"/>
                <a:gd name="connsiteY0" fmla="*/ 0 h 5372"/>
                <a:gd name="connsiteX1" fmla="*/ 0 w 8072"/>
                <a:gd name="connsiteY1" fmla="*/ 2686 h 5372"/>
                <a:gd name="connsiteX2" fmla="*/ 2691 w 8072"/>
                <a:gd name="connsiteY2" fmla="*/ 5372 h 5372"/>
                <a:gd name="connsiteX3" fmla="*/ 8072 w 8072"/>
                <a:gd name="connsiteY3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5372">
                  <a:moveTo>
                    <a:pt x="2691" y="0"/>
                  </a:moveTo>
                  <a:lnTo>
                    <a:pt x="0" y="2686"/>
                  </a:lnTo>
                  <a:lnTo>
                    <a:pt x="2691" y="5372"/>
                  </a:lnTo>
                  <a:lnTo>
                    <a:pt x="8072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2" name="Freeform 1371">
              <a:extLst>
                <a:ext uri="{FF2B5EF4-FFF2-40B4-BE49-F238E27FC236}">
                  <a16:creationId xmlns:a16="http://schemas.microsoft.com/office/drawing/2014/main" id="{878FC2EC-1B28-262A-5B3F-F8E72A5ECEAA}"/>
                </a:ext>
              </a:extLst>
            </p:cNvPr>
            <p:cNvSpPr/>
            <p:nvPr/>
          </p:nvSpPr>
          <p:spPr>
            <a:xfrm>
              <a:off x="3079569" y="2752768"/>
              <a:ext cx="4036" cy="5372"/>
            </a:xfrm>
            <a:custGeom>
              <a:avLst/>
              <a:gdLst>
                <a:gd name="connsiteX0" fmla="*/ 0 w 4036"/>
                <a:gd name="connsiteY0" fmla="*/ 2686 h 5372"/>
                <a:gd name="connsiteX1" fmla="*/ 2691 w 4036"/>
                <a:gd name="connsiteY1" fmla="*/ 5372 h 5372"/>
                <a:gd name="connsiteX2" fmla="*/ 4036 w 4036"/>
                <a:gd name="connsiteY2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5372">
                  <a:moveTo>
                    <a:pt x="0" y="2686"/>
                  </a:moveTo>
                  <a:lnTo>
                    <a:pt x="2691" y="5372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3" name="Freeform 1372">
              <a:extLst>
                <a:ext uri="{FF2B5EF4-FFF2-40B4-BE49-F238E27FC236}">
                  <a16:creationId xmlns:a16="http://schemas.microsoft.com/office/drawing/2014/main" id="{22D3F519-AEFE-A993-63B4-50BDCEB576B2}"/>
                </a:ext>
              </a:extLst>
            </p:cNvPr>
            <p:cNvSpPr/>
            <p:nvPr/>
          </p:nvSpPr>
          <p:spPr>
            <a:xfrm>
              <a:off x="3098404" y="2752768"/>
              <a:ext cx="13453" cy="13430"/>
            </a:xfrm>
            <a:custGeom>
              <a:avLst/>
              <a:gdLst>
                <a:gd name="connsiteX0" fmla="*/ 13454 w 13453"/>
                <a:gd name="connsiteY0" fmla="*/ 6715 h 13430"/>
                <a:gd name="connsiteX1" fmla="*/ 8072 w 13453"/>
                <a:gd name="connsiteY1" fmla="*/ 0 h 13430"/>
                <a:gd name="connsiteX2" fmla="*/ 4036 w 13453"/>
                <a:gd name="connsiteY2" fmla="*/ 0 h 13430"/>
                <a:gd name="connsiteX3" fmla="*/ 0 w 13453"/>
                <a:gd name="connsiteY3" fmla="*/ 2686 h 13430"/>
                <a:gd name="connsiteX4" fmla="*/ 1345 w 13453"/>
                <a:gd name="connsiteY4" fmla="*/ 5372 h 13430"/>
                <a:gd name="connsiteX5" fmla="*/ 6727 w 13453"/>
                <a:gd name="connsiteY5" fmla="*/ 8059 h 13430"/>
                <a:gd name="connsiteX6" fmla="*/ 2691 w 13453"/>
                <a:gd name="connsiteY6" fmla="*/ 9402 h 13430"/>
                <a:gd name="connsiteX7" fmla="*/ 4036 w 13453"/>
                <a:gd name="connsiteY7" fmla="*/ 13431 h 13430"/>
                <a:gd name="connsiteX8" fmla="*/ 8072 w 13453"/>
                <a:gd name="connsiteY8" fmla="*/ 12088 h 13430"/>
                <a:gd name="connsiteX9" fmla="*/ 10763 w 13453"/>
                <a:gd name="connsiteY9" fmla="*/ 8059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53" h="13430">
                  <a:moveTo>
                    <a:pt x="13454" y="6715"/>
                  </a:moveTo>
                  <a:lnTo>
                    <a:pt x="8072" y="0"/>
                  </a:lnTo>
                  <a:lnTo>
                    <a:pt x="4036" y="0"/>
                  </a:lnTo>
                  <a:lnTo>
                    <a:pt x="0" y="2686"/>
                  </a:lnTo>
                  <a:lnTo>
                    <a:pt x="1345" y="5372"/>
                  </a:lnTo>
                  <a:lnTo>
                    <a:pt x="6727" y="8059"/>
                  </a:lnTo>
                  <a:lnTo>
                    <a:pt x="2691" y="9402"/>
                  </a:lnTo>
                  <a:lnTo>
                    <a:pt x="4036" y="13431"/>
                  </a:lnTo>
                  <a:lnTo>
                    <a:pt x="8072" y="12088"/>
                  </a:lnTo>
                  <a:lnTo>
                    <a:pt x="10763" y="805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4" name="Freeform 1373">
              <a:extLst>
                <a:ext uri="{FF2B5EF4-FFF2-40B4-BE49-F238E27FC236}">
                  <a16:creationId xmlns:a16="http://schemas.microsoft.com/office/drawing/2014/main" id="{401C42F3-3E1B-2B25-3FCB-A5A875E4DFE2}"/>
                </a:ext>
              </a:extLst>
            </p:cNvPr>
            <p:cNvSpPr/>
            <p:nvPr/>
          </p:nvSpPr>
          <p:spPr>
            <a:xfrm>
              <a:off x="3115894" y="2756797"/>
              <a:ext cx="12108" cy="14773"/>
            </a:xfrm>
            <a:custGeom>
              <a:avLst/>
              <a:gdLst>
                <a:gd name="connsiteX0" fmla="*/ 0 w 12108"/>
                <a:gd name="connsiteY0" fmla="*/ 12088 h 14773"/>
                <a:gd name="connsiteX1" fmla="*/ 2691 w 12108"/>
                <a:gd name="connsiteY1" fmla="*/ 14774 h 14773"/>
                <a:gd name="connsiteX2" fmla="*/ 8072 w 12108"/>
                <a:gd name="connsiteY2" fmla="*/ 10745 h 14773"/>
                <a:gd name="connsiteX3" fmla="*/ 9418 w 12108"/>
                <a:gd name="connsiteY3" fmla="*/ 5372 h 14773"/>
                <a:gd name="connsiteX4" fmla="*/ 12108 w 12108"/>
                <a:gd name="connsiteY4" fmla="*/ 1343 h 14773"/>
                <a:gd name="connsiteX5" fmla="*/ 10763 w 12108"/>
                <a:gd name="connsiteY5" fmla="*/ 0 h 14773"/>
                <a:gd name="connsiteX6" fmla="*/ 5382 w 12108"/>
                <a:gd name="connsiteY6" fmla="*/ 5372 h 14773"/>
                <a:gd name="connsiteX7" fmla="*/ 4036 w 12108"/>
                <a:gd name="connsiteY7" fmla="*/ 9401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8" h="14773">
                  <a:moveTo>
                    <a:pt x="0" y="12088"/>
                  </a:moveTo>
                  <a:lnTo>
                    <a:pt x="2691" y="14774"/>
                  </a:lnTo>
                  <a:lnTo>
                    <a:pt x="8072" y="10745"/>
                  </a:lnTo>
                  <a:lnTo>
                    <a:pt x="9418" y="5372"/>
                  </a:lnTo>
                  <a:lnTo>
                    <a:pt x="12108" y="1343"/>
                  </a:lnTo>
                  <a:lnTo>
                    <a:pt x="10763" y="0"/>
                  </a:lnTo>
                  <a:lnTo>
                    <a:pt x="5382" y="5372"/>
                  </a:lnTo>
                  <a:lnTo>
                    <a:pt x="4036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5" name="Freeform 1374">
              <a:extLst>
                <a:ext uri="{FF2B5EF4-FFF2-40B4-BE49-F238E27FC236}">
                  <a16:creationId xmlns:a16="http://schemas.microsoft.com/office/drawing/2014/main" id="{7D14051D-B764-71F8-ABC8-C3506D9146D8}"/>
                </a:ext>
              </a:extLst>
            </p:cNvPr>
            <p:cNvSpPr/>
            <p:nvPr/>
          </p:nvSpPr>
          <p:spPr>
            <a:xfrm>
              <a:off x="3130694" y="2758140"/>
              <a:ext cx="12108" cy="13430"/>
            </a:xfrm>
            <a:custGeom>
              <a:avLst/>
              <a:gdLst>
                <a:gd name="connsiteX0" fmla="*/ 12108 w 12108"/>
                <a:gd name="connsiteY0" fmla="*/ 8058 h 13430"/>
                <a:gd name="connsiteX1" fmla="*/ 9418 w 12108"/>
                <a:gd name="connsiteY1" fmla="*/ 1343 h 13430"/>
                <a:gd name="connsiteX2" fmla="*/ 6727 w 12108"/>
                <a:gd name="connsiteY2" fmla="*/ 0 h 13430"/>
                <a:gd name="connsiteX3" fmla="*/ 5382 w 12108"/>
                <a:gd name="connsiteY3" fmla="*/ 5372 h 13430"/>
                <a:gd name="connsiteX4" fmla="*/ 2691 w 12108"/>
                <a:gd name="connsiteY4" fmla="*/ 6715 h 13430"/>
                <a:gd name="connsiteX5" fmla="*/ 0 w 12108"/>
                <a:gd name="connsiteY5" fmla="*/ 13431 h 13430"/>
                <a:gd name="connsiteX6" fmla="*/ 5382 w 12108"/>
                <a:gd name="connsiteY6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08" h="13430">
                  <a:moveTo>
                    <a:pt x="12108" y="8058"/>
                  </a:moveTo>
                  <a:lnTo>
                    <a:pt x="9418" y="1343"/>
                  </a:lnTo>
                  <a:lnTo>
                    <a:pt x="6727" y="0"/>
                  </a:lnTo>
                  <a:lnTo>
                    <a:pt x="5382" y="5372"/>
                  </a:lnTo>
                  <a:lnTo>
                    <a:pt x="2691" y="6715"/>
                  </a:lnTo>
                  <a:lnTo>
                    <a:pt x="0" y="13431"/>
                  </a:lnTo>
                  <a:lnTo>
                    <a:pt x="5382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6" name="Freeform 1375">
              <a:extLst>
                <a:ext uri="{FF2B5EF4-FFF2-40B4-BE49-F238E27FC236}">
                  <a16:creationId xmlns:a16="http://schemas.microsoft.com/office/drawing/2014/main" id="{1DAA39AA-8A0E-8AC2-F1FE-9607836520A5}"/>
                </a:ext>
              </a:extLst>
            </p:cNvPr>
            <p:cNvSpPr/>
            <p:nvPr/>
          </p:nvSpPr>
          <p:spPr>
            <a:xfrm>
              <a:off x="3180472" y="2750082"/>
              <a:ext cx="28252" cy="16116"/>
            </a:xfrm>
            <a:custGeom>
              <a:avLst/>
              <a:gdLst>
                <a:gd name="connsiteX0" fmla="*/ 24217 w 28252"/>
                <a:gd name="connsiteY0" fmla="*/ 13431 h 16116"/>
                <a:gd name="connsiteX1" fmla="*/ 24217 w 28252"/>
                <a:gd name="connsiteY1" fmla="*/ 9401 h 16116"/>
                <a:gd name="connsiteX2" fmla="*/ 28253 w 28252"/>
                <a:gd name="connsiteY2" fmla="*/ 6715 h 16116"/>
                <a:gd name="connsiteX3" fmla="*/ 26908 w 28252"/>
                <a:gd name="connsiteY3" fmla="*/ 1343 h 16116"/>
                <a:gd name="connsiteX4" fmla="*/ 22871 w 28252"/>
                <a:gd name="connsiteY4" fmla="*/ 0 h 16116"/>
                <a:gd name="connsiteX5" fmla="*/ 17490 w 28252"/>
                <a:gd name="connsiteY5" fmla="*/ 2686 h 16116"/>
                <a:gd name="connsiteX6" fmla="*/ 17490 w 28252"/>
                <a:gd name="connsiteY6" fmla="*/ 6715 h 16116"/>
                <a:gd name="connsiteX7" fmla="*/ 14799 w 28252"/>
                <a:gd name="connsiteY7" fmla="*/ 8058 h 16116"/>
                <a:gd name="connsiteX8" fmla="*/ 13454 w 28252"/>
                <a:gd name="connsiteY8" fmla="*/ 8058 h 16116"/>
                <a:gd name="connsiteX9" fmla="*/ 9418 w 28252"/>
                <a:gd name="connsiteY9" fmla="*/ 12088 h 16116"/>
                <a:gd name="connsiteX10" fmla="*/ 5382 w 28252"/>
                <a:gd name="connsiteY10" fmla="*/ 10745 h 16116"/>
                <a:gd name="connsiteX11" fmla="*/ 1345 w 28252"/>
                <a:gd name="connsiteY11" fmla="*/ 10745 h 16116"/>
                <a:gd name="connsiteX12" fmla="*/ 0 w 28252"/>
                <a:gd name="connsiteY12" fmla="*/ 12088 h 16116"/>
                <a:gd name="connsiteX13" fmla="*/ 4036 w 28252"/>
                <a:gd name="connsiteY13" fmla="*/ 16117 h 16116"/>
                <a:gd name="connsiteX14" fmla="*/ 6727 w 28252"/>
                <a:gd name="connsiteY14" fmla="*/ 14774 h 16116"/>
                <a:gd name="connsiteX15" fmla="*/ 12108 w 28252"/>
                <a:gd name="connsiteY15" fmla="*/ 14774 h 16116"/>
                <a:gd name="connsiteX16" fmla="*/ 17490 w 28252"/>
                <a:gd name="connsiteY16" fmla="*/ 12088 h 1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252" h="16116">
                  <a:moveTo>
                    <a:pt x="24217" y="13431"/>
                  </a:moveTo>
                  <a:lnTo>
                    <a:pt x="24217" y="9401"/>
                  </a:lnTo>
                  <a:lnTo>
                    <a:pt x="28253" y="6715"/>
                  </a:lnTo>
                  <a:lnTo>
                    <a:pt x="26908" y="1343"/>
                  </a:lnTo>
                  <a:lnTo>
                    <a:pt x="22871" y="0"/>
                  </a:lnTo>
                  <a:lnTo>
                    <a:pt x="17490" y="2686"/>
                  </a:lnTo>
                  <a:lnTo>
                    <a:pt x="17490" y="6715"/>
                  </a:lnTo>
                  <a:lnTo>
                    <a:pt x="14799" y="8058"/>
                  </a:lnTo>
                  <a:lnTo>
                    <a:pt x="13454" y="8058"/>
                  </a:lnTo>
                  <a:lnTo>
                    <a:pt x="9418" y="12088"/>
                  </a:lnTo>
                  <a:lnTo>
                    <a:pt x="5382" y="10745"/>
                  </a:lnTo>
                  <a:lnTo>
                    <a:pt x="1345" y="10745"/>
                  </a:lnTo>
                  <a:lnTo>
                    <a:pt x="0" y="12088"/>
                  </a:lnTo>
                  <a:lnTo>
                    <a:pt x="4036" y="16117"/>
                  </a:lnTo>
                  <a:lnTo>
                    <a:pt x="6727" y="14774"/>
                  </a:lnTo>
                  <a:lnTo>
                    <a:pt x="12108" y="14774"/>
                  </a:lnTo>
                  <a:lnTo>
                    <a:pt x="17490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7" name="Freeform 1376">
              <a:extLst>
                <a:ext uri="{FF2B5EF4-FFF2-40B4-BE49-F238E27FC236}">
                  <a16:creationId xmlns:a16="http://schemas.microsoft.com/office/drawing/2014/main" id="{ECC45C76-4450-CEA7-7FF7-98446B63662F}"/>
                </a:ext>
              </a:extLst>
            </p:cNvPr>
            <p:cNvSpPr/>
            <p:nvPr/>
          </p:nvSpPr>
          <p:spPr>
            <a:xfrm>
              <a:off x="3207380" y="2764856"/>
              <a:ext cx="25562" cy="5372"/>
            </a:xfrm>
            <a:custGeom>
              <a:avLst/>
              <a:gdLst>
                <a:gd name="connsiteX0" fmla="*/ 5382 w 25562"/>
                <a:gd name="connsiteY0" fmla="*/ 0 h 5372"/>
                <a:gd name="connsiteX1" fmla="*/ 17490 w 25562"/>
                <a:gd name="connsiteY1" fmla="*/ 2686 h 5372"/>
                <a:gd name="connsiteX2" fmla="*/ 21526 w 25562"/>
                <a:gd name="connsiteY2" fmla="*/ 1343 h 5372"/>
                <a:gd name="connsiteX3" fmla="*/ 25562 w 25562"/>
                <a:gd name="connsiteY3" fmla="*/ 4029 h 5372"/>
                <a:gd name="connsiteX4" fmla="*/ 18835 w 25562"/>
                <a:gd name="connsiteY4" fmla="*/ 5372 h 5372"/>
                <a:gd name="connsiteX5" fmla="*/ 6727 w 25562"/>
                <a:gd name="connsiteY5" fmla="*/ 2686 h 5372"/>
                <a:gd name="connsiteX6" fmla="*/ 2691 w 25562"/>
                <a:gd name="connsiteY6" fmla="*/ 4029 h 5372"/>
                <a:gd name="connsiteX7" fmla="*/ 0 w 25562"/>
                <a:gd name="connsiteY7" fmla="*/ 1343 h 5372"/>
                <a:gd name="connsiteX8" fmla="*/ 5382 w 25562"/>
                <a:gd name="connsiteY8" fmla="*/ 0 h 5372"/>
                <a:gd name="connsiteX9" fmla="*/ 5382 w 25562"/>
                <a:gd name="connsiteY9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562" h="5372">
                  <a:moveTo>
                    <a:pt x="5382" y="0"/>
                  </a:moveTo>
                  <a:lnTo>
                    <a:pt x="17490" y="2686"/>
                  </a:lnTo>
                  <a:lnTo>
                    <a:pt x="21526" y="1343"/>
                  </a:lnTo>
                  <a:lnTo>
                    <a:pt x="25562" y="4029"/>
                  </a:lnTo>
                  <a:lnTo>
                    <a:pt x="18835" y="5372"/>
                  </a:lnTo>
                  <a:lnTo>
                    <a:pt x="6727" y="2686"/>
                  </a:lnTo>
                  <a:lnTo>
                    <a:pt x="2691" y="4029"/>
                  </a:lnTo>
                  <a:lnTo>
                    <a:pt x="0" y="1343"/>
                  </a:lnTo>
                  <a:cubicBezTo>
                    <a:pt x="1345" y="1343"/>
                    <a:pt x="5382" y="1343"/>
                    <a:pt x="5382" y="0"/>
                  </a:cubicBezTo>
                  <a:lnTo>
                    <a:pt x="5382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8" name="Freeform 1377">
              <a:extLst>
                <a:ext uri="{FF2B5EF4-FFF2-40B4-BE49-F238E27FC236}">
                  <a16:creationId xmlns:a16="http://schemas.microsoft.com/office/drawing/2014/main" id="{5FCD8308-87B3-1B1E-A79A-7D947C78D8E8}"/>
                </a:ext>
              </a:extLst>
            </p:cNvPr>
            <p:cNvSpPr/>
            <p:nvPr/>
          </p:nvSpPr>
          <p:spPr>
            <a:xfrm>
              <a:off x="3243705" y="2755454"/>
              <a:ext cx="12108" cy="6715"/>
            </a:xfrm>
            <a:custGeom>
              <a:avLst/>
              <a:gdLst>
                <a:gd name="connsiteX0" fmla="*/ 12108 w 12108"/>
                <a:gd name="connsiteY0" fmla="*/ 4029 h 6715"/>
                <a:gd name="connsiteX1" fmla="*/ 8072 w 12108"/>
                <a:gd name="connsiteY1" fmla="*/ 0 h 6715"/>
                <a:gd name="connsiteX2" fmla="*/ 1345 w 12108"/>
                <a:gd name="connsiteY2" fmla="*/ 1343 h 6715"/>
                <a:gd name="connsiteX3" fmla="*/ 0 w 12108"/>
                <a:gd name="connsiteY3" fmla="*/ 6715 h 6715"/>
                <a:gd name="connsiteX4" fmla="*/ 6727 w 12108"/>
                <a:gd name="connsiteY4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8" h="6715">
                  <a:moveTo>
                    <a:pt x="12108" y="4029"/>
                  </a:moveTo>
                  <a:lnTo>
                    <a:pt x="8072" y="0"/>
                  </a:lnTo>
                  <a:lnTo>
                    <a:pt x="1345" y="1343"/>
                  </a:lnTo>
                  <a:lnTo>
                    <a:pt x="0" y="6715"/>
                  </a:lnTo>
                  <a:lnTo>
                    <a:pt x="6727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79" name="Freeform 1378">
              <a:extLst>
                <a:ext uri="{FF2B5EF4-FFF2-40B4-BE49-F238E27FC236}">
                  <a16:creationId xmlns:a16="http://schemas.microsoft.com/office/drawing/2014/main" id="{20F783A6-4185-B6B3-E5D7-054AD899EFA9}"/>
                </a:ext>
              </a:extLst>
            </p:cNvPr>
            <p:cNvSpPr/>
            <p:nvPr/>
          </p:nvSpPr>
          <p:spPr>
            <a:xfrm>
              <a:off x="3280030" y="2750082"/>
              <a:ext cx="5381" cy="6715"/>
            </a:xfrm>
            <a:custGeom>
              <a:avLst/>
              <a:gdLst>
                <a:gd name="connsiteX0" fmla="*/ 5382 w 5381"/>
                <a:gd name="connsiteY0" fmla="*/ 6715 h 6715"/>
                <a:gd name="connsiteX1" fmla="*/ 2691 w 5381"/>
                <a:gd name="connsiteY1" fmla="*/ 0 h 6715"/>
                <a:gd name="connsiteX2" fmla="*/ 0 w 5381"/>
                <a:gd name="connsiteY2" fmla="*/ 5372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6715">
                  <a:moveTo>
                    <a:pt x="5382" y="6715"/>
                  </a:moveTo>
                  <a:lnTo>
                    <a:pt x="2691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0" name="Freeform 1379">
              <a:extLst>
                <a:ext uri="{FF2B5EF4-FFF2-40B4-BE49-F238E27FC236}">
                  <a16:creationId xmlns:a16="http://schemas.microsoft.com/office/drawing/2014/main" id="{B7B78CEF-1D5F-7BC2-1E2C-8BA861050367}"/>
                </a:ext>
              </a:extLst>
            </p:cNvPr>
            <p:cNvSpPr/>
            <p:nvPr/>
          </p:nvSpPr>
          <p:spPr>
            <a:xfrm>
              <a:off x="3294829" y="2744710"/>
              <a:ext cx="9417" cy="8058"/>
            </a:xfrm>
            <a:custGeom>
              <a:avLst/>
              <a:gdLst>
                <a:gd name="connsiteX0" fmla="*/ 9418 w 9417"/>
                <a:gd name="connsiteY0" fmla="*/ 4029 h 8058"/>
                <a:gd name="connsiteX1" fmla="*/ 5382 w 9417"/>
                <a:gd name="connsiteY1" fmla="*/ 0 h 8058"/>
                <a:gd name="connsiteX2" fmla="*/ 0 w 9417"/>
                <a:gd name="connsiteY2" fmla="*/ 4029 h 8058"/>
                <a:gd name="connsiteX3" fmla="*/ 0 w 9417"/>
                <a:gd name="connsiteY3" fmla="*/ 8058 h 8058"/>
                <a:gd name="connsiteX4" fmla="*/ 5382 w 9417"/>
                <a:gd name="connsiteY4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7" h="8058">
                  <a:moveTo>
                    <a:pt x="9418" y="4029"/>
                  </a:moveTo>
                  <a:lnTo>
                    <a:pt x="5382" y="0"/>
                  </a:lnTo>
                  <a:lnTo>
                    <a:pt x="0" y="4029"/>
                  </a:lnTo>
                  <a:lnTo>
                    <a:pt x="0" y="8058"/>
                  </a:lnTo>
                  <a:lnTo>
                    <a:pt x="5382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1" name="Freeform 1380">
              <a:extLst>
                <a:ext uri="{FF2B5EF4-FFF2-40B4-BE49-F238E27FC236}">
                  <a16:creationId xmlns:a16="http://schemas.microsoft.com/office/drawing/2014/main" id="{95F0F73A-DDD0-3402-A2A8-35E702985626}"/>
                </a:ext>
              </a:extLst>
            </p:cNvPr>
            <p:cNvSpPr/>
            <p:nvPr/>
          </p:nvSpPr>
          <p:spPr>
            <a:xfrm>
              <a:off x="3310974" y="2744710"/>
              <a:ext cx="6726" cy="4029"/>
            </a:xfrm>
            <a:custGeom>
              <a:avLst/>
              <a:gdLst>
                <a:gd name="connsiteX0" fmla="*/ 6727 w 6726"/>
                <a:gd name="connsiteY0" fmla="*/ 2686 h 4029"/>
                <a:gd name="connsiteX1" fmla="*/ 4036 w 6726"/>
                <a:gd name="connsiteY1" fmla="*/ 0 h 4029"/>
                <a:gd name="connsiteX2" fmla="*/ 0 w 6726"/>
                <a:gd name="connsiteY2" fmla="*/ 2686 h 4029"/>
                <a:gd name="connsiteX3" fmla="*/ 4036 w 6726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4029">
                  <a:moveTo>
                    <a:pt x="6727" y="2686"/>
                  </a:moveTo>
                  <a:lnTo>
                    <a:pt x="4036" y="0"/>
                  </a:lnTo>
                  <a:lnTo>
                    <a:pt x="0" y="2686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2" name="Freeform 1381">
              <a:extLst>
                <a:ext uri="{FF2B5EF4-FFF2-40B4-BE49-F238E27FC236}">
                  <a16:creationId xmlns:a16="http://schemas.microsoft.com/office/drawing/2014/main" id="{2DF891D8-3A18-2FF3-EC12-6C81B5980F1E}"/>
                </a:ext>
              </a:extLst>
            </p:cNvPr>
            <p:cNvSpPr/>
            <p:nvPr/>
          </p:nvSpPr>
          <p:spPr>
            <a:xfrm>
              <a:off x="3315010" y="2736651"/>
              <a:ext cx="4036" cy="4029"/>
            </a:xfrm>
            <a:custGeom>
              <a:avLst/>
              <a:gdLst>
                <a:gd name="connsiteX0" fmla="*/ 4036 w 4036"/>
                <a:gd name="connsiteY0" fmla="*/ 2686 h 4029"/>
                <a:gd name="connsiteX1" fmla="*/ 2691 w 4036"/>
                <a:gd name="connsiteY1" fmla="*/ 0 h 4029"/>
                <a:gd name="connsiteX2" fmla="*/ 0 w 4036"/>
                <a:gd name="connsiteY2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4029">
                  <a:moveTo>
                    <a:pt x="4036" y="2686"/>
                  </a:moveTo>
                  <a:lnTo>
                    <a:pt x="2691" y="0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3" name="Freeform 1382">
              <a:extLst>
                <a:ext uri="{FF2B5EF4-FFF2-40B4-BE49-F238E27FC236}">
                  <a16:creationId xmlns:a16="http://schemas.microsoft.com/office/drawing/2014/main" id="{216B0285-191B-4CF0-AF2E-FD0086FACF25}"/>
                </a:ext>
              </a:extLst>
            </p:cNvPr>
            <p:cNvSpPr/>
            <p:nvPr/>
          </p:nvSpPr>
          <p:spPr>
            <a:xfrm>
              <a:off x="3320392" y="2740680"/>
              <a:ext cx="8072" cy="5372"/>
            </a:xfrm>
            <a:custGeom>
              <a:avLst/>
              <a:gdLst>
                <a:gd name="connsiteX0" fmla="*/ 0 w 8072"/>
                <a:gd name="connsiteY0" fmla="*/ 2686 h 5372"/>
                <a:gd name="connsiteX1" fmla="*/ 4036 w 8072"/>
                <a:gd name="connsiteY1" fmla="*/ 5372 h 5372"/>
                <a:gd name="connsiteX2" fmla="*/ 8072 w 8072"/>
                <a:gd name="connsiteY2" fmla="*/ 2686 h 5372"/>
                <a:gd name="connsiteX3" fmla="*/ 5382 w 8072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2" h="5372">
                  <a:moveTo>
                    <a:pt x="0" y="2686"/>
                  </a:moveTo>
                  <a:lnTo>
                    <a:pt x="4036" y="5372"/>
                  </a:lnTo>
                  <a:lnTo>
                    <a:pt x="8072" y="2686"/>
                  </a:lnTo>
                  <a:lnTo>
                    <a:pt x="5382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4" name="Freeform 1383">
              <a:extLst>
                <a:ext uri="{FF2B5EF4-FFF2-40B4-BE49-F238E27FC236}">
                  <a16:creationId xmlns:a16="http://schemas.microsoft.com/office/drawing/2014/main" id="{F0574D29-DE63-54B6-DDBB-8836FFE978D6}"/>
                </a:ext>
              </a:extLst>
            </p:cNvPr>
            <p:cNvSpPr/>
            <p:nvPr/>
          </p:nvSpPr>
          <p:spPr>
            <a:xfrm>
              <a:off x="3340572" y="2715162"/>
              <a:ext cx="44397" cy="33576"/>
            </a:xfrm>
            <a:custGeom>
              <a:avLst/>
              <a:gdLst>
                <a:gd name="connsiteX0" fmla="*/ 40361 w 44397"/>
                <a:gd name="connsiteY0" fmla="*/ 0 h 33576"/>
                <a:gd name="connsiteX1" fmla="*/ 41707 w 44397"/>
                <a:gd name="connsiteY1" fmla="*/ 5372 h 33576"/>
                <a:gd name="connsiteX2" fmla="*/ 44397 w 44397"/>
                <a:gd name="connsiteY2" fmla="*/ 6715 h 33576"/>
                <a:gd name="connsiteX3" fmla="*/ 39016 w 44397"/>
                <a:gd name="connsiteY3" fmla="*/ 9401 h 33576"/>
                <a:gd name="connsiteX4" fmla="*/ 37671 w 44397"/>
                <a:gd name="connsiteY4" fmla="*/ 14774 h 33576"/>
                <a:gd name="connsiteX5" fmla="*/ 29598 w 44397"/>
                <a:gd name="connsiteY5" fmla="*/ 17460 h 33576"/>
                <a:gd name="connsiteX6" fmla="*/ 21526 w 44397"/>
                <a:gd name="connsiteY6" fmla="*/ 26862 h 33576"/>
                <a:gd name="connsiteX7" fmla="*/ 14799 w 44397"/>
                <a:gd name="connsiteY7" fmla="*/ 26862 h 33576"/>
                <a:gd name="connsiteX8" fmla="*/ 9418 w 44397"/>
                <a:gd name="connsiteY8" fmla="*/ 33577 h 33576"/>
                <a:gd name="connsiteX9" fmla="*/ 0 w 44397"/>
                <a:gd name="connsiteY9" fmla="*/ 33577 h 33576"/>
                <a:gd name="connsiteX10" fmla="*/ 5382 w 44397"/>
                <a:gd name="connsiteY10" fmla="*/ 29548 h 33576"/>
                <a:gd name="connsiteX11" fmla="*/ 8072 w 44397"/>
                <a:gd name="connsiteY11" fmla="*/ 29548 h 33576"/>
                <a:gd name="connsiteX12" fmla="*/ 12108 w 44397"/>
                <a:gd name="connsiteY12" fmla="*/ 24175 h 33576"/>
                <a:gd name="connsiteX13" fmla="*/ 14799 w 44397"/>
                <a:gd name="connsiteY13" fmla="*/ 22832 h 33576"/>
                <a:gd name="connsiteX14" fmla="*/ 14799 w 44397"/>
                <a:gd name="connsiteY14" fmla="*/ 20146 h 33576"/>
                <a:gd name="connsiteX15" fmla="*/ 21526 w 44397"/>
                <a:gd name="connsiteY15" fmla="*/ 14774 h 33576"/>
                <a:gd name="connsiteX16" fmla="*/ 26908 w 44397"/>
                <a:gd name="connsiteY16" fmla="*/ 13431 h 33576"/>
                <a:gd name="connsiteX17" fmla="*/ 29598 w 44397"/>
                <a:gd name="connsiteY17" fmla="*/ 8058 h 33576"/>
                <a:gd name="connsiteX18" fmla="*/ 28253 w 44397"/>
                <a:gd name="connsiteY18" fmla="*/ 5372 h 33576"/>
                <a:gd name="connsiteX19" fmla="*/ 36325 w 44397"/>
                <a:gd name="connsiteY19" fmla="*/ 5372 h 33576"/>
                <a:gd name="connsiteX20" fmla="*/ 40361 w 44397"/>
                <a:gd name="connsiteY20" fmla="*/ 0 h 33576"/>
                <a:gd name="connsiteX21" fmla="*/ 40361 w 44397"/>
                <a:gd name="connsiteY21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4397" h="33576">
                  <a:moveTo>
                    <a:pt x="40361" y="0"/>
                  </a:moveTo>
                  <a:lnTo>
                    <a:pt x="41707" y="5372"/>
                  </a:lnTo>
                  <a:lnTo>
                    <a:pt x="44397" y="6715"/>
                  </a:lnTo>
                  <a:lnTo>
                    <a:pt x="39016" y="9401"/>
                  </a:lnTo>
                  <a:lnTo>
                    <a:pt x="37671" y="14774"/>
                  </a:lnTo>
                  <a:lnTo>
                    <a:pt x="29598" y="17460"/>
                  </a:lnTo>
                  <a:lnTo>
                    <a:pt x="21526" y="26862"/>
                  </a:lnTo>
                  <a:lnTo>
                    <a:pt x="14799" y="26862"/>
                  </a:lnTo>
                  <a:lnTo>
                    <a:pt x="9418" y="33577"/>
                  </a:lnTo>
                  <a:lnTo>
                    <a:pt x="0" y="33577"/>
                  </a:lnTo>
                  <a:lnTo>
                    <a:pt x="5382" y="29548"/>
                  </a:lnTo>
                  <a:lnTo>
                    <a:pt x="8072" y="29548"/>
                  </a:lnTo>
                  <a:lnTo>
                    <a:pt x="12108" y="24175"/>
                  </a:lnTo>
                  <a:lnTo>
                    <a:pt x="14799" y="22832"/>
                  </a:lnTo>
                  <a:lnTo>
                    <a:pt x="14799" y="20146"/>
                  </a:lnTo>
                  <a:lnTo>
                    <a:pt x="21526" y="14774"/>
                  </a:lnTo>
                  <a:lnTo>
                    <a:pt x="26908" y="13431"/>
                  </a:lnTo>
                  <a:lnTo>
                    <a:pt x="29598" y="8058"/>
                  </a:lnTo>
                  <a:lnTo>
                    <a:pt x="28253" y="5372"/>
                  </a:lnTo>
                  <a:lnTo>
                    <a:pt x="36325" y="5372"/>
                  </a:lnTo>
                  <a:cubicBezTo>
                    <a:pt x="34980" y="2686"/>
                    <a:pt x="40361" y="0"/>
                    <a:pt x="40361" y="0"/>
                  </a:cubicBezTo>
                  <a:lnTo>
                    <a:pt x="4036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5" name="Freeform 1384">
              <a:extLst>
                <a:ext uri="{FF2B5EF4-FFF2-40B4-BE49-F238E27FC236}">
                  <a16:creationId xmlns:a16="http://schemas.microsoft.com/office/drawing/2014/main" id="{24D99EC9-B313-D0DC-A813-4DA1C3C14139}"/>
                </a:ext>
              </a:extLst>
            </p:cNvPr>
            <p:cNvSpPr/>
            <p:nvPr/>
          </p:nvSpPr>
          <p:spPr>
            <a:xfrm>
              <a:off x="3382279" y="2697702"/>
              <a:ext cx="51124" cy="33576"/>
            </a:xfrm>
            <a:custGeom>
              <a:avLst/>
              <a:gdLst>
                <a:gd name="connsiteX0" fmla="*/ 41707 w 51124"/>
                <a:gd name="connsiteY0" fmla="*/ 0 h 33576"/>
                <a:gd name="connsiteX1" fmla="*/ 37671 w 51124"/>
                <a:gd name="connsiteY1" fmla="*/ 0 h 33576"/>
                <a:gd name="connsiteX2" fmla="*/ 32289 w 51124"/>
                <a:gd name="connsiteY2" fmla="*/ 5372 h 33576"/>
                <a:gd name="connsiteX3" fmla="*/ 32289 w 51124"/>
                <a:gd name="connsiteY3" fmla="*/ 9402 h 33576"/>
                <a:gd name="connsiteX4" fmla="*/ 36325 w 51124"/>
                <a:gd name="connsiteY4" fmla="*/ 13431 h 33576"/>
                <a:gd name="connsiteX5" fmla="*/ 33634 w 51124"/>
                <a:gd name="connsiteY5" fmla="*/ 14774 h 33576"/>
                <a:gd name="connsiteX6" fmla="*/ 28253 w 51124"/>
                <a:gd name="connsiteY6" fmla="*/ 12088 h 33576"/>
                <a:gd name="connsiteX7" fmla="*/ 24217 w 51124"/>
                <a:gd name="connsiteY7" fmla="*/ 16117 h 33576"/>
                <a:gd name="connsiteX8" fmla="*/ 24217 w 51124"/>
                <a:gd name="connsiteY8" fmla="*/ 18803 h 33576"/>
                <a:gd name="connsiteX9" fmla="*/ 21526 w 51124"/>
                <a:gd name="connsiteY9" fmla="*/ 20146 h 33576"/>
                <a:gd name="connsiteX10" fmla="*/ 17490 w 51124"/>
                <a:gd name="connsiteY10" fmla="*/ 25518 h 33576"/>
                <a:gd name="connsiteX11" fmla="*/ 14799 w 51124"/>
                <a:gd name="connsiteY11" fmla="*/ 25518 h 33576"/>
                <a:gd name="connsiteX12" fmla="*/ 8072 w 51124"/>
                <a:gd name="connsiteY12" fmla="*/ 29548 h 33576"/>
                <a:gd name="connsiteX13" fmla="*/ 4036 w 51124"/>
                <a:gd name="connsiteY13" fmla="*/ 29548 h 33576"/>
                <a:gd name="connsiteX14" fmla="*/ 0 w 51124"/>
                <a:gd name="connsiteY14" fmla="*/ 30891 h 33576"/>
                <a:gd name="connsiteX15" fmla="*/ 4036 w 51124"/>
                <a:gd name="connsiteY15" fmla="*/ 33577 h 33576"/>
                <a:gd name="connsiteX16" fmla="*/ 12108 w 51124"/>
                <a:gd name="connsiteY16" fmla="*/ 33577 h 33576"/>
                <a:gd name="connsiteX17" fmla="*/ 18835 w 51124"/>
                <a:gd name="connsiteY17" fmla="*/ 32234 h 33576"/>
                <a:gd name="connsiteX18" fmla="*/ 25562 w 51124"/>
                <a:gd name="connsiteY18" fmla="*/ 25518 h 33576"/>
                <a:gd name="connsiteX19" fmla="*/ 25562 w 51124"/>
                <a:gd name="connsiteY19" fmla="*/ 29548 h 33576"/>
                <a:gd name="connsiteX20" fmla="*/ 28253 w 51124"/>
                <a:gd name="connsiteY20" fmla="*/ 30891 h 33576"/>
                <a:gd name="connsiteX21" fmla="*/ 29598 w 51124"/>
                <a:gd name="connsiteY21" fmla="*/ 25518 h 33576"/>
                <a:gd name="connsiteX22" fmla="*/ 30944 w 51124"/>
                <a:gd name="connsiteY22" fmla="*/ 21489 h 33576"/>
                <a:gd name="connsiteX23" fmla="*/ 34980 w 51124"/>
                <a:gd name="connsiteY23" fmla="*/ 22832 h 33576"/>
                <a:gd name="connsiteX24" fmla="*/ 36325 w 51124"/>
                <a:gd name="connsiteY24" fmla="*/ 25518 h 33576"/>
                <a:gd name="connsiteX25" fmla="*/ 39016 w 51124"/>
                <a:gd name="connsiteY25" fmla="*/ 25518 h 33576"/>
                <a:gd name="connsiteX26" fmla="*/ 43052 w 51124"/>
                <a:gd name="connsiteY26" fmla="*/ 20146 h 33576"/>
                <a:gd name="connsiteX27" fmla="*/ 49779 w 51124"/>
                <a:gd name="connsiteY27" fmla="*/ 16117 h 33576"/>
                <a:gd name="connsiteX28" fmla="*/ 49779 w 51124"/>
                <a:gd name="connsiteY28" fmla="*/ 14774 h 33576"/>
                <a:gd name="connsiteX29" fmla="*/ 45743 w 51124"/>
                <a:gd name="connsiteY29" fmla="*/ 13431 h 33576"/>
                <a:gd name="connsiteX30" fmla="*/ 51124 w 51124"/>
                <a:gd name="connsiteY30" fmla="*/ 9402 h 33576"/>
                <a:gd name="connsiteX31" fmla="*/ 48434 w 51124"/>
                <a:gd name="connsiteY31" fmla="*/ 5372 h 33576"/>
                <a:gd name="connsiteX32" fmla="*/ 43052 w 51124"/>
                <a:gd name="connsiteY32" fmla="*/ 2686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1124" h="33576">
                  <a:moveTo>
                    <a:pt x="41707" y="0"/>
                  </a:moveTo>
                  <a:lnTo>
                    <a:pt x="37671" y="0"/>
                  </a:lnTo>
                  <a:lnTo>
                    <a:pt x="32289" y="5372"/>
                  </a:lnTo>
                  <a:lnTo>
                    <a:pt x="32289" y="9402"/>
                  </a:lnTo>
                  <a:lnTo>
                    <a:pt x="36325" y="13431"/>
                  </a:lnTo>
                  <a:lnTo>
                    <a:pt x="33634" y="14774"/>
                  </a:lnTo>
                  <a:lnTo>
                    <a:pt x="28253" y="12088"/>
                  </a:lnTo>
                  <a:lnTo>
                    <a:pt x="24217" y="16117"/>
                  </a:lnTo>
                  <a:lnTo>
                    <a:pt x="24217" y="18803"/>
                  </a:lnTo>
                  <a:lnTo>
                    <a:pt x="21526" y="20146"/>
                  </a:lnTo>
                  <a:lnTo>
                    <a:pt x="17490" y="25518"/>
                  </a:lnTo>
                  <a:lnTo>
                    <a:pt x="14799" y="25518"/>
                  </a:lnTo>
                  <a:lnTo>
                    <a:pt x="8072" y="29548"/>
                  </a:lnTo>
                  <a:lnTo>
                    <a:pt x="4036" y="29548"/>
                  </a:lnTo>
                  <a:lnTo>
                    <a:pt x="0" y="30891"/>
                  </a:lnTo>
                  <a:lnTo>
                    <a:pt x="4036" y="33577"/>
                  </a:lnTo>
                  <a:lnTo>
                    <a:pt x="12108" y="33577"/>
                  </a:lnTo>
                  <a:lnTo>
                    <a:pt x="18835" y="32234"/>
                  </a:lnTo>
                  <a:lnTo>
                    <a:pt x="25562" y="25518"/>
                  </a:lnTo>
                  <a:lnTo>
                    <a:pt x="25562" y="29548"/>
                  </a:lnTo>
                  <a:lnTo>
                    <a:pt x="28253" y="30891"/>
                  </a:lnTo>
                  <a:lnTo>
                    <a:pt x="29598" y="25518"/>
                  </a:lnTo>
                  <a:lnTo>
                    <a:pt x="30944" y="21489"/>
                  </a:lnTo>
                  <a:lnTo>
                    <a:pt x="34980" y="22832"/>
                  </a:lnTo>
                  <a:lnTo>
                    <a:pt x="36325" y="25518"/>
                  </a:lnTo>
                  <a:lnTo>
                    <a:pt x="39016" y="25518"/>
                  </a:lnTo>
                  <a:lnTo>
                    <a:pt x="43052" y="20146"/>
                  </a:lnTo>
                  <a:lnTo>
                    <a:pt x="49779" y="16117"/>
                  </a:lnTo>
                  <a:lnTo>
                    <a:pt x="49779" y="14774"/>
                  </a:lnTo>
                  <a:lnTo>
                    <a:pt x="45743" y="13431"/>
                  </a:lnTo>
                  <a:lnTo>
                    <a:pt x="51124" y="9402"/>
                  </a:lnTo>
                  <a:lnTo>
                    <a:pt x="48434" y="5372"/>
                  </a:lnTo>
                  <a:lnTo>
                    <a:pt x="43052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6" name="Freeform 1385">
              <a:extLst>
                <a:ext uri="{FF2B5EF4-FFF2-40B4-BE49-F238E27FC236}">
                  <a16:creationId xmlns:a16="http://schemas.microsoft.com/office/drawing/2014/main" id="{6F29AAFF-9F60-32E3-4AE7-CE4BDDF16B6E}"/>
                </a:ext>
              </a:extLst>
            </p:cNvPr>
            <p:cNvSpPr/>
            <p:nvPr/>
          </p:nvSpPr>
          <p:spPr>
            <a:xfrm>
              <a:off x="3436094" y="2700388"/>
              <a:ext cx="4036" cy="5372"/>
            </a:xfrm>
            <a:custGeom>
              <a:avLst/>
              <a:gdLst>
                <a:gd name="connsiteX0" fmla="*/ 4036 w 4036"/>
                <a:gd name="connsiteY0" fmla="*/ 5372 h 5372"/>
                <a:gd name="connsiteX1" fmla="*/ 4036 w 4036"/>
                <a:gd name="connsiteY1" fmla="*/ 1343 h 5372"/>
                <a:gd name="connsiteX2" fmla="*/ 0 w 4036"/>
                <a:gd name="connsiteY2" fmla="*/ 0 h 5372"/>
                <a:gd name="connsiteX3" fmla="*/ 0 w 4036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5372">
                  <a:moveTo>
                    <a:pt x="4036" y="5372"/>
                  </a:moveTo>
                  <a:lnTo>
                    <a:pt x="4036" y="1343"/>
                  </a:lnTo>
                  <a:lnTo>
                    <a:pt x="0" y="0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7" name="Freeform 1386">
              <a:extLst>
                <a:ext uri="{FF2B5EF4-FFF2-40B4-BE49-F238E27FC236}">
                  <a16:creationId xmlns:a16="http://schemas.microsoft.com/office/drawing/2014/main" id="{1464F535-3BF7-FDFB-B6C2-CEA381130043}"/>
                </a:ext>
              </a:extLst>
            </p:cNvPr>
            <p:cNvSpPr/>
            <p:nvPr/>
          </p:nvSpPr>
          <p:spPr>
            <a:xfrm>
              <a:off x="3465692" y="2699045"/>
              <a:ext cx="6726" cy="2686"/>
            </a:xfrm>
            <a:custGeom>
              <a:avLst/>
              <a:gdLst>
                <a:gd name="connsiteX0" fmla="*/ 1345 w 6726"/>
                <a:gd name="connsiteY0" fmla="*/ 2686 h 2686"/>
                <a:gd name="connsiteX1" fmla="*/ 0 w 6726"/>
                <a:gd name="connsiteY1" fmla="*/ 0 h 2686"/>
                <a:gd name="connsiteX2" fmla="*/ 5382 w 6726"/>
                <a:gd name="connsiteY2" fmla="*/ 0 h 2686"/>
                <a:gd name="connsiteX3" fmla="*/ 6727 w 6726"/>
                <a:gd name="connsiteY3" fmla="*/ 2686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26" h="2686">
                  <a:moveTo>
                    <a:pt x="1345" y="2686"/>
                  </a:moveTo>
                  <a:lnTo>
                    <a:pt x="0" y="0"/>
                  </a:lnTo>
                  <a:lnTo>
                    <a:pt x="5382" y="0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8" name="Freeform 1387">
              <a:extLst>
                <a:ext uri="{FF2B5EF4-FFF2-40B4-BE49-F238E27FC236}">
                  <a16:creationId xmlns:a16="http://schemas.microsoft.com/office/drawing/2014/main" id="{8E897226-CA09-B0A2-D1C2-2F65EAAD7D39}"/>
                </a:ext>
              </a:extLst>
            </p:cNvPr>
            <p:cNvSpPr/>
            <p:nvPr/>
          </p:nvSpPr>
          <p:spPr>
            <a:xfrm>
              <a:off x="3457620" y="2700388"/>
              <a:ext cx="5381" cy="1343"/>
            </a:xfrm>
            <a:custGeom>
              <a:avLst/>
              <a:gdLst>
                <a:gd name="connsiteX0" fmla="*/ 0 w 5381"/>
                <a:gd name="connsiteY0" fmla="*/ 1343 h 1343"/>
                <a:gd name="connsiteX1" fmla="*/ 2691 w 5381"/>
                <a:gd name="connsiteY1" fmla="*/ 0 h 1343"/>
                <a:gd name="connsiteX2" fmla="*/ 5382 w 5381"/>
                <a:gd name="connsiteY2" fmla="*/ 1343 h 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1343">
                  <a:moveTo>
                    <a:pt x="0" y="1343"/>
                  </a:moveTo>
                  <a:lnTo>
                    <a:pt x="2691" y="0"/>
                  </a:lnTo>
                  <a:lnTo>
                    <a:pt x="5382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89" name="Freeform 1388">
              <a:extLst>
                <a:ext uri="{FF2B5EF4-FFF2-40B4-BE49-F238E27FC236}">
                  <a16:creationId xmlns:a16="http://schemas.microsoft.com/office/drawing/2014/main" id="{B3686A08-F446-41B6-4376-D8653DFE3B83}"/>
                </a:ext>
              </a:extLst>
            </p:cNvPr>
            <p:cNvSpPr/>
            <p:nvPr/>
          </p:nvSpPr>
          <p:spPr>
            <a:xfrm>
              <a:off x="3454929" y="2689644"/>
              <a:ext cx="4036" cy="8058"/>
            </a:xfrm>
            <a:custGeom>
              <a:avLst/>
              <a:gdLst>
                <a:gd name="connsiteX0" fmla="*/ 0 w 4036"/>
                <a:gd name="connsiteY0" fmla="*/ 8058 h 8058"/>
                <a:gd name="connsiteX1" fmla="*/ 1345 w 4036"/>
                <a:gd name="connsiteY1" fmla="*/ 4029 h 8058"/>
                <a:gd name="connsiteX2" fmla="*/ 0 w 4036"/>
                <a:gd name="connsiteY2" fmla="*/ 0 h 8058"/>
                <a:gd name="connsiteX3" fmla="*/ 2691 w 4036"/>
                <a:gd name="connsiteY3" fmla="*/ 0 h 8058"/>
                <a:gd name="connsiteX4" fmla="*/ 4036 w 4036"/>
                <a:gd name="connsiteY4" fmla="*/ 5372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" h="8058">
                  <a:moveTo>
                    <a:pt x="0" y="8058"/>
                  </a:moveTo>
                  <a:lnTo>
                    <a:pt x="1345" y="4029"/>
                  </a:lnTo>
                  <a:lnTo>
                    <a:pt x="0" y="0"/>
                  </a:lnTo>
                  <a:lnTo>
                    <a:pt x="2691" y="0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90" name="Freeform 1389">
              <a:extLst>
                <a:ext uri="{FF2B5EF4-FFF2-40B4-BE49-F238E27FC236}">
                  <a16:creationId xmlns:a16="http://schemas.microsoft.com/office/drawing/2014/main" id="{AD40FAEC-B5A0-49F3-5A42-5DC2F4A3B08F}"/>
                </a:ext>
              </a:extLst>
            </p:cNvPr>
            <p:cNvSpPr/>
            <p:nvPr/>
          </p:nvSpPr>
          <p:spPr>
            <a:xfrm>
              <a:off x="3441475" y="2692330"/>
              <a:ext cx="9417" cy="9401"/>
            </a:xfrm>
            <a:custGeom>
              <a:avLst/>
              <a:gdLst>
                <a:gd name="connsiteX0" fmla="*/ 5382 w 9417"/>
                <a:gd name="connsiteY0" fmla="*/ 0 h 9401"/>
                <a:gd name="connsiteX1" fmla="*/ 0 w 9417"/>
                <a:gd name="connsiteY1" fmla="*/ 1343 h 9401"/>
                <a:gd name="connsiteX2" fmla="*/ 0 w 9417"/>
                <a:gd name="connsiteY2" fmla="*/ 5372 h 9401"/>
                <a:gd name="connsiteX3" fmla="*/ 4036 w 9417"/>
                <a:gd name="connsiteY3" fmla="*/ 9402 h 9401"/>
                <a:gd name="connsiteX4" fmla="*/ 8072 w 9417"/>
                <a:gd name="connsiteY4" fmla="*/ 6715 h 9401"/>
                <a:gd name="connsiteX5" fmla="*/ 9418 w 9417"/>
                <a:gd name="connsiteY5" fmla="*/ 4029 h 9401"/>
                <a:gd name="connsiteX6" fmla="*/ 6727 w 9417"/>
                <a:gd name="connsiteY6" fmla="*/ 4029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7" h="9401">
                  <a:moveTo>
                    <a:pt x="5382" y="0"/>
                  </a:moveTo>
                  <a:lnTo>
                    <a:pt x="0" y="1343"/>
                  </a:lnTo>
                  <a:lnTo>
                    <a:pt x="0" y="5372"/>
                  </a:lnTo>
                  <a:lnTo>
                    <a:pt x="4036" y="9402"/>
                  </a:lnTo>
                  <a:lnTo>
                    <a:pt x="8072" y="6715"/>
                  </a:lnTo>
                  <a:lnTo>
                    <a:pt x="9418" y="4029"/>
                  </a:lnTo>
                  <a:lnTo>
                    <a:pt x="6727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91" name="Freeform 1390">
              <a:extLst>
                <a:ext uri="{FF2B5EF4-FFF2-40B4-BE49-F238E27FC236}">
                  <a16:creationId xmlns:a16="http://schemas.microsoft.com/office/drawing/2014/main" id="{A3E1053D-D966-1AF2-3B41-509FDD13129E}"/>
                </a:ext>
              </a:extLst>
            </p:cNvPr>
            <p:cNvSpPr/>
            <p:nvPr/>
          </p:nvSpPr>
          <p:spPr>
            <a:xfrm>
              <a:off x="3684989" y="2477437"/>
              <a:ext cx="4036" cy="4029"/>
            </a:xfrm>
            <a:custGeom>
              <a:avLst/>
              <a:gdLst>
                <a:gd name="connsiteX0" fmla="*/ 1345 w 4036"/>
                <a:gd name="connsiteY0" fmla="*/ 4029 h 4029"/>
                <a:gd name="connsiteX1" fmla="*/ 0 w 4036"/>
                <a:gd name="connsiteY1" fmla="*/ 2686 h 4029"/>
                <a:gd name="connsiteX2" fmla="*/ 4036 w 4036"/>
                <a:gd name="connsiteY2" fmla="*/ 0 h 4029"/>
                <a:gd name="connsiteX3" fmla="*/ 2691 w 4036"/>
                <a:gd name="connsiteY3" fmla="*/ 4029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4029">
                  <a:moveTo>
                    <a:pt x="1345" y="4029"/>
                  </a:moveTo>
                  <a:lnTo>
                    <a:pt x="0" y="2686"/>
                  </a:lnTo>
                  <a:lnTo>
                    <a:pt x="4036" y="0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92" name="Freeform 1391">
              <a:extLst>
                <a:ext uri="{FF2B5EF4-FFF2-40B4-BE49-F238E27FC236}">
                  <a16:creationId xmlns:a16="http://schemas.microsoft.com/office/drawing/2014/main" id="{25FFA0D8-E324-40AF-2F5F-DEA544CC01C1}"/>
                </a:ext>
              </a:extLst>
            </p:cNvPr>
            <p:cNvSpPr/>
            <p:nvPr/>
          </p:nvSpPr>
          <p:spPr>
            <a:xfrm>
              <a:off x="3672880" y="2472065"/>
              <a:ext cx="12108" cy="12087"/>
            </a:xfrm>
            <a:custGeom>
              <a:avLst/>
              <a:gdLst>
                <a:gd name="connsiteX0" fmla="*/ 2691 w 12108"/>
                <a:gd name="connsiteY0" fmla="*/ 12088 h 12087"/>
                <a:gd name="connsiteX1" fmla="*/ 0 w 12108"/>
                <a:gd name="connsiteY1" fmla="*/ 10745 h 12087"/>
                <a:gd name="connsiteX2" fmla="*/ 0 w 12108"/>
                <a:gd name="connsiteY2" fmla="*/ 6715 h 12087"/>
                <a:gd name="connsiteX3" fmla="*/ 6727 w 12108"/>
                <a:gd name="connsiteY3" fmla="*/ 2686 h 12087"/>
                <a:gd name="connsiteX4" fmla="*/ 10763 w 12108"/>
                <a:gd name="connsiteY4" fmla="*/ 0 h 12087"/>
                <a:gd name="connsiteX5" fmla="*/ 12108 w 12108"/>
                <a:gd name="connsiteY5" fmla="*/ 2686 h 12087"/>
                <a:gd name="connsiteX6" fmla="*/ 5382 w 12108"/>
                <a:gd name="connsiteY6" fmla="*/ 9401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08" h="12087">
                  <a:moveTo>
                    <a:pt x="2691" y="12088"/>
                  </a:moveTo>
                  <a:lnTo>
                    <a:pt x="0" y="10745"/>
                  </a:lnTo>
                  <a:lnTo>
                    <a:pt x="0" y="6715"/>
                  </a:lnTo>
                  <a:lnTo>
                    <a:pt x="6727" y="2686"/>
                  </a:lnTo>
                  <a:lnTo>
                    <a:pt x="10763" y="0"/>
                  </a:lnTo>
                  <a:lnTo>
                    <a:pt x="12108" y="2686"/>
                  </a:lnTo>
                  <a:lnTo>
                    <a:pt x="5382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93" name="Freeform 1392">
              <a:extLst>
                <a:ext uri="{FF2B5EF4-FFF2-40B4-BE49-F238E27FC236}">
                  <a16:creationId xmlns:a16="http://schemas.microsoft.com/office/drawing/2014/main" id="{8BFFE4C9-4B3B-A9DE-2AF4-B5495C46A135}"/>
                </a:ext>
              </a:extLst>
            </p:cNvPr>
            <p:cNvSpPr/>
            <p:nvPr/>
          </p:nvSpPr>
          <p:spPr>
            <a:xfrm>
              <a:off x="3476455" y="2660096"/>
              <a:ext cx="51124" cy="28204"/>
            </a:xfrm>
            <a:custGeom>
              <a:avLst/>
              <a:gdLst>
                <a:gd name="connsiteX0" fmla="*/ 0 w 51124"/>
                <a:gd name="connsiteY0" fmla="*/ 20146 h 28204"/>
                <a:gd name="connsiteX1" fmla="*/ 1345 w 51124"/>
                <a:gd name="connsiteY1" fmla="*/ 16117 h 28204"/>
                <a:gd name="connsiteX2" fmla="*/ 4036 w 51124"/>
                <a:gd name="connsiteY2" fmla="*/ 13431 h 28204"/>
                <a:gd name="connsiteX3" fmla="*/ 6727 w 51124"/>
                <a:gd name="connsiteY3" fmla="*/ 14774 h 28204"/>
                <a:gd name="connsiteX4" fmla="*/ 10763 w 51124"/>
                <a:gd name="connsiteY4" fmla="*/ 10745 h 28204"/>
                <a:gd name="connsiteX5" fmla="*/ 12108 w 51124"/>
                <a:gd name="connsiteY5" fmla="*/ 9401 h 28204"/>
                <a:gd name="connsiteX6" fmla="*/ 17490 w 51124"/>
                <a:gd name="connsiteY6" fmla="*/ 1343 h 28204"/>
                <a:gd name="connsiteX7" fmla="*/ 18835 w 51124"/>
                <a:gd name="connsiteY7" fmla="*/ 1343 h 28204"/>
                <a:gd name="connsiteX8" fmla="*/ 24217 w 51124"/>
                <a:gd name="connsiteY8" fmla="*/ 5372 h 28204"/>
                <a:gd name="connsiteX9" fmla="*/ 25562 w 51124"/>
                <a:gd name="connsiteY9" fmla="*/ 4029 h 28204"/>
                <a:gd name="connsiteX10" fmla="*/ 30944 w 51124"/>
                <a:gd name="connsiteY10" fmla="*/ 4029 h 28204"/>
                <a:gd name="connsiteX11" fmla="*/ 34980 w 51124"/>
                <a:gd name="connsiteY11" fmla="*/ 2686 h 28204"/>
                <a:gd name="connsiteX12" fmla="*/ 36325 w 51124"/>
                <a:gd name="connsiteY12" fmla="*/ 0 h 28204"/>
                <a:gd name="connsiteX13" fmla="*/ 43052 w 51124"/>
                <a:gd name="connsiteY13" fmla="*/ 0 h 28204"/>
                <a:gd name="connsiteX14" fmla="*/ 47088 w 51124"/>
                <a:gd name="connsiteY14" fmla="*/ 5372 h 28204"/>
                <a:gd name="connsiteX15" fmla="*/ 44397 w 51124"/>
                <a:gd name="connsiteY15" fmla="*/ 9401 h 28204"/>
                <a:gd name="connsiteX16" fmla="*/ 51124 w 51124"/>
                <a:gd name="connsiteY16" fmla="*/ 16117 h 28204"/>
                <a:gd name="connsiteX17" fmla="*/ 51124 w 51124"/>
                <a:gd name="connsiteY17" fmla="*/ 18803 h 28204"/>
                <a:gd name="connsiteX18" fmla="*/ 44397 w 51124"/>
                <a:gd name="connsiteY18" fmla="*/ 17460 h 28204"/>
                <a:gd name="connsiteX19" fmla="*/ 40361 w 51124"/>
                <a:gd name="connsiteY19" fmla="*/ 20146 h 28204"/>
                <a:gd name="connsiteX20" fmla="*/ 32289 w 51124"/>
                <a:gd name="connsiteY20" fmla="*/ 21489 h 28204"/>
                <a:gd name="connsiteX21" fmla="*/ 26908 w 51124"/>
                <a:gd name="connsiteY21" fmla="*/ 20146 h 28204"/>
                <a:gd name="connsiteX22" fmla="*/ 17490 w 51124"/>
                <a:gd name="connsiteY22" fmla="*/ 20146 h 28204"/>
                <a:gd name="connsiteX23" fmla="*/ 12108 w 51124"/>
                <a:gd name="connsiteY23" fmla="*/ 26862 h 28204"/>
                <a:gd name="connsiteX24" fmla="*/ 10763 w 51124"/>
                <a:gd name="connsiteY24" fmla="*/ 25518 h 28204"/>
                <a:gd name="connsiteX25" fmla="*/ 6727 w 51124"/>
                <a:gd name="connsiteY25" fmla="*/ 28205 h 28204"/>
                <a:gd name="connsiteX26" fmla="*/ 1345 w 51124"/>
                <a:gd name="connsiteY26" fmla="*/ 25518 h 2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124" h="28204">
                  <a:moveTo>
                    <a:pt x="0" y="20146"/>
                  </a:moveTo>
                  <a:lnTo>
                    <a:pt x="1345" y="16117"/>
                  </a:lnTo>
                  <a:lnTo>
                    <a:pt x="4036" y="13431"/>
                  </a:lnTo>
                  <a:lnTo>
                    <a:pt x="6727" y="14774"/>
                  </a:lnTo>
                  <a:lnTo>
                    <a:pt x="10763" y="10745"/>
                  </a:lnTo>
                  <a:lnTo>
                    <a:pt x="12108" y="9401"/>
                  </a:lnTo>
                  <a:lnTo>
                    <a:pt x="17490" y="1343"/>
                  </a:lnTo>
                  <a:lnTo>
                    <a:pt x="18835" y="1343"/>
                  </a:lnTo>
                  <a:lnTo>
                    <a:pt x="24217" y="5372"/>
                  </a:lnTo>
                  <a:lnTo>
                    <a:pt x="25562" y="4029"/>
                  </a:lnTo>
                  <a:lnTo>
                    <a:pt x="30944" y="4029"/>
                  </a:lnTo>
                  <a:lnTo>
                    <a:pt x="34980" y="2686"/>
                  </a:lnTo>
                  <a:lnTo>
                    <a:pt x="36325" y="0"/>
                  </a:lnTo>
                  <a:lnTo>
                    <a:pt x="43052" y="0"/>
                  </a:lnTo>
                  <a:lnTo>
                    <a:pt x="47088" y="5372"/>
                  </a:lnTo>
                  <a:lnTo>
                    <a:pt x="44397" y="9401"/>
                  </a:lnTo>
                  <a:lnTo>
                    <a:pt x="51124" y="16117"/>
                  </a:lnTo>
                  <a:lnTo>
                    <a:pt x="51124" y="18803"/>
                  </a:lnTo>
                  <a:lnTo>
                    <a:pt x="44397" y="17460"/>
                  </a:lnTo>
                  <a:lnTo>
                    <a:pt x="40361" y="20146"/>
                  </a:lnTo>
                  <a:lnTo>
                    <a:pt x="32289" y="21489"/>
                  </a:lnTo>
                  <a:lnTo>
                    <a:pt x="26908" y="20146"/>
                  </a:lnTo>
                  <a:lnTo>
                    <a:pt x="17490" y="20146"/>
                  </a:lnTo>
                  <a:lnTo>
                    <a:pt x="12108" y="26862"/>
                  </a:lnTo>
                  <a:lnTo>
                    <a:pt x="10763" y="25518"/>
                  </a:lnTo>
                  <a:lnTo>
                    <a:pt x="6727" y="28205"/>
                  </a:lnTo>
                  <a:lnTo>
                    <a:pt x="1345" y="2551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394" name="Freeform 1393">
            <a:extLst>
              <a:ext uri="{FF2B5EF4-FFF2-40B4-BE49-F238E27FC236}">
                <a16:creationId xmlns:a16="http://schemas.microsoft.com/office/drawing/2014/main" id="{53BCD5D3-A996-F0CB-8CDB-45307880583E}"/>
              </a:ext>
            </a:extLst>
          </p:cNvPr>
          <p:cNvSpPr/>
          <p:nvPr/>
        </p:nvSpPr>
        <p:spPr>
          <a:xfrm>
            <a:off x="7830094" y="3268510"/>
            <a:ext cx="230059" cy="146395"/>
          </a:xfrm>
          <a:custGeom>
            <a:avLst/>
            <a:gdLst>
              <a:gd name="connsiteX0" fmla="*/ 52470 w 230059"/>
              <a:gd name="connsiteY0" fmla="*/ 5372 h 146395"/>
              <a:gd name="connsiteX1" fmla="*/ 56506 w 230059"/>
              <a:gd name="connsiteY1" fmla="*/ 5372 h 146395"/>
              <a:gd name="connsiteX2" fmla="*/ 60542 w 230059"/>
              <a:gd name="connsiteY2" fmla="*/ 2686 h 146395"/>
              <a:gd name="connsiteX3" fmla="*/ 65923 w 230059"/>
              <a:gd name="connsiteY3" fmla="*/ 2686 h 146395"/>
              <a:gd name="connsiteX4" fmla="*/ 75341 w 230059"/>
              <a:gd name="connsiteY4" fmla="*/ 8058 h 146395"/>
              <a:gd name="connsiteX5" fmla="*/ 82068 w 230059"/>
              <a:gd name="connsiteY5" fmla="*/ 8058 h 146395"/>
              <a:gd name="connsiteX6" fmla="*/ 88795 w 230059"/>
              <a:gd name="connsiteY6" fmla="*/ 10744 h 146395"/>
              <a:gd name="connsiteX7" fmla="*/ 91485 w 230059"/>
              <a:gd name="connsiteY7" fmla="*/ 14774 h 146395"/>
              <a:gd name="connsiteX8" fmla="*/ 96867 w 230059"/>
              <a:gd name="connsiteY8" fmla="*/ 17460 h 146395"/>
              <a:gd name="connsiteX9" fmla="*/ 104939 w 230059"/>
              <a:gd name="connsiteY9" fmla="*/ 14774 h 146395"/>
              <a:gd name="connsiteX10" fmla="*/ 110321 w 230059"/>
              <a:gd name="connsiteY10" fmla="*/ 14774 h 146395"/>
              <a:gd name="connsiteX11" fmla="*/ 114357 w 230059"/>
              <a:gd name="connsiteY11" fmla="*/ 9401 h 146395"/>
              <a:gd name="connsiteX12" fmla="*/ 131847 w 230059"/>
              <a:gd name="connsiteY12" fmla="*/ 6715 h 146395"/>
              <a:gd name="connsiteX13" fmla="*/ 138574 w 230059"/>
              <a:gd name="connsiteY13" fmla="*/ 2686 h 146395"/>
              <a:gd name="connsiteX14" fmla="*/ 154718 w 230059"/>
              <a:gd name="connsiteY14" fmla="*/ 0 h 146395"/>
              <a:gd name="connsiteX15" fmla="*/ 157409 w 230059"/>
              <a:gd name="connsiteY15" fmla="*/ 12088 h 146395"/>
              <a:gd name="connsiteX16" fmla="*/ 168172 w 230059"/>
              <a:gd name="connsiteY16" fmla="*/ 21489 h 146395"/>
              <a:gd name="connsiteX17" fmla="*/ 169518 w 230059"/>
              <a:gd name="connsiteY17" fmla="*/ 26862 h 146395"/>
              <a:gd name="connsiteX18" fmla="*/ 182971 w 230059"/>
              <a:gd name="connsiteY18" fmla="*/ 37606 h 146395"/>
              <a:gd name="connsiteX19" fmla="*/ 184317 w 230059"/>
              <a:gd name="connsiteY19" fmla="*/ 44321 h 146395"/>
              <a:gd name="connsiteX20" fmla="*/ 189698 w 230059"/>
              <a:gd name="connsiteY20" fmla="*/ 52380 h 146395"/>
              <a:gd name="connsiteX21" fmla="*/ 188353 w 230059"/>
              <a:gd name="connsiteY21" fmla="*/ 76555 h 146395"/>
              <a:gd name="connsiteX22" fmla="*/ 191044 w 230059"/>
              <a:gd name="connsiteY22" fmla="*/ 83271 h 146395"/>
              <a:gd name="connsiteX23" fmla="*/ 196425 w 230059"/>
              <a:gd name="connsiteY23" fmla="*/ 91329 h 146395"/>
              <a:gd name="connsiteX24" fmla="*/ 203152 w 230059"/>
              <a:gd name="connsiteY24" fmla="*/ 92672 h 146395"/>
              <a:gd name="connsiteX25" fmla="*/ 212569 w 230059"/>
              <a:gd name="connsiteY25" fmla="*/ 92672 h 146395"/>
              <a:gd name="connsiteX26" fmla="*/ 216606 w 230059"/>
              <a:gd name="connsiteY26" fmla="*/ 89986 h 146395"/>
              <a:gd name="connsiteX27" fmla="*/ 224678 w 230059"/>
              <a:gd name="connsiteY27" fmla="*/ 88643 h 146395"/>
              <a:gd name="connsiteX28" fmla="*/ 230059 w 230059"/>
              <a:gd name="connsiteY28" fmla="*/ 92672 h 146395"/>
              <a:gd name="connsiteX29" fmla="*/ 227369 w 230059"/>
              <a:gd name="connsiteY29" fmla="*/ 95358 h 146395"/>
              <a:gd name="connsiteX30" fmla="*/ 230059 w 230059"/>
              <a:gd name="connsiteY30" fmla="*/ 98044 h 146395"/>
              <a:gd name="connsiteX31" fmla="*/ 230059 w 230059"/>
              <a:gd name="connsiteY31" fmla="*/ 100731 h 146395"/>
              <a:gd name="connsiteX32" fmla="*/ 226023 w 230059"/>
              <a:gd name="connsiteY32" fmla="*/ 107446 h 146395"/>
              <a:gd name="connsiteX33" fmla="*/ 220642 w 230059"/>
              <a:gd name="connsiteY33" fmla="*/ 108789 h 146395"/>
              <a:gd name="connsiteX34" fmla="*/ 211224 w 230059"/>
              <a:gd name="connsiteY34" fmla="*/ 110132 h 146395"/>
              <a:gd name="connsiteX35" fmla="*/ 209879 w 230059"/>
              <a:gd name="connsiteY35" fmla="*/ 115504 h 146395"/>
              <a:gd name="connsiteX36" fmla="*/ 207188 w 230059"/>
              <a:gd name="connsiteY36" fmla="*/ 118191 h 146395"/>
              <a:gd name="connsiteX37" fmla="*/ 208533 w 230059"/>
              <a:gd name="connsiteY37" fmla="*/ 122220 h 146395"/>
              <a:gd name="connsiteX38" fmla="*/ 208533 w 230059"/>
              <a:gd name="connsiteY38" fmla="*/ 130278 h 146395"/>
              <a:gd name="connsiteX39" fmla="*/ 205842 w 230059"/>
              <a:gd name="connsiteY39" fmla="*/ 134308 h 146395"/>
              <a:gd name="connsiteX40" fmla="*/ 207188 w 230059"/>
              <a:gd name="connsiteY40" fmla="*/ 141023 h 146395"/>
              <a:gd name="connsiteX41" fmla="*/ 201806 w 230059"/>
              <a:gd name="connsiteY41" fmla="*/ 141023 h 146395"/>
              <a:gd name="connsiteX42" fmla="*/ 200461 w 230059"/>
              <a:gd name="connsiteY42" fmla="*/ 138337 h 146395"/>
              <a:gd name="connsiteX43" fmla="*/ 193734 w 230059"/>
              <a:gd name="connsiteY43" fmla="*/ 135651 h 146395"/>
              <a:gd name="connsiteX44" fmla="*/ 188353 w 230059"/>
              <a:gd name="connsiteY44" fmla="*/ 136994 h 146395"/>
              <a:gd name="connsiteX45" fmla="*/ 185662 w 230059"/>
              <a:gd name="connsiteY45" fmla="*/ 134308 h 146395"/>
              <a:gd name="connsiteX46" fmla="*/ 177590 w 230059"/>
              <a:gd name="connsiteY46" fmla="*/ 130278 h 146395"/>
              <a:gd name="connsiteX47" fmla="*/ 169518 w 230059"/>
              <a:gd name="connsiteY47" fmla="*/ 130278 h 146395"/>
              <a:gd name="connsiteX48" fmla="*/ 162791 w 230059"/>
              <a:gd name="connsiteY48" fmla="*/ 131621 h 146395"/>
              <a:gd name="connsiteX49" fmla="*/ 146646 w 230059"/>
              <a:gd name="connsiteY49" fmla="*/ 138337 h 146395"/>
              <a:gd name="connsiteX50" fmla="*/ 145301 w 230059"/>
              <a:gd name="connsiteY50" fmla="*/ 141023 h 146395"/>
              <a:gd name="connsiteX51" fmla="*/ 138574 w 230059"/>
              <a:gd name="connsiteY51" fmla="*/ 143709 h 146395"/>
              <a:gd name="connsiteX52" fmla="*/ 134538 w 230059"/>
              <a:gd name="connsiteY52" fmla="*/ 146395 h 146395"/>
              <a:gd name="connsiteX53" fmla="*/ 125120 w 230059"/>
              <a:gd name="connsiteY53" fmla="*/ 145052 h 146395"/>
              <a:gd name="connsiteX54" fmla="*/ 121084 w 230059"/>
              <a:gd name="connsiteY54" fmla="*/ 145052 h 146395"/>
              <a:gd name="connsiteX55" fmla="*/ 115702 w 230059"/>
              <a:gd name="connsiteY55" fmla="*/ 142366 h 146395"/>
              <a:gd name="connsiteX56" fmla="*/ 111666 w 230059"/>
              <a:gd name="connsiteY56" fmla="*/ 145052 h 146395"/>
              <a:gd name="connsiteX57" fmla="*/ 106285 w 230059"/>
              <a:gd name="connsiteY57" fmla="*/ 143709 h 146395"/>
              <a:gd name="connsiteX58" fmla="*/ 98212 w 230059"/>
              <a:gd name="connsiteY58" fmla="*/ 146395 h 146395"/>
              <a:gd name="connsiteX59" fmla="*/ 90140 w 230059"/>
              <a:gd name="connsiteY59" fmla="*/ 143709 h 146395"/>
              <a:gd name="connsiteX60" fmla="*/ 87449 w 230059"/>
              <a:gd name="connsiteY60" fmla="*/ 145052 h 146395"/>
              <a:gd name="connsiteX61" fmla="*/ 84759 w 230059"/>
              <a:gd name="connsiteY61" fmla="*/ 141023 h 146395"/>
              <a:gd name="connsiteX62" fmla="*/ 76687 w 230059"/>
              <a:gd name="connsiteY62" fmla="*/ 141023 h 146395"/>
              <a:gd name="connsiteX63" fmla="*/ 71305 w 230059"/>
              <a:gd name="connsiteY63" fmla="*/ 145052 h 146395"/>
              <a:gd name="connsiteX64" fmla="*/ 68614 w 230059"/>
              <a:gd name="connsiteY64" fmla="*/ 141023 h 146395"/>
              <a:gd name="connsiteX65" fmla="*/ 69960 w 230059"/>
              <a:gd name="connsiteY65" fmla="*/ 138337 h 146395"/>
              <a:gd name="connsiteX66" fmla="*/ 69960 w 230059"/>
              <a:gd name="connsiteY66" fmla="*/ 134308 h 146395"/>
              <a:gd name="connsiteX67" fmla="*/ 67269 w 230059"/>
              <a:gd name="connsiteY67" fmla="*/ 131621 h 146395"/>
              <a:gd name="connsiteX68" fmla="*/ 60542 w 230059"/>
              <a:gd name="connsiteY68" fmla="*/ 130278 h 146395"/>
              <a:gd name="connsiteX69" fmla="*/ 59196 w 230059"/>
              <a:gd name="connsiteY69" fmla="*/ 124906 h 146395"/>
              <a:gd name="connsiteX70" fmla="*/ 57851 w 230059"/>
              <a:gd name="connsiteY70" fmla="*/ 120877 h 146395"/>
              <a:gd name="connsiteX71" fmla="*/ 61887 w 230059"/>
              <a:gd name="connsiteY71" fmla="*/ 115504 h 146395"/>
              <a:gd name="connsiteX72" fmla="*/ 52470 w 230059"/>
              <a:gd name="connsiteY72" fmla="*/ 114162 h 146395"/>
              <a:gd name="connsiteX73" fmla="*/ 48434 w 230059"/>
              <a:gd name="connsiteY73" fmla="*/ 119534 h 146395"/>
              <a:gd name="connsiteX74" fmla="*/ 44397 w 230059"/>
              <a:gd name="connsiteY74" fmla="*/ 115504 h 146395"/>
              <a:gd name="connsiteX75" fmla="*/ 39016 w 230059"/>
              <a:gd name="connsiteY75" fmla="*/ 118191 h 146395"/>
              <a:gd name="connsiteX76" fmla="*/ 36325 w 230059"/>
              <a:gd name="connsiteY76" fmla="*/ 114162 h 146395"/>
              <a:gd name="connsiteX77" fmla="*/ 28253 w 230059"/>
              <a:gd name="connsiteY77" fmla="*/ 111475 h 146395"/>
              <a:gd name="connsiteX78" fmla="*/ 26908 w 230059"/>
              <a:gd name="connsiteY78" fmla="*/ 108789 h 146395"/>
              <a:gd name="connsiteX79" fmla="*/ 29598 w 230059"/>
              <a:gd name="connsiteY79" fmla="*/ 102074 h 146395"/>
              <a:gd name="connsiteX80" fmla="*/ 22872 w 230059"/>
              <a:gd name="connsiteY80" fmla="*/ 96702 h 146395"/>
              <a:gd name="connsiteX81" fmla="*/ 16145 w 230059"/>
              <a:gd name="connsiteY81" fmla="*/ 94015 h 146395"/>
              <a:gd name="connsiteX82" fmla="*/ 14799 w 230059"/>
              <a:gd name="connsiteY82" fmla="*/ 88643 h 146395"/>
              <a:gd name="connsiteX83" fmla="*/ 6727 w 230059"/>
              <a:gd name="connsiteY83" fmla="*/ 79241 h 146395"/>
              <a:gd name="connsiteX84" fmla="*/ 5381 w 230059"/>
              <a:gd name="connsiteY84" fmla="*/ 75212 h 146395"/>
              <a:gd name="connsiteX85" fmla="*/ 0 w 230059"/>
              <a:gd name="connsiteY85" fmla="*/ 73869 h 146395"/>
              <a:gd name="connsiteX86" fmla="*/ 5381 w 230059"/>
              <a:gd name="connsiteY86" fmla="*/ 68497 h 146395"/>
              <a:gd name="connsiteX87" fmla="*/ 9418 w 230059"/>
              <a:gd name="connsiteY87" fmla="*/ 67154 h 146395"/>
              <a:gd name="connsiteX88" fmla="*/ 12108 w 230059"/>
              <a:gd name="connsiteY88" fmla="*/ 63125 h 146395"/>
              <a:gd name="connsiteX89" fmla="*/ 18835 w 230059"/>
              <a:gd name="connsiteY89" fmla="*/ 63125 h 146395"/>
              <a:gd name="connsiteX90" fmla="*/ 24217 w 230059"/>
              <a:gd name="connsiteY90" fmla="*/ 59095 h 146395"/>
              <a:gd name="connsiteX91" fmla="*/ 24217 w 230059"/>
              <a:gd name="connsiteY91" fmla="*/ 53723 h 146395"/>
              <a:gd name="connsiteX92" fmla="*/ 32289 w 230059"/>
              <a:gd name="connsiteY92" fmla="*/ 40292 h 146395"/>
              <a:gd name="connsiteX93" fmla="*/ 37670 w 230059"/>
              <a:gd name="connsiteY93" fmla="*/ 24175 h 146395"/>
              <a:gd name="connsiteX94" fmla="*/ 44397 w 230059"/>
              <a:gd name="connsiteY94" fmla="*/ 14774 h 146395"/>
              <a:gd name="connsiteX95" fmla="*/ 49779 w 230059"/>
              <a:gd name="connsiteY95" fmla="*/ 13431 h 146395"/>
              <a:gd name="connsiteX96" fmla="*/ 52470 w 230059"/>
              <a:gd name="connsiteY96" fmla="*/ 6715 h 1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30059" h="146395">
                <a:moveTo>
                  <a:pt x="52470" y="5372"/>
                </a:moveTo>
                <a:lnTo>
                  <a:pt x="56506" y="5372"/>
                </a:lnTo>
                <a:lnTo>
                  <a:pt x="60542" y="2686"/>
                </a:lnTo>
                <a:lnTo>
                  <a:pt x="65923" y="2686"/>
                </a:lnTo>
                <a:lnTo>
                  <a:pt x="75341" y="8058"/>
                </a:lnTo>
                <a:lnTo>
                  <a:pt x="82068" y="8058"/>
                </a:lnTo>
                <a:lnTo>
                  <a:pt x="88795" y="10744"/>
                </a:lnTo>
                <a:lnTo>
                  <a:pt x="91485" y="14774"/>
                </a:lnTo>
                <a:lnTo>
                  <a:pt x="96867" y="17460"/>
                </a:lnTo>
                <a:lnTo>
                  <a:pt x="104939" y="14774"/>
                </a:lnTo>
                <a:lnTo>
                  <a:pt x="110321" y="14774"/>
                </a:lnTo>
                <a:lnTo>
                  <a:pt x="114357" y="9401"/>
                </a:lnTo>
                <a:lnTo>
                  <a:pt x="131847" y="6715"/>
                </a:lnTo>
                <a:lnTo>
                  <a:pt x="138574" y="2686"/>
                </a:lnTo>
                <a:lnTo>
                  <a:pt x="154718" y="0"/>
                </a:lnTo>
                <a:lnTo>
                  <a:pt x="157409" y="12088"/>
                </a:lnTo>
                <a:lnTo>
                  <a:pt x="168172" y="21489"/>
                </a:lnTo>
                <a:lnTo>
                  <a:pt x="169518" y="26862"/>
                </a:lnTo>
                <a:lnTo>
                  <a:pt x="182971" y="37606"/>
                </a:lnTo>
                <a:lnTo>
                  <a:pt x="184317" y="44321"/>
                </a:lnTo>
                <a:lnTo>
                  <a:pt x="189698" y="52380"/>
                </a:lnTo>
                <a:lnTo>
                  <a:pt x="188353" y="76555"/>
                </a:lnTo>
                <a:lnTo>
                  <a:pt x="191044" y="83271"/>
                </a:lnTo>
                <a:lnTo>
                  <a:pt x="196425" y="91329"/>
                </a:lnTo>
                <a:lnTo>
                  <a:pt x="203152" y="92672"/>
                </a:lnTo>
                <a:lnTo>
                  <a:pt x="212569" y="92672"/>
                </a:lnTo>
                <a:lnTo>
                  <a:pt x="216606" y="89986"/>
                </a:lnTo>
                <a:lnTo>
                  <a:pt x="224678" y="88643"/>
                </a:lnTo>
                <a:lnTo>
                  <a:pt x="230059" y="92672"/>
                </a:lnTo>
                <a:lnTo>
                  <a:pt x="227369" y="95358"/>
                </a:lnTo>
                <a:lnTo>
                  <a:pt x="230059" y="98044"/>
                </a:lnTo>
                <a:lnTo>
                  <a:pt x="230059" y="100731"/>
                </a:lnTo>
                <a:lnTo>
                  <a:pt x="226023" y="107446"/>
                </a:lnTo>
                <a:lnTo>
                  <a:pt x="220642" y="108789"/>
                </a:lnTo>
                <a:lnTo>
                  <a:pt x="211224" y="110132"/>
                </a:lnTo>
                <a:lnTo>
                  <a:pt x="209879" y="115504"/>
                </a:lnTo>
                <a:lnTo>
                  <a:pt x="207188" y="118191"/>
                </a:lnTo>
                <a:lnTo>
                  <a:pt x="208533" y="122220"/>
                </a:lnTo>
                <a:lnTo>
                  <a:pt x="208533" y="130278"/>
                </a:lnTo>
                <a:lnTo>
                  <a:pt x="205842" y="134308"/>
                </a:lnTo>
                <a:lnTo>
                  <a:pt x="207188" y="141023"/>
                </a:lnTo>
                <a:lnTo>
                  <a:pt x="201806" y="141023"/>
                </a:lnTo>
                <a:lnTo>
                  <a:pt x="200461" y="138337"/>
                </a:lnTo>
                <a:lnTo>
                  <a:pt x="193734" y="135651"/>
                </a:lnTo>
                <a:lnTo>
                  <a:pt x="188353" y="136994"/>
                </a:lnTo>
                <a:lnTo>
                  <a:pt x="185662" y="134308"/>
                </a:lnTo>
                <a:lnTo>
                  <a:pt x="177590" y="130278"/>
                </a:lnTo>
                <a:lnTo>
                  <a:pt x="169518" y="130278"/>
                </a:lnTo>
                <a:lnTo>
                  <a:pt x="162791" y="131621"/>
                </a:lnTo>
                <a:lnTo>
                  <a:pt x="146646" y="138337"/>
                </a:lnTo>
                <a:lnTo>
                  <a:pt x="145301" y="141023"/>
                </a:lnTo>
                <a:lnTo>
                  <a:pt x="138574" y="143709"/>
                </a:lnTo>
                <a:lnTo>
                  <a:pt x="134538" y="146395"/>
                </a:lnTo>
                <a:lnTo>
                  <a:pt x="125120" y="145052"/>
                </a:lnTo>
                <a:lnTo>
                  <a:pt x="121084" y="145052"/>
                </a:lnTo>
                <a:lnTo>
                  <a:pt x="115702" y="142366"/>
                </a:lnTo>
                <a:lnTo>
                  <a:pt x="111666" y="145052"/>
                </a:lnTo>
                <a:lnTo>
                  <a:pt x="106285" y="143709"/>
                </a:lnTo>
                <a:lnTo>
                  <a:pt x="98212" y="146395"/>
                </a:lnTo>
                <a:lnTo>
                  <a:pt x="90140" y="143709"/>
                </a:lnTo>
                <a:lnTo>
                  <a:pt x="87449" y="145052"/>
                </a:lnTo>
                <a:lnTo>
                  <a:pt x="84759" y="141023"/>
                </a:lnTo>
                <a:lnTo>
                  <a:pt x="76687" y="141023"/>
                </a:lnTo>
                <a:lnTo>
                  <a:pt x="71305" y="145052"/>
                </a:lnTo>
                <a:lnTo>
                  <a:pt x="68614" y="141023"/>
                </a:lnTo>
                <a:lnTo>
                  <a:pt x="69960" y="138337"/>
                </a:lnTo>
                <a:lnTo>
                  <a:pt x="69960" y="134308"/>
                </a:lnTo>
                <a:lnTo>
                  <a:pt x="67269" y="131621"/>
                </a:lnTo>
                <a:lnTo>
                  <a:pt x="60542" y="130278"/>
                </a:lnTo>
                <a:lnTo>
                  <a:pt x="59196" y="124906"/>
                </a:lnTo>
                <a:lnTo>
                  <a:pt x="57851" y="120877"/>
                </a:lnTo>
                <a:lnTo>
                  <a:pt x="61887" y="115504"/>
                </a:lnTo>
                <a:lnTo>
                  <a:pt x="52470" y="114162"/>
                </a:lnTo>
                <a:lnTo>
                  <a:pt x="48434" y="119534"/>
                </a:lnTo>
                <a:lnTo>
                  <a:pt x="44397" y="115504"/>
                </a:lnTo>
                <a:lnTo>
                  <a:pt x="39016" y="118191"/>
                </a:lnTo>
                <a:lnTo>
                  <a:pt x="36325" y="114162"/>
                </a:lnTo>
                <a:lnTo>
                  <a:pt x="28253" y="111475"/>
                </a:lnTo>
                <a:lnTo>
                  <a:pt x="26908" y="108789"/>
                </a:lnTo>
                <a:lnTo>
                  <a:pt x="29598" y="102074"/>
                </a:lnTo>
                <a:lnTo>
                  <a:pt x="22872" y="96702"/>
                </a:lnTo>
                <a:lnTo>
                  <a:pt x="16145" y="94015"/>
                </a:lnTo>
                <a:lnTo>
                  <a:pt x="14799" y="88643"/>
                </a:lnTo>
                <a:lnTo>
                  <a:pt x="6727" y="79241"/>
                </a:lnTo>
                <a:lnTo>
                  <a:pt x="5381" y="75212"/>
                </a:lnTo>
                <a:lnTo>
                  <a:pt x="0" y="73869"/>
                </a:lnTo>
                <a:lnTo>
                  <a:pt x="5381" y="68497"/>
                </a:lnTo>
                <a:lnTo>
                  <a:pt x="9418" y="67154"/>
                </a:lnTo>
                <a:lnTo>
                  <a:pt x="12108" y="63125"/>
                </a:lnTo>
                <a:lnTo>
                  <a:pt x="18835" y="63125"/>
                </a:lnTo>
                <a:lnTo>
                  <a:pt x="24217" y="59095"/>
                </a:lnTo>
                <a:lnTo>
                  <a:pt x="24217" y="53723"/>
                </a:lnTo>
                <a:lnTo>
                  <a:pt x="32289" y="40292"/>
                </a:lnTo>
                <a:lnTo>
                  <a:pt x="37670" y="24175"/>
                </a:lnTo>
                <a:lnTo>
                  <a:pt x="44397" y="14774"/>
                </a:lnTo>
                <a:lnTo>
                  <a:pt x="49779" y="13431"/>
                </a:lnTo>
                <a:lnTo>
                  <a:pt x="52470" y="6715"/>
                </a:lnTo>
                <a:close/>
              </a:path>
            </a:pathLst>
          </a:custGeom>
          <a:solidFill>
            <a:srgbClr val="72C3BE"/>
          </a:solidFill>
          <a:ln w="336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395" name="Graphic 5">
            <a:extLst>
              <a:ext uri="{FF2B5EF4-FFF2-40B4-BE49-F238E27FC236}">
                <a16:creationId xmlns:a16="http://schemas.microsoft.com/office/drawing/2014/main" id="{976565E9-99AE-6F2C-8B3A-DC1EE1361EDB}"/>
              </a:ext>
            </a:extLst>
          </p:cNvPr>
          <p:cNvGrpSpPr/>
          <p:nvPr/>
        </p:nvGrpSpPr>
        <p:grpSpPr>
          <a:xfrm>
            <a:off x="9961171" y="4102560"/>
            <a:ext cx="692868" cy="518427"/>
            <a:chOff x="9961171" y="4102560"/>
            <a:chExt cx="692868" cy="518427"/>
          </a:xfrm>
          <a:solidFill>
            <a:srgbClr val="EE7684"/>
          </a:solidFill>
        </p:grpSpPr>
        <p:grpSp>
          <p:nvGrpSpPr>
            <p:cNvPr id="1396" name="Graphic 5">
              <a:extLst>
                <a:ext uri="{FF2B5EF4-FFF2-40B4-BE49-F238E27FC236}">
                  <a16:creationId xmlns:a16="http://schemas.microsoft.com/office/drawing/2014/main" id="{C4BD6C1A-D757-1AA3-CF78-5414AC45607D}"/>
                </a:ext>
              </a:extLst>
            </p:cNvPr>
            <p:cNvGrpSpPr/>
            <p:nvPr/>
          </p:nvGrpSpPr>
          <p:grpSpPr>
            <a:xfrm>
              <a:off x="10394381" y="4102560"/>
              <a:ext cx="259658" cy="389492"/>
              <a:chOff x="10394381" y="4102560"/>
              <a:chExt cx="259658" cy="389492"/>
            </a:xfrm>
            <a:solidFill>
              <a:srgbClr val="EE7684"/>
            </a:solidFill>
          </p:grpSpPr>
          <p:sp>
            <p:nvSpPr>
              <p:cNvPr id="1397" name="Freeform 1396">
                <a:extLst>
                  <a:ext uri="{FF2B5EF4-FFF2-40B4-BE49-F238E27FC236}">
                    <a16:creationId xmlns:a16="http://schemas.microsoft.com/office/drawing/2014/main" id="{DBB793A0-6F68-448A-7CA2-4E1799C44A27}"/>
                  </a:ext>
                </a:extLst>
              </p:cNvPr>
              <p:cNvSpPr/>
              <p:nvPr/>
            </p:nvSpPr>
            <p:spPr>
              <a:xfrm>
                <a:off x="10487213" y="4121364"/>
                <a:ext cx="6726" cy="2686"/>
              </a:xfrm>
              <a:custGeom>
                <a:avLst/>
                <a:gdLst>
                  <a:gd name="connsiteX0" fmla="*/ 0 w 6726"/>
                  <a:gd name="connsiteY0" fmla="*/ 0 h 2686"/>
                  <a:gd name="connsiteX1" fmla="*/ 6727 w 6726"/>
                  <a:gd name="connsiteY1" fmla="*/ 0 h 2686"/>
                  <a:gd name="connsiteX2" fmla="*/ 2691 w 6726"/>
                  <a:gd name="connsiteY2" fmla="*/ 2686 h 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26" h="2686">
                    <a:moveTo>
                      <a:pt x="0" y="0"/>
                    </a:moveTo>
                    <a:lnTo>
                      <a:pt x="6727" y="0"/>
                    </a:lnTo>
                    <a:lnTo>
                      <a:pt x="2691" y="2686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398" name="Freeform 1397">
                <a:extLst>
                  <a:ext uri="{FF2B5EF4-FFF2-40B4-BE49-F238E27FC236}">
                    <a16:creationId xmlns:a16="http://schemas.microsoft.com/office/drawing/2014/main" id="{83EA53FA-B88E-9FF0-E139-D9CFCD7FD4C9}"/>
                  </a:ext>
                </a:extLst>
              </p:cNvPr>
              <p:cNvSpPr/>
              <p:nvPr/>
            </p:nvSpPr>
            <p:spPr>
              <a:xfrm>
                <a:off x="10483177" y="4110619"/>
                <a:ext cx="4035" cy="4029"/>
              </a:xfrm>
              <a:custGeom>
                <a:avLst/>
                <a:gdLst>
                  <a:gd name="connsiteX0" fmla="*/ 1345 w 4035"/>
                  <a:gd name="connsiteY0" fmla="*/ 0 h 4029"/>
                  <a:gd name="connsiteX1" fmla="*/ 4036 w 4035"/>
                  <a:gd name="connsiteY1" fmla="*/ 2686 h 4029"/>
                  <a:gd name="connsiteX2" fmla="*/ 0 w 4035"/>
                  <a:gd name="connsiteY2" fmla="*/ 4029 h 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5" h="4029">
                    <a:moveTo>
                      <a:pt x="1345" y="0"/>
                    </a:moveTo>
                    <a:lnTo>
                      <a:pt x="4036" y="2686"/>
                    </a:lnTo>
                    <a:lnTo>
                      <a:pt x="0" y="402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399" name="Freeform 1398">
                <a:extLst>
                  <a:ext uri="{FF2B5EF4-FFF2-40B4-BE49-F238E27FC236}">
                    <a16:creationId xmlns:a16="http://schemas.microsoft.com/office/drawing/2014/main" id="{43831AC2-A5A6-FAFC-1670-FFA446844840}"/>
                  </a:ext>
                </a:extLst>
              </p:cNvPr>
              <p:cNvSpPr/>
              <p:nvPr/>
            </p:nvSpPr>
            <p:spPr>
              <a:xfrm>
                <a:off x="10491249" y="4102560"/>
                <a:ext cx="4035" cy="6715"/>
              </a:xfrm>
              <a:custGeom>
                <a:avLst/>
                <a:gdLst>
                  <a:gd name="connsiteX0" fmla="*/ 4036 w 4035"/>
                  <a:gd name="connsiteY0" fmla="*/ 0 h 6715"/>
                  <a:gd name="connsiteX1" fmla="*/ 0 w 4035"/>
                  <a:gd name="connsiteY1" fmla="*/ 2686 h 6715"/>
                  <a:gd name="connsiteX2" fmla="*/ 2691 w 4035"/>
                  <a:gd name="connsiteY2" fmla="*/ 6715 h 6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5" h="6715">
                    <a:moveTo>
                      <a:pt x="4036" y="0"/>
                    </a:moveTo>
                    <a:lnTo>
                      <a:pt x="0" y="2686"/>
                    </a:lnTo>
                    <a:lnTo>
                      <a:pt x="2691" y="6715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0" name="Freeform 1399">
                <a:extLst>
                  <a:ext uri="{FF2B5EF4-FFF2-40B4-BE49-F238E27FC236}">
                    <a16:creationId xmlns:a16="http://schemas.microsoft.com/office/drawing/2014/main" id="{D0B78400-140F-B6A5-9001-E08C110AA8AD}"/>
                  </a:ext>
                </a:extLst>
              </p:cNvPr>
              <p:cNvSpPr/>
              <p:nvPr/>
            </p:nvSpPr>
            <p:spPr>
              <a:xfrm>
                <a:off x="10503357" y="4115991"/>
                <a:ext cx="5381" cy="6715"/>
              </a:xfrm>
              <a:custGeom>
                <a:avLst/>
                <a:gdLst>
                  <a:gd name="connsiteX0" fmla="*/ 2691 w 5381"/>
                  <a:gd name="connsiteY0" fmla="*/ 0 h 6715"/>
                  <a:gd name="connsiteX1" fmla="*/ 0 w 5381"/>
                  <a:gd name="connsiteY1" fmla="*/ 4029 h 6715"/>
                  <a:gd name="connsiteX2" fmla="*/ 2691 w 5381"/>
                  <a:gd name="connsiteY2" fmla="*/ 6715 h 6715"/>
                  <a:gd name="connsiteX3" fmla="*/ 5381 w 5381"/>
                  <a:gd name="connsiteY3" fmla="*/ 2686 h 6715"/>
                  <a:gd name="connsiteX4" fmla="*/ 2691 w 5381"/>
                  <a:gd name="connsiteY4" fmla="*/ 0 h 6715"/>
                  <a:gd name="connsiteX5" fmla="*/ 2691 w 5381"/>
                  <a:gd name="connsiteY5" fmla="*/ 0 h 6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81" h="6715">
                    <a:moveTo>
                      <a:pt x="2691" y="0"/>
                    </a:moveTo>
                    <a:lnTo>
                      <a:pt x="0" y="4029"/>
                    </a:lnTo>
                    <a:lnTo>
                      <a:pt x="2691" y="6715"/>
                    </a:lnTo>
                    <a:lnTo>
                      <a:pt x="5381" y="2686"/>
                    </a:lnTo>
                    <a:cubicBezTo>
                      <a:pt x="4036" y="2686"/>
                      <a:pt x="2691" y="0"/>
                      <a:pt x="2691" y="0"/>
                    </a:cubicBezTo>
                    <a:lnTo>
                      <a:pt x="2691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1" name="Freeform 1400">
                <a:extLst>
                  <a:ext uri="{FF2B5EF4-FFF2-40B4-BE49-F238E27FC236}">
                    <a16:creationId xmlns:a16="http://schemas.microsoft.com/office/drawing/2014/main" id="{45F4B830-E011-82B4-D8BF-8AD9495C5780}"/>
                  </a:ext>
                </a:extLst>
              </p:cNvPr>
              <p:cNvSpPr/>
              <p:nvPr/>
            </p:nvSpPr>
            <p:spPr>
              <a:xfrm>
                <a:off x="10454923" y="4129422"/>
                <a:ext cx="127810" cy="173257"/>
              </a:xfrm>
              <a:custGeom>
                <a:avLst/>
                <a:gdLst>
                  <a:gd name="connsiteX0" fmla="*/ 53815 w 127810"/>
                  <a:gd name="connsiteY0" fmla="*/ 118191 h 173257"/>
                  <a:gd name="connsiteX1" fmla="*/ 57852 w 127810"/>
                  <a:gd name="connsiteY1" fmla="*/ 122220 h 173257"/>
                  <a:gd name="connsiteX2" fmla="*/ 60542 w 127810"/>
                  <a:gd name="connsiteY2" fmla="*/ 126249 h 173257"/>
                  <a:gd name="connsiteX3" fmla="*/ 65924 w 127810"/>
                  <a:gd name="connsiteY3" fmla="*/ 128935 h 173257"/>
                  <a:gd name="connsiteX4" fmla="*/ 69960 w 127810"/>
                  <a:gd name="connsiteY4" fmla="*/ 127592 h 173257"/>
                  <a:gd name="connsiteX5" fmla="*/ 71306 w 127810"/>
                  <a:gd name="connsiteY5" fmla="*/ 123563 h 173257"/>
                  <a:gd name="connsiteX6" fmla="*/ 78033 w 127810"/>
                  <a:gd name="connsiteY6" fmla="*/ 118191 h 173257"/>
                  <a:gd name="connsiteX7" fmla="*/ 83414 w 127810"/>
                  <a:gd name="connsiteY7" fmla="*/ 118191 h 173257"/>
                  <a:gd name="connsiteX8" fmla="*/ 91486 w 127810"/>
                  <a:gd name="connsiteY8" fmla="*/ 122220 h 173257"/>
                  <a:gd name="connsiteX9" fmla="*/ 94176 w 127810"/>
                  <a:gd name="connsiteY9" fmla="*/ 128935 h 173257"/>
                  <a:gd name="connsiteX10" fmla="*/ 92831 w 127810"/>
                  <a:gd name="connsiteY10" fmla="*/ 134308 h 173257"/>
                  <a:gd name="connsiteX11" fmla="*/ 95522 w 127810"/>
                  <a:gd name="connsiteY11" fmla="*/ 136994 h 173257"/>
                  <a:gd name="connsiteX12" fmla="*/ 99558 w 127810"/>
                  <a:gd name="connsiteY12" fmla="*/ 134308 h 173257"/>
                  <a:gd name="connsiteX13" fmla="*/ 99558 w 127810"/>
                  <a:gd name="connsiteY13" fmla="*/ 128935 h 173257"/>
                  <a:gd name="connsiteX14" fmla="*/ 100903 w 127810"/>
                  <a:gd name="connsiteY14" fmla="*/ 127592 h 173257"/>
                  <a:gd name="connsiteX15" fmla="*/ 103594 w 127810"/>
                  <a:gd name="connsiteY15" fmla="*/ 132965 h 173257"/>
                  <a:gd name="connsiteX16" fmla="*/ 110321 w 127810"/>
                  <a:gd name="connsiteY16" fmla="*/ 132965 h 173257"/>
                  <a:gd name="connsiteX17" fmla="*/ 115703 w 127810"/>
                  <a:gd name="connsiteY17" fmla="*/ 135651 h 173257"/>
                  <a:gd name="connsiteX18" fmla="*/ 117048 w 127810"/>
                  <a:gd name="connsiteY18" fmla="*/ 138337 h 173257"/>
                  <a:gd name="connsiteX19" fmla="*/ 113012 w 127810"/>
                  <a:gd name="connsiteY19" fmla="*/ 138337 h 173257"/>
                  <a:gd name="connsiteX20" fmla="*/ 110321 w 127810"/>
                  <a:gd name="connsiteY20" fmla="*/ 136994 h 173257"/>
                  <a:gd name="connsiteX21" fmla="*/ 107630 w 127810"/>
                  <a:gd name="connsiteY21" fmla="*/ 138337 h 173257"/>
                  <a:gd name="connsiteX22" fmla="*/ 108976 w 127810"/>
                  <a:gd name="connsiteY22" fmla="*/ 143709 h 173257"/>
                  <a:gd name="connsiteX23" fmla="*/ 111667 w 127810"/>
                  <a:gd name="connsiteY23" fmla="*/ 151768 h 173257"/>
                  <a:gd name="connsiteX24" fmla="*/ 111667 w 127810"/>
                  <a:gd name="connsiteY24" fmla="*/ 155797 h 173257"/>
                  <a:gd name="connsiteX25" fmla="*/ 117048 w 127810"/>
                  <a:gd name="connsiteY25" fmla="*/ 155797 h 173257"/>
                  <a:gd name="connsiteX26" fmla="*/ 121084 w 127810"/>
                  <a:gd name="connsiteY26" fmla="*/ 157140 h 173257"/>
                  <a:gd name="connsiteX27" fmla="*/ 125121 w 127810"/>
                  <a:gd name="connsiteY27" fmla="*/ 157140 h 173257"/>
                  <a:gd name="connsiteX28" fmla="*/ 127811 w 127810"/>
                  <a:gd name="connsiteY28" fmla="*/ 159826 h 173257"/>
                  <a:gd name="connsiteX29" fmla="*/ 125121 w 127810"/>
                  <a:gd name="connsiteY29" fmla="*/ 162512 h 173257"/>
                  <a:gd name="connsiteX30" fmla="*/ 125121 w 127810"/>
                  <a:gd name="connsiteY30" fmla="*/ 165199 h 173257"/>
                  <a:gd name="connsiteX31" fmla="*/ 123775 w 127810"/>
                  <a:gd name="connsiteY31" fmla="*/ 173257 h 173257"/>
                  <a:gd name="connsiteX32" fmla="*/ 119739 w 127810"/>
                  <a:gd name="connsiteY32" fmla="*/ 171914 h 173257"/>
                  <a:gd name="connsiteX33" fmla="*/ 115703 w 127810"/>
                  <a:gd name="connsiteY33" fmla="*/ 166542 h 173257"/>
                  <a:gd name="connsiteX34" fmla="*/ 119739 w 127810"/>
                  <a:gd name="connsiteY34" fmla="*/ 163855 h 173257"/>
                  <a:gd name="connsiteX35" fmla="*/ 119739 w 127810"/>
                  <a:gd name="connsiteY35" fmla="*/ 161169 h 173257"/>
                  <a:gd name="connsiteX36" fmla="*/ 115703 w 127810"/>
                  <a:gd name="connsiteY36" fmla="*/ 159826 h 173257"/>
                  <a:gd name="connsiteX37" fmla="*/ 115703 w 127810"/>
                  <a:gd name="connsiteY37" fmla="*/ 162512 h 173257"/>
                  <a:gd name="connsiteX38" fmla="*/ 110321 w 127810"/>
                  <a:gd name="connsiteY38" fmla="*/ 163855 h 173257"/>
                  <a:gd name="connsiteX39" fmla="*/ 104940 w 127810"/>
                  <a:gd name="connsiteY39" fmla="*/ 157140 h 173257"/>
                  <a:gd name="connsiteX40" fmla="*/ 100903 w 127810"/>
                  <a:gd name="connsiteY40" fmla="*/ 155797 h 173257"/>
                  <a:gd name="connsiteX41" fmla="*/ 100903 w 127810"/>
                  <a:gd name="connsiteY41" fmla="*/ 150425 h 173257"/>
                  <a:gd name="connsiteX42" fmla="*/ 99558 w 127810"/>
                  <a:gd name="connsiteY42" fmla="*/ 145052 h 173257"/>
                  <a:gd name="connsiteX43" fmla="*/ 91486 w 127810"/>
                  <a:gd name="connsiteY43" fmla="*/ 142366 h 173257"/>
                  <a:gd name="connsiteX44" fmla="*/ 88795 w 127810"/>
                  <a:gd name="connsiteY44" fmla="*/ 136994 h 173257"/>
                  <a:gd name="connsiteX45" fmla="*/ 84759 w 127810"/>
                  <a:gd name="connsiteY45" fmla="*/ 134308 h 173257"/>
                  <a:gd name="connsiteX46" fmla="*/ 82068 w 127810"/>
                  <a:gd name="connsiteY46" fmla="*/ 131622 h 173257"/>
                  <a:gd name="connsiteX47" fmla="*/ 79378 w 127810"/>
                  <a:gd name="connsiteY47" fmla="*/ 131622 h 173257"/>
                  <a:gd name="connsiteX48" fmla="*/ 78033 w 127810"/>
                  <a:gd name="connsiteY48" fmla="*/ 132965 h 173257"/>
                  <a:gd name="connsiteX49" fmla="*/ 83414 w 127810"/>
                  <a:gd name="connsiteY49" fmla="*/ 143709 h 173257"/>
                  <a:gd name="connsiteX50" fmla="*/ 86104 w 127810"/>
                  <a:gd name="connsiteY50" fmla="*/ 151768 h 173257"/>
                  <a:gd name="connsiteX51" fmla="*/ 83414 w 127810"/>
                  <a:gd name="connsiteY51" fmla="*/ 151768 h 173257"/>
                  <a:gd name="connsiteX52" fmla="*/ 78033 w 127810"/>
                  <a:gd name="connsiteY52" fmla="*/ 143709 h 173257"/>
                  <a:gd name="connsiteX53" fmla="*/ 72651 w 127810"/>
                  <a:gd name="connsiteY53" fmla="*/ 139680 h 173257"/>
                  <a:gd name="connsiteX54" fmla="*/ 69960 w 127810"/>
                  <a:gd name="connsiteY54" fmla="*/ 135651 h 173257"/>
                  <a:gd name="connsiteX55" fmla="*/ 59197 w 127810"/>
                  <a:gd name="connsiteY55" fmla="*/ 131622 h 173257"/>
                  <a:gd name="connsiteX56" fmla="*/ 53815 w 127810"/>
                  <a:gd name="connsiteY56" fmla="*/ 131622 h 173257"/>
                  <a:gd name="connsiteX57" fmla="*/ 51125 w 127810"/>
                  <a:gd name="connsiteY57" fmla="*/ 135651 h 173257"/>
                  <a:gd name="connsiteX58" fmla="*/ 52470 w 127810"/>
                  <a:gd name="connsiteY58" fmla="*/ 138337 h 173257"/>
                  <a:gd name="connsiteX59" fmla="*/ 48434 w 127810"/>
                  <a:gd name="connsiteY59" fmla="*/ 141023 h 173257"/>
                  <a:gd name="connsiteX60" fmla="*/ 41707 w 127810"/>
                  <a:gd name="connsiteY60" fmla="*/ 135651 h 173257"/>
                  <a:gd name="connsiteX61" fmla="*/ 37671 w 127810"/>
                  <a:gd name="connsiteY61" fmla="*/ 138337 h 173257"/>
                  <a:gd name="connsiteX62" fmla="*/ 33634 w 127810"/>
                  <a:gd name="connsiteY62" fmla="*/ 139680 h 173257"/>
                  <a:gd name="connsiteX63" fmla="*/ 36325 w 127810"/>
                  <a:gd name="connsiteY63" fmla="*/ 135651 h 173257"/>
                  <a:gd name="connsiteX64" fmla="*/ 34980 w 127810"/>
                  <a:gd name="connsiteY64" fmla="*/ 131622 h 173257"/>
                  <a:gd name="connsiteX65" fmla="*/ 30944 w 127810"/>
                  <a:gd name="connsiteY65" fmla="*/ 131622 h 173257"/>
                  <a:gd name="connsiteX66" fmla="*/ 29598 w 127810"/>
                  <a:gd name="connsiteY66" fmla="*/ 136994 h 173257"/>
                  <a:gd name="connsiteX67" fmla="*/ 26908 w 127810"/>
                  <a:gd name="connsiteY67" fmla="*/ 131622 h 173257"/>
                  <a:gd name="connsiteX68" fmla="*/ 26908 w 127810"/>
                  <a:gd name="connsiteY68" fmla="*/ 124906 h 173257"/>
                  <a:gd name="connsiteX69" fmla="*/ 26908 w 127810"/>
                  <a:gd name="connsiteY69" fmla="*/ 122220 h 173257"/>
                  <a:gd name="connsiteX70" fmla="*/ 29598 w 127810"/>
                  <a:gd name="connsiteY70" fmla="*/ 119534 h 173257"/>
                  <a:gd name="connsiteX71" fmla="*/ 34980 w 127810"/>
                  <a:gd name="connsiteY71" fmla="*/ 111475 h 173257"/>
                  <a:gd name="connsiteX72" fmla="*/ 30944 w 127810"/>
                  <a:gd name="connsiteY72" fmla="*/ 108789 h 173257"/>
                  <a:gd name="connsiteX73" fmla="*/ 25562 w 127810"/>
                  <a:gd name="connsiteY73" fmla="*/ 107446 h 173257"/>
                  <a:gd name="connsiteX74" fmla="*/ 24217 w 127810"/>
                  <a:gd name="connsiteY74" fmla="*/ 111475 h 173257"/>
                  <a:gd name="connsiteX75" fmla="*/ 28253 w 127810"/>
                  <a:gd name="connsiteY75" fmla="*/ 114162 h 173257"/>
                  <a:gd name="connsiteX76" fmla="*/ 24217 w 127810"/>
                  <a:gd name="connsiteY76" fmla="*/ 118191 h 173257"/>
                  <a:gd name="connsiteX77" fmla="*/ 21527 w 127810"/>
                  <a:gd name="connsiteY77" fmla="*/ 118191 h 173257"/>
                  <a:gd name="connsiteX78" fmla="*/ 16145 w 127810"/>
                  <a:gd name="connsiteY78" fmla="*/ 111475 h 173257"/>
                  <a:gd name="connsiteX79" fmla="*/ 16145 w 127810"/>
                  <a:gd name="connsiteY79" fmla="*/ 106103 h 173257"/>
                  <a:gd name="connsiteX80" fmla="*/ 13454 w 127810"/>
                  <a:gd name="connsiteY80" fmla="*/ 104760 h 173257"/>
                  <a:gd name="connsiteX81" fmla="*/ 12109 w 127810"/>
                  <a:gd name="connsiteY81" fmla="*/ 106103 h 173257"/>
                  <a:gd name="connsiteX82" fmla="*/ 9418 w 127810"/>
                  <a:gd name="connsiteY82" fmla="*/ 104760 h 173257"/>
                  <a:gd name="connsiteX83" fmla="*/ 9418 w 127810"/>
                  <a:gd name="connsiteY83" fmla="*/ 95359 h 173257"/>
                  <a:gd name="connsiteX84" fmla="*/ 5382 w 127810"/>
                  <a:gd name="connsiteY84" fmla="*/ 88643 h 173257"/>
                  <a:gd name="connsiteX85" fmla="*/ 4037 w 127810"/>
                  <a:gd name="connsiteY85" fmla="*/ 80585 h 173257"/>
                  <a:gd name="connsiteX86" fmla="*/ 5382 w 127810"/>
                  <a:gd name="connsiteY86" fmla="*/ 77899 h 173257"/>
                  <a:gd name="connsiteX87" fmla="*/ 5382 w 127810"/>
                  <a:gd name="connsiteY87" fmla="*/ 75212 h 173257"/>
                  <a:gd name="connsiteX88" fmla="*/ 1346 w 127810"/>
                  <a:gd name="connsiteY88" fmla="*/ 75212 h 173257"/>
                  <a:gd name="connsiteX89" fmla="*/ 0 w 127810"/>
                  <a:gd name="connsiteY89" fmla="*/ 69840 h 173257"/>
                  <a:gd name="connsiteX90" fmla="*/ 1346 w 127810"/>
                  <a:gd name="connsiteY90" fmla="*/ 63125 h 173257"/>
                  <a:gd name="connsiteX91" fmla="*/ 5382 w 127810"/>
                  <a:gd name="connsiteY91" fmla="*/ 68497 h 173257"/>
                  <a:gd name="connsiteX92" fmla="*/ 9418 w 127810"/>
                  <a:gd name="connsiteY92" fmla="*/ 68497 h 173257"/>
                  <a:gd name="connsiteX93" fmla="*/ 13454 w 127810"/>
                  <a:gd name="connsiteY93" fmla="*/ 67154 h 173257"/>
                  <a:gd name="connsiteX94" fmla="*/ 13454 w 127810"/>
                  <a:gd name="connsiteY94" fmla="*/ 63125 h 173257"/>
                  <a:gd name="connsiteX95" fmla="*/ 9418 w 127810"/>
                  <a:gd name="connsiteY95" fmla="*/ 55066 h 173257"/>
                  <a:gd name="connsiteX96" fmla="*/ 10764 w 127810"/>
                  <a:gd name="connsiteY96" fmla="*/ 48351 h 173257"/>
                  <a:gd name="connsiteX97" fmla="*/ 14800 w 127810"/>
                  <a:gd name="connsiteY97" fmla="*/ 36263 h 173257"/>
                  <a:gd name="connsiteX98" fmla="*/ 14800 w 127810"/>
                  <a:gd name="connsiteY98" fmla="*/ 25519 h 173257"/>
                  <a:gd name="connsiteX99" fmla="*/ 12109 w 127810"/>
                  <a:gd name="connsiteY99" fmla="*/ 18803 h 173257"/>
                  <a:gd name="connsiteX100" fmla="*/ 17491 w 127810"/>
                  <a:gd name="connsiteY100" fmla="*/ 8059 h 173257"/>
                  <a:gd name="connsiteX101" fmla="*/ 18836 w 127810"/>
                  <a:gd name="connsiteY101" fmla="*/ 2686 h 173257"/>
                  <a:gd name="connsiteX102" fmla="*/ 25562 w 127810"/>
                  <a:gd name="connsiteY102" fmla="*/ 0 h 173257"/>
                  <a:gd name="connsiteX103" fmla="*/ 36325 w 127810"/>
                  <a:gd name="connsiteY103" fmla="*/ 1343 h 173257"/>
                  <a:gd name="connsiteX104" fmla="*/ 40361 w 127810"/>
                  <a:gd name="connsiteY104" fmla="*/ 6715 h 173257"/>
                  <a:gd name="connsiteX105" fmla="*/ 44398 w 127810"/>
                  <a:gd name="connsiteY105" fmla="*/ 9401 h 173257"/>
                  <a:gd name="connsiteX106" fmla="*/ 45743 w 127810"/>
                  <a:gd name="connsiteY106" fmla="*/ 6715 h 173257"/>
                  <a:gd name="connsiteX107" fmla="*/ 52470 w 127810"/>
                  <a:gd name="connsiteY107" fmla="*/ 6715 h 173257"/>
                  <a:gd name="connsiteX108" fmla="*/ 56506 w 127810"/>
                  <a:gd name="connsiteY108" fmla="*/ 2686 h 173257"/>
                  <a:gd name="connsiteX109" fmla="*/ 56506 w 127810"/>
                  <a:gd name="connsiteY109" fmla="*/ 1343 h 173257"/>
                  <a:gd name="connsiteX110" fmla="*/ 59197 w 127810"/>
                  <a:gd name="connsiteY110" fmla="*/ 0 h 173257"/>
                  <a:gd name="connsiteX111" fmla="*/ 61888 w 127810"/>
                  <a:gd name="connsiteY111" fmla="*/ 4029 h 173257"/>
                  <a:gd name="connsiteX112" fmla="*/ 61888 w 127810"/>
                  <a:gd name="connsiteY112" fmla="*/ 8059 h 173257"/>
                  <a:gd name="connsiteX113" fmla="*/ 59197 w 127810"/>
                  <a:gd name="connsiteY113" fmla="*/ 12088 h 173257"/>
                  <a:gd name="connsiteX114" fmla="*/ 57852 w 127810"/>
                  <a:gd name="connsiteY114" fmla="*/ 21489 h 173257"/>
                  <a:gd name="connsiteX115" fmla="*/ 63233 w 127810"/>
                  <a:gd name="connsiteY115" fmla="*/ 29548 h 173257"/>
                  <a:gd name="connsiteX116" fmla="*/ 65924 w 127810"/>
                  <a:gd name="connsiteY116" fmla="*/ 30891 h 173257"/>
                  <a:gd name="connsiteX117" fmla="*/ 67269 w 127810"/>
                  <a:gd name="connsiteY117" fmla="*/ 37606 h 173257"/>
                  <a:gd name="connsiteX118" fmla="*/ 69960 w 127810"/>
                  <a:gd name="connsiteY118" fmla="*/ 40292 h 173257"/>
                  <a:gd name="connsiteX119" fmla="*/ 67269 w 127810"/>
                  <a:gd name="connsiteY119" fmla="*/ 52380 h 173257"/>
                  <a:gd name="connsiteX120" fmla="*/ 64579 w 127810"/>
                  <a:gd name="connsiteY120" fmla="*/ 60438 h 173257"/>
                  <a:gd name="connsiteX121" fmla="*/ 65924 w 127810"/>
                  <a:gd name="connsiteY121" fmla="*/ 65811 h 173257"/>
                  <a:gd name="connsiteX122" fmla="*/ 61888 w 127810"/>
                  <a:gd name="connsiteY122" fmla="*/ 73869 h 173257"/>
                  <a:gd name="connsiteX123" fmla="*/ 61888 w 127810"/>
                  <a:gd name="connsiteY123" fmla="*/ 71183 h 173257"/>
                  <a:gd name="connsiteX124" fmla="*/ 63233 w 127810"/>
                  <a:gd name="connsiteY124" fmla="*/ 67154 h 173257"/>
                  <a:gd name="connsiteX125" fmla="*/ 59197 w 127810"/>
                  <a:gd name="connsiteY125" fmla="*/ 68497 h 173257"/>
                  <a:gd name="connsiteX126" fmla="*/ 51125 w 127810"/>
                  <a:gd name="connsiteY126" fmla="*/ 76555 h 173257"/>
                  <a:gd name="connsiteX127" fmla="*/ 49779 w 127810"/>
                  <a:gd name="connsiteY127" fmla="*/ 80585 h 173257"/>
                  <a:gd name="connsiteX128" fmla="*/ 49779 w 127810"/>
                  <a:gd name="connsiteY128" fmla="*/ 87300 h 173257"/>
                  <a:gd name="connsiteX129" fmla="*/ 48434 w 127810"/>
                  <a:gd name="connsiteY129" fmla="*/ 91329 h 173257"/>
                  <a:gd name="connsiteX130" fmla="*/ 47088 w 127810"/>
                  <a:gd name="connsiteY130" fmla="*/ 96702 h 173257"/>
                  <a:gd name="connsiteX131" fmla="*/ 49779 w 127810"/>
                  <a:gd name="connsiteY131" fmla="*/ 99388 h 173257"/>
                  <a:gd name="connsiteX132" fmla="*/ 52470 w 127810"/>
                  <a:gd name="connsiteY132" fmla="*/ 106103 h 173257"/>
                  <a:gd name="connsiteX133" fmla="*/ 55161 w 127810"/>
                  <a:gd name="connsiteY133" fmla="*/ 110132 h 173257"/>
                  <a:gd name="connsiteX134" fmla="*/ 53815 w 127810"/>
                  <a:gd name="connsiteY134" fmla="*/ 112819 h 173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</a:cxnLst>
                <a:rect l="l" t="t" r="r" b="b"/>
                <a:pathLst>
                  <a:path w="127810" h="173257">
                    <a:moveTo>
                      <a:pt x="53815" y="118191"/>
                    </a:moveTo>
                    <a:lnTo>
                      <a:pt x="57852" y="122220"/>
                    </a:lnTo>
                    <a:lnTo>
                      <a:pt x="60542" y="126249"/>
                    </a:lnTo>
                    <a:lnTo>
                      <a:pt x="65924" y="128935"/>
                    </a:lnTo>
                    <a:lnTo>
                      <a:pt x="69960" y="127592"/>
                    </a:lnTo>
                    <a:lnTo>
                      <a:pt x="71306" y="123563"/>
                    </a:lnTo>
                    <a:lnTo>
                      <a:pt x="78033" y="118191"/>
                    </a:lnTo>
                    <a:lnTo>
                      <a:pt x="83414" y="118191"/>
                    </a:lnTo>
                    <a:lnTo>
                      <a:pt x="91486" y="122220"/>
                    </a:lnTo>
                    <a:lnTo>
                      <a:pt x="94176" y="128935"/>
                    </a:lnTo>
                    <a:lnTo>
                      <a:pt x="92831" y="134308"/>
                    </a:lnTo>
                    <a:lnTo>
                      <a:pt x="95522" y="136994"/>
                    </a:lnTo>
                    <a:lnTo>
                      <a:pt x="99558" y="134308"/>
                    </a:lnTo>
                    <a:lnTo>
                      <a:pt x="99558" y="128935"/>
                    </a:lnTo>
                    <a:lnTo>
                      <a:pt x="100903" y="127592"/>
                    </a:lnTo>
                    <a:lnTo>
                      <a:pt x="103594" y="132965"/>
                    </a:lnTo>
                    <a:lnTo>
                      <a:pt x="110321" y="132965"/>
                    </a:lnTo>
                    <a:lnTo>
                      <a:pt x="115703" y="135651"/>
                    </a:lnTo>
                    <a:lnTo>
                      <a:pt x="117048" y="138337"/>
                    </a:lnTo>
                    <a:lnTo>
                      <a:pt x="113012" y="138337"/>
                    </a:lnTo>
                    <a:lnTo>
                      <a:pt x="110321" y="136994"/>
                    </a:lnTo>
                    <a:lnTo>
                      <a:pt x="107630" y="138337"/>
                    </a:lnTo>
                    <a:lnTo>
                      <a:pt x="108976" y="143709"/>
                    </a:lnTo>
                    <a:lnTo>
                      <a:pt x="111667" y="151768"/>
                    </a:lnTo>
                    <a:lnTo>
                      <a:pt x="111667" y="155797"/>
                    </a:lnTo>
                    <a:lnTo>
                      <a:pt x="117048" y="155797"/>
                    </a:lnTo>
                    <a:lnTo>
                      <a:pt x="121084" y="157140"/>
                    </a:lnTo>
                    <a:lnTo>
                      <a:pt x="125121" y="157140"/>
                    </a:lnTo>
                    <a:lnTo>
                      <a:pt x="127811" y="159826"/>
                    </a:lnTo>
                    <a:lnTo>
                      <a:pt x="125121" y="162512"/>
                    </a:lnTo>
                    <a:lnTo>
                      <a:pt x="125121" y="165199"/>
                    </a:lnTo>
                    <a:lnTo>
                      <a:pt x="123775" y="173257"/>
                    </a:lnTo>
                    <a:lnTo>
                      <a:pt x="119739" y="171914"/>
                    </a:lnTo>
                    <a:lnTo>
                      <a:pt x="115703" y="166542"/>
                    </a:lnTo>
                    <a:lnTo>
                      <a:pt x="119739" y="163855"/>
                    </a:lnTo>
                    <a:lnTo>
                      <a:pt x="119739" y="161169"/>
                    </a:lnTo>
                    <a:lnTo>
                      <a:pt x="115703" y="159826"/>
                    </a:lnTo>
                    <a:lnTo>
                      <a:pt x="115703" y="162512"/>
                    </a:lnTo>
                    <a:lnTo>
                      <a:pt x="110321" y="163855"/>
                    </a:lnTo>
                    <a:lnTo>
                      <a:pt x="104940" y="157140"/>
                    </a:lnTo>
                    <a:lnTo>
                      <a:pt x="100903" y="155797"/>
                    </a:lnTo>
                    <a:lnTo>
                      <a:pt x="100903" y="150425"/>
                    </a:lnTo>
                    <a:lnTo>
                      <a:pt x="99558" y="145052"/>
                    </a:lnTo>
                    <a:lnTo>
                      <a:pt x="91486" y="142366"/>
                    </a:lnTo>
                    <a:lnTo>
                      <a:pt x="88795" y="136994"/>
                    </a:lnTo>
                    <a:lnTo>
                      <a:pt x="84759" y="134308"/>
                    </a:lnTo>
                    <a:lnTo>
                      <a:pt x="82068" y="131622"/>
                    </a:lnTo>
                    <a:lnTo>
                      <a:pt x="79378" y="131622"/>
                    </a:lnTo>
                    <a:lnTo>
                      <a:pt x="78033" y="132965"/>
                    </a:lnTo>
                    <a:lnTo>
                      <a:pt x="83414" y="143709"/>
                    </a:lnTo>
                    <a:lnTo>
                      <a:pt x="86104" y="151768"/>
                    </a:lnTo>
                    <a:lnTo>
                      <a:pt x="83414" y="151768"/>
                    </a:lnTo>
                    <a:lnTo>
                      <a:pt x="78033" y="143709"/>
                    </a:lnTo>
                    <a:lnTo>
                      <a:pt x="72651" y="139680"/>
                    </a:lnTo>
                    <a:lnTo>
                      <a:pt x="69960" y="135651"/>
                    </a:lnTo>
                    <a:lnTo>
                      <a:pt x="59197" y="131622"/>
                    </a:lnTo>
                    <a:lnTo>
                      <a:pt x="53815" y="131622"/>
                    </a:lnTo>
                    <a:lnTo>
                      <a:pt x="51125" y="135651"/>
                    </a:lnTo>
                    <a:lnTo>
                      <a:pt x="52470" y="138337"/>
                    </a:lnTo>
                    <a:lnTo>
                      <a:pt x="48434" y="141023"/>
                    </a:lnTo>
                    <a:lnTo>
                      <a:pt x="41707" y="135651"/>
                    </a:lnTo>
                    <a:lnTo>
                      <a:pt x="37671" y="138337"/>
                    </a:lnTo>
                    <a:lnTo>
                      <a:pt x="33634" y="139680"/>
                    </a:lnTo>
                    <a:lnTo>
                      <a:pt x="36325" y="135651"/>
                    </a:lnTo>
                    <a:lnTo>
                      <a:pt x="34980" y="131622"/>
                    </a:lnTo>
                    <a:lnTo>
                      <a:pt x="30944" y="131622"/>
                    </a:lnTo>
                    <a:lnTo>
                      <a:pt x="29598" y="136994"/>
                    </a:lnTo>
                    <a:lnTo>
                      <a:pt x="26908" y="131622"/>
                    </a:lnTo>
                    <a:lnTo>
                      <a:pt x="26908" y="124906"/>
                    </a:lnTo>
                    <a:lnTo>
                      <a:pt x="26908" y="122220"/>
                    </a:lnTo>
                    <a:lnTo>
                      <a:pt x="29598" y="119534"/>
                    </a:lnTo>
                    <a:lnTo>
                      <a:pt x="34980" y="111475"/>
                    </a:lnTo>
                    <a:lnTo>
                      <a:pt x="30944" y="108789"/>
                    </a:lnTo>
                    <a:lnTo>
                      <a:pt x="25562" y="107446"/>
                    </a:lnTo>
                    <a:lnTo>
                      <a:pt x="24217" y="111475"/>
                    </a:lnTo>
                    <a:lnTo>
                      <a:pt x="28253" y="114162"/>
                    </a:lnTo>
                    <a:lnTo>
                      <a:pt x="24217" y="118191"/>
                    </a:lnTo>
                    <a:lnTo>
                      <a:pt x="21527" y="118191"/>
                    </a:lnTo>
                    <a:lnTo>
                      <a:pt x="16145" y="111475"/>
                    </a:lnTo>
                    <a:lnTo>
                      <a:pt x="16145" y="106103"/>
                    </a:lnTo>
                    <a:lnTo>
                      <a:pt x="13454" y="104760"/>
                    </a:lnTo>
                    <a:lnTo>
                      <a:pt x="12109" y="106103"/>
                    </a:lnTo>
                    <a:lnTo>
                      <a:pt x="9418" y="104760"/>
                    </a:lnTo>
                    <a:lnTo>
                      <a:pt x="9418" y="95359"/>
                    </a:lnTo>
                    <a:lnTo>
                      <a:pt x="5382" y="88643"/>
                    </a:lnTo>
                    <a:lnTo>
                      <a:pt x="4037" y="80585"/>
                    </a:lnTo>
                    <a:lnTo>
                      <a:pt x="5382" y="77899"/>
                    </a:lnTo>
                    <a:lnTo>
                      <a:pt x="5382" y="75212"/>
                    </a:lnTo>
                    <a:lnTo>
                      <a:pt x="1346" y="75212"/>
                    </a:lnTo>
                    <a:lnTo>
                      <a:pt x="0" y="69840"/>
                    </a:lnTo>
                    <a:lnTo>
                      <a:pt x="1346" y="63125"/>
                    </a:lnTo>
                    <a:lnTo>
                      <a:pt x="5382" y="68497"/>
                    </a:lnTo>
                    <a:lnTo>
                      <a:pt x="9418" y="68497"/>
                    </a:lnTo>
                    <a:lnTo>
                      <a:pt x="13454" y="67154"/>
                    </a:lnTo>
                    <a:lnTo>
                      <a:pt x="13454" y="63125"/>
                    </a:lnTo>
                    <a:lnTo>
                      <a:pt x="9418" y="55066"/>
                    </a:lnTo>
                    <a:lnTo>
                      <a:pt x="10764" y="48351"/>
                    </a:lnTo>
                    <a:lnTo>
                      <a:pt x="14800" y="36263"/>
                    </a:lnTo>
                    <a:lnTo>
                      <a:pt x="14800" y="25519"/>
                    </a:lnTo>
                    <a:lnTo>
                      <a:pt x="12109" y="18803"/>
                    </a:lnTo>
                    <a:lnTo>
                      <a:pt x="17491" y="8059"/>
                    </a:lnTo>
                    <a:lnTo>
                      <a:pt x="18836" y="2686"/>
                    </a:lnTo>
                    <a:lnTo>
                      <a:pt x="25562" y="0"/>
                    </a:lnTo>
                    <a:lnTo>
                      <a:pt x="36325" y="1343"/>
                    </a:lnTo>
                    <a:lnTo>
                      <a:pt x="40361" y="6715"/>
                    </a:lnTo>
                    <a:lnTo>
                      <a:pt x="44398" y="9401"/>
                    </a:lnTo>
                    <a:lnTo>
                      <a:pt x="45743" y="6715"/>
                    </a:lnTo>
                    <a:lnTo>
                      <a:pt x="52470" y="6715"/>
                    </a:lnTo>
                    <a:lnTo>
                      <a:pt x="56506" y="2686"/>
                    </a:lnTo>
                    <a:lnTo>
                      <a:pt x="56506" y="1343"/>
                    </a:lnTo>
                    <a:lnTo>
                      <a:pt x="59197" y="0"/>
                    </a:lnTo>
                    <a:lnTo>
                      <a:pt x="61888" y="4029"/>
                    </a:lnTo>
                    <a:lnTo>
                      <a:pt x="61888" y="8059"/>
                    </a:lnTo>
                    <a:lnTo>
                      <a:pt x="59197" y="12088"/>
                    </a:lnTo>
                    <a:lnTo>
                      <a:pt x="57852" y="21489"/>
                    </a:lnTo>
                    <a:lnTo>
                      <a:pt x="63233" y="29548"/>
                    </a:lnTo>
                    <a:lnTo>
                      <a:pt x="65924" y="30891"/>
                    </a:lnTo>
                    <a:lnTo>
                      <a:pt x="67269" y="37606"/>
                    </a:lnTo>
                    <a:lnTo>
                      <a:pt x="69960" y="40292"/>
                    </a:lnTo>
                    <a:lnTo>
                      <a:pt x="67269" y="52380"/>
                    </a:lnTo>
                    <a:lnTo>
                      <a:pt x="64579" y="60438"/>
                    </a:lnTo>
                    <a:lnTo>
                      <a:pt x="65924" y="65811"/>
                    </a:lnTo>
                    <a:lnTo>
                      <a:pt x="61888" y="73869"/>
                    </a:lnTo>
                    <a:lnTo>
                      <a:pt x="61888" y="71183"/>
                    </a:lnTo>
                    <a:lnTo>
                      <a:pt x="63233" y="67154"/>
                    </a:lnTo>
                    <a:lnTo>
                      <a:pt x="59197" y="68497"/>
                    </a:lnTo>
                    <a:lnTo>
                      <a:pt x="51125" y="76555"/>
                    </a:lnTo>
                    <a:lnTo>
                      <a:pt x="49779" y="80585"/>
                    </a:lnTo>
                    <a:lnTo>
                      <a:pt x="49779" y="87300"/>
                    </a:lnTo>
                    <a:lnTo>
                      <a:pt x="48434" y="91329"/>
                    </a:lnTo>
                    <a:lnTo>
                      <a:pt x="47088" y="96702"/>
                    </a:lnTo>
                    <a:lnTo>
                      <a:pt x="49779" y="99388"/>
                    </a:lnTo>
                    <a:lnTo>
                      <a:pt x="52470" y="106103"/>
                    </a:lnTo>
                    <a:lnTo>
                      <a:pt x="55161" y="110132"/>
                    </a:lnTo>
                    <a:lnTo>
                      <a:pt x="53815" y="11281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2" name="Freeform 1401">
                <a:extLst>
                  <a:ext uri="{FF2B5EF4-FFF2-40B4-BE49-F238E27FC236}">
                    <a16:creationId xmlns:a16="http://schemas.microsoft.com/office/drawing/2014/main" id="{19678EC1-47B6-A386-CDD6-9EA1D04CCFD7}"/>
                  </a:ext>
                </a:extLst>
              </p:cNvPr>
              <p:cNvSpPr/>
              <p:nvPr/>
            </p:nvSpPr>
            <p:spPr>
              <a:xfrm>
                <a:off x="10518156" y="4250299"/>
                <a:ext cx="4035" cy="5372"/>
              </a:xfrm>
              <a:custGeom>
                <a:avLst/>
                <a:gdLst>
                  <a:gd name="connsiteX0" fmla="*/ 0 w 4035"/>
                  <a:gd name="connsiteY0" fmla="*/ 0 h 5372"/>
                  <a:gd name="connsiteX1" fmla="*/ 1346 w 4035"/>
                  <a:gd name="connsiteY1" fmla="*/ 4029 h 5372"/>
                  <a:gd name="connsiteX2" fmla="*/ 4036 w 4035"/>
                  <a:gd name="connsiteY2" fmla="*/ 5372 h 5372"/>
                  <a:gd name="connsiteX3" fmla="*/ 4036 w 4035"/>
                  <a:gd name="connsiteY3" fmla="*/ 1343 h 5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35" h="5372">
                    <a:moveTo>
                      <a:pt x="0" y="0"/>
                    </a:moveTo>
                    <a:lnTo>
                      <a:pt x="1346" y="4029"/>
                    </a:lnTo>
                    <a:lnTo>
                      <a:pt x="4036" y="5372"/>
                    </a:lnTo>
                    <a:lnTo>
                      <a:pt x="4036" y="134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3" name="Freeform 1402">
                <a:extLst>
                  <a:ext uri="{FF2B5EF4-FFF2-40B4-BE49-F238E27FC236}">
                    <a16:creationId xmlns:a16="http://schemas.microsoft.com/office/drawing/2014/main" id="{6D101F1A-63FF-6CD4-5BE5-476F750211E5}"/>
                  </a:ext>
                </a:extLst>
              </p:cNvPr>
              <p:cNvSpPr/>
              <p:nvPr/>
            </p:nvSpPr>
            <p:spPr>
              <a:xfrm>
                <a:off x="10514120" y="4226123"/>
                <a:ext cx="9417" cy="16117"/>
              </a:xfrm>
              <a:custGeom>
                <a:avLst/>
                <a:gdLst>
                  <a:gd name="connsiteX0" fmla="*/ 0 w 9417"/>
                  <a:gd name="connsiteY0" fmla="*/ 4029 h 16117"/>
                  <a:gd name="connsiteX1" fmla="*/ 2691 w 9417"/>
                  <a:gd name="connsiteY1" fmla="*/ 10745 h 16117"/>
                  <a:gd name="connsiteX2" fmla="*/ 1345 w 9417"/>
                  <a:gd name="connsiteY2" fmla="*/ 13431 h 16117"/>
                  <a:gd name="connsiteX3" fmla="*/ 2691 w 9417"/>
                  <a:gd name="connsiteY3" fmla="*/ 16117 h 16117"/>
                  <a:gd name="connsiteX4" fmla="*/ 5382 w 9417"/>
                  <a:gd name="connsiteY4" fmla="*/ 13431 h 16117"/>
                  <a:gd name="connsiteX5" fmla="*/ 6727 w 9417"/>
                  <a:gd name="connsiteY5" fmla="*/ 5372 h 16117"/>
                  <a:gd name="connsiteX6" fmla="*/ 9418 w 9417"/>
                  <a:gd name="connsiteY6" fmla="*/ 2686 h 16117"/>
                  <a:gd name="connsiteX7" fmla="*/ 5382 w 9417"/>
                  <a:gd name="connsiteY7" fmla="*/ 0 h 16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17" h="16117">
                    <a:moveTo>
                      <a:pt x="0" y="4029"/>
                    </a:moveTo>
                    <a:lnTo>
                      <a:pt x="2691" y="10745"/>
                    </a:lnTo>
                    <a:lnTo>
                      <a:pt x="1345" y="13431"/>
                    </a:lnTo>
                    <a:lnTo>
                      <a:pt x="2691" y="16117"/>
                    </a:lnTo>
                    <a:lnTo>
                      <a:pt x="5382" y="13431"/>
                    </a:lnTo>
                    <a:lnTo>
                      <a:pt x="6727" y="5372"/>
                    </a:lnTo>
                    <a:lnTo>
                      <a:pt x="9418" y="2686"/>
                    </a:lnTo>
                    <a:lnTo>
                      <a:pt x="5382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4" name="Freeform 1403">
                <a:extLst>
                  <a:ext uri="{FF2B5EF4-FFF2-40B4-BE49-F238E27FC236}">
                    <a16:creationId xmlns:a16="http://schemas.microsoft.com/office/drawing/2014/main" id="{4AB21F35-6674-6DDA-D1A7-87BCE01517C9}"/>
                  </a:ext>
                </a:extLst>
              </p:cNvPr>
              <p:cNvSpPr/>
              <p:nvPr/>
            </p:nvSpPr>
            <p:spPr>
              <a:xfrm>
                <a:off x="10467032" y="4262387"/>
                <a:ext cx="9417" cy="6715"/>
              </a:xfrm>
              <a:custGeom>
                <a:avLst/>
                <a:gdLst>
                  <a:gd name="connsiteX0" fmla="*/ 0 w 9417"/>
                  <a:gd name="connsiteY0" fmla="*/ 0 h 6715"/>
                  <a:gd name="connsiteX1" fmla="*/ 1345 w 9417"/>
                  <a:gd name="connsiteY1" fmla="*/ 4029 h 6715"/>
                  <a:gd name="connsiteX2" fmla="*/ 8072 w 9417"/>
                  <a:gd name="connsiteY2" fmla="*/ 6715 h 6715"/>
                  <a:gd name="connsiteX3" fmla="*/ 9418 w 9417"/>
                  <a:gd name="connsiteY3" fmla="*/ 5372 h 6715"/>
                  <a:gd name="connsiteX4" fmla="*/ 4036 w 9417"/>
                  <a:gd name="connsiteY4" fmla="*/ 0 h 6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17" h="6715">
                    <a:moveTo>
                      <a:pt x="0" y="0"/>
                    </a:moveTo>
                    <a:lnTo>
                      <a:pt x="1345" y="4029"/>
                    </a:lnTo>
                    <a:lnTo>
                      <a:pt x="8072" y="6715"/>
                    </a:lnTo>
                    <a:lnTo>
                      <a:pt x="9418" y="5372"/>
                    </a:lnTo>
                    <a:lnTo>
                      <a:pt x="4036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5" name="Freeform 1404">
                <a:extLst>
                  <a:ext uri="{FF2B5EF4-FFF2-40B4-BE49-F238E27FC236}">
                    <a16:creationId xmlns:a16="http://schemas.microsoft.com/office/drawing/2014/main" id="{3333317A-5DBC-3497-688D-1C624EB3489C}"/>
                  </a:ext>
                </a:extLst>
              </p:cNvPr>
              <p:cNvSpPr/>
              <p:nvPr/>
            </p:nvSpPr>
            <p:spPr>
              <a:xfrm>
                <a:off x="10476450" y="4271788"/>
                <a:ext cx="33634" cy="38949"/>
              </a:xfrm>
              <a:custGeom>
                <a:avLst/>
                <a:gdLst>
                  <a:gd name="connsiteX0" fmla="*/ 0 w 33634"/>
                  <a:gd name="connsiteY0" fmla="*/ 2686 h 38949"/>
                  <a:gd name="connsiteX1" fmla="*/ 1345 w 33634"/>
                  <a:gd name="connsiteY1" fmla="*/ 5372 h 38949"/>
                  <a:gd name="connsiteX2" fmla="*/ 4036 w 33634"/>
                  <a:gd name="connsiteY2" fmla="*/ 4029 h 38949"/>
                  <a:gd name="connsiteX3" fmla="*/ 6727 w 33634"/>
                  <a:gd name="connsiteY3" fmla="*/ 10745 h 38949"/>
                  <a:gd name="connsiteX4" fmla="*/ 9418 w 33634"/>
                  <a:gd name="connsiteY4" fmla="*/ 12088 h 38949"/>
                  <a:gd name="connsiteX5" fmla="*/ 13454 w 33634"/>
                  <a:gd name="connsiteY5" fmla="*/ 16117 h 38949"/>
                  <a:gd name="connsiteX6" fmla="*/ 13454 w 33634"/>
                  <a:gd name="connsiteY6" fmla="*/ 24175 h 38949"/>
                  <a:gd name="connsiteX7" fmla="*/ 17490 w 33634"/>
                  <a:gd name="connsiteY7" fmla="*/ 26862 h 38949"/>
                  <a:gd name="connsiteX8" fmla="*/ 17490 w 33634"/>
                  <a:gd name="connsiteY8" fmla="*/ 32234 h 38949"/>
                  <a:gd name="connsiteX9" fmla="*/ 22872 w 33634"/>
                  <a:gd name="connsiteY9" fmla="*/ 37606 h 38949"/>
                  <a:gd name="connsiteX10" fmla="*/ 26908 w 33634"/>
                  <a:gd name="connsiteY10" fmla="*/ 38949 h 38949"/>
                  <a:gd name="connsiteX11" fmla="*/ 30943 w 33634"/>
                  <a:gd name="connsiteY11" fmla="*/ 34920 h 38949"/>
                  <a:gd name="connsiteX12" fmla="*/ 30943 w 33634"/>
                  <a:gd name="connsiteY12" fmla="*/ 30891 h 38949"/>
                  <a:gd name="connsiteX13" fmla="*/ 33634 w 33634"/>
                  <a:gd name="connsiteY13" fmla="*/ 29548 h 38949"/>
                  <a:gd name="connsiteX14" fmla="*/ 33634 w 33634"/>
                  <a:gd name="connsiteY14" fmla="*/ 24175 h 38949"/>
                  <a:gd name="connsiteX15" fmla="*/ 30943 w 33634"/>
                  <a:gd name="connsiteY15" fmla="*/ 20146 h 38949"/>
                  <a:gd name="connsiteX16" fmla="*/ 33634 w 33634"/>
                  <a:gd name="connsiteY16" fmla="*/ 17460 h 38949"/>
                  <a:gd name="connsiteX17" fmla="*/ 33634 w 33634"/>
                  <a:gd name="connsiteY17" fmla="*/ 12088 h 38949"/>
                  <a:gd name="connsiteX18" fmla="*/ 28253 w 33634"/>
                  <a:gd name="connsiteY18" fmla="*/ 10745 h 38949"/>
                  <a:gd name="connsiteX19" fmla="*/ 17490 w 33634"/>
                  <a:gd name="connsiteY19" fmla="*/ 1343 h 38949"/>
                  <a:gd name="connsiteX20" fmla="*/ 10763 w 33634"/>
                  <a:gd name="connsiteY20" fmla="*/ 2686 h 38949"/>
                  <a:gd name="connsiteX21" fmla="*/ 4036 w 33634"/>
                  <a:gd name="connsiteY21" fmla="*/ 0 h 38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634" h="38949">
                    <a:moveTo>
                      <a:pt x="0" y="2686"/>
                    </a:moveTo>
                    <a:lnTo>
                      <a:pt x="1345" y="5372"/>
                    </a:lnTo>
                    <a:lnTo>
                      <a:pt x="4036" y="4029"/>
                    </a:lnTo>
                    <a:lnTo>
                      <a:pt x="6727" y="10745"/>
                    </a:lnTo>
                    <a:lnTo>
                      <a:pt x="9418" y="12088"/>
                    </a:lnTo>
                    <a:lnTo>
                      <a:pt x="13454" y="16117"/>
                    </a:lnTo>
                    <a:lnTo>
                      <a:pt x="13454" y="24175"/>
                    </a:lnTo>
                    <a:lnTo>
                      <a:pt x="17490" y="26862"/>
                    </a:lnTo>
                    <a:lnTo>
                      <a:pt x="17490" y="32234"/>
                    </a:lnTo>
                    <a:lnTo>
                      <a:pt x="22872" y="37606"/>
                    </a:lnTo>
                    <a:lnTo>
                      <a:pt x="26908" y="38949"/>
                    </a:lnTo>
                    <a:lnTo>
                      <a:pt x="30943" y="34920"/>
                    </a:lnTo>
                    <a:lnTo>
                      <a:pt x="30943" y="30891"/>
                    </a:lnTo>
                    <a:lnTo>
                      <a:pt x="33634" y="29548"/>
                    </a:lnTo>
                    <a:lnTo>
                      <a:pt x="33634" y="24175"/>
                    </a:lnTo>
                    <a:lnTo>
                      <a:pt x="30943" y="20146"/>
                    </a:lnTo>
                    <a:lnTo>
                      <a:pt x="33634" y="17460"/>
                    </a:lnTo>
                    <a:lnTo>
                      <a:pt x="33634" y="12088"/>
                    </a:lnTo>
                    <a:lnTo>
                      <a:pt x="28253" y="10745"/>
                    </a:lnTo>
                    <a:lnTo>
                      <a:pt x="17490" y="1343"/>
                    </a:lnTo>
                    <a:lnTo>
                      <a:pt x="10763" y="2686"/>
                    </a:lnTo>
                    <a:lnTo>
                      <a:pt x="4036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6" name="Freeform 1405">
                <a:extLst>
                  <a:ext uri="{FF2B5EF4-FFF2-40B4-BE49-F238E27FC236}">
                    <a16:creationId xmlns:a16="http://schemas.microsoft.com/office/drawing/2014/main" id="{C2CBAAF7-69E0-B357-8669-7A296E9C34CB}"/>
                  </a:ext>
                </a:extLst>
              </p:cNvPr>
              <p:cNvSpPr/>
              <p:nvPr/>
            </p:nvSpPr>
            <p:spPr>
              <a:xfrm>
                <a:off x="10574662" y="4255671"/>
                <a:ext cx="10762" cy="16116"/>
              </a:xfrm>
              <a:custGeom>
                <a:avLst/>
                <a:gdLst>
                  <a:gd name="connsiteX0" fmla="*/ 5382 w 10762"/>
                  <a:gd name="connsiteY0" fmla="*/ 0 h 16116"/>
                  <a:gd name="connsiteX1" fmla="*/ 2691 w 10762"/>
                  <a:gd name="connsiteY1" fmla="*/ 2686 h 16116"/>
                  <a:gd name="connsiteX2" fmla="*/ 4036 w 10762"/>
                  <a:gd name="connsiteY2" fmla="*/ 8058 h 16116"/>
                  <a:gd name="connsiteX3" fmla="*/ 1345 w 10762"/>
                  <a:gd name="connsiteY3" fmla="*/ 12088 h 16116"/>
                  <a:gd name="connsiteX4" fmla="*/ 0 w 10762"/>
                  <a:gd name="connsiteY4" fmla="*/ 13431 h 16116"/>
                  <a:gd name="connsiteX5" fmla="*/ 2691 w 10762"/>
                  <a:gd name="connsiteY5" fmla="*/ 16117 h 16116"/>
                  <a:gd name="connsiteX6" fmla="*/ 9418 w 10762"/>
                  <a:gd name="connsiteY6" fmla="*/ 14774 h 16116"/>
                  <a:gd name="connsiteX7" fmla="*/ 10763 w 10762"/>
                  <a:gd name="connsiteY7" fmla="*/ 9401 h 16116"/>
                  <a:gd name="connsiteX8" fmla="*/ 9418 w 10762"/>
                  <a:gd name="connsiteY8" fmla="*/ 4029 h 16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62" h="16116">
                    <a:moveTo>
                      <a:pt x="5382" y="0"/>
                    </a:moveTo>
                    <a:lnTo>
                      <a:pt x="2691" y="2686"/>
                    </a:lnTo>
                    <a:lnTo>
                      <a:pt x="4036" y="8058"/>
                    </a:lnTo>
                    <a:lnTo>
                      <a:pt x="1345" y="12088"/>
                    </a:lnTo>
                    <a:lnTo>
                      <a:pt x="0" y="13431"/>
                    </a:lnTo>
                    <a:lnTo>
                      <a:pt x="2691" y="16117"/>
                    </a:lnTo>
                    <a:lnTo>
                      <a:pt x="9418" y="14774"/>
                    </a:lnTo>
                    <a:lnTo>
                      <a:pt x="10763" y="9401"/>
                    </a:lnTo>
                    <a:lnTo>
                      <a:pt x="9418" y="402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7" name="Freeform 1406">
                <a:extLst>
                  <a:ext uri="{FF2B5EF4-FFF2-40B4-BE49-F238E27FC236}">
                    <a16:creationId xmlns:a16="http://schemas.microsoft.com/office/drawing/2014/main" id="{3DCF32C1-4CF2-77E6-7646-739C443F1B69}"/>
                  </a:ext>
                </a:extLst>
              </p:cNvPr>
              <p:cNvSpPr/>
              <p:nvPr/>
            </p:nvSpPr>
            <p:spPr>
              <a:xfrm>
                <a:off x="10515465" y="4269102"/>
                <a:ext cx="10763" cy="12087"/>
              </a:xfrm>
              <a:custGeom>
                <a:avLst/>
                <a:gdLst>
                  <a:gd name="connsiteX0" fmla="*/ 1346 w 10763"/>
                  <a:gd name="connsiteY0" fmla="*/ 8058 h 12087"/>
                  <a:gd name="connsiteX1" fmla="*/ 6727 w 10763"/>
                  <a:gd name="connsiteY1" fmla="*/ 12088 h 12087"/>
                  <a:gd name="connsiteX2" fmla="*/ 8073 w 10763"/>
                  <a:gd name="connsiteY2" fmla="*/ 9401 h 12087"/>
                  <a:gd name="connsiteX3" fmla="*/ 10764 w 10763"/>
                  <a:gd name="connsiteY3" fmla="*/ 6715 h 12087"/>
                  <a:gd name="connsiteX4" fmla="*/ 8073 w 10763"/>
                  <a:gd name="connsiteY4" fmla="*/ 2686 h 12087"/>
                  <a:gd name="connsiteX5" fmla="*/ 2691 w 10763"/>
                  <a:gd name="connsiteY5" fmla="*/ 0 h 12087"/>
                  <a:gd name="connsiteX6" fmla="*/ 0 w 10763"/>
                  <a:gd name="connsiteY6" fmla="*/ 4029 h 12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63" h="12087">
                    <a:moveTo>
                      <a:pt x="1346" y="8058"/>
                    </a:moveTo>
                    <a:lnTo>
                      <a:pt x="6727" y="12088"/>
                    </a:lnTo>
                    <a:lnTo>
                      <a:pt x="8073" y="9401"/>
                    </a:lnTo>
                    <a:lnTo>
                      <a:pt x="10764" y="6715"/>
                    </a:lnTo>
                    <a:lnTo>
                      <a:pt x="8073" y="2686"/>
                    </a:lnTo>
                    <a:lnTo>
                      <a:pt x="2691" y="0"/>
                    </a:lnTo>
                    <a:lnTo>
                      <a:pt x="0" y="402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8" name="Freeform 1407">
                <a:extLst>
                  <a:ext uri="{FF2B5EF4-FFF2-40B4-BE49-F238E27FC236}">
                    <a16:creationId xmlns:a16="http://schemas.microsoft.com/office/drawing/2014/main" id="{61F9DED9-FA65-9C4D-A10D-2593055F9234}"/>
                  </a:ext>
                </a:extLst>
              </p:cNvPr>
              <p:cNvSpPr/>
              <p:nvPr/>
            </p:nvSpPr>
            <p:spPr>
              <a:xfrm>
                <a:off x="10520847" y="4294620"/>
                <a:ext cx="8071" cy="18802"/>
              </a:xfrm>
              <a:custGeom>
                <a:avLst/>
                <a:gdLst>
                  <a:gd name="connsiteX0" fmla="*/ 5382 w 8071"/>
                  <a:gd name="connsiteY0" fmla="*/ 2686 h 18802"/>
                  <a:gd name="connsiteX1" fmla="*/ 4036 w 8071"/>
                  <a:gd name="connsiteY1" fmla="*/ 8059 h 18802"/>
                  <a:gd name="connsiteX2" fmla="*/ 0 w 8071"/>
                  <a:gd name="connsiteY2" fmla="*/ 12088 h 18802"/>
                  <a:gd name="connsiteX3" fmla="*/ 4036 w 8071"/>
                  <a:gd name="connsiteY3" fmla="*/ 18803 h 18802"/>
                  <a:gd name="connsiteX4" fmla="*/ 6727 w 8071"/>
                  <a:gd name="connsiteY4" fmla="*/ 17460 h 18802"/>
                  <a:gd name="connsiteX5" fmla="*/ 8072 w 8071"/>
                  <a:gd name="connsiteY5" fmla="*/ 10745 h 18802"/>
                  <a:gd name="connsiteX6" fmla="*/ 6727 w 8071"/>
                  <a:gd name="connsiteY6" fmla="*/ 6715 h 18802"/>
                  <a:gd name="connsiteX7" fmla="*/ 8072 w 8071"/>
                  <a:gd name="connsiteY7" fmla="*/ 0 h 18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71" h="18802">
                    <a:moveTo>
                      <a:pt x="5382" y="2686"/>
                    </a:moveTo>
                    <a:lnTo>
                      <a:pt x="4036" y="8059"/>
                    </a:lnTo>
                    <a:lnTo>
                      <a:pt x="0" y="12088"/>
                    </a:lnTo>
                    <a:lnTo>
                      <a:pt x="4036" y="18803"/>
                    </a:lnTo>
                    <a:lnTo>
                      <a:pt x="6727" y="17460"/>
                    </a:lnTo>
                    <a:lnTo>
                      <a:pt x="8072" y="10745"/>
                    </a:lnTo>
                    <a:lnTo>
                      <a:pt x="6727" y="6715"/>
                    </a:lnTo>
                    <a:lnTo>
                      <a:pt x="8072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09" name="Freeform 1408">
                <a:extLst>
                  <a:ext uri="{FF2B5EF4-FFF2-40B4-BE49-F238E27FC236}">
                    <a16:creationId xmlns:a16="http://schemas.microsoft.com/office/drawing/2014/main" id="{DE16870B-A306-71FA-0329-B5D04C2D83C7}"/>
                  </a:ext>
                </a:extLst>
              </p:cNvPr>
              <p:cNvSpPr/>
              <p:nvPr/>
            </p:nvSpPr>
            <p:spPr>
              <a:xfrm>
                <a:off x="10536992" y="4301336"/>
                <a:ext cx="5381" cy="4029"/>
              </a:xfrm>
              <a:custGeom>
                <a:avLst/>
                <a:gdLst>
                  <a:gd name="connsiteX0" fmla="*/ 1345 w 5381"/>
                  <a:gd name="connsiteY0" fmla="*/ 0 h 4029"/>
                  <a:gd name="connsiteX1" fmla="*/ 0 w 5381"/>
                  <a:gd name="connsiteY1" fmla="*/ 1343 h 4029"/>
                  <a:gd name="connsiteX2" fmla="*/ 0 w 5381"/>
                  <a:gd name="connsiteY2" fmla="*/ 4029 h 4029"/>
                  <a:gd name="connsiteX3" fmla="*/ 5381 w 5381"/>
                  <a:gd name="connsiteY3" fmla="*/ 4029 h 4029"/>
                  <a:gd name="connsiteX4" fmla="*/ 5381 w 5381"/>
                  <a:gd name="connsiteY4" fmla="*/ 1343 h 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81" h="4029">
                    <a:moveTo>
                      <a:pt x="1345" y="0"/>
                    </a:moveTo>
                    <a:lnTo>
                      <a:pt x="0" y="1343"/>
                    </a:lnTo>
                    <a:lnTo>
                      <a:pt x="0" y="4029"/>
                    </a:lnTo>
                    <a:lnTo>
                      <a:pt x="5381" y="4029"/>
                    </a:lnTo>
                    <a:lnTo>
                      <a:pt x="5381" y="134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0" name="Freeform 1409">
                <a:extLst>
                  <a:ext uri="{FF2B5EF4-FFF2-40B4-BE49-F238E27FC236}">
                    <a16:creationId xmlns:a16="http://schemas.microsoft.com/office/drawing/2014/main" id="{F458C95F-B8B8-D409-FF8D-00CB697DFAD0}"/>
                  </a:ext>
                </a:extLst>
              </p:cNvPr>
              <p:cNvSpPr/>
              <p:nvPr/>
            </p:nvSpPr>
            <p:spPr>
              <a:xfrm>
                <a:off x="10547755" y="4282533"/>
                <a:ext cx="8071" cy="10744"/>
              </a:xfrm>
              <a:custGeom>
                <a:avLst/>
                <a:gdLst>
                  <a:gd name="connsiteX0" fmla="*/ 6727 w 8071"/>
                  <a:gd name="connsiteY0" fmla="*/ 5372 h 10744"/>
                  <a:gd name="connsiteX1" fmla="*/ 2691 w 8071"/>
                  <a:gd name="connsiteY1" fmla="*/ 0 h 10744"/>
                  <a:gd name="connsiteX2" fmla="*/ 0 w 8071"/>
                  <a:gd name="connsiteY2" fmla="*/ 1343 h 10744"/>
                  <a:gd name="connsiteX3" fmla="*/ 0 w 8071"/>
                  <a:gd name="connsiteY3" fmla="*/ 4029 h 10744"/>
                  <a:gd name="connsiteX4" fmla="*/ 6727 w 8071"/>
                  <a:gd name="connsiteY4" fmla="*/ 10744 h 10744"/>
                  <a:gd name="connsiteX5" fmla="*/ 8072 w 8071"/>
                  <a:gd name="connsiteY5" fmla="*/ 9401 h 10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71" h="10744">
                    <a:moveTo>
                      <a:pt x="6727" y="5372"/>
                    </a:moveTo>
                    <a:lnTo>
                      <a:pt x="2691" y="0"/>
                    </a:lnTo>
                    <a:lnTo>
                      <a:pt x="0" y="1343"/>
                    </a:lnTo>
                    <a:lnTo>
                      <a:pt x="0" y="4029"/>
                    </a:lnTo>
                    <a:lnTo>
                      <a:pt x="6727" y="10744"/>
                    </a:lnTo>
                    <a:lnTo>
                      <a:pt x="8072" y="9401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1" name="Freeform 1410">
                <a:extLst>
                  <a:ext uri="{FF2B5EF4-FFF2-40B4-BE49-F238E27FC236}">
                    <a16:creationId xmlns:a16="http://schemas.microsoft.com/office/drawing/2014/main" id="{01B14C32-48A2-8D31-A172-7736A450931A}"/>
                  </a:ext>
                </a:extLst>
              </p:cNvPr>
              <p:cNvSpPr/>
              <p:nvPr/>
            </p:nvSpPr>
            <p:spPr>
              <a:xfrm>
                <a:off x="10565244" y="4298650"/>
                <a:ext cx="8072" cy="6715"/>
              </a:xfrm>
              <a:custGeom>
                <a:avLst/>
                <a:gdLst>
                  <a:gd name="connsiteX0" fmla="*/ 0 w 8072"/>
                  <a:gd name="connsiteY0" fmla="*/ 0 h 6715"/>
                  <a:gd name="connsiteX1" fmla="*/ 1346 w 8072"/>
                  <a:gd name="connsiteY1" fmla="*/ 2686 h 6715"/>
                  <a:gd name="connsiteX2" fmla="*/ 5382 w 8072"/>
                  <a:gd name="connsiteY2" fmla="*/ 6715 h 6715"/>
                  <a:gd name="connsiteX3" fmla="*/ 8073 w 8072"/>
                  <a:gd name="connsiteY3" fmla="*/ 6715 h 6715"/>
                  <a:gd name="connsiteX4" fmla="*/ 2691 w 8072"/>
                  <a:gd name="connsiteY4" fmla="*/ 1343 h 6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72" h="6715">
                    <a:moveTo>
                      <a:pt x="0" y="0"/>
                    </a:moveTo>
                    <a:lnTo>
                      <a:pt x="1346" y="2686"/>
                    </a:lnTo>
                    <a:lnTo>
                      <a:pt x="5382" y="6715"/>
                    </a:lnTo>
                    <a:lnTo>
                      <a:pt x="8073" y="6715"/>
                    </a:lnTo>
                    <a:lnTo>
                      <a:pt x="2691" y="134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2" name="Freeform 1411">
                <a:extLst>
                  <a:ext uri="{FF2B5EF4-FFF2-40B4-BE49-F238E27FC236}">
                    <a16:creationId xmlns:a16="http://schemas.microsoft.com/office/drawing/2014/main" id="{8F62A730-44E7-9EF3-B4FB-CE395B6051D5}"/>
                  </a:ext>
                </a:extLst>
              </p:cNvPr>
              <p:cNvSpPr/>
              <p:nvPr/>
            </p:nvSpPr>
            <p:spPr>
              <a:xfrm>
                <a:off x="10554482" y="4298650"/>
                <a:ext cx="25562" cy="21489"/>
              </a:xfrm>
              <a:custGeom>
                <a:avLst/>
                <a:gdLst>
                  <a:gd name="connsiteX0" fmla="*/ 1345 w 25562"/>
                  <a:gd name="connsiteY0" fmla="*/ 18803 h 21489"/>
                  <a:gd name="connsiteX1" fmla="*/ 6727 w 25562"/>
                  <a:gd name="connsiteY1" fmla="*/ 10745 h 21489"/>
                  <a:gd name="connsiteX2" fmla="*/ 9418 w 25562"/>
                  <a:gd name="connsiteY2" fmla="*/ 10745 h 21489"/>
                  <a:gd name="connsiteX3" fmla="*/ 16145 w 25562"/>
                  <a:gd name="connsiteY3" fmla="*/ 17460 h 21489"/>
                  <a:gd name="connsiteX4" fmla="*/ 21526 w 25562"/>
                  <a:gd name="connsiteY4" fmla="*/ 21489 h 21489"/>
                  <a:gd name="connsiteX5" fmla="*/ 25562 w 25562"/>
                  <a:gd name="connsiteY5" fmla="*/ 20146 h 21489"/>
                  <a:gd name="connsiteX6" fmla="*/ 25562 w 25562"/>
                  <a:gd name="connsiteY6" fmla="*/ 17460 h 21489"/>
                  <a:gd name="connsiteX7" fmla="*/ 22872 w 25562"/>
                  <a:gd name="connsiteY7" fmla="*/ 13431 h 21489"/>
                  <a:gd name="connsiteX8" fmla="*/ 14799 w 25562"/>
                  <a:gd name="connsiteY8" fmla="*/ 8058 h 21489"/>
                  <a:gd name="connsiteX9" fmla="*/ 10763 w 25562"/>
                  <a:gd name="connsiteY9" fmla="*/ 6715 h 21489"/>
                  <a:gd name="connsiteX10" fmla="*/ 6727 w 25562"/>
                  <a:gd name="connsiteY10" fmla="*/ 2686 h 21489"/>
                  <a:gd name="connsiteX11" fmla="*/ 5382 w 25562"/>
                  <a:gd name="connsiteY11" fmla="*/ 2686 h 21489"/>
                  <a:gd name="connsiteX12" fmla="*/ 5382 w 25562"/>
                  <a:gd name="connsiteY12" fmla="*/ 1343 h 21489"/>
                  <a:gd name="connsiteX13" fmla="*/ 1345 w 25562"/>
                  <a:gd name="connsiteY13" fmla="*/ 0 h 21489"/>
                  <a:gd name="connsiteX14" fmla="*/ 2691 w 25562"/>
                  <a:gd name="connsiteY14" fmla="*/ 6715 h 21489"/>
                  <a:gd name="connsiteX15" fmla="*/ 2691 w 25562"/>
                  <a:gd name="connsiteY15" fmla="*/ 10745 h 21489"/>
                  <a:gd name="connsiteX16" fmla="*/ 1345 w 25562"/>
                  <a:gd name="connsiteY16" fmla="*/ 12088 h 21489"/>
                  <a:gd name="connsiteX17" fmla="*/ 0 w 25562"/>
                  <a:gd name="connsiteY17" fmla="*/ 14774 h 21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5562" h="21489">
                    <a:moveTo>
                      <a:pt x="1345" y="18803"/>
                    </a:moveTo>
                    <a:lnTo>
                      <a:pt x="6727" y="10745"/>
                    </a:lnTo>
                    <a:lnTo>
                      <a:pt x="9418" y="10745"/>
                    </a:lnTo>
                    <a:lnTo>
                      <a:pt x="16145" y="17460"/>
                    </a:lnTo>
                    <a:lnTo>
                      <a:pt x="21526" y="21489"/>
                    </a:lnTo>
                    <a:lnTo>
                      <a:pt x="25562" y="20146"/>
                    </a:lnTo>
                    <a:lnTo>
                      <a:pt x="25562" y="17460"/>
                    </a:lnTo>
                    <a:lnTo>
                      <a:pt x="22872" y="13431"/>
                    </a:lnTo>
                    <a:lnTo>
                      <a:pt x="14799" y="8058"/>
                    </a:lnTo>
                    <a:lnTo>
                      <a:pt x="10763" y="6715"/>
                    </a:lnTo>
                    <a:lnTo>
                      <a:pt x="6727" y="2686"/>
                    </a:lnTo>
                    <a:lnTo>
                      <a:pt x="5382" y="2686"/>
                    </a:lnTo>
                    <a:lnTo>
                      <a:pt x="5382" y="1343"/>
                    </a:lnTo>
                    <a:lnTo>
                      <a:pt x="1345" y="0"/>
                    </a:lnTo>
                    <a:lnTo>
                      <a:pt x="2691" y="6715"/>
                    </a:lnTo>
                    <a:lnTo>
                      <a:pt x="2691" y="10745"/>
                    </a:lnTo>
                    <a:lnTo>
                      <a:pt x="1345" y="12088"/>
                    </a:lnTo>
                    <a:lnTo>
                      <a:pt x="0" y="14774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3" name="Freeform 1412">
                <a:extLst>
                  <a:ext uri="{FF2B5EF4-FFF2-40B4-BE49-F238E27FC236}">
                    <a16:creationId xmlns:a16="http://schemas.microsoft.com/office/drawing/2014/main" id="{B1676993-79AC-90CF-37E2-D4601836B93C}"/>
                  </a:ext>
                </a:extLst>
              </p:cNvPr>
              <p:cNvSpPr/>
              <p:nvPr/>
            </p:nvSpPr>
            <p:spPr>
              <a:xfrm>
                <a:off x="10519502" y="4317453"/>
                <a:ext cx="39015" cy="40292"/>
              </a:xfrm>
              <a:custGeom>
                <a:avLst/>
                <a:gdLst>
                  <a:gd name="connsiteX0" fmla="*/ 10763 w 39015"/>
                  <a:gd name="connsiteY0" fmla="*/ 37606 h 40292"/>
                  <a:gd name="connsiteX1" fmla="*/ 9417 w 39015"/>
                  <a:gd name="connsiteY1" fmla="*/ 38949 h 40292"/>
                  <a:gd name="connsiteX2" fmla="*/ 8072 w 39015"/>
                  <a:gd name="connsiteY2" fmla="*/ 40292 h 40292"/>
                  <a:gd name="connsiteX3" fmla="*/ 5381 w 39015"/>
                  <a:gd name="connsiteY3" fmla="*/ 32234 h 40292"/>
                  <a:gd name="connsiteX4" fmla="*/ 6727 w 39015"/>
                  <a:gd name="connsiteY4" fmla="*/ 25519 h 40292"/>
                  <a:gd name="connsiteX5" fmla="*/ 6727 w 39015"/>
                  <a:gd name="connsiteY5" fmla="*/ 16117 h 40292"/>
                  <a:gd name="connsiteX6" fmla="*/ 8072 w 39015"/>
                  <a:gd name="connsiteY6" fmla="*/ 12088 h 40292"/>
                  <a:gd name="connsiteX7" fmla="*/ 8072 w 39015"/>
                  <a:gd name="connsiteY7" fmla="*/ 6715 h 40292"/>
                  <a:gd name="connsiteX8" fmla="*/ 5381 w 39015"/>
                  <a:gd name="connsiteY8" fmla="*/ 5372 h 40292"/>
                  <a:gd name="connsiteX9" fmla="*/ 0 w 39015"/>
                  <a:gd name="connsiteY9" fmla="*/ 4029 h 40292"/>
                  <a:gd name="connsiteX10" fmla="*/ 1345 w 39015"/>
                  <a:gd name="connsiteY10" fmla="*/ 1343 h 40292"/>
                  <a:gd name="connsiteX11" fmla="*/ 6727 w 39015"/>
                  <a:gd name="connsiteY11" fmla="*/ 0 h 40292"/>
                  <a:gd name="connsiteX12" fmla="*/ 12108 w 39015"/>
                  <a:gd name="connsiteY12" fmla="*/ 4029 h 40292"/>
                  <a:gd name="connsiteX13" fmla="*/ 14799 w 39015"/>
                  <a:gd name="connsiteY13" fmla="*/ 5372 h 40292"/>
                  <a:gd name="connsiteX14" fmla="*/ 14799 w 39015"/>
                  <a:gd name="connsiteY14" fmla="*/ 8059 h 40292"/>
                  <a:gd name="connsiteX15" fmla="*/ 17490 w 39015"/>
                  <a:gd name="connsiteY15" fmla="*/ 8059 h 40292"/>
                  <a:gd name="connsiteX16" fmla="*/ 22871 w 39015"/>
                  <a:gd name="connsiteY16" fmla="*/ 8059 h 40292"/>
                  <a:gd name="connsiteX17" fmla="*/ 26908 w 39015"/>
                  <a:gd name="connsiteY17" fmla="*/ 9401 h 40292"/>
                  <a:gd name="connsiteX18" fmla="*/ 29598 w 39015"/>
                  <a:gd name="connsiteY18" fmla="*/ 13431 h 40292"/>
                  <a:gd name="connsiteX19" fmla="*/ 32289 w 39015"/>
                  <a:gd name="connsiteY19" fmla="*/ 9401 h 40292"/>
                  <a:gd name="connsiteX20" fmla="*/ 36325 w 39015"/>
                  <a:gd name="connsiteY20" fmla="*/ 8059 h 40292"/>
                  <a:gd name="connsiteX21" fmla="*/ 39015 w 39015"/>
                  <a:gd name="connsiteY21" fmla="*/ 12088 h 40292"/>
                  <a:gd name="connsiteX22" fmla="*/ 37670 w 39015"/>
                  <a:gd name="connsiteY22" fmla="*/ 16117 h 40292"/>
                  <a:gd name="connsiteX23" fmla="*/ 34979 w 39015"/>
                  <a:gd name="connsiteY23" fmla="*/ 17460 h 40292"/>
                  <a:gd name="connsiteX24" fmla="*/ 32289 w 39015"/>
                  <a:gd name="connsiteY24" fmla="*/ 22832 h 40292"/>
                  <a:gd name="connsiteX25" fmla="*/ 25562 w 39015"/>
                  <a:gd name="connsiteY25" fmla="*/ 28205 h 40292"/>
                  <a:gd name="connsiteX26" fmla="*/ 24217 w 39015"/>
                  <a:gd name="connsiteY26" fmla="*/ 32234 h 40292"/>
                  <a:gd name="connsiteX27" fmla="*/ 21526 w 39015"/>
                  <a:gd name="connsiteY27" fmla="*/ 32234 h 40292"/>
                  <a:gd name="connsiteX28" fmla="*/ 20181 w 39015"/>
                  <a:gd name="connsiteY28" fmla="*/ 33577 h 40292"/>
                  <a:gd name="connsiteX29" fmla="*/ 17490 w 39015"/>
                  <a:gd name="connsiteY29" fmla="*/ 33577 h 40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015" h="40292">
                    <a:moveTo>
                      <a:pt x="10763" y="37606"/>
                    </a:moveTo>
                    <a:lnTo>
                      <a:pt x="9417" y="38949"/>
                    </a:lnTo>
                    <a:lnTo>
                      <a:pt x="8072" y="40292"/>
                    </a:lnTo>
                    <a:lnTo>
                      <a:pt x="5381" y="32234"/>
                    </a:lnTo>
                    <a:lnTo>
                      <a:pt x="6727" y="25519"/>
                    </a:lnTo>
                    <a:lnTo>
                      <a:pt x="6727" y="16117"/>
                    </a:lnTo>
                    <a:lnTo>
                      <a:pt x="8072" y="12088"/>
                    </a:lnTo>
                    <a:lnTo>
                      <a:pt x="8072" y="6715"/>
                    </a:lnTo>
                    <a:lnTo>
                      <a:pt x="5381" y="5372"/>
                    </a:lnTo>
                    <a:lnTo>
                      <a:pt x="0" y="4029"/>
                    </a:lnTo>
                    <a:lnTo>
                      <a:pt x="1345" y="1343"/>
                    </a:lnTo>
                    <a:lnTo>
                      <a:pt x="6727" y="0"/>
                    </a:lnTo>
                    <a:lnTo>
                      <a:pt x="12108" y="4029"/>
                    </a:lnTo>
                    <a:lnTo>
                      <a:pt x="14799" y="5372"/>
                    </a:lnTo>
                    <a:lnTo>
                      <a:pt x="14799" y="8059"/>
                    </a:lnTo>
                    <a:lnTo>
                      <a:pt x="17490" y="8059"/>
                    </a:lnTo>
                    <a:lnTo>
                      <a:pt x="22871" y="8059"/>
                    </a:lnTo>
                    <a:lnTo>
                      <a:pt x="26908" y="9401"/>
                    </a:lnTo>
                    <a:lnTo>
                      <a:pt x="29598" y="13431"/>
                    </a:lnTo>
                    <a:lnTo>
                      <a:pt x="32289" y="9401"/>
                    </a:lnTo>
                    <a:lnTo>
                      <a:pt x="36325" y="8059"/>
                    </a:lnTo>
                    <a:lnTo>
                      <a:pt x="39015" y="12088"/>
                    </a:lnTo>
                    <a:lnTo>
                      <a:pt x="37670" y="16117"/>
                    </a:lnTo>
                    <a:lnTo>
                      <a:pt x="34979" y="17460"/>
                    </a:lnTo>
                    <a:lnTo>
                      <a:pt x="32289" y="22832"/>
                    </a:lnTo>
                    <a:lnTo>
                      <a:pt x="25562" y="28205"/>
                    </a:lnTo>
                    <a:lnTo>
                      <a:pt x="24217" y="32234"/>
                    </a:lnTo>
                    <a:lnTo>
                      <a:pt x="21526" y="32234"/>
                    </a:lnTo>
                    <a:lnTo>
                      <a:pt x="20181" y="33577"/>
                    </a:lnTo>
                    <a:lnTo>
                      <a:pt x="17490" y="33577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4" name="Freeform 1413">
                <a:extLst>
                  <a:ext uri="{FF2B5EF4-FFF2-40B4-BE49-F238E27FC236}">
                    <a16:creationId xmlns:a16="http://schemas.microsoft.com/office/drawing/2014/main" id="{17839A92-A592-D04E-28E9-68415D479869}"/>
                  </a:ext>
                </a:extLst>
              </p:cNvPr>
              <p:cNvSpPr/>
              <p:nvPr/>
            </p:nvSpPr>
            <p:spPr>
              <a:xfrm>
                <a:off x="10538337" y="4351030"/>
                <a:ext cx="6726" cy="9401"/>
              </a:xfrm>
              <a:custGeom>
                <a:avLst/>
                <a:gdLst>
                  <a:gd name="connsiteX0" fmla="*/ 5382 w 6726"/>
                  <a:gd name="connsiteY0" fmla="*/ 0 h 9401"/>
                  <a:gd name="connsiteX1" fmla="*/ 1346 w 6726"/>
                  <a:gd name="connsiteY1" fmla="*/ 1343 h 9401"/>
                  <a:gd name="connsiteX2" fmla="*/ 0 w 6726"/>
                  <a:gd name="connsiteY2" fmla="*/ 6715 h 9401"/>
                  <a:gd name="connsiteX3" fmla="*/ 2691 w 6726"/>
                  <a:gd name="connsiteY3" fmla="*/ 9401 h 9401"/>
                  <a:gd name="connsiteX4" fmla="*/ 6727 w 6726"/>
                  <a:gd name="connsiteY4" fmla="*/ 5372 h 9401"/>
                  <a:gd name="connsiteX5" fmla="*/ 6727 w 6726"/>
                  <a:gd name="connsiteY5" fmla="*/ 1343 h 9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26" h="9401">
                    <a:moveTo>
                      <a:pt x="5382" y="0"/>
                    </a:moveTo>
                    <a:lnTo>
                      <a:pt x="1346" y="1343"/>
                    </a:lnTo>
                    <a:lnTo>
                      <a:pt x="0" y="6715"/>
                    </a:lnTo>
                    <a:lnTo>
                      <a:pt x="2691" y="9401"/>
                    </a:lnTo>
                    <a:lnTo>
                      <a:pt x="6727" y="5372"/>
                    </a:lnTo>
                    <a:lnTo>
                      <a:pt x="6727" y="134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5" name="Freeform 1414">
                <a:extLst>
                  <a:ext uri="{FF2B5EF4-FFF2-40B4-BE49-F238E27FC236}">
                    <a16:creationId xmlns:a16="http://schemas.microsoft.com/office/drawing/2014/main" id="{00BEF7C1-B221-E65B-5B5E-615C098D3370}"/>
                  </a:ext>
                </a:extLst>
              </p:cNvPr>
              <p:cNvSpPr/>
              <p:nvPr/>
            </p:nvSpPr>
            <p:spPr>
              <a:xfrm>
                <a:off x="10585425" y="4349687"/>
                <a:ext cx="2690" cy="5372"/>
              </a:xfrm>
              <a:custGeom>
                <a:avLst/>
                <a:gdLst>
                  <a:gd name="connsiteX0" fmla="*/ 2691 w 2690"/>
                  <a:gd name="connsiteY0" fmla="*/ 0 h 5372"/>
                  <a:gd name="connsiteX1" fmla="*/ 2691 w 2690"/>
                  <a:gd name="connsiteY1" fmla="*/ 5372 h 5372"/>
                  <a:gd name="connsiteX2" fmla="*/ 0 w 2690"/>
                  <a:gd name="connsiteY2" fmla="*/ 2686 h 5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0" h="5372">
                    <a:moveTo>
                      <a:pt x="2691" y="0"/>
                    </a:moveTo>
                    <a:lnTo>
                      <a:pt x="2691" y="5372"/>
                    </a:lnTo>
                    <a:lnTo>
                      <a:pt x="0" y="2686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6" name="Freeform 1415">
                <a:extLst>
                  <a:ext uri="{FF2B5EF4-FFF2-40B4-BE49-F238E27FC236}">
                    <a16:creationId xmlns:a16="http://schemas.microsoft.com/office/drawing/2014/main" id="{17A3D43A-AB4F-3049-55ED-5A9A273B56AC}"/>
                  </a:ext>
                </a:extLst>
              </p:cNvPr>
              <p:cNvSpPr/>
              <p:nvPr/>
            </p:nvSpPr>
            <p:spPr>
              <a:xfrm>
                <a:off x="10563899" y="4337599"/>
                <a:ext cx="16144" cy="47007"/>
              </a:xfrm>
              <a:custGeom>
                <a:avLst/>
                <a:gdLst>
                  <a:gd name="connsiteX0" fmla="*/ 1345 w 16144"/>
                  <a:gd name="connsiteY0" fmla="*/ 47008 h 47007"/>
                  <a:gd name="connsiteX1" fmla="*/ 5381 w 16144"/>
                  <a:gd name="connsiteY1" fmla="*/ 42978 h 47007"/>
                  <a:gd name="connsiteX2" fmla="*/ 6727 w 16144"/>
                  <a:gd name="connsiteY2" fmla="*/ 30891 h 47007"/>
                  <a:gd name="connsiteX3" fmla="*/ 13454 w 16144"/>
                  <a:gd name="connsiteY3" fmla="*/ 22832 h 47007"/>
                  <a:gd name="connsiteX4" fmla="*/ 14799 w 16144"/>
                  <a:gd name="connsiteY4" fmla="*/ 18803 h 47007"/>
                  <a:gd name="connsiteX5" fmla="*/ 14799 w 16144"/>
                  <a:gd name="connsiteY5" fmla="*/ 13431 h 47007"/>
                  <a:gd name="connsiteX6" fmla="*/ 16145 w 16144"/>
                  <a:gd name="connsiteY6" fmla="*/ 10745 h 47007"/>
                  <a:gd name="connsiteX7" fmla="*/ 16145 w 16144"/>
                  <a:gd name="connsiteY7" fmla="*/ 0 h 47007"/>
                  <a:gd name="connsiteX8" fmla="*/ 13454 w 16144"/>
                  <a:gd name="connsiteY8" fmla="*/ 1343 h 47007"/>
                  <a:gd name="connsiteX9" fmla="*/ 12108 w 16144"/>
                  <a:gd name="connsiteY9" fmla="*/ 10745 h 47007"/>
                  <a:gd name="connsiteX10" fmla="*/ 6727 w 16144"/>
                  <a:gd name="connsiteY10" fmla="*/ 18803 h 47007"/>
                  <a:gd name="connsiteX11" fmla="*/ 6727 w 16144"/>
                  <a:gd name="connsiteY11" fmla="*/ 25519 h 47007"/>
                  <a:gd name="connsiteX12" fmla="*/ 4036 w 16144"/>
                  <a:gd name="connsiteY12" fmla="*/ 32234 h 47007"/>
                  <a:gd name="connsiteX13" fmla="*/ 0 w 16144"/>
                  <a:gd name="connsiteY13" fmla="*/ 37606 h 47007"/>
                  <a:gd name="connsiteX14" fmla="*/ 0 w 16144"/>
                  <a:gd name="connsiteY14" fmla="*/ 42978 h 47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144" h="47007">
                    <a:moveTo>
                      <a:pt x="1345" y="47008"/>
                    </a:moveTo>
                    <a:lnTo>
                      <a:pt x="5381" y="42978"/>
                    </a:lnTo>
                    <a:lnTo>
                      <a:pt x="6727" y="30891"/>
                    </a:lnTo>
                    <a:lnTo>
                      <a:pt x="13454" y="22832"/>
                    </a:lnTo>
                    <a:lnTo>
                      <a:pt x="14799" y="18803"/>
                    </a:lnTo>
                    <a:lnTo>
                      <a:pt x="14799" y="13431"/>
                    </a:lnTo>
                    <a:lnTo>
                      <a:pt x="16145" y="10745"/>
                    </a:lnTo>
                    <a:lnTo>
                      <a:pt x="16145" y="0"/>
                    </a:lnTo>
                    <a:lnTo>
                      <a:pt x="13454" y="1343"/>
                    </a:lnTo>
                    <a:lnTo>
                      <a:pt x="12108" y="10745"/>
                    </a:lnTo>
                    <a:lnTo>
                      <a:pt x="6727" y="18803"/>
                    </a:lnTo>
                    <a:lnTo>
                      <a:pt x="6727" y="25519"/>
                    </a:lnTo>
                    <a:lnTo>
                      <a:pt x="4036" y="32234"/>
                    </a:lnTo>
                    <a:lnTo>
                      <a:pt x="0" y="37606"/>
                    </a:lnTo>
                    <a:lnTo>
                      <a:pt x="0" y="42978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7" name="Freeform 1416">
                <a:extLst>
                  <a:ext uri="{FF2B5EF4-FFF2-40B4-BE49-F238E27FC236}">
                    <a16:creationId xmlns:a16="http://schemas.microsoft.com/office/drawing/2014/main" id="{DE7CB60D-A98A-26CD-B637-02AE2700C6D2}"/>
                  </a:ext>
                </a:extLst>
              </p:cNvPr>
              <p:cNvSpPr/>
              <p:nvPr/>
            </p:nvSpPr>
            <p:spPr>
              <a:xfrm>
                <a:off x="10538337" y="4344314"/>
                <a:ext cx="28253" cy="52380"/>
              </a:xfrm>
              <a:custGeom>
                <a:avLst/>
                <a:gdLst>
                  <a:gd name="connsiteX0" fmla="*/ 21527 w 28253"/>
                  <a:gd name="connsiteY0" fmla="*/ 37606 h 52380"/>
                  <a:gd name="connsiteX1" fmla="*/ 20181 w 28253"/>
                  <a:gd name="connsiteY1" fmla="*/ 28205 h 52380"/>
                  <a:gd name="connsiteX2" fmla="*/ 24217 w 28253"/>
                  <a:gd name="connsiteY2" fmla="*/ 13431 h 52380"/>
                  <a:gd name="connsiteX3" fmla="*/ 28253 w 28253"/>
                  <a:gd name="connsiteY3" fmla="*/ 8059 h 52380"/>
                  <a:gd name="connsiteX4" fmla="*/ 28253 w 28253"/>
                  <a:gd name="connsiteY4" fmla="*/ 4029 h 52380"/>
                  <a:gd name="connsiteX5" fmla="*/ 24217 w 28253"/>
                  <a:gd name="connsiteY5" fmla="*/ 1343 h 52380"/>
                  <a:gd name="connsiteX6" fmla="*/ 22872 w 28253"/>
                  <a:gd name="connsiteY6" fmla="*/ 2686 h 52380"/>
                  <a:gd name="connsiteX7" fmla="*/ 18836 w 28253"/>
                  <a:gd name="connsiteY7" fmla="*/ 0 h 52380"/>
                  <a:gd name="connsiteX8" fmla="*/ 14800 w 28253"/>
                  <a:gd name="connsiteY8" fmla="*/ 2686 h 52380"/>
                  <a:gd name="connsiteX9" fmla="*/ 14800 w 28253"/>
                  <a:gd name="connsiteY9" fmla="*/ 8059 h 52380"/>
                  <a:gd name="connsiteX10" fmla="*/ 12109 w 28253"/>
                  <a:gd name="connsiteY10" fmla="*/ 13431 h 52380"/>
                  <a:gd name="connsiteX11" fmla="*/ 12109 w 28253"/>
                  <a:gd name="connsiteY11" fmla="*/ 20146 h 52380"/>
                  <a:gd name="connsiteX12" fmla="*/ 9418 w 28253"/>
                  <a:gd name="connsiteY12" fmla="*/ 25519 h 52380"/>
                  <a:gd name="connsiteX13" fmla="*/ 1346 w 28253"/>
                  <a:gd name="connsiteY13" fmla="*/ 28205 h 52380"/>
                  <a:gd name="connsiteX14" fmla="*/ 0 w 28253"/>
                  <a:gd name="connsiteY14" fmla="*/ 30891 h 52380"/>
                  <a:gd name="connsiteX15" fmla="*/ 1346 w 28253"/>
                  <a:gd name="connsiteY15" fmla="*/ 38949 h 52380"/>
                  <a:gd name="connsiteX16" fmla="*/ 4036 w 28253"/>
                  <a:gd name="connsiteY16" fmla="*/ 38949 h 52380"/>
                  <a:gd name="connsiteX17" fmla="*/ 10763 w 28253"/>
                  <a:gd name="connsiteY17" fmla="*/ 42978 h 52380"/>
                  <a:gd name="connsiteX18" fmla="*/ 16145 w 28253"/>
                  <a:gd name="connsiteY18" fmla="*/ 44322 h 52380"/>
                  <a:gd name="connsiteX19" fmla="*/ 16145 w 28253"/>
                  <a:gd name="connsiteY19" fmla="*/ 49694 h 52380"/>
                  <a:gd name="connsiteX20" fmla="*/ 20181 w 28253"/>
                  <a:gd name="connsiteY20" fmla="*/ 52380 h 52380"/>
                  <a:gd name="connsiteX21" fmla="*/ 24217 w 28253"/>
                  <a:gd name="connsiteY21" fmla="*/ 49694 h 52380"/>
                  <a:gd name="connsiteX22" fmla="*/ 24217 w 28253"/>
                  <a:gd name="connsiteY22" fmla="*/ 44322 h 52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8253" h="52380">
                    <a:moveTo>
                      <a:pt x="21527" y="37606"/>
                    </a:moveTo>
                    <a:lnTo>
                      <a:pt x="20181" y="28205"/>
                    </a:lnTo>
                    <a:lnTo>
                      <a:pt x="24217" y="13431"/>
                    </a:lnTo>
                    <a:lnTo>
                      <a:pt x="28253" y="8059"/>
                    </a:lnTo>
                    <a:lnTo>
                      <a:pt x="28253" y="4029"/>
                    </a:lnTo>
                    <a:lnTo>
                      <a:pt x="24217" y="1343"/>
                    </a:lnTo>
                    <a:lnTo>
                      <a:pt x="22872" y="2686"/>
                    </a:lnTo>
                    <a:lnTo>
                      <a:pt x="18836" y="0"/>
                    </a:lnTo>
                    <a:lnTo>
                      <a:pt x="14800" y="2686"/>
                    </a:lnTo>
                    <a:lnTo>
                      <a:pt x="14800" y="8059"/>
                    </a:lnTo>
                    <a:lnTo>
                      <a:pt x="12109" y="13431"/>
                    </a:lnTo>
                    <a:lnTo>
                      <a:pt x="12109" y="20146"/>
                    </a:lnTo>
                    <a:lnTo>
                      <a:pt x="9418" y="25519"/>
                    </a:lnTo>
                    <a:lnTo>
                      <a:pt x="1346" y="28205"/>
                    </a:lnTo>
                    <a:lnTo>
                      <a:pt x="0" y="30891"/>
                    </a:lnTo>
                    <a:lnTo>
                      <a:pt x="1346" y="38949"/>
                    </a:lnTo>
                    <a:lnTo>
                      <a:pt x="4036" y="38949"/>
                    </a:lnTo>
                    <a:lnTo>
                      <a:pt x="10763" y="42978"/>
                    </a:lnTo>
                    <a:lnTo>
                      <a:pt x="16145" y="44322"/>
                    </a:lnTo>
                    <a:lnTo>
                      <a:pt x="16145" y="49694"/>
                    </a:lnTo>
                    <a:lnTo>
                      <a:pt x="20181" y="52380"/>
                    </a:lnTo>
                    <a:lnTo>
                      <a:pt x="24217" y="49694"/>
                    </a:lnTo>
                    <a:lnTo>
                      <a:pt x="24217" y="44322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8" name="Freeform 1417">
                <a:extLst>
                  <a:ext uri="{FF2B5EF4-FFF2-40B4-BE49-F238E27FC236}">
                    <a16:creationId xmlns:a16="http://schemas.microsoft.com/office/drawing/2014/main" id="{9E47E342-98EB-B46A-12BB-711BB6F83C97}"/>
                  </a:ext>
                </a:extLst>
              </p:cNvPr>
              <p:cNvSpPr/>
              <p:nvPr/>
            </p:nvSpPr>
            <p:spPr>
              <a:xfrm>
                <a:off x="10566590" y="4389979"/>
                <a:ext cx="8071" cy="6715"/>
              </a:xfrm>
              <a:custGeom>
                <a:avLst/>
                <a:gdLst>
                  <a:gd name="connsiteX0" fmla="*/ 5381 w 8071"/>
                  <a:gd name="connsiteY0" fmla="*/ 0 h 6715"/>
                  <a:gd name="connsiteX1" fmla="*/ 8072 w 8071"/>
                  <a:gd name="connsiteY1" fmla="*/ 1343 h 6715"/>
                  <a:gd name="connsiteX2" fmla="*/ 6727 w 8071"/>
                  <a:gd name="connsiteY2" fmla="*/ 5372 h 6715"/>
                  <a:gd name="connsiteX3" fmla="*/ 2690 w 8071"/>
                  <a:gd name="connsiteY3" fmla="*/ 6715 h 6715"/>
                  <a:gd name="connsiteX4" fmla="*/ 0 w 8071"/>
                  <a:gd name="connsiteY4" fmla="*/ 4029 h 6715"/>
                  <a:gd name="connsiteX5" fmla="*/ 1345 w 8071"/>
                  <a:gd name="connsiteY5" fmla="*/ 1343 h 6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71" h="6715">
                    <a:moveTo>
                      <a:pt x="5381" y="0"/>
                    </a:moveTo>
                    <a:lnTo>
                      <a:pt x="8072" y="1343"/>
                    </a:lnTo>
                    <a:lnTo>
                      <a:pt x="6727" y="5372"/>
                    </a:lnTo>
                    <a:lnTo>
                      <a:pt x="2690" y="6715"/>
                    </a:lnTo>
                    <a:lnTo>
                      <a:pt x="0" y="4029"/>
                    </a:lnTo>
                    <a:lnTo>
                      <a:pt x="1345" y="134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19" name="Freeform 1418">
                <a:extLst>
                  <a:ext uri="{FF2B5EF4-FFF2-40B4-BE49-F238E27FC236}">
                    <a16:creationId xmlns:a16="http://schemas.microsoft.com/office/drawing/2014/main" id="{1E26763E-1EEE-9284-1C92-51CF737AAFE0}"/>
                  </a:ext>
                </a:extLst>
              </p:cNvPr>
              <p:cNvSpPr/>
              <p:nvPr/>
            </p:nvSpPr>
            <p:spPr>
              <a:xfrm>
                <a:off x="10577353" y="4367146"/>
                <a:ext cx="17489" cy="14773"/>
              </a:xfrm>
              <a:custGeom>
                <a:avLst/>
                <a:gdLst>
                  <a:gd name="connsiteX0" fmla="*/ 10763 w 17489"/>
                  <a:gd name="connsiteY0" fmla="*/ 0 h 14773"/>
                  <a:gd name="connsiteX1" fmla="*/ 14799 w 17489"/>
                  <a:gd name="connsiteY1" fmla="*/ 0 h 14773"/>
                  <a:gd name="connsiteX2" fmla="*/ 17490 w 17489"/>
                  <a:gd name="connsiteY2" fmla="*/ 1343 h 14773"/>
                  <a:gd name="connsiteX3" fmla="*/ 17490 w 17489"/>
                  <a:gd name="connsiteY3" fmla="*/ 6715 h 14773"/>
                  <a:gd name="connsiteX4" fmla="*/ 16145 w 17489"/>
                  <a:gd name="connsiteY4" fmla="*/ 10745 h 14773"/>
                  <a:gd name="connsiteX5" fmla="*/ 8072 w 17489"/>
                  <a:gd name="connsiteY5" fmla="*/ 14774 h 14773"/>
                  <a:gd name="connsiteX6" fmla="*/ 1345 w 17489"/>
                  <a:gd name="connsiteY6" fmla="*/ 14774 h 14773"/>
                  <a:gd name="connsiteX7" fmla="*/ 1345 w 17489"/>
                  <a:gd name="connsiteY7" fmla="*/ 12088 h 14773"/>
                  <a:gd name="connsiteX8" fmla="*/ 0 w 17489"/>
                  <a:gd name="connsiteY8" fmla="*/ 9402 h 14773"/>
                  <a:gd name="connsiteX9" fmla="*/ 2691 w 17489"/>
                  <a:gd name="connsiteY9" fmla="*/ 5372 h 14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489" h="14773">
                    <a:moveTo>
                      <a:pt x="10763" y="0"/>
                    </a:moveTo>
                    <a:lnTo>
                      <a:pt x="14799" y="0"/>
                    </a:lnTo>
                    <a:lnTo>
                      <a:pt x="17490" y="1343"/>
                    </a:lnTo>
                    <a:lnTo>
                      <a:pt x="17490" y="6715"/>
                    </a:lnTo>
                    <a:lnTo>
                      <a:pt x="16145" y="10745"/>
                    </a:lnTo>
                    <a:lnTo>
                      <a:pt x="8072" y="14774"/>
                    </a:lnTo>
                    <a:lnTo>
                      <a:pt x="1345" y="14774"/>
                    </a:lnTo>
                    <a:lnTo>
                      <a:pt x="1345" y="12088"/>
                    </a:lnTo>
                    <a:lnTo>
                      <a:pt x="0" y="9402"/>
                    </a:lnTo>
                    <a:lnTo>
                      <a:pt x="2691" y="5372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0" name="Freeform 1419">
                <a:extLst>
                  <a:ext uri="{FF2B5EF4-FFF2-40B4-BE49-F238E27FC236}">
                    <a16:creationId xmlns:a16="http://schemas.microsoft.com/office/drawing/2014/main" id="{3986476C-D59C-8D6A-8B96-075D8491DAB5}"/>
                  </a:ext>
                </a:extLst>
              </p:cNvPr>
              <p:cNvSpPr/>
              <p:nvPr/>
            </p:nvSpPr>
            <p:spPr>
              <a:xfrm>
                <a:off x="10610988" y="4367146"/>
                <a:ext cx="4035" cy="9401"/>
              </a:xfrm>
              <a:custGeom>
                <a:avLst/>
                <a:gdLst>
                  <a:gd name="connsiteX0" fmla="*/ 1345 w 4035"/>
                  <a:gd name="connsiteY0" fmla="*/ 0 h 9401"/>
                  <a:gd name="connsiteX1" fmla="*/ 4036 w 4035"/>
                  <a:gd name="connsiteY1" fmla="*/ 5372 h 9401"/>
                  <a:gd name="connsiteX2" fmla="*/ 4036 w 4035"/>
                  <a:gd name="connsiteY2" fmla="*/ 9402 h 9401"/>
                  <a:gd name="connsiteX3" fmla="*/ 0 w 4035"/>
                  <a:gd name="connsiteY3" fmla="*/ 4029 h 9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35" h="9401">
                    <a:moveTo>
                      <a:pt x="1345" y="0"/>
                    </a:moveTo>
                    <a:lnTo>
                      <a:pt x="4036" y="5372"/>
                    </a:lnTo>
                    <a:lnTo>
                      <a:pt x="4036" y="9402"/>
                    </a:lnTo>
                    <a:lnTo>
                      <a:pt x="0" y="402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1" name="Freeform 1420">
                <a:extLst>
                  <a:ext uri="{FF2B5EF4-FFF2-40B4-BE49-F238E27FC236}">
                    <a16:creationId xmlns:a16="http://schemas.microsoft.com/office/drawing/2014/main" id="{BA155CD0-2EBC-87F2-8715-35023747E26A}"/>
                  </a:ext>
                </a:extLst>
              </p:cNvPr>
              <p:cNvSpPr/>
              <p:nvPr/>
            </p:nvSpPr>
            <p:spPr>
              <a:xfrm>
                <a:off x="10597534" y="4387293"/>
                <a:ext cx="5381" cy="9401"/>
              </a:xfrm>
              <a:custGeom>
                <a:avLst/>
                <a:gdLst>
                  <a:gd name="connsiteX0" fmla="*/ 0 w 5381"/>
                  <a:gd name="connsiteY0" fmla="*/ 0 h 9401"/>
                  <a:gd name="connsiteX1" fmla="*/ 5381 w 5381"/>
                  <a:gd name="connsiteY1" fmla="*/ 4029 h 9401"/>
                  <a:gd name="connsiteX2" fmla="*/ 4036 w 5381"/>
                  <a:gd name="connsiteY2" fmla="*/ 9402 h 9401"/>
                  <a:gd name="connsiteX3" fmla="*/ 0 w 5381"/>
                  <a:gd name="connsiteY3" fmla="*/ 6715 h 9401"/>
                  <a:gd name="connsiteX4" fmla="*/ 0 w 5381"/>
                  <a:gd name="connsiteY4" fmla="*/ 2686 h 9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81" h="9401">
                    <a:moveTo>
                      <a:pt x="0" y="0"/>
                    </a:moveTo>
                    <a:lnTo>
                      <a:pt x="5381" y="4029"/>
                    </a:lnTo>
                    <a:lnTo>
                      <a:pt x="4036" y="9402"/>
                    </a:lnTo>
                    <a:lnTo>
                      <a:pt x="0" y="6715"/>
                    </a:lnTo>
                    <a:lnTo>
                      <a:pt x="0" y="2686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2" name="Freeform 1421">
                <a:extLst>
                  <a:ext uri="{FF2B5EF4-FFF2-40B4-BE49-F238E27FC236}">
                    <a16:creationId xmlns:a16="http://schemas.microsoft.com/office/drawing/2014/main" id="{74459031-740F-0952-04D3-2E16CCAC7906}"/>
                  </a:ext>
                </a:extLst>
              </p:cNvPr>
              <p:cNvSpPr/>
              <p:nvPr/>
            </p:nvSpPr>
            <p:spPr>
              <a:xfrm>
                <a:off x="10585425" y="4325511"/>
                <a:ext cx="9417" cy="5372"/>
              </a:xfrm>
              <a:custGeom>
                <a:avLst/>
                <a:gdLst>
                  <a:gd name="connsiteX0" fmla="*/ 9418 w 9417"/>
                  <a:gd name="connsiteY0" fmla="*/ 0 h 5372"/>
                  <a:gd name="connsiteX1" fmla="*/ 8073 w 9417"/>
                  <a:gd name="connsiteY1" fmla="*/ 5372 h 5372"/>
                  <a:gd name="connsiteX2" fmla="*/ 4036 w 9417"/>
                  <a:gd name="connsiteY2" fmla="*/ 5372 h 5372"/>
                  <a:gd name="connsiteX3" fmla="*/ 0 w 9417"/>
                  <a:gd name="connsiteY3" fmla="*/ 4029 h 5372"/>
                  <a:gd name="connsiteX4" fmla="*/ 2691 w 9417"/>
                  <a:gd name="connsiteY4" fmla="*/ 1343 h 5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17" h="5372">
                    <a:moveTo>
                      <a:pt x="9418" y="0"/>
                    </a:moveTo>
                    <a:lnTo>
                      <a:pt x="8073" y="5372"/>
                    </a:lnTo>
                    <a:lnTo>
                      <a:pt x="4036" y="5372"/>
                    </a:lnTo>
                    <a:lnTo>
                      <a:pt x="0" y="4029"/>
                    </a:lnTo>
                    <a:lnTo>
                      <a:pt x="2691" y="134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3" name="Freeform 1422">
                <a:extLst>
                  <a:ext uri="{FF2B5EF4-FFF2-40B4-BE49-F238E27FC236}">
                    <a16:creationId xmlns:a16="http://schemas.microsoft.com/office/drawing/2014/main" id="{781489DF-C290-3968-F984-EC60CF426ACB}"/>
                  </a:ext>
                </a:extLst>
              </p:cNvPr>
              <p:cNvSpPr/>
              <p:nvPr/>
            </p:nvSpPr>
            <p:spPr>
              <a:xfrm>
                <a:off x="10584080" y="4297307"/>
                <a:ext cx="40361" cy="42978"/>
              </a:xfrm>
              <a:custGeom>
                <a:avLst/>
                <a:gdLst>
                  <a:gd name="connsiteX0" fmla="*/ 21526 w 40361"/>
                  <a:gd name="connsiteY0" fmla="*/ 36263 h 42978"/>
                  <a:gd name="connsiteX1" fmla="*/ 25562 w 40361"/>
                  <a:gd name="connsiteY1" fmla="*/ 38949 h 42978"/>
                  <a:gd name="connsiteX2" fmla="*/ 26908 w 40361"/>
                  <a:gd name="connsiteY2" fmla="*/ 41635 h 42978"/>
                  <a:gd name="connsiteX3" fmla="*/ 34979 w 40361"/>
                  <a:gd name="connsiteY3" fmla="*/ 42978 h 42978"/>
                  <a:gd name="connsiteX4" fmla="*/ 36325 w 40361"/>
                  <a:gd name="connsiteY4" fmla="*/ 42978 h 42978"/>
                  <a:gd name="connsiteX5" fmla="*/ 37670 w 40361"/>
                  <a:gd name="connsiteY5" fmla="*/ 41635 h 42978"/>
                  <a:gd name="connsiteX6" fmla="*/ 40361 w 40361"/>
                  <a:gd name="connsiteY6" fmla="*/ 42978 h 42978"/>
                  <a:gd name="connsiteX7" fmla="*/ 37670 w 40361"/>
                  <a:gd name="connsiteY7" fmla="*/ 40292 h 42978"/>
                  <a:gd name="connsiteX8" fmla="*/ 36325 w 40361"/>
                  <a:gd name="connsiteY8" fmla="*/ 34920 h 42978"/>
                  <a:gd name="connsiteX9" fmla="*/ 33634 w 40361"/>
                  <a:gd name="connsiteY9" fmla="*/ 32234 h 42978"/>
                  <a:gd name="connsiteX10" fmla="*/ 33634 w 40361"/>
                  <a:gd name="connsiteY10" fmla="*/ 25519 h 42978"/>
                  <a:gd name="connsiteX11" fmla="*/ 32289 w 40361"/>
                  <a:gd name="connsiteY11" fmla="*/ 16117 h 42978"/>
                  <a:gd name="connsiteX12" fmla="*/ 33634 w 40361"/>
                  <a:gd name="connsiteY12" fmla="*/ 13431 h 42978"/>
                  <a:gd name="connsiteX13" fmla="*/ 30943 w 40361"/>
                  <a:gd name="connsiteY13" fmla="*/ 12088 h 42978"/>
                  <a:gd name="connsiteX14" fmla="*/ 26908 w 40361"/>
                  <a:gd name="connsiteY14" fmla="*/ 5372 h 42978"/>
                  <a:gd name="connsiteX15" fmla="*/ 24217 w 40361"/>
                  <a:gd name="connsiteY15" fmla="*/ 1343 h 42978"/>
                  <a:gd name="connsiteX16" fmla="*/ 20181 w 40361"/>
                  <a:gd name="connsiteY16" fmla="*/ 1343 h 42978"/>
                  <a:gd name="connsiteX17" fmla="*/ 18835 w 40361"/>
                  <a:gd name="connsiteY17" fmla="*/ 1343 h 42978"/>
                  <a:gd name="connsiteX18" fmla="*/ 16145 w 40361"/>
                  <a:gd name="connsiteY18" fmla="*/ 0 h 42978"/>
                  <a:gd name="connsiteX19" fmla="*/ 13454 w 40361"/>
                  <a:gd name="connsiteY19" fmla="*/ 1343 h 42978"/>
                  <a:gd name="connsiteX20" fmla="*/ 12108 w 40361"/>
                  <a:gd name="connsiteY20" fmla="*/ 2686 h 42978"/>
                  <a:gd name="connsiteX21" fmla="*/ 6727 w 40361"/>
                  <a:gd name="connsiteY21" fmla="*/ 2686 h 42978"/>
                  <a:gd name="connsiteX22" fmla="*/ 2691 w 40361"/>
                  <a:gd name="connsiteY22" fmla="*/ 2686 h 42978"/>
                  <a:gd name="connsiteX23" fmla="*/ 0 w 40361"/>
                  <a:gd name="connsiteY23" fmla="*/ 1343 h 42978"/>
                  <a:gd name="connsiteX24" fmla="*/ 0 w 40361"/>
                  <a:gd name="connsiteY24" fmla="*/ 5372 h 42978"/>
                  <a:gd name="connsiteX25" fmla="*/ 4036 w 40361"/>
                  <a:gd name="connsiteY25" fmla="*/ 13431 h 42978"/>
                  <a:gd name="connsiteX26" fmla="*/ 10763 w 40361"/>
                  <a:gd name="connsiteY26" fmla="*/ 18803 h 42978"/>
                  <a:gd name="connsiteX27" fmla="*/ 17490 w 40361"/>
                  <a:gd name="connsiteY27" fmla="*/ 25519 h 42978"/>
                  <a:gd name="connsiteX28" fmla="*/ 20181 w 40361"/>
                  <a:gd name="connsiteY28" fmla="*/ 26862 h 42978"/>
                  <a:gd name="connsiteX29" fmla="*/ 18835 w 40361"/>
                  <a:gd name="connsiteY29" fmla="*/ 29548 h 42978"/>
                  <a:gd name="connsiteX30" fmla="*/ 16145 w 40361"/>
                  <a:gd name="connsiteY30" fmla="*/ 32234 h 42978"/>
                  <a:gd name="connsiteX31" fmla="*/ 16145 w 40361"/>
                  <a:gd name="connsiteY31" fmla="*/ 33577 h 42978"/>
                  <a:gd name="connsiteX32" fmla="*/ 17490 w 40361"/>
                  <a:gd name="connsiteY32" fmla="*/ 33577 h 42978"/>
                  <a:gd name="connsiteX33" fmla="*/ 18835 w 40361"/>
                  <a:gd name="connsiteY33" fmla="*/ 34920 h 42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0361" h="42978">
                    <a:moveTo>
                      <a:pt x="21526" y="36263"/>
                    </a:moveTo>
                    <a:lnTo>
                      <a:pt x="25562" y="38949"/>
                    </a:lnTo>
                    <a:lnTo>
                      <a:pt x="26908" y="41635"/>
                    </a:lnTo>
                    <a:lnTo>
                      <a:pt x="34979" y="42978"/>
                    </a:lnTo>
                    <a:lnTo>
                      <a:pt x="36325" y="42978"/>
                    </a:lnTo>
                    <a:lnTo>
                      <a:pt x="37670" y="41635"/>
                    </a:lnTo>
                    <a:lnTo>
                      <a:pt x="40361" y="42978"/>
                    </a:lnTo>
                    <a:lnTo>
                      <a:pt x="37670" y="40292"/>
                    </a:lnTo>
                    <a:lnTo>
                      <a:pt x="36325" y="34920"/>
                    </a:lnTo>
                    <a:lnTo>
                      <a:pt x="33634" y="32234"/>
                    </a:lnTo>
                    <a:lnTo>
                      <a:pt x="33634" y="25519"/>
                    </a:lnTo>
                    <a:lnTo>
                      <a:pt x="32289" y="16117"/>
                    </a:lnTo>
                    <a:lnTo>
                      <a:pt x="33634" y="13431"/>
                    </a:lnTo>
                    <a:lnTo>
                      <a:pt x="30943" y="12088"/>
                    </a:lnTo>
                    <a:lnTo>
                      <a:pt x="26908" y="5372"/>
                    </a:lnTo>
                    <a:lnTo>
                      <a:pt x="24217" y="1343"/>
                    </a:lnTo>
                    <a:lnTo>
                      <a:pt x="20181" y="1343"/>
                    </a:lnTo>
                    <a:lnTo>
                      <a:pt x="18835" y="1343"/>
                    </a:lnTo>
                    <a:lnTo>
                      <a:pt x="16145" y="0"/>
                    </a:lnTo>
                    <a:lnTo>
                      <a:pt x="13454" y="1343"/>
                    </a:lnTo>
                    <a:lnTo>
                      <a:pt x="12108" y="2686"/>
                    </a:lnTo>
                    <a:lnTo>
                      <a:pt x="6727" y="2686"/>
                    </a:lnTo>
                    <a:lnTo>
                      <a:pt x="2691" y="2686"/>
                    </a:lnTo>
                    <a:lnTo>
                      <a:pt x="0" y="1343"/>
                    </a:lnTo>
                    <a:lnTo>
                      <a:pt x="0" y="5372"/>
                    </a:lnTo>
                    <a:lnTo>
                      <a:pt x="4036" y="13431"/>
                    </a:lnTo>
                    <a:lnTo>
                      <a:pt x="10763" y="18803"/>
                    </a:lnTo>
                    <a:lnTo>
                      <a:pt x="17490" y="25519"/>
                    </a:lnTo>
                    <a:lnTo>
                      <a:pt x="20181" y="26862"/>
                    </a:lnTo>
                    <a:lnTo>
                      <a:pt x="18835" y="29548"/>
                    </a:lnTo>
                    <a:lnTo>
                      <a:pt x="16145" y="32234"/>
                    </a:lnTo>
                    <a:lnTo>
                      <a:pt x="16145" y="33577"/>
                    </a:lnTo>
                    <a:lnTo>
                      <a:pt x="17490" y="33577"/>
                    </a:lnTo>
                    <a:lnTo>
                      <a:pt x="18835" y="3492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4" name="Freeform 1423">
                <a:extLst>
                  <a:ext uri="{FF2B5EF4-FFF2-40B4-BE49-F238E27FC236}">
                    <a16:creationId xmlns:a16="http://schemas.microsoft.com/office/drawing/2014/main" id="{B8CB224C-5F49-6277-0347-C64F0D692047}"/>
                  </a:ext>
                </a:extLst>
              </p:cNvPr>
              <p:cNvSpPr/>
              <p:nvPr/>
            </p:nvSpPr>
            <p:spPr>
              <a:xfrm>
                <a:off x="10586771" y="4333570"/>
                <a:ext cx="26907" cy="36263"/>
              </a:xfrm>
              <a:custGeom>
                <a:avLst/>
                <a:gdLst>
                  <a:gd name="connsiteX0" fmla="*/ 13454 w 26907"/>
                  <a:gd name="connsiteY0" fmla="*/ 0 h 36263"/>
                  <a:gd name="connsiteX1" fmla="*/ 8072 w 26907"/>
                  <a:gd name="connsiteY1" fmla="*/ 2686 h 36263"/>
                  <a:gd name="connsiteX2" fmla="*/ 4036 w 26907"/>
                  <a:gd name="connsiteY2" fmla="*/ 0 h 36263"/>
                  <a:gd name="connsiteX3" fmla="*/ 0 w 26907"/>
                  <a:gd name="connsiteY3" fmla="*/ 0 h 36263"/>
                  <a:gd name="connsiteX4" fmla="*/ 2690 w 26907"/>
                  <a:gd name="connsiteY4" fmla="*/ 5372 h 36263"/>
                  <a:gd name="connsiteX5" fmla="*/ 2690 w 26907"/>
                  <a:gd name="connsiteY5" fmla="*/ 10745 h 36263"/>
                  <a:gd name="connsiteX6" fmla="*/ 5381 w 26907"/>
                  <a:gd name="connsiteY6" fmla="*/ 13431 h 36263"/>
                  <a:gd name="connsiteX7" fmla="*/ 8072 w 26907"/>
                  <a:gd name="connsiteY7" fmla="*/ 10745 h 36263"/>
                  <a:gd name="connsiteX8" fmla="*/ 10763 w 26907"/>
                  <a:gd name="connsiteY8" fmla="*/ 13431 h 36263"/>
                  <a:gd name="connsiteX9" fmla="*/ 10763 w 26907"/>
                  <a:gd name="connsiteY9" fmla="*/ 20146 h 36263"/>
                  <a:gd name="connsiteX10" fmla="*/ 13454 w 26907"/>
                  <a:gd name="connsiteY10" fmla="*/ 25519 h 36263"/>
                  <a:gd name="connsiteX11" fmla="*/ 14799 w 26907"/>
                  <a:gd name="connsiteY11" fmla="*/ 32234 h 36263"/>
                  <a:gd name="connsiteX12" fmla="*/ 18835 w 26907"/>
                  <a:gd name="connsiteY12" fmla="*/ 36263 h 36263"/>
                  <a:gd name="connsiteX13" fmla="*/ 18835 w 26907"/>
                  <a:gd name="connsiteY13" fmla="*/ 28205 h 36263"/>
                  <a:gd name="connsiteX14" fmla="*/ 21526 w 26907"/>
                  <a:gd name="connsiteY14" fmla="*/ 32234 h 36263"/>
                  <a:gd name="connsiteX15" fmla="*/ 25562 w 26907"/>
                  <a:gd name="connsiteY15" fmla="*/ 30891 h 36263"/>
                  <a:gd name="connsiteX16" fmla="*/ 26908 w 26907"/>
                  <a:gd name="connsiteY16" fmla="*/ 26862 h 36263"/>
                  <a:gd name="connsiteX17" fmla="*/ 21526 w 26907"/>
                  <a:gd name="connsiteY17" fmla="*/ 18803 h 36263"/>
                  <a:gd name="connsiteX18" fmla="*/ 18835 w 26907"/>
                  <a:gd name="connsiteY18" fmla="*/ 17460 h 36263"/>
                  <a:gd name="connsiteX19" fmla="*/ 17490 w 26907"/>
                  <a:gd name="connsiteY19" fmla="*/ 9402 h 36263"/>
                  <a:gd name="connsiteX20" fmla="*/ 14799 w 26907"/>
                  <a:gd name="connsiteY20" fmla="*/ 2686 h 36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6907" h="36263">
                    <a:moveTo>
                      <a:pt x="13454" y="0"/>
                    </a:moveTo>
                    <a:lnTo>
                      <a:pt x="8072" y="2686"/>
                    </a:lnTo>
                    <a:lnTo>
                      <a:pt x="4036" y="0"/>
                    </a:lnTo>
                    <a:lnTo>
                      <a:pt x="0" y="0"/>
                    </a:lnTo>
                    <a:lnTo>
                      <a:pt x="2690" y="5372"/>
                    </a:lnTo>
                    <a:lnTo>
                      <a:pt x="2690" y="10745"/>
                    </a:lnTo>
                    <a:lnTo>
                      <a:pt x="5381" y="13431"/>
                    </a:lnTo>
                    <a:lnTo>
                      <a:pt x="8072" y="10745"/>
                    </a:lnTo>
                    <a:lnTo>
                      <a:pt x="10763" y="13431"/>
                    </a:lnTo>
                    <a:lnTo>
                      <a:pt x="10763" y="20146"/>
                    </a:lnTo>
                    <a:lnTo>
                      <a:pt x="13454" y="25519"/>
                    </a:lnTo>
                    <a:lnTo>
                      <a:pt x="14799" y="32234"/>
                    </a:lnTo>
                    <a:lnTo>
                      <a:pt x="18835" y="36263"/>
                    </a:lnTo>
                    <a:lnTo>
                      <a:pt x="18835" y="28205"/>
                    </a:lnTo>
                    <a:lnTo>
                      <a:pt x="21526" y="32234"/>
                    </a:lnTo>
                    <a:lnTo>
                      <a:pt x="25562" y="30891"/>
                    </a:lnTo>
                    <a:lnTo>
                      <a:pt x="26908" y="26862"/>
                    </a:lnTo>
                    <a:lnTo>
                      <a:pt x="21526" y="18803"/>
                    </a:lnTo>
                    <a:lnTo>
                      <a:pt x="18835" y="17460"/>
                    </a:lnTo>
                    <a:lnTo>
                      <a:pt x="17490" y="9402"/>
                    </a:lnTo>
                    <a:lnTo>
                      <a:pt x="14799" y="2686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5" name="Freeform 1424">
                <a:extLst>
                  <a:ext uri="{FF2B5EF4-FFF2-40B4-BE49-F238E27FC236}">
                    <a16:creationId xmlns:a16="http://schemas.microsoft.com/office/drawing/2014/main" id="{CCE29DC8-FE5C-6585-4163-9FBB33861D0B}"/>
                  </a:ext>
                </a:extLst>
              </p:cNvPr>
              <p:cNvSpPr/>
              <p:nvPr/>
            </p:nvSpPr>
            <p:spPr>
              <a:xfrm>
                <a:off x="10624441" y="4344314"/>
                <a:ext cx="4035" cy="2686"/>
              </a:xfrm>
              <a:custGeom>
                <a:avLst/>
                <a:gdLst>
                  <a:gd name="connsiteX0" fmla="*/ 1345 w 4035"/>
                  <a:gd name="connsiteY0" fmla="*/ 2686 h 2686"/>
                  <a:gd name="connsiteX1" fmla="*/ 4036 w 4035"/>
                  <a:gd name="connsiteY1" fmla="*/ 1343 h 2686"/>
                  <a:gd name="connsiteX2" fmla="*/ 2691 w 4035"/>
                  <a:gd name="connsiteY2" fmla="*/ 0 h 2686"/>
                  <a:gd name="connsiteX3" fmla="*/ 0 w 4035"/>
                  <a:gd name="connsiteY3" fmla="*/ 0 h 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35" h="2686">
                    <a:moveTo>
                      <a:pt x="1345" y="2686"/>
                    </a:moveTo>
                    <a:lnTo>
                      <a:pt x="4036" y="1343"/>
                    </a:lnTo>
                    <a:lnTo>
                      <a:pt x="26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6" name="Freeform 1425">
                <a:extLst>
                  <a:ext uri="{FF2B5EF4-FFF2-40B4-BE49-F238E27FC236}">
                    <a16:creationId xmlns:a16="http://schemas.microsoft.com/office/drawing/2014/main" id="{389D6870-06AD-D37D-44B6-80D7DC8802AF}"/>
                  </a:ext>
                </a:extLst>
              </p:cNvPr>
              <p:cNvSpPr/>
              <p:nvPr/>
            </p:nvSpPr>
            <p:spPr>
              <a:xfrm>
                <a:off x="10624441" y="4349687"/>
                <a:ext cx="2690" cy="4029"/>
              </a:xfrm>
              <a:custGeom>
                <a:avLst/>
                <a:gdLst>
                  <a:gd name="connsiteX0" fmla="*/ 2691 w 2690"/>
                  <a:gd name="connsiteY0" fmla="*/ 1343 h 4029"/>
                  <a:gd name="connsiteX1" fmla="*/ 0 w 2690"/>
                  <a:gd name="connsiteY1" fmla="*/ 0 h 4029"/>
                  <a:gd name="connsiteX2" fmla="*/ 0 w 2690"/>
                  <a:gd name="connsiteY2" fmla="*/ 2686 h 4029"/>
                  <a:gd name="connsiteX3" fmla="*/ 1345 w 2690"/>
                  <a:gd name="connsiteY3" fmla="*/ 4029 h 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90" h="4029">
                    <a:moveTo>
                      <a:pt x="2691" y="1343"/>
                    </a:moveTo>
                    <a:lnTo>
                      <a:pt x="0" y="0"/>
                    </a:lnTo>
                    <a:lnTo>
                      <a:pt x="0" y="2686"/>
                    </a:lnTo>
                    <a:lnTo>
                      <a:pt x="1345" y="402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7" name="Freeform 1426">
                <a:extLst>
                  <a:ext uri="{FF2B5EF4-FFF2-40B4-BE49-F238E27FC236}">
                    <a16:creationId xmlns:a16="http://schemas.microsoft.com/office/drawing/2014/main" id="{ED63D743-7DAB-36A4-3358-022C6A9F5391}"/>
                  </a:ext>
                </a:extLst>
              </p:cNvPr>
              <p:cNvSpPr/>
              <p:nvPr/>
            </p:nvSpPr>
            <p:spPr>
              <a:xfrm>
                <a:off x="10620405" y="4357745"/>
                <a:ext cx="6726" cy="18803"/>
              </a:xfrm>
              <a:custGeom>
                <a:avLst/>
                <a:gdLst>
                  <a:gd name="connsiteX0" fmla="*/ 5381 w 6726"/>
                  <a:gd name="connsiteY0" fmla="*/ 18803 h 18803"/>
                  <a:gd name="connsiteX1" fmla="*/ 6727 w 6726"/>
                  <a:gd name="connsiteY1" fmla="*/ 13431 h 18803"/>
                  <a:gd name="connsiteX2" fmla="*/ 4036 w 6726"/>
                  <a:gd name="connsiteY2" fmla="*/ 9401 h 18803"/>
                  <a:gd name="connsiteX3" fmla="*/ 2690 w 6726"/>
                  <a:gd name="connsiteY3" fmla="*/ 4029 h 18803"/>
                  <a:gd name="connsiteX4" fmla="*/ 5381 w 6726"/>
                  <a:gd name="connsiteY4" fmla="*/ 2686 h 18803"/>
                  <a:gd name="connsiteX5" fmla="*/ 4036 w 6726"/>
                  <a:gd name="connsiteY5" fmla="*/ 0 h 18803"/>
                  <a:gd name="connsiteX6" fmla="*/ 1345 w 6726"/>
                  <a:gd name="connsiteY6" fmla="*/ 1343 h 18803"/>
                  <a:gd name="connsiteX7" fmla="*/ 0 w 6726"/>
                  <a:gd name="connsiteY7" fmla="*/ 6715 h 18803"/>
                  <a:gd name="connsiteX8" fmla="*/ 2690 w 6726"/>
                  <a:gd name="connsiteY8" fmla="*/ 13431 h 18803"/>
                  <a:gd name="connsiteX9" fmla="*/ 2690 w 6726"/>
                  <a:gd name="connsiteY9" fmla="*/ 16117 h 18803"/>
                  <a:gd name="connsiteX10" fmla="*/ 4036 w 6726"/>
                  <a:gd name="connsiteY10" fmla="*/ 18803 h 18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726" h="18803">
                    <a:moveTo>
                      <a:pt x="5381" y="18803"/>
                    </a:moveTo>
                    <a:lnTo>
                      <a:pt x="6727" y="13431"/>
                    </a:lnTo>
                    <a:lnTo>
                      <a:pt x="4036" y="9401"/>
                    </a:lnTo>
                    <a:lnTo>
                      <a:pt x="2690" y="4029"/>
                    </a:lnTo>
                    <a:lnTo>
                      <a:pt x="5381" y="2686"/>
                    </a:lnTo>
                    <a:lnTo>
                      <a:pt x="4036" y="0"/>
                    </a:lnTo>
                    <a:lnTo>
                      <a:pt x="1345" y="1343"/>
                    </a:lnTo>
                    <a:lnTo>
                      <a:pt x="0" y="6715"/>
                    </a:lnTo>
                    <a:lnTo>
                      <a:pt x="2690" y="13431"/>
                    </a:lnTo>
                    <a:lnTo>
                      <a:pt x="2690" y="16117"/>
                    </a:lnTo>
                    <a:lnTo>
                      <a:pt x="4036" y="1880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8" name="Freeform 1427">
                <a:extLst>
                  <a:ext uri="{FF2B5EF4-FFF2-40B4-BE49-F238E27FC236}">
                    <a16:creationId xmlns:a16="http://schemas.microsoft.com/office/drawing/2014/main" id="{1F4E1585-FB90-0F69-BC6C-2836354381C7}"/>
                  </a:ext>
                </a:extLst>
              </p:cNvPr>
              <p:cNvSpPr/>
              <p:nvPr/>
            </p:nvSpPr>
            <p:spPr>
              <a:xfrm>
                <a:off x="10631168" y="4377891"/>
                <a:ext cx="2690" cy="5372"/>
              </a:xfrm>
              <a:custGeom>
                <a:avLst/>
                <a:gdLst>
                  <a:gd name="connsiteX0" fmla="*/ 0 w 2690"/>
                  <a:gd name="connsiteY0" fmla="*/ 0 h 5372"/>
                  <a:gd name="connsiteX1" fmla="*/ 0 w 2690"/>
                  <a:gd name="connsiteY1" fmla="*/ 4029 h 5372"/>
                  <a:gd name="connsiteX2" fmla="*/ 2691 w 2690"/>
                  <a:gd name="connsiteY2" fmla="*/ 5372 h 5372"/>
                  <a:gd name="connsiteX3" fmla="*/ 2691 w 2690"/>
                  <a:gd name="connsiteY3" fmla="*/ 2686 h 5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90" h="5372">
                    <a:moveTo>
                      <a:pt x="0" y="0"/>
                    </a:moveTo>
                    <a:lnTo>
                      <a:pt x="0" y="4029"/>
                    </a:lnTo>
                    <a:lnTo>
                      <a:pt x="2691" y="5372"/>
                    </a:lnTo>
                    <a:lnTo>
                      <a:pt x="2691" y="2686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29" name="Freeform 1428">
                <a:extLst>
                  <a:ext uri="{FF2B5EF4-FFF2-40B4-BE49-F238E27FC236}">
                    <a16:creationId xmlns:a16="http://schemas.microsoft.com/office/drawing/2014/main" id="{FC38CA78-78EA-4B07-F4B6-ACF68AC2EC9B}"/>
                  </a:ext>
                </a:extLst>
              </p:cNvPr>
              <p:cNvSpPr/>
              <p:nvPr/>
            </p:nvSpPr>
            <p:spPr>
              <a:xfrm>
                <a:off x="10633859" y="4367146"/>
                <a:ext cx="5381" cy="10744"/>
              </a:xfrm>
              <a:custGeom>
                <a:avLst/>
                <a:gdLst>
                  <a:gd name="connsiteX0" fmla="*/ 1345 w 5381"/>
                  <a:gd name="connsiteY0" fmla="*/ 0 h 10744"/>
                  <a:gd name="connsiteX1" fmla="*/ 0 w 5381"/>
                  <a:gd name="connsiteY1" fmla="*/ 5372 h 10744"/>
                  <a:gd name="connsiteX2" fmla="*/ 0 w 5381"/>
                  <a:gd name="connsiteY2" fmla="*/ 8059 h 10744"/>
                  <a:gd name="connsiteX3" fmla="*/ 2690 w 5381"/>
                  <a:gd name="connsiteY3" fmla="*/ 10745 h 10744"/>
                  <a:gd name="connsiteX4" fmla="*/ 5381 w 5381"/>
                  <a:gd name="connsiteY4" fmla="*/ 9402 h 10744"/>
                  <a:gd name="connsiteX5" fmla="*/ 4036 w 5381"/>
                  <a:gd name="connsiteY5" fmla="*/ 4029 h 10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81" h="10744">
                    <a:moveTo>
                      <a:pt x="1345" y="0"/>
                    </a:moveTo>
                    <a:lnTo>
                      <a:pt x="0" y="5372"/>
                    </a:lnTo>
                    <a:lnTo>
                      <a:pt x="0" y="8059"/>
                    </a:lnTo>
                    <a:lnTo>
                      <a:pt x="2690" y="10745"/>
                    </a:lnTo>
                    <a:lnTo>
                      <a:pt x="5381" y="9402"/>
                    </a:lnTo>
                    <a:lnTo>
                      <a:pt x="4036" y="402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30" name="Freeform 1429">
                <a:extLst>
                  <a:ext uri="{FF2B5EF4-FFF2-40B4-BE49-F238E27FC236}">
                    <a16:creationId xmlns:a16="http://schemas.microsoft.com/office/drawing/2014/main" id="{61607912-33EE-003A-3252-995A0B88C3BC}"/>
                  </a:ext>
                </a:extLst>
              </p:cNvPr>
              <p:cNvSpPr/>
              <p:nvPr/>
            </p:nvSpPr>
            <p:spPr>
              <a:xfrm>
                <a:off x="10528919" y="4376548"/>
                <a:ext cx="125120" cy="115504"/>
              </a:xfrm>
              <a:custGeom>
                <a:avLst/>
                <a:gdLst>
                  <a:gd name="connsiteX0" fmla="*/ 5382 w 125120"/>
                  <a:gd name="connsiteY0" fmla="*/ 80585 h 115504"/>
                  <a:gd name="connsiteX1" fmla="*/ 0 w 125120"/>
                  <a:gd name="connsiteY1" fmla="*/ 75212 h 115504"/>
                  <a:gd name="connsiteX2" fmla="*/ 2691 w 125120"/>
                  <a:gd name="connsiteY2" fmla="*/ 68497 h 115504"/>
                  <a:gd name="connsiteX3" fmla="*/ 5382 w 125120"/>
                  <a:gd name="connsiteY3" fmla="*/ 60438 h 115504"/>
                  <a:gd name="connsiteX4" fmla="*/ 2691 w 125120"/>
                  <a:gd name="connsiteY4" fmla="*/ 56409 h 115504"/>
                  <a:gd name="connsiteX5" fmla="*/ 8073 w 125120"/>
                  <a:gd name="connsiteY5" fmla="*/ 51037 h 115504"/>
                  <a:gd name="connsiteX6" fmla="*/ 13454 w 125120"/>
                  <a:gd name="connsiteY6" fmla="*/ 49694 h 115504"/>
                  <a:gd name="connsiteX7" fmla="*/ 16145 w 125120"/>
                  <a:gd name="connsiteY7" fmla="*/ 45665 h 115504"/>
                  <a:gd name="connsiteX8" fmla="*/ 21527 w 125120"/>
                  <a:gd name="connsiteY8" fmla="*/ 48351 h 115504"/>
                  <a:gd name="connsiteX9" fmla="*/ 28253 w 125120"/>
                  <a:gd name="connsiteY9" fmla="*/ 45665 h 115504"/>
                  <a:gd name="connsiteX10" fmla="*/ 26908 w 125120"/>
                  <a:gd name="connsiteY10" fmla="*/ 41635 h 115504"/>
                  <a:gd name="connsiteX11" fmla="*/ 29598 w 125120"/>
                  <a:gd name="connsiteY11" fmla="*/ 37606 h 115504"/>
                  <a:gd name="connsiteX12" fmla="*/ 34980 w 125120"/>
                  <a:gd name="connsiteY12" fmla="*/ 34920 h 115504"/>
                  <a:gd name="connsiteX13" fmla="*/ 37671 w 125120"/>
                  <a:gd name="connsiteY13" fmla="*/ 30891 h 115504"/>
                  <a:gd name="connsiteX14" fmla="*/ 41707 w 125120"/>
                  <a:gd name="connsiteY14" fmla="*/ 29548 h 115504"/>
                  <a:gd name="connsiteX15" fmla="*/ 48434 w 125120"/>
                  <a:gd name="connsiteY15" fmla="*/ 36263 h 115504"/>
                  <a:gd name="connsiteX16" fmla="*/ 49779 w 125120"/>
                  <a:gd name="connsiteY16" fmla="*/ 44321 h 115504"/>
                  <a:gd name="connsiteX17" fmla="*/ 44398 w 125120"/>
                  <a:gd name="connsiteY17" fmla="*/ 52380 h 115504"/>
                  <a:gd name="connsiteX18" fmla="*/ 48434 w 125120"/>
                  <a:gd name="connsiteY18" fmla="*/ 48351 h 115504"/>
                  <a:gd name="connsiteX19" fmla="*/ 53815 w 125120"/>
                  <a:gd name="connsiteY19" fmla="*/ 47008 h 115504"/>
                  <a:gd name="connsiteX20" fmla="*/ 59197 w 125120"/>
                  <a:gd name="connsiteY20" fmla="*/ 42978 h 115504"/>
                  <a:gd name="connsiteX21" fmla="*/ 61888 w 125120"/>
                  <a:gd name="connsiteY21" fmla="*/ 34920 h 115504"/>
                  <a:gd name="connsiteX22" fmla="*/ 67269 w 125120"/>
                  <a:gd name="connsiteY22" fmla="*/ 32234 h 115504"/>
                  <a:gd name="connsiteX23" fmla="*/ 69960 w 125120"/>
                  <a:gd name="connsiteY23" fmla="*/ 37606 h 115504"/>
                  <a:gd name="connsiteX24" fmla="*/ 73996 w 125120"/>
                  <a:gd name="connsiteY24" fmla="*/ 36263 h 115504"/>
                  <a:gd name="connsiteX25" fmla="*/ 73996 w 125120"/>
                  <a:gd name="connsiteY25" fmla="*/ 32234 h 115504"/>
                  <a:gd name="connsiteX26" fmla="*/ 72651 w 125120"/>
                  <a:gd name="connsiteY26" fmla="*/ 30891 h 115504"/>
                  <a:gd name="connsiteX27" fmla="*/ 75342 w 125120"/>
                  <a:gd name="connsiteY27" fmla="*/ 21489 h 115504"/>
                  <a:gd name="connsiteX28" fmla="*/ 80723 w 125120"/>
                  <a:gd name="connsiteY28" fmla="*/ 22832 h 115504"/>
                  <a:gd name="connsiteX29" fmla="*/ 83414 w 125120"/>
                  <a:gd name="connsiteY29" fmla="*/ 25518 h 115504"/>
                  <a:gd name="connsiteX30" fmla="*/ 84759 w 125120"/>
                  <a:gd name="connsiteY30" fmla="*/ 22832 h 115504"/>
                  <a:gd name="connsiteX31" fmla="*/ 84759 w 125120"/>
                  <a:gd name="connsiteY31" fmla="*/ 16117 h 115504"/>
                  <a:gd name="connsiteX32" fmla="*/ 86104 w 125120"/>
                  <a:gd name="connsiteY32" fmla="*/ 16117 h 115504"/>
                  <a:gd name="connsiteX33" fmla="*/ 90140 w 125120"/>
                  <a:gd name="connsiteY33" fmla="*/ 20146 h 115504"/>
                  <a:gd name="connsiteX34" fmla="*/ 90140 w 125120"/>
                  <a:gd name="connsiteY34" fmla="*/ 16117 h 115504"/>
                  <a:gd name="connsiteX35" fmla="*/ 88795 w 125120"/>
                  <a:gd name="connsiteY35" fmla="*/ 6715 h 115504"/>
                  <a:gd name="connsiteX36" fmla="*/ 88795 w 125120"/>
                  <a:gd name="connsiteY36" fmla="*/ 0 h 115504"/>
                  <a:gd name="connsiteX37" fmla="*/ 92831 w 125120"/>
                  <a:gd name="connsiteY37" fmla="*/ 1343 h 115504"/>
                  <a:gd name="connsiteX38" fmla="*/ 94176 w 125120"/>
                  <a:gd name="connsiteY38" fmla="*/ 1343 h 115504"/>
                  <a:gd name="connsiteX39" fmla="*/ 95522 w 125120"/>
                  <a:gd name="connsiteY39" fmla="*/ 5372 h 115504"/>
                  <a:gd name="connsiteX40" fmla="*/ 102249 w 125120"/>
                  <a:gd name="connsiteY40" fmla="*/ 10744 h 115504"/>
                  <a:gd name="connsiteX41" fmla="*/ 107630 w 125120"/>
                  <a:gd name="connsiteY41" fmla="*/ 16117 h 115504"/>
                  <a:gd name="connsiteX42" fmla="*/ 111667 w 125120"/>
                  <a:gd name="connsiteY42" fmla="*/ 13431 h 115504"/>
                  <a:gd name="connsiteX43" fmla="*/ 110321 w 125120"/>
                  <a:gd name="connsiteY43" fmla="*/ 17460 h 115504"/>
                  <a:gd name="connsiteX44" fmla="*/ 114357 w 125120"/>
                  <a:gd name="connsiteY44" fmla="*/ 22832 h 115504"/>
                  <a:gd name="connsiteX45" fmla="*/ 114357 w 125120"/>
                  <a:gd name="connsiteY45" fmla="*/ 29548 h 115504"/>
                  <a:gd name="connsiteX46" fmla="*/ 111667 w 125120"/>
                  <a:gd name="connsiteY46" fmla="*/ 28204 h 115504"/>
                  <a:gd name="connsiteX47" fmla="*/ 110321 w 125120"/>
                  <a:gd name="connsiteY47" fmla="*/ 32234 h 115504"/>
                  <a:gd name="connsiteX48" fmla="*/ 113012 w 125120"/>
                  <a:gd name="connsiteY48" fmla="*/ 34920 h 115504"/>
                  <a:gd name="connsiteX49" fmla="*/ 115703 w 125120"/>
                  <a:gd name="connsiteY49" fmla="*/ 36263 h 115504"/>
                  <a:gd name="connsiteX50" fmla="*/ 115703 w 125120"/>
                  <a:gd name="connsiteY50" fmla="*/ 38949 h 115504"/>
                  <a:gd name="connsiteX51" fmla="*/ 115703 w 125120"/>
                  <a:gd name="connsiteY51" fmla="*/ 44321 h 115504"/>
                  <a:gd name="connsiteX52" fmla="*/ 117048 w 125120"/>
                  <a:gd name="connsiteY52" fmla="*/ 41635 h 115504"/>
                  <a:gd name="connsiteX53" fmla="*/ 118394 w 125120"/>
                  <a:gd name="connsiteY53" fmla="*/ 48351 h 115504"/>
                  <a:gd name="connsiteX54" fmla="*/ 118394 w 125120"/>
                  <a:gd name="connsiteY54" fmla="*/ 53723 h 115504"/>
                  <a:gd name="connsiteX55" fmla="*/ 121084 w 125120"/>
                  <a:gd name="connsiteY55" fmla="*/ 57752 h 115504"/>
                  <a:gd name="connsiteX56" fmla="*/ 123775 w 125120"/>
                  <a:gd name="connsiteY56" fmla="*/ 63125 h 115504"/>
                  <a:gd name="connsiteX57" fmla="*/ 125121 w 125120"/>
                  <a:gd name="connsiteY57" fmla="*/ 71183 h 115504"/>
                  <a:gd name="connsiteX58" fmla="*/ 122430 w 125120"/>
                  <a:gd name="connsiteY58" fmla="*/ 77898 h 115504"/>
                  <a:gd name="connsiteX59" fmla="*/ 119739 w 125120"/>
                  <a:gd name="connsiteY59" fmla="*/ 77898 h 115504"/>
                  <a:gd name="connsiteX60" fmla="*/ 119739 w 125120"/>
                  <a:gd name="connsiteY60" fmla="*/ 80585 h 115504"/>
                  <a:gd name="connsiteX61" fmla="*/ 118394 w 125120"/>
                  <a:gd name="connsiteY61" fmla="*/ 77898 h 115504"/>
                  <a:gd name="connsiteX62" fmla="*/ 115703 w 125120"/>
                  <a:gd name="connsiteY62" fmla="*/ 77898 h 115504"/>
                  <a:gd name="connsiteX63" fmla="*/ 114357 w 125120"/>
                  <a:gd name="connsiteY63" fmla="*/ 81928 h 115504"/>
                  <a:gd name="connsiteX64" fmla="*/ 115703 w 125120"/>
                  <a:gd name="connsiteY64" fmla="*/ 88643 h 115504"/>
                  <a:gd name="connsiteX65" fmla="*/ 115703 w 125120"/>
                  <a:gd name="connsiteY65" fmla="*/ 94015 h 115504"/>
                  <a:gd name="connsiteX66" fmla="*/ 115703 w 125120"/>
                  <a:gd name="connsiteY66" fmla="*/ 98044 h 115504"/>
                  <a:gd name="connsiteX67" fmla="*/ 113012 w 125120"/>
                  <a:gd name="connsiteY67" fmla="*/ 95358 h 115504"/>
                  <a:gd name="connsiteX68" fmla="*/ 111667 w 125120"/>
                  <a:gd name="connsiteY68" fmla="*/ 87300 h 115504"/>
                  <a:gd name="connsiteX69" fmla="*/ 111667 w 125120"/>
                  <a:gd name="connsiteY69" fmla="*/ 81928 h 115504"/>
                  <a:gd name="connsiteX70" fmla="*/ 108976 w 125120"/>
                  <a:gd name="connsiteY70" fmla="*/ 77898 h 115504"/>
                  <a:gd name="connsiteX71" fmla="*/ 107630 w 125120"/>
                  <a:gd name="connsiteY71" fmla="*/ 73869 h 115504"/>
                  <a:gd name="connsiteX72" fmla="*/ 103594 w 125120"/>
                  <a:gd name="connsiteY72" fmla="*/ 68497 h 115504"/>
                  <a:gd name="connsiteX73" fmla="*/ 100903 w 125120"/>
                  <a:gd name="connsiteY73" fmla="*/ 69840 h 115504"/>
                  <a:gd name="connsiteX74" fmla="*/ 94176 w 125120"/>
                  <a:gd name="connsiteY74" fmla="*/ 80585 h 115504"/>
                  <a:gd name="connsiteX75" fmla="*/ 92831 w 125120"/>
                  <a:gd name="connsiteY75" fmla="*/ 85957 h 115504"/>
                  <a:gd name="connsiteX76" fmla="*/ 98213 w 125120"/>
                  <a:gd name="connsiteY76" fmla="*/ 88643 h 115504"/>
                  <a:gd name="connsiteX77" fmla="*/ 100903 w 125120"/>
                  <a:gd name="connsiteY77" fmla="*/ 95358 h 115504"/>
                  <a:gd name="connsiteX78" fmla="*/ 103594 w 125120"/>
                  <a:gd name="connsiteY78" fmla="*/ 99388 h 115504"/>
                  <a:gd name="connsiteX79" fmla="*/ 102249 w 125120"/>
                  <a:gd name="connsiteY79" fmla="*/ 104760 h 115504"/>
                  <a:gd name="connsiteX80" fmla="*/ 95522 w 125120"/>
                  <a:gd name="connsiteY80" fmla="*/ 112818 h 115504"/>
                  <a:gd name="connsiteX81" fmla="*/ 91486 w 125120"/>
                  <a:gd name="connsiteY81" fmla="*/ 115504 h 115504"/>
                  <a:gd name="connsiteX82" fmla="*/ 90140 w 125120"/>
                  <a:gd name="connsiteY82" fmla="*/ 114162 h 115504"/>
                  <a:gd name="connsiteX83" fmla="*/ 88795 w 125120"/>
                  <a:gd name="connsiteY83" fmla="*/ 108789 h 115504"/>
                  <a:gd name="connsiteX84" fmla="*/ 90140 w 125120"/>
                  <a:gd name="connsiteY84" fmla="*/ 106103 h 115504"/>
                  <a:gd name="connsiteX85" fmla="*/ 88795 w 125120"/>
                  <a:gd name="connsiteY85" fmla="*/ 103417 h 115504"/>
                  <a:gd name="connsiteX86" fmla="*/ 86104 w 125120"/>
                  <a:gd name="connsiteY86" fmla="*/ 106103 h 115504"/>
                  <a:gd name="connsiteX87" fmla="*/ 86104 w 125120"/>
                  <a:gd name="connsiteY87" fmla="*/ 108789 h 115504"/>
                  <a:gd name="connsiteX88" fmla="*/ 80723 w 125120"/>
                  <a:gd name="connsiteY88" fmla="*/ 111475 h 115504"/>
                  <a:gd name="connsiteX89" fmla="*/ 76687 w 125120"/>
                  <a:gd name="connsiteY89" fmla="*/ 108789 h 115504"/>
                  <a:gd name="connsiteX90" fmla="*/ 71306 w 125120"/>
                  <a:gd name="connsiteY90" fmla="*/ 104760 h 115504"/>
                  <a:gd name="connsiteX91" fmla="*/ 65924 w 125120"/>
                  <a:gd name="connsiteY91" fmla="*/ 104760 h 115504"/>
                  <a:gd name="connsiteX92" fmla="*/ 60542 w 125120"/>
                  <a:gd name="connsiteY92" fmla="*/ 99388 h 115504"/>
                  <a:gd name="connsiteX93" fmla="*/ 59197 w 125120"/>
                  <a:gd name="connsiteY93" fmla="*/ 95358 h 115504"/>
                  <a:gd name="connsiteX94" fmla="*/ 56506 w 125120"/>
                  <a:gd name="connsiteY94" fmla="*/ 89986 h 115504"/>
                  <a:gd name="connsiteX95" fmla="*/ 57852 w 125120"/>
                  <a:gd name="connsiteY95" fmla="*/ 87300 h 115504"/>
                  <a:gd name="connsiteX96" fmla="*/ 56506 w 125120"/>
                  <a:gd name="connsiteY96" fmla="*/ 83271 h 115504"/>
                  <a:gd name="connsiteX97" fmla="*/ 53815 w 125120"/>
                  <a:gd name="connsiteY97" fmla="*/ 79241 h 115504"/>
                  <a:gd name="connsiteX98" fmla="*/ 56506 w 125120"/>
                  <a:gd name="connsiteY98" fmla="*/ 76555 h 115504"/>
                  <a:gd name="connsiteX99" fmla="*/ 56506 w 125120"/>
                  <a:gd name="connsiteY99" fmla="*/ 73869 h 115504"/>
                  <a:gd name="connsiteX100" fmla="*/ 59197 w 125120"/>
                  <a:gd name="connsiteY100" fmla="*/ 72526 h 115504"/>
                  <a:gd name="connsiteX101" fmla="*/ 63233 w 125120"/>
                  <a:gd name="connsiteY101" fmla="*/ 75212 h 115504"/>
                  <a:gd name="connsiteX102" fmla="*/ 59197 w 125120"/>
                  <a:gd name="connsiteY102" fmla="*/ 71183 h 115504"/>
                  <a:gd name="connsiteX103" fmla="*/ 57852 w 125120"/>
                  <a:gd name="connsiteY103" fmla="*/ 65811 h 115504"/>
                  <a:gd name="connsiteX104" fmla="*/ 52470 w 125120"/>
                  <a:gd name="connsiteY104" fmla="*/ 61781 h 115504"/>
                  <a:gd name="connsiteX105" fmla="*/ 48434 w 125120"/>
                  <a:gd name="connsiteY105" fmla="*/ 61781 h 115504"/>
                  <a:gd name="connsiteX106" fmla="*/ 43052 w 125120"/>
                  <a:gd name="connsiteY106" fmla="*/ 57752 h 115504"/>
                  <a:gd name="connsiteX107" fmla="*/ 41707 w 125120"/>
                  <a:gd name="connsiteY107" fmla="*/ 56409 h 115504"/>
                  <a:gd name="connsiteX108" fmla="*/ 39016 w 125120"/>
                  <a:gd name="connsiteY108" fmla="*/ 59095 h 115504"/>
                  <a:gd name="connsiteX109" fmla="*/ 40361 w 125120"/>
                  <a:gd name="connsiteY109" fmla="*/ 61781 h 115504"/>
                  <a:gd name="connsiteX110" fmla="*/ 39016 w 125120"/>
                  <a:gd name="connsiteY110" fmla="*/ 64468 h 115504"/>
                  <a:gd name="connsiteX111" fmla="*/ 41707 w 125120"/>
                  <a:gd name="connsiteY111" fmla="*/ 67154 h 115504"/>
                  <a:gd name="connsiteX112" fmla="*/ 39016 w 125120"/>
                  <a:gd name="connsiteY112" fmla="*/ 67154 h 115504"/>
                  <a:gd name="connsiteX113" fmla="*/ 34980 w 125120"/>
                  <a:gd name="connsiteY113" fmla="*/ 64468 h 115504"/>
                  <a:gd name="connsiteX114" fmla="*/ 32289 w 125120"/>
                  <a:gd name="connsiteY114" fmla="*/ 64468 h 115504"/>
                  <a:gd name="connsiteX115" fmla="*/ 33634 w 125120"/>
                  <a:gd name="connsiteY115" fmla="*/ 61781 h 115504"/>
                  <a:gd name="connsiteX116" fmla="*/ 30944 w 125120"/>
                  <a:gd name="connsiteY116" fmla="*/ 60438 h 115504"/>
                  <a:gd name="connsiteX117" fmla="*/ 29598 w 125120"/>
                  <a:gd name="connsiteY117" fmla="*/ 61781 h 115504"/>
                  <a:gd name="connsiteX118" fmla="*/ 28253 w 125120"/>
                  <a:gd name="connsiteY118" fmla="*/ 67154 h 115504"/>
                  <a:gd name="connsiteX119" fmla="*/ 25562 w 125120"/>
                  <a:gd name="connsiteY119" fmla="*/ 65811 h 115504"/>
                  <a:gd name="connsiteX120" fmla="*/ 24217 w 125120"/>
                  <a:gd name="connsiteY120" fmla="*/ 67154 h 115504"/>
                  <a:gd name="connsiteX121" fmla="*/ 22872 w 125120"/>
                  <a:gd name="connsiteY121" fmla="*/ 65811 h 115504"/>
                  <a:gd name="connsiteX122" fmla="*/ 22872 w 125120"/>
                  <a:gd name="connsiteY122" fmla="*/ 60438 h 115504"/>
                  <a:gd name="connsiteX123" fmla="*/ 20181 w 125120"/>
                  <a:gd name="connsiteY123" fmla="*/ 56409 h 115504"/>
                  <a:gd name="connsiteX124" fmla="*/ 17491 w 125120"/>
                  <a:gd name="connsiteY124" fmla="*/ 57752 h 115504"/>
                  <a:gd name="connsiteX125" fmla="*/ 14800 w 125120"/>
                  <a:gd name="connsiteY125" fmla="*/ 64468 h 115504"/>
                  <a:gd name="connsiteX126" fmla="*/ 10764 w 125120"/>
                  <a:gd name="connsiteY126" fmla="*/ 67154 h 115504"/>
                  <a:gd name="connsiteX127" fmla="*/ 8073 w 125120"/>
                  <a:gd name="connsiteY127" fmla="*/ 77898 h 11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</a:cxnLst>
                <a:rect l="l" t="t" r="r" b="b"/>
                <a:pathLst>
                  <a:path w="125120" h="115504">
                    <a:moveTo>
                      <a:pt x="5382" y="80585"/>
                    </a:moveTo>
                    <a:lnTo>
                      <a:pt x="0" y="75212"/>
                    </a:lnTo>
                    <a:lnTo>
                      <a:pt x="2691" y="68497"/>
                    </a:lnTo>
                    <a:lnTo>
                      <a:pt x="5382" y="60438"/>
                    </a:lnTo>
                    <a:lnTo>
                      <a:pt x="2691" y="56409"/>
                    </a:lnTo>
                    <a:lnTo>
                      <a:pt x="8073" y="51037"/>
                    </a:lnTo>
                    <a:lnTo>
                      <a:pt x="13454" y="49694"/>
                    </a:lnTo>
                    <a:lnTo>
                      <a:pt x="16145" y="45665"/>
                    </a:lnTo>
                    <a:lnTo>
                      <a:pt x="21527" y="48351"/>
                    </a:lnTo>
                    <a:lnTo>
                      <a:pt x="28253" y="45665"/>
                    </a:lnTo>
                    <a:lnTo>
                      <a:pt x="26908" y="41635"/>
                    </a:lnTo>
                    <a:lnTo>
                      <a:pt x="29598" y="37606"/>
                    </a:lnTo>
                    <a:lnTo>
                      <a:pt x="34980" y="34920"/>
                    </a:lnTo>
                    <a:lnTo>
                      <a:pt x="37671" y="30891"/>
                    </a:lnTo>
                    <a:lnTo>
                      <a:pt x="41707" y="29548"/>
                    </a:lnTo>
                    <a:lnTo>
                      <a:pt x="48434" y="36263"/>
                    </a:lnTo>
                    <a:lnTo>
                      <a:pt x="49779" y="44321"/>
                    </a:lnTo>
                    <a:lnTo>
                      <a:pt x="44398" y="52380"/>
                    </a:lnTo>
                    <a:lnTo>
                      <a:pt x="48434" y="48351"/>
                    </a:lnTo>
                    <a:lnTo>
                      <a:pt x="53815" y="47008"/>
                    </a:lnTo>
                    <a:lnTo>
                      <a:pt x="59197" y="42978"/>
                    </a:lnTo>
                    <a:lnTo>
                      <a:pt x="61888" y="34920"/>
                    </a:lnTo>
                    <a:lnTo>
                      <a:pt x="67269" y="32234"/>
                    </a:lnTo>
                    <a:lnTo>
                      <a:pt x="69960" y="37606"/>
                    </a:lnTo>
                    <a:lnTo>
                      <a:pt x="73996" y="36263"/>
                    </a:lnTo>
                    <a:lnTo>
                      <a:pt x="73996" y="32234"/>
                    </a:lnTo>
                    <a:lnTo>
                      <a:pt x="72651" y="30891"/>
                    </a:lnTo>
                    <a:lnTo>
                      <a:pt x="75342" y="21489"/>
                    </a:lnTo>
                    <a:lnTo>
                      <a:pt x="80723" y="22832"/>
                    </a:lnTo>
                    <a:lnTo>
                      <a:pt x="83414" y="25518"/>
                    </a:lnTo>
                    <a:lnTo>
                      <a:pt x="84759" y="22832"/>
                    </a:lnTo>
                    <a:lnTo>
                      <a:pt x="84759" y="16117"/>
                    </a:lnTo>
                    <a:lnTo>
                      <a:pt x="86104" y="16117"/>
                    </a:lnTo>
                    <a:lnTo>
                      <a:pt x="90140" y="20146"/>
                    </a:lnTo>
                    <a:lnTo>
                      <a:pt x="90140" y="16117"/>
                    </a:lnTo>
                    <a:lnTo>
                      <a:pt x="88795" y="6715"/>
                    </a:lnTo>
                    <a:lnTo>
                      <a:pt x="88795" y="0"/>
                    </a:lnTo>
                    <a:lnTo>
                      <a:pt x="92831" y="1343"/>
                    </a:lnTo>
                    <a:lnTo>
                      <a:pt x="94176" y="1343"/>
                    </a:lnTo>
                    <a:lnTo>
                      <a:pt x="95522" y="5372"/>
                    </a:lnTo>
                    <a:lnTo>
                      <a:pt x="102249" y="10744"/>
                    </a:lnTo>
                    <a:lnTo>
                      <a:pt x="107630" y="16117"/>
                    </a:lnTo>
                    <a:lnTo>
                      <a:pt x="111667" y="13431"/>
                    </a:lnTo>
                    <a:lnTo>
                      <a:pt x="110321" y="17460"/>
                    </a:lnTo>
                    <a:lnTo>
                      <a:pt x="114357" y="22832"/>
                    </a:lnTo>
                    <a:lnTo>
                      <a:pt x="114357" y="29548"/>
                    </a:lnTo>
                    <a:lnTo>
                      <a:pt x="111667" y="28204"/>
                    </a:lnTo>
                    <a:lnTo>
                      <a:pt x="110321" y="32234"/>
                    </a:lnTo>
                    <a:lnTo>
                      <a:pt x="113012" y="34920"/>
                    </a:lnTo>
                    <a:lnTo>
                      <a:pt x="115703" y="36263"/>
                    </a:lnTo>
                    <a:lnTo>
                      <a:pt x="115703" y="38949"/>
                    </a:lnTo>
                    <a:lnTo>
                      <a:pt x="115703" y="44321"/>
                    </a:lnTo>
                    <a:lnTo>
                      <a:pt x="117048" y="41635"/>
                    </a:lnTo>
                    <a:lnTo>
                      <a:pt x="118394" y="48351"/>
                    </a:lnTo>
                    <a:lnTo>
                      <a:pt x="118394" y="53723"/>
                    </a:lnTo>
                    <a:lnTo>
                      <a:pt x="121084" y="57752"/>
                    </a:lnTo>
                    <a:lnTo>
                      <a:pt x="123775" y="63125"/>
                    </a:lnTo>
                    <a:lnTo>
                      <a:pt x="125121" y="71183"/>
                    </a:lnTo>
                    <a:lnTo>
                      <a:pt x="122430" y="77898"/>
                    </a:lnTo>
                    <a:lnTo>
                      <a:pt x="119739" y="77898"/>
                    </a:lnTo>
                    <a:lnTo>
                      <a:pt x="119739" y="80585"/>
                    </a:lnTo>
                    <a:lnTo>
                      <a:pt x="118394" y="77898"/>
                    </a:lnTo>
                    <a:lnTo>
                      <a:pt x="115703" y="77898"/>
                    </a:lnTo>
                    <a:lnTo>
                      <a:pt x="114357" y="81928"/>
                    </a:lnTo>
                    <a:lnTo>
                      <a:pt x="115703" y="88643"/>
                    </a:lnTo>
                    <a:lnTo>
                      <a:pt x="115703" y="94015"/>
                    </a:lnTo>
                    <a:lnTo>
                      <a:pt x="115703" y="98044"/>
                    </a:lnTo>
                    <a:lnTo>
                      <a:pt x="113012" y="95358"/>
                    </a:lnTo>
                    <a:lnTo>
                      <a:pt x="111667" y="87300"/>
                    </a:lnTo>
                    <a:lnTo>
                      <a:pt x="111667" y="81928"/>
                    </a:lnTo>
                    <a:lnTo>
                      <a:pt x="108976" y="77898"/>
                    </a:lnTo>
                    <a:lnTo>
                      <a:pt x="107630" y="73869"/>
                    </a:lnTo>
                    <a:lnTo>
                      <a:pt x="103594" y="68497"/>
                    </a:lnTo>
                    <a:lnTo>
                      <a:pt x="100903" y="69840"/>
                    </a:lnTo>
                    <a:lnTo>
                      <a:pt x="94176" y="80585"/>
                    </a:lnTo>
                    <a:lnTo>
                      <a:pt x="92831" y="85957"/>
                    </a:lnTo>
                    <a:lnTo>
                      <a:pt x="98213" y="88643"/>
                    </a:lnTo>
                    <a:lnTo>
                      <a:pt x="100903" y="95358"/>
                    </a:lnTo>
                    <a:lnTo>
                      <a:pt x="103594" y="99388"/>
                    </a:lnTo>
                    <a:lnTo>
                      <a:pt x="102249" y="104760"/>
                    </a:lnTo>
                    <a:lnTo>
                      <a:pt x="95522" y="112818"/>
                    </a:lnTo>
                    <a:lnTo>
                      <a:pt x="91486" y="115504"/>
                    </a:lnTo>
                    <a:lnTo>
                      <a:pt x="90140" y="114162"/>
                    </a:lnTo>
                    <a:lnTo>
                      <a:pt x="88795" y="108789"/>
                    </a:lnTo>
                    <a:lnTo>
                      <a:pt x="90140" y="106103"/>
                    </a:lnTo>
                    <a:lnTo>
                      <a:pt x="88795" y="103417"/>
                    </a:lnTo>
                    <a:lnTo>
                      <a:pt x="86104" y="106103"/>
                    </a:lnTo>
                    <a:lnTo>
                      <a:pt x="86104" y="108789"/>
                    </a:lnTo>
                    <a:lnTo>
                      <a:pt x="80723" y="111475"/>
                    </a:lnTo>
                    <a:lnTo>
                      <a:pt x="76687" y="108789"/>
                    </a:lnTo>
                    <a:lnTo>
                      <a:pt x="71306" y="104760"/>
                    </a:lnTo>
                    <a:lnTo>
                      <a:pt x="65924" y="104760"/>
                    </a:lnTo>
                    <a:lnTo>
                      <a:pt x="60542" y="99388"/>
                    </a:lnTo>
                    <a:lnTo>
                      <a:pt x="59197" y="95358"/>
                    </a:lnTo>
                    <a:lnTo>
                      <a:pt x="56506" y="89986"/>
                    </a:lnTo>
                    <a:lnTo>
                      <a:pt x="57852" y="87300"/>
                    </a:lnTo>
                    <a:lnTo>
                      <a:pt x="56506" y="83271"/>
                    </a:lnTo>
                    <a:lnTo>
                      <a:pt x="53815" y="79241"/>
                    </a:lnTo>
                    <a:lnTo>
                      <a:pt x="56506" y="76555"/>
                    </a:lnTo>
                    <a:lnTo>
                      <a:pt x="56506" y="73869"/>
                    </a:lnTo>
                    <a:lnTo>
                      <a:pt x="59197" y="72526"/>
                    </a:lnTo>
                    <a:lnTo>
                      <a:pt x="63233" y="75212"/>
                    </a:lnTo>
                    <a:lnTo>
                      <a:pt x="59197" y="71183"/>
                    </a:lnTo>
                    <a:lnTo>
                      <a:pt x="57852" y="65811"/>
                    </a:lnTo>
                    <a:lnTo>
                      <a:pt x="52470" y="61781"/>
                    </a:lnTo>
                    <a:lnTo>
                      <a:pt x="48434" y="61781"/>
                    </a:lnTo>
                    <a:lnTo>
                      <a:pt x="43052" y="57752"/>
                    </a:lnTo>
                    <a:lnTo>
                      <a:pt x="41707" y="56409"/>
                    </a:lnTo>
                    <a:lnTo>
                      <a:pt x="39016" y="59095"/>
                    </a:lnTo>
                    <a:lnTo>
                      <a:pt x="40361" y="61781"/>
                    </a:lnTo>
                    <a:lnTo>
                      <a:pt x="39016" y="64468"/>
                    </a:lnTo>
                    <a:lnTo>
                      <a:pt x="41707" y="67154"/>
                    </a:lnTo>
                    <a:lnTo>
                      <a:pt x="39016" y="67154"/>
                    </a:lnTo>
                    <a:lnTo>
                      <a:pt x="34980" y="64468"/>
                    </a:lnTo>
                    <a:lnTo>
                      <a:pt x="32289" y="64468"/>
                    </a:lnTo>
                    <a:lnTo>
                      <a:pt x="33634" y="61781"/>
                    </a:lnTo>
                    <a:lnTo>
                      <a:pt x="30944" y="60438"/>
                    </a:lnTo>
                    <a:lnTo>
                      <a:pt x="29598" y="61781"/>
                    </a:lnTo>
                    <a:lnTo>
                      <a:pt x="28253" y="67154"/>
                    </a:lnTo>
                    <a:lnTo>
                      <a:pt x="25562" y="65811"/>
                    </a:lnTo>
                    <a:lnTo>
                      <a:pt x="24217" y="67154"/>
                    </a:lnTo>
                    <a:lnTo>
                      <a:pt x="22872" y="65811"/>
                    </a:lnTo>
                    <a:lnTo>
                      <a:pt x="22872" y="60438"/>
                    </a:lnTo>
                    <a:lnTo>
                      <a:pt x="20181" y="56409"/>
                    </a:lnTo>
                    <a:lnTo>
                      <a:pt x="17491" y="57752"/>
                    </a:lnTo>
                    <a:lnTo>
                      <a:pt x="14800" y="64468"/>
                    </a:lnTo>
                    <a:lnTo>
                      <a:pt x="10764" y="67154"/>
                    </a:lnTo>
                    <a:lnTo>
                      <a:pt x="8073" y="77898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31" name="Freeform 1430">
                <a:extLst>
                  <a:ext uri="{FF2B5EF4-FFF2-40B4-BE49-F238E27FC236}">
                    <a16:creationId xmlns:a16="http://schemas.microsoft.com/office/drawing/2014/main" id="{15DFAFF3-0366-3E11-47EA-74D350B6E153}"/>
                  </a:ext>
                </a:extLst>
              </p:cNvPr>
              <p:cNvSpPr/>
              <p:nvPr/>
            </p:nvSpPr>
            <p:spPr>
              <a:xfrm>
                <a:off x="10526229" y="4461162"/>
                <a:ext cx="13453" cy="10744"/>
              </a:xfrm>
              <a:custGeom>
                <a:avLst/>
                <a:gdLst>
                  <a:gd name="connsiteX0" fmla="*/ 0 w 13453"/>
                  <a:gd name="connsiteY0" fmla="*/ 2686 h 10744"/>
                  <a:gd name="connsiteX1" fmla="*/ 0 w 13453"/>
                  <a:gd name="connsiteY1" fmla="*/ 5372 h 10744"/>
                  <a:gd name="connsiteX2" fmla="*/ 2690 w 13453"/>
                  <a:gd name="connsiteY2" fmla="*/ 10745 h 10744"/>
                  <a:gd name="connsiteX3" fmla="*/ 6727 w 13453"/>
                  <a:gd name="connsiteY3" fmla="*/ 10745 h 10744"/>
                  <a:gd name="connsiteX4" fmla="*/ 12108 w 13453"/>
                  <a:gd name="connsiteY4" fmla="*/ 5372 h 10744"/>
                  <a:gd name="connsiteX5" fmla="*/ 13454 w 13453"/>
                  <a:gd name="connsiteY5" fmla="*/ 4029 h 10744"/>
                  <a:gd name="connsiteX6" fmla="*/ 10763 w 13453"/>
                  <a:gd name="connsiteY6" fmla="*/ 2686 h 10744"/>
                  <a:gd name="connsiteX7" fmla="*/ 6727 w 13453"/>
                  <a:gd name="connsiteY7" fmla="*/ 0 h 10744"/>
                  <a:gd name="connsiteX8" fmla="*/ 4036 w 13453"/>
                  <a:gd name="connsiteY8" fmla="*/ 2686 h 10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453" h="10744">
                    <a:moveTo>
                      <a:pt x="0" y="2686"/>
                    </a:moveTo>
                    <a:lnTo>
                      <a:pt x="0" y="5372"/>
                    </a:lnTo>
                    <a:lnTo>
                      <a:pt x="2690" y="10745"/>
                    </a:lnTo>
                    <a:lnTo>
                      <a:pt x="6727" y="10745"/>
                    </a:lnTo>
                    <a:lnTo>
                      <a:pt x="12108" y="5372"/>
                    </a:lnTo>
                    <a:lnTo>
                      <a:pt x="13454" y="4029"/>
                    </a:lnTo>
                    <a:lnTo>
                      <a:pt x="10763" y="2686"/>
                    </a:lnTo>
                    <a:lnTo>
                      <a:pt x="6727" y="0"/>
                    </a:lnTo>
                    <a:lnTo>
                      <a:pt x="4036" y="2686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32" name="Freeform 1431">
                <a:extLst>
                  <a:ext uri="{FF2B5EF4-FFF2-40B4-BE49-F238E27FC236}">
                    <a16:creationId xmlns:a16="http://schemas.microsoft.com/office/drawing/2014/main" id="{D2A4907E-39F4-99AE-40C7-0139A0B8C933}"/>
                  </a:ext>
                </a:extLst>
              </p:cNvPr>
              <p:cNvSpPr/>
              <p:nvPr/>
            </p:nvSpPr>
            <p:spPr>
              <a:xfrm>
                <a:off x="10462996" y="4306708"/>
                <a:ext cx="14798" cy="9401"/>
              </a:xfrm>
              <a:custGeom>
                <a:avLst/>
                <a:gdLst>
                  <a:gd name="connsiteX0" fmla="*/ 4036 w 14798"/>
                  <a:gd name="connsiteY0" fmla="*/ 8059 h 9401"/>
                  <a:gd name="connsiteX1" fmla="*/ 1345 w 14798"/>
                  <a:gd name="connsiteY1" fmla="*/ 5372 h 9401"/>
                  <a:gd name="connsiteX2" fmla="*/ 0 w 14798"/>
                  <a:gd name="connsiteY2" fmla="*/ 1343 h 9401"/>
                  <a:gd name="connsiteX3" fmla="*/ 1345 w 14798"/>
                  <a:gd name="connsiteY3" fmla="*/ 0 h 9401"/>
                  <a:gd name="connsiteX4" fmla="*/ 5381 w 14798"/>
                  <a:gd name="connsiteY4" fmla="*/ 0 h 9401"/>
                  <a:gd name="connsiteX5" fmla="*/ 8072 w 14798"/>
                  <a:gd name="connsiteY5" fmla="*/ 4029 h 9401"/>
                  <a:gd name="connsiteX6" fmla="*/ 13454 w 14798"/>
                  <a:gd name="connsiteY6" fmla="*/ 4029 h 9401"/>
                  <a:gd name="connsiteX7" fmla="*/ 14799 w 14798"/>
                  <a:gd name="connsiteY7" fmla="*/ 6715 h 9401"/>
                  <a:gd name="connsiteX8" fmla="*/ 13454 w 14798"/>
                  <a:gd name="connsiteY8" fmla="*/ 9402 h 9401"/>
                  <a:gd name="connsiteX9" fmla="*/ 9418 w 14798"/>
                  <a:gd name="connsiteY9" fmla="*/ 8059 h 9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98" h="9401">
                    <a:moveTo>
                      <a:pt x="4036" y="8059"/>
                    </a:moveTo>
                    <a:lnTo>
                      <a:pt x="1345" y="5372"/>
                    </a:lnTo>
                    <a:lnTo>
                      <a:pt x="0" y="1343"/>
                    </a:lnTo>
                    <a:lnTo>
                      <a:pt x="1345" y="0"/>
                    </a:lnTo>
                    <a:lnTo>
                      <a:pt x="5381" y="0"/>
                    </a:lnTo>
                    <a:lnTo>
                      <a:pt x="8072" y="4029"/>
                    </a:lnTo>
                    <a:lnTo>
                      <a:pt x="13454" y="4029"/>
                    </a:lnTo>
                    <a:lnTo>
                      <a:pt x="14799" y="6715"/>
                    </a:lnTo>
                    <a:lnTo>
                      <a:pt x="13454" y="9402"/>
                    </a:lnTo>
                    <a:lnTo>
                      <a:pt x="9418" y="805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33" name="Freeform 1432">
                <a:extLst>
                  <a:ext uri="{FF2B5EF4-FFF2-40B4-BE49-F238E27FC236}">
                    <a16:creationId xmlns:a16="http://schemas.microsoft.com/office/drawing/2014/main" id="{BCBE0802-4DB4-D042-6DAE-C9D849AB9464}"/>
                  </a:ext>
                </a:extLst>
              </p:cNvPr>
              <p:cNvSpPr/>
              <p:nvPr/>
            </p:nvSpPr>
            <p:spPr>
              <a:xfrm>
                <a:off x="10462996" y="4317453"/>
                <a:ext cx="8071" cy="8058"/>
              </a:xfrm>
              <a:custGeom>
                <a:avLst/>
                <a:gdLst>
                  <a:gd name="connsiteX0" fmla="*/ 0 w 8071"/>
                  <a:gd name="connsiteY0" fmla="*/ 0 h 8058"/>
                  <a:gd name="connsiteX1" fmla="*/ 5381 w 8071"/>
                  <a:gd name="connsiteY1" fmla="*/ 1343 h 8058"/>
                  <a:gd name="connsiteX2" fmla="*/ 8072 w 8071"/>
                  <a:gd name="connsiteY2" fmla="*/ 5372 h 8058"/>
                  <a:gd name="connsiteX3" fmla="*/ 5381 w 8071"/>
                  <a:gd name="connsiteY3" fmla="*/ 6715 h 8058"/>
                  <a:gd name="connsiteX4" fmla="*/ 4036 w 8071"/>
                  <a:gd name="connsiteY4" fmla="*/ 8059 h 8058"/>
                  <a:gd name="connsiteX5" fmla="*/ 1345 w 8071"/>
                  <a:gd name="connsiteY5" fmla="*/ 8059 h 8058"/>
                  <a:gd name="connsiteX6" fmla="*/ 0 w 8071"/>
                  <a:gd name="connsiteY6" fmla="*/ 2686 h 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71" h="8058">
                    <a:moveTo>
                      <a:pt x="0" y="0"/>
                    </a:moveTo>
                    <a:lnTo>
                      <a:pt x="5381" y="1343"/>
                    </a:lnTo>
                    <a:lnTo>
                      <a:pt x="8072" y="5372"/>
                    </a:lnTo>
                    <a:lnTo>
                      <a:pt x="5381" y="6715"/>
                    </a:lnTo>
                    <a:lnTo>
                      <a:pt x="4036" y="8059"/>
                    </a:lnTo>
                    <a:lnTo>
                      <a:pt x="1345" y="8059"/>
                    </a:lnTo>
                    <a:lnTo>
                      <a:pt x="0" y="2686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34" name="Freeform 1433">
                <a:extLst>
                  <a:ext uri="{FF2B5EF4-FFF2-40B4-BE49-F238E27FC236}">
                    <a16:creationId xmlns:a16="http://schemas.microsoft.com/office/drawing/2014/main" id="{3C0A0B61-5EAF-D9C3-4EBC-8F5FA2716F76}"/>
                  </a:ext>
                </a:extLst>
              </p:cNvPr>
              <p:cNvSpPr/>
              <p:nvPr/>
            </p:nvSpPr>
            <p:spPr>
              <a:xfrm>
                <a:off x="10465687" y="4352373"/>
                <a:ext cx="8071" cy="8058"/>
              </a:xfrm>
              <a:custGeom>
                <a:avLst/>
                <a:gdLst>
                  <a:gd name="connsiteX0" fmla="*/ 1345 w 8071"/>
                  <a:gd name="connsiteY0" fmla="*/ 4029 h 8058"/>
                  <a:gd name="connsiteX1" fmla="*/ 2690 w 8071"/>
                  <a:gd name="connsiteY1" fmla="*/ 2686 h 8058"/>
                  <a:gd name="connsiteX2" fmla="*/ 4036 w 8071"/>
                  <a:gd name="connsiteY2" fmla="*/ 0 h 8058"/>
                  <a:gd name="connsiteX3" fmla="*/ 5381 w 8071"/>
                  <a:gd name="connsiteY3" fmla="*/ 2686 h 8058"/>
                  <a:gd name="connsiteX4" fmla="*/ 8072 w 8071"/>
                  <a:gd name="connsiteY4" fmla="*/ 4029 h 8058"/>
                  <a:gd name="connsiteX5" fmla="*/ 8072 w 8071"/>
                  <a:gd name="connsiteY5" fmla="*/ 6715 h 8058"/>
                  <a:gd name="connsiteX6" fmla="*/ 4036 w 8071"/>
                  <a:gd name="connsiteY6" fmla="*/ 8058 h 8058"/>
                  <a:gd name="connsiteX7" fmla="*/ 0 w 8071"/>
                  <a:gd name="connsiteY7" fmla="*/ 6715 h 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71" h="8058">
                    <a:moveTo>
                      <a:pt x="1345" y="4029"/>
                    </a:moveTo>
                    <a:lnTo>
                      <a:pt x="2690" y="2686"/>
                    </a:lnTo>
                    <a:lnTo>
                      <a:pt x="4036" y="0"/>
                    </a:lnTo>
                    <a:lnTo>
                      <a:pt x="5381" y="2686"/>
                    </a:lnTo>
                    <a:lnTo>
                      <a:pt x="8072" y="4029"/>
                    </a:lnTo>
                    <a:lnTo>
                      <a:pt x="8072" y="6715"/>
                    </a:lnTo>
                    <a:lnTo>
                      <a:pt x="4036" y="8058"/>
                    </a:lnTo>
                    <a:lnTo>
                      <a:pt x="0" y="6715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35" name="Freeform 1434">
                <a:extLst>
                  <a:ext uri="{FF2B5EF4-FFF2-40B4-BE49-F238E27FC236}">
                    <a16:creationId xmlns:a16="http://schemas.microsoft.com/office/drawing/2014/main" id="{B7331FA6-BF9B-CC8A-BB36-D1DBC045533E}"/>
                  </a:ext>
                </a:extLst>
              </p:cNvPr>
              <p:cNvSpPr/>
              <p:nvPr/>
            </p:nvSpPr>
            <p:spPr>
              <a:xfrm>
                <a:off x="10402454" y="4333570"/>
                <a:ext cx="60541" cy="80584"/>
              </a:xfrm>
              <a:custGeom>
                <a:avLst/>
                <a:gdLst>
                  <a:gd name="connsiteX0" fmla="*/ 1345 w 60541"/>
                  <a:gd name="connsiteY0" fmla="*/ 80585 h 80584"/>
                  <a:gd name="connsiteX1" fmla="*/ 6727 w 60541"/>
                  <a:gd name="connsiteY1" fmla="*/ 76556 h 80584"/>
                  <a:gd name="connsiteX2" fmla="*/ 9418 w 60541"/>
                  <a:gd name="connsiteY2" fmla="*/ 76556 h 80584"/>
                  <a:gd name="connsiteX3" fmla="*/ 13454 w 60541"/>
                  <a:gd name="connsiteY3" fmla="*/ 72526 h 80584"/>
                  <a:gd name="connsiteX4" fmla="*/ 18835 w 60541"/>
                  <a:gd name="connsiteY4" fmla="*/ 69840 h 80584"/>
                  <a:gd name="connsiteX5" fmla="*/ 24217 w 60541"/>
                  <a:gd name="connsiteY5" fmla="*/ 61782 h 80584"/>
                  <a:gd name="connsiteX6" fmla="*/ 30943 w 60541"/>
                  <a:gd name="connsiteY6" fmla="*/ 59096 h 80584"/>
                  <a:gd name="connsiteX7" fmla="*/ 34979 w 60541"/>
                  <a:gd name="connsiteY7" fmla="*/ 56409 h 80584"/>
                  <a:gd name="connsiteX8" fmla="*/ 34979 w 60541"/>
                  <a:gd name="connsiteY8" fmla="*/ 53723 h 80584"/>
                  <a:gd name="connsiteX9" fmla="*/ 37670 w 60541"/>
                  <a:gd name="connsiteY9" fmla="*/ 48351 h 80584"/>
                  <a:gd name="connsiteX10" fmla="*/ 37670 w 60541"/>
                  <a:gd name="connsiteY10" fmla="*/ 41635 h 80584"/>
                  <a:gd name="connsiteX11" fmla="*/ 41706 w 60541"/>
                  <a:gd name="connsiteY11" fmla="*/ 37606 h 80584"/>
                  <a:gd name="connsiteX12" fmla="*/ 48433 w 60541"/>
                  <a:gd name="connsiteY12" fmla="*/ 36263 h 80584"/>
                  <a:gd name="connsiteX13" fmla="*/ 51124 w 60541"/>
                  <a:gd name="connsiteY13" fmla="*/ 32234 h 80584"/>
                  <a:gd name="connsiteX14" fmla="*/ 55160 w 60541"/>
                  <a:gd name="connsiteY14" fmla="*/ 28205 h 80584"/>
                  <a:gd name="connsiteX15" fmla="*/ 59196 w 60541"/>
                  <a:gd name="connsiteY15" fmla="*/ 26862 h 80584"/>
                  <a:gd name="connsiteX16" fmla="*/ 60542 w 60541"/>
                  <a:gd name="connsiteY16" fmla="*/ 22832 h 80584"/>
                  <a:gd name="connsiteX17" fmla="*/ 57851 w 60541"/>
                  <a:gd name="connsiteY17" fmla="*/ 16117 h 80584"/>
                  <a:gd name="connsiteX18" fmla="*/ 55160 w 60541"/>
                  <a:gd name="connsiteY18" fmla="*/ 12088 h 80584"/>
                  <a:gd name="connsiteX19" fmla="*/ 55160 w 60541"/>
                  <a:gd name="connsiteY19" fmla="*/ 6715 h 80584"/>
                  <a:gd name="connsiteX20" fmla="*/ 53815 w 60541"/>
                  <a:gd name="connsiteY20" fmla="*/ 0 h 80584"/>
                  <a:gd name="connsiteX21" fmla="*/ 52469 w 60541"/>
                  <a:gd name="connsiteY21" fmla="*/ 0 h 80584"/>
                  <a:gd name="connsiteX22" fmla="*/ 51124 w 60541"/>
                  <a:gd name="connsiteY22" fmla="*/ 8059 h 80584"/>
                  <a:gd name="connsiteX23" fmla="*/ 51124 w 60541"/>
                  <a:gd name="connsiteY23" fmla="*/ 16117 h 80584"/>
                  <a:gd name="connsiteX24" fmla="*/ 48433 w 60541"/>
                  <a:gd name="connsiteY24" fmla="*/ 13431 h 80584"/>
                  <a:gd name="connsiteX25" fmla="*/ 51124 w 60541"/>
                  <a:gd name="connsiteY25" fmla="*/ 18803 h 80584"/>
                  <a:gd name="connsiteX26" fmla="*/ 51124 w 60541"/>
                  <a:gd name="connsiteY26" fmla="*/ 22832 h 80584"/>
                  <a:gd name="connsiteX27" fmla="*/ 47088 w 60541"/>
                  <a:gd name="connsiteY27" fmla="*/ 26862 h 80584"/>
                  <a:gd name="connsiteX28" fmla="*/ 43052 w 60541"/>
                  <a:gd name="connsiteY28" fmla="*/ 26862 h 80584"/>
                  <a:gd name="connsiteX29" fmla="*/ 39015 w 60541"/>
                  <a:gd name="connsiteY29" fmla="*/ 32234 h 80584"/>
                  <a:gd name="connsiteX30" fmla="*/ 37670 w 60541"/>
                  <a:gd name="connsiteY30" fmla="*/ 36263 h 80584"/>
                  <a:gd name="connsiteX31" fmla="*/ 32289 w 60541"/>
                  <a:gd name="connsiteY31" fmla="*/ 38949 h 80584"/>
                  <a:gd name="connsiteX32" fmla="*/ 28253 w 60541"/>
                  <a:gd name="connsiteY32" fmla="*/ 49694 h 80584"/>
                  <a:gd name="connsiteX33" fmla="*/ 20181 w 60541"/>
                  <a:gd name="connsiteY33" fmla="*/ 57752 h 80584"/>
                  <a:gd name="connsiteX34" fmla="*/ 16145 w 60541"/>
                  <a:gd name="connsiteY34" fmla="*/ 57752 h 80584"/>
                  <a:gd name="connsiteX35" fmla="*/ 12108 w 60541"/>
                  <a:gd name="connsiteY35" fmla="*/ 65811 h 80584"/>
                  <a:gd name="connsiteX36" fmla="*/ 9418 w 60541"/>
                  <a:gd name="connsiteY36" fmla="*/ 65811 h 80584"/>
                  <a:gd name="connsiteX37" fmla="*/ 1345 w 60541"/>
                  <a:gd name="connsiteY37" fmla="*/ 76556 h 80584"/>
                  <a:gd name="connsiteX38" fmla="*/ 0 w 60541"/>
                  <a:gd name="connsiteY38" fmla="*/ 79242 h 80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0541" h="80584">
                    <a:moveTo>
                      <a:pt x="1345" y="80585"/>
                    </a:moveTo>
                    <a:lnTo>
                      <a:pt x="6727" y="76556"/>
                    </a:lnTo>
                    <a:lnTo>
                      <a:pt x="9418" y="76556"/>
                    </a:lnTo>
                    <a:lnTo>
                      <a:pt x="13454" y="72526"/>
                    </a:lnTo>
                    <a:lnTo>
                      <a:pt x="18835" y="69840"/>
                    </a:lnTo>
                    <a:lnTo>
                      <a:pt x="24217" y="61782"/>
                    </a:lnTo>
                    <a:lnTo>
                      <a:pt x="30943" y="59096"/>
                    </a:lnTo>
                    <a:lnTo>
                      <a:pt x="34979" y="56409"/>
                    </a:lnTo>
                    <a:lnTo>
                      <a:pt x="34979" y="53723"/>
                    </a:lnTo>
                    <a:lnTo>
                      <a:pt x="37670" y="48351"/>
                    </a:lnTo>
                    <a:lnTo>
                      <a:pt x="37670" y="41635"/>
                    </a:lnTo>
                    <a:lnTo>
                      <a:pt x="41706" y="37606"/>
                    </a:lnTo>
                    <a:lnTo>
                      <a:pt x="48433" y="36263"/>
                    </a:lnTo>
                    <a:lnTo>
                      <a:pt x="51124" y="32234"/>
                    </a:lnTo>
                    <a:lnTo>
                      <a:pt x="55160" y="28205"/>
                    </a:lnTo>
                    <a:lnTo>
                      <a:pt x="59196" y="26862"/>
                    </a:lnTo>
                    <a:lnTo>
                      <a:pt x="60542" y="22832"/>
                    </a:lnTo>
                    <a:lnTo>
                      <a:pt x="57851" y="16117"/>
                    </a:lnTo>
                    <a:lnTo>
                      <a:pt x="55160" y="12088"/>
                    </a:lnTo>
                    <a:lnTo>
                      <a:pt x="55160" y="6715"/>
                    </a:lnTo>
                    <a:lnTo>
                      <a:pt x="53815" y="0"/>
                    </a:lnTo>
                    <a:lnTo>
                      <a:pt x="52469" y="0"/>
                    </a:lnTo>
                    <a:lnTo>
                      <a:pt x="51124" y="8059"/>
                    </a:lnTo>
                    <a:lnTo>
                      <a:pt x="51124" y="16117"/>
                    </a:lnTo>
                    <a:lnTo>
                      <a:pt x="48433" y="13431"/>
                    </a:lnTo>
                    <a:lnTo>
                      <a:pt x="51124" y="18803"/>
                    </a:lnTo>
                    <a:lnTo>
                      <a:pt x="51124" y="22832"/>
                    </a:lnTo>
                    <a:lnTo>
                      <a:pt x="47088" y="26862"/>
                    </a:lnTo>
                    <a:lnTo>
                      <a:pt x="43052" y="26862"/>
                    </a:lnTo>
                    <a:lnTo>
                      <a:pt x="39015" y="32234"/>
                    </a:lnTo>
                    <a:lnTo>
                      <a:pt x="37670" y="36263"/>
                    </a:lnTo>
                    <a:lnTo>
                      <a:pt x="32289" y="38949"/>
                    </a:lnTo>
                    <a:lnTo>
                      <a:pt x="28253" y="49694"/>
                    </a:lnTo>
                    <a:lnTo>
                      <a:pt x="20181" y="57752"/>
                    </a:lnTo>
                    <a:lnTo>
                      <a:pt x="16145" y="57752"/>
                    </a:lnTo>
                    <a:lnTo>
                      <a:pt x="12108" y="65811"/>
                    </a:lnTo>
                    <a:lnTo>
                      <a:pt x="9418" y="65811"/>
                    </a:lnTo>
                    <a:lnTo>
                      <a:pt x="1345" y="76556"/>
                    </a:lnTo>
                    <a:lnTo>
                      <a:pt x="0" y="79242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36" name="Freeform 1435">
                <a:extLst>
                  <a:ext uri="{FF2B5EF4-FFF2-40B4-BE49-F238E27FC236}">
                    <a16:creationId xmlns:a16="http://schemas.microsoft.com/office/drawing/2014/main" id="{9854FDF5-1D86-6973-9BC6-715F792BBE82}"/>
                  </a:ext>
                </a:extLst>
              </p:cNvPr>
              <p:cNvSpPr/>
              <p:nvPr/>
            </p:nvSpPr>
            <p:spPr>
              <a:xfrm>
                <a:off x="10402454" y="4416841"/>
                <a:ext cx="1345" cy="2686"/>
              </a:xfrm>
              <a:custGeom>
                <a:avLst/>
                <a:gdLst>
                  <a:gd name="connsiteX0" fmla="*/ 1345 w 1345"/>
                  <a:gd name="connsiteY0" fmla="*/ 0 h 2686"/>
                  <a:gd name="connsiteX1" fmla="*/ 0 w 1345"/>
                  <a:gd name="connsiteY1" fmla="*/ 2686 h 2686"/>
                  <a:gd name="connsiteX2" fmla="*/ 1345 w 1345"/>
                  <a:gd name="connsiteY2" fmla="*/ 1343 h 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5" h="2686">
                    <a:moveTo>
                      <a:pt x="1345" y="0"/>
                    </a:moveTo>
                    <a:lnTo>
                      <a:pt x="0" y="2686"/>
                    </a:lnTo>
                    <a:lnTo>
                      <a:pt x="1345" y="134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37" name="Freeform 1436">
                <a:extLst>
                  <a:ext uri="{FF2B5EF4-FFF2-40B4-BE49-F238E27FC236}">
                    <a16:creationId xmlns:a16="http://schemas.microsoft.com/office/drawing/2014/main" id="{21DF4C98-D7E2-EC8C-8FBB-AA5F824EE460}"/>
                  </a:ext>
                </a:extLst>
              </p:cNvPr>
              <p:cNvSpPr/>
              <p:nvPr/>
            </p:nvSpPr>
            <p:spPr>
              <a:xfrm>
                <a:off x="10405145" y="4416841"/>
                <a:ext cx="2690" cy="4029"/>
              </a:xfrm>
              <a:custGeom>
                <a:avLst/>
                <a:gdLst>
                  <a:gd name="connsiteX0" fmla="*/ 1345 w 2690"/>
                  <a:gd name="connsiteY0" fmla="*/ 0 h 4029"/>
                  <a:gd name="connsiteX1" fmla="*/ 0 w 2690"/>
                  <a:gd name="connsiteY1" fmla="*/ 2686 h 4029"/>
                  <a:gd name="connsiteX2" fmla="*/ 2690 w 2690"/>
                  <a:gd name="connsiteY2" fmla="*/ 4029 h 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0" h="4029">
                    <a:moveTo>
                      <a:pt x="1345" y="0"/>
                    </a:moveTo>
                    <a:lnTo>
                      <a:pt x="0" y="2686"/>
                    </a:lnTo>
                    <a:lnTo>
                      <a:pt x="2690" y="402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38" name="Freeform 1437">
                <a:extLst>
                  <a:ext uri="{FF2B5EF4-FFF2-40B4-BE49-F238E27FC236}">
                    <a16:creationId xmlns:a16="http://schemas.microsoft.com/office/drawing/2014/main" id="{09027FE0-5E0C-47E0-C3D5-FD2AB501D0EE}"/>
                  </a:ext>
                </a:extLst>
              </p:cNvPr>
              <p:cNvSpPr/>
              <p:nvPr/>
            </p:nvSpPr>
            <p:spPr>
              <a:xfrm>
                <a:off x="10394381" y="4423556"/>
                <a:ext cx="6726" cy="10744"/>
              </a:xfrm>
              <a:custGeom>
                <a:avLst/>
                <a:gdLst>
                  <a:gd name="connsiteX0" fmla="*/ 5382 w 6726"/>
                  <a:gd name="connsiteY0" fmla="*/ 0 h 10744"/>
                  <a:gd name="connsiteX1" fmla="*/ 1346 w 6726"/>
                  <a:gd name="connsiteY1" fmla="*/ 1343 h 10744"/>
                  <a:gd name="connsiteX2" fmla="*/ 0 w 6726"/>
                  <a:gd name="connsiteY2" fmla="*/ 5372 h 10744"/>
                  <a:gd name="connsiteX3" fmla="*/ 4037 w 6726"/>
                  <a:gd name="connsiteY3" fmla="*/ 10744 h 10744"/>
                  <a:gd name="connsiteX4" fmla="*/ 5382 w 6726"/>
                  <a:gd name="connsiteY4" fmla="*/ 10744 h 10744"/>
                  <a:gd name="connsiteX5" fmla="*/ 6727 w 6726"/>
                  <a:gd name="connsiteY5" fmla="*/ 4029 h 10744"/>
                  <a:gd name="connsiteX6" fmla="*/ 6727 w 6726"/>
                  <a:gd name="connsiteY6" fmla="*/ 1343 h 10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26" h="10744">
                    <a:moveTo>
                      <a:pt x="5382" y="0"/>
                    </a:moveTo>
                    <a:lnTo>
                      <a:pt x="1346" y="1343"/>
                    </a:lnTo>
                    <a:lnTo>
                      <a:pt x="0" y="5372"/>
                    </a:lnTo>
                    <a:lnTo>
                      <a:pt x="4037" y="10744"/>
                    </a:lnTo>
                    <a:lnTo>
                      <a:pt x="5382" y="10744"/>
                    </a:lnTo>
                    <a:lnTo>
                      <a:pt x="6727" y="4029"/>
                    </a:lnTo>
                    <a:lnTo>
                      <a:pt x="6727" y="134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  <p:grpSp>
          <p:nvGrpSpPr>
            <p:cNvPr id="1439" name="Graphic 5">
              <a:extLst>
                <a:ext uri="{FF2B5EF4-FFF2-40B4-BE49-F238E27FC236}">
                  <a16:creationId xmlns:a16="http://schemas.microsoft.com/office/drawing/2014/main" id="{3056683F-E381-AADF-D0FD-91C33838C1F8}"/>
                </a:ext>
              </a:extLst>
            </p:cNvPr>
            <p:cNvGrpSpPr/>
            <p:nvPr/>
          </p:nvGrpSpPr>
          <p:grpSpPr>
            <a:xfrm>
              <a:off x="9961171" y="4445045"/>
              <a:ext cx="499134" cy="175943"/>
              <a:chOff x="9961171" y="4445045"/>
              <a:chExt cx="499134" cy="175943"/>
            </a:xfrm>
            <a:solidFill>
              <a:srgbClr val="EE7684"/>
            </a:solidFill>
          </p:grpSpPr>
          <p:sp>
            <p:nvSpPr>
              <p:cNvPr id="1440" name="Freeform 1439">
                <a:extLst>
                  <a:ext uri="{FF2B5EF4-FFF2-40B4-BE49-F238E27FC236}">
                    <a16:creationId xmlns:a16="http://schemas.microsoft.com/office/drawing/2014/main" id="{A3629051-E8A2-5A78-45C6-81BB6AB90C5A}"/>
                  </a:ext>
                </a:extLst>
              </p:cNvPr>
              <p:cNvSpPr/>
              <p:nvPr/>
            </p:nvSpPr>
            <p:spPr>
              <a:xfrm>
                <a:off x="10259844" y="4572637"/>
                <a:ext cx="2690" cy="5372"/>
              </a:xfrm>
              <a:custGeom>
                <a:avLst/>
                <a:gdLst>
                  <a:gd name="connsiteX0" fmla="*/ 2691 w 2690"/>
                  <a:gd name="connsiteY0" fmla="*/ 0 h 5372"/>
                  <a:gd name="connsiteX1" fmla="*/ 1346 w 2690"/>
                  <a:gd name="connsiteY1" fmla="*/ 4029 h 5372"/>
                  <a:gd name="connsiteX2" fmla="*/ 1346 w 2690"/>
                  <a:gd name="connsiteY2" fmla="*/ 5372 h 5372"/>
                  <a:gd name="connsiteX3" fmla="*/ 0 w 2690"/>
                  <a:gd name="connsiteY3" fmla="*/ 4029 h 5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90" h="5372">
                    <a:moveTo>
                      <a:pt x="2691" y="0"/>
                    </a:moveTo>
                    <a:lnTo>
                      <a:pt x="1346" y="4029"/>
                    </a:lnTo>
                    <a:lnTo>
                      <a:pt x="1346" y="5372"/>
                    </a:lnTo>
                    <a:lnTo>
                      <a:pt x="0" y="4029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41" name="Freeform 1440">
                <a:extLst>
                  <a:ext uri="{FF2B5EF4-FFF2-40B4-BE49-F238E27FC236}">
                    <a16:creationId xmlns:a16="http://schemas.microsoft.com/office/drawing/2014/main" id="{7C10222F-9AAB-F011-FAA9-1832FA789A4E}"/>
                  </a:ext>
                </a:extLst>
              </p:cNvPr>
              <p:cNvSpPr/>
              <p:nvPr/>
            </p:nvSpPr>
            <p:spPr>
              <a:xfrm>
                <a:off x="9961171" y="4493396"/>
                <a:ext cx="5381" cy="8058"/>
              </a:xfrm>
              <a:custGeom>
                <a:avLst/>
                <a:gdLst>
                  <a:gd name="connsiteX0" fmla="*/ 0 w 5381"/>
                  <a:gd name="connsiteY0" fmla="*/ 0 h 8058"/>
                  <a:gd name="connsiteX1" fmla="*/ 0 w 5381"/>
                  <a:gd name="connsiteY1" fmla="*/ 5372 h 8058"/>
                  <a:gd name="connsiteX2" fmla="*/ 4036 w 5381"/>
                  <a:gd name="connsiteY2" fmla="*/ 8058 h 8058"/>
                  <a:gd name="connsiteX3" fmla="*/ 5381 w 5381"/>
                  <a:gd name="connsiteY3" fmla="*/ 6715 h 8058"/>
                  <a:gd name="connsiteX4" fmla="*/ 4036 w 5381"/>
                  <a:gd name="connsiteY4" fmla="*/ 4029 h 8058"/>
                  <a:gd name="connsiteX5" fmla="*/ 1345 w 5381"/>
                  <a:gd name="connsiteY5" fmla="*/ 0 h 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81" h="8058">
                    <a:moveTo>
                      <a:pt x="0" y="0"/>
                    </a:moveTo>
                    <a:lnTo>
                      <a:pt x="0" y="5372"/>
                    </a:lnTo>
                    <a:lnTo>
                      <a:pt x="4036" y="8058"/>
                    </a:lnTo>
                    <a:lnTo>
                      <a:pt x="5381" y="6715"/>
                    </a:lnTo>
                    <a:lnTo>
                      <a:pt x="4036" y="4029"/>
                    </a:lnTo>
                    <a:lnTo>
                      <a:pt x="1345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42" name="Freeform 1441">
                <a:extLst>
                  <a:ext uri="{FF2B5EF4-FFF2-40B4-BE49-F238E27FC236}">
                    <a16:creationId xmlns:a16="http://schemas.microsoft.com/office/drawing/2014/main" id="{230346FC-9941-CB8C-E8BF-579D51848307}"/>
                  </a:ext>
                </a:extLst>
              </p:cNvPr>
              <p:cNvSpPr/>
              <p:nvPr/>
            </p:nvSpPr>
            <p:spPr>
              <a:xfrm>
                <a:off x="10214102" y="4454446"/>
                <a:ext cx="246203" cy="166541"/>
              </a:xfrm>
              <a:custGeom>
                <a:avLst/>
                <a:gdLst>
                  <a:gd name="connsiteX0" fmla="*/ 0 w 246203"/>
                  <a:gd name="connsiteY0" fmla="*/ 139680 h 166541"/>
                  <a:gd name="connsiteX1" fmla="*/ 5381 w 246203"/>
                  <a:gd name="connsiteY1" fmla="*/ 149082 h 166541"/>
                  <a:gd name="connsiteX2" fmla="*/ 13454 w 246203"/>
                  <a:gd name="connsiteY2" fmla="*/ 154454 h 166541"/>
                  <a:gd name="connsiteX3" fmla="*/ 14799 w 246203"/>
                  <a:gd name="connsiteY3" fmla="*/ 157140 h 166541"/>
                  <a:gd name="connsiteX4" fmla="*/ 20181 w 246203"/>
                  <a:gd name="connsiteY4" fmla="*/ 162512 h 166541"/>
                  <a:gd name="connsiteX5" fmla="*/ 22872 w 246203"/>
                  <a:gd name="connsiteY5" fmla="*/ 166542 h 166541"/>
                  <a:gd name="connsiteX6" fmla="*/ 25562 w 246203"/>
                  <a:gd name="connsiteY6" fmla="*/ 166542 h 166541"/>
                  <a:gd name="connsiteX7" fmla="*/ 33634 w 246203"/>
                  <a:gd name="connsiteY7" fmla="*/ 165199 h 166541"/>
                  <a:gd name="connsiteX8" fmla="*/ 34979 w 246203"/>
                  <a:gd name="connsiteY8" fmla="*/ 162512 h 166541"/>
                  <a:gd name="connsiteX9" fmla="*/ 40361 w 246203"/>
                  <a:gd name="connsiteY9" fmla="*/ 162512 h 166541"/>
                  <a:gd name="connsiteX10" fmla="*/ 44397 w 246203"/>
                  <a:gd name="connsiteY10" fmla="*/ 161169 h 166541"/>
                  <a:gd name="connsiteX11" fmla="*/ 59196 w 246203"/>
                  <a:gd name="connsiteY11" fmla="*/ 161169 h 166541"/>
                  <a:gd name="connsiteX12" fmla="*/ 73996 w 246203"/>
                  <a:gd name="connsiteY12" fmla="*/ 155797 h 166541"/>
                  <a:gd name="connsiteX13" fmla="*/ 76687 w 246203"/>
                  <a:gd name="connsiteY13" fmla="*/ 151768 h 166541"/>
                  <a:gd name="connsiteX14" fmla="*/ 90140 w 246203"/>
                  <a:gd name="connsiteY14" fmla="*/ 151768 h 166541"/>
                  <a:gd name="connsiteX15" fmla="*/ 96867 w 246203"/>
                  <a:gd name="connsiteY15" fmla="*/ 154454 h 166541"/>
                  <a:gd name="connsiteX16" fmla="*/ 98212 w 246203"/>
                  <a:gd name="connsiteY16" fmla="*/ 158483 h 166541"/>
                  <a:gd name="connsiteX17" fmla="*/ 104939 w 246203"/>
                  <a:gd name="connsiteY17" fmla="*/ 158483 h 166541"/>
                  <a:gd name="connsiteX18" fmla="*/ 115702 w 246203"/>
                  <a:gd name="connsiteY18" fmla="*/ 151768 h 166541"/>
                  <a:gd name="connsiteX19" fmla="*/ 127811 w 246203"/>
                  <a:gd name="connsiteY19" fmla="*/ 150425 h 166541"/>
                  <a:gd name="connsiteX20" fmla="*/ 126465 w 246203"/>
                  <a:gd name="connsiteY20" fmla="*/ 146396 h 166541"/>
                  <a:gd name="connsiteX21" fmla="*/ 137229 w 246203"/>
                  <a:gd name="connsiteY21" fmla="*/ 130279 h 166541"/>
                  <a:gd name="connsiteX22" fmla="*/ 141265 w 246203"/>
                  <a:gd name="connsiteY22" fmla="*/ 119534 h 166541"/>
                  <a:gd name="connsiteX23" fmla="*/ 149336 w 246203"/>
                  <a:gd name="connsiteY23" fmla="*/ 107446 h 166541"/>
                  <a:gd name="connsiteX24" fmla="*/ 154718 w 246203"/>
                  <a:gd name="connsiteY24" fmla="*/ 87300 h 166541"/>
                  <a:gd name="connsiteX25" fmla="*/ 154718 w 246203"/>
                  <a:gd name="connsiteY25" fmla="*/ 84614 h 166541"/>
                  <a:gd name="connsiteX26" fmla="*/ 157409 w 246203"/>
                  <a:gd name="connsiteY26" fmla="*/ 79242 h 166541"/>
                  <a:gd name="connsiteX27" fmla="*/ 157409 w 246203"/>
                  <a:gd name="connsiteY27" fmla="*/ 76556 h 166541"/>
                  <a:gd name="connsiteX28" fmla="*/ 162790 w 246203"/>
                  <a:gd name="connsiteY28" fmla="*/ 69840 h 166541"/>
                  <a:gd name="connsiteX29" fmla="*/ 166826 w 246203"/>
                  <a:gd name="connsiteY29" fmla="*/ 71183 h 166541"/>
                  <a:gd name="connsiteX30" fmla="*/ 174899 w 246203"/>
                  <a:gd name="connsiteY30" fmla="*/ 71183 h 166541"/>
                  <a:gd name="connsiteX31" fmla="*/ 185662 w 246203"/>
                  <a:gd name="connsiteY31" fmla="*/ 71183 h 166541"/>
                  <a:gd name="connsiteX32" fmla="*/ 189698 w 246203"/>
                  <a:gd name="connsiteY32" fmla="*/ 72526 h 166541"/>
                  <a:gd name="connsiteX33" fmla="*/ 196425 w 246203"/>
                  <a:gd name="connsiteY33" fmla="*/ 72526 h 166541"/>
                  <a:gd name="connsiteX34" fmla="*/ 201806 w 246203"/>
                  <a:gd name="connsiteY34" fmla="*/ 73869 h 166541"/>
                  <a:gd name="connsiteX35" fmla="*/ 203152 w 246203"/>
                  <a:gd name="connsiteY35" fmla="*/ 72526 h 166541"/>
                  <a:gd name="connsiteX36" fmla="*/ 208533 w 246203"/>
                  <a:gd name="connsiteY36" fmla="*/ 76556 h 166541"/>
                  <a:gd name="connsiteX37" fmla="*/ 212569 w 246203"/>
                  <a:gd name="connsiteY37" fmla="*/ 77899 h 166541"/>
                  <a:gd name="connsiteX38" fmla="*/ 217951 w 246203"/>
                  <a:gd name="connsiteY38" fmla="*/ 75212 h 166541"/>
                  <a:gd name="connsiteX39" fmla="*/ 224678 w 246203"/>
                  <a:gd name="connsiteY39" fmla="*/ 73869 h 166541"/>
                  <a:gd name="connsiteX40" fmla="*/ 224678 w 246203"/>
                  <a:gd name="connsiteY40" fmla="*/ 69840 h 166541"/>
                  <a:gd name="connsiteX41" fmla="*/ 217951 w 246203"/>
                  <a:gd name="connsiteY41" fmla="*/ 64468 h 166541"/>
                  <a:gd name="connsiteX42" fmla="*/ 217951 w 246203"/>
                  <a:gd name="connsiteY42" fmla="*/ 57752 h 166541"/>
                  <a:gd name="connsiteX43" fmla="*/ 221987 w 246203"/>
                  <a:gd name="connsiteY43" fmla="*/ 55066 h 166541"/>
                  <a:gd name="connsiteX44" fmla="*/ 231405 w 246203"/>
                  <a:gd name="connsiteY44" fmla="*/ 56409 h 166541"/>
                  <a:gd name="connsiteX45" fmla="*/ 240822 w 246203"/>
                  <a:gd name="connsiteY45" fmla="*/ 55066 h 166541"/>
                  <a:gd name="connsiteX46" fmla="*/ 246204 w 246203"/>
                  <a:gd name="connsiteY46" fmla="*/ 49694 h 166541"/>
                  <a:gd name="connsiteX47" fmla="*/ 244859 w 246203"/>
                  <a:gd name="connsiteY47" fmla="*/ 47008 h 166541"/>
                  <a:gd name="connsiteX48" fmla="*/ 240822 w 246203"/>
                  <a:gd name="connsiteY48" fmla="*/ 47008 h 166541"/>
                  <a:gd name="connsiteX49" fmla="*/ 235441 w 246203"/>
                  <a:gd name="connsiteY49" fmla="*/ 45665 h 166541"/>
                  <a:gd name="connsiteX50" fmla="*/ 230059 w 246203"/>
                  <a:gd name="connsiteY50" fmla="*/ 41635 h 166541"/>
                  <a:gd name="connsiteX51" fmla="*/ 226023 w 246203"/>
                  <a:gd name="connsiteY51" fmla="*/ 41635 h 166541"/>
                  <a:gd name="connsiteX52" fmla="*/ 219296 w 246203"/>
                  <a:gd name="connsiteY52" fmla="*/ 34920 h 166541"/>
                  <a:gd name="connsiteX53" fmla="*/ 215260 w 246203"/>
                  <a:gd name="connsiteY53" fmla="*/ 34920 h 166541"/>
                  <a:gd name="connsiteX54" fmla="*/ 211224 w 246203"/>
                  <a:gd name="connsiteY54" fmla="*/ 38949 h 166541"/>
                  <a:gd name="connsiteX55" fmla="*/ 208533 w 246203"/>
                  <a:gd name="connsiteY55" fmla="*/ 36263 h 166541"/>
                  <a:gd name="connsiteX56" fmla="*/ 215260 w 246203"/>
                  <a:gd name="connsiteY56" fmla="*/ 32234 h 166541"/>
                  <a:gd name="connsiteX57" fmla="*/ 212569 w 246203"/>
                  <a:gd name="connsiteY57" fmla="*/ 28205 h 166541"/>
                  <a:gd name="connsiteX58" fmla="*/ 209878 w 246203"/>
                  <a:gd name="connsiteY58" fmla="*/ 29548 h 166541"/>
                  <a:gd name="connsiteX59" fmla="*/ 205842 w 246203"/>
                  <a:gd name="connsiteY59" fmla="*/ 34920 h 166541"/>
                  <a:gd name="connsiteX60" fmla="*/ 204497 w 246203"/>
                  <a:gd name="connsiteY60" fmla="*/ 30891 h 166541"/>
                  <a:gd name="connsiteX61" fmla="*/ 201806 w 246203"/>
                  <a:gd name="connsiteY61" fmla="*/ 30891 h 166541"/>
                  <a:gd name="connsiteX62" fmla="*/ 201806 w 246203"/>
                  <a:gd name="connsiteY62" fmla="*/ 22832 h 166541"/>
                  <a:gd name="connsiteX63" fmla="*/ 207188 w 246203"/>
                  <a:gd name="connsiteY63" fmla="*/ 21489 h 166541"/>
                  <a:gd name="connsiteX64" fmla="*/ 205842 w 246203"/>
                  <a:gd name="connsiteY64" fmla="*/ 17460 h 166541"/>
                  <a:gd name="connsiteX65" fmla="*/ 200461 w 246203"/>
                  <a:gd name="connsiteY65" fmla="*/ 13431 h 166541"/>
                  <a:gd name="connsiteX66" fmla="*/ 197771 w 246203"/>
                  <a:gd name="connsiteY66" fmla="*/ 14774 h 166541"/>
                  <a:gd name="connsiteX67" fmla="*/ 193734 w 246203"/>
                  <a:gd name="connsiteY67" fmla="*/ 10745 h 166541"/>
                  <a:gd name="connsiteX68" fmla="*/ 192389 w 246203"/>
                  <a:gd name="connsiteY68" fmla="*/ 4029 h 166541"/>
                  <a:gd name="connsiteX69" fmla="*/ 188353 w 246203"/>
                  <a:gd name="connsiteY69" fmla="*/ 0 h 166541"/>
                  <a:gd name="connsiteX70" fmla="*/ 185662 w 246203"/>
                  <a:gd name="connsiteY70" fmla="*/ 1343 h 166541"/>
                  <a:gd name="connsiteX71" fmla="*/ 187007 w 246203"/>
                  <a:gd name="connsiteY71" fmla="*/ 6715 h 166541"/>
                  <a:gd name="connsiteX72" fmla="*/ 181626 w 246203"/>
                  <a:gd name="connsiteY72" fmla="*/ 12088 h 166541"/>
                  <a:gd name="connsiteX73" fmla="*/ 178935 w 246203"/>
                  <a:gd name="connsiteY73" fmla="*/ 12088 h 166541"/>
                  <a:gd name="connsiteX74" fmla="*/ 180280 w 246203"/>
                  <a:gd name="connsiteY74" fmla="*/ 6715 h 166541"/>
                  <a:gd name="connsiteX75" fmla="*/ 178935 w 246203"/>
                  <a:gd name="connsiteY75" fmla="*/ 2686 h 166541"/>
                  <a:gd name="connsiteX76" fmla="*/ 176244 w 246203"/>
                  <a:gd name="connsiteY76" fmla="*/ 2686 h 166541"/>
                  <a:gd name="connsiteX77" fmla="*/ 172208 w 246203"/>
                  <a:gd name="connsiteY77" fmla="*/ 13431 h 166541"/>
                  <a:gd name="connsiteX78" fmla="*/ 169517 w 246203"/>
                  <a:gd name="connsiteY78" fmla="*/ 14774 h 166541"/>
                  <a:gd name="connsiteX79" fmla="*/ 164136 w 246203"/>
                  <a:gd name="connsiteY79" fmla="*/ 26862 h 166541"/>
                  <a:gd name="connsiteX80" fmla="*/ 162790 w 246203"/>
                  <a:gd name="connsiteY80" fmla="*/ 33577 h 166541"/>
                  <a:gd name="connsiteX81" fmla="*/ 153372 w 246203"/>
                  <a:gd name="connsiteY81" fmla="*/ 44322 h 166541"/>
                  <a:gd name="connsiteX82" fmla="*/ 149336 w 246203"/>
                  <a:gd name="connsiteY82" fmla="*/ 44322 h 166541"/>
                  <a:gd name="connsiteX83" fmla="*/ 141265 w 246203"/>
                  <a:gd name="connsiteY83" fmla="*/ 47008 h 166541"/>
                  <a:gd name="connsiteX84" fmla="*/ 138574 w 246203"/>
                  <a:gd name="connsiteY84" fmla="*/ 49694 h 166541"/>
                  <a:gd name="connsiteX85" fmla="*/ 141265 w 246203"/>
                  <a:gd name="connsiteY85" fmla="*/ 49694 h 166541"/>
                  <a:gd name="connsiteX86" fmla="*/ 139919 w 246203"/>
                  <a:gd name="connsiteY86" fmla="*/ 52380 h 166541"/>
                  <a:gd name="connsiteX87" fmla="*/ 142610 w 246203"/>
                  <a:gd name="connsiteY87" fmla="*/ 53723 h 166541"/>
                  <a:gd name="connsiteX88" fmla="*/ 147991 w 246203"/>
                  <a:gd name="connsiteY88" fmla="*/ 52380 h 166541"/>
                  <a:gd name="connsiteX89" fmla="*/ 145301 w 246203"/>
                  <a:gd name="connsiteY89" fmla="*/ 56409 h 166541"/>
                  <a:gd name="connsiteX90" fmla="*/ 141265 w 246203"/>
                  <a:gd name="connsiteY90" fmla="*/ 57752 h 166541"/>
                  <a:gd name="connsiteX91" fmla="*/ 141265 w 246203"/>
                  <a:gd name="connsiteY91" fmla="*/ 59096 h 166541"/>
                  <a:gd name="connsiteX92" fmla="*/ 141265 w 246203"/>
                  <a:gd name="connsiteY92" fmla="*/ 60438 h 166541"/>
                  <a:gd name="connsiteX93" fmla="*/ 143955 w 246203"/>
                  <a:gd name="connsiteY93" fmla="*/ 69840 h 166541"/>
                  <a:gd name="connsiteX94" fmla="*/ 142610 w 246203"/>
                  <a:gd name="connsiteY94" fmla="*/ 73869 h 166541"/>
                  <a:gd name="connsiteX95" fmla="*/ 138574 w 246203"/>
                  <a:gd name="connsiteY95" fmla="*/ 72526 h 166541"/>
                  <a:gd name="connsiteX96" fmla="*/ 138574 w 246203"/>
                  <a:gd name="connsiteY96" fmla="*/ 65811 h 166541"/>
                  <a:gd name="connsiteX97" fmla="*/ 137229 w 246203"/>
                  <a:gd name="connsiteY97" fmla="*/ 61782 h 166541"/>
                  <a:gd name="connsiteX98" fmla="*/ 135883 w 246203"/>
                  <a:gd name="connsiteY98" fmla="*/ 61782 h 166541"/>
                  <a:gd name="connsiteX99" fmla="*/ 135883 w 246203"/>
                  <a:gd name="connsiteY99" fmla="*/ 60438 h 166541"/>
                  <a:gd name="connsiteX100" fmla="*/ 134538 w 246203"/>
                  <a:gd name="connsiteY100" fmla="*/ 60438 h 166541"/>
                  <a:gd name="connsiteX101" fmla="*/ 131847 w 246203"/>
                  <a:gd name="connsiteY101" fmla="*/ 64468 h 166541"/>
                  <a:gd name="connsiteX102" fmla="*/ 133192 w 246203"/>
                  <a:gd name="connsiteY102" fmla="*/ 76556 h 166541"/>
                  <a:gd name="connsiteX103" fmla="*/ 130502 w 246203"/>
                  <a:gd name="connsiteY103" fmla="*/ 77899 h 166541"/>
                  <a:gd name="connsiteX104" fmla="*/ 125120 w 246203"/>
                  <a:gd name="connsiteY104" fmla="*/ 73869 h 166541"/>
                  <a:gd name="connsiteX105" fmla="*/ 121084 w 246203"/>
                  <a:gd name="connsiteY105" fmla="*/ 65811 h 166541"/>
                  <a:gd name="connsiteX106" fmla="*/ 118393 w 246203"/>
                  <a:gd name="connsiteY106" fmla="*/ 65811 h 166541"/>
                  <a:gd name="connsiteX107" fmla="*/ 114357 w 246203"/>
                  <a:gd name="connsiteY107" fmla="*/ 64468 h 166541"/>
                  <a:gd name="connsiteX108" fmla="*/ 110321 w 246203"/>
                  <a:gd name="connsiteY108" fmla="*/ 68497 h 166541"/>
                  <a:gd name="connsiteX109" fmla="*/ 110321 w 246203"/>
                  <a:gd name="connsiteY109" fmla="*/ 75212 h 166541"/>
                  <a:gd name="connsiteX110" fmla="*/ 103594 w 246203"/>
                  <a:gd name="connsiteY110" fmla="*/ 80585 h 166541"/>
                  <a:gd name="connsiteX111" fmla="*/ 100903 w 246203"/>
                  <a:gd name="connsiteY111" fmla="*/ 85957 h 166541"/>
                  <a:gd name="connsiteX112" fmla="*/ 94176 w 246203"/>
                  <a:gd name="connsiteY112" fmla="*/ 92672 h 166541"/>
                  <a:gd name="connsiteX113" fmla="*/ 92830 w 246203"/>
                  <a:gd name="connsiteY113" fmla="*/ 96702 h 166541"/>
                  <a:gd name="connsiteX114" fmla="*/ 86104 w 246203"/>
                  <a:gd name="connsiteY114" fmla="*/ 104760 h 166541"/>
                  <a:gd name="connsiteX115" fmla="*/ 79377 w 246203"/>
                  <a:gd name="connsiteY115" fmla="*/ 111475 h 166541"/>
                  <a:gd name="connsiteX116" fmla="*/ 57851 w 246203"/>
                  <a:gd name="connsiteY116" fmla="*/ 116848 h 166541"/>
                  <a:gd name="connsiteX117" fmla="*/ 55160 w 246203"/>
                  <a:gd name="connsiteY117" fmla="*/ 116848 h 166541"/>
                  <a:gd name="connsiteX118" fmla="*/ 56506 w 246203"/>
                  <a:gd name="connsiteY118" fmla="*/ 123563 h 166541"/>
                  <a:gd name="connsiteX119" fmla="*/ 59196 w 246203"/>
                  <a:gd name="connsiteY119" fmla="*/ 126249 h 166541"/>
                  <a:gd name="connsiteX120" fmla="*/ 56506 w 246203"/>
                  <a:gd name="connsiteY120" fmla="*/ 124906 h 166541"/>
                  <a:gd name="connsiteX121" fmla="*/ 52469 w 246203"/>
                  <a:gd name="connsiteY121" fmla="*/ 127592 h 166541"/>
                  <a:gd name="connsiteX122" fmla="*/ 47088 w 246203"/>
                  <a:gd name="connsiteY122" fmla="*/ 127592 h 166541"/>
                  <a:gd name="connsiteX123" fmla="*/ 43052 w 246203"/>
                  <a:gd name="connsiteY123" fmla="*/ 131622 h 166541"/>
                  <a:gd name="connsiteX124" fmla="*/ 41706 w 246203"/>
                  <a:gd name="connsiteY124" fmla="*/ 136994 h 166541"/>
                  <a:gd name="connsiteX125" fmla="*/ 41706 w 246203"/>
                  <a:gd name="connsiteY125" fmla="*/ 145052 h 166541"/>
                  <a:gd name="connsiteX126" fmla="*/ 37670 w 246203"/>
                  <a:gd name="connsiteY126" fmla="*/ 150425 h 166541"/>
                  <a:gd name="connsiteX127" fmla="*/ 37670 w 246203"/>
                  <a:gd name="connsiteY127" fmla="*/ 153111 h 166541"/>
                  <a:gd name="connsiteX128" fmla="*/ 26908 w 246203"/>
                  <a:gd name="connsiteY128" fmla="*/ 151768 h 166541"/>
                  <a:gd name="connsiteX129" fmla="*/ 16145 w 246203"/>
                  <a:gd name="connsiteY129" fmla="*/ 147738 h 166541"/>
                  <a:gd name="connsiteX130" fmla="*/ 9418 w 246203"/>
                  <a:gd name="connsiteY130" fmla="*/ 147738 h 166541"/>
                  <a:gd name="connsiteX131" fmla="*/ 6727 w 246203"/>
                  <a:gd name="connsiteY131" fmla="*/ 143709 h 166541"/>
                  <a:gd name="connsiteX132" fmla="*/ 1345 w 246203"/>
                  <a:gd name="connsiteY132" fmla="*/ 138337 h 166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246203" h="166541">
                    <a:moveTo>
                      <a:pt x="0" y="139680"/>
                    </a:moveTo>
                    <a:lnTo>
                      <a:pt x="5381" y="149082"/>
                    </a:lnTo>
                    <a:lnTo>
                      <a:pt x="13454" y="154454"/>
                    </a:lnTo>
                    <a:lnTo>
                      <a:pt x="14799" y="157140"/>
                    </a:lnTo>
                    <a:lnTo>
                      <a:pt x="20181" y="162512"/>
                    </a:lnTo>
                    <a:lnTo>
                      <a:pt x="22872" y="166542"/>
                    </a:lnTo>
                    <a:lnTo>
                      <a:pt x="25562" y="166542"/>
                    </a:lnTo>
                    <a:lnTo>
                      <a:pt x="33634" y="165199"/>
                    </a:lnTo>
                    <a:lnTo>
                      <a:pt x="34979" y="162512"/>
                    </a:lnTo>
                    <a:lnTo>
                      <a:pt x="40361" y="162512"/>
                    </a:lnTo>
                    <a:lnTo>
                      <a:pt x="44397" y="161169"/>
                    </a:lnTo>
                    <a:lnTo>
                      <a:pt x="59196" y="161169"/>
                    </a:lnTo>
                    <a:lnTo>
                      <a:pt x="73996" y="155797"/>
                    </a:lnTo>
                    <a:lnTo>
                      <a:pt x="76687" y="151768"/>
                    </a:lnTo>
                    <a:lnTo>
                      <a:pt x="90140" y="151768"/>
                    </a:lnTo>
                    <a:lnTo>
                      <a:pt x="96867" y="154454"/>
                    </a:lnTo>
                    <a:lnTo>
                      <a:pt x="98212" y="158483"/>
                    </a:lnTo>
                    <a:lnTo>
                      <a:pt x="104939" y="158483"/>
                    </a:lnTo>
                    <a:lnTo>
                      <a:pt x="115702" y="151768"/>
                    </a:lnTo>
                    <a:lnTo>
                      <a:pt x="127811" y="150425"/>
                    </a:lnTo>
                    <a:lnTo>
                      <a:pt x="126465" y="146396"/>
                    </a:lnTo>
                    <a:lnTo>
                      <a:pt x="137229" y="130279"/>
                    </a:lnTo>
                    <a:lnTo>
                      <a:pt x="141265" y="119534"/>
                    </a:lnTo>
                    <a:lnTo>
                      <a:pt x="149336" y="107446"/>
                    </a:lnTo>
                    <a:lnTo>
                      <a:pt x="154718" y="87300"/>
                    </a:lnTo>
                    <a:lnTo>
                      <a:pt x="154718" y="84614"/>
                    </a:lnTo>
                    <a:lnTo>
                      <a:pt x="157409" y="79242"/>
                    </a:lnTo>
                    <a:lnTo>
                      <a:pt x="157409" y="76556"/>
                    </a:lnTo>
                    <a:lnTo>
                      <a:pt x="162790" y="69840"/>
                    </a:lnTo>
                    <a:lnTo>
                      <a:pt x="166826" y="71183"/>
                    </a:lnTo>
                    <a:lnTo>
                      <a:pt x="174899" y="71183"/>
                    </a:lnTo>
                    <a:lnTo>
                      <a:pt x="185662" y="71183"/>
                    </a:lnTo>
                    <a:lnTo>
                      <a:pt x="189698" y="72526"/>
                    </a:lnTo>
                    <a:lnTo>
                      <a:pt x="196425" y="72526"/>
                    </a:lnTo>
                    <a:lnTo>
                      <a:pt x="201806" y="73869"/>
                    </a:lnTo>
                    <a:lnTo>
                      <a:pt x="203152" y="72526"/>
                    </a:lnTo>
                    <a:lnTo>
                      <a:pt x="208533" y="76556"/>
                    </a:lnTo>
                    <a:lnTo>
                      <a:pt x="212569" y="77899"/>
                    </a:lnTo>
                    <a:lnTo>
                      <a:pt x="217951" y="75212"/>
                    </a:lnTo>
                    <a:lnTo>
                      <a:pt x="224678" y="73869"/>
                    </a:lnTo>
                    <a:lnTo>
                      <a:pt x="224678" y="69840"/>
                    </a:lnTo>
                    <a:lnTo>
                      <a:pt x="217951" y="64468"/>
                    </a:lnTo>
                    <a:lnTo>
                      <a:pt x="217951" y="57752"/>
                    </a:lnTo>
                    <a:lnTo>
                      <a:pt x="221987" y="55066"/>
                    </a:lnTo>
                    <a:lnTo>
                      <a:pt x="231405" y="56409"/>
                    </a:lnTo>
                    <a:lnTo>
                      <a:pt x="240822" y="55066"/>
                    </a:lnTo>
                    <a:lnTo>
                      <a:pt x="246204" y="49694"/>
                    </a:lnTo>
                    <a:lnTo>
                      <a:pt x="244859" y="47008"/>
                    </a:lnTo>
                    <a:lnTo>
                      <a:pt x="240822" y="47008"/>
                    </a:lnTo>
                    <a:lnTo>
                      <a:pt x="235441" y="45665"/>
                    </a:lnTo>
                    <a:lnTo>
                      <a:pt x="230059" y="41635"/>
                    </a:lnTo>
                    <a:lnTo>
                      <a:pt x="226023" y="41635"/>
                    </a:lnTo>
                    <a:lnTo>
                      <a:pt x="219296" y="34920"/>
                    </a:lnTo>
                    <a:lnTo>
                      <a:pt x="215260" y="34920"/>
                    </a:lnTo>
                    <a:lnTo>
                      <a:pt x="211224" y="38949"/>
                    </a:lnTo>
                    <a:lnTo>
                      <a:pt x="208533" y="36263"/>
                    </a:lnTo>
                    <a:lnTo>
                      <a:pt x="215260" y="32234"/>
                    </a:lnTo>
                    <a:lnTo>
                      <a:pt x="212569" y="28205"/>
                    </a:lnTo>
                    <a:lnTo>
                      <a:pt x="209878" y="29548"/>
                    </a:lnTo>
                    <a:lnTo>
                      <a:pt x="205842" y="34920"/>
                    </a:lnTo>
                    <a:lnTo>
                      <a:pt x="204497" y="30891"/>
                    </a:lnTo>
                    <a:lnTo>
                      <a:pt x="201806" y="30891"/>
                    </a:lnTo>
                    <a:lnTo>
                      <a:pt x="201806" y="22832"/>
                    </a:lnTo>
                    <a:lnTo>
                      <a:pt x="207188" y="21489"/>
                    </a:lnTo>
                    <a:lnTo>
                      <a:pt x="205842" y="17460"/>
                    </a:lnTo>
                    <a:lnTo>
                      <a:pt x="200461" y="13431"/>
                    </a:lnTo>
                    <a:lnTo>
                      <a:pt x="197771" y="14774"/>
                    </a:lnTo>
                    <a:lnTo>
                      <a:pt x="193734" y="10745"/>
                    </a:lnTo>
                    <a:lnTo>
                      <a:pt x="192389" y="4029"/>
                    </a:lnTo>
                    <a:lnTo>
                      <a:pt x="188353" y="0"/>
                    </a:lnTo>
                    <a:lnTo>
                      <a:pt x="185662" y="1343"/>
                    </a:lnTo>
                    <a:lnTo>
                      <a:pt x="187007" y="6715"/>
                    </a:lnTo>
                    <a:lnTo>
                      <a:pt x="181626" y="12088"/>
                    </a:lnTo>
                    <a:lnTo>
                      <a:pt x="178935" y="12088"/>
                    </a:lnTo>
                    <a:lnTo>
                      <a:pt x="180280" y="6715"/>
                    </a:lnTo>
                    <a:lnTo>
                      <a:pt x="178935" y="2686"/>
                    </a:lnTo>
                    <a:lnTo>
                      <a:pt x="176244" y="2686"/>
                    </a:lnTo>
                    <a:lnTo>
                      <a:pt x="172208" y="13431"/>
                    </a:lnTo>
                    <a:lnTo>
                      <a:pt x="169517" y="14774"/>
                    </a:lnTo>
                    <a:lnTo>
                      <a:pt x="164136" y="26862"/>
                    </a:lnTo>
                    <a:lnTo>
                      <a:pt x="162790" y="33577"/>
                    </a:lnTo>
                    <a:lnTo>
                      <a:pt x="153372" y="44322"/>
                    </a:lnTo>
                    <a:lnTo>
                      <a:pt x="149336" y="44322"/>
                    </a:lnTo>
                    <a:lnTo>
                      <a:pt x="141265" y="47008"/>
                    </a:lnTo>
                    <a:lnTo>
                      <a:pt x="138574" y="49694"/>
                    </a:lnTo>
                    <a:lnTo>
                      <a:pt x="141265" y="49694"/>
                    </a:lnTo>
                    <a:lnTo>
                      <a:pt x="139919" y="52380"/>
                    </a:lnTo>
                    <a:lnTo>
                      <a:pt x="142610" y="53723"/>
                    </a:lnTo>
                    <a:lnTo>
                      <a:pt x="147991" y="52380"/>
                    </a:lnTo>
                    <a:lnTo>
                      <a:pt x="145301" y="56409"/>
                    </a:lnTo>
                    <a:lnTo>
                      <a:pt x="141265" y="57752"/>
                    </a:lnTo>
                    <a:lnTo>
                      <a:pt x="141265" y="59096"/>
                    </a:lnTo>
                    <a:lnTo>
                      <a:pt x="141265" y="60438"/>
                    </a:lnTo>
                    <a:lnTo>
                      <a:pt x="143955" y="69840"/>
                    </a:lnTo>
                    <a:lnTo>
                      <a:pt x="142610" y="73869"/>
                    </a:lnTo>
                    <a:lnTo>
                      <a:pt x="138574" y="72526"/>
                    </a:lnTo>
                    <a:lnTo>
                      <a:pt x="138574" y="65811"/>
                    </a:lnTo>
                    <a:lnTo>
                      <a:pt x="137229" y="61782"/>
                    </a:lnTo>
                    <a:lnTo>
                      <a:pt x="135883" y="61782"/>
                    </a:lnTo>
                    <a:lnTo>
                      <a:pt x="135883" y="60438"/>
                    </a:lnTo>
                    <a:lnTo>
                      <a:pt x="134538" y="60438"/>
                    </a:lnTo>
                    <a:lnTo>
                      <a:pt x="131847" y="64468"/>
                    </a:lnTo>
                    <a:lnTo>
                      <a:pt x="133192" y="76556"/>
                    </a:lnTo>
                    <a:lnTo>
                      <a:pt x="130502" y="77899"/>
                    </a:lnTo>
                    <a:lnTo>
                      <a:pt x="125120" y="73869"/>
                    </a:lnTo>
                    <a:lnTo>
                      <a:pt x="121084" y="65811"/>
                    </a:lnTo>
                    <a:lnTo>
                      <a:pt x="118393" y="65811"/>
                    </a:lnTo>
                    <a:lnTo>
                      <a:pt x="114357" y="64468"/>
                    </a:lnTo>
                    <a:lnTo>
                      <a:pt x="110321" y="68497"/>
                    </a:lnTo>
                    <a:lnTo>
                      <a:pt x="110321" y="75212"/>
                    </a:lnTo>
                    <a:lnTo>
                      <a:pt x="103594" y="80585"/>
                    </a:lnTo>
                    <a:lnTo>
                      <a:pt x="100903" y="85957"/>
                    </a:lnTo>
                    <a:lnTo>
                      <a:pt x="94176" y="92672"/>
                    </a:lnTo>
                    <a:lnTo>
                      <a:pt x="92830" y="96702"/>
                    </a:lnTo>
                    <a:lnTo>
                      <a:pt x="86104" y="104760"/>
                    </a:lnTo>
                    <a:lnTo>
                      <a:pt x="79377" y="111475"/>
                    </a:lnTo>
                    <a:lnTo>
                      <a:pt x="57851" y="116848"/>
                    </a:lnTo>
                    <a:lnTo>
                      <a:pt x="55160" y="116848"/>
                    </a:lnTo>
                    <a:lnTo>
                      <a:pt x="56506" y="123563"/>
                    </a:lnTo>
                    <a:lnTo>
                      <a:pt x="59196" y="126249"/>
                    </a:lnTo>
                    <a:lnTo>
                      <a:pt x="56506" y="124906"/>
                    </a:lnTo>
                    <a:lnTo>
                      <a:pt x="52469" y="127592"/>
                    </a:lnTo>
                    <a:lnTo>
                      <a:pt x="47088" y="127592"/>
                    </a:lnTo>
                    <a:lnTo>
                      <a:pt x="43052" y="131622"/>
                    </a:lnTo>
                    <a:lnTo>
                      <a:pt x="41706" y="136994"/>
                    </a:lnTo>
                    <a:lnTo>
                      <a:pt x="41706" y="145052"/>
                    </a:lnTo>
                    <a:lnTo>
                      <a:pt x="37670" y="150425"/>
                    </a:lnTo>
                    <a:lnTo>
                      <a:pt x="37670" y="153111"/>
                    </a:lnTo>
                    <a:lnTo>
                      <a:pt x="26908" y="151768"/>
                    </a:lnTo>
                    <a:lnTo>
                      <a:pt x="16145" y="147738"/>
                    </a:lnTo>
                    <a:lnTo>
                      <a:pt x="9418" y="147738"/>
                    </a:lnTo>
                    <a:lnTo>
                      <a:pt x="6727" y="143709"/>
                    </a:lnTo>
                    <a:lnTo>
                      <a:pt x="1345" y="138337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43" name="Freeform 1442">
                <a:extLst>
                  <a:ext uri="{FF2B5EF4-FFF2-40B4-BE49-F238E27FC236}">
                    <a16:creationId xmlns:a16="http://schemas.microsoft.com/office/drawing/2014/main" id="{DF8A3204-3BA9-9D9D-8F2C-75A58D4F0BDE}"/>
                  </a:ext>
                </a:extLst>
              </p:cNvPr>
              <p:cNvSpPr/>
              <p:nvPr/>
            </p:nvSpPr>
            <p:spPr>
              <a:xfrm>
                <a:off x="10391691" y="4445045"/>
                <a:ext cx="6726" cy="4029"/>
              </a:xfrm>
              <a:custGeom>
                <a:avLst/>
                <a:gdLst>
                  <a:gd name="connsiteX0" fmla="*/ 6727 w 6726"/>
                  <a:gd name="connsiteY0" fmla="*/ 0 h 4029"/>
                  <a:gd name="connsiteX1" fmla="*/ 0 w 6726"/>
                  <a:gd name="connsiteY1" fmla="*/ 4029 h 4029"/>
                  <a:gd name="connsiteX2" fmla="*/ 4036 w 6726"/>
                  <a:gd name="connsiteY2" fmla="*/ 4029 h 4029"/>
                  <a:gd name="connsiteX3" fmla="*/ 6727 w 6726"/>
                  <a:gd name="connsiteY3" fmla="*/ 2686 h 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26" h="4029">
                    <a:moveTo>
                      <a:pt x="6727" y="0"/>
                    </a:moveTo>
                    <a:lnTo>
                      <a:pt x="0" y="4029"/>
                    </a:lnTo>
                    <a:lnTo>
                      <a:pt x="4036" y="4029"/>
                    </a:lnTo>
                    <a:lnTo>
                      <a:pt x="6727" y="2686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44" name="Freeform 1443">
                <a:extLst>
                  <a:ext uri="{FF2B5EF4-FFF2-40B4-BE49-F238E27FC236}">
                    <a16:creationId xmlns:a16="http://schemas.microsoft.com/office/drawing/2014/main" id="{48DEF783-137C-9708-0A14-49461F8C1B33}"/>
                  </a:ext>
                </a:extLst>
              </p:cNvPr>
              <p:cNvSpPr/>
              <p:nvPr/>
            </p:nvSpPr>
            <p:spPr>
              <a:xfrm>
                <a:off x="10401108" y="4445045"/>
                <a:ext cx="6726" cy="6715"/>
              </a:xfrm>
              <a:custGeom>
                <a:avLst/>
                <a:gdLst>
                  <a:gd name="connsiteX0" fmla="*/ 4037 w 6726"/>
                  <a:gd name="connsiteY0" fmla="*/ 0 h 6715"/>
                  <a:gd name="connsiteX1" fmla="*/ 0 w 6726"/>
                  <a:gd name="connsiteY1" fmla="*/ 5372 h 6715"/>
                  <a:gd name="connsiteX2" fmla="*/ 1346 w 6726"/>
                  <a:gd name="connsiteY2" fmla="*/ 6715 h 6715"/>
                  <a:gd name="connsiteX3" fmla="*/ 6727 w 6726"/>
                  <a:gd name="connsiteY3" fmla="*/ 5372 h 6715"/>
                  <a:gd name="connsiteX4" fmla="*/ 6727 w 6726"/>
                  <a:gd name="connsiteY4" fmla="*/ 1343 h 6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6" h="6715">
                    <a:moveTo>
                      <a:pt x="4037" y="0"/>
                    </a:moveTo>
                    <a:lnTo>
                      <a:pt x="0" y="5372"/>
                    </a:lnTo>
                    <a:lnTo>
                      <a:pt x="1346" y="6715"/>
                    </a:lnTo>
                    <a:lnTo>
                      <a:pt x="6727" y="5372"/>
                    </a:lnTo>
                    <a:lnTo>
                      <a:pt x="6727" y="1343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45" name="Freeform 1444">
                <a:extLst>
                  <a:ext uri="{FF2B5EF4-FFF2-40B4-BE49-F238E27FC236}">
                    <a16:creationId xmlns:a16="http://schemas.microsoft.com/office/drawing/2014/main" id="{A1F82172-4324-4616-7294-6B46617C32B7}"/>
                  </a:ext>
                </a:extLst>
              </p:cNvPr>
              <p:cNvSpPr/>
              <p:nvPr/>
            </p:nvSpPr>
            <p:spPr>
              <a:xfrm>
                <a:off x="10257154" y="4579353"/>
                <a:ext cx="4035" cy="4029"/>
              </a:xfrm>
              <a:custGeom>
                <a:avLst/>
                <a:gdLst>
                  <a:gd name="connsiteX0" fmla="*/ 4036 w 4035"/>
                  <a:gd name="connsiteY0" fmla="*/ 2686 h 4029"/>
                  <a:gd name="connsiteX1" fmla="*/ 0 w 4035"/>
                  <a:gd name="connsiteY1" fmla="*/ 4029 h 4029"/>
                  <a:gd name="connsiteX2" fmla="*/ 2690 w 4035"/>
                  <a:gd name="connsiteY2" fmla="*/ 0 h 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5" h="4029">
                    <a:moveTo>
                      <a:pt x="4036" y="2686"/>
                    </a:moveTo>
                    <a:lnTo>
                      <a:pt x="0" y="4029"/>
                    </a:lnTo>
                    <a:lnTo>
                      <a:pt x="2690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46" name="Freeform 1445">
                <a:extLst>
                  <a:ext uri="{FF2B5EF4-FFF2-40B4-BE49-F238E27FC236}">
                    <a16:creationId xmlns:a16="http://schemas.microsoft.com/office/drawing/2014/main" id="{8E02191F-8314-61B5-F965-ECFB5E3DCF0A}"/>
                  </a:ext>
                </a:extLst>
              </p:cNvPr>
              <p:cNvSpPr/>
              <p:nvPr/>
            </p:nvSpPr>
            <p:spPr>
              <a:xfrm>
                <a:off x="10261190" y="4578010"/>
                <a:ext cx="4035" cy="4029"/>
              </a:xfrm>
              <a:custGeom>
                <a:avLst/>
                <a:gdLst>
                  <a:gd name="connsiteX0" fmla="*/ 4036 w 4035"/>
                  <a:gd name="connsiteY0" fmla="*/ 2686 h 4029"/>
                  <a:gd name="connsiteX1" fmla="*/ 1345 w 4035"/>
                  <a:gd name="connsiteY1" fmla="*/ 4029 h 4029"/>
                  <a:gd name="connsiteX2" fmla="*/ 0 w 4035"/>
                  <a:gd name="connsiteY2" fmla="*/ 1343 h 4029"/>
                  <a:gd name="connsiteX3" fmla="*/ 1345 w 4035"/>
                  <a:gd name="connsiteY3" fmla="*/ 0 h 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35" h="4029">
                    <a:moveTo>
                      <a:pt x="4036" y="2686"/>
                    </a:moveTo>
                    <a:lnTo>
                      <a:pt x="1345" y="4029"/>
                    </a:lnTo>
                    <a:lnTo>
                      <a:pt x="0" y="1343"/>
                    </a:lnTo>
                    <a:lnTo>
                      <a:pt x="1345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47" name="Freeform 1446">
                <a:extLst>
                  <a:ext uri="{FF2B5EF4-FFF2-40B4-BE49-F238E27FC236}">
                    <a16:creationId xmlns:a16="http://schemas.microsoft.com/office/drawing/2014/main" id="{6D464B34-0B78-DEC6-9F0D-D935EC3EE2AA}"/>
                  </a:ext>
                </a:extLst>
              </p:cNvPr>
              <p:cNvSpPr/>
              <p:nvPr/>
            </p:nvSpPr>
            <p:spPr>
              <a:xfrm>
                <a:off x="10262535" y="4572637"/>
                <a:ext cx="8072" cy="6715"/>
              </a:xfrm>
              <a:custGeom>
                <a:avLst/>
                <a:gdLst>
                  <a:gd name="connsiteX0" fmla="*/ 5382 w 8072"/>
                  <a:gd name="connsiteY0" fmla="*/ 0 h 6715"/>
                  <a:gd name="connsiteX1" fmla="*/ 8073 w 8072"/>
                  <a:gd name="connsiteY1" fmla="*/ 5372 h 6715"/>
                  <a:gd name="connsiteX2" fmla="*/ 4036 w 8072"/>
                  <a:gd name="connsiteY2" fmla="*/ 6715 h 6715"/>
                  <a:gd name="connsiteX3" fmla="*/ 0 w 8072"/>
                  <a:gd name="connsiteY3" fmla="*/ 2686 h 6715"/>
                  <a:gd name="connsiteX4" fmla="*/ 0 w 8072"/>
                  <a:gd name="connsiteY4" fmla="*/ 1343 h 6715"/>
                  <a:gd name="connsiteX5" fmla="*/ 2691 w 8072"/>
                  <a:gd name="connsiteY5" fmla="*/ 0 h 6715"/>
                  <a:gd name="connsiteX6" fmla="*/ 2691 w 8072"/>
                  <a:gd name="connsiteY6" fmla="*/ 0 h 6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72" h="6715">
                    <a:moveTo>
                      <a:pt x="5382" y="0"/>
                    </a:moveTo>
                    <a:lnTo>
                      <a:pt x="8073" y="5372"/>
                    </a:lnTo>
                    <a:lnTo>
                      <a:pt x="4036" y="6715"/>
                    </a:lnTo>
                    <a:lnTo>
                      <a:pt x="0" y="2686"/>
                    </a:lnTo>
                    <a:lnTo>
                      <a:pt x="0" y="1343"/>
                    </a:lnTo>
                    <a:lnTo>
                      <a:pt x="2691" y="0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48" name="Freeform 1447">
                <a:extLst>
                  <a:ext uri="{FF2B5EF4-FFF2-40B4-BE49-F238E27FC236}">
                    <a16:creationId xmlns:a16="http://schemas.microsoft.com/office/drawing/2014/main" id="{48A0970F-AF71-2FD6-B260-DCDAF3BF2E56}"/>
                  </a:ext>
                </a:extLst>
              </p:cNvPr>
              <p:cNvSpPr/>
              <p:nvPr/>
            </p:nvSpPr>
            <p:spPr>
              <a:xfrm>
                <a:off x="9961171" y="4459819"/>
                <a:ext cx="113011" cy="149081"/>
              </a:xfrm>
              <a:custGeom>
                <a:avLst/>
                <a:gdLst>
                  <a:gd name="connsiteX0" fmla="*/ 0 w 113011"/>
                  <a:gd name="connsiteY0" fmla="*/ 10745 h 149081"/>
                  <a:gd name="connsiteX1" fmla="*/ 2690 w 113011"/>
                  <a:gd name="connsiteY1" fmla="*/ 4029 h 149081"/>
                  <a:gd name="connsiteX2" fmla="*/ 5381 w 113011"/>
                  <a:gd name="connsiteY2" fmla="*/ 0 h 149081"/>
                  <a:gd name="connsiteX3" fmla="*/ 10763 w 113011"/>
                  <a:gd name="connsiteY3" fmla="*/ 4029 h 149081"/>
                  <a:gd name="connsiteX4" fmla="*/ 17490 w 113011"/>
                  <a:gd name="connsiteY4" fmla="*/ 6715 h 149081"/>
                  <a:gd name="connsiteX5" fmla="*/ 18835 w 113011"/>
                  <a:gd name="connsiteY5" fmla="*/ 9401 h 149081"/>
                  <a:gd name="connsiteX6" fmla="*/ 24217 w 113011"/>
                  <a:gd name="connsiteY6" fmla="*/ 9401 h 149081"/>
                  <a:gd name="connsiteX7" fmla="*/ 28253 w 113011"/>
                  <a:gd name="connsiteY7" fmla="*/ 13431 h 149081"/>
                  <a:gd name="connsiteX8" fmla="*/ 26908 w 113011"/>
                  <a:gd name="connsiteY8" fmla="*/ 20146 h 149081"/>
                  <a:gd name="connsiteX9" fmla="*/ 24217 w 113011"/>
                  <a:gd name="connsiteY9" fmla="*/ 24175 h 149081"/>
                  <a:gd name="connsiteX10" fmla="*/ 24217 w 113011"/>
                  <a:gd name="connsiteY10" fmla="*/ 28204 h 149081"/>
                  <a:gd name="connsiteX11" fmla="*/ 30943 w 113011"/>
                  <a:gd name="connsiteY11" fmla="*/ 29548 h 149081"/>
                  <a:gd name="connsiteX12" fmla="*/ 36325 w 113011"/>
                  <a:gd name="connsiteY12" fmla="*/ 24175 h 149081"/>
                  <a:gd name="connsiteX13" fmla="*/ 41706 w 113011"/>
                  <a:gd name="connsiteY13" fmla="*/ 24175 h 149081"/>
                  <a:gd name="connsiteX14" fmla="*/ 44397 w 113011"/>
                  <a:gd name="connsiteY14" fmla="*/ 26862 h 149081"/>
                  <a:gd name="connsiteX15" fmla="*/ 48433 w 113011"/>
                  <a:gd name="connsiteY15" fmla="*/ 24175 h 149081"/>
                  <a:gd name="connsiteX16" fmla="*/ 48433 w 113011"/>
                  <a:gd name="connsiteY16" fmla="*/ 20146 h 149081"/>
                  <a:gd name="connsiteX17" fmla="*/ 49778 w 113011"/>
                  <a:gd name="connsiteY17" fmla="*/ 18803 h 149081"/>
                  <a:gd name="connsiteX18" fmla="*/ 49778 w 113011"/>
                  <a:gd name="connsiteY18" fmla="*/ 18803 h 149081"/>
                  <a:gd name="connsiteX19" fmla="*/ 52469 w 113011"/>
                  <a:gd name="connsiteY19" fmla="*/ 18803 h 149081"/>
                  <a:gd name="connsiteX20" fmla="*/ 55160 w 113011"/>
                  <a:gd name="connsiteY20" fmla="*/ 16117 h 149081"/>
                  <a:gd name="connsiteX21" fmla="*/ 57851 w 113011"/>
                  <a:gd name="connsiteY21" fmla="*/ 14774 h 149081"/>
                  <a:gd name="connsiteX22" fmla="*/ 61887 w 113011"/>
                  <a:gd name="connsiteY22" fmla="*/ 22832 h 149081"/>
                  <a:gd name="connsiteX23" fmla="*/ 80723 w 113011"/>
                  <a:gd name="connsiteY23" fmla="*/ 41635 h 149081"/>
                  <a:gd name="connsiteX24" fmla="*/ 86104 w 113011"/>
                  <a:gd name="connsiteY24" fmla="*/ 51037 h 149081"/>
                  <a:gd name="connsiteX25" fmla="*/ 88795 w 113011"/>
                  <a:gd name="connsiteY25" fmla="*/ 61781 h 149081"/>
                  <a:gd name="connsiteX26" fmla="*/ 86104 w 113011"/>
                  <a:gd name="connsiteY26" fmla="*/ 64468 h 149081"/>
                  <a:gd name="connsiteX27" fmla="*/ 87449 w 113011"/>
                  <a:gd name="connsiteY27" fmla="*/ 76555 h 149081"/>
                  <a:gd name="connsiteX28" fmla="*/ 86104 w 113011"/>
                  <a:gd name="connsiteY28" fmla="*/ 79241 h 149081"/>
                  <a:gd name="connsiteX29" fmla="*/ 86104 w 113011"/>
                  <a:gd name="connsiteY29" fmla="*/ 83271 h 149081"/>
                  <a:gd name="connsiteX30" fmla="*/ 87449 w 113011"/>
                  <a:gd name="connsiteY30" fmla="*/ 87300 h 149081"/>
                  <a:gd name="connsiteX31" fmla="*/ 87449 w 113011"/>
                  <a:gd name="connsiteY31" fmla="*/ 99388 h 149081"/>
                  <a:gd name="connsiteX32" fmla="*/ 91485 w 113011"/>
                  <a:gd name="connsiteY32" fmla="*/ 106103 h 149081"/>
                  <a:gd name="connsiteX33" fmla="*/ 96866 w 113011"/>
                  <a:gd name="connsiteY33" fmla="*/ 111475 h 149081"/>
                  <a:gd name="connsiteX34" fmla="*/ 100903 w 113011"/>
                  <a:gd name="connsiteY34" fmla="*/ 111475 h 149081"/>
                  <a:gd name="connsiteX35" fmla="*/ 102248 w 113011"/>
                  <a:gd name="connsiteY35" fmla="*/ 114162 h 149081"/>
                  <a:gd name="connsiteX36" fmla="*/ 102248 w 113011"/>
                  <a:gd name="connsiteY36" fmla="*/ 115504 h 149081"/>
                  <a:gd name="connsiteX37" fmla="*/ 102248 w 113011"/>
                  <a:gd name="connsiteY37" fmla="*/ 123563 h 149081"/>
                  <a:gd name="connsiteX38" fmla="*/ 104939 w 113011"/>
                  <a:gd name="connsiteY38" fmla="*/ 124906 h 149081"/>
                  <a:gd name="connsiteX39" fmla="*/ 106284 w 113011"/>
                  <a:gd name="connsiteY39" fmla="*/ 127592 h 149081"/>
                  <a:gd name="connsiteX40" fmla="*/ 106284 w 113011"/>
                  <a:gd name="connsiteY40" fmla="*/ 128935 h 149081"/>
                  <a:gd name="connsiteX41" fmla="*/ 107630 w 113011"/>
                  <a:gd name="connsiteY41" fmla="*/ 130278 h 149081"/>
                  <a:gd name="connsiteX42" fmla="*/ 113011 w 113011"/>
                  <a:gd name="connsiteY42" fmla="*/ 141023 h 149081"/>
                  <a:gd name="connsiteX43" fmla="*/ 113011 w 113011"/>
                  <a:gd name="connsiteY43" fmla="*/ 146395 h 149081"/>
                  <a:gd name="connsiteX44" fmla="*/ 108975 w 113011"/>
                  <a:gd name="connsiteY44" fmla="*/ 146395 h 149081"/>
                  <a:gd name="connsiteX45" fmla="*/ 107630 w 113011"/>
                  <a:gd name="connsiteY45" fmla="*/ 145052 h 149081"/>
                  <a:gd name="connsiteX46" fmla="*/ 107630 w 113011"/>
                  <a:gd name="connsiteY46" fmla="*/ 141023 h 149081"/>
                  <a:gd name="connsiteX47" fmla="*/ 104939 w 113011"/>
                  <a:gd name="connsiteY47" fmla="*/ 139680 h 149081"/>
                  <a:gd name="connsiteX48" fmla="*/ 106284 w 113011"/>
                  <a:gd name="connsiteY48" fmla="*/ 141023 h 149081"/>
                  <a:gd name="connsiteX49" fmla="*/ 106284 w 113011"/>
                  <a:gd name="connsiteY49" fmla="*/ 143709 h 149081"/>
                  <a:gd name="connsiteX50" fmla="*/ 104939 w 113011"/>
                  <a:gd name="connsiteY50" fmla="*/ 145052 h 149081"/>
                  <a:gd name="connsiteX51" fmla="*/ 107630 w 113011"/>
                  <a:gd name="connsiteY51" fmla="*/ 145052 h 149081"/>
                  <a:gd name="connsiteX52" fmla="*/ 107630 w 113011"/>
                  <a:gd name="connsiteY52" fmla="*/ 146395 h 149081"/>
                  <a:gd name="connsiteX53" fmla="*/ 102248 w 113011"/>
                  <a:gd name="connsiteY53" fmla="*/ 149081 h 149081"/>
                  <a:gd name="connsiteX54" fmla="*/ 99557 w 113011"/>
                  <a:gd name="connsiteY54" fmla="*/ 146395 h 149081"/>
                  <a:gd name="connsiteX55" fmla="*/ 98212 w 113011"/>
                  <a:gd name="connsiteY55" fmla="*/ 149081 h 149081"/>
                  <a:gd name="connsiteX56" fmla="*/ 92830 w 113011"/>
                  <a:gd name="connsiteY56" fmla="*/ 146395 h 149081"/>
                  <a:gd name="connsiteX57" fmla="*/ 90140 w 113011"/>
                  <a:gd name="connsiteY57" fmla="*/ 142366 h 149081"/>
                  <a:gd name="connsiteX58" fmla="*/ 82068 w 113011"/>
                  <a:gd name="connsiteY58" fmla="*/ 141023 h 149081"/>
                  <a:gd name="connsiteX59" fmla="*/ 73996 w 113011"/>
                  <a:gd name="connsiteY59" fmla="*/ 136994 h 149081"/>
                  <a:gd name="connsiteX60" fmla="*/ 69959 w 113011"/>
                  <a:gd name="connsiteY60" fmla="*/ 131622 h 149081"/>
                  <a:gd name="connsiteX61" fmla="*/ 67269 w 113011"/>
                  <a:gd name="connsiteY61" fmla="*/ 130278 h 149081"/>
                  <a:gd name="connsiteX62" fmla="*/ 63232 w 113011"/>
                  <a:gd name="connsiteY62" fmla="*/ 130278 h 149081"/>
                  <a:gd name="connsiteX63" fmla="*/ 59196 w 113011"/>
                  <a:gd name="connsiteY63" fmla="*/ 130278 h 149081"/>
                  <a:gd name="connsiteX64" fmla="*/ 53815 w 113011"/>
                  <a:gd name="connsiteY64" fmla="*/ 123563 h 149081"/>
                  <a:gd name="connsiteX65" fmla="*/ 53815 w 113011"/>
                  <a:gd name="connsiteY65" fmla="*/ 119534 h 149081"/>
                  <a:gd name="connsiteX66" fmla="*/ 45742 w 113011"/>
                  <a:gd name="connsiteY66" fmla="*/ 112818 h 149081"/>
                  <a:gd name="connsiteX67" fmla="*/ 36325 w 113011"/>
                  <a:gd name="connsiteY67" fmla="*/ 108789 h 149081"/>
                  <a:gd name="connsiteX68" fmla="*/ 33634 w 113011"/>
                  <a:gd name="connsiteY68" fmla="*/ 106103 h 149081"/>
                  <a:gd name="connsiteX69" fmla="*/ 33634 w 113011"/>
                  <a:gd name="connsiteY69" fmla="*/ 103417 h 149081"/>
                  <a:gd name="connsiteX70" fmla="*/ 37670 w 113011"/>
                  <a:gd name="connsiteY70" fmla="*/ 99388 h 149081"/>
                  <a:gd name="connsiteX71" fmla="*/ 34979 w 113011"/>
                  <a:gd name="connsiteY71" fmla="*/ 94015 h 149081"/>
                  <a:gd name="connsiteX72" fmla="*/ 29598 w 113011"/>
                  <a:gd name="connsiteY72" fmla="*/ 91329 h 149081"/>
                  <a:gd name="connsiteX73" fmla="*/ 25562 w 113011"/>
                  <a:gd name="connsiteY73" fmla="*/ 84614 h 149081"/>
                  <a:gd name="connsiteX74" fmla="*/ 18835 w 113011"/>
                  <a:gd name="connsiteY74" fmla="*/ 80585 h 149081"/>
                  <a:gd name="connsiteX75" fmla="*/ 14799 w 113011"/>
                  <a:gd name="connsiteY75" fmla="*/ 75212 h 149081"/>
                  <a:gd name="connsiteX76" fmla="*/ 16144 w 113011"/>
                  <a:gd name="connsiteY76" fmla="*/ 73869 h 149081"/>
                  <a:gd name="connsiteX77" fmla="*/ 12108 w 113011"/>
                  <a:gd name="connsiteY77" fmla="*/ 69840 h 149081"/>
                  <a:gd name="connsiteX78" fmla="*/ 12108 w 113011"/>
                  <a:gd name="connsiteY78" fmla="*/ 64468 h 149081"/>
                  <a:gd name="connsiteX79" fmla="*/ 13454 w 113011"/>
                  <a:gd name="connsiteY79" fmla="*/ 63125 h 149081"/>
                  <a:gd name="connsiteX80" fmla="*/ 14799 w 113011"/>
                  <a:gd name="connsiteY80" fmla="*/ 55066 h 149081"/>
                  <a:gd name="connsiteX81" fmla="*/ 12108 w 113011"/>
                  <a:gd name="connsiteY81" fmla="*/ 48351 h 149081"/>
                  <a:gd name="connsiteX82" fmla="*/ 8072 w 113011"/>
                  <a:gd name="connsiteY82" fmla="*/ 40292 h 149081"/>
                  <a:gd name="connsiteX83" fmla="*/ 5381 w 113011"/>
                  <a:gd name="connsiteY83" fmla="*/ 20146 h 149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13011" h="149081">
                    <a:moveTo>
                      <a:pt x="0" y="10745"/>
                    </a:moveTo>
                    <a:lnTo>
                      <a:pt x="2690" y="4029"/>
                    </a:lnTo>
                    <a:lnTo>
                      <a:pt x="5381" y="0"/>
                    </a:lnTo>
                    <a:lnTo>
                      <a:pt x="10763" y="4029"/>
                    </a:lnTo>
                    <a:lnTo>
                      <a:pt x="17490" y="6715"/>
                    </a:lnTo>
                    <a:lnTo>
                      <a:pt x="18835" y="9401"/>
                    </a:lnTo>
                    <a:lnTo>
                      <a:pt x="24217" y="9401"/>
                    </a:lnTo>
                    <a:lnTo>
                      <a:pt x="28253" y="13431"/>
                    </a:lnTo>
                    <a:lnTo>
                      <a:pt x="26908" y="20146"/>
                    </a:lnTo>
                    <a:lnTo>
                      <a:pt x="24217" y="24175"/>
                    </a:lnTo>
                    <a:lnTo>
                      <a:pt x="24217" y="28204"/>
                    </a:lnTo>
                    <a:lnTo>
                      <a:pt x="30943" y="29548"/>
                    </a:lnTo>
                    <a:lnTo>
                      <a:pt x="36325" y="24175"/>
                    </a:lnTo>
                    <a:lnTo>
                      <a:pt x="41706" y="24175"/>
                    </a:lnTo>
                    <a:lnTo>
                      <a:pt x="44397" y="26862"/>
                    </a:lnTo>
                    <a:lnTo>
                      <a:pt x="48433" y="24175"/>
                    </a:lnTo>
                    <a:lnTo>
                      <a:pt x="48433" y="20146"/>
                    </a:lnTo>
                    <a:lnTo>
                      <a:pt x="49778" y="18803"/>
                    </a:lnTo>
                    <a:lnTo>
                      <a:pt x="49778" y="18803"/>
                    </a:lnTo>
                    <a:lnTo>
                      <a:pt x="52469" y="18803"/>
                    </a:lnTo>
                    <a:lnTo>
                      <a:pt x="55160" y="16117"/>
                    </a:lnTo>
                    <a:lnTo>
                      <a:pt x="57851" y="14774"/>
                    </a:lnTo>
                    <a:lnTo>
                      <a:pt x="61887" y="22832"/>
                    </a:lnTo>
                    <a:lnTo>
                      <a:pt x="80723" y="41635"/>
                    </a:lnTo>
                    <a:lnTo>
                      <a:pt x="86104" y="51037"/>
                    </a:lnTo>
                    <a:lnTo>
                      <a:pt x="88795" y="61781"/>
                    </a:lnTo>
                    <a:lnTo>
                      <a:pt x="86104" y="64468"/>
                    </a:lnTo>
                    <a:lnTo>
                      <a:pt x="87449" y="76555"/>
                    </a:lnTo>
                    <a:lnTo>
                      <a:pt x="86104" y="79241"/>
                    </a:lnTo>
                    <a:lnTo>
                      <a:pt x="86104" y="83271"/>
                    </a:lnTo>
                    <a:lnTo>
                      <a:pt x="87449" y="87300"/>
                    </a:lnTo>
                    <a:lnTo>
                      <a:pt x="87449" y="99388"/>
                    </a:lnTo>
                    <a:lnTo>
                      <a:pt x="91485" y="106103"/>
                    </a:lnTo>
                    <a:lnTo>
                      <a:pt x="96866" y="111475"/>
                    </a:lnTo>
                    <a:lnTo>
                      <a:pt x="100903" y="111475"/>
                    </a:lnTo>
                    <a:lnTo>
                      <a:pt x="102248" y="114162"/>
                    </a:lnTo>
                    <a:lnTo>
                      <a:pt x="102248" y="115504"/>
                    </a:lnTo>
                    <a:lnTo>
                      <a:pt x="102248" y="123563"/>
                    </a:lnTo>
                    <a:lnTo>
                      <a:pt x="104939" y="124906"/>
                    </a:lnTo>
                    <a:lnTo>
                      <a:pt x="106284" y="127592"/>
                    </a:lnTo>
                    <a:lnTo>
                      <a:pt x="106284" y="128935"/>
                    </a:lnTo>
                    <a:lnTo>
                      <a:pt x="107630" y="130278"/>
                    </a:lnTo>
                    <a:lnTo>
                      <a:pt x="113011" y="141023"/>
                    </a:lnTo>
                    <a:lnTo>
                      <a:pt x="113011" y="146395"/>
                    </a:lnTo>
                    <a:lnTo>
                      <a:pt x="108975" y="146395"/>
                    </a:lnTo>
                    <a:lnTo>
                      <a:pt x="107630" y="145052"/>
                    </a:lnTo>
                    <a:lnTo>
                      <a:pt x="107630" y="141023"/>
                    </a:lnTo>
                    <a:lnTo>
                      <a:pt x="104939" y="139680"/>
                    </a:lnTo>
                    <a:lnTo>
                      <a:pt x="106284" y="141023"/>
                    </a:lnTo>
                    <a:lnTo>
                      <a:pt x="106284" y="143709"/>
                    </a:lnTo>
                    <a:lnTo>
                      <a:pt x="104939" y="145052"/>
                    </a:lnTo>
                    <a:lnTo>
                      <a:pt x="107630" y="145052"/>
                    </a:lnTo>
                    <a:lnTo>
                      <a:pt x="107630" y="146395"/>
                    </a:lnTo>
                    <a:lnTo>
                      <a:pt x="102248" y="149081"/>
                    </a:lnTo>
                    <a:lnTo>
                      <a:pt x="99557" y="146395"/>
                    </a:lnTo>
                    <a:lnTo>
                      <a:pt x="98212" y="149081"/>
                    </a:lnTo>
                    <a:lnTo>
                      <a:pt x="92830" y="146395"/>
                    </a:lnTo>
                    <a:lnTo>
                      <a:pt x="90140" y="142366"/>
                    </a:lnTo>
                    <a:lnTo>
                      <a:pt x="82068" y="141023"/>
                    </a:lnTo>
                    <a:lnTo>
                      <a:pt x="73996" y="136994"/>
                    </a:lnTo>
                    <a:lnTo>
                      <a:pt x="69959" y="131622"/>
                    </a:lnTo>
                    <a:lnTo>
                      <a:pt x="67269" y="130278"/>
                    </a:lnTo>
                    <a:lnTo>
                      <a:pt x="63232" y="130278"/>
                    </a:lnTo>
                    <a:lnTo>
                      <a:pt x="59196" y="130278"/>
                    </a:lnTo>
                    <a:lnTo>
                      <a:pt x="53815" y="123563"/>
                    </a:lnTo>
                    <a:lnTo>
                      <a:pt x="53815" y="119534"/>
                    </a:lnTo>
                    <a:lnTo>
                      <a:pt x="45742" y="112818"/>
                    </a:lnTo>
                    <a:lnTo>
                      <a:pt x="36325" y="108789"/>
                    </a:lnTo>
                    <a:lnTo>
                      <a:pt x="33634" y="106103"/>
                    </a:lnTo>
                    <a:lnTo>
                      <a:pt x="33634" y="103417"/>
                    </a:lnTo>
                    <a:lnTo>
                      <a:pt x="37670" y="99388"/>
                    </a:lnTo>
                    <a:lnTo>
                      <a:pt x="34979" y="94015"/>
                    </a:lnTo>
                    <a:lnTo>
                      <a:pt x="29598" y="91329"/>
                    </a:lnTo>
                    <a:lnTo>
                      <a:pt x="25562" y="84614"/>
                    </a:lnTo>
                    <a:lnTo>
                      <a:pt x="18835" y="80585"/>
                    </a:lnTo>
                    <a:lnTo>
                      <a:pt x="14799" y="75212"/>
                    </a:lnTo>
                    <a:lnTo>
                      <a:pt x="16144" y="73869"/>
                    </a:lnTo>
                    <a:lnTo>
                      <a:pt x="12108" y="69840"/>
                    </a:lnTo>
                    <a:lnTo>
                      <a:pt x="12108" y="64468"/>
                    </a:lnTo>
                    <a:lnTo>
                      <a:pt x="13454" y="63125"/>
                    </a:lnTo>
                    <a:lnTo>
                      <a:pt x="14799" y="55066"/>
                    </a:lnTo>
                    <a:lnTo>
                      <a:pt x="12108" y="48351"/>
                    </a:lnTo>
                    <a:lnTo>
                      <a:pt x="8072" y="40292"/>
                    </a:lnTo>
                    <a:lnTo>
                      <a:pt x="5381" y="20146"/>
                    </a:lnTo>
                    <a:close/>
                  </a:path>
                </a:pathLst>
              </a:custGeom>
              <a:solidFill>
                <a:srgbClr val="EE7684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1449" name="Freeform 1448">
            <a:extLst>
              <a:ext uri="{FF2B5EF4-FFF2-40B4-BE49-F238E27FC236}">
                <a16:creationId xmlns:a16="http://schemas.microsoft.com/office/drawing/2014/main" id="{A9D1B0F2-43B4-3457-CB86-7EA4B99E75FA}"/>
              </a:ext>
            </a:extLst>
          </p:cNvPr>
          <p:cNvSpPr/>
          <p:nvPr/>
        </p:nvSpPr>
        <p:spPr>
          <a:xfrm>
            <a:off x="7733227" y="3259108"/>
            <a:ext cx="149336" cy="96701"/>
          </a:xfrm>
          <a:custGeom>
            <a:avLst/>
            <a:gdLst>
              <a:gd name="connsiteX0" fmla="*/ 92831 w 149336"/>
              <a:gd name="connsiteY0" fmla="*/ 81928 h 96701"/>
              <a:gd name="connsiteX1" fmla="*/ 87449 w 149336"/>
              <a:gd name="connsiteY1" fmla="*/ 80585 h 96701"/>
              <a:gd name="connsiteX2" fmla="*/ 83414 w 149336"/>
              <a:gd name="connsiteY2" fmla="*/ 79242 h 96701"/>
              <a:gd name="connsiteX3" fmla="*/ 78032 w 149336"/>
              <a:gd name="connsiteY3" fmla="*/ 84614 h 96701"/>
              <a:gd name="connsiteX4" fmla="*/ 76687 w 149336"/>
              <a:gd name="connsiteY4" fmla="*/ 87300 h 96701"/>
              <a:gd name="connsiteX5" fmla="*/ 71305 w 149336"/>
              <a:gd name="connsiteY5" fmla="*/ 87300 h 96701"/>
              <a:gd name="connsiteX6" fmla="*/ 65924 w 149336"/>
              <a:gd name="connsiteY6" fmla="*/ 89986 h 96701"/>
              <a:gd name="connsiteX7" fmla="*/ 61887 w 149336"/>
              <a:gd name="connsiteY7" fmla="*/ 94015 h 96701"/>
              <a:gd name="connsiteX8" fmla="*/ 59197 w 149336"/>
              <a:gd name="connsiteY8" fmla="*/ 92672 h 96701"/>
              <a:gd name="connsiteX9" fmla="*/ 55161 w 149336"/>
              <a:gd name="connsiteY9" fmla="*/ 96702 h 96701"/>
              <a:gd name="connsiteX10" fmla="*/ 45743 w 149336"/>
              <a:gd name="connsiteY10" fmla="*/ 94015 h 96701"/>
              <a:gd name="connsiteX11" fmla="*/ 32289 w 149336"/>
              <a:gd name="connsiteY11" fmla="*/ 91329 h 96701"/>
              <a:gd name="connsiteX12" fmla="*/ 28253 w 149336"/>
              <a:gd name="connsiteY12" fmla="*/ 88643 h 96701"/>
              <a:gd name="connsiteX13" fmla="*/ 22872 w 149336"/>
              <a:gd name="connsiteY13" fmla="*/ 85957 h 96701"/>
              <a:gd name="connsiteX14" fmla="*/ 12109 w 149336"/>
              <a:gd name="connsiteY14" fmla="*/ 76556 h 96701"/>
              <a:gd name="connsiteX15" fmla="*/ 8072 w 149336"/>
              <a:gd name="connsiteY15" fmla="*/ 75212 h 96701"/>
              <a:gd name="connsiteX16" fmla="*/ 6727 w 149336"/>
              <a:gd name="connsiteY16" fmla="*/ 67154 h 96701"/>
              <a:gd name="connsiteX17" fmla="*/ 0 w 149336"/>
              <a:gd name="connsiteY17" fmla="*/ 59096 h 96701"/>
              <a:gd name="connsiteX18" fmla="*/ 1345 w 149336"/>
              <a:gd name="connsiteY18" fmla="*/ 59096 h 96701"/>
              <a:gd name="connsiteX19" fmla="*/ 5382 w 149336"/>
              <a:gd name="connsiteY19" fmla="*/ 53723 h 96701"/>
              <a:gd name="connsiteX20" fmla="*/ 2691 w 149336"/>
              <a:gd name="connsiteY20" fmla="*/ 49694 h 96701"/>
              <a:gd name="connsiteX21" fmla="*/ 2691 w 149336"/>
              <a:gd name="connsiteY21" fmla="*/ 44322 h 96701"/>
              <a:gd name="connsiteX22" fmla="*/ 5382 w 149336"/>
              <a:gd name="connsiteY22" fmla="*/ 38949 h 96701"/>
              <a:gd name="connsiteX23" fmla="*/ 0 w 149336"/>
              <a:gd name="connsiteY23" fmla="*/ 33577 h 96701"/>
              <a:gd name="connsiteX24" fmla="*/ 1345 w 149336"/>
              <a:gd name="connsiteY24" fmla="*/ 30891 h 96701"/>
              <a:gd name="connsiteX25" fmla="*/ 13454 w 149336"/>
              <a:gd name="connsiteY25" fmla="*/ 30891 h 96701"/>
              <a:gd name="connsiteX26" fmla="*/ 13454 w 149336"/>
              <a:gd name="connsiteY26" fmla="*/ 25519 h 96701"/>
              <a:gd name="connsiteX27" fmla="*/ 13454 w 149336"/>
              <a:gd name="connsiteY27" fmla="*/ 20146 h 96701"/>
              <a:gd name="connsiteX28" fmla="*/ 12109 w 149336"/>
              <a:gd name="connsiteY28" fmla="*/ 17460 h 96701"/>
              <a:gd name="connsiteX29" fmla="*/ 29598 w 149336"/>
              <a:gd name="connsiteY29" fmla="*/ 26862 h 96701"/>
              <a:gd name="connsiteX30" fmla="*/ 39016 w 149336"/>
              <a:gd name="connsiteY30" fmla="*/ 28205 h 96701"/>
              <a:gd name="connsiteX31" fmla="*/ 48434 w 149336"/>
              <a:gd name="connsiteY31" fmla="*/ 25519 h 96701"/>
              <a:gd name="connsiteX32" fmla="*/ 61887 w 149336"/>
              <a:gd name="connsiteY32" fmla="*/ 24175 h 96701"/>
              <a:gd name="connsiteX33" fmla="*/ 63233 w 149336"/>
              <a:gd name="connsiteY33" fmla="*/ 20146 h 96701"/>
              <a:gd name="connsiteX34" fmla="*/ 69960 w 149336"/>
              <a:gd name="connsiteY34" fmla="*/ 17460 h 96701"/>
              <a:gd name="connsiteX35" fmla="*/ 78032 w 149336"/>
              <a:gd name="connsiteY35" fmla="*/ 9402 h 96701"/>
              <a:gd name="connsiteX36" fmla="*/ 86104 w 149336"/>
              <a:gd name="connsiteY36" fmla="*/ 17460 h 96701"/>
              <a:gd name="connsiteX37" fmla="*/ 86104 w 149336"/>
              <a:gd name="connsiteY37" fmla="*/ 12088 h 96701"/>
              <a:gd name="connsiteX38" fmla="*/ 90140 w 149336"/>
              <a:gd name="connsiteY38" fmla="*/ 9402 h 96701"/>
              <a:gd name="connsiteX39" fmla="*/ 95522 w 149336"/>
              <a:gd name="connsiteY39" fmla="*/ 2686 h 96701"/>
              <a:gd name="connsiteX40" fmla="*/ 103594 w 149336"/>
              <a:gd name="connsiteY40" fmla="*/ 1343 h 96701"/>
              <a:gd name="connsiteX41" fmla="*/ 110321 w 149336"/>
              <a:gd name="connsiteY41" fmla="*/ 2686 h 96701"/>
              <a:gd name="connsiteX42" fmla="*/ 119739 w 149336"/>
              <a:gd name="connsiteY42" fmla="*/ 2686 h 96701"/>
              <a:gd name="connsiteX43" fmla="*/ 127811 w 149336"/>
              <a:gd name="connsiteY43" fmla="*/ 4029 h 96701"/>
              <a:gd name="connsiteX44" fmla="*/ 134538 w 149336"/>
              <a:gd name="connsiteY44" fmla="*/ 0 h 96701"/>
              <a:gd name="connsiteX45" fmla="*/ 139920 w 149336"/>
              <a:gd name="connsiteY45" fmla="*/ 6715 h 96701"/>
              <a:gd name="connsiteX46" fmla="*/ 146646 w 149336"/>
              <a:gd name="connsiteY46" fmla="*/ 10745 h 96701"/>
              <a:gd name="connsiteX47" fmla="*/ 149337 w 149336"/>
              <a:gd name="connsiteY47" fmla="*/ 16117 h 96701"/>
              <a:gd name="connsiteX48" fmla="*/ 146646 w 149336"/>
              <a:gd name="connsiteY48" fmla="*/ 22832 h 96701"/>
              <a:gd name="connsiteX49" fmla="*/ 141265 w 149336"/>
              <a:gd name="connsiteY49" fmla="*/ 24175 h 96701"/>
              <a:gd name="connsiteX50" fmla="*/ 134538 w 149336"/>
              <a:gd name="connsiteY50" fmla="*/ 33577 h 96701"/>
              <a:gd name="connsiteX51" fmla="*/ 129156 w 149336"/>
              <a:gd name="connsiteY51" fmla="*/ 49694 h 96701"/>
              <a:gd name="connsiteX52" fmla="*/ 121084 w 149336"/>
              <a:gd name="connsiteY52" fmla="*/ 63125 h 96701"/>
              <a:gd name="connsiteX53" fmla="*/ 121084 w 149336"/>
              <a:gd name="connsiteY53" fmla="*/ 68497 h 96701"/>
              <a:gd name="connsiteX54" fmla="*/ 115702 w 149336"/>
              <a:gd name="connsiteY54" fmla="*/ 72526 h 96701"/>
              <a:gd name="connsiteX55" fmla="*/ 108976 w 149336"/>
              <a:gd name="connsiteY55" fmla="*/ 72526 h 96701"/>
              <a:gd name="connsiteX56" fmla="*/ 106285 w 149336"/>
              <a:gd name="connsiteY56" fmla="*/ 76556 h 96701"/>
              <a:gd name="connsiteX57" fmla="*/ 102249 w 149336"/>
              <a:gd name="connsiteY57" fmla="*/ 77899 h 96701"/>
              <a:gd name="connsiteX58" fmla="*/ 96867 w 149336"/>
              <a:gd name="connsiteY58" fmla="*/ 83271 h 96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9336" h="96701">
                <a:moveTo>
                  <a:pt x="92831" y="81928"/>
                </a:moveTo>
                <a:lnTo>
                  <a:pt x="87449" y="80585"/>
                </a:lnTo>
                <a:lnTo>
                  <a:pt x="83414" y="79242"/>
                </a:lnTo>
                <a:lnTo>
                  <a:pt x="78032" y="84614"/>
                </a:lnTo>
                <a:lnTo>
                  <a:pt x="76687" y="87300"/>
                </a:lnTo>
                <a:lnTo>
                  <a:pt x="71305" y="87300"/>
                </a:lnTo>
                <a:lnTo>
                  <a:pt x="65924" y="89986"/>
                </a:lnTo>
                <a:lnTo>
                  <a:pt x="61887" y="94015"/>
                </a:lnTo>
                <a:lnTo>
                  <a:pt x="59197" y="92672"/>
                </a:lnTo>
                <a:lnTo>
                  <a:pt x="55161" y="96702"/>
                </a:lnTo>
                <a:lnTo>
                  <a:pt x="45743" y="94015"/>
                </a:lnTo>
                <a:lnTo>
                  <a:pt x="32289" y="91329"/>
                </a:lnTo>
                <a:lnTo>
                  <a:pt x="28253" y="88643"/>
                </a:lnTo>
                <a:lnTo>
                  <a:pt x="22872" y="85957"/>
                </a:lnTo>
                <a:lnTo>
                  <a:pt x="12109" y="76556"/>
                </a:lnTo>
                <a:lnTo>
                  <a:pt x="8072" y="75212"/>
                </a:lnTo>
                <a:lnTo>
                  <a:pt x="6727" y="67154"/>
                </a:lnTo>
                <a:lnTo>
                  <a:pt x="0" y="59096"/>
                </a:lnTo>
                <a:lnTo>
                  <a:pt x="1345" y="59096"/>
                </a:lnTo>
                <a:lnTo>
                  <a:pt x="5382" y="53723"/>
                </a:lnTo>
                <a:lnTo>
                  <a:pt x="2691" y="49694"/>
                </a:lnTo>
                <a:lnTo>
                  <a:pt x="2691" y="44322"/>
                </a:lnTo>
                <a:lnTo>
                  <a:pt x="5382" y="38949"/>
                </a:lnTo>
                <a:lnTo>
                  <a:pt x="0" y="33577"/>
                </a:lnTo>
                <a:lnTo>
                  <a:pt x="1345" y="30891"/>
                </a:lnTo>
                <a:lnTo>
                  <a:pt x="13454" y="30891"/>
                </a:lnTo>
                <a:lnTo>
                  <a:pt x="13454" y="25519"/>
                </a:lnTo>
                <a:lnTo>
                  <a:pt x="13454" y="20146"/>
                </a:lnTo>
                <a:lnTo>
                  <a:pt x="12109" y="17460"/>
                </a:lnTo>
                <a:lnTo>
                  <a:pt x="29598" y="26862"/>
                </a:lnTo>
                <a:lnTo>
                  <a:pt x="39016" y="28205"/>
                </a:lnTo>
                <a:lnTo>
                  <a:pt x="48434" y="25519"/>
                </a:lnTo>
                <a:lnTo>
                  <a:pt x="61887" y="24175"/>
                </a:lnTo>
                <a:lnTo>
                  <a:pt x="63233" y="20146"/>
                </a:lnTo>
                <a:lnTo>
                  <a:pt x="69960" y="17460"/>
                </a:lnTo>
                <a:lnTo>
                  <a:pt x="78032" y="9402"/>
                </a:lnTo>
                <a:lnTo>
                  <a:pt x="86104" y="17460"/>
                </a:lnTo>
                <a:lnTo>
                  <a:pt x="86104" y="12088"/>
                </a:lnTo>
                <a:lnTo>
                  <a:pt x="90140" y="9402"/>
                </a:lnTo>
                <a:lnTo>
                  <a:pt x="95522" y="2686"/>
                </a:lnTo>
                <a:lnTo>
                  <a:pt x="103594" y="1343"/>
                </a:lnTo>
                <a:lnTo>
                  <a:pt x="110321" y="2686"/>
                </a:lnTo>
                <a:lnTo>
                  <a:pt x="119739" y="2686"/>
                </a:lnTo>
                <a:lnTo>
                  <a:pt x="127811" y="4029"/>
                </a:lnTo>
                <a:lnTo>
                  <a:pt x="134538" y="0"/>
                </a:lnTo>
                <a:lnTo>
                  <a:pt x="139920" y="6715"/>
                </a:lnTo>
                <a:lnTo>
                  <a:pt x="146646" y="10745"/>
                </a:lnTo>
                <a:lnTo>
                  <a:pt x="149337" y="16117"/>
                </a:lnTo>
                <a:lnTo>
                  <a:pt x="146646" y="22832"/>
                </a:lnTo>
                <a:lnTo>
                  <a:pt x="141265" y="24175"/>
                </a:lnTo>
                <a:lnTo>
                  <a:pt x="134538" y="33577"/>
                </a:lnTo>
                <a:lnTo>
                  <a:pt x="129156" y="49694"/>
                </a:lnTo>
                <a:lnTo>
                  <a:pt x="121084" y="63125"/>
                </a:lnTo>
                <a:lnTo>
                  <a:pt x="121084" y="68497"/>
                </a:lnTo>
                <a:lnTo>
                  <a:pt x="115702" y="72526"/>
                </a:lnTo>
                <a:lnTo>
                  <a:pt x="108976" y="72526"/>
                </a:lnTo>
                <a:lnTo>
                  <a:pt x="106285" y="76556"/>
                </a:lnTo>
                <a:lnTo>
                  <a:pt x="102249" y="77899"/>
                </a:lnTo>
                <a:lnTo>
                  <a:pt x="96867" y="83271"/>
                </a:lnTo>
                <a:close/>
              </a:path>
            </a:pathLst>
          </a:custGeom>
          <a:solidFill>
            <a:srgbClr val="72C3BE"/>
          </a:solidFill>
          <a:ln w="336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450" name="Graphic 5">
            <a:extLst>
              <a:ext uri="{FF2B5EF4-FFF2-40B4-BE49-F238E27FC236}">
                <a16:creationId xmlns:a16="http://schemas.microsoft.com/office/drawing/2014/main" id="{9FED5CCC-A5B5-4B14-16F4-24798C42F804}"/>
              </a:ext>
            </a:extLst>
          </p:cNvPr>
          <p:cNvGrpSpPr/>
          <p:nvPr/>
        </p:nvGrpSpPr>
        <p:grpSpPr>
          <a:xfrm>
            <a:off x="7161442" y="2809177"/>
            <a:ext cx="224678" cy="410981"/>
            <a:chOff x="7161442" y="2809177"/>
            <a:chExt cx="224678" cy="410981"/>
          </a:xfrm>
          <a:solidFill>
            <a:srgbClr val="72C3BE"/>
          </a:solidFill>
        </p:grpSpPr>
        <p:sp>
          <p:nvSpPr>
            <p:cNvPr id="1451" name="Freeform 1450">
              <a:extLst>
                <a:ext uri="{FF2B5EF4-FFF2-40B4-BE49-F238E27FC236}">
                  <a16:creationId xmlns:a16="http://schemas.microsoft.com/office/drawing/2014/main" id="{7C851BDD-9D76-07B9-094E-49DA084325E7}"/>
                </a:ext>
              </a:extLst>
            </p:cNvPr>
            <p:cNvSpPr/>
            <p:nvPr/>
          </p:nvSpPr>
          <p:spPr>
            <a:xfrm>
              <a:off x="7161442" y="3028099"/>
              <a:ext cx="57851" cy="45664"/>
            </a:xfrm>
            <a:custGeom>
              <a:avLst/>
              <a:gdLst>
                <a:gd name="connsiteX0" fmla="*/ 41707 w 57851"/>
                <a:gd name="connsiteY0" fmla="*/ 45665 h 45664"/>
                <a:gd name="connsiteX1" fmla="*/ 34980 w 57851"/>
                <a:gd name="connsiteY1" fmla="*/ 42978 h 45664"/>
                <a:gd name="connsiteX2" fmla="*/ 30944 w 57851"/>
                <a:gd name="connsiteY2" fmla="*/ 41635 h 45664"/>
                <a:gd name="connsiteX3" fmla="*/ 26908 w 57851"/>
                <a:gd name="connsiteY3" fmla="*/ 32234 h 45664"/>
                <a:gd name="connsiteX4" fmla="*/ 18836 w 57851"/>
                <a:gd name="connsiteY4" fmla="*/ 28205 h 45664"/>
                <a:gd name="connsiteX5" fmla="*/ 16145 w 57851"/>
                <a:gd name="connsiteY5" fmla="*/ 30891 h 45664"/>
                <a:gd name="connsiteX6" fmla="*/ 14799 w 57851"/>
                <a:gd name="connsiteY6" fmla="*/ 37606 h 45664"/>
                <a:gd name="connsiteX7" fmla="*/ 10763 w 57851"/>
                <a:gd name="connsiteY7" fmla="*/ 37606 h 45664"/>
                <a:gd name="connsiteX8" fmla="*/ 0 w 57851"/>
                <a:gd name="connsiteY8" fmla="*/ 28205 h 45664"/>
                <a:gd name="connsiteX9" fmla="*/ 5382 w 57851"/>
                <a:gd name="connsiteY9" fmla="*/ 16117 h 45664"/>
                <a:gd name="connsiteX10" fmla="*/ 10763 w 57851"/>
                <a:gd name="connsiteY10" fmla="*/ 16117 h 45664"/>
                <a:gd name="connsiteX11" fmla="*/ 12109 w 57851"/>
                <a:gd name="connsiteY11" fmla="*/ 10745 h 45664"/>
                <a:gd name="connsiteX12" fmla="*/ 16145 w 57851"/>
                <a:gd name="connsiteY12" fmla="*/ 9401 h 45664"/>
                <a:gd name="connsiteX13" fmla="*/ 18836 w 57851"/>
                <a:gd name="connsiteY13" fmla="*/ 6715 h 45664"/>
                <a:gd name="connsiteX14" fmla="*/ 22872 w 57851"/>
                <a:gd name="connsiteY14" fmla="*/ 5372 h 45664"/>
                <a:gd name="connsiteX15" fmla="*/ 25562 w 57851"/>
                <a:gd name="connsiteY15" fmla="*/ 4029 h 45664"/>
                <a:gd name="connsiteX16" fmla="*/ 28253 w 57851"/>
                <a:gd name="connsiteY16" fmla="*/ 4029 h 45664"/>
                <a:gd name="connsiteX17" fmla="*/ 32289 w 57851"/>
                <a:gd name="connsiteY17" fmla="*/ 0 h 45664"/>
                <a:gd name="connsiteX18" fmla="*/ 40361 w 57851"/>
                <a:gd name="connsiteY18" fmla="*/ 1343 h 45664"/>
                <a:gd name="connsiteX19" fmla="*/ 44398 w 57851"/>
                <a:gd name="connsiteY19" fmla="*/ 2686 h 45664"/>
                <a:gd name="connsiteX20" fmla="*/ 44398 w 57851"/>
                <a:gd name="connsiteY20" fmla="*/ 8059 h 45664"/>
                <a:gd name="connsiteX21" fmla="*/ 52470 w 57851"/>
                <a:gd name="connsiteY21" fmla="*/ 18803 h 45664"/>
                <a:gd name="connsiteX22" fmla="*/ 48434 w 57851"/>
                <a:gd name="connsiteY22" fmla="*/ 21489 h 45664"/>
                <a:gd name="connsiteX23" fmla="*/ 55161 w 57851"/>
                <a:gd name="connsiteY23" fmla="*/ 21489 h 45664"/>
                <a:gd name="connsiteX24" fmla="*/ 57851 w 57851"/>
                <a:gd name="connsiteY24" fmla="*/ 33577 h 45664"/>
                <a:gd name="connsiteX25" fmla="*/ 53815 w 57851"/>
                <a:gd name="connsiteY25" fmla="*/ 24175 h 45664"/>
                <a:gd name="connsiteX26" fmla="*/ 51125 w 57851"/>
                <a:gd name="connsiteY26" fmla="*/ 25519 h 45664"/>
                <a:gd name="connsiteX27" fmla="*/ 52470 w 57851"/>
                <a:gd name="connsiteY27" fmla="*/ 28205 h 45664"/>
                <a:gd name="connsiteX28" fmla="*/ 51125 w 57851"/>
                <a:gd name="connsiteY28" fmla="*/ 32234 h 45664"/>
                <a:gd name="connsiteX29" fmla="*/ 55161 w 57851"/>
                <a:gd name="connsiteY29" fmla="*/ 32234 h 45664"/>
                <a:gd name="connsiteX30" fmla="*/ 55161 w 57851"/>
                <a:gd name="connsiteY30" fmla="*/ 36263 h 45664"/>
                <a:gd name="connsiteX31" fmla="*/ 48434 w 57851"/>
                <a:gd name="connsiteY31" fmla="*/ 36263 h 45664"/>
                <a:gd name="connsiteX32" fmla="*/ 48434 w 57851"/>
                <a:gd name="connsiteY32" fmla="*/ 40292 h 45664"/>
                <a:gd name="connsiteX33" fmla="*/ 44398 w 57851"/>
                <a:gd name="connsiteY33" fmla="*/ 42978 h 45664"/>
                <a:gd name="connsiteX34" fmla="*/ 41707 w 57851"/>
                <a:gd name="connsiteY34" fmla="*/ 42978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7851" h="45664">
                  <a:moveTo>
                    <a:pt x="41707" y="45665"/>
                  </a:moveTo>
                  <a:lnTo>
                    <a:pt x="34980" y="42978"/>
                  </a:lnTo>
                  <a:lnTo>
                    <a:pt x="30944" y="41635"/>
                  </a:lnTo>
                  <a:lnTo>
                    <a:pt x="26908" y="32234"/>
                  </a:lnTo>
                  <a:lnTo>
                    <a:pt x="18836" y="28205"/>
                  </a:lnTo>
                  <a:lnTo>
                    <a:pt x="16145" y="30891"/>
                  </a:lnTo>
                  <a:lnTo>
                    <a:pt x="14799" y="37606"/>
                  </a:lnTo>
                  <a:lnTo>
                    <a:pt x="10763" y="37606"/>
                  </a:lnTo>
                  <a:lnTo>
                    <a:pt x="0" y="28205"/>
                  </a:lnTo>
                  <a:lnTo>
                    <a:pt x="5382" y="16117"/>
                  </a:lnTo>
                  <a:lnTo>
                    <a:pt x="10763" y="16117"/>
                  </a:lnTo>
                  <a:lnTo>
                    <a:pt x="12109" y="10745"/>
                  </a:lnTo>
                  <a:lnTo>
                    <a:pt x="16145" y="9401"/>
                  </a:lnTo>
                  <a:lnTo>
                    <a:pt x="18836" y="6715"/>
                  </a:lnTo>
                  <a:lnTo>
                    <a:pt x="22872" y="5372"/>
                  </a:lnTo>
                  <a:lnTo>
                    <a:pt x="25562" y="4029"/>
                  </a:lnTo>
                  <a:lnTo>
                    <a:pt x="28253" y="4029"/>
                  </a:lnTo>
                  <a:lnTo>
                    <a:pt x="32289" y="0"/>
                  </a:lnTo>
                  <a:lnTo>
                    <a:pt x="40361" y="1343"/>
                  </a:lnTo>
                  <a:lnTo>
                    <a:pt x="44398" y="2686"/>
                  </a:lnTo>
                  <a:lnTo>
                    <a:pt x="44398" y="8059"/>
                  </a:lnTo>
                  <a:lnTo>
                    <a:pt x="52470" y="18803"/>
                  </a:lnTo>
                  <a:lnTo>
                    <a:pt x="48434" y="21489"/>
                  </a:lnTo>
                  <a:lnTo>
                    <a:pt x="55161" y="21489"/>
                  </a:lnTo>
                  <a:lnTo>
                    <a:pt x="57851" y="33577"/>
                  </a:lnTo>
                  <a:lnTo>
                    <a:pt x="53815" y="24175"/>
                  </a:lnTo>
                  <a:lnTo>
                    <a:pt x="51125" y="25519"/>
                  </a:lnTo>
                  <a:lnTo>
                    <a:pt x="52470" y="28205"/>
                  </a:lnTo>
                  <a:lnTo>
                    <a:pt x="51125" y="32234"/>
                  </a:lnTo>
                  <a:lnTo>
                    <a:pt x="55161" y="32234"/>
                  </a:lnTo>
                  <a:lnTo>
                    <a:pt x="55161" y="36263"/>
                  </a:lnTo>
                  <a:lnTo>
                    <a:pt x="48434" y="36263"/>
                  </a:lnTo>
                  <a:lnTo>
                    <a:pt x="48434" y="40292"/>
                  </a:lnTo>
                  <a:lnTo>
                    <a:pt x="44398" y="42978"/>
                  </a:lnTo>
                  <a:lnTo>
                    <a:pt x="41707" y="4297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2" name="Freeform 1451">
              <a:extLst>
                <a:ext uri="{FF2B5EF4-FFF2-40B4-BE49-F238E27FC236}">
                  <a16:creationId xmlns:a16="http://schemas.microsoft.com/office/drawing/2014/main" id="{E77EFA38-B273-BF6B-94A8-62288C8FC119}"/>
                </a:ext>
              </a:extLst>
            </p:cNvPr>
            <p:cNvSpPr/>
            <p:nvPr/>
          </p:nvSpPr>
          <p:spPr>
            <a:xfrm>
              <a:off x="7312124" y="2842754"/>
              <a:ext cx="2690" cy="4029"/>
            </a:xfrm>
            <a:custGeom>
              <a:avLst/>
              <a:gdLst>
                <a:gd name="connsiteX0" fmla="*/ 0 w 2690"/>
                <a:gd name="connsiteY0" fmla="*/ 4029 h 4029"/>
                <a:gd name="connsiteX1" fmla="*/ 1345 w 2690"/>
                <a:gd name="connsiteY1" fmla="*/ 0 h 4029"/>
                <a:gd name="connsiteX2" fmla="*/ 2691 w 2690"/>
                <a:gd name="connsiteY2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0" y="4029"/>
                  </a:moveTo>
                  <a:lnTo>
                    <a:pt x="1345" y="0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3" name="Freeform 1452">
              <a:extLst>
                <a:ext uri="{FF2B5EF4-FFF2-40B4-BE49-F238E27FC236}">
                  <a16:creationId xmlns:a16="http://schemas.microsoft.com/office/drawing/2014/main" id="{FA801F85-D155-41FB-86DE-ECB7C941E217}"/>
                </a:ext>
              </a:extLst>
            </p:cNvPr>
            <p:cNvSpPr/>
            <p:nvPr/>
          </p:nvSpPr>
          <p:spPr>
            <a:xfrm>
              <a:off x="7320196" y="2809177"/>
              <a:ext cx="2690" cy="6715"/>
            </a:xfrm>
            <a:custGeom>
              <a:avLst/>
              <a:gdLst>
                <a:gd name="connsiteX0" fmla="*/ 1345 w 2690"/>
                <a:gd name="connsiteY0" fmla="*/ 6715 h 6715"/>
                <a:gd name="connsiteX1" fmla="*/ 0 w 2690"/>
                <a:gd name="connsiteY1" fmla="*/ 4029 h 6715"/>
                <a:gd name="connsiteX2" fmla="*/ 2691 w 2690"/>
                <a:gd name="connsiteY2" fmla="*/ 0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6715">
                  <a:moveTo>
                    <a:pt x="1345" y="6715"/>
                  </a:moveTo>
                  <a:lnTo>
                    <a:pt x="0" y="4029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4" name="Freeform 1453">
              <a:extLst>
                <a:ext uri="{FF2B5EF4-FFF2-40B4-BE49-F238E27FC236}">
                  <a16:creationId xmlns:a16="http://schemas.microsoft.com/office/drawing/2014/main" id="{6E42EAEF-99BC-1664-8E40-F815A3C51C70}"/>
                </a:ext>
              </a:extLst>
            </p:cNvPr>
            <p:cNvSpPr/>
            <p:nvPr/>
          </p:nvSpPr>
          <p:spPr>
            <a:xfrm>
              <a:off x="7305397" y="2821265"/>
              <a:ext cx="5381" cy="6715"/>
            </a:xfrm>
            <a:custGeom>
              <a:avLst/>
              <a:gdLst>
                <a:gd name="connsiteX0" fmla="*/ 5381 w 5381"/>
                <a:gd name="connsiteY0" fmla="*/ 6715 h 6715"/>
                <a:gd name="connsiteX1" fmla="*/ 5381 w 5381"/>
                <a:gd name="connsiteY1" fmla="*/ 0 h 6715"/>
                <a:gd name="connsiteX2" fmla="*/ 1345 w 5381"/>
                <a:gd name="connsiteY2" fmla="*/ 1343 h 6715"/>
                <a:gd name="connsiteX3" fmla="*/ 0 w 5381"/>
                <a:gd name="connsiteY3" fmla="*/ 4029 h 6715"/>
                <a:gd name="connsiteX4" fmla="*/ 5381 w 5381"/>
                <a:gd name="connsiteY4" fmla="*/ 6715 h 6715"/>
                <a:gd name="connsiteX5" fmla="*/ 5381 w 5381"/>
                <a:gd name="connsiteY5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1" h="6715">
                  <a:moveTo>
                    <a:pt x="5381" y="6715"/>
                  </a:moveTo>
                  <a:lnTo>
                    <a:pt x="5381" y="0"/>
                  </a:lnTo>
                  <a:lnTo>
                    <a:pt x="1345" y="1343"/>
                  </a:lnTo>
                  <a:lnTo>
                    <a:pt x="0" y="4029"/>
                  </a:lnTo>
                  <a:cubicBezTo>
                    <a:pt x="1345" y="4029"/>
                    <a:pt x="5381" y="6715"/>
                    <a:pt x="5381" y="6715"/>
                  </a:cubicBezTo>
                  <a:lnTo>
                    <a:pt x="5381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5" name="Freeform 1454">
              <a:extLst>
                <a:ext uri="{FF2B5EF4-FFF2-40B4-BE49-F238E27FC236}">
                  <a16:creationId xmlns:a16="http://schemas.microsoft.com/office/drawing/2014/main" id="{E800FADB-CFF1-98A6-393A-FC3802FF7CEE}"/>
                </a:ext>
              </a:extLst>
            </p:cNvPr>
            <p:cNvSpPr/>
            <p:nvPr/>
          </p:nvSpPr>
          <p:spPr>
            <a:xfrm>
              <a:off x="7313469" y="2814550"/>
              <a:ext cx="4035" cy="9401"/>
            </a:xfrm>
            <a:custGeom>
              <a:avLst/>
              <a:gdLst>
                <a:gd name="connsiteX0" fmla="*/ 2691 w 4035"/>
                <a:gd name="connsiteY0" fmla="*/ 9401 h 9401"/>
                <a:gd name="connsiteX1" fmla="*/ 0 w 4035"/>
                <a:gd name="connsiteY1" fmla="*/ 6715 h 9401"/>
                <a:gd name="connsiteX2" fmla="*/ 1345 w 4035"/>
                <a:gd name="connsiteY2" fmla="*/ 4029 h 9401"/>
                <a:gd name="connsiteX3" fmla="*/ 2691 w 4035"/>
                <a:gd name="connsiteY3" fmla="*/ 0 h 9401"/>
                <a:gd name="connsiteX4" fmla="*/ 4036 w 4035"/>
                <a:gd name="connsiteY4" fmla="*/ 1343 h 9401"/>
                <a:gd name="connsiteX5" fmla="*/ 4036 w 4035"/>
                <a:gd name="connsiteY5" fmla="*/ 8058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9401">
                  <a:moveTo>
                    <a:pt x="2691" y="9401"/>
                  </a:moveTo>
                  <a:lnTo>
                    <a:pt x="0" y="6715"/>
                  </a:lnTo>
                  <a:lnTo>
                    <a:pt x="1345" y="4029"/>
                  </a:lnTo>
                  <a:lnTo>
                    <a:pt x="2691" y="0"/>
                  </a:lnTo>
                  <a:lnTo>
                    <a:pt x="4036" y="1343"/>
                  </a:lnTo>
                  <a:lnTo>
                    <a:pt x="4036" y="805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6" name="Freeform 1455">
              <a:extLst>
                <a:ext uri="{FF2B5EF4-FFF2-40B4-BE49-F238E27FC236}">
                  <a16:creationId xmlns:a16="http://schemas.microsoft.com/office/drawing/2014/main" id="{0CE5DF01-E846-8A21-7318-7D4B0E08966B}"/>
                </a:ext>
              </a:extLst>
            </p:cNvPr>
            <p:cNvSpPr/>
            <p:nvPr/>
          </p:nvSpPr>
          <p:spPr>
            <a:xfrm>
              <a:off x="7304052" y="2826637"/>
              <a:ext cx="14799" cy="13430"/>
            </a:xfrm>
            <a:custGeom>
              <a:avLst/>
              <a:gdLst>
                <a:gd name="connsiteX0" fmla="*/ 9418 w 14799"/>
                <a:gd name="connsiteY0" fmla="*/ 13431 h 13430"/>
                <a:gd name="connsiteX1" fmla="*/ 8072 w 14799"/>
                <a:gd name="connsiteY1" fmla="*/ 8059 h 13430"/>
                <a:gd name="connsiteX2" fmla="*/ 1345 w 14799"/>
                <a:gd name="connsiteY2" fmla="*/ 8059 h 13430"/>
                <a:gd name="connsiteX3" fmla="*/ 0 w 14799"/>
                <a:gd name="connsiteY3" fmla="*/ 5372 h 13430"/>
                <a:gd name="connsiteX4" fmla="*/ 2691 w 14799"/>
                <a:gd name="connsiteY4" fmla="*/ 4029 h 13430"/>
                <a:gd name="connsiteX5" fmla="*/ 8072 w 14799"/>
                <a:gd name="connsiteY5" fmla="*/ 5372 h 13430"/>
                <a:gd name="connsiteX6" fmla="*/ 8072 w 14799"/>
                <a:gd name="connsiteY6" fmla="*/ 2686 h 13430"/>
                <a:gd name="connsiteX7" fmla="*/ 6727 w 14799"/>
                <a:gd name="connsiteY7" fmla="*/ 1343 h 13430"/>
                <a:gd name="connsiteX8" fmla="*/ 8072 w 14799"/>
                <a:gd name="connsiteY8" fmla="*/ 0 h 13430"/>
                <a:gd name="connsiteX9" fmla="*/ 10763 w 14799"/>
                <a:gd name="connsiteY9" fmla="*/ 1343 h 13430"/>
                <a:gd name="connsiteX10" fmla="*/ 14799 w 14799"/>
                <a:gd name="connsiteY10" fmla="*/ 2686 h 13430"/>
                <a:gd name="connsiteX11" fmla="*/ 13454 w 14799"/>
                <a:gd name="connsiteY11" fmla="*/ 4029 h 13430"/>
                <a:gd name="connsiteX12" fmla="*/ 13454 w 14799"/>
                <a:gd name="connsiteY12" fmla="*/ 6715 h 13430"/>
                <a:gd name="connsiteX13" fmla="*/ 10763 w 14799"/>
                <a:gd name="connsiteY13" fmla="*/ 9402 h 13430"/>
                <a:gd name="connsiteX14" fmla="*/ 12108 w 14799"/>
                <a:gd name="connsiteY14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799" h="13430">
                  <a:moveTo>
                    <a:pt x="9418" y="13431"/>
                  </a:moveTo>
                  <a:lnTo>
                    <a:pt x="8072" y="8059"/>
                  </a:lnTo>
                  <a:lnTo>
                    <a:pt x="1345" y="8059"/>
                  </a:lnTo>
                  <a:lnTo>
                    <a:pt x="0" y="5372"/>
                  </a:lnTo>
                  <a:lnTo>
                    <a:pt x="2691" y="4029"/>
                  </a:lnTo>
                  <a:lnTo>
                    <a:pt x="8072" y="5372"/>
                  </a:lnTo>
                  <a:lnTo>
                    <a:pt x="8072" y="2686"/>
                  </a:lnTo>
                  <a:lnTo>
                    <a:pt x="6727" y="1343"/>
                  </a:lnTo>
                  <a:lnTo>
                    <a:pt x="8072" y="0"/>
                  </a:lnTo>
                  <a:lnTo>
                    <a:pt x="10763" y="1343"/>
                  </a:lnTo>
                  <a:lnTo>
                    <a:pt x="14799" y="2686"/>
                  </a:lnTo>
                  <a:lnTo>
                    <a:pt x="13454" y="4029"/>
                  </a:lnTo>
                  <a:lnTo>
                    <a:pt x="13454" y="6715"/>
                  </a:lnTo>
                  <a:lnTo>
                    <a:pt x="10763" y="9402"/>
                  </a:lnTo>
                  <a:lnTo>
                    <a:pt x="12108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7" name="Freeform 1456">
              <a:extLst>
                <a:ext uri="{FF2B5EF4-FFF2-40B4-BE49-F238E27FC236}">
                  <a16:creationId xmlns:a16="http://schemas.microsoft.com/office/drawing/2014/main" id="{C4C0974A-70DB-E1BD-743D-92C6A326D7D0}"/>
                </a:ext>
              </a:extLst>
            </p:cNvPr>
            <p:cNvSpPr/>
            <p:nvPr/>
          </p:nvSpPr>
          <p:spPr>
            <a:xfrm>
              <a:off x="7364594" y="3163750"/>
              <a:ext cx="5381" cy="2686"/>
            </a:xfrm>
            <a:custGeom>
              <a:avLst/>
              <a:gdLst>
                <a:gd name="connsiteX0" fmla="*/ 0 w 5381"/>
                <a:gd name="connsiteY0" fmla="*/ 1343 h 2686"/>
                <a:gd name="connsiteX1" fmla="*/ 2691 w 5381"/>
                <a:gd name="connsiteY1" fmla="*/ 2686 h 2686"/>
                <a:gd name="connsiteX2" fmla="*/ 5381 w 5381"/>
                <a:gd name="connsiteY2" fmla="*/ 1343 h 2686"/>
                <a:gd name="connsiteX3" fmla="*/ 4036 w 5381"/>
                <a:gd name="connsiteY3" fmla="*/ 0 h 2686"/>
                <a:gd name="connsiteX4" fmla="*/ 1345 w 5381"/>
                <a:gd name="connsiteY4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" h="2686">
                  <a:moveTo>
                    <a:pt x="0" y="1343"/>
                  </a:moveTo>
                  <a:lnTo>
                    <a:pt x="2691" y="2686"/>
                  </a:lnTo>
                  <a:lnTo>
                    <a:pt x="5381" y="1343"/>
                  </a:lnTo>
                  <a:lnTo>
                    <a:pt x="4036" y="0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8" name="Freeform 1457">
              <a:extLst>
                <a:ext uri="{FF2B5EF4-FFF2-40B4-BE49-F238E27FC236}">
                  <a16:creationId xmlns:a16="http://schemas.microsoft.com/office/drawing/2014/main" id="{A8DA6065-3557-F836-4E5C-08DCA9252948}"/>
                </a:ext>
              </a:extLst>
            </p:cNvPr>
            <p:cNvSpPr/>
            <p:nvPr/>
          </p:nvSpPr>
          <p:spPr>
            <a:xfrm>
              <a:off x="7310779" y="3190611"/>
              <a:ext cx="12108" cy="6715"/>
            </a:xfrm>
            <a:custGeom>
              <a:avLst/>
              <a:gdLst>
                <a:gd name="connsiteX0" fmla="*/ 0 w 12108"/>
                <a:gd name="connsiteY0" fmla="*/ 4029 h 6715"/>
                <a:gd name="connsiteX1" fmla="*/ 6727 w 12108"/>
                <a:gd name="connsiteY1" fmla="*/ 0 h 6715"/>
                <a:gd name="connsiteX2" fmla="*/ 9418 w 12108"/>
                <a:gd name="connsiteY2" fmla="*/ 1343 h 6715"/>
                <a:gd name="connsiteX3" fmla="*/ 12108 w 12108"/>
                <a:gd name="connsiteY3" fmla="*/ 1343 h 6715"/>
                <a:gd name="connsiteX4" fmla="*/ 10763 w 12108"/>
                <a:gd name="connsiteY4" fmla="*/ 4029 h 6715"/>
                <a:gd name="connsiteX5" fmla="*/ 10763 w 12108"/>
                <a:gd name="connsiteY5" fmla="*/ 6715 h 6715"/>
                <a:gd name="connsiteX6" fmla="*/ 6727 w 12108"/>
                <a:gd name="connsiteY6" fmla="*/ 6715 h 6715"/>
                <a:gd name="connsiteX7" fmla="*/ 2691 w 12108"/>
                <a:gd name="connsiteY7" fmla="*/ 4029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08" h="6715">
                  <a:moveTo>
                    <a:pt x="0" y="4029"/>
                  </a:moveTo>
                  <a:lnTo>
                    <a:pt x="6727" y="0"/>
                  </a:lnTo>
                  <a:lnTo>
                    <a:pt x="9418" y="1343"/>
                  </a:lnTo>
                  <a:lnTo>
                    <a:pt x="12108" y="1343"/>
                  </a:lnTo>
                  <a:lnTo>
                    <a:pt x="10763" y="4029"/>
                  </a:lnTo>
                  <a:lnTo>
                    <a:pt x="10763" y="6715"/>
                  </a:lnTo>
                  <a:lnTo>
                    <a:pt x="6727" y="6715"/>
                  </a:lnTo>
                  <a:lnTo>
                    <a:pt x="2691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9" name="Freeform 1458">
              <a:extLst>
                <a:ext uri="{FF2B5EF4-FFF2-40B4-BE49-F238E27FC236}">
                  <a16:creationId xmlns:a16="http://schemas.microsoft.com/office/drawing/2014/main" id="{F83DFF2D-EF62-C378-0E95-2467615D4BD0}"/>
                </a:ext>
              </a:extLst>
            </p:cNvPr>
            <p:cNvSpPr/>
            <p:nvPr/>
          </p:nvSpPr>
          <p:spPr>
            <a:xfrm>
              <a:off x="7226020" y="3005267"/>
              <a:ext cx="2690" cy="6715"/>
            </a:xfrm>
            <a:custGeom>
              <a:avLst/>
              <a:gdLst>
                <a:gd name="connsiteX0" fmla="*/ 0 w 2690"/>
                <a:gd name="connsiteY0" fmla="*/ 0 h 6715"/>
                <a:gd name="connsiteX1" fmla="*/ 0 w 2690"/>
                <a:gd name="connsiteY1" fmla="*/ 4029 h 6715"/>
                <a:gd name="connsiteX2" fmla="*/ 2691 w 2690"/>
                <a:gd name="connsiteY2" fmla="*/ 6715 h 6715"/>
                <a:gd name="connsiteX3" fmla="*/ 2691 w 2690"/>
                <a:gd name="connsiteY3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6715">
                  <a:moveTo>
                    <a:pt x="0" y="0"/>
                  </a:moveTo>
                  <a:lnTo>
                    <a:pt x="0" y="4029"/>
                  </a:lnTo>
                  <a:lnTo>
                    <a:pt x="2691" y="6715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0" name="Freeform 1459">
              <a:extLst>
                <a:ext uri="{FF2B5EF4-FFF2-40B4-BE49-F238E27FC236}">
                  <a16:creationId xmlns:a16="http://schemas.microsoft.com/office/drawing/2014/main" id="{57BBFDC4-C480-2D5D-440D-B0BBED0246EC}"/>
                </a:ext>
              </a:extLst>
            </p:cNvPr>
            <p:cNvSpPr/>
            <p:nvPr/>
          </p:nvSpPr>
          <p:spPr>
            <a:xfrm>
              <a:off x="7201803" y="2997208"/>
              <a:ext cx="2690" cy="4029"/>
            </a:xfrm>
            <a:custGeom>
              <a:avLst/>
              <a:gdLst>
                <a:gd name="connsiteX0" fmla="*/ 0 w 2690"/>
                <a:gd name="connsiteY0" fmla="*/ 4029 h 4029"/>
                <a:gd name="connsiteX1" fmla="*/ 2691 w 2690"/>
                <a:gd name="connsiteY1" fmla="*/ 0 h 4029"/>
                <a:gd name="connsiteX2" fmla="*/ 2691 w 2690"/>
                <a:gd name="connsiteY2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4029">
                  <a:moveTo>
                    <a:pt x="0" y="4029"/>
                  </a:moveTo>
                  <a:lnTo>
                    <a:pt x="2691" y="0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1" name="Freeform 1460">
              <a:extLst>
                <a:ext uri="{FF2B5EF4-FFF2-40B4-BE49-F238E27FC236}">
                  <a16:creationId xmlns:a16="http://schemas.microsoft.com/office/drawing/2014/main" id="{FC0F90E6-2870-C52C-8A13-CD47A016E3BF}"/>
                </a:ext>
              </a:extLst>
            </p:cNvPr>
            <p:cNvSpPr/>
            <p:nvPr/>
          </p:nvSpPr>
          <p:spPr>
            <a:xfrm>
              <a:off x="7188349" y="2981091"/>
              <a:ext cx="4036" cy="4029"/>
            </a:xfrm>
            <a:custGeom>
              <a:avLst/>
              <a:gdLst>
                <a:gd name="connsiteX0" fmla="*/ 0 w 4036"/>
                <a:gd name="connsiteY0" fmla="*/ 4029 h 4029"/>
                <a:gd name="connsiteX1" fmla="*/ 0 w 4036"/>
                <a:gd name="connsiteY1" fmla="*/ 0 h 4029"/>
                <a:gd name="connsiteX2" fmla="*/ 4036 w 4036"/>
                <a:gd name="connsiteY2" fmla="*/ 1343 h 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6" h="4029">
                  <a:moveTo>
                    <a:pt x="0" y="4029"/>
                  </a:moveTo>
                  <a:lnTo>
                    <a:pt x="0" y="0"/>
                  </a:lnTo>
                  <a:lnTo>
                    <a:pt x="4036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2" name="Freeform 1461">
              <a:extLst>
                <a:ext uri="{FF2B5EF4-FFF2-40B4-BE49-F238E27FC236}">
                  <a16:creationId xmlns:a16="http://schemas.microsoft.com/office/drawing/2014/main" id="{723DFBF5-9209-DEF8-A0AB-6DDF34FCF3BA}"/>
                </a:ext>
              </a:extLst>
            </p:cNvPr>
            <p:cNvSpPr/>
            <p:nvPr/>
          </p:nvSpPr>
          <p:spPr>
            <a:xfrm>
              <a:off x="7193731" y="2974376"/>
              <a:ext cx="5381" cy="5372"/>
            </a:xfrm>
            <a:custGeom>
              <a:avLst/>
              <a:gdLst>
                <a:gd name="connsiteX0" fmla="*/ 0 w 5381"/>
                <a:gd name="connsiteY0" fmla="*/ 5372 h 5372"/>
                <a:gd name="connsiteX1" fmla="*/ 5381 w 5381"/>
                <a:gd name="connsiteY1" fmla="*/ 0 h 5372"/>
                <a:gd name="connsiteX2" fmla="*/ 4036 w 5381"/>
                <a:gd name="connsiteY2" fmla="*/ 4029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" h="5372">
                  <a:moveTo>
                    <a:pt x="0" y="5372"/>
                  </a:moveTo>
                  <a:lnTo>
                    <a:pt x="5381" y="0"/>
                  </a:lnTo>
                  <a:lnTo>
                    <a:pt x="4036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3" name="Freeform 1462">
              <a:extLst>
                <a:ext uri="{FF2B5EF4-FFF2-40B4-BE49-F238E27FC236}">
                  <a16:creationId xmlns:a16="http://schemas.microsoft.com/office/drawing/2014/main" id="{74C888AC-6279-B874-23CF-BCBF7AA2DE7D}"/>
                </a:ext>
              </a:extLst>
            </p:cNvPr>
            <p:cNvSpPr/>
            <p:nvPr/>
          </p:nvSpPr>
          <p:spPr>
            <a:xfrm>
              <a:off x="7204494" y="2967660"/>
              <a:ext cx="2690" cy="2686"/>
            </a:xfrm>
            <a:custGeom>
              <a:avLst/>
              <a:gdLst>
                <a:gd name="connsiteX0" fmla="*/ 0 w 2690"/>
                <a:gd name="connsiteY0" fmla="*/ 2686 h 2686"/>
                <a:gd name="connsiteX1" fmla="*/ 2691 w 2690"/>
                <a:gd name="connsiteY1" fmla="*/ 0 h 2686"/>
                <a:gd name="connsiteX2" fmla="*/ 0 w 2690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0" y="2686"/>
                  </a:moveTo>
                  <a:lnTo>
                    <a:pt x="26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4" name="Freeform 1463">
              <a:extLst>
                <a:ext uri="{FF2B5EF4-FFF2-40B4-BE49-F238E27FC236}">
                  <a16:creationId xmlns:a16="http://schemas.microsoft.com/office/drawing/2014/main" id="{3BF8DD83-5A6A-FE85-6A73-105A1463CB96}"/>
                </a:ext>
              </a:extLst>
            </p:cNvPr>
            <p:cNvSpPr/>
            <p:nvPr/>
          </p:nvSpPr>
          <p:spPr>
            <a:xfrm>
              <a:off x="7200458" y="2962288"/>
              <a:ext cx="2690" cy="5372"/>
            </a:xfrm>
            <a:custGeom>
              <a:avLst/>
              <a:gdLst>
                <a:gd name="connsiteX0" fmla="*/ 0 w 2690"/>
                <a:gd name="connsiteY0" fmla="*/ 1343 h 5372"/>
                <a:gd name="connsiteX1" fmla="*/ 1345 w 2690"/>
                <a:gd name="connsiteY1" fmla="*/ 5372 h 5372"/>
                <a:gd name="connsiteX2" fmla="*/ 2691 w 2690"/>
                <a:gd name="connsiteY2" fmla="*/ 4029 h 5372"/>
                <a:gd name="connsiteX3" fmla="*/ 1345 w 2690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0" h="5372">
                  <a:moveTo>
                    <a:pt x="0" y="1343"/>
                  </a:moveTo>
                  <a:lnTo>
                    <a:pt x="1345" y="5372"/>
                  </a:lnTo>
                  <a:lnTo>
                    <a:pt x="2691" y="4029"/>
                  </a:lnTo>
                  <a:lnTo>
                    <a:pt x="1345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5" name="Freeform 1464">
              <a:extLst>
                <a:ext uri="{FF2B5EF4-FFF2-40B4-BE49-F238E27FC236}">
                  <a16:creationId xmlns:a16="http://schemas.microsoft.com/office/drawing/2014/main" id="{F89DA074-1244-56B1-67B8-601C22818D5E}"/>
                </a:ext>
              </a:extLst>
            </p:cNvPr>
            <p:cNvSpPr/>
            <p:nvPr/>
          </p:nvSpPr>
          <p:spPr>
            <a:xfrm>
              <a:off x="7267727" y="2885733"/>
              <a:ext cx="2690" cy="2686"/>
            </a:xfrm>
            <a:custGeom>
              <a:avLst/>
              <a:gdLst>
                <a:gd name="connsiteX0" fmla="*/ 0 w 2690"/>
                <a:gd name="connsiteY0" fmla="*/ 0 h 2686"/>
                <a:gd name="connsiteX1" fmla="*/ 1345 w 2690"/>
                <a:gd name="connsiteY1" fmla="*/ 2686 h 2686"/>
                <a:gd name="connsiteX2" fmla="*/ 2691 w 2690"/>
                <a:gd name="connsiteY2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" h="2686">
                  <a:moveTo>
                    <a:pt x="0" y="0"/>
                  </a:moveTo>
                  <a:lnTo>
                    <a:pt x="1345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6" name="Freeform 1465">
              <a:extLst>
                <a:ext uri="{FF2B5EF4-FFF2-40B4-BE49-F238E27FC236}">
                  <a16:creationId xmlns:a16="http://schemas.microsoft.com/office/drawing/2014/main" id="{22408F2C-0C5C-F1CC-62C8-F8598853E1B3}"/>
                </a:ext>
              </a:extLst>
            </p:cNvPr>
            <p:cNvSpPr/>
            <p:nvPr/>
          </p:nvSpPr>
          <p:spPr>
            <a:xfrm>
              <a:off x="7262345" y="2888419"/>
              <a:ext cx="10763" cy="8058"/>
            </a:xfrm>
            <a:custGeom>
              <a:avLst/>
              <a:gdLst>
                <a:gd name="connsiteX0" fmla="*/ 0 w 10763"/>
                <a:gd name="connsiteY0" fmla="*/ 0 h 8058"/>
                <a:gd name="connsiteX1" fmla="*/ 4036 w 10763"/>
                <a:gd name="connsiteY1" fmla="*/ 0 h 8058"/>
                <a:gd name="connsiteX2" fmla="*/ 6727 w 10763"/>
                <a:gd name="connsiteY2" fmla="*/ 2686 h 8058"/>
                <a:gd name="connsiteX3" fmla="*/ 4036 w 10763"/>
                <a:gd name="connsiteY3" fmla="*/ 4029 h 8058"/>
                <a:gd name="connsiteX4" fmla="*/ 10763 w 10763"/>
                <a:gd name="connsiteY4" fmla="*/ 4029 h 8058"/>
                <a:gd name="connsiteX5" fmla="*/ 10763 w 10763"/>
                <a:gd name="connsiteY5" fmla="*/ 8058 h 8058"/>
                <a:gd name="connsiteX6" fmla="*/ 8072 w 10763"/>
                <a:gd name="connsiteY6" fmla="*/ 6715 h 8058"/>
                <a:gd name="connsiteX7" fmla="*/ 2691 w 10763"/>
                <a:gd name="connsiteY7" fmla="*/ 6715 h 8058"/>
                <a:gd name="connsiteX8" fmla="*/ 2691 w 10763"/>
                <a:gd name="connsiteY8" fmla="*/ 2686 h 8058"/>
                <a:gd name="connsiteX9" fmla="*/ 1345 w 10763"/>
                <a:gd name="connsiteY9" fmla="*/ 6715 h 8058"/>
                <a:gd name="connsiteX10" fmla="*/ 0 w 10763"/>
                <a:gd name="connsiteY10" fmla="*/ 4029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63" h="8058">
                  <a:moveTo>
                    <a:pt x="0" y="0"/>
                  </a:moveTo>
                  <a:lnTo>
                    <a:pt x="4036" y="0"/>
                  </a:lnTo>
                  <a:lnTo>
                    <a:pt x="6727" y="2686"/>
                  </a:lnTo>
                  <a:lnTo>
                    <a:pt x="4036" y="4029"/>
                  </a:lnTo>
                  <a:lnTo>
                    <a:pt x="10763" y="4029"/>
                  </a:lnTo>
                  <a:lnTo>
                    <a:pt x="10763" y="8058"/>
                  </a:lnTo>
                  <a:lnTo>
                    <a:pt x="8072" y="6715"/>
                  </a:lnTo>
                  <a:lnTo>
                    <a:pt x="2691" y="6715"/>
                  </a:lnTo>
                  <a:lnTo>
                    <a:pt x="2691" y="2686"/>
                  </a:lnTo>
                  <a:lnTo>
                    <a:pt x="1345" y="6715"/>
                  </a:lnTo>
                  <a:lnTo>
                    <a:pt x="0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7" name="Freeform 1466">
              <a:extLst>
                <a:ext uri="{FF2B5EF4-FFF2-40B4-BE49-F238E27FC236}">
                  <a16:creationId xmlns:a16="http://schemas.microsoft.com/office/drawing/2014/main" id="{ABC1398F-89E2-1AB7-F1D8-72CD7FE324E7}"/>
                </a:ext>
              </a:extLst>
            </p:cNvPr>
            <p:cNvSpPr/>
            <p:nvPr/>
          </p:nvSpPr>
          <p:spPr>
            <a:xfrm>
              <a:off x="7261000" y="2896477"/>
              <a:ext cx="4035" cy="5372"/>
            </a:xfrm>
            <a:custGeom>
              <a:avLst/>
              <a:gdLst>
                <a:gd name="connsiteX0" fmla="*/ 0 w 4035"/>
                <a:gd name="connsiteY0" fmla="*/ 0 h 5372"/>
                <a:gd name="connsiteX1" fmla="*/ 4036 w 4035"/>
                <a:gd name="connsiteY1" fmla="*/ 5372 h 5372"/>
                <a:gd name="connsiteX2" fmla="*/ 4036 w 4035"/>
                <a:gd name="connsiteY2" fmla="*/ 2686 h 5372"/>
                <a:gd name="connsiteX3" fmla="*/ 2691 w 4035"/>
                <a:gd name="connsiteY3" fmla="*/ 0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5372">
                  <a:moveTo>
                    <a:pt x="0" y="0"/>
                  </a:moveTo>
                  <a:lnTo>
                    <a:pt x="4036" y="5372"/>
                  </a:lnTo>
                  <a:lnTo>
                    <a:pt x="4036" y="2686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8" name="Freeform 1467">
              <a:extLst>
                <a:ext uri="{FF2B5EF4-FFF2-40B4-BE49-F238E27FC236}">
                  <a16:creationId xmlns:a16="http://schemas.microsoft.com/office/drawing/2014/main" id="{42FAA5B3-896A-3600-69E7-30CCD6706B11}"/>
                </a:ext>
              </a:extLst>
            </p:cNvPr>
            <p:cNvSpPr/>
            <p:nvPr/>
          </p:nvSpPr>
          <p:spPr>
            <a:xfrm>
              <a:off x="7187004" y="2909908"/>
              <a:ext cx="18835" cy="20146"/>
            </a:xfrm>
            <a:custGeom>
              <a:avLst/>
              <a:gdLst>
                <a:gd name="connsiteX0" fmla="*/ 0 w 18835"/>
                <a:gd name="connsiteY0" fmla="*/ 17460 h 20146"/>
                <a:gd name="connsiteX1" fmla="*/ 2691 w 18835"/>
                <a:gd name="connsiteY1" fmla="*/ 16117 h 20146"/>
                <a:gd name="connsiteX2" fmla="*/ 0 w 18835"/>
                <a:gd name="connsiteY2" fmla="*/ 13431 h 20146"/>
                <a:gd name="connsiteX3" fmla="*/ 2691 w 18835"/>
                <a:gd name="connsiteY3" fmla="*/ 9401 h 20146"/>
                <a:gd name="connsiteX4" fmla="*/ 8072 w 18835"/>
                <a:gd name="connsiteY4" fmla="*/ 12088 h 20146"/>
                <a:gd name="connsiteX5" fmla="*/ 6727 w 18835"/>
                <a:gd name="connsiteY5" fmla="*/ 8058 h 20146"/>
                <a:gd name="connsiteX6" fmla="*/ 18835 w 18835"/>
                <a:gd name="connsiteY6" fmla="*/ 0 h 20146"/>
                <a:gd name="connsiteX7" fmla="*/ 18835 w 18835"/>
                <a:gd name="connsiteY7" fmla="*/ 6715 h 20146"/>
                <a:gd name="connsiteX8" fmla="*/ 14799 w 18835"/>
                <a:gd name="connsiteY8" fmla="*/ 10745 h 20146"/>
                <a:gd name="connsiteX9" fmla="*/ 13454 w 18835"/>
                <a:gd name="connsiteY9" fmla="*/ 14774 h 20146"/>
                <a:gd name="connsiteX10" fmla="*/ 14799 w 18835"/>
                <a:gd name="connsiteY10" fmla="*/ 16117 h 20146"/>
                <a:gd name="connsiteX11" fmla="*/ 12108 w 18835"/>
                <a:gd name="connsiteY11" fmla="*/ 20146 h 20146"/>
                <a:gd name="connsiteX12" fmla="*/ 6727 w 18835"/>
                <a:gd name="connsiteY12" fmla="*/ 18803 h 20146"/>
                <a:gd name="connsiteX13" fmla="*/ 2691 w 18835"/>
                <a:gd name="connsiteY13" fmla="*/ 20146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35" h="20146">
                  <a:moveTo>
                    <a:pt x="0" y="17460"/>
                  </a:moveTo>
                  <a:lnTo>
                    <a:pt x="2691" y="16117"/>
                  </a:lnTo>
                  <a:lnTo>
                    <a:pt x="0" y="13431"/>
                  </a:lnTo>
                  <a:lnTo>
                    <a:pt x="2691" y="9401"/>
                  </a:lnTo>
                  <a:lnTo>
                    <a:pt x="8072" y="12088"/>
                  </a:lnTo>
                  <a:lnTo>
                    <a:pt x="6727" y="8058"/>
                  </a:lnTo>
                  <a:lnTo>
                    <a:pt x="18835" y="0"/>
                  </a:lnTo>
                  <a:lnTo>
                    <a:pt x="18835" y="6715"/>
                  </a:lnTo>
                  <a:lnTo>
                    <a:pt x="14799" y="10745"/>
                  </a:lnTo>
                  <a:lnTo>
                    <a:pt x="13454" y="14774"/>
                  </a:lnTo>
                  <a:lnTo>
                    <a:pt x="14799" y="16117"/>
                  </a:lnTo>
                  <a:lnTo>
                    <a:pt x="12108" y="20146"/>
                  </a:lnTo>
                  <a:lnTo>
                    <a:pt x="6727" y="18803"/>
                  </a:lnTo>
                  <a:lnTo>
                    <a:pt x="2691" y="2014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9" name="Freeform 1468">
              <a:extLst>
                <a:ext uri="{FF2B5EF4-FFF2-40B4-BE49-F238E27FC236}">
                  <a16:creationId xmlns:a16="http://schemas.microsoft.com/office/drawing/2014/main" id="{3B279133-9A25-034D-CC55-AF0B7229C8B8}"/>
                </a:ext>
              </a:extLst>
            </p:cNvPr>
            <p:cNvSpPr/>
            <p:nvPr/>
          </p:nvSpPr>
          <p:spPr>
            <a:xfrm>
              <a:off x="7187004" y="2931397"/>
              <a:ext cx="9417" cy="6715"/>
            </a:xfrm>
            <a:custGeom>
              <a:avLst/>
              <a:gdLst>
                <a:gd name="connsiteX0" fmla="*/ 0 w 9417"/>
                <a:gd name="connsiteY0" fmla="*/ 4029 h 6715"/>
                <a:gd name="connsiteX1" fmla="*/ 4036 w 9417"/>
                <a:gd name="connsiteY1" fmla="*/ 6715 h 6715"/>
                <a:gd name="connsiteX2" fmla="*/ 9417 w 9417"/>
                <a:gd name="connsiteY2" fmla="*/ 1343 h 6715"/>
                <a:gd name="connsiteX3" fmla="*/ 5381 w 9417"/>
                <a:gd name="connsiteY3" fmla="*/ 0 h 6715"/>
                <a:gd name="connsiteX4" fmla="*/ 2691 w 9417"/>
                <a:gd name="connsiteY4" fmla="*/ 1343 h 6715"/>
                <a:gd name="connsiteX5" fmla="*/ 2691 w 9417"/>
                <a:gd name="connsiteY5" fmla="*/ 2686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6715">
                  <a:moveTo>
                    <a:pt x="0" y="4029"/>
                  </a:moveTo>
                  <a:lnTo>
                    <a:pt x="4036" y="6715"/>
                  </a:lnTo>
                  <a:lnTo>
                    <a:pt x="9417" y="1343"/>
                  </a:lnTo>
                  <a:lnTo>
                    <a:pt x="5381" y="0"/>
                  </a:lnTo>
                  <a:lnTo>
                    <a:pt x="2691" y="1343"/>
                  </a:lnTo>
                  <a:lnTo>
                    <a:pt x="2691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0" name="Freeform 1469">
              <a:extLst>
                <a:ext uri="{FF2B5EF4-FFF2-40B4-BE49-F238E27FC236}">
                  <a16:creationId xmlns:a16="http://schemas.microsoft.com/office/drawing/2014/main" id="{AF87D90E-91F5-5706-A049-CA8666AF95EE}"/>
                </a:ext>
              </a:extLst>
            </p:cNvPr>
            <p:cNvSpPr/>
            <p:nvPr/>
          </p:nvSpPr>
          <p:spPr>
            <a:xfrm>
              <a:off x="7177586" y="2939456"/>
              <a:ext cx="8072" cy="5372"/>
            </a:xfrm>
            <a:custGeom>
              <a:avLst/>
              <a:gdLst>
                <a:gd name="connsiteX0" fmla="*/ 8072 w 8072"/>
                <a:gd name="connsiteY0" fmla="*/ 4029 h 5372"/>
                <a:gd name="connsiteX1" fmla="*/ 4036 w 8072"/>
                <a:gd name="connsiteY1" fmla="*/ 5372 h 5372"/>
                <a:gd name="connsiteX2" fmla="*/ 0 w 8072"/>
                <a:gd name="connsiteY2" fmla="*/ 1343 h 5372"/>
                <a:gd name="connsiteX3" fmla="*/ 2691 w 8072"/>
                <a:gd name="connsiteY3" fmla="*/ 0 h 5372"/>
                <a:gd name="connsiteX4" fmla="*/ 8072 w 8072"/>
                <a:gd name="connsiteY4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2" h="5372">
                  <a:moveTo>
                    <a:pt x="8072" y="4029"/>
                  </a:moveTo>
                  <a:lnTo>
                    <a:pt x="4036" y="5372"/>
                  </a:lnTo>
                  <a:lnTo>
                    <a:pt x="0" y="1343"/>
                  </a:lnTo>
                  <a:lnTo>
                    <a:pt x="2691" y="0"/>
                  </a:lnTo>
                  <a:lnTo>
                    <a:pt x="8072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1" name="Freeform 1470">
              <a:extLst>
                <a:ext uri="{FF2B5EF4-FFF2-40B4-BE49-F238E27FC236}">
                  <a16:creationId xmlns:a16="http://schemas.microsoft.com/office/drawing/2014/main" id="{761BB8EC-E25F-BEFD-CC77-A9B613FF7BA0}"/>
                </a:ext>
              </a:extLst>
            </p:cNvPr>
            <p:cNvSpPr/>
            <p:nvPr/>
          </p:nvSpPr>
          <p:spPr>
            <a:xfrm>
              <a:off x="7180277" y="2946171"/>
              <a:ext cx="4035" cy="2686"/>
            </a:xfrm>
            <a:custGeom>
              <a:avLst/>
              <a:gdLst>
                <a:gd name="connsiteX0" fmla="*/ 2691 w 4035"/>
                <a:gd name="connsiteY0" fmla="*/ 2686 h 2686"/>
                <a:gd name="connsiteX1" fmla="*/ 0 w 4035"/>
                <a:gd name="connsiteY1" fmla="*/ 2686 h 2686"/>
                <a:gd name="connsiteX2" fmla="*/ 0 w 4035"/>
                <a:gd name="connsiteY2" fmla="*/ 0 h 2686"/>
                <a:gd name="connsiteX3" fmla="*/ 4036 w 4035"/>
                <a:gd name="connsiteY3" fmla="*/ 0 h 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5" h="2686">
                  <a:moveTo>
                    <a:pt x="2691" y="2686"/>
                  </a:moveTo>
                  <a:lnTo>
                    <a:pt x="0" y="2686"/>
                  </a:lnTo>
                  <a:lnTo>
                    <a:pt x="0" y="0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2" name="Freeform 1471">
              <a:extLst>
                <a:ext uri="{FF2B5EF4-FFF2-40B4-BE49-F238E27FC236}">
                  <a16:creationId xmlns:a16="http://schemas.microsoft.com/office/drawing/2014/main" id="{89DD0B8F-4072-CE57-717F-66EDDB714F72}"/>
                </a:ext>
              </a:extLst>
            </p:cNvPr>
            <p:cNvSpPr/>
            <p:nvPr/>
          </p:nvSpPr>
          <p:spPr>
            <a:xfrm>
              <a:off x="7176241" y="2962288"/>
              <a:ext cx="4036" cy="5372"/>
            </a:xfrm>
            <a:custGeom>
              <a:avLst/>
              <a:gdLst>
                <a:gd name="connsiteX0" fmla="*/ 2691 w 4036"/>
                <a:gd name="connsiteY0" fmla="*/ 0 h 5372"/>
                <a:gd name="connsiteX1" fmla="*/ 4036 w 4036"/>
                <a:gd name="connsiteY1" fmla="*/ 2686 h 5372"/>
                <a:gd name="connsiteX2" fmla="*/ 0 w 4036"/>
                <a:gd name="connsiteY2" fmla="*/ 5372 h 5372"/>
                <a:gd name="connsiteX3" fmla="*/ 0 w 4036"/>
                <a:gd name="connsiteY3" fmla="*/ 2686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6" h="5372">
                  <a:moveTo>
                    <a:pt x="2691" y="0"/>
                  </a:moveTo>
                  <a:lnTo>
                    <a:pt x="4036" y="2686"/>
                  </a:lnTo>
                  <a:lnTo>
                    <a:pt x="0" y="5372"/>
                  </a:lnTo>
                  <a:lnTo>
                    <a:pt x="0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3" name="Freeform 1472">
              <a:extLst>
                <a:ext uri="{FF2B5EF4-FFF2-40B4-BE49-F238E27FC236}">
                  <a16:creationId xmlns:a16="http://schemas.microsoft.com/office/drawing/2014/main" id="{375D20FF-496A-90E4-C7D8-3CB9EAC9A406}"/>
                </a:ext>
              </a:extLst>
            </p:cNvPr>
            <p:cNvSpPr/>
            <p:nvPr/>
          </p:nvSpPr>
          <p:spPr>
            <a:xfrm>
              <a:off x="7178932" y="2950200"/>
              <a:ext cx="4035" cy="9401"/>
            </a:xfrm>
            <a:custGeom>
              <a:avLst/>
              <a:gdLst>
                <a:gd name="connsiteX0" fmla="*/ 4036 w 4035"/>
                <a:gd name="connsiteY0" fmla="*/ 9402 h 9401"/>
                <a:gd name="connsiteX1" fmla="*/ 4036 w 4035"/>
                <a:gd name="connsiteY1" fmla="*/ 5372 h 9401"/>
                <a:gd name="connsiteX2" fmla="*/ 4036 w 4035"/>
                <a:gd name="connsiteY2" fmla="*/ 2686 h 9401"/>
                <a:gd name="connsiteX3" fmla="*/ 4036 w 4035"/>
                <a:gd name="connsiteY3" fmla="*/ 0 h 9401"/>
                <a:gd name="connsiteX4" fmla="*/ 1345 w 4035"/>
                <a:gd name="connsiteY4" fmla="*/ 0 h 9401"/>
                <a:gd name="connsiteX5" fmla="*/ 1345 w 4035"/>
                <a:gd name="connsiteY5" fmla="*/ 2686 h 9401"/>
                <a:gd name="connsiteX6" fmla="*/ 0 w 4035"/>
                <a:gd name="connsiteY6" fmla="*/ 6715 h 9401"/>
                <a:gd name="connsiteX7" fmla="*/ 1345 w 4035"/>
                <a:gd name="connsiteY7" fmla="*/ 940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35" h="9401">
                  <a:moveTo>
                    <a:pt x="4036" y="9402"/>
                  </a:moveTo>
                  <a:lnTo>
                    <a:pt x="4036" y="5372"/>
                  </a:lnTo>
                  <a:lnTo>
                    <a:pt x="4036" y="2686"/>
                  </a:lnTo>
                  <a:lnTo>
                    <a:pt x="4036" y="0"/>
                  </a:lnTo>
                  <a:lnTo>
                    <a:pt x="1345" y="0"/>
                  </a:lnTo>
                  <a:lnTo>
                    <a:pt x="1345" y="2686"/>
                  </a:lnTo>
                  <a:lnTo>
                    <a:pt x="0" y="6715"/>
                  </a:lnTo>
                  <a:lnTo>
                    <a:pt x="1345" y="940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4" name="Freeform 1473">
              <a:extLst>
                <a:ext uri="{FF2B5EF4-FFF2-40B4-BE49-F238E27FC236}">
                  <a16:creationId xmlns:a16="http://schemas.microsoft.com/office/drawing/2014/main" id="{30B5DB09-5EAB-F832-E831-83CE933DF4EE}"/>
                </a:ext>
              </a:extLst>
            </p:cNvPr>
            <p:cNvSpPr/>
            <p:nvPr/>
          </p:nvSpPr>
          <p:spPr>
            <a:xfrm>
              <a:off x="7192386" y="2939456"/>
              <a:ext cx="24216" cy="24175"/>
            </a:xfrm>
            <a:custGeom>
              <a:avLst/>
              <a:gdLst>
                <a:gd name="connsiteX0" fmla="*/ 16144 w 24216"/>
                <a:gd name="connsiteY0" fmla="*/ 24175 h 24175"/>
                <a:gd name="connsiteX1" fmla="*/ 16144 w 24216"/>
                <a:gd name="connsiteY1" fmla="*/ 18803 h 24175"/>
                <a:gd name="connsiteX2" fmla="*/ 10763 w 24216"/>
                <a:gd name="connsiteY2" fmla="*/ 20146 h 24175"/>
                <a:gd name="connsiteX3" fmla="*/ 6727 w 24216"/>
                <a:gd name="connsiteY3" fmla="*/ 13431 h 24175"/>
                <a:gd name="connsiteX4" fmla="*/ 6727 w 24216"/>
                <a:gd name="connsiteY4" fmla="*/ 12088 h 24175"/>
                <a:gd name="connsiteX5" fmla="*/ 5381 w 24216"/>
                <a:gd name="connsiteY5" fmla="*/ 10744 h 24175"/>
                <a:gd name="connsiteX6" fmla="*/ 5381 w 24216"/>
                <a:gd name="connsiteY6" fmla="*/ 12088 h 24175"/>
                <a:gd name="connsiteX7" fmla="*/ 0 w 24216"/>
                <a:gd name="connsiteY7" fmla="*/ 9401 h 24175"/>
                <a:gd name="connsiteX8" fmla="*/ 2691 w 24216"/>
                <a:gd name="connsiteY8" fmla="*/ 6715 h 24175"/>
                <a:gd name="connsiteX9" fmla="*/ 4036 w 24216"/>
                <a:gd name="connsiteY9" fmla="*/ 8058 h 24175"/>
                <a:gd name="connsiteX10" fmla="*/ 4036 w 24216"/>
                <a:gd name="connsiteY10" fmla="*/ 4029 h 24175"/>
                <a:gd name="connsiteX11" fmla="*/ 9417 w 24216"/>
                <a:gd name="connsiteY11" fmla="*/ 6715 h 24175"/>
                <a:gd name="connsiteX12" fmla="*/ 9417 w 24216"/>
                <a:gd name="connsiteY12" fmla="*/ 1343 h 24175"/>
                <a:gd name="connsiteX13" fmla="*/ 12108 w 24216"/>
                <a:gd name="connsiteY13" fmla="*/ 0 h 24175"/>
                <a:gd name="connsiteX14" fmla="*/ 13454 w 24216"/>
                <a:gd name="connsiteY14" fmla="*/ 5372 h 24175"/>
                <a:gd name="connsiteX15" fmla="*/ 13454 w 24216"/>
                <a:gd name="connsiteY15" fmla="*/ 13431 h 24175"/>
                <a:gd name="connsiteX16" fmla="*/ 18835 w 24216"/>
                <a:gd name="connsiteY16" fmla="*/ 16117 h 24175"/>
                <a:gd name="connsiteX17" fmla="*/ 21526 w 24216"/>
                <a:gd name="connsiteY17" fmla="*/ 16117 h 24175"/>
                <a:gd name="connsiteX18" fmla="*/ 24217 w 24216"/>
                <a:gd name="connsiteY18" fmla="*/ 17460 h 24175"/>
                <a:gd name="connsiteX19" fmla="*/ 20181 w 24216"/>
                <a:gd name="connsiteY19" fmla="*/ 18803 h 24175"/>
                <a:gd name="connsiteX20" fmla="*/ 18835 w 24216"/>
                <a:gd name="connsiteY20" fmla="*/ 24175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216" h="24175">
                  <a:moveTo>
                    <a:pt x="16144" y="24175"/>
                  </a:moveTo>
                  <a:lnTo>
                    <a:pt x="16144" y="18803"/>
                  </a:lnTo>
                  <a:lnTo>
                    <a:pt x="10763" y="20146"/>
                  </a:lnTo>
                  <a:lnTo>
                    <a:pt x="6727" y="13431"/>
                  </a:lnTo>
                  <a:lnTo>
                    <a:pt x="6727" y="12088"/>
                  </a:lnTo>
                  <a:lnTo>
                    <a:pt x="5381" y="10744"/>
                  </a:lnTo>
                  <a:lnTo>
                    <a:pt x="5381" y="12088"/>
                  </a:lnTo>
                  <a:lnTo>
                    <a:pt x="0" y="9401"/>
                  </a:lnTo>
                  <a:lnTo>
                    <a:pt x="2691" y="6715"/>
                  </a:lnTo>
                  <a:lnTo>
                    <a:pt x="4036" y="8058"/>
                  </a:lnTo>
                  <a:lnTo>
                    <a:pt x="4036" y="4029"/>
                  </a:lnTo>
                  <a:lnTo>
                    <a:pt x="9417" y="6715"/>
                  </a:lnTo>
                  <a:lnTo>
                    <a:pt x="9417" y="1343"/>
                  </a:lnTo>
                  <a:lnTo>
                    <a:pt x="12108" y="0"/>
                  </a:lnTo>
                  <a:lnTo>
                    <a:pt x="13454" y="5372"/>
                  </a:lnTo>
                  <a:lnTo>
                    <a:pt x="13454" y="13431"/>
                  </a:lnTo>
                  <a:lnTo>
                    <a:pt x="18835" y="16117"/>
                  </a:lnTo>
                  <a:lnTo>
                    <a:pt x="21526" y="16117"/>
                  </a:lnTo>
                  <a:lnTo>
                    <a:pt x="24217" y="17460"/>
                  </a:lnTo>
                  <a:lnTo>
                    <a:pt x="20181" y="18803"/>
                  </a:lnTo>
                  <a:lnTo>
                    <a:pt x="18835" y="2417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5" name="Freeform 1474">
              <a:extLst>
                <a:ext uri="{FF2B5EF4-FFF2-40B4-BE49-F238E27FC236}">
                  <a16:creationId xmlns:a16="http://schemas.microsoft.com/office/drawing/2014/main" id="{7D8A4F11-3C1B-96FF-13D2-7C78746A80EC}"/>
                </a:ext>
              </a:extLst>
            </p:cNvPr>
            <p:cNvSpPr/>
            <p:nvPr/>
          </p:nvSpPr>
          <p:spPr>
            <a:xfrm>
              <a:off x="7200458" y="2978405"/>
              <a:ext cx="14798" cy="12087"/>
            </a:xfrm>
            <a:custGeom>
              <a:avLst/>
              <a:gdLst>
                <a:gd name="connsiteX0" fmla="*/ 0 w 14798"/>
                <a:gd name="connsiteY0" fmla="*/ 12088 h 12087"/>
                <a:gd name="connsiteX1" fmla="*/ 9417 w 14798"/>
                <a:gd name="connsiteY1" fmla="*/ 10745 h 12087"/>
                <a:gd name="connsiteX2" fmla="*/ 10763 w 14798"/>
                <a:gd name="connsiteY2" fmla="*/ 12088 h 12087"/>
                <a:gd name="connsiteX3" fmla="*/ 14799 w 14798"/>
                <a:gd name="connsiteY3" fmla="*/ 8059 h 12087"/>
                <a:gd name="connsiteX4" fmla="*/ 13454 w 14798"/>
                <a:gd name="connsiteY4" fmla="*/ 4029 h 12087"/>
                <a:gd name="connsiteX5" fmla="*/ 9417 w 14798"/>
                <a:gd name="connsiteY5" fmla="*/ 4029 h 12087"/>
                <a:gd name="connsiteX6" fmla="*/ 5381 w 14798"/>
                <a:gd name="connsiteY6" fmla="*/ 0 h 12087"/>
                <a:gd name="connsiteX7" fmla="*/ 1345 w 14798"/>
                <a:gd name="connsiteY7" fmla="*/ 2686 h 12087"/>
                <a:gd name="connsiteX8" fmla="*/ 8072 w 14798"/>
                <a:gd name="connsiteY8" fmla="*/ 5372 h 12087"/>
                <a:gd name="connsiteX9" fmla="*/ 4036 w 14798"/>
                <a:gd name="connsiteY9" fmla="*/ 8059 h 12087"/>
                <a:gd name="connsiteX10" fmla="*/ 4036 w 14798"/>
                <a:gd name="connsiteY10" fmla="*/ 9401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98" h="12087">
                  <a:moveTo>
                    <a:pt x="0" y="12088"/>
                  </a:moveTo>
                  <a:lnTo>
                    <a:pt x="9417" y="10745"/>
                  </a:lnTo>
                  <a:lnTo>
                    <a:pt x="10763" y="12088"/>
                  </a:lnTo>
                  <a:lnTo>
                    <a:pt x="14799" y="8059"/>
                  </a:lnTo>
                  <a:lnTo>
                    <a:pt x="13454" y="4029"/>
                  </a:lnTo>
                  <a:lnTo>
                    <a:pt x="9417" y="4029"/>
                  </a:lnTo>
                  <a:lnTo>
                    <a:pt x="5381" y="0"/>
                  </a:lnTo>
                  <a:lnTo>
                    <a:pt x="1345" y="2686"/>
                  </a:lnTo>
                  <a:lnTo>
                    <a:pt x="8072" y="5372"/>
                  </a:lnTo>
                  <a:lnTo>
                    <a:pt x="4036" y="8059"/>
                  </a:lnTo>
                  <a:lnTo>
                    <a:pt x="4036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6" name="Freeform 1475">
              <a:extLst>
                <a:ext uri="{FF2B5EF4-FFF2-40B4-BE49-F238E27FC236}">
                  <a16:creationId xmlns:a16="http://schemas.microsoft.com/office/drawing/2014/main" id="{DF8D7F75-A2A8-26C7-01EC-0EFD1A425E25}"/>
                </a:ext>
              </a:extLst>
            </p:cNvPr>
            <p:cNvSpPr/>
            <p:nvPr/>
          </p:nvSpPr>
          <p:spPr>
            <a:xfrm>
              <a:off x="7205839" y="2995865"/>
              <a:ext cx="9417" cy="13430"/>
            </a:xfrm>
            <a:custGeom>
              <a:avLst/>
              <a:gdLst>
                <a:gd name="connsiteX0" fmla="*/ 2691 w 9417"/>
                <a:gd name="connsiteY0" fmla="*/ 13431 h 13430"/>
                <a:gd name="connsiteX1" fmla="*/ 0 w 9417"/>
                <a:gd name="connsiteY1" fmla="*/ 8058 h 13430"/>
                <a:gd name="connsiteX2" fmla="*/ 9417 w 9417"/>
                <a:gd name="connsiteY2" fmla="*/ 0 h 13430"/>
                <a:gd name="connsiteX3" fmla="*/ 5381 w 9417"/>
                <a:gd name="connsiteY3" fmla="*/ 940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17" h="13430">
                  <a:moveTo>
                    <a:pt x="2691" y="13431"/>
                  </a:moveTo>
                  <a:lnTo>
                    <a:pt x="0" y="8058"/>
                  </a:lnTo>
                  <a:lnTo>
                    <a:pt x="9417" y="0"/>
                  </a:lnTo>
                  <a:lnTo>
                    <a:pt x="5381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7" name="Freeform 1476">
              <a:extLst>
                <a:ext uri="{FF2B5EF4-FFF2-40B4-BE49-F238E27FC236}">
                  <a16:creationId xmlns:a16="http://schemas.microsoft.com/office/drawing/2014/main" id="{BBDD8E16-C9D3-42DB-BBF7-DFA81BB8999D}"/>
                </a:ext>
              </a:extLst>
            </p:cNvPr>
            <p:cNvSpPr/>
            <p:nvPr/>
          </p:nvSpPr>
          <p:spPr>
            <a:xfrm>
              <a:off x="7197767" y="3003923"/>
              <a:ext cx="9417" cy="12087"/>
            </a:xfrm>
            <a:custGeom>
              <a:avLst/>
              <a:gdLst>
                <a:gd name="connsiteX0" fmla="*/ 4036 w 9417"/>
                <a:gd name="connsiteY0" fmla="*/ 12088 h 12087"/>
                <a:gd name="connsiteX1" fmla="*/ 9418 w 9417"/>
                <a:gd name="connsiteY1" fmla="*/ 8059 h 12087"/>
                <a:gd name="connsiteX2" fmla="*/ 6727 w 9417"/>
                <a:gd name="connsiteY2" fmla="*/ 0 h 12087"/>
                <a:gd name="connsiteX3" fmla="*/ 0 w 9417"/>
                <a:gd name="connsiteY3" fmla="*/ 2686 h 12087"/>
                <a:gd name="connsiteX4" fmla="*/ 0 w 9417"/>
                <a:gd name="connsiteY4" fmla="*/ 9402 h 12087"/>
                <a:gd name="connsiteX5" fmla="*/ 4036 w 9417"/>
                <a:gd name="connsiteY5" fmla="*/ 6715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17" h="12087">
                  <a:moveTo>
                    <a:pt x="4036" y="12088"/>
                  </a:moveTo>
                  <a:lnTo>
                    <a:pt x="9418" y="8059"/>
                  </a:lnTo>
                  <a:lnTo>
                    <a:pt x="6727" y="0"/>
                  </a:lnTo>
                  <a:lnTo>
                    <a:pt x="0" y="2686"/>
                  </a:lnTo>
                  <a:lnTo>
                    <a:pt x="0" y="9402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8" name="Freeform 1477">
              <a:extLst>
                <a:ext uri="{FF2B5EF4-FFF2-40B4-BE49-F238E27FC236}">
                  <a16:creationId xmlns:a16="http://schemas.microsoft.com/office/drawing/2014/main" id="{D9D4F2D8-3DD4-93FA-9B0F-83B69F45530E}"/>
                </a:ext>
              </a:extLst>
            </p:cNvPr>
            <p:cNvSpPr/>
            <p:nvPr/>
          </p:nvSpPr>
          <p:spPr>
            <a:xfrm>
              <a:off x="7220639" y="3011982"/>
              <a:ext cx="8071" cy="12087"/>
            </a:xfrm>
            <a:custGeom>
              <a:avLst/>
              <a:gdLst>
                <a:gd name="connsiteX0" fmla="*/ 0 w 8071"/>
                <a:gd name="connsiteY0" fmla="*/ 2686 h 12087"/>
                <a:gd name="connsiteX1" fmla="*/ 1345 w 8071"/>
                <a:gd name="connsiteY1" fmla="*/ 10745 h 12087"/>
                <a:gd name="connsiteX2" fmla="*/ 5381 w 8071"/>
                <a:gd name="connsiteY2" fmla="*/ 12088 h 12087"/>
                <a:gd name="connsiteX3" fmla="*/ 8072 w 8071"/>
                <a:gd name="connsiteY3" fmla="*/ 6715 h 12087"/>
                <a:gd name="connsiteX4" fmla="*/ 4036 w 8071"/>
                <a:gd name="connsiteY4" fmla="*/ 0 h 1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1" h="12087">
                  <a:moveTo>
                    <a:pt x="0" y="2686"/>
                  </a:moveTo>
                  <a:lnTo>
                    <a:pt x="1345" y="10745"/>
                  </a:lnTo>
                  <a:lnTo>
                    <a:pt x="5381" y="12088"/>
                  </a:lnTo>
                  <a:lnTo>
                    <a:pt x="8072" y="6715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9" name="Freeform 1478">
              <a:extLst>
                <a:ext uri="{FF2B5EF4-FFF2-40B4-BE49-F238E27FC236}">
                  <a16:creationId xmlns:a16="http://schemas.microsoft.com/office/drawing/2014/main" id="{9827A18A-99C9-CBD8-AB40-FE75F3993195}"/>
                </a:ext>
              </a:extLst>
            </p:cNvPr>
            <p:cNvSpPr/>
            <p:nvPr/>
          </p:nvSpPr>
          <p:spPr>
            <a:xfrm>
              <a:off x="7238128" y="3095253"/>
              <a:ext cx="13453" cy="9401"/>
            </a:xfrm>
            <a:custGeom>
              <a:avLst/>
              <a:gdLst>
                <a:gd name="connsiteX0" fmla="*/ 0 w 13453"/>
                <a:gd name="connsiteY0" fmla="*/ 5372 h 9401"/>
                <a:gd name="connsiteX1" fmla="*/ 6727 w 13453"/>
                <a:gd name="connsiteY1" fmla="*/ 9401 h 9401"/>
                <a:gd name="connsiteX2" fmla="*/ 13454 w 13453"/>
                <a:gd name="connsiteY2" fmla="*/ 4029 h 9401"/>
                <a:gd name="connsiteX3" fmla="*/ 9418 w 13453"/>
                <a:gd name="connsiteY3" fmla="*/ 4029 h 9401"/>
                <a:gd name="connsiteX4" fmla="*/ 8072 w 13453"/>
                <a:gd name="connsiteY4" fmla="*/ 0 h 9401"/>
                <a:gd name="connsiteX5" fmla="*/ 2691 w 13453"/>
                <a:gd name="connsiteY5" fmla="*/ 1343 h 9401"/>
                <a:gd name="connsiteX6" fmla="*/ 0 w 13453"/>
                <a:gd name="connsiteY6" fmla="*/ 5372 h 9401"/>
                <a:gd name="connsiteX7" fmla="*/ 0 w 13453"/>
                <a:gd name="connsiteY7" fmla="*/ 5372 h 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53" h="9401">
                  <a:moveTo>
                    <a:pt x="0" y="5372"/>
                  </a:moveTo>
                  <a:lnTo>
                    <a:pt x="6727" y="9401"/>
                  </a:lnTo>
                  <a:lnTo>
                    <a:pt x="13454" y="4029"/>
                  </a:lnTo>
                  <a:lnTo>
                    <a:pt x="9418" y="4029"/>
                  </a:lnTo>
                  <a:lnTo>
                    <a:pt x="8072" y="0"/>
                  </a:lnTo>
                  <a:lnTo>
                    <a:pt x="2691" y="1343"/>
                  </a:lnTo>
                  <a:cubicBezTo>
                    <a:pt x="1345" y="0"/>
                    <a:pt x="0" y="4029"/>
                    <a:pt x="0" y="5372"/>
                  </a:cubicBezTo>
                  <a:lnTo>
                    <a:pt x="0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80" name="Freeform 1479">
              <a:extLst>
                <a:ext uri="{FF2B5EF4-FFF2-40B4-BE49-F238E27FC236}">
                  <a16:creationId xmlns:a16="http://schemas.microsoft.com/office/drawing/2014/main" id="{35BC1EC3-1051-6C29-D368-DB7D81641219}"/>
                </a:ext>
              </a:extLst>
            </p:cNvPr>
            <p:cNvSpPr/>
            <p:nvPr/>
          </p:nvSpPr>
          <p:spPr>
            <a:xfrm>
              <a:off x="7232747" y="3058990"/>
              <a:ext cx="10762" cy="13430"/>
            </a:xfrm>
            <a:custGeom>
              <a:avLst/>
              <a:gdLst>
                <a:gd name="connsiteX0" fmla="*/ 0 w 10762"/>
                <a:gd name="connsiteY0" fmla="*/ 13431 h 13430"/>
                <a:gd name="connsiteX1" fmla="*/ 1345 w 10762"/>
                <a:gd name="connsiteY1" fmla="*/ 6715 h 13430"/>
                <a:gd name="connsiteX2" fmla="*/ 10763 w 10762"/>
                <a:gd name="connsiteY2" fmla="*/ 0 h 13430"/>
                <a:gd name="connsiteX3" fmla="*/ 9417 w 10762"/>
                <a:gd name="connsiteY3" fmla="*/ 4029 h 13430"/>
                <a:gd name="connsiteX4" fmla="*/ 10763 w 10762"/>
                <a:gd name="connsiteY4" fmla="*/ 6715 h 13430"/>
                <a:gd name="connsiteX5" fmla="*/ 4036 w 10762"/>
                <a:gd name="connsiteY5" fmla="*/ 13431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2" h="13430">
                  <a:moveTo>
                    <a:pt x="0" y="13431"/>
                  </a:moveTo>
                  <a:lnTo>
                    <a:pt x="1345" y="6715"/>
                  </a:lnTo>
                  <a:lnTo>
                    <a:pt x="10763" y="0"/>
                  </a:lnTo>
                  <a:lnTo>
                    <a:pt x="9417" y="4029"/>
                  </a:lnTo>
                  <a:lnTo>
                    <a:pt x="10763" y="6715"/>
                  </a:lnTo>
                  <a:lnTo>
                    <a:pt x="4036" y="1343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81" name="Freeform 1480">
              <a:extLst>
                <a:ext uri="{FF2B5EF4-FFF2-40B4-BE49-F238E27FC236}">
                  <a16:creationId xmlns:a16="http://schemas.microsoft.com/office/drawing/2014/main" id="{A737CB5F-D80E-4267-A157-42EC0C4CF6E0}"/>
                </a:ext>
              </a:extLst>
            </p:cNvPr>
            <p:cNvSpPr/>
            <p:nvPr/>
          </p:nvSpPr>
          <p:spPr>
            <a:xfrm>
              <a:off x="7203148" y="2905879"/>
              <a:ext cx="182971" cy="314280"/>
            </a:xfrm>
            <a:custGeom>
              <a:avLst/>
              <a:gdLst>
                <a:gd name="connsiteX0" fmla="*/ 20181 w 182971"/>
                <a:gd name="connsiteY0" fmla="*/ 314280 h 314280"/>
                <a:gd name="connsiteX1" fmla="*/ 22872 w 182971"/>
                <a:gd name="connsiteY1" fmla="*/ 311594 h 314280"/>
                <a:gd name="connsiteX2" fmla="*/ 21526 w 182971"/>
                <a:gd name="connsiteY2" fmla="*/ 308908 h 314280"/>
                <a:gd name="connsiteX3" fmla="*/ 24217 w 182971"/>
                <a:gd name="connsiteY3" fmla="*/ 306221 h 314280"/>
                <a:gd name="connsiteX4" fmla="*/ 25562 w 182971"/>
                <a:gd name="connsiteY4" fmla="*/ 307565 h 314280"/>
                <a:gd name="connsiteX5" fmla="*/ 28253 w 182971"/>
                <a:gd name="connsiteY5" fmla="*/ 304879 h 314280"/>
                <a:gd name="connsiteX6" fmla="*/ 30944 w 182971"/>
                <a:gd name="connsiteY6" fmla="*/ 304879 h 314280"/>
                <a:gd name="connsiteX7" fmla="*/ 32289 w 182971"/>
                <a:gd name="connsiteY7" fmla="*/ 300849 h 314280"/>
                <a:gd name="connsiteX8" fmla="*/ 36325 w 182971"/>
                <a:gd name="connsiteY8" fmla="*/ 302192 h 314280"/>
                <a:gd name="connsiteX9" fmla="*/ 40361 w 182971"/>
                <a:gd name="connsiteY9" fmla="*/ 300849 h 314280"/>
                <a:gd name="connsiteX10" fmla="*/ 43052 w 182971"/>
                <a:gd name="connsiteY10" fmla="*/ 300849 h 314280"/>
                <a:gd name="connsiteX11" fmla="*/ 45743 w 182971"/>
                <a:gd name="connsiteY11" fmla="*/ 299506 h 314280"/>
                <a:gd name="connsiteX12" fmla="*/ 48434 w 182971"/>
                <a:gd name="connsiteY12" fmla="*/ 302192 h 314280"/>
                <a:gd name="connsiteX13" fmla="*/ 49779 w 182971"/>
                <a:gd name="connsiteY13" fmla="*/ 302192 h 314280"/>
                <a:gd name="connsiteX14" fmla="*/ 53815 w 182971"/>
                <a:gd name="connsiteY14" fmla="*/ 304879 h 314280"/>
                <a:gd name="connsiteX15" fmla="*/ 57851 w 182971"/>
                <a:gd name="connsiteY15" fmla="*/ 304879 h 314280"/>
                <a:gd name="connsiteX16" fmla="*/ 57851 w 182971"/>
                <a:gd name="connsiteY16" fmla="*/ 302192 h 314280"/>
                <a:gd name="connsiteX17" fmla="*/ 60542 w 182971"/>
                <a:gd name="connsiteY17" fmla="*/ 300849 h 314280"/>
                <a:gd name="connsiteX18" fmla="*/ 61887 w 182971"/>
                <a:gd name="connsiteY18" fmla="*/ 298163 h 314280"/>
                <a:gd name="connsiteX19" fmla="*/ 60542 w 182971"/>
                <a:gd name="connsiteY19" fmla="*/ 294134 h 314280"/>
                <a:gd name="connsiteX20" fmla="*/ 63233 w 182971"/>
                <a:gd name="connsiteY20" fmla="*/ 291448 h 314280"/>
                <a:gd name="connsiteX21" fmla="*/ 65923 w 182971"/>
                <a:gd name="connsiteY21" fmla="*/ 291448 h 314280"/>
                <a:gd name="connsiteX22" fmla="*/ 67269 w 182971"/>
                <a:gd name="connsiteY22" fmla="*/ 288762 h 314280"/>
                <a:gd name="connsiteX23" fmla="*/ 75341 w 182971"/>
                <a:gd name="connsiteY23" fmla="*/ 287418 h 314280"/>
                <a:gd name="connsiteX24" fmla="*/ 80723 w 182971"/>
                <a:gd name="connsiteY24" fmla="*/ 287418 h 314280"/>
                <a:gd name="connsiteX25" fmla="*/ 86104 w 182971"/>
                <a:gd name="connsiteY25" fmla="*/ 291448 h 314280"/>
                <a:gd name="connsiteX26" fmla="*/ 88795 w 182971"/>
                <a:gd name="connsiteY26" fmla="*/ 290105 h 314280"/>
                <a:gd name="connsiteX27" fmla="*/ 94176 w 182971"/>
                <a:gd name="connsiteY27" fmla="*/ 290105 h 314280"/>
                <a:gd name="connsiteX28" fmla="*/ 98213 w 182971"/>
                <a:gd name="connsiteY28" fmla="*/ 291448 h 314280"/>
                <a:gd name="connsiteX29" fmla="*/ 99558 w 182971"/>
                <a:gd name="connsiteY29" fmla="*/ 288762 h 314280"/>
                <a:gd name="connsiteX30" fmla="*/ 104940 w 182971"/>
                <a:gd name="connsiteY30" fmla="*/ 284732 h 314280"/>
                <a:gd name="connsiteX31" fmla="*/ 108976 w 182971"/>
                <a:gd name="connsiteY31" fmla="*/ 286075 h 314280"/>
                <a:gd name="connsiteX32" fmla="*/ 114357 w 182971"/>
                <a:gd name="connsiteY32" fmla="*/ 282046 h 314280"/>
                <a:gd name="connsiteX33" fmla="*/ 118393 w 182971"/>
                <a:gd name="connsiteY33" fmla="*/ 283389 h 314280"/>
                <a:gd name="connsiteX34" fmla="*/ 119738 w 182971"/>
                <a:gd name="connsiteY34" fmla="*/ 283389 h 314280"/>
                <a:gd name="connsiteX35" fmla="*/ 122429 w 182971"/>
                <a:gd name="connsiteY35" fmla="*/ 280703 h 314280"/>
                <a:gd name="connsiteX36" fmla="*/ 123775 w 182971"/>
                <a:gd name="connsiteY36" fmla="*/ 283389 h 314280"/>
                <a:gd name="connsiteX37" fmla="*/ 126465 w 182971"/>
                <a:gd name="connsiteY37" fmla="*/ 284732 h 314280"/>
                <a:gd name="connsiteX38" fmla="*/ 130502 w 182971"/>
                <a:gd name="connsiteY38" fmla="*/ 282046 h 314280"/>
                <a:gd name="connsiteX39" fmla="*/ 138574 w 182971"/>
                <a:gd name="connsiteY39" fmla="*/ 282046 h 314280"/>
                <a:gd name="connsiteX40" fmla="*/ 143955 w 182971"/>
                <a:gd name="connsiteY40" fmla="*/ 282046 h 314280"/>
                <a:gd name="connsiteX41" fmla="*/ 149337 w 182971"/>
                <a:gd name="connsiteY41" fmla="*/ 283389 h 314280"/>
                <a:gd name="connsiteX42" fmla="*/ 152028 w 182971"/>
                <a:gd name="connsiteY42" fmla="*/ 283389 h 314280"/>
                <a:gd name="connsiteX43" fmla="*/ 156064 w 182971"/>
                <a:gd name="connsiteY43" fmla="*/ 280703 h 314280"/>
                <a:gd name="connsiteX44" fmla="*/ 160100 w 182971"/>
                <a:gd name="connsiteY44" fmla="*/ 279360 h 314280"/>
                <a:gd name="connsiteX45" fmla="*/ 164136 w 182971"/>
                <a:gd name="connsiteY45" fmla="*/ 276674 h 314280"/>
                <a:gd name="connsiteX46" fmla="*/ 166827 w 182971"/>
                <a:gd name="connsiteY46" fmla="*/ 275331 h 314280"/>
                <a:gd name="connsiteX47" fmla="*/ 169518 w 182971"/>
                <a:gd name="connsiteY47" fmla="*/ 276674 h 314280"/>
                <a:gd name="connsiteX48" fmla="*/ 168172 w 182971"/>
                <a:gd name="connsiteY48" fmla="*/ 273988 h 314280"/>
                <a:gd name="connsiteX49" fmla="*/ 174899 w 182971"/>
                <a:gd name="connsiteY49" fmla="*/ 269958 h 314280"/>
                <a:gd name="connsiteX50" fmla="*/ 177590 w 182971"/>
                <a:gd name="connsiteY50" fmla="*/ 268616 h 314280"/>
                <a:gd name="connsiteX51" fmla="*/ 178935 w 182971"/>
                <a:gd name="connsiteY51" fmla="*/ 264586 h 314280"/>
                <a:gd name="connsiteX52" fmla="*/ 177590 w 182971"/>
                <a:gd name="connsiteY52" fmla="*/ 261900 h 314280"/>
                <a:gd name="connsiteX53" fmla="*/ 178935 w 182971"/>
                <a:gd name="connsiteY53" fmla="*/ 259214 h 314280"/>
                <a:gd name="connsiteX54" fmla="*/ 172208 w 182971"/>
                <a:gd name="connsiteY54" fmla="*/ 259214 h 314280"/>
                <a:gd name="connsiteX55" fmla="*/ 166827 w 182971"/>
                <a:gd name="connsiteY55" fmla="*/ 261900 h 314280"/>
                <a:gd name="connsiteX56" fmla="*/ 164136 w 182971"/>
                <a:gd name="connsiteY56" fmla="*/ 261900 h 314280"/>
                <a:gd name="connsiteX57" fmla="*/ 160100 w 182971"/>
                <a:gd name="connsiteY57" fmla="*/ 260557 h 314280"/>
                <a:gd name="connsiteX58" fmla="*/ 157409 w 182971"/>
                <a:gd name="connsiteY58" fmla="*/ 259214 h 314280"/>
                <a:gd name="connsiteX59" fmla="*/ 160100 w 182971"/>
                <a:gd name="connsiteY59" fmla="*/ 257871 h 314280"/>
                <a:gd name="connsiteX60" fmla="*/ 161445 w 182971"/>
                <a:gd name="connsiteY60" fmla="*/ 257871 h 314280"/>
                <a:gd name="connsiteX61" fmla="*/ 161445 w 182971"/>
                <a:gd name="connsiteY61" fmla="*/ 256528 h 314280"/>
                <a:gd name="connsiteX62" fmla="*/ 157409 w 182971"/>
                <a:gd name="connsiteY62" fmla="*/ 256528 h 314280"/>
                <a:gd name="connsiteX63" fmla="*/ 153373 w 182971"/>
                <a:gd name="connsiteY63" fmla="*/ 257871 h 314280"/>
                <a:gd name="connsiteX64" fmla="*/ 158755 w 182971"/>
                <a:gd name="connsiteY64" fmla="*/ 253842 h 314280"/>
                <a:gd name="connsiteX65" fmla="*/ 161445 w 182971"/>
                <a:gd name="connsiteY65" fmla="*/ 253842 h 314280"/>
                <a:gd name="connsiteX66" fmla="*/ 165482 w 182971"/>
                <a:gd name="connsiteY66" fmla="*/ 252498 h 314280"/>
                <a:gd name="connsiteX67" fmla="*/ 164136 w 182971"/>
                <a:gd name="connsiteY67" fmla="*/ 248469 h 314280"/>
                <a:gd name="connsiteX68" fmla="*/ 161445 w 182971"/>
                <a:gd name="connsiteY68" fmla="*/ 248469 h 314280"/>
                <a:gd name="connsiteX69" fmla="*/ 164136 w 182971"/>
                <a:gd name="connsiteY69" fmla="*/ 245783 h 314280"/>
                <a:gd name="connsiteX70" fmla="*/ 165482 w 182971"/>
                <a:gd name="connsiteY70" fmla="*/ 244440 h 314280"/>
                <a:gd name="connsiteX71" fmla="*/ 168172 w 182971"/>
                <a:gd name="connsiteY71" fmla="*/ 245783 h 314280"/>
                <a:gd name="connsiteX72" fmla="*/ 172208 w 182971"/>
                <a:gd name="connsiteY72" fmla="*/ 243097 h 314280"/>
                <a:gd name="connsiteX73" fmla="*/ 173554 w 182971"/>
                <a:gd name="connsiteY73" fmla="*/ 241754 h 314280"/>
                <a:gd name="connsiteX74" fmla="*/ 170863 w 182971"/>
                <a:gd name="connsiteY74" fmla="*/ 240411 h 314280"/>
                <a:gd name="connsiteX75" fmla="*/ 172208 w 182971"/>
                <a:gd name="connsiteY75" fmla="*/ 239068 h 314280"/>
                <a:gd name="connsiteX76" fmla="*/ 168172 w 182971"/>
                <a:gd name="connsiteY76" fmla="*/ 239068 h 314280"/>
                <a:gd name="connsiteX77" fmla="*/ 169518 w 182971"/>
                <a:gd name="connsiteY77" fmla="*/ 236382 h 314280"/>
                <a:gd name="connsiteX78" fmla="*/ 173554 w 182971"/>
                <a:gd name="connsiteY78" fmla="*/ 236382 h 314280"/>
                <a:gd name="connsiteX79" fmla="*/ 173554 w 182971"/>
                <a:gd name="connsiteY79" fmla="*/ 239068 h 314280"/>
                <a:gd name="connsiteX80" fmla="*/ 176244 w 182971"/>
                <a:gd name="connsiteY80" fmla="*/ 235039 h 314280"/>
                <a:gd name="connsiteX81" fmla="*/ 178935 w 182971"/>
                <a:gd name="connsiteY81" fmla="*/ 233695 h 314280"/>
                <a:gd name="connsiteX82" fmla="*/ 180280 w 182971"/>
                <a:gd name="connsiteY82" fmla="*/ 225637 h 314280"/>
                <a:gd name="connsiteX83" fmla="*/ 182971 w 182971"/>
                <a:gd name="connsiteY83" fmla="*/ 218921 h 314280"/>
                <a:gd name="connsiteX84" fmla="*/ 180280 w 182971"/>
                <a:gd name="connsiteY84" fmla="*/ 216235 h 314280"/>
                <a:gd name="connsiteX85" fmla="*/ 178935 w 182971"/>
                <a:gd name="connsiteY85" fmla="*/ 209520 h 314280"/>
                <a:gd name="connsiteX86" fmla="*/ 170863 w 182971"/>
                <a:gd name="connsiteY86" fmla="*/ 202805 h 314280"/>
                <a:gd name="connsiteX87" fmla="*/ 158755 w 182971"/>
                <a:gd name="connsiteY87" fmla="*/ 202805 h 314280"/>
                <a:gd name="connsiteX88" fmla="*/ 150682 w 182971"/>
                <a:gd name="connsiteY88" fmla="*/ 202805 h 314280"/>
                <a:gd name="connsiteX89" fmla="*/ 150682 w 182971"/>
                <a:gd name="connsiteY89" fmla="*/ 208177 h 314280"/>
                <a:gd name="connsiteX90" fmla="*/ 149337 w 182971"/>
                <a:gd name="connsiteY90" fmla="*/ 210863 h 314280"/>
                <a:gd name="connsiteX91" fmla="*/ 145301 w 182971"/>
                <a:gd name="connsiteY91" fmla="*/ 206834 h 314280"/>
                <a:gd name="connsiteX92" fmla="*/ 139919 w 182971"/>
                <a:gd name="connsiteY92" fmla="*/ 205491 h 314280"/>
                <a:gd name="connsiteX93" fmla="*/ 147991 w 182971"/>
                <a:gd name="connsiteY93" fmla="*/ 198775 h 314280"/>
                <a:gd name="connsiteX94" fmla="*/ 147991 w 182971"/>
                <a:gd name="connsiteY94" fmla="*/ 193403 h 314280"/>
                <a:gd name="connsiteX95" fmla="*/ 141265 w 182971"/>
                <a:gd name="connsiteY95" fmla="*/ 184002 h 314280"/>
                <a:gd name="connsiteX96" fmla="*/ 138574 w 182971"/>
                <a:gd name="connsiteY96" fmla="*/ 184002 h 314280"/>
                <a:gd name="connsiteX97" fmla="*/ 134538 w 182971"/>
                <a:gd name="connsiteY97" fmla="*/ 181315 h 314280"/>
                <a:gd name="connsiteX98" fmla="*/ 131847 w 182971"/>
                <a:gd name="connsiteY98" fmla="*/ 177286 h 314280"/>
                <a:gd name="connsiteX99" fmla="*/ 129156 w 182971"/>
                <a:gd name="connsiteY99" fmla="*/ 177286 h 314280"/>
                <a:gd name="connsiteX100" fmla="*/ 127811 w 182971"/>
                <a:gd name="connsiteY100" fmla="*/ 178629 h 314280"/>
                <a:gd name="connsiteX101" fmla="*/ 123775 w 182971"/>
                <a:gd name="connsiteY101" fmla="*/ 177286 h 314280"/>
                <a:gd name="connsiteX102" fmla="*/ 122429 w 182971"/>
                <a:gd name="connsiteY102" fmla="*/ 177286 h 314280"/>
                <a:gd name="connsiteX103" fmla="*/ 126465 w 182971"/>
                <a:gd name="connsiteY103" fmla="*/ 175943 h 314280"/>
                <a:gd name="connsiteX104" fmla="*/ 127811 w 182971"/>
                <a:gd name="connsiteY104" fmla="*/ 177286 h 314280"/>
                <a:gd name="connsiteX105" fmla="*/ 131847 w 182971"/>
                <a:gd name="connsiteY105" fmla="*/ 175943 h 314280"/>
                <a:gd name="connsiteX106" fmla="*/ 134538 w 182971"/>
                <a:gd name="connsiteY106" fmla="*/ 177286 h 314280"/>
                <a:gd name="connsiteX107" fmla="*/ 135883 w 182971"/>
                <a:gd name="connsiteY107" fmla="*/ 178629 h 314280"/>
                <a:gd name="connsiteX108" fmla="*/ 138574 w 182971"/>
                <a:gd name="connsiteY108" fmla="*/ 178629 h 314280"/>
                <a:gd name="connsiteX109" fmla="*/ 141265 w 182971"/>
                <a:gd name="connsiteY109" fmla="*/ 178629 h 314280"/>
                <a:gd name="connsiteX110" fmla="*/ 134538 w 182971"/>
                <a:gd name="connsiteY110" fmla="*/ 170571 h 314280"/>
                <a:gd name="connsiteX111" fmla="*/ 131847 w 182971"/>
                <a:gd name="connsiteY111" fmla="*/ 166542 h 314280"/>
                <a:gd name="connsiteX112" fmla="*/ 133192 w 182971"/>
                <a:gd name="connsiteY112" fmla="*/ 163855 h 314280"/>
                <a:gd name="connsiteX113" fmla="*/ 135883 w 182971"/>
                <a:gd name="connsiteY113" fmla="*/ 162512 h 314280"/>
                <a:gd name="connsiteX114" fmla="*/ 131847 w 182971"/>
                <a:gd name="connsiteY114" fmla="*/ 161169 h 314280"/>
                <a:gd name="connsiteX115" fmla="*/ 130502 w 182971"/>
                <a:gd name="connsiteY115" fmla="*/ 158483 h 314280"/>
                <a:gd name="connsiteX116" fmla="*/ 129156 w 182971"/>
                <a:gd name="connsiteY116" fmla="*/ 158483 h 314280"/>
                <a:gd name="connsiteX117" fmla="*/ 125120 w 182971"/>
                <a:gd name="connsiteY117" fmla="*/ 150425 h 314280"/>
                <a:gd name="connsiteX118" fmla="*/ 118393 w 182971"/>
                <a:gd name="connsiteY118" fmla="*/ 147739 h 314280"/>
                <a:gd name="connsiteX119" fmla="*/ 110321 w 182971"/>
                <a:gd name="connsiteY119" fmla="*/ 145052 h 314280"/>
                <a:gd name="connsiteX120" fmla="*/ 110321 w 182971"/>
                <a:gd name="connsiteY120" fmla="*/ 142366 h 314280"/>
                <a:gd name="connsiteX121" fmla="*/ 107630 w 182971"/>
                <a:gd name="connsiteY121" fmla="*/ 141023 h 314280"/>
                <a:gd name="connsiteX122" fmla="*/ 104940 w 182971"/>
                <a:gd name="connsiteY122" fmla="*/ 131621 h 314280"/>
                <a:gd name="connsiteX123" fmla="*/ 102249 w 182971"/>
                <a:gd name="connsiteY123" fmla="*/ 126249 h 314280"/>
                <a:gd name="connsiteX124" fmla="*/ 99558 w 182971"/>
                <a:gd name="connsiteY124" fmla="*/ 114162 h 314280"/>
                <a:gd name="connsiteX125" fmla="*/ 96867 w 182971"/>
                <a:gd name="connsiteY125" fmla="*/ 110132 h 314280"/>
                <a:gd name="connsiteX126" fmla="*/ 94176 w 182971"/>
                <a:gd name="connsiteY126" fmla="*/ 110132 h 314280"/>
                <a:gd name="connsiteX127" fmla="*/ 87449 w 182971"/>
                <a:gd name="connsiteY127" fmla="*/ 99388 h 314280"/>
                <a:gd name="connsiteX128" fmla="*/ 83414 w 182971"/>
                <a:gd name="connsiteY128" fmla="*/ 98045 h 314280"/>
                <a:gd name="connsiteX129" fmla="*/ 79377 w 182971"/>
                <a:gd name="connsiteY129" fmla="*/ 95358 h 314280"/>
                <a:gd name="connsiteX130" fmla="*/ 73996 w 182971"/>
                <a:gd name="connsiteY130" fmla="*/ 94015 h 314280"/>
                <a:gd name="connsiteX131" fmla="*/ 72650 w 182971"/>
                <a:gd name="connsiteY131" fmla="*/ 95358 h 314280"/>
                <a:gd name="connsiteX132" fmla="*/ 67269 w 182971"/>
                <a:gd name="connsiteY132" fmla="*/ 98045 h 314280"/>
                <a:gd name="connsiteX133" fmla="*/ 61887 w 182971"/>
                <a:gd name="connsiteY133" fmla="*/ 96702 h 314280"/>
                <a:gd name="connsiteX134" fmla="*/ 59196 w 182971"/>
                <a:gd name="connsiteY134" fmla="*/ 96702 h 314280"/>
                <a:gd name="connsiteX135" fmla="*/ 53815 w 182971"/>
                <a:gd name="connsiteY135" fmla="*/ 95358 h 314280"/>
                <a:gd name="connsiteX136" fmla="*/ 52470 w 182971"/>
                <a:gd name="connsiteY136" fmla="*/ 92672 h 314280"/>
                <a:gd name="connsiteX137" fmla="*/ 55161 w 182971"/>
                <a:gd name="connsiteY137" fmla="*/ 94015 h 314280"/>
                <a:gd name="connsiteX138" fmla="*/ 61887 w 182971"/>
                <a:gd name="connsiteY138" fmla="*/ 94015 h 314280"/>
                <a:gd name="connsiteX139" fmla="*/ 65923 w 182971"/>
                <a:gd name="connsiteY139" fmla="*/ 92672 h 314280"/>
                <a:gd name="connsiteX140" fmla="*/ 67269 w 182971"/>
                <a:gd name="connsiteY140" fmla="*/ 88643 h 314280"/>
                <a:gd name="connsiteX141" fmla="*/ 72650 w 182971"/>
                <a:gd name="connsiteY141" fmla="*/ 88643 h 314280"/>
                <a:gd name="connsiteX142" fmla="*/ 76687 w 182971"/>
                <a:gd name="connsiteY142" fmla="*/ 85957 h 314280"/>
                <a:gd name="connsiteX143" fmla="*/ 72650 w 182971"/>
                <a:gd name="connsiteY143" fmla="*/ 83271 h 314280"/>
                <a:gd name="connsiteX144" fmla="*/ 72650 w 182971"/>
                <a:gd name="connsiteY144" fmla="*/ 80585 h 314280"/>
                <a:gd name="connsiteX145" fmla="*/ 69960 w 182971"/>
                <a:gd name="connsiteY145" fmla="*/ 79242 h 314280"/>
                <a:gd name="connsiteX146" fmla="*/ 63233 w 182971"/>
                <a:gd name="connsiteY146" fmla="*/ 83271 h 314280"/>
                <a:gd name="connsiteX147" fmla="*/ 63233 w 182971"/>
                <a:gd name="connsiteY147" fmla="*/ 81928 h 314280"/>
                <a:gd name="connsiteX148" fmla="*/ 67269 w 182971"/>
                <a:gd name="connsiteY148" fmla="*/ 77898 h 314280"/>
                <a:gd name="connsiteX149" fmla="*/ 73996 w 182971"/>
                <a:gd name="connsiteY149" fmla="*/ 77898 h 314280"/>
                <a:gd name="connsiteX150" fmla="*/ 76687 w 182971"/>
                <a:gd name="connsiteY150" fmla="*/ 75212 h 314280"/>
                <a:gd name="connsiteX151" fmla="*/ 78032 w 182971"/>
                <a:gd name="connsiteY151" fmla="*/ 72526 h 314280"/>
                <a:gd name="connsiteX152" fmla="*/ 80723 w 182971"/>
                <a:gd name="connsiteY152" fmla="*/ 71183 h 314280"/>
                <a:gd name="connsiteX153" fmla="*/ 83414 w 182971"/>
                <a:gd name="connsiteY153" fmla="*/ 64468 h 314280"/>
                <a:gd name="connsiteX154" fmla="*/ 86104 w 182971"/>
                <a:gd name="connsiteY154" fmla="*/ 60439 h 314280"/>
                <a:gd name="connsiteX155" fmla="*/ 84759 w 182971"/>
                <a:gd name="connsiteY155" fmla="*/ 59095 h 314280"/>
                <a:gd name="connsiteX156" fmla="*/ 87449 w 182971"/>
                <a:gd name="connsiteY156" fmla="*/ 53723 h 314280"/>
                <a:gd name="connsiteX157" fmla="*/ 87449 w 182971"/>
                <a:gd name="connsiteY157" fmla="*/ 52380 h 314280"/>
                <a:gd name="connsiteX158" fmla="*/ 88795 w 182971"/>
                <a:gd name="connsiteY158" fmla="*/ 47008 h 314280"/>
                <a:gd name="connsiteX159" fmla="*/ 92831 w 182971"/>
                <a:gd name="connsiteY159" fmla="*/ 42979 h 314280"/>
                <a:gd name="connsiteX160" fmla="*/ 92831 w 182971"/>
                <a:gd name="connsiteY160" fmla="*/ 38949 h 314280"/>
                <a:gd name="connsiteX161" fmla="*/ 87449 w 182971"/>
                <a:gd name="connsiteY161" fmla="*/ 33577 h 314280"/>
                <a:gd name="connsiteX162" fmla="*/ 86104 w 182971"/>
                <a:gd name="connsiteY162" fmla="*/ 34920 h 314280"/>
                <a:gd name="connsiteX163" fmla="*/ 75341 w 182971"/>
                <a:gd name="connsiteY163" fmla="*/ 34920 h 314280"/>
                <a:gd name="connsiteX164" fmla="*/ 68614 w 182971"/>
                <a:gd name="connsiteY164" fmla="*/ 33577 h 314280"/>
                <a:gd name="connsiteX165" fmla="*/ 67269 w 182971"/>
                <a:gd name="connsiteY165" fmla="*/ 34920 h 314280"/>
                <a:gd name="connsiteX166" fmla="*/ 64578 w 182971"/>
                <a:gd name="connsiteY166" fmla="*/ 34920 h 314280"/>
                <a:gd name="connsiteX167" fmla="*/ 60542 w 182971"/>
                <a:gd name="connsiteY167" fmla="*/ 33577 h 314280"/>
                <a:gd name="connsiteX168" fmla="*/ 57851 w 182971"/>
                <a:gd name="connsiteY168" fmla="*/ 33577 h 314280"/>
                <a:gd name="connsiteX169" fmla="*/ 56506 w 182971"/>
                <a:gd name="connsiteY169" fmla="*/ 34920 h 314280"/>
                <a:gd name="connsiteX170" fmla="*/ 52470 w 182971"/>
                <a:gd name="connsiteY170" fmla="*/ 36263 h 314280"/>
                <a:gd name="connsiteX171" fmla="*/ 48434 w 182971"/>
                <a:gd name="connsiteY171" fmla="*/ 38949 h 314280"/>
                <a:gd name="connsiteX172" fmla="*/ 47088 w 182971"/>
                <a:gd name="connsiteY172" fmla="*/ 38949 h 314280"/>
                <a:gd name="connsiteX173" fmla="*/ 44398 w 182971"/>
                <a:gd name="connsiteY173" fmla="*/ 40292 h 314280"/>
                <a:gd name="connsiteX174" fmla="*/ 43052 w 182971"/>
                <a:gd name="connsiteY174" fmla="*/ 40292 h 314280"/>
                <a:gd name="connsiteX175" fmla="*/ 47088 w 182971"/>
                <a:gd name="connsiteY175" fmla="*/ 36263 h 314280"/>
                <a:gd name="connsiteX176" fmla="*/ 51125 w 182971"/>
                <a:gd name="connsiteY176" fmla="*/ 29548 h 314280"/>
                <a:gd name="connsiteX177" fmla="*/ 48434 w 182971"/>
                <a:gd name="connsiteY177" fmla="*/ 30891 h 314280"/>
                <a:gd name="connsiteX178" fmla="*/ 44398 w 182971"/>
                <a:gd name="connsiteY178" fmla="*/ 29548 h 314280"/>
                <a:gd name="connsiteX179" fmla="*/ 47088 w 182971"/>
                <a:gd name="connsiteY179" fmla="*/ 28205 h 314280"/>
                <a:gd name="connsiteX180" fmla="*/ 47088 w 182971"/>
                <a:gd name="connsiteY180" fmla="*/ 25518 h 314280"/>
                <a:gd name="connsiteX181" fmla="*/ 57851 w 182971"/>
                <a:gd name="connsiteY181" fmla="*/ 17460 h 314280"/>
                <a:gd name="connsiteX182" fmla="*/ 60542 w 182971"/>
                <a:gd name="connsiteY182" fmla="*/ 12088 h 314280"/>
                <a:gd name="connsiteX183" fmla="*/ 64578 w 182971"/>
                <a:gd name="connsiteY183" fmla="*/ 10745 h 314280"/>
                <a:gd name="connsiteX184" fmla="*/ 65923 w 182971"/>
                <a:gd name="connsiteY184" fmla="*/ 6715 h 314280"/>
                <a:gd name="connsiteX185" fmla="*/ 64578 w 182971"/>
                <a:gd name="connsiteY185" fmla="*/ 4029 h 314280"/>
                <a:gd name="connsiteX186" fmla="*/ 65923 w 182971"/>
                <a:gd name="connsiteY186" fmla="*/ 1343 h 314280"/>
                <a:gd name="connsiteX187" fmla="*/ 65923 w 182971"/>
                <a:gd name="connsiteY187" fmla="*/ 0 h 314280"/>
                <a:gd name="connsiteX188" fmla="*/ 60542 w 182971"/>
                <a:gd name="connsiteY188" fmla="*/ 0 h 314280"/>
                <a:gd name="connsiteX189" fmla="*/ 59196 w 182971"/>
                <a:gd name="connsiteY189" fmla="*/ 1343 h 314280"/>
                <a:gd name="connsiteX190" fmla="*/ 55161 w 182971"/>
                <a:gd name="connsiteY190" fmla="*/ 1343 h 314280"/>
                <a:gd name="connsiteX191" fmla="*/ 49779 w 182971"/>
                <a:gd name="connsiteY191" fmla="*/ 2686 h 314280"/>
                <a:gd name="connsiteX192" fmla="*/ 45743 w 182971"/>
                <a:gd name="connsiteY192" fmla="*/ 2686 h 314280"/>
                <a:gd name="connsiteX193" fmla="*/ 41707 w 182971"/>
                <a:gd name="connsiteY193" fmla="*/ 4029 h 314280"/>
                <a:gd name="connsiteX194" fmla="*/ 40361 w 182971"/>
                <a:gd name="connsiteY194" fmla="*/ 4029 h 314280"/>
                <a:gd name="connsiteX195" fmla="*/ 37671 w 182971"/>
                <a:gd name="connsiteY195" fmla="*/ 6715 h 314280"/>
                <a:gd name="connsiteX196" fmla="*/ 37671 w 182971"/>
                <a:gd name="connsiteY196" fmla="*/ 4029 h 314280"/>
                <a:gd name="connsiteX197" fmla="*/ 36325 w 182971"/>
                <a:gd name="connsiteY197" fmla="*/ 2686 h 314280"/>
                <a:gd name="connsiteX198" fmla="*/ 32289 w 182971"/>
                <a:gd name="connsiteY198" fmla="*/ 6715 h 314280"/>
                <a:gd name="connsiteX199" fmla="*/ 33634 w 182971"/>
                <a:gd name="connsiteY199" fmla="*/ 4029 h 314280"/>
                <a:gd name="connsiteX200" fmla="*/ 26908 w 182971"/>
                <a:gd name="connsiteY200" fmla="*/ 1343 h 314280"/>
                <a:gd name="connsiteX201" fmla="*/ 26908 w 182971"/>
                <a:gd name="connsiteY201" fmla="*/ 4029 h 314280"/>
                <a:gd name="connsiteX202" fmla="*/ 24217 w 182971"/>
                <a:gd name="connsiteY202" fmla="*/ 5372 h 314280"/>
                <a:gd name="connsiteX203" fmla="*/ 25562 w 182971"/>
                <a:gd name="connsiteY203" fmla="*/ 9402 h 314280"/>
                <a:gd name="connsiteX204" fmla="*/ 24217 w 182971"/>
                <a:gd name="connsiteY204" fmla="*/ 9402 h 314280"/>
                <a:gd name="connsiteX205" fmla="*/ 24217 w 182971"/>
                <a:gd name="connsiteY205" fmla="*/ 13431 h 314280"/>
                <a:gd name="connsiteX206" fmla="*/ 20181 w 182971"/>
                <a:gd name="connsiteY206" fmla="*/ 14774 h 314280"/>
                <a:gd name="connsiteX207" fmla="*/ 21526 w 182971"/>
                <a:gd name="connsiteY207" fmla="*/ 17460 h 314280"/>
                <a:gd name="connsiteX208" fmla="*/ 20181 w 182971"/>
                <a:gd name="connsiteY208" fmla="*/ 21489 h 314280"/>
                <a:gd name="connsiteX209" fmla="*/ 17490 w 182971"/>
                <a:gd name="connsiteY209" fmla="*/ 21489 h 314280"/>
                <a:gd name="connsiteX210" fmla="*/ 22872 w 182971"/>
                <a:gd name="connsiteY210" fmla="*/ 25518 h 314280"/>
                <a:gd name="connsiteX211" fmla="*/ 25562 w 182971"/>
                <a:gd name="connsiteY211" fmla="*/ 29548 h 314280"/>
                <a:gd name="connsiteX212" fmla="*/ 20181 w 182971"/>
                <a:gd name="connsiteY212" fmla="*/ 26862 h 314280"/>
                <a:gd name="connsiteX213" fmla="*/ 17490 w 182971"/>
                <a:gd name="connsiteY213" fmla="*/ 28205 h 314280"/>
                <a:gd name="connsiteX214" fmla="*/ 14799 w 182971"/>
                <a:gd name="connsiteY214" fmla="*/ 25518 h 314280"/>
                <a:gd name="connsiteX215" fmla="*/ 13454 w 182971"/>
                <a:gd name="connsiteY215" fmla="*/ 26862 h 314280"/>
                <a:gd name="connsiteX216" fmla="*/ 14799 w 182971"/>
                <a:gd name="connsiteY216" fmla="*/ 29548 h 314280"/>
                <a:gd name="connsiteX217" fmla="*/ 13454 w 182971"/>
                <a:gd name="connsiteY217" fmla="*/ 30891 h 314280"/>
                <a:gd name="connsiteX218" fmla="*/ 12108 w 182971"/>
                <a:gd name="connsiteY218" fmla="*/ 28205 h 314280"/>
                <a:gd name="connsiteX219" fmla="*/ 9418 w 182971"/>
                <a:gd name="connsiteY219" fmla="*/ 32234 h 314280"/>
                <a:gd name="connsiteX220" fmla="*/ 12108 w 182971"/>
                <a:gd name="connsiteY220" fmla="*/ 33577 h 314280"/>
                <a:gd name="connsiteX221" fmla="*/ 10763 w 182971"/>
                <a:gd name="connsiteY221" fmla="*/ 36263 h 314280"/>
                <a:gd name="connsiteX222" fmla="*/ 13454 w 182971"/>
                <a:gd name="connsiteY222" fmla="*/ 38949 h 314280"/>
                <a:gd name="connsiteX223" fmla="*/ 16145 w 182971"/>
                <a:gd name="connsiteY223" fmla="*/ 40292 h 314280"/>
                <a:gd name="connsiteX224" fmla="*/ 13454 w 182971"/>
                <a:gd name="connsiteY224" fmla="*/ 40292 h 314280"/>
                <a:gd name="connsiteX225" fmla="*/ 9418 w 182971"/>
                <a:gd name="connsiteY225" fmla="*/ 38949 h 314280"/>
                <a:gd name="connsiteX226" fmla="*/ 10763 w 182971"/>
                <a:gd name="connsiteY226" fmla="*/ 44321 h 314280"/>
                <a:gd name="connsiteX227" fmla="*/ 9418 w 182971"/>
                <a:gd name="connsiteY227" fmla="*/ 47008 h 314280"/>
                <a:gd name="connsiteX228" fmla="*/ 16145 w 182971"/>
                <a:gd name="connsiteY228" fmla="*/ 45665 h 314280"/>
                <a:gd name="connsiteX229" fmla="*/ 12108 w 182971"/>
                <a:gd name="connsiteY229" fmla="*/ 47008 h 314280"/>
                <a:gd name="connsiteX230" fmla="*/ 12108 w 182971"/>
                <a:gd name="connsiteY230" fmla="*/ 48351 h 314280"/>
                <a:gd name="connsiteX231" fmla="*/ 13454 w 182971"/>
                <a:gd name="connsiteY231" fmla="*/ 49694 h 314280"/>
                <a:gd name="connsiteX232" fmla="*/ 17490 w 182971"/>
                <a:gd name="connsiteY232" fmla="*/ 48351 h 314280"/>
                <a:gd name="connsiteX233" fmla="*/ 16145 w 182971"/>
                <a:gd name="connsiteY233" fmla="*/ 49694 h 314280"/>
                <a:gd name="connsiteX234" fmla="*/ 17490 w 182971"/>
                <a:gd name="connsiteY234" fmla="*/ 51037 h 314280"/>
                <a:gd name="connsiteX235" fmla="*/ 14799 w 182971"/>
                <a:gd name="connsiteY235" fmla="*/ 49694 h 314280"/>
                <a:gd name="connsiteX236" fmla="*/ 13454 w 182971"/>
                <a:gd name="connsiteY236" fmla="*/ 51037 h 314280"/>
                <a:gd name="connsiteX237" fmla="*/ 13454 w 182971"/>
                <a:gd name="connsiteY237" fmla="*/ 53723 h 314280"/>
                <a:gd name="connsiteX238" fmla="*/ 14799 w 182971"/>
                <a:gd name="connsiteY238" fmla="*/ 55066 h 314280"/>
                <a:gd name="connsiteX239" fmla="*/ 12108 w 182971"/>
                <a:gd name="connsiteY239" fmla="*/ 55066 h 314280"/>
                <a:gd name="connsiteX240" fmla="*/ 10763 w 182971"/>
                <a:gd name="connsiteY240" fmla="*/ 57752 h 314280"/>
                <a:gd name="connsiteX241" fmla="*/ 13454 w 182971"/>
                <a:gd name="connsiteY241" fmla="*/ 59095 h 314280"/>
                <a:gd name="connsiteX242" fmla="*/ 13454 w 182971"/>
                <a:gd name="connsiteY242" fmla="*/ 60439 h 314280"/>
                <a:gd name="connsiteX243" fmla="*/ 9418 w 182971"/>
                <a:gd name="connsiteY243" fmla="*/ 59095 h 314280"/>
                <a:gd name="connsiteX244" fmla="*/ 8072 w 182971"/>
                <a:gd name="connsiteY244" fmla="*/ 61782 h 314280"/>
                <a:gd name="connsiteX245" fmla="*/ 10763 w 182971"/>
                <a:gd name="connsiteY245" fmla="*/ 63125 h 314280"/>
                <a:gd name="connsiteX246" fmla="*/ 9418 w 182971"/>
                <a:gd name="connsiteY246" fmla="*/ 65811 h 314280"/>
                <a:gd name="connsiteX247" fmla="*/ 6727 w 182971"/>
                <a:gd name="connsiteY247" fmla="*/ 67154 h 314280"/>
                <a:gd name="connsiteX248" fmla="*/ 2691 w 182971"/>
                <a:gd name="connsiteY248" fmla="*/ 67154 h 314280"/>
                <a:gd name="connsiteX249" fmla="*/ 0 w 182971"/>
                <a:gd name="connsiteY249" fmla="*/ 68497 h 314280"/>
                <a:gd name="connsiteX250" fmla="*/ 2691 w 182971"/>
                <a:gd name="connsiteY250" fmla="*/ 69840 h 314280"/>
                <a:gd name="connsiteX251" fmla="*/ 6727 w 182971"/>
                <a:gd name="connsiteY251" fmla="*/ 69840 h 314280"/>
                <a:gd name="connsiteX252" fmla="*/ 8072 w 182971"/>
                <a:gd name="connsiteY252" fmla="*/ 71183 h 314280"/>
                <a:gd name="connsiteX253" fmla="*/ 8072 w 182971"/>
                <a:gd name="connsiteY253" fmla="*/ 71183 h 314280"/>
                <a:gd name="connsiteX254" fmla="*/ 5381 w 182971"/>
                <a:gd name="connsiteY254" fmla="*/ 71183 h 314280"/>
                <a:gd name="connsiteX255" fmla="*/ 9418 w 182971"/>
                <a:gd name="connsiteY255" fmla="*/ 75212 h 314280"/>
                <a:gd name="connsiteX256" fmla="*/ 10763 w 182971"/>
                <a:gd name="connsiteY256" fmla="*/ 75212 h 314280"/>
                <a:gd name="connsiteX257" fmla="*/ 12108 w 182971"/>
                <a:gd name="connsiteY257" fmla="*/ 77898 h 314280"/>
                <a:gd name="connsiteX258" fmla="*/ 22872 w 182971"/>
                <a:gd name="connsiteY258" fmla="*/ 67154 h 314280"/>
                <a:gd name="connsiteX259" fmla="*/ 21526 w 182971"/>
                <a:gd name="connsiteY259" fmla="*/ 69840 h 314280"/>
                <a:gd name="connsiteX260" fmla="*/ 22872 w 182971"/>
                <a:gd name="connsiteY260" fmla="*/ 71183 h 314280"/>
                <a:gd name="connsiteX261" fmla="*/ 20181 w 182971"/>
                <a:gd name="connsiteY261" fmla="*/ 72526 h 314280"/>
                <a:gd name="connsiteX262" fmla="*/ 17490 w 182971"/>
                <a:gd name="connsiteY262" fmla="*/ 77898 h 314280"/>
                <a:gd name="connsiteX263" fmla="*/ 17490 w 182971"/>
                <a:gd name="connsiteY263" fmla="*/ 79242 h 314280"/>
                <a:gd name="connsiteX264" fmla="*/ 14799 w 182971"/>
                <a:gd name="connsiteY264" fmla="*/ 85957 h 314280"/>
                <a:gd name="connsiteX265" fmla="*/ 16145 w 182971"/>
                <a:gd name="connsiteY265" fmla="*/ 85957 h 314280"/>
                <a:gd name="connsiteX266" fmla="*/ 13454 w 182971"/>
                <a:gd name="connsiteY266" fmla="*/ 94015 h 314280"/>
                <a:gd name="connsiteX267" fmla="*/ 13454 w 182971"/>
                <a:gd name="connsiteY267" fmla="*/ 98045 h 314280"/>
                <a:gd name="connsiteX268" fmla="*/ 12108 w 182971"/>
                <a:gd name="connsiteY268" fmla="*/ 102074 h 314280"/>
                <a:gd name="connsiteX269" fmla="*/ 13454 w 182971"/>
                <a:gd name="connsiteY269" fmla="*/ 103417 h 314280"/>
                <a:gd name="connsiteX270" fmla="*/ 14799 w 182971"/>
                <a:gd name="connsiteY270" fmla="*/ 103417 h 314280"/>
                <a:gd name="connsiteX271" fmla="*/ 12108 w 182971"/>
                <a:gd name="connsiteY271" fmla="*/ 108789 h 314280"/>
                <a:gd name="connsiteX272" fmla="*/ 10763 w 182971"/>
                <a:gd name="connsiteY272" fmla="*/ 115505 h 314280"/>
                <a:gd name="connsiteX273" fmla="*/ 8072 w 182971"/>
                <a:gd name="connsiteY273" fmla="*/ 118191 h 314280"/>
                <a:gd name="connsiteX274" fmla="*/ 9418 w 182971"/>
                <a:gd name="connsiteY274" fmla="*/ 119534 h 314280"/>
                <a:gd name="connsiteX275" fmla="*/ 14799 w 182971"/>
                <a:gd name="connsiteY275" fmla="*/ 119534 h 314280"/>
                <a:gd name="connsiteX276" fmla="*/ 13454 w 182971"/>
                <a:gd name="connsiteY276" fmla="*/ 115505 h 314280"/>
                <a:gd name="connsiteX277" fmla="*/ 16145 w 182971"/>
                <a:gd name="connsiteY277" fmla="*/ 110132 h 314280"/>
                <a:gd name="connsiteX278" fmla="*/ 16145 w 182971"/>
                <a:gd name="connsiteY278" fmla="*/ 107446 h 314280"/>
                <a:gd name="connsiteX279" fmla="*/ 18835 w 182971"/>
                <a:gd name="connsiteY279" fmla="*/ 103417 h 314280"/>
                <a:gd name="connsiteX280" fmla="*/ 16145 w 182971"/>
                <a:gd name="connsiteY280" fmla="*/ 94015 h 314280"/>
                <a:gd name="connsiteX281" fmla="*/ 18835 w 182971"/>
                <a:gd name="connsiteY281" fmla="*/ 94015 h 314280"/>
                <a:gd name="connsiteX282" fmla="*/ 25562 w 182971"/>
                <a:gd name="connsiteY282" fmla="*/ 87300 h 314280"/>
                <a:gd name="connsiteX283" fmla="*/ 20181 w 182971"/>
                <a:gd name="connsiteY283" fmla="*/ 94015 h 314280"/>
                <a:gd name="connsiteX284" fmla="*/ 18835 w 182971"/>
                <a:gd name="connsiteY284" fmla="*/ 99388 h 314280"/>
                <a:gd name="connsiteX285" fmla="*/ 21526 w 182971"/>
                <a:gd name="connsiteY285" fmla="*/ 100731 h 314280"/>
                <a:gd name="connsiteX286" fmla="*/ 21526 w 182971"/>
                <a:gd name="connsiteY286" fmla="*/ 98045 h 314280"/>
                <a:gd name="connsiteX287" fmla="*/ 25562 w 182971"/>
                <a:gd name="connsiteY287" fmla="*/ 95358 h 314280"/>
                <a:gd name="connsiteX288" fmla="*/ 26908 w 182971"/>
                <a:gd name="connsiteY288" fmla="*/ 99388 h 314280"/>
                <a:gd name="connsiteX289" fmla="*/ 29598 w 182971"/>
                <a:gd name="connsiteY289" fmla="*/ 94015 h 314280"/>
                <a:gd name="connsiteX290" fmla="*/ 28253 w 182971"/>
                <a:gd name="connsiteY290" fmla="*/ 89986 h 314280"/>
                <a:gd name="connsiteX291" fmla="*/ 30944 w 182971"/>
                <a:gd name="connsiteY291" fmla="*/ 88643 h 314280"/>
                <a:gd name="connsiteX292" fmla="*/ 29598 w 182971"/>
                <a:gd name="connsiteY292" fmla="*/ 94015 h 314280"/>
                <a:gd name="connsiteX293" fmla="*/ 34980 w 182971"/>
                <a:gd name="connsiteY293" fmla="*/ 98045 h 314280"/>
                <a:gd name="connsiteX294" fmla="*/ 30944 w 182971"/>
                <a:gd name="connsiteY294" fmla="*/ 96702 h 314280"/>
                <a:gd name="connsiteX295" fmla="*/ 28253 w 182971"/>
                <a:gd name="connsiteY295" fmla="*/ 103417 h 314280"/>
                <a:gd name="connsiteX296" fmla="*/ 29598 w 182971"/>
                <a:gd name="connsiteY296" fmla="*/ 108789 h 314280"/>
                <a:gd name="connsiteX297" fmla="*/ 32289 w 182971"/>
                <a:gd name="connsiteY297" fmla="*/ 110132 h 314280"/>
                <a:gd name="connsiteX298" fmla="*/ 34980 w 182971"/>
                <a:gd name="connsiteY298" fmla="*/ 114162 h 314280"/>
                <a:gd name="connsiteX299" fmla="*/ 29598 w 182971"/>
                <a:gd name="connsiteY299" fmla="*/ 118191 h 314280"/>
                <a:gd name="connsiteX300" fmla="*/ 25562 w 182971"/>
                <a:gd name="connsiteY300" fmla="*/ 128935 h 314280"/>
                <a:gd name="connsiteX301" fmla="*/ 26908 w 182971"/>
                <a:gd name="connsiteY301" fmla="*/ 134308 h 314280"/>
                <a:gd name="connsiteX302" fmla="*/ 22872 w 182971"/>
                <a:gd name="connsiteY302" fmla="*/ 131621 h 314280"/>
                <a:gd name="connsiteX303" fmla="*/ 22872 w 182971"/>
                <a:gd name="connsiteY303" fmla="*/ 136994 h 314280"/>
                <a:gd name="connsiteX304" fmla="*/ 28253 w 182971"/>
                <a:gd name="connsiteY304" fmla="*/ 145052 h 314280"/>
                <a:gd name="connsiteX305" fmla="*/ 26908 w 182971"/>
                <a:gd name="connsiteY305" fmla="*/ 138337 h 314280"/>
                <a:gd name="connsiteX306" fmla="*/ 30944 w 182971"/>
                <a:gd name="connsiteY306" fmla="*/ 136994 h 314280"/>
                <a:gd name="connsiteX307" fmla="*/ 39016 w 182971"/>
                <a:gd name="connsiteY307" fmla="*/ 143709 h 314280"/>
                <a:gd name="connsiteX308" fmla="*/ 40361 w 182971"/>
                <a:gd name="connsiteY308" fmla="*/ 138337 h 314280"/>
                <a:gd name="connsiteX309" fmla="*/ 36325 w 182971"/>
                <a:gd name="connsiteY309" fmla="*/ 135651 h 314280"/>
                <a:gd name="connsiteX310" fmla="*/ 39016 w 182971"/>
                <a:gd name="connsiteY310" fmla="*/ 134308 h 314280"/>
                <a:gd name="connsiteX311" fmla="*/ 45743 w 182971"/>
                <a:gd name="connsiteY311" fmla="*/ 139680 h 314280"/>
                <a:gd name="connsiteX312" fmla="*/ 51125 w 182971"/>
                <a:gd name="connsiteY312" fmla="*/ 138337 h 314280"/>
                <a:gd name="connsiteX313" fmla="*/ 51125 w 182971"/>
                <a:gd name="connsiteY313" fmla="*/ 136994 h 314280"/>
                <a:gd name="connsiteX314" fmla="*/ 55161 w 182971"/>
                <a:gd name="connsiteY314" fmla="*/ 136994 h 314280"/>
                <a:gd name="connsiteX315" fmla="*/ 56506 w 182971"/>
                <a:gd name="connsiteY315" fmla="*/ 131621 h 314280"/>
                <a:gd name="connsiteX316" fmla="*/ 69960 w 182971"/>
                <a:gd name="connsiteY316" fmla="*/ 132965 h 314280"/>
                <a:gd name="connsiteX317" fmla="*/ 61887 w 182971"/>
                <a:gd name="connsiteY317" fmla="*/ 134308 h 314280"/>
                <a:gd name="connsiteX318" fmla="*/ 56506 w 182971"/>
                <a:gd name="connsiteY318" fmla="*/ 149082 h 314280"/>
                <a:gd name="connsiteX319" fmla="*/ 61887 w 182971"/>
                <a:gd name="connsiteY319" fmla="*/ 161169 h 314280"/>
                <a:gd name="connsiteX320" fmla="*/ 65923 w 182971"/>
                <a:gd name="connsiteY320" fmla="*/ 158483 h 314280"/>
                <a:gd name="connsiteX321" fmla="*/ 65923 w 182971"/>
                <a:gd name="connsiteY321" fmla="*/ 165198 h 314280"/>
                <a:gd name="connsiteX322" fmla="*/ 69960 w 182971"/>
                <a:gd name="connsiteY322" fmla="*/ 159826 h 314280"/>
                <a:gd name="connsiteX323" fmla="*/ 75341 w 182971"/>
                <a:gd name="connsiteY323" fmla="*/ 161169 h 314280"/>
                <a:gd name="connsiteX324" fmla="*/ 72650 w 182971"/>
                <a:gd name="connsiteY324" fmla="*/ 166542 h 314280"/>
                <a:gd name="connsiteX325" fmla="*/ 75341 w 182971"/>
                <a:gd name="connsiteY325" fmla="*/ 167885 h 314280"/>
                <a:gd name="connsiteX326" fmla="*/ 69960 w 182971"/>
                <a:gd name="connsiteY326" fmla="*/ 171914 h 314280"/>
                <a:gd name="connsiteX327" fmla="*/ 71305 w 182971"/>
                <a:gd name="connsiteY327" fmla="*/ 178629 h 314280"/>
                <a:gd name="connsiteX328" fmla="*/ 68614 w 182971"/>
                <a:gd name="connsiteY328" fmla="*/ 184002 h 314280"/>
                <a:gd name="connsiteX329" fmla="*/ 71305 w 182971"/>
                <a:gd name="connsiteY329" fmla="*/ 188031 h 314280"/>
                <a:gd name="connsiteX330" fmla="*/ 75341 w 182971"/>
                <a:gd name="connsiteY330" fmla="*/ 192060 h 314280"/>
                <a:gd name="connsiteX331" fmla="*/ 78032 w 182971"/>
                <a:gd name="connsiteY331" fmla="*/ 192060 h 314280"/>
                <a:gd name="connsiteX332" fmla="*/ 76687 w 182971"/>
                <a:gd name="connsiteY332" fmla="*/ 193403 h 314280"/>
                <a:gd name="connsiteX333" fmla="*/ 72650 w 182971"/>
                <a:gd name="connsiteY333" fmla="*/ 193403 h 314280"/>
                <a:gd name="connsiteX334" fmla="*/ 69960 w 182971"/>
                <a:gd name="connsiteY334" fmla="*/ 189374 h 314280"/>
                <a:gd name="connsiteX335" fmla="*/ 67269 w 182971"/>
                <a:gd name="connsiteY335" fmla="*/ 190717 h 314280"/>
                <a:gd name="connsiteX336" fmla="*/ 68614 w 182971"/>
                <a:gd name="connsiteY336" fmla="*/ 194746 h 314280"/>
                <a:gd name="connsiteX337" fmla="*/ 71305 w 182971"/>
                <a:gd name="connsiteY337" fmla="*/ 196089 h 314280"/>
                <a:gd name="connsiteX338" fmla="*/ 68614 w 182971"/>
                <a:gd name="connsiteY338" fmla="*/ 194746 h 314280"/>
                <a:gd name="connsiteX339" fmla="*/ 64578 w 182971"/>
                <a:gd name="connsiteY339" fmla="*/ 192060 h 314280"/>
                <a:gd name="connsiteX340" fmla="*/ 56506 w 182971"/>
                <a:gd name="connsiteY340" fmla="*/ 194746 h 314280"/>
                <a:gd name="connsiteX341" fmla="*/ 52470 w 182971"/>
                <a:gd name="connsiteY341" fmla="*/ 194746 h 314280"/>
                <a:gd name="connsiteX342" fmla="*/ 44398 w 182971"/>
                <a:gd name="connsiteY342" fmla="*/ 198775 h 314280"/>
                <a:gd name="connsiteX343" fmla="*/ 40361 w 182971"/>
                <a:gd name="connsiteY343" fmla="*/ 204148 h 314280"/>
                <a:gd name="connsiteX344" fmla="*/ 33634 w 182971"/>
                <a:gd name="connsiteY344" fmla="*/ 208177 h 314280"/>
                <a:gd name="connsiteX345" fmla="*/ 30944 w 182971"/>
                <a:gd name="connsiteY345" fmla="*/ 212206 h 314280"/>
                <a:gd name="connsiteX346" fmla="*/ 34980 w 182971"/>
                <a:gd name="connsiteY346" fmla="*/ 212206 h 314280"/>
                <a:gd name="connsiteX347" fmla="*/ 36325 w 182971"/>
                <a:gd name="connsiteY347" fmla="*/ 212206 h 314280"/>
                <a:gd name="connsiteX348" fmla="*/ 37671 w 182971"/>
                <a:gd name="connsiteY348" fmla="*/ 209520 h 314280"/>
                <a:gd name="connsiteX349" fmla="*/ 45743 w 182971"/>
                <a:gd name="connsiteY349" fmla="*/ 208177 h 314280"/>
                <a:gd name="connsiteX350" fmla="*/ 45743 w 182971"/>
                <a:gd name="connsiteY350" fmla="*/ 212206 h 314280"/>
                <a:gd name="connsiteX351" fmla="*/ 48434 w 182971"/>
                <a:gd name="connsiteY351" fmla="*/ 214892 h 314280"/>
                <a:gd name="connsiteX352" fmla="*/ 44398 w 182971"/>
                <a:gd name="connsiteY352" fmla="*/ 217579 h 314280"/>
                <a:gd name="connsiteX353" fmla="*/ 47088 w 182971"/>
                <a:gd name="connsiteY353" fmla="*/ 221608 h 314280"/>
                <a:gd name="connsiteX354" fmla="*/ 48434 w 182971"/>
                <a:gd name="connsiteY354" fmla="*/ 221608 h 314280"/>
                <a:gd name="connsiteX355" fmla="*/ 43052 w 182971"/>
                <a:gd name="connsiteY355" fmla="*/ 232352 h 314280"/>
                <a:gd name="connsiteX356" fmla="*/ 39016 w 182971"/>
                <a:gd name="connsiteY356" fmla="*/ 233695 h 314280"/>
                <a:gd name="connsiteX357" fmla="*/ 34980 w 182971"/>
                <a:gd name="connsiteY357" fmla="*/ 237725 h 314280"/>
                <a:gd name="connsiteX358" fmla="*/ 33634 w 182971"/>
                <a:gd name="connsiteY358" fmla="*/ 237725 h 314280"/>
                <a:gd name="connsiteX359" fmla="*/ 28253 w 182971"/>
                <a:gd name="connsiteY359" fmla="*/ 240411 h 314280"/>
                <a:gd name="connsiteX360" fmla="*/ 24217 w 182971"/>
                <a:gd name="connsiteY360" fmla="*/ 240411 h 314280"/>
                <a:gd name="connsiteX361" fmla="*/ 17490 w 182971"/>
                <a:gd name="connsiteY361" fmla="*/ 244440 h 314280"/>
                <a:gd name="connsiteX362" fmla="*/ 22872 w 182971"/>
                <a:gd name="connsiteY362" fmla="*/ 245783 h 314280"/>
                <a:gd name="connsiteX363" fmla="*/ 22872 w 182971"/>
                <a:gd name="connsiteY363" fmla="*/ 248469 h 314280"/>
                <a:gd name="connsiteX364" fmla="*/ 18835 w 182971"/>
                <a:gd name="connsiteY364" fmla="*/ 251155 h 314280"/>
                <a:gd name="connsiteX365" fmla="*/ 25562 w 182971"/>
                <a:gd name="connsiteY365" fmla="*/ 251155 h 314280"/>
                <a:gd name="connsiteX366" fmla="*/ 24217 w 182971"/>
                <a:gd name="connsiteY366" fmla="*/ 252498 h 314280"/>
                <a:gd name="connsiteX367" fmla="*/ 26908 w 182971"/>
                <a:gd name="connsiteY367" fmla="*/ 255185 h 314280"/>
                <a:gd name="connsiteX368" fmla="*/ 29598 w 182971"/>
                <a:gd name="connsiteY368" fmla="*/ 253842 h 314280"/>
                <a:gd name="connsiteX369" fmla="*/ 33634 w 182971"/>
                <a:gd name="connsiteY369" fmla="*/ 251155 h 314280"/>
                <a:gd name="connsiteX370" fmla="*/ 40361 w 182971"/>
                <a:gd name="connsiteY370" fmla="*/ 248469 h 314280"/>
                <a:gd name="connsiteX371" fmla="*/ 41707 w 182971"/>
                <a:gd name="connsiteY371" fmla="*/ 252498 h 314280"/>
                <a:gd name="connsiteX372" fmla="*/ 47088 w 182971"/>
                <a:gd name="connsiteY372" fmla="*/ 252498 h 314280"/>
                <a:gd name="connsiteX373" fmla="*/ 41707 w 182971"/>
                <a:gd name="connsiteY373" fmla="*/ 253842 h 314280"/>
                <a:gd name="connsiteX374" fmla="*/ 41707 w 182971"/>
                <a:gd name="connsiteY374" fmla="*/ 256528 h 314280"/>
                <a:gd name="connsiteX375" fmla="*/ 49779 w 182971"/>
                <a:gd name="connsiteY375" fmla="*/ 256528 h 314280"/>
                <a:gd name="connsiteX376" fmla="*/ 49779 w 182971"/>
                <a:gd name="connsiteY376" fmla="*/ 255185 h 314280"/>
                <a:gd name="connsiteX377" fmla="*/ 52470 w 182971"/>
                <a:gd name="connsiteY377" fmla="*/ 255185 h 314280"/>
                <a:gd name="connsiteX378" fmla="*/ 56506 w 182971"/>
                <a:gd name="connsiteY378" fmla="*/ 259214 h 314280"/>
                <a:gd name="connsiteX379" fmla="*/ 60542 w 182971"/>
                <a:gd name="connsiteY379" fmla="*/ 263243 h 314280"/>
                <a:gd name="connsiteX380" fmla="*/ 68614 w 182971"/>
                <a:gd name="connsiteY380" fmla="*/ 263243 h 314280"/>
                <a:gd name="connsiteX381" fmla="*/ 69960 w 182971"/>
                <a:gd name="connsiteY381" fmla="*/ 259214 h 314280"/>
                <a:gd name="connsiteX382" fmla="*/ 73996 w 182971"/>
                <a:gd name="connsiteY382" fmla="*/ 257871 h 314280"/>
                <a:gd name="connsiteX383" fmla="*/ 79377 w 182971"/>
                <a:gd name="connsiteY383" fmla="*/ 255185 h 314280"/>
                <a:gd name="connsiteX384" fmla="*/ 82068 w 182971"/>
                <a:gd name="connsiteY384" fmla="*/ 252498 h 314280"/>
                <a:gd name="connsiteX385" fmla="*/ 86104 w 182971"/>
                <a:gd name="connsiteY385" fmla="*/ 251155 h 314280"/>
                <a:gd name="connsiteX386" fmla="*/ 79377 w 182971"/>
                <a:gd name="connsiteY386" fmla="*/ 257871 h 314280"/>
                <a:gd name="connsiteX387" fmla="*/ 73996 w 182971"/>
                <a:gd name="connsiteY387" fmla="*/ 263243 h 314280"/>
                <a:gd name="connsiteX388" fmla="*/ 73996 w 182971"/>
                <a:gd name="connsiteY388" fmla="*/ 271302 h 314280"/>
                <a:gd name="connsiteX389" fmla="*/ 68614 w 182971"/>
                <a:gd name="connsiteY389" fmla="*/ 269958 h 314280"/>
                <a:gd name="connsiteX390" fmla="*/ 65923 w 182971"/>
                <a:gd name="connsiteY390" fmla="*/ 271302 h 314280"/>
                <a:gd name="connsiteX391" fmla="*/ 61887 w 182971"/>
                <a:gd name="connsiteY391" fmla="*/ 269958 h 314280"/>
                <a:gd name="connsiteX392" fmla="*/ 51125 w 182971"/>
                <a:gd name="connsiteY392" fmla="*/ 268616 h 314280"/>
                <a:gd name="connsiteX393" fmla="*/ 43052 w 182971"/>
                <a:gd name="connsiteY393" fmla="*/ 269958 h 314280"/>
                <a:gd name="connsiteX394" fmla="*/ 43052 w 182971"/>
                <a:gd name="connsiteY394" fmla="*/ 273988 h 314280"/>
                <a:gd name="connsiteX395" fmla="*/ 40361 w 182971"/>
                <a:gd name="connsiteY395" fmla="*/ 278017 h 314280"/>
                <a:gd name="connsiteX396" fmla="*/ 36325 w 182971"/>
                <a:gd name="connsiteY396" fmla="*/ 278017 h 314280"/>
                <a:gd name="connsiteX397" fmla="*/ 34980 w 182971"/>
                <a:gd name="connsiteY397" fmla="*/ 286075 h 314280"/>
                <a:gd name="connsiteX398" fmla="*/ 30944 w 182971"/>
                <a:gd name="connsiteY398" fmla="*/ 290105 h 314280"/>
                <a:gd name="connsiteX399" fmla="*/ 29598 w 182971"/>
                <a:gd name="connsiteY399" fmla="*/ 292791 h 314280"/>
                <a:gd name="connsiteX400" fmla="*/ 25562 w 182971"/>
                <a:gd name="connsiteY400" fmla="*/ 294134 h 314280"/>
                <a:gd name="connsiteX401" fmla="*/ 22872 w 182971"/>
                <a:gd name="connsiteY401" fmla="*/ 299506 h 314280"/>
                <a:gd name="connsiteX402" fmla="*/ 21526 w 182971"/>
                <a:gd name="connsiteY402" fmla="*/ 299506 h 314280"/>
                <a:gd name="connsiteX403" fmla="*/ 20181 w 182971"/>
                <a:gd name="connsiteY403" fmla="*/ 302192 h 314280"/>
                <a:gd name="connsiteX404" fmla="*/ 14799 w 182971"/>
                <a:gd name="connsiteY404" fmla="*/ 306221 h 314280"/>
                <a:gd name="connsiteX405" fmla="*/ 12108 w 182971"/>
                <a:gd name="connsiteY405" fmla="*/ 304879 h 314280"/>
                <a:gd name="connsiteX406" fmla="*/ 6727 w 182971"/>
                <a:gd name="connsiteY406" fmla="*/ 307565 h 314280"/>
                <a:gd name="connsiteX407" fmla="*/ 6727 w 182971"/>
                <a:gd name="connsiteY407" fmla="*/ 311594 h 314280"/>
                <a:gd name="connsiteX408" fmla="*/ 12108 w 182971"/>
                <a:gd name="connsiteY408" fmla="*/ 311594 h 314280"/>
                <a:gd name="connsiteX409" fmla="*/ 12108 w 182971"/>
                <a:gd name="connsiteY409" fmla="*/ 308908 h 314280"/>
                <a:gd name="connsiteX410" fmla="*/ 17490 w 182971"/>
                <a:gd name="connsiteY410" fmla="*/ 310251 h 31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</a:cxnLst>
              <a:rect l="l" t="t" r="r" b="b"/>
              <a:pathLst>
                <a:path w="182971" h="314280">
                  <a:moveTo>
                    <a:pt x="20181" y="314280"/>
                  </a:moveTo>
                  <a:lnTo>
                    <a:pt x="22872" y="311594"/>
                  </a:lnTo>
                  <a:lnTo>
                    <a:pt x="21526" y="308908"/>
                  </a:lnTo>
                  <a:lnTo>
                    <a:pt x="24217" y="306221"/>
                  </a:lnTo>
                  <a:lnTo>
                    <a:pt x="25562" y="307565"/>
                  </a:lnTo>
                  <a:lnTo>
                    <a:pt x="28253" y="304879"/>
                  </a:lnTo>
                  <a:lnTo>
                    <a:pt x="30944" y="304879"/>
                  </a:lnTo>
                  <a:lnTo>
                    <a:pt x="32289" y="300849"/>
                  </a:lnTo>
                  <a:lnTo>
                    <a:pt x="36325" y="302192"/>
                  </a:lnTo>
                  <a:lnTo>
                    <a:pt x="40361" y="300849"/>
                  </a:lnTo>
                  <a:lnTo>
                    <a:pt x="43052" y="300849"/>
                  </a:lnTo>
                  <a:lnTo>
                    <a:pt x="45743" y="299506"/>
                  </a:lnTo>
                  <a:lnTo>
                    <a:pt x="48434" y="302192"/>
                  </a:lnTo>
                  <a:lnTo>
                    <a:pt x="49779" y="302192"/>
                  </a:lnTo>
                  <a:lnTo>
                    <a:pt x="53815" y="304879"/>
                  </a:lnTo>
                  <a:lnTo>
                    <a:pt x="57851" y="304879"/>
                  </a:lnTo>
                  <a:lnTo>
                    <a:pt x="57851" y="302192"/>
                  </a:lnTo>
                  <a:lnTo>
                    <a:pt x="60542" y="300849"/>
                  </a:lnTo>
                  <a:lnTo>
                    <a:pt x="61887" y="298163"/>
                  </a:lnTo>
                  <a:lnTo>
                    <a:pt x="60542" y="294134"/>
                  </a:lnTo>
                  <a:lnTo>
                    <a:pt x="63233" y="291448"/>
                  </a:lnTo>
                  <a:lnTo>
                    <a:pt x="65923" y="291448"/>
                  </a:lnTo>
                  <a:lnTo>
                    <a:pt x="67269" y="288762"/>
                  </a:lnTo>
                  <a:lnTo>
                    <a:pt x="75341" y="287418"/>
                  </a:lnTo>
                  <a:lnTo>
                    <a:pt x="80723" y="287418"/>
                  </a:lnTo>
                  <a:lnTo>
                    <a:pt x="86104" y="291448"/>
                  </a:lnTo>
                  <a:lnTo>
                    <a:pt x="88795" y="290105"/>
                  </a:lnTo>
                  <a:lnTo>
                    <a:pt x="94176" y="290105"/>
                  </a:lnTo>
                  <a:lnTo>
                    <a:pt x="98213" y="291448"/>
                  </a:lnTo>
                  <a:lnTo>
                    <a:pt x="99558" y="288762"/>
                  </a:lnTo>
                  <a:lnTo>
                    <a:pt x="104940" y="284732"/>
                  </a:lnTo>
                  <a:lnTo>
                    <a:pt x="108976" y="286075"/>
                  </a:lnTo>
                  <a:lnTo>
                    <a:pt x="114357" y="282046"/>
                  </a:lnTo>
                  <a:lnTo>
                    <a:pt x="118393" y="283389"/>
                  </a:lnTo>
                  <a:lnTo>
                    <a:pt x="119738" y="283389"/>
                  </a:lnTo>
                  <a:lnTo>
                    <a:pt x="122429" y="280703"/>
                  </a:lnTo>
                  <a:lnTo>
                    <a:pt x="123775" y="283389"/>
                  </a:lnTo>
                  <a:lnTo>
                    <a:pt x="126465" y="284732"/>
                  </a:lnTo>
                  <a:lnTo>
                    <a:pt x="130502" y="282046"/>
                  </a:lnTo>
                  <a:lnTo>
                    <a:pt x="138574" y="282046"/>
                  </a:lnTo>
                  <a:lnTo>
                    <a:pt x="143955" y="282046"/>
                  </a:lnTo>
                  <a:lnTo>
                    <a:pt x="149337" y="283389"/>
                  </a:lnTo>
                  <a:lnTo>
                    <a:pt x="152028" y="283389"/>
                  </a:lnTo>
                  <a:lnTo>
                    <a:pt x="156064" y="280703"/>
                  </a:lnTo>
                  <a:lnTo>
                    <a:pt x="160100" y="279360"/>
                  </a:lnTo>
                  <a:lnTo>
                    <a:pt x="164136" y="276674"/>
                  </a:lnTo>
                  <a:lnTo>
                    <a:pt x="166827" y="275331"/>
                  </a:lnTo>
                  <a:lnTo>
                    <a:pt x="169518" y="276674"/>
                  </a:lnTo>
                  <a:lnTo>
                    <a:pt x="168172" y="273988"/>
                  </a:lnTo>
                  <a:lnTo>
                    <a:pt x="174899" y="269958"/>
                  </a:lnTo>
                  <a:lnTo>
                    <a:pt x="177590" y="268616"/>
                  </a:lnTo>
                  <a:lnTo>
                    <a:pt x="178935" y="264586"/>
                  </a:lnTo>
                  <a:lnTo>
                    <a:pt x="177590" y="261900"/>
                  </a:lnTo>
                  <a:lnTo>
                    <a:pt x="178935" y="259214"/>
                  </a:lnTo>
                  <a:lnTo>
                    <a:pt x="172208" y="259214"/>
                  </a:lnTo>
                  <a:lnTo>
                    <a:pt x="166827" y="261900"/>
                  </a:lnTo>
                  <a:lnTo>
                    <a:pt x="164136" y="261900"/>
                  </a:lnTo>
                  <a:lnTo>
                    <a:pt x="160100" y="260557"/>
                  </a:lnTo>
                  <a:lnTo>
                    <a:pt x="157409" y="259214"/>
                  </a:lnTo>
                  <a:lnTo>
                    <a:pt x="160100" y="257871"/>
                  </a:lnTo>
                  <a:lnTo>
                    <a:pt x="161445" y="257871"/>
                  </a:lnTo>
                  <a:lnTo>
                    <a:pt x="161445" y="256528"/>
                  </a:lnTo>
                  <a:lnTo>
                    <a:pt x="157409" y="256528"/>
                  </a:lnTo>
                  <a:lnTo>
                    <a:pt x="153373" y="257871"/>
                  </a:lnTo>
                  <a:lnTo>
                    <a:pt x="158755" y="253842"/>
                  </a:lnTo>
                  <a:lnTo>
                    <a:pt x="161445" y="253842"/>
                  </a:lnTo>
                  <a:lnTo>
                    <a:pt x="165482" y="252498"/>
                  </a:lnTo>
                  <a:lnTo>
                    <a:pt x="164136" y="248469"/>
                  </a:lnTo>
                  <a:lnTo>
                    <a:pt x="161445" y="248469"/>
                  </a:lnTo>
                  <a:lnTo>
                    <a:pt x="164136" y="245783"/>
                  </a:lnTo>
                  <a:lnTo>
                    <a:pt x="165482" y="244440"/>
                  </a:lnTo>
                  <a:lnTo>
                    <a:pt x="168172" y="245783"/>
                  </a:lnTo>
                  <a:lnTo>
                    <a:pt x="172208" y="243097"/>
                  </a:lnTo>
                  <a:lnTo>
                    <a:pt x="173554" y="241754"/>
                  </a:lnTo>
                  <a:lnTo>
                    <a:pt x="170863" y="240411"/>
                  </a:lnTo>
                  <a:lnTo>
                    <a:pt x="172208" y="239068"/>
                  </a:lnTo>
                  <a:lnTo>
                    <a:pt x="168172" y="239068"/>
                  </a:lnTo>
                  <a:lnTo>
                    <a:pt x="169518" y="236382"/>
                  </a:lnTo>
                  <a:lnTo>
                    <a:pt x="173554" y="236382"/>
                  </a:lnTo>
                  <a:lnTo>
                    <a:pt x="173554" y="239068"/>
                  </a:lnTo>
                  <a:lnTo>
                    <a:pt x="176244" y="235039"/>
                  </a:lnTo>
                  <a:lnTo>
                    <a:pt x="178935" y="233695"/>
                  </a:lnTo>
                  <a:lnTo>
                    <a:pt x="180280" y="225637"/>
                  </a:lnTo>
                  <a:lnTo>
                    <a:pt x="182971" y="218921"/>
                  </a:lnTo>
                  <a:lnTo>
                    <a:pt x="180280" y="216235"/>
                  </a:lnTo>
                  <a:lnTo>
                    <a:pt x="178935" y="209520"/>
                  </a:lnTo>
                  <a:lnTo>
                    <a:pt x="170863" y="202805"/>
                  </a:lnTo>
                  <a:lnTo>
                    <a:pt x="158755" y="202805"/>
                  </a:lnTo>
                  <a:lnTo>
                    <a:pt x="150682" y="202805"/>
                  </a:lnTo>
                  <a:lnTo>
                    <a:pt x="150682" y="208177"/>
                  </a:lnTo>
                  <a:lnTo>
                    <a:pt x="149337" y="210863"/>
                  </a:lnTo>
                  <a:lnTo>
                    <a:pt x="145301" y="206834"/>
                  </a:lnTo>
                  <a:lnTo>
                    <a:pt x="139919" y="205491"/>
                  </a:lnTo>
                  <a:lnTo>
                    <a:pt x="147991" y="198775"/>
                  </a:lnTo>
                  <a:lnTo>
                    <a:pt x="147991" y="193403"/>
                  </a:lnTo>
                  <a:lnTo>
                    <a:pt x="141265" y="184002"/>
                  </a:lnTo>
                  <a:lnTo>
                    <a:pt x="138574" y="184002"/>
                  </a:lnTo>
                  <a:lnTo>
                    <a:pt x="134538" y="181315"/>
                  </a:lnTo>
                  <a:lnTo>
                    <a:pt x="131847" y="177286"/>
                  </a:lnTo>
                  <a:lnTo>
                    <a:pt x="129156" y="177286"/>
                  </a:lnTo>
                  <a:lnTo>
                    <a:pt x="127811" y="178629"/>
                  </a:lnTo>
                  <a:lnTo>
                    <a:pt x="123775" y="177286"/>
                  </a:lnTo>
                  <a:lnTo>
                    <a:pt x="122429" y="177286"/>
                  </a:lnTo>
                  <a:lnTo>
                    <a:pt x="126465" y="175943"/>
                  </a:lnTo>
                  <a:lnTo>
                    <a:pt x="127811" y="177286"/>
                  </a:lnTo>
                  <a:lnTo>
                    <a:pt x="131847" y="175943"/>
                  </a:lnTo>
                  <a:lnTo>
                    <a:pt x="134538" y="177286"/>
                  </a:lnTo>
                  <a:lnTo>
                    <a:pt x="135883" y="178629"/>
                  </a:lnTo>
                  <a:lnTo>
                    <a:pt x="138574" y="178629"/>
                  </a:lnTo>
                  <a:lnTo>
                    <a:pt x="141265" y="178629"/>
                  </a:lnTo>
                  <a:lnTo>
                    <a:pt x="134538" y="170571"/>
                  </a:lnTo>
                  <a:lnTo>
                    <a:pt x="131847" y="166542"/>
                  </a:lnTo>
                  <a:lnTo>
                    <a:pt x="133192" y="163855"/>
                  </a:lnTo>
                  <a:lnTo>
                    <a:pt x="135883" y="162512"/>
                  </a:lnTo>
                  <a:lnTo>
                    <a:pt x="131847" y="161169"/>
                  </a:lnTo>
                  <a:lnTo>
                    <a:pt x="130502" y="158483"/>
                  </a:lnTo>
                  <a:lnTo>
                    <a:pt x="129156" y="158483"/>
                  </a:lnTo>
                  <a:lnTo>
                    <a:pt x="125120" y="150425"/>
                  </a:lnTo>
                  <a:lnTo>
                    <a:pt x="118393" y="147739"/>
                  </a:lnTo>
                  <a:lnTo>
                    <a:pt x="110321" y="145052"/>
                  </a:lnTo>
                  <a:lnTo>
                    <a:pt x="110321" y="142366"/>
                  </a:lnTo>
                  <a:lnTo>
                    <a:pt x="107630" y="141023"/>
                  </a:lnTo>
                  <a:lnTo>
                    <a:pt x="104940" y="131621"/>
                  </a:lnTo>
                  <a:lnTo>
                    <a:pt x="102249" y="126249"/>
                  </a:lnTo>
                  <a:lnTo>
                    <a:pt x="99558" y="114162"/>
                  </a:lnTo>
                  <a:lnTo>
                    <a:pt x="96867" y="110132"/>
                  </a:lnTo>
                  <a:lnTo>
                    <a:pt x="94176" y="110132"/>
                  </a:lnTo>
                  <a:lnTo>
                    <a:pt x="87449" y="99388"/>
                  </a:lnTo>
                  <a:lnTo>
                    <a:pt x="83414" y="98045"/>
                  </a:lnTo>
                  <a:lnTo>
                    <a:pt x="79377" y="95358"/>
                  </a:lnTo>
                  <a:lnTo>
                    <a:pt x="73996" y="94015"/>
                  </a:lnTo>
                  <a:lnTo>
                    <a:pt x="72650" y="95358"/>
                  </a:lnTo>
                  <a:lnTo>
                    <a:pt x="67269" y="98045"/>
                  </a:lnTo>
                  <a:lnTo>
                    <a:pt x="61887" y="96702"/>
                  </a:lnTo>
                  <a:lnTo>
                    <a:pt x="59196" y="96702"/>
                  </a:lnTo>
                  <a:lnTo>
                    <a:pt x="53815" y="95358"/>
                  </a:lnTo>
                  <a:lnTo>
                    <a:pt x="52470" y="92672"/>
                  </a:lnTo>
                  <a:lnTo>
                    <a:pt x="55161" y="94015"/>
                  </a:lnTo>
                  <a:lnTo>
                    <a:pt x="61887" y="94015"/>
                  </a:lnTo>
                  <a:lnTo>
                    <a:pt x="65923" y="92672"/>
                  </a:lnTo>
                  <a:lnTo>
                    <a:pt x="67269" y="88643"/>
                  </a:lnTo>
                  <a:lnTo>
                    <a:pt x="72650" y="88643"/>
                  </a:lnTo>
                  <a:lnTo>
                    <a:pt x="76687" y="85957"/>
                  </a:lnTo>
                  <a:lnTo>
                    <a:pt x="72650" y="83271"/>
                  </a:lnTo>
                  <a:lnTo>
                    <a:pt x="72650" y="80585"/>
                  </a:lnTo>
                  <a:lnTo>
                    <a:pt x="69960" y="79242"/>
                  </a:lnTo>
                  <a:lnTo>
                    <a:pt x="63233" y="83271"/>
                  </a:lnTo>
                  <a:lnTo>
                    <a:pt x="63233" y="81928"/>
                  </a:lnTo>
                  <a:lnTo>
                    <a:pt x="67269" y="77898"/>
                  </a:lnTo>
                  <a:lnTo>
                    <a:pt x="73996" y="77898"/>
                  </a:lnTo>
                  <a:lnTo>
                    <a:pt x="76687" y="75212"/>
                  </a:lnTo>
                  <a:lnTo>
                    <a:pt x="78032" y="72526"/>
                  </a:lnTo>
                  <a:lnTo>
                    <a:pt x="80723" y="71183"/>
                  </a:lnTo>
                  <a:lnTo>
                    <a:pt x="83414" y="64468"/>
                  </a:lnTo>
                  <a:lnTo>
                    <a:pt x="86104" y="60439"/>
                  </a:lnTo>
                  <a:lnTo>
                    <a:pt x="84759" y="59095"/>
                  </a:lnTo>
                  <a:lnTo>
                    <a:pt x="87449" y="53723"/>
                  </a:lnTo>
                  <a:lnTo>
                    <a:pt x="87449" y="52380"/>
                  </a:lnTo>
                  <a:lnTo>
                    <a:pt x="88795" y="47008"/>
                  </a:lnTo>
                  <a:lnTo>
                    <a:pt x="92831" y="42979"/>
                  </a:lnTo>
                  <a:lnTo>
                    <a:pt x="92831" y="38949"/>
                  </a:lnTo>
                  <a:lnTo>
                    <a:pt x="87449" y="33577"/>
                  </a:lnTo>
                  <a:lnTo>
                    <a:pt x="86104" y="34920"/>
                  </a:lnTo>
                  <a:lnTo>
                    <a:pt x="75341" y="34920"/>
                  </a:lnTo>
                  <a:lnTo>
                    <a:pt x="68614" y="33577"/>
                  </a:lnTo>
                  <a:lnTo>
                    <a:pt x="67269" y="34920"/>
                  </a:lnTo>
                  <a:lnTo>
                    <a:pt x="64578" y="34920"/>
                  </a:lnTo>
                  <a:lnTo>
                    <a:pt x="60542" y="33577"/>
                  </a:lnTo>
                  <a:lnTo>
                    <a:pt x="57851" y="33577"/>
                  </a:lnTo>
                  <a:lnTo>
                    <a:pt x="56506" y="34920"/>
                  </a:lnTo>
                  <a:lnTo>
                    <a:pt x="52470" y="36263"/>
                  </a:lnTo>
                  <a:lnTo>
                    <a:pt x="48434" y="38949"/>
                  </a:lnTo>
                  <a:lnTo>
                    <a:pt x="47088" y="38949"/>
                  </a:lnTo>
                  <a:lnTo>
                    <a:pt x="44398" y="40292"/>
                  </a:lnTo>
                  <a:lnTo>
                    <a:pt x="43052" y="40292"/>
                  </a:lnTo>
                  <a:lnTo>
                    <a:pt x="47088" y="36263"/>
                  </a:lnTo>
                  <a:lnTo>
                    <a:pt x="51125" y="29548"/>
                  </a:lnTo>
                  <a:lnTo>
                    <a:pt x="48434" y="30891"/>
                  </a:lnTo>
                  <a:lnTo>
                    <a:pt x="44398" y="29548"/>
                  </a:lnTo>
                  <a:lnTo>
                    <a:pt x="47088" y="28205"/>
                  </a:lnTo>
                  <a:lnTo>
                    <a:pt x="47088" y="25518"/>
                  </a:lnTo>
                  <a:lnTo>
                    <a:pt x="57851" y="17460"/>
                  </a:lnTo>
                  <a:lnTo>
                    <a:pt x="60542" y="12088"/>
                  </a:lnTo>
                  <a:lnTo>
                    <a:pt x="64578" y="10745"/>
                  </a:lnTo>
                  <a:lnTo>
                    <a:pt x="65923" y="6715"/>
                  </a:lnTo>
                  <a:lnTo>
                    <a:pt x="64578" y="4029"/>
                  </a:lnTo>
                  <a:lnTo>
                    <a:pt x="65923" y="1343"/>
                  </a:lnTo>
                  <a:lnTo>
                    <a:pt x="65923" y="0"/>
                  </a:lnTo>
                  <a:lnTo>
                    <a:pt x="60542" y="0"/>
                  </a:lnTo>
                  <a:lnTo>
                    <a:pt x="59196" y="1343"/>
                  </a:lnTo>
                  <a:lnTo>
                    <a:pt x="55161" y="1343"/>
                  </a:lnTo>
                  <a:lnTo>
                    <a:pt x="49779" y="2686"/>
                  </a:lnTo>
                  <a:lnTo>
                    <a:pt x="45743" y="2686"/>
                  </a:lnTo>
                  <a:lnTo>
                    <a:pt x="41707" y="4029"/>
                  </a:lnTo>
                  <a:lnTo>
                    <a:pt x="40361" y="4029"/>
                  </a:lnTo>
                  <a:lnTo>
                    <a:pt x="37671" y="6715"/>
                  </a:lnTo>
                  <a:lnTo>
                    <a:pt x="37671" y="4029"/>
                  </a:lnTo>
                  <a:lnTo>
                    <a:pt x="36325" y="2686"/>
                  </a:lnTo>
                  <a:lnTo>
                    <a:pt x="32289" y="6715"/>
                  </a:lnTo>
                  <a:lnTo>
                    <a:pt x="33634" y="4029"/>
                  </a:lnTo>
                  <a:lnTo>
                    <a:pt x="26908" y="1343"/>
                  </a:lnTo>
                  <a:lnTo>
                    <a:pt x="26908" y="4029"/>
                  </a:lnTo>
                  <a:lnTo>
                    <a:pt x="24217" y="5372"/>
                  </a:lnTo>
                  <a:lnTo>
                    <a:pt x="25562" y="9402"/>
                  </a:lnTo>
                  <a:lnTo>
                    <a:pt x="24217" y="9402"/>
                  </a:lnTo>
                  <a:lnTo>
                    <a:pt x="24217" y="13431"/>
                  </a:lnTo>
                  <a:lnTo>
                    <a:pt x="20181" y="14774"/>
                  </a:lnTo>
                  <a:lnTo>
                    <a:pt x="21526" y="17460"/>
                  </a:lnTo>
                  <a:lnTo>
                    <a:pt x="20181" y="21489"/>
                  </a:lnTo>
                  <a:lnTo>
                    <a:pt x="17490" y="21489"/>
                  </a:lnTo>
                  <a:lnTo>
                    <a:pt x="22872" y="25518"/>
                  </a:lnTo>
                  <a:lnTo>
                    <a:pt x="25562" y="29548"/>
                  </a:lnTo>
                  <a:lnTo>
                    <a:pt x="20181" y="26862"/>
                  </a:lnTo>
                  <a:lnTo>
                    <a:pt x="17490" y="28205"/>
                  </a:lnTo>
                  <a:lnTo>
                    <a:pt x="14799" y="25518"/>
                  </a:lnTo>
                  <a:lnTo>
                    <a:pt x="13454" y="26862"/>
                  </a:lnTo>
                  <a:lnTo>
                    <a:pt x="14799" y="29548"/>
                  </a:lnTo>
                  <a:lnTo>
                    <a:pt x="13454" y="30891"/>
                  </a:lnTo>
                  <a:lnTo>
                    <a:pt x="12108" y="28205"/>
                  </a:lnTo>
                  <a:lnTo>
                    <a:pt x="9418" y="32234"/>
                  </a:lnTo>
                  <a:lnTo>
                    <a:pt x="12108" y="33577"/>
                  </a:lnTo>
                  <a:lnTo>
                    <a:pt x="10763" y="36263"/>
                  </a:lnTo>
                  <a:lnTo>
                    <a:pt x="13454" y="38949"/>
                  </a:lnTo>
                  <a:lnTo>
                    <a:pt x="16145" y="40292"/>
                  </a:lnTo>
                  <a:lnTo>
                    <a:pt x="13454" y="40292"/>
                  </a:lnTo>
                  <a:lnTo>
                    <a:pt x="9418" y="38949"/>
                  </a:lnTo>
                  <a:lnTo>
                    <a:pt x="10763" y="44321"/>
                  </a:lnTo>
                  <a:lnTo>
                    <a:pt x="9418" y="47008"/>
                  </a:lnTo>
                  <a:lnTo>
                    <a:pt x="16145" y="45665"/>
                  </a:lnTo>
                  <a:lnTo>
                    <a:pt x="12108" y="47008"/>
                  </a:lnTo>
                  <a:lnTo>
                    <a:pt x="12108" y="48351"/>
                  </a:lnTo>
                  <a:lnTo>
                    <a:pt x="13454" y="49694"/>
                  </a:lnTo>
                  <a:lnTo>
                    <a:pt x="17490" y="48351"/>
                  </a:lnTo>
                  <a:lnTo>
                    <a:pt x="16145" y="49694"/>
                  </a:lnTo>
                  <a:lnTo>
                    <a:pt x="17490" y="51037"/>
                  </a:lnTo>
                  <a:lnTo>
                    <a:pt x="14799" y="49694"/>
                  </a:lnTo>
                  <a:lnTo>
                    <a:pt x="13454" y="51037"/>
                  </a:lnTo>
                  <a:lnTo>
                    <a:pt x="13454" y="53723"/>
                  </a:lnTo>
                  <a:lnTo>
                    <a:pt x="14799" y="55066"/>
                  </a:lnTo>
                  <a:lnTo>
                    <a:pt x="12108" y="55066"/>
                  </a:lnTo>
                  <a:lnTo>
                    <a:pt x="10763" y="57752"/>
                  </a:lnTo>
                  <a:lnTo>
                    <a:pt x="13454" y="59095"/>
                  </a:lnTo>
                  <a:lnTo>
                    <a:pt x="13454" y="60439"/>
                  </a:lnTo>
                  <a:lnTo>
                    <a:pt x="9418" y="59095"/>
                  </a:lnTo>
                  <a:lnTo>
                    <a:pt x="8072" y="61782"/>
                  </a:lnTo>
                  <a:lnTo>
                    <a:pt x="10763" y="63125"/>
                  </a:lnTo>
                  <a:lnTo>
                    <a:pt x="9418" y="65811"/>
                  </a:lnTo>
                  <a:lnTo>
                    <a:pt x="6727" y="67154"/>
                  </a:lnTo>
                  <a:lnTo>
                    <a:pt x="2691" y="67154"/>
                  </a:lnTo>
                  <a:lnTo>
                    <a:pt x="0" y="68497"/>
                  </a:lnTo>
                  <a:lnTo>
                    <a:pt x="2691" y="69840"/>
                  </a:lnTo>
                  <a:lnTo>
                    <a:pt x="6727" y="69840"/>
                  </a:lnTo>
                  <a:lnTo>
                    <a:pt x="8072" y="71183"/>
                  </a:lnTo>
                  <a:lnTo>
                    <a:pt x="8072" y="71183"/>
                  </a:lnTo>
                  <a:lnTo>
                    <a:pt x="5381" y="71183"/>
                  </a:lnTo>
                  <a:lnTo>
                    <a:pt x="9418" y="75212"/>
                  </a:lnTo>
                  <a:lnTo>
                    <a:pt x="10763" y="75212"/>
                  </a:lnTo>
                  <a:lnTo>
                    <a:pt x="12108" y="77898"/>
                  </a:lnTo>
                  <a:lnTo>
                    <a:pt x="22872" y="67154"/>
                  </a:lnTo>
                  <a:lnTo>
                    <a:pt x="21526" y="69840"/>
                  </a:lnTo>
                  <a:lnTo>
                    <a:pt x="22872" y="71183"/>
                  </a:lnTo>
                  <a:lnTo>
                    <a:pt x="20181" y="72526"/>
                  </a:lnTo>
                  <a:lnTo>
                    <a:pt x="17490" y="77898"/>
                  </a:lnTo>
                  <a:lnTo>
                    <a:pt x="17490" y="79242"/>
                  </a:lnTo>
                  <a:lnTo>
                    <a:pt x="14799" y="85957"/>
                  </a:lnTo>
                  <a:lnTo>
                    <a:pt x="16145" y="85957"/>
                  </a:lnTo>
                  <a:lnTo>
                    <a:pt x="13454" y="94015"/>
                  </a:lnTo>
                  <a:lnTo>
                    <a:pt x="13454" y="98045"/>
                  </a:lnTo>
                  <a:lnTo>
                    <a:pt x="12108" y="102074"/>
                  </a:lnTo>
                  <a:lnTo>
                    <a:pt x="13454" y="103417"/>
                  </a:lnTo>
                  <a:lnTo>
                    <a:pt x="14799" y="103417"/>
                  </a:lnTo>
                  <a:lnTo>
                    <a:pt x="12108" y="108789"/>
                  </a:lnTo>
                  <a:lnTo>
                    <a:pt x="10763" y="115505"/>
                  </a:lnTo>
                  <a:lnTo>
                    <a:pt x="8072" y="118191"/>
                  </a:lnTo>
                  <a:lnTo>
                    <a:pt x="9418" y="119534"/>
                  </a:lnTo>
                  <a:lnTo>
                    <a:pt x="14799" y="119534"/>
                  </a:lnTo>
                  <a:lnTo>
                    <a:pt x="13454" y="115505"/>
                  </a:lnTo>
                  <a:lnTo>
                    <a:pt x="16145" y="110132"/>
                  </a:lnTo>
                  <a:lnTo>
                    <a:pt x="16145" y="107446"/>
                  </a:lnTo>
                  <a:lnTo>
                    <a:pt x="18835" y="103417"/>
                  </a:lnTo>
                  <a:lnTo>
                    <a:pt x="16145" y="94015"/>
                  </a:lnTo>
                  <a:lnTo>
                    <a:pt x="18835" y="94015"/>
                  </a:lnTo>
                  <a:lnTo>
                    <a:pt x="25562" y="87300"/>
                  </a:lnTo>
                  <a:lnTo>
                    <a:pt x="20181" y="94015"/>
                  </a:lnTo>
                  <a:lnTo>
                    <a:pt x="18835" y="99388"/>
                  </a:lnTo>
                  <a:lnTo>
                    <a:pt x="21526" y="100731"/>
                  </a:lnTo>
                  <a:lnTo>
                    <a:pt x="21526" y="98045"/>
                  </a:lnTo>
                  <a:lnTo>
                    <a:pt x="25562" y="95358"/>
                  </a:lnTo>
                  <a:lnTo>
                    <a:pt x="26908" y="99388"/>
                  </a:lnTo>
                  <a:lnTo>
                    <a:pt x="29598" y="94015"/>
                  </a:lnTo>
                  <a:lnTo>
                    <a:pt x="28253" y="89986"/>
                  </a:lnTo>
                  <a:lnTo>
                    <a:pt x="30944" y="88643"/>
                  </a:lnTo>
                  <a:lnTo>
                    <a:pt x="29598" y="94015"/>
                  </a:lnTo>
                  <a:lnTo>
                    <a:pt x="34980" y="98045"/>
                  </a:lnTo>
                  <a:lnTo>
                    <a:pt x="30944" y="96702"/>
                  </a:lnTo>
                  <a:lnTo>
                    <a:pt x="28253" y="103417"/>
                  </a:lnTo>
                  <a:lnTo>
                    <a:pt x="29598" y="108789"/>
                  </a:lnTo>
                  <a:lnTo>
                    <a:pt x="32289" y="110132"/>
                  </a:lnTo>
                  <a:lnTo>
                    <a:pt x="34980" y="114162"/>
                  </a:lnTo>
                  <a:lnTo>
                    <a:pt x="29598" y="118191"/>
                  </a:lnTo>
                  <a:lnTo>
                    <a:pt x="25562" y="128935"/>
                  </a:lnTo>
                  <a:lnTo>
                    <a:pt x="26908" y="134308"/>
                  </a:lnTo>
                  <a:lnTo>
                    <a:pt x="22872" y="131621"/>
                  </a:lnTo>
                  <a:lnTo>
                    <a:pt x="22872" y="136994"/>
                  </a:lnTo>
                  <a:lnTo>
                    <a:pt x="28253" y="145052"/>
                  </a:lnTo>
                  <a:lnTo>
                    <a:pt x="26908" y="138337"/>
                  </a:lnTo>
                  <a:lnTo>
                    <a:pt x="30944" y="136994"/>
                  </a:lnTo>
                  <a:lnTo>
                    <a:pt x="39016" y="143709"/>
                  </a:lnTo>
                  <a:lnTo>
                    <a:pt x="40361" y="138337"/>
                  </a:lnTo>
                  <a:lnTo>
                    <a:pt x="36325" y="135651"/>
                  </a:lnTo>
                  <a:lnTo>
                    <a:pt x="39016" y="134308"/>
                  </a:lnTo>
                  <a:lnTo>
                    <a:pt x="45743" y="139680"/>
                  </a:lnTo>
                  <a:lnTo>
                    <a:pt x="51125" y="138337"/>
                  </a:lnTo>
                  <a:lnTo>
                    <a:pt x="51125" y="136994"/>
                  </a:lnTo>
                  <a:lnTo>
                    <a:pt x="55161" y="136994"/>
                  </a:lnTo>
                  <a:lnTo>
                    <a:pt x="56506" y="131621"/>
                  </a:lnTo>
                  <a:lnTo>
                    <a:pt x="69960" y="132965"/>
                  </a:lnTo>
                  <a:lnTo>
                    <a:pt x="61887" y="134308"/>
                  </a:lnTo>
                  <a:lnTo>
                    <a:pt x="56506" y="149082"/>
                  </a:lnTo>
                  <a:lnTo>
                    <a:pt x="61887" y="161169"/>
                  </a:lnTo>
                  <a:lnTo>
                    <a:pt x="65923" y="158483"/>
                  </a:lnTo>
                  <a:lnTo>
                    <a:pt x="65923" y="165198"/>
                  </a:lnTo>
                  <a:lnTo>
                    <a:pt x="69960" y="159826"/>
                  </a:lnTo>
                  <a:lnTo>
                    <a:pt x="75341" y="161169"/>
                  </a:lnTo>
                  <a:lnTo>
                    <a:pt x="72650" y="166542"/>
                  </a:lnTo>
                  <a:lnTo>
                    <a:pt x="75341" y="167885"/>
                  </a:lnTo>
                  <a:lnTo>
                    <a:pt x="69960" y="171914"/>
                  </a:lnTo>
                  <a:lnTo>
                    <a:pt x="71305" y="178629"/>
                  </a:lnTo>
                  <a:lnTo>
                    <a:pt x="68614" y="184002"/>
                  </a:lnTo>
                  <a:lnTo>
                    <a:pt x="71305" y="188031"/>
                  </a:lnTo>
                  <a:lnTo>
                    <a:pt x="75341" y="192060"/>
                  </a:lnTo>
                  <a:lnTo>
                    <a:pt x="78032" y="192060"/>
                  </a:lnTo>
                  <a:lnTo>
                    <a:pt x="76687" y="193403"/>
                  </a:lnTo>
                  <a:lnTo>
                    <a:pt x="72650" y="193403"/>
                  </a:lnTo>
                  <a:lnTo>
                    <a:pt x="69960" y="189374"/>
                  </a:lnTo>
                  <a:lnTo>
                    <a:pt x="67269" y="190717"/>
                  </a:lnTo>
                  <a:lnTo>
                    <a:pt x="68614" y="194746"/>
                  </a:lnTo>
                  <a:lnTo>
                    <a:pt x="71305" y="196089"/>
                  </a:lnTo>
                  <a:lnTo>
                    <a:pt x="68614" y="194746"/>
                  </a:lnTo>
                  <a:lnTo>
                    <a:pt x="64578" y="192060"/>
                  </a:lnTo>
                  <a:lnTo>
                    <a:pt x="56506" y="194746"/>
                  </a:lnTo>
                  <a:lnTo>
                    <a:pt x="52470" y="194746"/>
                  </a:lnTo>
                  <a:lnTo>
                    <a:pt x="44398" y="198775"/>
                  </a:lnTo>
                  <a:lnTo>
                    <a:pt x="40361" y="204148"/>
                  </a:lnTo>
                  <a:lnTo>
                    <a:pt x="33634" y="208177"/>
                  </a:lnTo>
                  <a:lnTo>
                    <a:pt x="30944" y="212206"/>
                  </a:lnTo>
                  <a:lnTo>
                    <a:pt x="34980" y="212206"/>
                  </a:lnTo>
                  <a:lnTo>
                    <a:pt x="36325" y="212206"/>
                  </a:lnTo>
                  <a:lnTo>
                    <a:pt x="37671" y="209520"/>
                  </a:lnTo>
                  <a:lnTo>
                    <a:pt x="45743" y="208177"/>
                  </a:lnTo>
                  <a:lnTo>
                    <a:pt x="45743" y="212206"/>
                  </a:lnTo>
                  <a:lnTo>
                    <a:pt x="48434" y="214892"/>
                  </a:lnTo>
                  <a:lnTo>
                    <a:pt x="44398" y="217579"/>
                  </a:lnTo>
                  <a:lnTo>
                    <a:pt x="47088" y="221608"/>
                  </a:lnTo>
                  <a:lnTo>
                    <a:pt x="48434" y="221608"/>
                  </a:lnTo>
                  <a:lnTo>
                    <a:pt x="43052" y="232352"/>
                  </a:lnTo>
                  <a:lnTo>
                    <a:pt x="39016" y="233695"/>
                  </a:lnTo>
                  <a:lnTo>
                    <a:pt x="34980" y="237725"/>
                  </a:lnTo>
                  <a:lnTo>
                    <a:pt x="33634" y="237725"/>
                  </a:lnTo>
                  <a:lnTo>
                    <a:pt x="28253" y="240411"/>
                  </a:lnTo>
                  <a:lnTo>
                    <a:pt x="24217" y="240411"/>
                  </a:lnTo>
                  <a:lnTo>
                    <a:pt x="17490" y="244440"/>
                  </a:lnTo>
                  <a:lnTo>
                    <a:pt x="22872" y="245783"/>
                  </a:lnTo>
                  <a:lnTo>
                    <a:pt x="22872" y="248469"/>
                  </a:lnTo>
                  <a:lnTo>
                    <a:pt x="18835" y="251155"/>
                  </a:lnTo>
                  <a:lnTo>
                    <a:pt x="25562" y="251155"/>
                  </a:lnTo>
                  <a:lnTo>
                    <a:pt x="24217" y="252498"/>
                  </a:lnTo>
                  <a:lnTo>
                    <a:pt x="26908" y="255185"/>
                  </a:lnTo>
                  <a:lnTo>
                    <a:pt x="29598" y="253842"/>
                  </a:lnTo>
                  <a:lnTo>
                    <a:pt x="33634" y="251155"/>
                  </a:lnTo>
                  <a:lnTo>
                    <a:pt x="40361" y="248469"/>
                  </a:lnTo>
                  <a:lnTo>
                    <a:pt x="41707" y="252498"/>
                  </a:lnTo>
                  <a:lnTo>
                    <a:pt x="47088" y="252498"/>
                  </a:lnTo>
                  <a:lnTo>
                    <a:pt x="41707" y="253842"/>
                  </a:lnTo>
                  <a:lnTo>
                    <a:pt x="41707" y="256528"/>
                  </a:lnTo>
                  <a:lnTo>
                    <a:pt x="49779" y="256528"/>
                  </a:lnTo>
                  <a:lnTo>
                    <a:pt x="49779" y="255185"/>
                  </a:lnTo>
                  <a:lnTo>
                    <a:pt x="52470" y="255185"/>
                  </a:lnTo>
                  <a:lnTo>
                    <a:pt x="56506" y="259214"/>
                  </a:lnTo>
                  <a:lnTo>
                    <a:pt x="60542" y="263243"/>
                  </a:lnTo>
                  <a:lnTo>
                    <a:pt x="68614" y="263243"/>
                  </a:lnTo>
                  <a:lnTo>
                    <a:pt x="69960" y="259214"/>
                  </a:lnTo>
                  <a:lnTo>
                    <a:pt x="73996" y="257871"/>
                  </a:lnTo>
                  <a:lnTo>
                    <a:pt x="79377" y="255185"/>
                  </a:lnTo>
                  <a:lnTo>
                    <a:pt x="82068" y="252498"/>
                  </a:lnTo>
                  <a:lnTo>
                    <a:pt x="86104" y="251155"/>
                  </a:lnTo>
                  <a:lnTo>
                    <a:pt x="79377" y="257871"/>
                  </a:lnTo>
                  <a:lnTo>
                    <a:pt x="73996" y="263243"/>
                  </a:lnTo>
                  <a:lnTo>
                    <a:pt x="73996" y="271302"/>
                  </a:lnTo>
                  <a:lnTo>
                    <a:pt x="68614" y="269958"/>
                  </a:lnTo>
                  <a:lnTo>
                    <a:pt x="65923" y="271302"/>
                  </a:lnTo>
                  <a:lnTo>
                    <a:pt x="61887" y="269958"/>
                  </a:lnTo>
                  <a:lnTo>
                    <a:pt x="51125" y="268616"/>
                  </a:lnTo>
                  <a:lnTo>
                    <a:pt x="43052" y="269958"/>
                  </a:lnTo>
                  <a:lnTo>
                    <a:pt x="43052" y="273988"/>
                  </a:lnTo>
                  <a:lnTo>
                    <a:pt x="40361" y="278017"/>
                  </a:lnTo>
                  <a:lnTo>
                    <a:pt x="36325" y="278017"/>
                  </a:lnTo>
                  <a:lnTo>
                    <a:pt x="34980" y="286075"/>
                  </a:lnTo>
                  <a:lnTo>
                    <a:pt x="30944" y="290105"/>
                  </a:lnTo>
                  <a:lnTo>
                    <a:pt x="29598" y="292791"/>
                  </a:lnTo>
                  <a:lnTo>
                    <a:pt x="25562" y="294134"/>
                  </a:lnTo>
                  <a:lnTo>
                    <a:pt x="22872" y="299506"/>
                  </a:lnTo>
                  <a:lnTo>
                    <a:pt x="21526" y="299506"/>
                  </a:lnTo>
                  <a:lnTo>
                    <a:pt x="20181" y="302192"/>
                  </a:lnTo>
                  <a:lnTo>
                    <a:pt x="14799" y="306221"/>
                  </a:lnTo>
                  <a:lnTo>
                    <a:pt x="12108" y="304879"/>
                  </a:lnTo>
                  <a:lnTo>
                    <a:pt x="6727" y="307565"/>
                  </a:lnTo>
                  <a:lnTo>
                    <a:pt x="6727" y="311594"/>
                  </a:lnTo>
                  <a:lnTo>
                    <a:pt x="12108" y="311594"/>
                  </a:lnTo>
                  <a:lnTo>
                    <a:pt x="12108" y="308908"/>
                  </a:lnTo>
                  <a:lnTo>
                    <a:pt x="17490" y="31025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482" name="Graphic 5">
            <a:extLst>
              <a:ext uri="{FF2B5EF4-FFF2-40B4-BE49-F238E27FC236}">
                <a16:creationId xmlns:a16="http://schemas.microsoft.com/office/drawing/2014/main" id="{077F4E80-5395-A97F-96E6-1FC5F49130B8}"/>
              </a:ext>
            </a:extLst>
          </p:cNvPr>
          <p:cNvGrpSpPr/>
          <p:nvPr/>
        </p:nvGrpSpPr>
        <p:grpSpPr>
          <a:xfrm>
            <a:off x="7234092" y="3038844"/>
            <a:ext cx="456082" cy="452616"/>
            <a:chOff x="7234092" y="3038844"/>
            <a:chExt cx="456082" cy="452616"/>
          </a:xfrm>
          <a:solidFill>
            <a:srgbClr val="72C3BE"/>
          </a:solidFill>
        </p:grpSpPr>
        <p:sp>
          <p:nvSpPr>
            <p:cNvPr id="1483" name="Freeform 1482">
              <a:extLst>
                <a:ext uri="{FF2B5EF4-FFF2-40B4-BE49-F238E27FC236}">
                  <a16:creationId xmlns:a16="http://schemas.microsoft.com/office/drawing/2014/main" id="{6126DD3C-327C-89E0-3931-7A025AFE9325}"/>
                </a:ext>
              </a:extLst>
            </p:cNvPr>
            <p:cNvSpPr/>
            <p:nvPr/>
          </p:nvSpPr>
          <p:spPr>
            <a:xfrm>
              <a:off x="7473569" y="3038844"/>
              <a:ext cx="216605" cy="259213"/>
            </a:xfrm>
            <a:custGeom>
              <a:avLst/>
              <a:gdLst>
                <a:gd name="connsiteX0" fmla="*/ 60542 w 216605"/>
                <a:gd name="connsiteY0" fmla="*/ 1343 h 259213"/>
                <a:gd name="connsiteX1" fmla="*/ 67269 w 216605"/>
                <a:gd name="connsiteY1" fmla="*/ 0 h 259213"/>
                <a:gd name="connsiteX2" fmla="*/ 76687 w 216605"/>
                <a:gd name="connsiteY2" fmla="*/ 2686 h 259213"/>
                <a:gd name="connsiteX3" fmla="*/ 79377 w 216605"/>
                <a:gd name="connsiteY3" fmla="*/ 4029 h 259213"/>
                <a:gd name="connsiteX4" fmla="*/ 83414 w 216605"/>
                <a:gd name="connsiteY4" fmla="*/ 4029 h 259213"/>
                <a:gd name="connsiteX5" fmla="*/ 88795 w 216605"/>
                <a:gd name="connsiteY5" fmla="*/ 9401 h 259213"/>
                <a:gd name="connsiteX6" fmla="*/ 94176 w 216605"/>
                <a:gd name="connsiteY6" fmla="*/ 9401 h 259213"/>
                <a:gd name="connsiteX7" fmla="*/ 91485 w 216605"/>
                <a:gd name="connsiteY7" fmla="*/ 14774 h 259213"/>
                <a:gd name="connsiteX8" fmla="*/ 88795 w 216605"/>
                <a:gd name="connsiteY8" fmla="*/ 17460 h 259213"/>
                <a:gd name="connsiteX9" fmla="*/ 90140 w 216605"/>
                <a:gd name="connsiteY9" fmla="*/ 21489 h 259213"/>
                <a:gd name="connsiteX10" fmla="*/ 94176 w 216605"/>
                <a:gd name="connsiteY10" fmla="*/ 21489 h 259213"/>
                <a:gd name="connsiteX11" fmla="*/ 95522 w 216605"/>
                <a:gd name="connsiteY11" fmla="*/ 26862 h 259213"/>
                <a:gd name="connsiteX12" fmla="*/ 99558 w 216605"/>
                <a:gd name="connsiteY12" fmla="*/ 22832 h 259213"/>
                <a:gd name="connsiteX13" fmla="*/ 100903 w 216605"/>
                <a:gd name="connsiteY13" fmla="*/ 20146 h 259213"/>
                <a:gd name="connsiteX14" fmla="*/ 103594 w 216605"/>
                <a:gd name="connsiteY14" fmla="*/ 18803 h 259213"/>
                <a:gd name="connsiteX15" fmla="*/ 106285 w 216605"/>
                <a:gd name="connsiteY15" fmla="*/ 21489 h 259213"/>
                <a:gd name="connsiteX16" fmla="*/ 113012 w 216605"/>
                <a:gd name="connsiteY16" fmla="*/ 26862 h 259213"/>
                <a:gd name="connsiteX17" fmla="*/ 114357 w 216605"/>
                <a:gd name="connsiteY17" fmla="*/ 24175 h 259213"/>
                <a:gd name="connsiteX18" fmla="*/ 118393 w 216605"/>
                <a:gd name="connsiteY18" fmla="*/ 21489 h 259213"/>
                <a:gd name="connsiteX19" fmla="*/ 119738 w 216605"/>
                <a:gd name="connsiteY19" fmla="*/ 22832 h 259213"/>
                <a:gd name="connsiteX20" fmla="*/ 119738 w 216605"/>
                <a:gd name="connsiteY20" fmla="*/ 26862 h 259213"/>
                <a:gd name="connsiteX21" fmla="*/ 117048 w 216605"/>
                <a:gd name="connsiteY21" fmla="*/ 30891 h 259213"/>
                <a:gd name="connsiteX22" fmla="*/ 113012 w 216605"/>
                <a:gd name="connsiteY22" fmla="*/ 30891 h 259213"/>
                <a:gd name="connsiteX23" fmla="*/ 108976 w 216605"/>
                <a:gd name="connsiteY23" fmla="*/ 33577 h 259213"/>
                <a:gd name="connsiteX24" fmla="*/ 115702 w 216605"/>
                <a:gd name="connsiteY24" fmla="*/ 36263 h 259213"/>
                <a:gd name="connsiteX25" fmla="*/ 118393 w 216605"/>
                <a:gd name="connsiteY25" fmla="*/ 34920 h 259213"/>
                <a:gd name="connsiteX26" fmla="*/ 122429 w 216605"/>
                <a:gd name="connsiteY26" fmla="*/ 34920 h 259213"/>
                <a:gd name="connsiteX27" fmla="*/ 123775 w 216605"/>
                <a:gd name="connsiteY27" fmla="*/ 37606 h 259213"/>
                <a:gd name="connsiteX28" fmla="*/ 129156 w 216605"/>
                <a:gd name="connsiteY28" fmla="*/ 37606 h 259213"/>
                <a:gd name="connsiteX29" fmla="*/ 130502 w 216605"/>
                <a:gd name="connsiteY29" fmla="*/ 33577 h 259213"/>
                <a:gd name="connsiteX30" fmla="*/ 134538 w 216605"/>
                <a:gd name="connsiteY30" fmla="*/ 28205 h 259213"/>
                <a:gd name="connsiteX31" fmla="*/ 143955 w 216605"/>
                <a:gd name="connsiteY31" fmla="*/ 26862 h 259213"/>
                <a:gd name="connsiteX32" fmla="*/ 143955 w 216605"/>
                <a:gd name="connsiteY32" fmla="*/ 25518 h 259213"/>
                <a:gd name="connsiteX33" fmla="*/ 149337 w 216605"/>
                <a:gd name="connsiteY33" fmla="*/ 22832 h 259213"/>
                <a:gd name="connsiteX34" fmla="*/ 149337 w 216605"/>
                <a:gd name="connsiteY34" fmla="*/ 20146 h 259213"/>
                <a:gd name="connsiteX35" fmla="*/ 152027 w 216605"/>
                <a:gd name="connsiteY35" fmla="*/ 18803 h 259213"/>
                <a:gd name="connsiteX36" fmla="*/ 158754 w 216605"/>
                <a:gd name="connsiteY36" fmla="*/ 18803 h 259213"/>
                <a:gd name="connsiteX37" fmla="*/ 153373 w 216605"/>
                <a:gd name="connsiteY37" fmla="*/ 21489 h 259213"/>
                <a:gd name="connsiteX38" fmla="*/ 150682 w 216605"/>
                <a:gd name="connsiteY38" fmla="*/ 22832 h 259213"/>
                <a:gd name="connsiteX39" fmla="*/ 150682 w 216605"/>
                <a:gd name="connsiteY39" fmla="*/ 22832 h 259213"/>
                <a:gd name="connsiteX40" fmla="*/ 147991 w 216605"/>
                <a:gd name="connsiteY40" fmla="*/ 25518 h 259213"/>
                <a:gd name="connsiteX41" fmla="*/ 149337 w 216605"/>
                <a:gd name="connsiteY41" fmla="*/ 26862 h 259213"/>
                <a:gd name="connsiteX42" fmla="*/ 154718 w 216605"/>
                <a:gd name="connsiteY42" fmla="*/ 24175 h 259213"/>
                <a:gd name="connsiteX43" fmla="*/ 160100 w 216605"/>
                <a:gd name="connsiteY43" fmla="*/ 22832 h 259213"/>
                <a:gd name="connsiteX44" fmla="*/ 162791 w 216605"/>
                <a:gd name="connsiteY44" fmla="*/ 21489 h 259213"/>
                <a:gd name="connsiteX45" fmla="*/ 164136 w 216605"/>
                <a:gd name="connsiteY45" fmla="*/ 24175 h 259213"/>
                <a:gd name="connsiteX46" fmla="*/ 169518 w 216605"/>
                <a:gd name="connsiteY46" fmla="*/ 25518 h 259213"/>
                <a:gd name="connsiteX47" fmla="*/ 176244 w 216605"/>
                <a:gd name="connsiteY47" fmla="*/ 32234 h 259213"/>
                <a:gd name="connsiteX48" fmla="*/ 181626 w 216605"/>
                <a:gd name="connsiteY48" fmla="*/ 30891 h 259213"/>
                <a:gd name="connsiteX49" fmla="*/ 184317 w 216605"/>
                <a:gd name="connsiteY49" fmla="*/ 34920 h 259213"/>
                <a:gd name="connsiteX50" fmla="*/ 182971 w 216605"/>
                <a:gd name="connsiteY50" fmla="*/ 40292 h 259213"/>
                <a:gd name="connsiteX51" fmla="*/ 188353 w 216605"/>
                <a:gd name="connsiteY51" fmla="*/ 44322 h 259213"/>
                <a:gd name="connsiteX52" fmla="*/ 192389 w 216605"/>
                <a:gd name="connsiteY52" fmla="*/ 42978 h 259213"/>
                <a:gd name="connsiteX53" fmla="*/ 195080 w 216605"/>
                <a:gd name="connsiteY53" fmla="*/ 45665 h 259213"/>
                <a:gd name="connsiteX54" fmla="*/ 200461 w 216605"/>
                <a:gd name="connsiteY54" fmla="*/ 45665 h 259213"/>
                <a:gd name="connsiteX55" fmla="*/ 203152 w 216605"/>
                <a:gd name="connsiteY55" fmla="*/ 57752 h 259213"/>
                <a:gd name="connsiteX56" fmla="*/ 201806 w 216605"/>
                <a:gd name="connsiteY56" fmla="*/ 65811 h 259213"/>
                <a:gd name="connsiteX57" fmla="*/ 195080 w 216605"/>
                <a:gd name="connsiteY57" fmla="*/ 69840 h 259213"/>
                <a:gd name="connsiteX58" fmla="*/ 195080 w 216605"/>
                <a:gd name="connsiteY58" fmla="*/ 73869 h 259213"/>
                <a:gd name="connsiteX59" fmla="*/ 203152 w 216605"/>
                <a:gd name="connsiteY59" fmla="*/ 81928 h 259213"/>
                <a:gd name="connsiteX60" fmla="*/ 201806 w 216605"/>
                <a:gd name="connsiteY60" fmla="*/ 87300 h 259213"/>
                <a:gd name="connsiteX61" fmla="*/ 205842 w 216605"/>
                <a:gd name="connsiteY61" fmla="*/ 92672 h 259213"/>
                <a:gd name="connsiteX62" fmla="*/ 205842 w 216605"/>
                <a:gd name="connsiteY62" fmla="*/ 96702 h 259213"/>
                <a:gd name="connsiteX63" fmla="*/ 207188 w 216605"/>
                <a:gd name="connsiteY63" fmla="*/ 102074 h 259213"/>
                <a:gd name="connsiteX64" fmla="*/ 205842 w 216605"/>
                <a:gd name="connsiteY64" fmla="*/ 106103 h 259213"/>
                <a:gd name="connsiteX65" fmla="*/ 209879 w 216605"/>
                <a:gd name="connsiteY65" fmla="*/ 116848 h 259213"/>
                <a:gd name="connsiteX66" fmla="*/ 213915 w 216605"/>
                <a:gd name="connsiteY66" fmla="*/ 118191 h 259213"/>
                <a:gd name="connsiteX67" fmla="*/ 216606 w 216605"/>
                <a:gd name="connsiteY67" fmla="*/ 122220 h 259213"/>
                <a:gd name="connsiteX68" fmla="*/ 216606 w 216605"/>
                <a:gd name="connsiteY68" fmla="*/ 136994 h 259213"/>
                <a:gd name="connsiteX69" fmla="*/ 215260 w 216605"/>
                <a:gd name="connsiteY69" fmla="*/ 139680 h 259213"/>
                <a:gd name="connsiteX70" fmla="*/ 211224 w 216605"/>
                <a:gd name="connsiteY70" fmla="*/ 138337 h 259213"/>
                <a:gd name="connsiteX71" fmla="*/ 207188 w 216605"/>
                <a:gd name="connsiteY71" fmla="*/ 141023 h 259213"/>
                <a:gd name="connsiteX72" fmla="*/ 200461 w 216605"/>
                <a:gd name="connsiteY72" fmla="*/ 138337 h 259213"/>
                <a:gd name="connsiteX73" fmla="*/ 200461 w 216605"/>
                <a:gd name="connsiteY73" fmla="*/ 143709 h 259213"/>
                <a:gd name="connsiteX74" fmla="*/ 195080 w 216605"/>
                <a:gd name="connsiteY74" fmla="*/ 146395 h 259213"/>
                <a:gd name="connsiteX75" fmla="*/ 191044 w 216605"/>
                <a:gd name="connsiteY75" fmla="*/ 145052 h 259213"/>
                <a:gd name="connsiteX76" fmla="*/ 182971 w 216605"/>
                <a:gd name="connsiteY76" fmla="*/ 145052 h 259213"/>
                <a:gd name="connsiteX77" fmla="*/ 180280 w 216605"/>
                <a:gd name="connsiteY77" fmla="*/ 149082 h 259213"/>
                <a:gd name="connsiteX78" fmla="*/ 174899 w 216605"/>
                <a:gd name="connsiteY78" fmla="*/ 149082 h 259213"/>
                <a:gd name="connsiteX79" fmla="*/ 169518 w 216605"/>
                <a:gd name="connsiteY79" fmla="*/ 155797 h 259213"/>
                <a:gd name="connsiteX80" fmla="*/ 165481 w 216605"/>
                <a:gd name="connsiteY80" fmla="*/ 155797 h 259213"/>
                <a:gd name="connsiteX81" fmla="*/ 156064 w 216605"/>
                <a:gd name="connsiteY81" fmla="*/ 163855 h 259213"/>
                <a:gd name="connsiteX82" fmla="*/ 152027 w 216605"/>
                <a:gd name="connsiteY82" fmla="*/ 162512 h 259213"/>
                <a:gd name="connsiteX83" fmla="*/ 149337 w 216605"/>
                <a:gd name="connsiteY83" fmla="*/ 159826 h 259213"/>
                <a:gd name="connsiteX84" fmla="*/ 146646 w 216605"/>
                <a:gd name="connsiteY84" fmla="*/ 162512 h 259213"/>
                <a:gd name="connsiteX85" fmla="*/ 146646 w 216605"/>
                <a:gd name="connsiteY85" fmla="*/ 165199 h 259213"/>
                <a:gd name="connsiteX86" fmla="*/ 154718 w 216605"/>
                <a:gd name="connsiteY86" fmla="*/ 169228 h 259213"/>
                <a:gd name="connsiteX87" fmla="*/ 160100 w 216605"/>
                <a:gd name="connsiteY87" fmla="*/ 178629 h 259213"/>
                <a:gd name="connsiteX88" fmla="*/ 158754 w 216605"/>
                <a:gd name="connsiteY88" fmla="*/ 184002 h 259213"/>
                <a:gd name="connsiteX89" fmla="*/ 160100 w 216605"/>
                <a:gd name="connsiteY89" fmla="*/ 188031 h 259213"/>
                <a:gd name="connsiteX90" fmla="*/ 165481 w 216605"/>
                <a:gd name="connsiteY90" fmla="*/ 190717 h 259213"/>
                <a:gd name="connsiteX91" fmla="*/ 174899 w 216605"/>
                <a:gd name="connsiteY91" fmla="*/ 197432 h 259213"/>
                <a:gd name="connsiteX92" fmla="*/ 178935 w 216605"/>
                <a:gd name="connsiteY92" fmla="*/ 200118 h 259213"/>
                <a:gd name="connsiteX93" fmla="*/ 189698 w 216605"/>
                <a:gd name="connsiteY93" fmla="*/ 212206 h 259213"/>
                <a:gd name="connsiteX94" fmla="*/ 188353 w 216605"/>
                <a:gd name="connsiteY94" fmla="*/ 217578 h 259213"/>
                <a:gd name="connsiteX95" fmla="*/ 189698 w 216605"/>
                <a:gd name="connsiteY95" fmla="*/ 222951 h 259213"/>
                <a:gd name="connsiteX96" fmla="*/ 185662 w 216605"/>
                <a:gd name="connsiteY96" fmla="*/ 222951 h 259213"/>
                <a:gd name="connsiteX97" fmla="*/ 181626 w 216605"/>
                <a:gd name="connsiteY97" fmla="*/ 228323 h 259213"/>
                <a:gd name="connsiteX98" fmla="*/ 176244 w 216605"/>
                <a:gd name="connsiteY98" fmla="*/ 231009 h 259213"/>
                <a:gd name="connsiteX99" fmla="*/ 169518 w 216605"/>
                <a:gd name="connsiteY99" fmla="*/ 240411 h 259213"/>
                <a:gd name="connsiteX100" fmla="*/ 169518 w 216605"/>
                <a:gd name="connsiteY100" fmla="*/ 243097 h 259213"/>
                <a:gd name="connsiteX101" fmla="*/ 174899 w 216605"/>
                <a:gd name="connsiteY101" fmla="*/ 245783 h 259213"/>
                <a:gd name="connsiteX102" fmla="*/ 176244 w 216605"/>
                <a:gd name="connsiteY102" fmla="*/ 251155 h 259213"/>
                <a:gd name="connsiteX103" fmla="*/ 173554 w 216605"/>
                <a:gd name="connsiteY103" fmla="*/ 252499 h 259213"/>
                <a:gd name="connsiteX104" fmla="*/ 168172 w 216605"/>
                <a:gd name="connsiteY104" fmla="*/ 249812 h 259213"/>
                <a:gd name="connsiteX105" fmla="*/ 161445 w 216605"/>
                <a:gd name="connsiteY105" fmla="*/ 251155 h 259213"/>
                <a:gd name="connsiteX106" fmla="*/ 156064 w 216605"/>
                <a:gd name="connsiteY106" fmla="*/ 249812 h 259213"/>
                <a:gd name="connsiteX107" fmla="*/ 152027 w 216605"/>
                <a:gd name="connsiteY107" fmla="*/ 249812 h 259213"/>
                <a:gd name="connsiteX108" fmla="*/ 143955 w 216605"/>
                <a:gd name="connsiteY108" fmla="*/ 255185 h 259213"/>
                <a:gd name="connsiteX109" fmla="*/ 139919 w 216605"/>
                <a:gd name="connsiteY109" fmla="*/ 256528 h 259213"/>
                <a:gd name="connsiteX110" fmla="*/ 134538 w 216605"/>
                <a:gd name="connsiteY110" fmla="*/ 255185 h 259213"/>
                <a:gd name="connsiteX111" fmla="*/ 130502 w 216605"/>
                <a:gd name="connsiteY111" fmla="*/ 256528 h 259213"/>
                <a:gd name="connsiteX112" fmla="*/ 126465 w 216605"/>
                <a:gd name="connsiteY112" fmla="*/ 253841 h 259213"/>
                <a:gd name="connsiteX113" fmla="*/ 119738 w 216605"/>
                <a:gd name="connsiteY113" fmla="*/ 252499 h 259213"/>
                <a:gd name="connsiteX114" fmla="*/ 113012 w 216605"/>
                <a:gd name="connsiteY114" fmla="*/ 253841 h 259213"/>
                <a:gd name="connsiteX115" fmla="*/ 113012 w 216605"/>
                <a:gd name="connsiteY115" fmla="*/ 256528 h 259213"/>
                <a:gd name="connsiteX116" fmla="*/ 111666 w 216605"/>
                <a:gd name="connsiteY116" fmla="*/ 259214 h 259213"/>
                <a:gd name="connsiteX117" fmla="*/ 104939 w 216605"/>
                <a:gd name="connsiteY117" fmla="*/ 257871 h 259213"/>
                <a:gd name="connsiteX118" fmla="*/ 102249 w 216605"/>
                <a:gd name="connsiteY118" fmla="*/ 253841 h 259213"/>
                <a:gd name="connsiteX119" fmla="*/ 96867 w 216605"/>
                <a:gd name="connsiteY119" fmla="*/ 255185 h 259213"/>
                <a:gd name="connsiteX120" fmla="*/ 94176 w 216605"/>
                <a:gd name="connsiteY120" fmla="*/ 256528 h 259213"/>
                <a:gd name="connsiteX121" fmla="*/ 92831 w 216605"/>
                <a:gd name="connsiteY121" fmla="*/ 256528 h 259213"/>
                <a:gd name="connsiteX122" fmla="*/ 90140 w 216605"/>
                <a:gd name="connsiteY122" fmla="*/ 255185 h 259213"/>
                <a:gd name="connsiteX123" fmla="*/ 83414 w 216605"/>
                <a:gd name="connsiteY123" fmla="*/ 249812 h 259213"/>
                <a:gd name="connsiteX124" fmla="*/ 79377 w 216605"/>
                <a:gd name="connsiteY124" fmla="*/ 249812 h 259213"/>
                <a:gd name="connsiteX125" fmla="*/ 76687 w 216605"/>
                <a:gd name="connsiteY125" fmla="*/ 252499 h 259213"/>
                <a:gd name="connsiteX126" fmla="*/ 73996 w 216605"/>
                <a:gd name="connsiteY126" fmla="*/ 251155 h 259213"/>
                <a:gd name="connsiteX127" fmla="*/ 71305 w 216605"/>
                <a:gd name="connsiteY127" fmla="*/ 245783 h 259213"/>
                <a:gd name="connsiteX128" fmla="*/ 65923 w 216605"/>
                <a:gd name="connsiteY128" fmla="*/ 248469 h 259213"/>
                <a:gd name="connsiteX129" fmla="*/ 67269 w 216605"/>
                <a:gd name="connsiteY129" fmla="*/ 251155 h 259213"/>
                <a:gd name="connsiteX130" fmla="*/ 64578 w 216605"/>
                <a:gd name="connsiteY130" fmla="*/ 253841 h 259213"/>
                <a:gd name="connsiteX131" fmla="*/ 59196 w 216605"/>
                <a:gd name="connsiteY131" fmla="*/ 252499 h 259213"/>
                <a:gd name="connsiteX132" fmla="*/ 53815 w 216605"/>
                <a:gd name="connsiteY132" fmla="*/ 255185 h 259213"/>
                <a:gd name="connsiteX133" fmla="*/ 49779 w 216605"/>
                <a:gd name="connsiteY133" fmla="*/ 253841 h 259213"/>
                <a:gd name="connsiteX134" fmla="*/ 49779 w 216605"/>
                <a:gd name="connsiteY134" fmla="*/ 253841 h 259213"/>
                <a:gd name="connsiteX135" fmla="*/ 47088 w 216605"/>
                <a:gd name="connsiteY135" fmla="*/ 248469 h 259213"/>
                <a:gd name="connsiteX136" fmla="*/ 43052 w 216605"/>
                <a:gd name="connsiteY136" fmla="*/ 245783 h 259213"/>
                <a:gd name="connsiteX137" fmla="*/ 43052 w 216605"/>
                <a:gd name="connsiteY137" fmla="*/ 237725 h 259213"/>
                <a:gd name="connsiteX138" fmla="*/ 45743 w 216605"/>
                <a:gd name="connsiteY138" fmla="*/ 229666 h 259213"/>
                <a:gd name="connsiteX139" fmla="*/ 48434 w 216605"/>
                <a:gd name="connsiteY139" fmla="*/ 225637 h 259213"/>
                <a:gd name="connsiteX140" fmla="*/ 48434 w 216605"/>
                <a:gd name="connsiteY140" fmla="*/ 221608 h 259213"/>
                <a:gd name="connsiteX141" fmla="*/ 51124 w 216605"/>
                <a:gd name="connsiteY141" fmla="*/ 213549 h 259213"/>
                <a:gd name="connsiteX142" fmla="*/ 57851 w 216605"/>
                <a:gd name="connsiteY142" fmla="*/ 208177 h 259213"/>
                <a:gd name="connsiteX143" fmla="*/ 52470 w 216605"/>
                <a:gd name="connsiteY143" fmla="*/ 204148 h 259213"/>
                <a:gd name="connsiteX144" fmla="*/ 47088 w 216605"/>
                <a:gd name="connsiteY144" fmla="*/ 204148 h 259213"/>
                <a:gd name="connsiteX145" fmla="*/ 41707 w 216605"/>
                <a:gd name="connsiteY145" fmla="*/ 201462 h 259213"/>
                <a:gd name="connsiteX146" fmla="*/ 36325 w 216605"/>
                <a:gd name="connsiteY146" fmla="*/ 202805 h 259213"/>
                <a:gd name="connsiteX147" fmla="*/ 33634 w 216605"/>
                <a:gd name="connsiteY147" fmla="*/ 202805 h 259213"/>
                <a:gd name="connsiteX148" fmla="*/ 28253 w 216605"/>
                <a:gd name="connsiteY148" fmla="*/ 202805 h 259213"/>
                <a:gd name="connsiteX149" fmla="*/ 24217 w 216605"/>
                <a:gd name="connsiteY149" fmla="*/ 204148 h 259213"/>
                <a:gd name="connsiteX150" fmla="*/ 20181 w 216605"/>
                <a:gd name="connsiteY150" fmla="*/ 200118 h 259213"/>
                <a:gd name="connsiteX151" fmla="*/ 20181 w 216605"/>
                <a:gd name="connsiteY151" fmla="*/ 196089 h 259213"/>
                <a:gd name="connsiteX152" fmla="*/ 14799 w 216605"/>
                <a:gd name="connsiteY152" fmla="*/ 193403 h 259213"/>
                <a:gd name="connsiteX153" fmla="*/ 14799 w 216605"/>
                <a:gd name="connsiteY153" fmla="*/ 193403 h 259213"/>
                <a:gd name="connsiteX154" fmla="*/ 16145 w 216605"/>
                <a:gd name="connsiteY154" fmla="*/ 184002 h 259213"/>
                <a:gd name="connsiteX155" fmla="*/ 13454 w 216605"/>
                <a:gd name="connsiteY155" fmla="*/ 182659 h 259213"/>
                <a:gd name="connsiteX156" fmla="*/ 12108 w 216605"/>
                <a:gd name="connsiteY156" fmla="*/ 177286 h 259213"/>
                <a:gd name="connsiteX157" fmla="*/ 5381 w 216605"/>
                <a:gd name="connsiteY157" fmla="*/ 169228 h 259213"/>
                <a:gd name="connsiteX158" fmla="*/ 4036 w 216605"/>
                <a:gd name="connsiteY158" fmla="*/ 169228 h 259213"/>
                <a:gd name="connsiteX159" fmla="*/ 6727 w 216605"/>
                <a:gd name="connsiteY159" fmla="*/ 162512 h 259213"/>
                <a:gd name="connsiteX160" fmla="*/ 4036 w 216605"/>
                <a:gd name="connsiteY160" fmla="*/ 157140 h 259213"/>
                <a:gd name="connsiteX161" fmla="*/ 4036 w 216605"/>
                <a:gd name="connsiteY161" fmla="*/ 154454 h 259213"/>
                <a:gd name="connsiteX162" fmla="*/ 0 w 216605"/>
                <a:gd name="connsiteY162" fmla="*/ 146395 h 259213"/>
                <a:gd name="connsiteX163" fmla="*/ 1345 w 216605"/>
                <a:gd name="connsiteY163" fmla="*/ 142366 h 259213"/>
                <a:gd name="connsiteX164" fmla="*/ 1345 w 216605"/>
                <a:gd name="connsiteY164" fmla="*/ 142366 h 259213"/>
                <a:gd name="connsiteX165" fmla="*/ 2691 w 216605"/>
                <a:gd name="connsiteY165" fmla="*/ 135651 h 259213"/>
                <a:gd name="connsiteX166" fmla="*/ 5381 w 216605"/>
                <a:gd name="connsiteY166" fmla="*/ 127592 h 259213"/>
                <a:gd name="connsiteX167" fmla="*/ 2691 w 216605"/>
                <a:gd name="connsiteY167" fmla="*/ 119534 h 259213"/>
                <a:gd name="connsiteX168" fmla="*/ 6727 w 216605"/>
                <a:gd name="connsiteY168" fmla="*/ 115505 h 259213"/>
                <a:gd name="connsiteX169" fmla="*/ 9418 w 216605"/>
                <a:gd name="connsiteY169" fmla="*/ 111475 h 259213"/>
                <a:gd name="connsiteX170" fmla="*/ 16145 w 216605"/>
                <a:gd name="connsiteY170" fmla="*/ 108789 h 259213"/>
                <a:gd name="connsiteX171" fmla="*/ 22872 w 216605"/>
                <a:gd name="connsiteY171" fmla="*/ 110132 h 259213"/>
                <a:gd name="connsiteX172" fmla="*/ 26908 w 216605"/>
                <a:gd name="connsiteY172" fmla="*/ 108789 h 259213"/>
                <a:gd name="connsiteX173" fmla="*/ 24217 w 216605"/>
                <a:gd name="connsiteY173" fmla="*/ 103417 h 259213"/>
                <a:gd name="connsiteX174" fmla="*/ 26908 w 216605"/>
                <a:gd name="connsiteY174" fmla="*/ 100731 h 259213"/>
                <a:gd name="connsiteX175" fmla="*/ 28253 w 216605"/>
                <a:gd name="connsiteY175" fmla="*/ 95359 h 259213"/>
                <a:gd name="connsiteX176" fmla="*/ 29598 w 216605"/>
                <a:gd name="connsiteY176" fmla="*/ 92672 h 259213"/>
                <a:gd name="connsiteX177" fmla="*/ 26908 w 216605"/>
                <a:gd name="connsiteY177" fmla="*/ 89986 h 259213"/>
                <a:gd name="connsiteX178" fmla="*/ 20181 w 216605"/>
                <a:gd name="connsiteY178" fmla="*/ 89986 h 259213"/>
                <a:gd name="connsiteX179" fmla="*/ 20181 w 216605"/>
                <a:gd name="connsiteY179" fmla="*/ 87300 h 259213"/>
                <a:gd name="connsiteX180" fmla="*/ 22872 w 216605"/>
                <a:gd name="connsiteY180" fmla="*/ 81928 h 259213"/>
                <a:gd name="connsiteX181" fmla="*/ 28253 w 216605"/>
                <a:gd name="connsiteY181" fmla="*/ 84614 h 259213"/>
                <a:gd name="connsiteX182" fmla="*/ 30943 w 216605"/>
                <a:gd name="connsiteY182" fmla="*/ 81928 h 259213"/>
                <a:gd name="connsiteX183" fmla="*/ 30943 w 216605"/>
                <a:gd name="connsiteY183" fmla="*/ 76555 h 259213"/>
                <a:gd name="connsiteX184" fmla="*/ 33634 w 216605"/>
                <a:gd name="connsiteY184" fmla="*/ 72526 h 259213"/>
                <a:gd name="connsiteX185" fmla="*/ 33634 w 216605"/>
                <a:gd name="connsiteY185" fmla="*/ 68497 h 259213"/>
                <a:gd name="connsiteX186" fmla="*/ 34980 w 216605"/>
                <a:gd name="connsiteY186" fmla="*/ 67154 h 259213"/>
                <a:gd name="connsiteX187" fmla="*/ 34980 w 216605"/>
                <a:gd name="connsiteY187" fmla="*/ 65811 h 259213"/>
                <a:gd name="connsiteX188" fmla="*/ 36325 w 216605"/>
                <a:gd name="connsiteY188" fmla="*/ 65811 h 259213"/>
                <a:gd name="connsiteX189" fmla="*/ 34980 w 216605"/>
                <a:gd name="connsiteY189" fmla="*/ 61782 h 259213"/>
                <a:gd name="connsiteX190" fmla="*/ 28253 w 216605"/>
                <a:gd name="connsiteY190" fmla="*/ 60438 h 259213"/>
                <a:gd name="connsiteX191" fmla="*/ 26908 w 216605"/>
                <a:gd name="connsiteY191" fmla="*/ 55066 h 259213"/>
                <a:gd name="connsiteX192" fmla="*/ 26908 w 216605"/>
                <a:gd name="connsiteY192" fmla="*/ 51037 h 259213"/>
                <a:gd name="connsiteX193" fmla="*/ 39016 w 216605"/>
                <a:gd name="connsiteY193" fmla="*/ 47008 h 259213"/>
                <a:gd name="connsiteX194" fmla="*/ 41707 w 216605"/>
                <a:gd name="connsiteY194" fmla="*/ 45665 h 259213"/>
                <a:gd name="connsiteX195" fmla="*/ 48434 w 216605"/>
                <a:gd name="connsiteY195" fmla="*/ 49694 h 259213"/>
                <a:gd name="connsiteX196" fmla="*/ 48434 w 216605"/>
                <a:gd name="connsiteY196" fmla="*/ 56409 h 259213"/>
                <a:gd name="connsiteX197" fmla="*/ 52470 w 216605"/>
                <a:gd name="connsiteY197" fmla="*/ 60438 h 259213"/>
                <a:gd name="connsiteX198" fmla="*/ 55161 w 216605"/>
                <a:gd name="connsiteY198" fmla="*/ 57752 h 259213"/>
                <a:gd name="connsiteX199" fmla="*/ 52470 w 216605"/>
                <a:gd name="connsiteY199" fmla="*/ 53723 h 259213"/>
                <a:gd name="connsiteX200" fmla="*/ 52470 w 216605"/>
                <a:gd name="connsiteY200" fmla="*/ 49694 h 259213"/>
                <a:gd name="connsiteX201" fmla="*/ 55161 w 216605"/>
                <a:gd name="connsiteY201" fmla="*/ 48351 h 259213"/>
                <a:gd name="connsiteX202" fmla="*/ 59196 w 216605"/>
                <a:gd name="connsiteY202" fmla="*/ 52380 h 259213"/>
                <a:gd name="connsiteX203" fmla="*/ 57851 w 216605"/>
                <a:gd name="connsiteY203" fmla="*/ 57752 h 259213"/>
                <a:gd name="connsiteX204" fmla="*/ 64578 w 216605"/>
                <a:gd name="connsiteY204" fmla="*/ 64468 h 259213"/>
                <a:gd name="connsiteX205" fmla="*/ 61887 w 216605"/>
                <a:gd name="connsiteY205" fmla="*/ 59095 h 259213"/>
                <a:gd name="connsiteX206" fmla="*/ 61887 w 216605"/>
                <a:gd name="connsiteY206" fmla="*/ 52380 h 259213"/>
                <a:gd name="connsiteX207" fmla="*/ 60542 w 216605"/>
                <a:gd name="connsiteY207" fmla="*/ 48351 h 259213"/>
                <a:gd name="connsiteX208" fmla="*/ 63233 w 216605"/>
                <a:gd name="connsiteY208" fmla="*/ 42978 h 259213"/>
                <a:gd name="connsiteX209" fmla="*/ 67269 w 216605"/>
                <a:gd name="connsiteY209" fmla="*/ 41635 h 259213"/>
                <a:gd name="connsiteX210" fmla="*/ 71305 w 216605"/>
                <a:gd name="connsiteY210" fmla="*/ 44322 h 259213"/>
                <a:gd name="connsiteX211" fmla="*/ 78032 w 216605"/>
                <a:gd name="connsiteY211" fmla="*/ 41635 h 259213"/>
                <a:gd name="connsiteX212" fmla="*/ 86104 w 216605"/>
                <a:gd name="connsiteY212" fmla="*/ 51037 h 259213"/>
                <a:gd name="connsiteX213" fmla="*/ 96867 w 216605"/>
                <a:gd name="connsiteY213" fmla="*/ 53723 h 259213"/>
                <a:gd name="connsiteX214" fmla="*/ 86104 w 216605"/>
                <a:gd name="connsiteY214" fmla="*/ 48351 h 259213"/>
                <a:gd name="connsiteX215" fmla="*/ 78032 w 216605"/>
                <a:gd name="connsiteY215" fmla="*/ 40292 h 259213"/>
                <a:gd name="connsiteX216" fmla="*/ 71305 w 216605"/>
                <a:gd name="connsiteY216" fmla="*/ 40292 h 259213"/>
                <a:gd name="connsiteX217" fmla="*/ 68614 w 216605"/>
                <a:gd name="connsiteY217" fmla="*/ 37606 h 259213"/>
                <a:gd name="connsiteX218" fmla="*/ 68614 w 216605"/>
                <a:gd name="connsiteY218" fmla="*/ 33577 h 259213"/>
                <a:gd name="connsiteX219" fmla="*/ 72650 w 216605"/>
                <a:gd name="connsiteY219" fmla="*/ 30891 h 259213"/>
                <a:gd name="connsiteX220" fmla="*/ 67269 w 216605"/>
                <a:gd name="connsiteY220" fmla="*/ 28205 h 259213"/>
                <a:gd name="connsiteX221" fmla="*/ 67269 w 216605"/>
                <a:gd name="connsiteY221" fmla="*/ 21489 h 259213"/>
                <a:gd name="connsiteX222" fmla="*/ 63233 w 216605"/>
                <a:gd name="connsiteY222" fmla="*/ 24175 h 259213"/>
                <a:gd name="connsiteX223" fmla="*/ 63233 w 216605"/>
                <a:gd name="connsiteY223" fmla="*/ 18803 h 259213"/>
                <a:gd name="connsiteX224" fmla="*/ 67269 w 216605"/>
                <a:gd name="connsiteY224" fmla="*/ 18803 h 259213"/>
                <a:gd name="connsiteX225" fmla="*/ 71305 w 216605"/>
                <a:gd name="connsiteY225" fmla="*/ 17460 h 259213"/>
                <a:gd name="connsiteX226" fmla="*/ 65923 w 216605"/>
                <a:gd name="connsiteY226" fmla="*/ 12088 h 259213"/>
                <a:gd name="connsiteX227" fmla="*/ 67269 w 216605"/>
                <a:gd name="connsiteY227" fmla="*/ 8059 h 259213"/>
                <a:gd name="connsiteX228" fmla="*/ 63233 w 216605"/>
                <a:gd name="connsiteY228" fmla="*/ 8059 h 259213"/>
                <a:gd name="connsiteX229" fmla="*/ 60542 w 216605"/>
                <a:gd name="connsiteY229" fmla="*/ 5372 h 25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</a:cxnLst>
              <a:rect l="l" t="t" r="r" b="b"/>
              <a:pathLst>
                <a:path w="216605" h="259213">
                  <a:moveTo>
                    <a:pt x="60542" y="1343"/>
                  </a:moveTo>
                  <a:lnTo>
                    <a:pt x="67269" y="0"/>
                  </a:lnTo>
                  <a:lnTo>
                    <a:pt x="76687" y="2686"/>
                  </a:lnTo>
                  <a:lnTo>
                    <a:pt x="79377" y="4029"/>
                  </a:lnTo>
                  <a:lnTo>
                    <a:pt x="83414" y="4029"/>
                  </a:lnTo>
                  <a:lnTo>
                    <a:pt x="88795" y="9401"/>
                  </a:lnTo>
                  <a:lnTo>
                    <a:pt x="94176" y="9401"/>
                  </a:lnTo>
                  <a:lnTo>
                    <a:pt x="91485" y="14774"/>
                  </a:lnTo>
                  <a:lnTo>
                    <a:pt x="88795" y="17460"/>
                  </a:lnTo>
                  <a:lnTo>
                    <a:pt x="90140" y="21489"/>
                  </a:lnTo>
                  <a:lnTo>
                    <a:pt x="94176" y="21489"/>
                  </a:lnTo>
                  <a:lnTo>
                    <a:pt x="95522" y="26862"/>
                  </a:lnTo>
                  <a:lnTo>
                    <a:pt x="99558" y="22832"/>
                  </a:lnTo>
                  <a:lnTo>
                    <a:pt x="100903" y="20146"/>
                  </a:lnTo>
                  <a:lnTo>
                    <a:pt x="103594" y="18803"/>
                  </a:lnTo>
                  <a:lnTo>
                    <a:pt x="106285" y="21489"/>
                  </a:lnTo>
                  <a:lnTo>
                    <a:pt x="113012" y="26862"/>
                  </a:lnTo>
                  <a:lnTo>
                    <a:pt x="114357" y="24175"/>
                  </a:lnTo>
                  <a:lnTo>
                    <a:pt x="118393" y="21489"/>
                  </a:lnTo>
                  <a:lnTo>
                    <a:pt x="119738" y="22832"/>
                  </a:lnTo>
                  <a:lnTo>
                    <a:pt x="119738" y="26862"/>
                  </a:lnTo>
                  <a:lnTo>
                    <a:pt x="117048" y="30891"/>
                  </a:lnTo>
                  <a:lnTo>
                    <a:pt x="113012" y="30891"/>
                  </a:lnTo>
                  <a:lnTo>
                    <a:pt x="108976" y="33577"/>
                  </a:lnTo>
                  <a:lnTo>
                    <a:pt x="115702" y="36263"/>
                  </a:lnTo>
                  <a:lnTo>
                    <a:pt x="118393" y="34920"/>
                  </a:lnTo>
                  <a:lnTo>
                    <a:pt x="122429" y="34920"/>
                  </a:lnTo>
                  <a:lnTo>
                    <a:pt x="123775" y="37606"/>
                  </a:lnTo>
                  <a:lnTo>
                    <a:pt x="129156" y="37606"/>
                  </a:lnTo>
                  <a:lnTo>
                    <a:pt x="130502" y="33577"/>
                  </a:lnTo>
                  <a:lnTo>
                    <a:pt x="134538" y="28205"/>
                  </a:lnTo>
                  <a:lnTo>
                    <a:pt x="143955" y="26862"/>
                  </a:lnTo>
                  <a:lnTo>
                    <a:pt x="143955" y="25518"/>
                  </a:lnTo>
                  <a:lnTo>
                    <a:pt x="149337" y="22832"/>
                  </a:lnTo>
                  <a:lnTo>
                    <a:pt x="149337" y="20146"/>
                  </a:lnTo>
                  <a:lnTo>
                    <a:pt x="152027" y="18803"/>
                  </a:lnTo>
                  <a:lnTo>
                    <a:pt x="158754" y="18803"/>
                  </a:lnTo>
                  <a:lnTo>
                    <a:pt x="153373" y="21489"/>
                  </a:lnTo>
                  <a:lnTo>
                    <a:pt x="150682" y="22832"/>
                  </a:lnTo>
                  <a:lnTo>
                    <a:pt x="150682" y="22832"/>
                  </a:lnTo>
                  <a:lnTo>
                    <a:pt x="147991" y="25518"/>
                  </a:lnTo>
                  <a:lnTo>
                    <a:pt x="149337" y="26862"/>
                  </a:lnTo>
                  <a:lnTo>
                    <a:pt x="154718" y="24175"/>
                  </a:lnTo>
                  <a:lnTo>
                    <a:pt x="160100" y="22832"/>
                  </a:lnTo>
                  <a:lnTo>
                    <a:pt x="162791" y="21489"/>
                  </a:lnTo>
                  <a:lnTo>
                    <a:pt x="164136" y="24175"/>
                  </a:lnTo>
                  <a:lnTo>
                    <a:pt x="169518" y="25518"/>
                  </a:lnTo>
                  <a:lnTo>
                    <a:pt x="176244" y="32234"/>
                  </a:lnTo>
                  <a:lnTo>
                    <a:pt x="181626" y="30891"/>
                  </a:lnTo>
                  <a:lnTo>
                    <a:pt x="184317" y="34920"/>
                  </a:lnTo>
                  <a:lnTo>
                    <a:pt x="182971" y="40292"/>
                  </a:lnTo>
                  <a:lnTo>
                    <a:pt x="188353" y="44322"/>
                  </a:lnTo>
                  <a:lnTo>
                    <a:pt x="192389" y="42978"/>
                  </a:lnTo>
                  <a:lnTo>
                    <a:pt x="195080" y="45665"/>
                  </a:lnTo>
                  <a:lnTo>
                    <a:pt x="200461" y="45665"/>
                  </a:lnTo>
                  <a:lnTo>
                    <a:pt x="203152" y="57752"/>
                  </a:lnTo>
                  <a:lnTo>
                    <a:pt x="201806" y="65811"/>
                  </a:lnTo>
                  <a:lnTo>
                    <a:pt x="195080" y="69840"/>
                  </a:lnTo>
                  <a:lnTo>
                    <a:pt x="195080" y="73869"/>
                  </a:lnTo>
                  <a:lnTo>
                    <a:pt x="203152" y="81928"/>
                  </a:lnTo>
                  <a:lnTo>
                    <a:pt x="201806" y="87300"/>
                  </a:lnTo>
                  <a:lnTo>
                    <a:pt x="205842" y="92672"/>
                  </a:lnTo>
                  <a:lnTo>
                    <a:pt x="205842" y="96702"/>
                  </a:lnTo>
                  <a:lnTo>
                    <a:pt x="207188" y="102074"/>
                  </a:lnTo>
                  <a:lnTo>
                    <a:pt x="205842" y="106103"/>
                  </a:lnTo>
                  <a:lnTo>
                    <a:pt x="209879" y="116848"/>
                  </a:lnTo>
                  <a:lnTo>
                    <a:pt x="213915" y="118191"/>
                  </a:lnTo>
                  <a:lnTo>
                    <a:pt x="216606" y="122220"/>
                  </a:lnTo>
                  <a:lnTo>
                    <a:pt x="216606" y="136994"/>
                  </a:lnTo>
                  <a:lnTo>
                    <a:pt x="215260" y="139680"/>
                  </a:lnTo>
                  <a:lnTo>
                    <a:pt x="211224" y="138337"/>
                  </a:lnTo>
                  <a:lnTo>
                    <a:pt x="207188" y="141023"/>
                  </a:lnTo>
                  <a:lnTo>
                    <a:pt x="200461" y="138337"/>
                  </a:lnTo>
                  <a:lnTo>
                    <a:pt x="200461" y="143709"/>
                  </a:lnTo>
                  <a:lnTo>
                    <a:pt x="195080" y="146395"/>
                  </a:lnTo>
                  <a:lnTo>
                    <a:pt x="191044" y="145052"/>
                  </a:lnTo>
                  <a:lnTo>
                    <a:pt x="182971" y="145052"/>
                  </a:lnTo>
                  <a:lnTo>
                    <a:pt x="180280" y="149082"/>
                  </a:lnTo>
                  <a:lnTo>
                    <a:pt x="174899" y="149082"/>
                  </a:lnTo>
                  <a:lnTo>
                    <a:pt x="169518" y="155797"/>
                  </a:lnTo>
                  <a:lnTo>
                    <a:pt x="165481" y="155797"/>
                  </a:lnTo>
                  <a:lnTo>
                    <a:pt x="156064" y="163855"/>
                  </a:lnTo>
                  <a:lnTo>
                    <a:pt x="152027" y="162512"/>
                  </a:lnTo>
                  <a:lnTo>
                    <a:pt x="149337" y="159826"/>
                  </a:lnTo>
                  <a:lnTo>
                    <a:pt x="146646" y="162512"/>
                  </a:lnTo>
                  <a:lnTo>
                    <a:pt x="146646" y="165199"/>
                  </a:lnTo>
                  <a:lnTo>
                    <a:pt x="154718" y="169228"/>
                  </a:lnTo>
                  <a:lnTo>
                    <a:pt x="160100" y="178629"/>
                  </a:lnTo>
                  <a:lnTo>
                    <a:pt x="158754" y="184002"/>
                  </a:lnTo>
                  <a:lnTo>
                    <a:pt x="160100" y="188031"/>
                  </a:lnTo>
                  <a:lnTo>
                    <a:pt x="165481" y="190717"/>
                  </a:lnTo>
                  <a:lnTo>
                    <a:pt x="174899" y="197432"/>
                  </a:lnTo>
                  <a:lnTo>
                    <a:pt x="178935" y="200118"/>
                  </a:lnTo>
                  <a:lnTo>
                    <a:pt x="189698" y="212206"/>
                  </a:lnTo>
                  <a:lnTo>
                    <a:pt x="188353" y="217578"/>
                  </a:lnTo>
                  <a:lnTo>
                    <a:pt x="189698" y="222951"/>
                  </a:lnTo>
                  <a:lnTo>
                    <a:pt x="185662" y="222951"/>
                  </a:lnTo>
                  <a:lnTo>
                    <a:pt x="181626" y="228323"/>
                  </a:lnTo>
                  <a:lnTo>
                    <a:pt x="176244" y="231009"/>
                  </a:lnTo>
                  <a:lnTo>
                    <a:pt x="169518" y="240411"/>
                  </a:lnTo>
                  <a:lnTo>
                    <a:pt x="169518" y="243097"/>
                  </a:lnTo>
                  <a:lnTo>
                    <a:pt x="174899" y="245783"/>
                  </a:lnTo>
                  <a:lnTo>
                    <a:pt x="176244" y="251155"/>
                  </a:lnTo>
                  <a:lnTo>
                    <a:pt x="173554" y="252499"/>
                  </a:lnTo>
                  <a:lnTo>
                    <a:pt x="168172" y="249812"/>
                  </a:lnTo>
                  <a:lnTo>
                    <a:pt x="161445" y="251155"/>
                  </a:lnTo>
                  <a:lnTo>
                    <a:pt x="156064" y="249812"/>
                  </a:lnTo>
                  <a:lnTo>
                    <a:pt x="152027" y="249812"/>
                  </a:lnTo>
                  <a:lnTo>
                    <a:pt x="143955" y="255185"/>
                  </a:lnTo>
                  <a:lnTo>
                    <a:pt x="139919" y="256528"/>
                  </a:lnTo>
                  <a:lnTo>
                    <a:pt x="134538" y="255185"/>
                  </a:lnTo>
                  <a:lnTo>
                    <a:pt x="130502" y="256528"/>
                  </a:lnTo>
                  <a:lnTo>
                    <a:pt x="126465" y="253841"/>
                  </a:lnTo>
                  <a:lnTo>
                    <a:pt x="119738" y="252499"/>
                  </a:lnTo>
                  <a:lnTo>
                    <a:pt x="113012" y="253841"/>
                  </a:lnTo>
                  <a:lnTo>
                    <a:pt x="113012" y="256528"/>
                  </a:lnTo>
                  <a:lnTo>
                    <a:pt x="111666" y="259214"/>
                  </a:lnTo>
                  <a:lnTo>
                    <a:pt x="104939" y="257871"/>
                  </a:lnTo>
                  <a:lnTo>
                    <a:pt x="102249" y="253841"/>
                  </a:lnTo>
                  <a:lnTo>
                    <a:pt x="96867" y="255185"/>
                  </a:lnTo>
                  <a:lnTo>
                    <a:pt x="94176" y="256528"/>
                  </a:lnTo>
                  <a:lnTo>
                    <a:pt x="92831" y="256528"/>
                  </a:lnTo>
                  <a:lnTo>
                    <a:pt x="90140" y="255185"/>
                  </a:lnTo>
                  <a:lnTo>
                    <a:pt x="83414" y="249812"/>
                  </a:lnTo>
                  <a:lnTo>
                    <a:pt x="79377" y="249812"/>
                  </a:lnTo>
                  <a:lnTo>
                    <a:pt x="76687" y="252499"/>
                  </a:lnTo>
                  <a:lnTo>
                    <a:pt x="73996" y="251155"/>
                  </a:lnTo>
                  <a:lnTo>
                    <a:pt x="71305" y="245783"/>
                  </a:lnTo>
                  <a:lnTo>
                    <a:pt x="65923" y="248469"/>
                  </a:lnTo>
                  <a:lnTo>
                    <a:pt x="67269" y="251155"/>
                  </a:lnTo>
                  <a:lnTo>
                    <a:pt x="64578" y="253841"/>
                  </a:lnTo>
                  <a:lnTo>
                    <a:pt x="59196" y="252499"/>
                  </a:lnTo>
                  <a:lnTo>
                    <a:pt x="53815" y="255185"/>
                  </a:lnTo>
                  <a:lnTo>
                    <a:pt x="49779" y="253841"/>
                  </a:lnTo>
                  <a:lnTo>
                    <a:pt x="49779" y="253841"/>
                  </a:lnTo>
                  <a:lnTo>
                    <a:pt x="47088" y="248469"/>
                  </a:lnTo>
                  <a:lnTo>
                    <a:pt x="43052" y="245783"/>
                  </a:lnTo>
                  <a:lnTo>
                    <a:pt x="43052" y="237725"/>
                  </a:lnTo>
                  <a:lnTo>
                    <a:pt x="45743" y="229666"/>
                  </a:lnTo>
                  <a:lnTo>
                    <a:pt x="48434" y="225637"/>
                  </a:lnTo>
                  <a:lnTo>
                    <a:pt x="48434" y="221608"/>
                  </a:lnTo>
                  <a:lnTo>
                    <a:pt x="51124" y="213549"/>
                  </a:lnTo>
                  <a:lnTo>
                    <a:pt x="57851" y="208177"/>
                  </a:lnTo>
                  <a:lnTo>
                    <a:pt x="52470" y="204148"/>
                  </a:lnTo>
                  <a:lnTo>
                    <a:pt x="47088" y="204148"/>
                  </a:lnTo>
                  <a:lnTo>
                    <a:pt x="41707" y="201462"/>
                  </a:lnTo>
                  <a:lnTo>
                    <a:pt x="36325" y="202805"/>
                  </a:lnTo>
                  <a:lnTo>
                    <a:pt x="33634" y="202805"/>
                  </a:lnTo>
                  <a:lnTo>
                    <a:pt x="28253" y="202805"/>
                  </a:lnTo>
                  <a:lnTo>
                    <a:pt x="24217" y="204148"/>
                  </a:lnTo>
                  <a:lnTo>
                    <a:pt x="20181" y="200118"/>
                  </a:lnTo>
                  <a:lnTo>
                    <a:pt x="20181" y="196089"/>
                  </a:lnTo>
                  <a:lnTo>
                    <a:pt x="14799" y="193403"/>
                  </a:lnTo>
                  <a:lnTo>
                    <a:pt x="14799" y="193403"/>
                  </a:lnTo>
                  <a:lnTo>
                    <a:pt x="16145" y="184002"/>
                  </a:lnTo>
                  <a:lnTo>
                    <a:pt x="13454" y="182659"/>
                  </a:lnTo>
                  <a:lnTo>
                    <a:pt x="12108" y="177286"/>
                  </a:lnTo>
                  <a:lnTo>
                    <a:pt x="5381" y="169228"/>
                  </a:lnTo>
                  <a:lnTo>
                    <a:pt x="4036" y="169228"/>
                  </a:lnTo>
                  <a:lnTo>
                    <a:pt x="6727" y="162512"/>
                  </a:lnTo>
                  <a:lnTo>
                    <a:pt x="4036" y="157140"/>
                  </a:lnTo>
                  <a:lnTo>
                    <a:pt x="4036" y="154454"/>
                  </a:lnTo>
                  <a:lnTo>
                    <a:pt x="0" y="146395"/>
                  </a:lnTo>
                  <a:lnTo>
                    <a:pt x="1345" y="142366"/>
                  </a:lnTo>
                  <a:lnTo>
                    <a:pt x="1345" y="142366"/>
                  </a:lnTo>
                  <a:lnTo>
                    <a:pt x="2691" y="135651"/>
                  </a:lnTo>
                  <a:lnTo>
                    <a:pt x="5381" y="127592"/>
                  </a:lnTo>
                  <a:lnTo>
                    <a:pt x="2691" y="119534"/>
                  </a:lnTo>
                  <a:lnTo>
                    <a:pt x="6727" y="115505"/>
                  </a:lnTo>
                  <a:lnTo>
                    <a:pt x="9418" y="111475"/>
                  </a:lnTo>
                  <a:lnTo>
                    <a:pt x="16145" y="108789"/>
                  </a:lnTo>
                  <a:lnTo>
                    <a:pt x="22872" y="110132"/>
                  </a:lnTo>
                  <a:lnTo>
                    <a:pt x="26908" y="108789"/>
                  </a:lnTo>
                  <a:lnTo>
                    <a:pt x="24217" y="103417"/>
                  </a:lnTo>
                  <a:lnTo>
                    <a:pt x="26908" y="100731"/>
                  </a:lnTo>
                  <a:lnTo>
                    <a:pt x="28253" y="95359"/>
                  </a:lnTo>
                  <a:lnTo>
                    <a:pt x="29598" y="92672"/>
                  </a:lnTo>
                  <a:lnTo>
                    <a:pt x="26908" y="89986"/>
                  </a:lnTo>
                  <a:lnTo>
                    <a:pt x="20181" y="89986"/>
                  </a:lnTo>
                  <a:lnTo>
                    <a:pt x="20181" y="87300"/>
                  </a:lnTo>
                  <a:lnTo>
                    <a:pt x="22872" y="81928"/>
                  </a:lnTo>
                  <a:lnTo>
                    <a:pt x="28253" y="84614"/>
                  </a:lnTo>
                  <a:lnTo>
                    <a:pt x="30943" y="81928"/>
                  </a:lnTo>
                  <a:lnTo>
                    <a:pt x="30943" y="76555"/>
                  </a:lnTo>
                  <a:lnTo>
                    <a:pt x="33634" y="72526"/>
                  </a:lnTo>
                  <a:lnTo>
                    <a:pt x="33634" y="68497"/>
                  </a:lnTo>
                  <a:lnTo>
                    <a:pt x="34980" y="67154"/>
                  </a:lnTo>
                  <a:lnTo>
                    <a:pt x="34980" y="65811"/>
                  </a:lnTo>
                  <a:lnTo>
                    <a:pt x="36325" y="65811"/>
                  </a:lnTo>
                  <a:lnTo>
                    <a:pt x="34980" y="61782"/>
                  </a:lnTo>
                  <a:lnTo>
                    <a:pt x="28253" y="60438"/>
                  </a:lnTo>
                  <a:lnTo>
                    <a:pt x="26908" y="55066"/>
                  </a:lnTo>
                  <a:lnTo>
                    <a:pt x="26908" y="51037"/>
                  </a:lnTo>
                  <a:lnTo>
                    <a:pt x="39016" y="47008"/>
                  </a:lnTo>
                  <a:lnTo>
                    <a:pt x="41707" y="45665"/>
                  </a:lnTo>
                  <a:lnTo>
                    <a:pt x="48434" y="49694"/>
                  </a:lnTo>
                  <a:lnTo>
                    <a:pt x="48434" y="56409"/>
                  </a:lnTo>
                  <a:lnTo>
                    <a:pt x="52470" y="60438"/>
                  </a:lnTo>
                  <a:lnTo>
                    <a:pt x="55161" y="57752"/>
                  </a:lnTo>
                  <a:lnTo>
                    <a:pt x="52470" y="53723"/>
                  </a:lnTo>
                  <a:lnTo>
                    <a:pt x="52470" y="49694"/>
                  </a:lnTo>
                  <a:lnTo>
                    <a:pt x="55161" y="48351"/>
                  </a:lnTo>
                  <a:lnTo>
                    <a:pt x="59196" y="52380"/>
                  </a:lnTo>
                  <a:lnTo>
                    <a:pt x="57851" y="57752"/>
                  </a:lnTo>
                  <a:lnTo>
                    <a:pt x="64578" y="64468"/>
                  </a:lnTo>
                  <a:lnTo>
                    <a:pt x="61887" y="59095"/>
                  </a:lnTo>
                  <a:lnTo>
                    <a:pt x="61887" y="52380"/>
                  </a:lnTo>
                  <a:lnTo>
                    <a:pt x="60542" y="48351"/>
                  </a:lnTo>
                  <a:lnTo>
                    <a:pt x="63233" y="42978"/>
                  </a:lnTo>
                  <a:lnTo>
                    <a:pt x="67269" y="41635"/>
                  </a:lnTo>
                  <a:lnTo>
                    <a:pt x="71305" y="44322"/>
                  </a:lnTo>
                  <a:lnTo>
                    <a:pt x="78032" y="41635"/>
                  </a:lnTo>
                  <a:lnTo>
                    <a:pt x="86104" y="51037"/>
                  </a:lnTo>
                  <a:lnTo>
                    <a:pt x="96867" y="53723"/>
                  </a:lnTo>
                  <a:lnTo>
                    <a:pt x="86104" y="48351"/>
                  </a:lnTo>
                  <a:lnTo>
                    <a:pt x="78032" y="40292"/>
                  </a:lnTo>
                  <a:lnTo>
                    <a:pt x="71305" y="40292"/>
                  </a:lnTo>
                  <a:lnTo>
                    <a:pt x="68614" y="37606"/>
                  </a:lnTo>
                  <a:lnTo>
                    <a:pt x="68614" y="33577"/>
                  </a:lnTo>
                  <a:lnTo>
                    <a:pt x="72650" y="30891"/>
                  </a:lnTo>
                  <a:lnTo>
                    <a:pt x="67269" y="28205"/>
                  </a:lnTo>
                  <a:lnTo>
                    <a:pt x="67269" y="21489"/>
                  </a:lnTo>
                  <a:lnTo>
                    <a:pt x="63233" y="24175"/>
                  </a:lnTo>
                  <a:lnTo>
                    <a:pt x="63233" y="18803"/>
                  </a:lnTo>
                  <a:lnTo>
                    <a:pt x="67269" y="18803"/>
                  </a:lnTo>
                  <a:lnTo>
                    <a:pt x="71305" y="17460"/>
                  </a:lnTo>
                  <a:lnTo>
                    <a:pt x="65923" y="12088"/>
                  </a:lnTo>
                  <a:lnTo>
                    <a:pt x="67269" y="8059"/>
                  </a:lnTo>
                  <a:lnTo>
                    <a:pt x="63233" y="8059"/>
                  </a:lnTo>
                  <a:lnTo>
                    <a:pt x="60542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484" name="Graphic 5">
              <a:extLst>
                <a:ext uri="{FF2B5EF4-FFF2-40B4-BE49-F238E27FC236}">
                  <a16:creationId xmlns:a16="http://schemas.microsoft.com/office/drawing/2014/main" id="{1891CECE-7947-6881-F707-3B6CE61393D1}"/>
                </a:ext>
              </a:extLst>
            </p:cNvPr>
            <p:cNvGrpSpPr/>
            <p:nvPr/>
          </p:nvGrpSpPr>
          <p:grpSpPr>
            <a:xfrm>
              <a:off x="7417063" y="3096596"/>
              <a:ext cx="91485" cy="84613"/>
              <a:chOff x="7417063" y="3096596"/>
              <a:chExt cx="91485" cy="84613"/>
            </a:xfrm>
            <a:solidFill>
              <a:srgbClr val="72C3BE"/>
            </a:solidFill>
          </p:grpSpPr>
          <p:sp>
            <p:nvSpPr>
              <p:cNvPr id="1485" name="Freeform 1484">
                <a:extLst>
                  <a:ext uri="{FF2B5EF4-FFF2-40B4-BE49-F238E27FC236}">
                    <a16:creationId xmlns:a16="http://schemas.microsoft.com/office/drawing/2014/main" id="{B0C267D2-DBED-740F-B137-3374624C6C40}"/>
                  </a:ext>
                </a:extLst>
              </p:cNvPr>
              <p:cNvSpPr/>
              <p:nvPr/>
            </p:nvSpPr>
            <p:spPr>
              <a:xfrm>
                <a:off x="7417063" y="3096596"/>
                <a:ext cx="91485" cy="84613"/>
              </a:xfrm>
              <a:custGeom>
                <a:avLst/>
                <a:gdLst>
                  <a:gd name="connsiteX0" fmla="*/ 57851 w 91485"/>
                  <a:gd name="connsiteY0" fmla="*/ 84614 h 84613"/>
                  <a:gd name="connsiteX1" fmla="*/ 59197 w 91485"/>
                  <a:gd name="connsiteY1" fmla="*/ 77899 h 84613"/>
                  <a:gd name="connsiteX2" fmla="*/ 61887 w 91485"/>
                  <a:gd name="connsiteY2" fmla="*/ 69840 h 84613"/>
                  <a:gd name="connsiteX3" fmla="*/ 59197 w 91485"/>
                  <a:gd name="connsiteY3" fmla="*/ 61781 h 84613"/>
                  <a:gd name="connsiteX4" fmla="*/ 63233 w 91485"/>
                  <a:gd name="connsiteY4" fmla="*/ 57752 h 84613"/>
                  <a:gd name="connsiteX5" fmla="*/ 65924 w 91485"/>
                  <a:gd name="connsiteY5" fmla="*/ 53723 h 84613"/>
                  <a:gd name="connsiteX6" fmla="*/ 72651 w 91485"/>
                  <a:gd name="connsiteY6" fmla="*/ 51037 h 84613"/>
                  <a:gd name="connsiteX7" fmla="*/ 79378 w 91485"/>
                  <a:gd name="connsiteY7" fmla="*/ 52380 h 84613"/>
                  <a:gd name="connsiteX8" fmla="*/ 83414 w 91485"/>
                  <a:gd name="connsiteY8" fmla="*/ 51037 h 84613"/>
                  <a:gd name="connsiteX9" fmla="*/ 80723 w 91485"/>
                  <a:gd name="connsiteY9" fmla="*/ 45665 h 84613"/>
                  <a:gd name="connsiteX10" fmla="*/ 83414 w 91485"/>
                  <a:gd name="connsiteY10" fmla="*/ 42978 h 84613"/>
                  <a:gd name="connsiteX11" fmla="*/ 84759 w 91485"/>
                  <a:gd name="connsiteY11" fmla="*/ 37606 h 84613"/>
                  <a:gd name="connsiteX12" fmla="*/ 86104 w 91485"/>
                  <a:gd name="connsiteY12" fmla="*/ 34920 h 84613"/>
                  <a:gd name="connsiteX13" fmla="*/ 83414 w 91485"/>
                  <a:gd name="connsiteY13" fmla="*/ 32234 h 84613"/>
                  <a:gd name="connsiteX14" fmla="*/ 76687 w 91485"/>
                  <a:gd name="connsiteY14" fmla="*/ 32234 h 84613"/>
                  <a:gd name="connsiteX15" fmla="*/ 76687 w 91485"/>
                  <a:gd name="connsiteY15" fmla="*/ 29548 h 84613"/>
                  <a:gd name="connsiteX16" fmla="*/ 79378 w 91485"/>
                  <a:gd name="connsiteY16" fmla="*/ 24175 h 84613"/>
                  <a:gd name="connsiteX17" fmla="*/ 84759 w 91485"/>
                  <a:gd name="connsiteY17" fmla="*/ 26862 h 84613"/>
                  <a:gd name="connsiteX18" fmla="*/ 87449 w 91485"/>
                  <a:gd name="connsiteY18" fmla="*/ 24175 h 84613"/>
                  <a:gd name="connsiteX19" fmla="*/ 87449 w 91485"/>
                  <a:gd name="connsiteY19" fmla="*/ 18803 h 84613"/>
                  <a:gd name="connsiteX20" fmla="*/ 90140 w 91485"/>
                  <a:gd name="connsiteY20" fmla="*/ 14774 h 84613"/>
                  <a:gd name="connsiteX21" fmla="*/ 90140 w 91485"/>
                  <a:gd name="connsiteY21" fmla="*/ 10745 h 84613"/>
                  <a:gd name="connsiteX22" fmla="*/ 91486 w 91485"/>
                  <a:gd name="connsiteY22" fmla="*/ 9401 h 84613"/>
                  <a:gd name="connsiteX23" fmla="*/ 91486 w 91485"/>
                  <a:gd name="connsiteY23" fmla="*/ 8058 h 84613"/>
                  <a:gd name="connsiteX24" fmla="*/ 86104 w 91485"/>
                  <a:gd name="connsiteY24" fmla="*/ 6715 h 84613"/>
                  <a:gd name="connsiteX25" fmla="*/ 83414 w 91485"/>
                  <a:gd name="connsiteY25" fmla="*/ 2686 h 84613"/>
                  <a:gd name="connsiteX26" fmla="*/ 75341 w 91485"/>
                  <a:gd name="connsiteY26" fmla="*/ 0 h 84613"/>
                  <a:gd name="connsiteX27" fmla="*/ 67269 w 91485"/>
                  <a:gd name="connsiteY27" fmla="*/ 0 h 84613"/>
                  <a:gd name="connsiteX28" fmla="*/ 63233 w 91485"/>
                  <a:gd name="connsiteY28" fmla="*/ 4029 h 84613"/>
                  <a:gd name="connsiteX29" fmla="*/ 59197 w 91485"/>
                  <a:gd name="connsiteY29" fmla="*/ 2686 h 84613"/>
                  <a:gd name="connsiteX30" fmla="*/ 56506 w 91485"/>
                  <a:gd name="connsiteY30" fmla="*/ 4029 h 84613"/>
                  <a:gd name="connsiteX31" fmla="*/ 49779 w 91485"/>
                  <a:gd name="connsiteY31" fmla="*/ 4029 h 84613"/>
                  <a:gd name="connsiteX32" fmla="*/ 44398 w 91485"/>
                  <a:gd name="connsiteY32" fmla="*/ 10745 h 84613"/>
                  <a:gd name="connsiteX33" fmla="*/ 34980 w 91485"/>
                  <a:gd name="connsiteY33" fmla="*/ 16117 h 84613"/>
                  <a:gd name="connsiteX34" fmla="*/ 32289 w 91485"/>
                  <a:gd name="connsiteY34" fmla="*/ 14774 h 84613"/>
                  <a:gd name="connsiteX35" fmla="*/ 26908 w 91485"/>
                  <a:gd name="connsiteY35" fmla="*/ 17460 h 84613"/>
                  <a:gd name="connsiteX36" fmla="*/ 26908 w 91485"/>
                  <a:gd name="connsiteY36" fmla="*/ 22832 h 84613"/>
                  <a:gd name="connsiteX37" fmla="*/ 21526 w 91485"/>
                  <a:gd name="connsiteY37" fmla="*/ 26862 h 84613"/>
                  <a:gd name="connsiteX38" fmla="*/ 22872 w 91485"/>
                  <a:gd name="connsiteY38" fmla="*/ 33577 h 84613"/>
                  <a:gd name="connsiteX39" fmla="*/ 22872 w 91485"/>
                  <a:gd name="connsiteY39" fmla="*/ 38949 h 84613"/>
                  <a:gd name="connsiteX40" fmla="*/ 20181 w 91485"/>
                  <a:gd name="connsiteY40" fmla="*/ 42978 h 84613"/>
                  <a:gd name="connsiteX41" fmla="*/ 18836 w 91485"/>
                  <a:gd name="connsiteY41" fmla="*/ 47008 h 84613"/>
                  <a:gd name="connsiteX42" fmla="*/ 14799 w 91485"/>
                  <a:gd name="connsiteY42" fmla="*/ 49694 h 84613"/>
                  <a:gd name="connsiteX43" fmla="*/ 14799 w 91485"/>
                  <a:gd name="connsiteY43" fmla="*/ 53723 h 84613"/>
                  <a:gd name="connsiteX44" fmla="*/ 20181 w 91485"/>
                  <a:gd name="connsiteY44" fmla="*/ 59095 h 84613"/>
                  <a:gd name="connsiteX45" fmla="*/ 25562 w 91485"/>
                  <a:gd name="connsiteY45" fmla="*/ 60438 h 84613"/>
                  <a:gd name="connsiteX46" fmla="*/ 20181 w 91485"/>
                  <a:gd name="connsiteY46" fmla="*/ 60438 h 84613"/>
                  <a:gd name="connsiteX47" fmla="*/ 17490 w 91485"/>
                  <a:gd name="connsiteY47" fmla="*/ 61781 h 84613"/>
                  <a:gd name="connsiteX48" fmla="*/ 16145 w 91485"/>
                  <a:gd name="connsiteY48" fmla="*/ 64468 h 84613"/>
                  <a:gd name="connsiteX49" fmla="*/ 17490 w 91485"/>
                  <a:gd name="connsiteY49" fmla="*/ 67154 h 84613"/>
                  <a:gd name="connsiteX50" fmla="*/ 20181 w 91485"/>
                  <a:gd name="connsiteY50" fmla="*/ 67154 h 84613"/>
                  <a:gd name="connsiteX51" fmla="*/ 21526 w 91485"/>
                  <a:gd name="connsiteY51" fmla="*/ 69840 h 84613"/>
                  <a:gd name="connsiteX52" fmla="*/ 16145 w 91485"/>
                  <a:gd name="connsiteY52" fmla="*/ 69840 h 84613"/>
                  <a:gd name="connsiteX53" fmla="*/ 12109 w 91485"/>
                  <a:gd name="connsiteY53" fmla="*/ 65811 h 84613"/>
                  <a:gd name="connsiteX54" fmla="*/ 8072 w 91485"/>
                  <a:gd name="connsiteY54" fmla="*/ 63125 h 84613"/>
                  <a:gd name="connsiteX55" fmla="*/ 2691 w 91485"/>
                  <a:gd name="connsiteY55" fmla="*/ 65811 h 84613"/>
                  <a:gd name="connsiteX56" fmla="*/ 4036 w 91485"/>
                  <a:gd name="connsiteY56" fmla="*/ 67154 h 84613"/>
                  <a:gd name="connsiteX57" fmla="*/ 9418 w 91485"/>
                  <a:gd name="connsiteY57" fmla="*/ 68497 h 84613"/>
                  <a:gd name="connsiteX58" fmla="*/ 12109 w 91485"/>
                  <a:gd name="connsiteY58" fmla="*/ 71183 h 84613"/>
                  <a:gd name="connsiteX59" fmla="*/ 13454 w 91485"/>
                  <a:gd name="connsiteY59" fmla="*/ 71183 h 84613"/>
                  <a:gd name="connsiteX60" fmla="*/ 18836 w 91485"/>
                  <a:gd name="connsiteY60" fmla="*/ 73869 h 84613"/>
                  <a:gd name="connsiteX61" fmla="*/ 13454 w 91485"/>
                  <a:gd name="connsiteY61" fmla="*/ 72526 h 84613"/>
                  <a:gd name="connsiteX62" fmla="*/ 10763 w 91485"/>
                  <a:gd name="connsiteY62" fmla="*/ 72526 h 84613"/>
                  <a:gd name="connsiteX63" fmla="*/ 4036 w 91485"/>
                  <a:gd name="connsiteY63" fmla="*/ 69840 h 84613"/>
                  <a:gd name="connsiteX64" fmla="*/ 0 w 91485"/>
                  <a:gd name="connsiteY64" fmla="*/ 69840 h 84613"/>
                  <a:gd name="connsiteX65" fmla="*/ 0 w 91485"/>
                  <a:gd name="connsiteY65" fmla="*/ 71183 h 84613"/>
                  <a:gd name="connsiteX66" fmla="*/ 2691 w 91485"/>
                  <a:gd name="connsiteY66" fmla="*/ 71183 h 84613"/>
                  <a:gd name="connsiteX67" fmla="*/ 4036 w 91485"/>
                  <a:gd name="connsiteY67" fmla="*/ 75212 h 84613"/>
                  <a:gd name="connsiteX68" fmla="*/ 8072 w 91485"/>
                  <a:gd name="connsiteY68" fmla="*/ 75212 h 84613"/>
                  <a:gd name="connsiteX69" fmla="*/ 10763 w 91485"/>
                  <a:gd name="connsiteY69" fmla="*/ 77899 h 84613"/>
                  <a:gd name="connsiteX70" fmla="*/ 13454 w 91485"/>
                  <a:gd name="connsiteY70" fmla="*/ 75212 h 84613"/>
                  <a:gd name="connsiteX71" fmla="*/ 18836 w 91485"/>
                  <a:gd name="connsiteY71" fmla="*/ 75212 h 84613"/>
                  <a:gd name="connsiteX72" fmla="*/ 20181 w 91485"/>
                  <a:gd name="connsiteY72" fmla="*/ 72526 h 84613"/>
                  <a:gd name="connsiteX73" fmla="*/ 24217 w 91485"/>
                  <a:gd name="connsiteY73" fmla="*/ 72526 h 84613"/>
                  <a:gd name="connsiteX74" fmla="*/ 25562 w 91485"/>
                  <a:gd name="connsiteY74" fmla="*/ 68497 h 84613"/>
                  <a:gd name="connsiteX75" fmla="*/ 33634 w 91485"/>
                  <a:gd name="connsiteY75" fmla="*/ 68497 h 84613"/>
                  <a:gd name="connsiteX76" fmla="*/ 36325 w 91485"/>
                  <a:gd name="connsiteY76" fmla="*/ 72526 h 84613"/>
                  <a:gd name="connsiteX77" fmla="*/ 41707 w 91485"/>
                  <a:gd name="connsiteY77" fmla="*/ 72526 h 84613"/>
                  <a:gd name="connsiteX78" fmla="*/ 44398 w 91485"/>
                  <a:gd name="connsiteY78" fmla="*/ 75212 h 84613"/>
                  <a:gd name="connsiteX79" fmla="*/ 51125 w 91485"/>
                  <a:gd name="connsiteY79" fmla="*/ 75212 h 84613"/>
                  <a:gd name="connsiteX80" fmla="*/ 53815 w 91485"/>
                  <a:gd name="connsiteY80" fmla="*/ 79241 h 84613"/>
                  <a:gd name="connsiteX81" fmla="*/ 52470 w 91485"/>
                  <a:gd name="connsiteY81" fmla="*/ 83271 h 84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91485" h="84613">
                    <a:moveTo>
                      <a:pt x="57851" y="84614"/>
                    </a:moveTo>
                    <a:lnTo>
                      <a:pt x="59197" y="77899"/>
                    </a:lnTo>
                    <a:lnTo>
                      <a:pt x="61887" y="69840"/>
                    </a:lnTo>
                    <a:lnTo>
                      <a:pt x="59197" y="61781"/>
                    </a:lnTo>
                    <a:lnTo>
                      <a:pt x="63233" y="57752"/>
                    </a:lnTo>
                    <a:lnTo>
                      <a:pt x="65924" y="53723"/>
                    </a:lnTo>
                    <a:lnTo>
                      <a:pt x="72651" y="51037"/>
                    </a:lnTo>
                    <a:lnTo>
                      <a:pt x="79378" y="52380"/>
                    </a:lnTo>
                    <a:lnTo>
                      <a:pt x="83414" y="51037"/>
                    </a:lnTo>
                    <a:lnTo>
                      <a:pt x="80723" y="45665"/>
                    </a:lnTo>
                    <a:lnTo>
                      <a:pt x="83414" y="42978"/>
                    </a:lnTo>
                    <a:lnTo>
                      <a:pt x="84759" y="37606"/>
                    </a:lnTo>
                    <a:lnTo>
                      <a:pt x="86104" y="34920"/>
                    </a:lnTo>
                    <a:lnTo>
                      <a:pt x="83414" y="32234"/>
                    </a:lnTo>
                    <a:lnTo>
                      <a:pt x="76687" y="32234"/>
                    </a:lnTo>
                    <a:lnTo>
                      <a:pt x="76687" y="29548"/>
                    </a:lnTo>
                    <a:lnTo>
                      <a:pt x="79378" y="24175"/>
                    </a:lnTo>
                    <a:lnTo>
                      <a:pt x="84759" y="26862"/>
                    </a:lnTo>
                    <a:lnTo>
                      <a:pt x="87449" y="24175"/>
                    </a:lnTo>
                    <a:lnTo>
                      <a:pt x="87449" y="18803"/>
                    </a:lnTo>
                    <a:lnTo>
                      <a:pt x="90140" y="14774"/>
                    </a:lnTo>
                    <a:lnTo>
                      <a:pt x="90140" y="10745"/>
                    </a:lnTo>
                    <a:lnTo>
                      <a:pt x="91486" y="9401"/>
                    </a:lnTo>
                    <a:lnTo>
                      <a:pt x="91486" y="8058"/>
                    </a:lnTo>
                    <a:lnTo>
                      <a:pt x="86104" y="6715"/>
                    </a:lnTo>
                    <a:lnTo>
                      <a:pt x="83414" y="2686"/>
                    </a:lnTo>
                    <a:lnTo>
                      <a:pt x="75341" y="0"/>
                    </a:lnTo>
                    <a:lnTo>
                      <a:pt x="67269" y="0"/>
                    </a:lnTo>
                    <a:lnTo>
                      <a:pt x="63233" y="4029"/>
                    </a:lnTo>
                    <a:lnTo>
                      <a:pt x="59197" y="2686"/>
                    </a:lnTo>
                    <a:lnTo>
                      <a:pt x="56506" y="4029"/>
                    </a:lnTo>
                    <a:lnTo>
                      <a:pt x="49779" y="4029"/>
                    </a:lnTo>
                    <a:lnTo>
                      <a:pt x="44398" y="10745"/>
                    </a:lnTo>
                    <a:lnTo>
                      <a:pt x="34980" y="16117"/>
                    </a:lnTo>
                    <a:lnTo>
                      <a:pt x="32289" y="14774"/>
                    </a:lnTo>
                    <a:lnTo>
                      <a:pt x="26908" y="17460"/>
                    </a:lnTo>
                    <a:lnTo>
                      <a:pt x="26908" y="22832"/>
                    </a:lnTo>
                    <a:lnTo>
                      <a:pt x="21526" y="26862"/>
                    </a:lnTo>
                    <a:lnTo>
                      <a:pt x="22872" y="33577"/>
                    </a:lnTo>
                    <a:lnTo>
                      <a:pt x="22872" y="38949"/>
                    </a:lnTo>
                    <a:lnTo>
                      <a:pt x="20181" y="42978"/>
                    </a:lnTo>
                    <a:lnTo>
                      <a:pt x="18836" y="47008"/>
                    </a:lnTo>
                    <a:lnTo>
                      <a:pt x="14799" y="49694"/>
                    </a:lnTo>
                    <a:lnTo>
                      <a:pt x="14799" y="53723"/>
                    </a:lnTo>
                    <a:lnTo>
                      <a:pt x="20181" y="59095"/>
                    </a:lnTo>
                    <a:lnTo>
                      <a:pt x="25562" y="60438"/>
                    </a:lnTo>
                    <a:lnTo>
                      <a:pt x="20181" y="60438"/>
                    </a:lnTo>
                    <a:lnTo>
                      <a:pt x="17490" y="61781"/>
                    </a:lnTo>
                    <a:lnTo>
                      <a:pt x="16145" y="64468"/>
                    </a:lnTo>
                    <a:lnTo>
                      <a:pt x="17490" y="67154"/>
                    </a:lnTo>
                    <a:lnTo>
                      <a:pt x="20181" y="67154"/>
                    </a:lnTo>
                    <a:lnTo>
                      <a:pt x="21526" y="69840"/>
                    </a:lnTo>
                    <a:lnTo>
                      <a:pt x="16145" y="69840"/>
                    </a:lnTo>
                    <a:lnTo>
                      <a:pt x="12109" y="65811"/>
                    </a:lnTo>
                    <a:lnTo>
                      <a:pt x="8072" y="63125"/>
                    </a:lnTo>
                    <a:lnTo>
                      <a:pt x="2691" y="65811"/>
                    </a:lnTo>
                    <a:lnTo>
                      <a:pt x="4036" y="67154"/>
                    </a:lnTo>
                    <a:lnTo>
                      <a:pt x="9418" y="68497"/>
                    </a:lnTo>
                    <a:lnTo>
                      <a:pt x="12109" y="71183"/>
                    </a:lnTo>
                    <a:lnTo>
                      <a:pt x="13454" y="71183"/>
                    </a:lnTo>
                    <a:lnTo>
                      <a:pt x="18836" y="73869"/>
                    </a:lnTo>
                    <a:lnTo>
                      <a:pt x="13454" y="72526"/>
                    </a:lnTo>
                    <a:lnTo>
                      <a:pt x="10763" y="72526"/>
                    </a:lnTo>
                    <a:lnTo>
                      <a:pt x="4036" y="69840"/>
                    </a:lnTo>
                    <a:lnTo>
                      <a:pt x="0" y="69840"/>
                    </a:lnTo>
                    <a:lnTo>
                      <a:pt x="0" y="71183"/>
                    </a:lnTo>
                    <a:lnTo>
                      <a:pt x="2691" y="71183"/>
                    </a:lnTo>
                    <a:lnTo>
                      <a:pt x="4036" y="75212"/>
                    </a:lnTo>
                    <a:lnTo>
                      <a:pt x="8072" y="75212"/>
                    </a:lnTo>
                    <a:lnTo>
                      <a:pt x="10763" y="77899"/>
                    </a:lnTo>
                    <a:lnTo>
                      <a:pt x="13454" y="75212"/>
                    </a:lnTo>
                    <a:lnTo>
                      <a:pt x="18836" y="75212"/>
                    </a:lnTo>
                    <a:lnTo>
                      <a:pt x="20181" y="72526"/>
                    </a:lnTo>
                    <a:lnTo>
                      <a:pt x="24217" y="72526"/>
                    </a:lnTo>
                    <a:lnTo>
                      <a:pt x="25562" y="68497"/>
                    </a:lnTo>
                    <a:lnTo>
                      <a:pt x="33634" y="68497"/>
                    </a:lnTo>
                    <a:lnTo>
                      <a:pt x="36325" y="72526"/>
                    </a:lnTo>
                    <a:lnTo>
                      <a:pt x="41707" y="72526"/>
                    </a:lnTo>
                    <a:lnTo>
                      <a:pt x="44398" y="75212"/>
                    </a:lnTo>
                    <a:lnTo>
                      <a:pt x="51125" y="75212"/>
                    </a:lnTo>
                    <a:lnTo>
                      <a:pt x="53815" y="79241"/>
                    </a:lnTo>
                    <a:lnTo>
                      <a:pt x="52470" y="83271"/>
                    </a:lnTo>
                    <a:close/>
                  </a:path>
                </a:pathLst>
              </a:custGeom>
              <a:solidFill>
                <a:srgbClr val="72C3BE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86" name="Freeform 1485">
                <a:extLst>
                  <a:ext uri="{FF2B5EF4-FFF2-40B4-BE49-F238E27FC236}">
                    <a16:creationId xmlns:a16="http://schemas.microsoft.com/office/drawing/2014/main" id="{F7F48D96-2B26-188F-5D07-221D0E896ED1}"/>
                  </a:ext>
                </a:extLst>
              </p:cNvPr>
              <p:cNvSpPr/>
              <p:nvPr/>
            </p:nvSpPr>
            <p:spPr>
              <a:xfrm>
                <a:off x="7425136" y="3157034"/>
                <a:ext cx="6726" cy="2686"/>
              </a:xfrm>
              <a:custGeom>
                <a:avLst/>
                <a:gdLst>
                  <a:gd name="connsiteX0" fmla="*/ 0 w 6726"/>
                  <a:gd name="connsiteY0" fmla="*/ 1343 h 2686"/>
                  <a:gd name="connsiteX1" fmla="*/ 4036 w 6726"/>
                  <a:gd name="connsiteY1" fmla="*/ 0 h 2686"/>
                  <a:gd name="connsiteX2" fmla="*/ 6727 w 6726"/>
                  <a:gd name="connsiteY2" fmla="*/ 2686 h 2686"/>
                  <a:gd name="connsiteX3" fmla="*/ 4036 w 6726"/>
                  <a:gd name="connsiteY3" fmla="*/ 2686 h 2686"/>
                  <a:gd name="connsiteX4" fmla="*/ 2691 w 6726"/>
                  <a:gd name="connsiteY4" fmla="*/ 1343 h 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6" h="2686">
                    <a:moveTo>
                      <a:pt x="0" y="1343"/>
                    </a:moveTo>
                    <a:lnTo>
                      <a:pt x="4036" y="0"/>
                    </a:lnTo>
                    <a:lnTo>
                      <a:pt x="6727" y="2686"/>
                    </a:lnTo>
                    <a:lnTo>
                      <a:pt x="4036" y="2686"/>
                    </a:lnTo>
                    <a:lnTo>
                      <a:pt x="2691" y="1343"/>
                    </a:lnTo>
                    <a:close/>
                  </a:path>
                </a:pathLst>
              </a:custGeom>
              <a:solidFill>
                <a:srgbClr val="72C3BE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87" name="Freeform 1486">
                <a:extLst>
                  <a:ext uri="{FF2B5EF4-FFF2-40B4-BE49-F238E27FC236}">
                    <a16:creationId xmlns:a16="http://schemas.microsoft.com/office/drawing/2014/main" id="{C81FB31B-9767-89E8-7960-B47BF033B71A}"/>
                  </a:ext>
                </a:extLst>
              </p:cNvPr>
              <p:cNvSpPr/>
              <p:nvPr/>
            </p:nvSpPr>
            <p:spPr>
              <a:xfrm>
                <a:off x="7426481" y="3153005"/>
                <a:ext cx="9417" cy="4029"/>
              </a:xfrm>
              <a:custGeom>
                <a:avLst/>
                <a:gdLst>
                  <a:gd name="connsiteX0" fmla="*/ 0 w 9417"/>
                  <a:gd name="connsiteY0" fmla="*/ 0 h 4029"/>
                  <a:gd name="connsiteX1" fmla="*/ 4036 w 9417"/>
                  <a:gd name="connsiteY1" fmla="*/ 0 h 4029"/>
                  <a:gd name="connsiteX2" fmla="*/ 9418 w 9417"/>
                  <a:gd name="connsiteY2" fmla="*/ 2686 h 4029"/>
                  <a:gd name="connsiteX3" fmla="*/ 8072 w 9417"/>
                  <a:gd name="connsiteY3" fmla="*/ 4029 h 4029"/>
                  <a:gd name="connsiteX4" fmla="*/ 5381 w 9417"/>
                  <a:gd name="connsiteY4" fmla="*/ 2686 h 4029"/>
                  <a:gd name="connsiteX5" fmla="*/ 4036 w 9417"/>
                  <a:gd name="connsiteY5" fmla="*/ 1343 h 4029"/>
                  <a:gd name="connsiteX6" fmla="*/ 1345 w 9417"/>
                  <a:gd name="connsiteY6" fmla="*/ 2686 h 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17" h="4029">
                    <a:moveTo>
                      <a:pt x="0" y="0"/>
                    </a:moveTo>
                    <a:lnTo>
                      <a:pt x="4036" y="0"/>
                    </a:lnTo>
                    <a:lnTo>
                      <a:pt x="9418" y="2686"/>
                    </a:lnTo>
                    <a:lnTo>
                      <a:pt x="8072" y="4029"/>
                    </a:lnTo>
                    <a:lnTo>
                      <a:pt x="5381" y="2686"/>
                    </a:lnTo>
                    <a:lnTo>
                      <a:pt x="4036" y="1343"/>
                    </a:lnTo>
                    <a:lnTo>
                      <a:pt x="1345" y="2686"/>
                    </a:lnTo>
                    <a:close/>
                  </a:path>
                </a:pathLst>
              </a:custGeom>
              <a:solidFill>
                <a:srgbClr val="72C3BE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  <p:sp>
          <p:nvSpPr>
            <p:cNvPr id="1488" name="Freeform 1487">
              <a:extLst>
                <a:ext uri="{FF2B5EF4-FFF2-40B4-BE49-F238E27FC236}">
                  <a16:creationId xmlns:a16="http://schemas.microsoft.com/office/drawing/2014/main" id="{F447F0D0-3BE3-D36B-3E40-9B71E9BAF694}"/>
                </a:ext>
              </a:extLst>
            </p:cNvPr>
            <p:cNvSpPr/>
            <p:nvPr/>
          </p:nvSpPr>
          <p:spPr>
            <a:xfrm>
              <a:off x="7407646" y="3165093"/>
              <a:ext cx="72650" cy="63124"/>
            </a:xfrm>
            <a:custGeom>
              <a:avLst/>
              <a:gdLst>
                <a:gd name="connsiteX0" fmla="*/ 67269 w 72650"/>
                <a:gd name="connsiteY0" fmla="*/ 42979 h 63124"/>
                <a:gd name="connsiteX1" fmla="*/ 65923 w 72650"/>
                <a:gd name="connsiteY1" fmla="*/ 47008 h 63124"/>
                <a:gd name="connsiteX2" fmla="*/ 63232 w 72650"/>
                <a:gd name="connsiteY2" fmla="*/ 51037 h 63124"/>
                <a:gd name="connsiteX3" fmla="*/ 65923 w 72650"/>
                <a:gd name="connsiteY3" fmla="*/ 53723 h 63124"/>
                <a:gd name="connsiteX4" fmla="*/ 65923 w 72650"/>
                <a:gd name="connsiteY4" fmla="*/ 56409 h 63124"/>
                <a:gd name="connsiteX5" fmla="*/ 67269 w 72650"/>
                <a:gd name="connsiteY5" fmla="*/ 59096 h 63124"/>
                <a:gd name="connsiteX6" fmla="*/ 67269 w 72650"/>
                <a:gd name="connsiteY6" fmla="*/ 61782 h 63124"/>
                <a:gd name="connsiteX7" fmla="*/ 63232 w 72650"/>
                <a:gd name="connsiteY7" fmla="*/ 61782 h 63124"/>
                <a:gd name="connsiteX8" fmla="*/ 61887 w 72650"/>
                <a:gd name="connsiteY8" fmla="*/ 63125 h 63124"/>
                <a:gd name="connsiteX9" fmla="*/ 56506 w 72650"/>
                <a:gd name="connsiteY9" fmla="*/ 59096 h 63124"/>
                <a:gd name="connsiteX10" fmla="*/ 51124 w 72650"/>
                <a:gd name="connsiteY10" fmla="*/ 59096 h 63124"/>
                <a:gd name="connsiteX11" fmla="*/ 45743 w 72650"/>
                <a:gd name="connsiteY11" fmla="*/ 52380 h 63124"/>
                <a:gd name="connsiteX12" fmla="*/ 41707 w 72650"/>
                <a:gd name="connsiteY12" fmla="*/ 51037 h 63124"/>
                <a:gd name="connsiteX13" fmla="*/ 40361 w 72650"/>
                <a:gd name="connsiteY13" fmla="*/ 48351 h 63124"/>
                <a:gd name="connsiteX14" fmla="*/ 36325 w 72650"/>
                <a:gd name="connsiteY14" fmla="*/ 48351 h 63124"/>
                <a:gd name="connsiteX15" fmla="*/ 33634 w 72650"/>
                <a:gd name="connsiteY15" fmla="*/ 49694 h 63124"/>
                <a:gd name="connsiteX16" fmla="*/ 28253 w 72650"/>
                <a:gd name="connsiteY16" fmla="*/ 47008 h 63124"/>
                <a:gd name="connsiteX17" fmla="*/ 28253 w 72650"/>
                <a:gd name="connsiteY17" fmla="*/ 40292 h 63124"/>
                <a:gd name="connsiteX18" fmla="*/ 24217 w 72650"/>
                <a:gd name="connsiteY18" fmla="*/ 38949 h 63124"/>
                <a:gd name="connsiteX19" fmla="*/ 21526 w 72650"/>
                <a:gd name="connsiteY19" fmla="*/ 36263 h 63124"/>
                <a:gd name="connsiteX20" fmla="*/ 18835 w 72650"/>
                <a:gd name="connsiteY20" fmla="*/ 36263 h 63124"/>
                <a:gd name="connsiteX21" fmla="*/ 10763 w 72650"/>
                <a:gd name="connsiteY21" fmla="*/ 29548 h 63124"/>
                <a:gd name="connsiteX22" fmla="*/ 9417 w 72650"/>
                <a:gd name="connsiteY22" fmla="*/ 25519 h 63124"/>
                <a:gd name="connsiteX23" fmla="*/ 4036 w 72650"/>
                <a:gd name="connsiteY23" fmla="*/ 24175 h 63124"/>
                <a:gd name="connsiteX24" fmla="*/ 2691 w 72650"/>
                <a:gd name="connsiteY24" fmla="*/ 14774 h 63124"/>
                <a:gd name="connsiteX25" fmla="*/ 0 w 72650"/>
                <a:gd name="connsiteY25" fmla="*/ 12088 h 63124"/>
                <a:gd name="connsiteX26" fmla="*/ 4036 w 72650"/>
                <a:gd name="connsiteY26" fmla="*/ 6715 h 63124"/>
                <a:gd name="connsiteX27" fmla="*/ 9417 w 72650"/>
                <a:gd name="connsiteY27" fmla="*/ 2686 h 63124"/>
                <a:gd name="connsiteX28" fmla="*/ 12108 w 72650"/>
                <a:gd name="connsiteY28" fmla="*/ 2686 h 63124"/>
                <a:gd name="connsiteX29" fmla="*/ 13454 w 72650"/>
                <a:gd name="connsiteY29" fmla="*/ 6715 h 63124"/>
                <a:gd name="connsiteX30" fmla="*/ 17490 w 72650"/>
                <a:gd name="connsiteY30" fmla="*/ 6715 h 63124"/>
                <a:gd name="connsiteX31" fmla="*/ 20181 w 72650"/>
                <a:gd name="connsiteY31" fmla="*/ 9402 h 63124"/>
                <a:gd name="connsiteX32" fmla="*/ 22871 w 72650"/>
                <a:gd name="connsiteY32" fmla="*/ 6715 h 63124"/>
                <a:gd name="connsiteX33" fmla="*/ 28253 w 72650"/>
                <a:gd name="connsiteY33" fmla="*/ 6715 h 63124"/>
                <a:gd name="connsiteX34" fmla="*/ 29598 w 72650"/>
                <a:gd name="connsiteY34" fmla="*/ 4029 h 63124"/>
                <a:gd name="connsiteX35" fmla="*/ 33634 w 72650"/>
                <a:gd name="connsiteY35" fmla="*/ 4029 h 63124"/>
                <a:gd name="connsiteX36" fmla="*/ 34980 w 72650"/>
                <a:gd name="connsiteY36" fmla="*/ 0 h 63124"/>
                <a:gd name="connsiteX37" fmla="*/ 43052 w 72650"/>
                <a:gd name="connsiteY37" fmla="*/ 0 h 63124"/>
                <a:gd name="connsiteX38" fmla="*/ 45743 w 72650"/>
                <a:gd name="connsiteY38" fmla="*/ 4029 h 63124"/>
                <a:gd name="connsiteX39" fmla="*/ 51124 w 72650"/>
                <a:gd name="connsiteY39" fmla="*/ 4029 h 63124"/>
                <a:gd name="connsiteX40" fmla="*/ 53815 w 72650"/>
                <a:gd name="connsiteY40" fmla="*/ 6715 h 63124"/>
                <a:gd name="connsiteX41" fmla="*/ 60542 w 72650"/>
                <a:gd name="connsiteY41" fmla="*/ 6715 h 63124"/>
                <a:gd name="connsiteX42" fmla="*/ 63232 w 72650"/>
                <a:gd name="connsiteY42" fmla="*/ 10745 h 63124"/>
                <a:gd name="connsiteX43" fmla="*/ 61887 w 72650"/>
                <a:gd name="connsiteY43" fmla="*/ 14774 h 63124"/>
                <a:gd name="connsiteX44" fmla="*/ 67269 w 72650"/>
                <a:gd name="connsiteY44" fmla="*/ 16117 h 63124"/>
                <a:gd name="connsiteX45" fmla="*/ 65923 w 72650"/>
                <a:gd name="connsiteY45" fmla="*/ 20146 h 63124"/>
                <a:gd name="connsiteX46" fmla="*/ 69959 w 72650"/>
                <a:gd name="connsiteY46" fmla="*/ 28205 h 63124"/>
                <a:gd name="connsiteX47" fmla="*/ 69959 w 72650"/>
                <a:gd name="connsiteY47" fmla="*/ 30891 h 63124"/>
                <a:gd name="connsiteX48" fmla="*/ 72650 w 72650"/>
                <a:gd name="connsiteY48" fmla="*/ 36263 h 63124"/>
                <a:gd name="connsiteX49" fmla="*/ 69959 w 72650"/>
                <a:gd name="connsiteY49" fmla="*/ 42979 h 63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72650" h="63124">
                  <a:moveTo>
                    <a:pt x="67269" y="42979"/>
                  </a:moveTo>
                  <a:lnTo>
                    <a:pt x="65923" y="47008"/>
                  </a:lnTo>
                  <a:lnTo>
                    <a:pt x="63232" y="51037"/>
                  </a:lnTo>
                  <a:lnTo>
                    <a:pt x="65923" y="53723"/>
                  </a:lnTo>
                  <a:lnTo>
                    <a:pt x="65923" y="56409"/>
                  </a:lnTo>
                  <a:lnTo>
                    <a:pt x="67269" y="59096"/>
                  </a:lnTo>
                  <a:lnTo>
                    <a:pt x="67269" y="61782"/>
                  </a:lnTo>
                  <a:lnTo>
                    <a:pt x="63232" y="61782"/>
                  </a:lnTo>
                  <a:lnTo>
                    <a:pt x="61887" y="63125"/>
                  </a:lnTo>
                  <a:lnTo>
                    <a:pt x="56506" y="59096"/>
                  </a:lnTo>
                  <a:lnTo>
                    <a:pt x="51124" y="59096"/>
                  </a:lnTo>
                  <a:lnTo>
                    <a:pt x="45743" y="52380"/>
                  </a:lnTo>
                  <a:lnTo>
                    <a:pt x="41707" y="51037"/>
                  </a:lnTo>
                  <a:lnTo>
                    <a:pt x="40361" y="48351"/>
                  </a:lnTo>
                  <a:lnTo>
                    <a:pt x="36325" y="48351"/>
                  </a:lnTo>
                  <a:lnTo>
                    <a:pt x="33634" y="49694"/>
                  </a:lnTo>
                  <a:lnTo>
                    <a:pt x="28253" y="47008"/>
                  </a:lnTo>
                  <a:lnTo>
                    <a:pt x="28253" y="40292"/>
                  </a:lnTo>
                  <a:lnTo>
                    <a:pt x="24217" y="38949"/>
                  </a:lnTo>
                  <a:lnTo>
                    <a:pt x="21526" y="36263"/>
                  </a:lnTo>
                  <a:lnTo>
                    <a:pt x="18835" y="36263"/>
                  </a:lnTo>
                  <a:lnTo>
                    <a:pt x="10763" y="29548"/>
                  </a:lnTo>
                  <a:lnTo>
                    <a:pt x="9417" y="25519"/>
                  </a:lnTo>
                  <a:lnTo>
                    <a:pt x="4036" y="24175"/>
                  </a:lnTo>
                  <a:lnTo>
                    <a:pt x="2691" y="14774"/>
                  </a:lnTo>
                  <a:lnTo>
                    <a:pt x="0" y="12088"/>
                  </a:lnTo>
                  <a:lnTo>
                    <a:pt x="4036" y="6715"/>
                  </a:lnTo>
                  <a:lnTo>
                    <a:pt x="9417" y="2686"/>
                  </a:lnTo>
                  <a:lnTo>
                    <a:pt x="12108" y="2686"/>
                  </a:lnTo>
                  <a:lnTo>
                    <a:pt x="13454" y="6715"/>
                  </a:lnTo>
                  <a:lnTo>
                    <a:pt x="17490" y="6715"/>
                  </a:lnTo>
                  <a:lnTo>
                    <a:pt x="20181" y="9402"/>
                  </a:lnTo>
                  <a:lnTo>
                    <a:pt x="22871" y="6715"/>
                  </a:lnTo>
                  <a:lnTo>
                    <a:pt x="28253" y="6715"/>
                  </a:lnTo>
                  <a:lnTo>
                    <a:pt x="29598" y="4029"/>
                  </a:lnTo>
                  <a:lnTo>
                    <a:pt x="33634" y="4029"/>
                  </a:lnTo>
                  <a:lnTo>
                    <a:pt x="34980" y="0"/>
                  </a:lnTo>
                  <a:lnTo>
                    <a:pt x="43052" y="0"/>
                  </a:lnTo>
                  <a:lnTo>
                    <a:pt x="45743" y="4029"/>
                  </a:lnTo>
                  <a:lnTo>
                    <a:pt x="51124" y="4029"/>
                  </a:lnTo>
                  <a:lnTo>
                    <a:pt x="53815" y="6715"/>
                  </a:lnTo>
                  <a:lnTo>
                    <a:pt x="60542" y="6715"/>
                  </a:lnTo>
                  <a:lnTo>
                    <a:pt x="63232" y="10745"/>
                  </a:lnTo>
                  <a:lnTo>
                    <a:pt x="61887" y="14774"/>
                  </a:lnTo>
                  <a:lnTo>
                    <a:pt x="67269" y="16117"/>
                  </a:lnTo>
                  <a:lnTo>
                    <a:pt x="65923" y="20146"/>
                  </a:lnTo>
                  <a:lnTo>
                    <a:pt x="69959" y="28205"/>
                  </a:lnTo>
                  <a:lnTo>
                    <a:pt x="69959" y="30891"/>
                  </a:lnTo>
                  <a:lnTo>
                    <a:pt x="72650" y="36263"/>
                  </a:lnTo>
                  <a:lnTo>
                    <a:pt x="69959" y="4297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89" name="Freeform 1488">
              <a:extLst>
                <a:ext uri="{FF2B5EF4-FFF2-40B4-BE49-F238E27FC236}">
                  <a16:creationId xmlns:a16="http://schemas.microsoft.com/office/drawing/2014/main" id="{6653B4D7-6A62-DBB7-57E8-19E7324AEA7E}"/>
                </a:ext>
              </a:extLst>
            </p:cNvPr>
            <p:cNvSpPr/>
            <p:nvPr/>
          </p:nvSpPr>
          <p:spPr>
            <a:xfrm>
              <a:off x="7470878" y="3208071"/>
              <a:ext cx="18835" cy="24175"/>
            </a:xfrm>
            <a:custGeom>
              <a:avLst/>
              <a:gdLst>
                <a:gd name="connsiteX0" fmla="*/ 4036 w 18835"/>
                <a:gd name="connsiteY0" fmla="*/ 18803 h 24175"/>
                <a:gd name="connsiteX1" fmla="*/ 4036 w 18835"/>
                <a:gd name="connsiteY1" fmla="*/ 16117 h 24175"/>
                <a:gd name="connsiteX2" fmla="*/ 2691 w 18835"/>
                <a:gd name="connsiteY2" fmla="*/ 13431 h 24175"/>
                <a:gd name="connsiteX3" fmla="*/ 2691 w 18835"/>
                <a:gd name="connsiteY3" fmla="*/ 10744 h 24175"/>
                <a:gd name="connsiteX4" fmla="*/ 0 w 18835"/>
                <a:gd name="connsiteY4" fmla="*/ 8058 h 24175"/>
                <a:gd name="connsiteX5" fmla="*/ 2691 w 18835"/>
                <a:gd name="connsiteY5" fmla="*/ 4029 h 24175"/>
                <a:gd name="connsiteX6" fmla="*/ 4036 w 18835"/>
                <a:gd name="connsiteY6" fmla="*/ 0 h 24175"/>
                <a:gd name="connsiteX7" fmla="*/ 8072 w 18835"/>
                <a:gd name="connsiteY7" fmla="*/ 0 h 24175"/>
                <a:gd name="connsiteX8" fmla="*/ 14799 w 18835"/>
                <a:gd name="connsiteY8" fmla="*/ 8058 h 24175"/>
                <a:gd name="connsiteX9" fmla="*/ 16145 w 18835"/>
                <a:gd name="connsiteY9" fmla="*/ 13431 h 24175"/>
                <a:gd name="connsiteX10" fmla="*/ 18836 w 18835"/>
                <a:gd name="connsiteY10" fmla="*/ 14774 h 24175"/>
                <a:gd name="connsiteX11" fmla="*/ 17490 w 18835"/>
                <a:gd name="connsiteY11" fmla="*/ 24175 h 24175"/>
                <a:gd name="connsiteX12" fmla="*/ 14799 w 18835"/>
                <a:gd name="connsiteY12" fmla="*/ 24175 h 24175"/>
                <a:gd name="connsiteX13" fmla="*/ 8072 w 18835"/>
                <a:gd name="connsiteY13" fmla="*/ 22832 h 2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35" h="24175">
                  <a:moveTo>
                    <a:pt x="4036" y="18803"/>
                  </a:moveTo>
                  <a:lnTo>
                    <a:pt x="4036" y="16117"/>
                  </a:lnTo>
                  <a:lnTo>
                    <a:pt x="2691" y="13431"/>
                  </a:lnTo>
                  <a:lnTo>
                    <a:pt x="2691" y="10744"/>
                  </a:lnTo>
                  <a:lnTo>
                    <a:pt x="0" y="8058"/>
                  </a:lnTo>
                  <a:lnTo>
                    <a:pt x="2691" y="4029"/>
                  </a:lnTo>
                  <a:lnTo>
                    <a:pt x="4036" y="0"/>
                  </a:lnTo>
                  <a:lnTo>
                    <a:pt x="8072" y="0"/>
                  </a:lnTo>
                  <a:lnTo>
                    <a:pt x="14799" y="8058"/>
                  </a:lnTo>
                  <a:lnTo>
                    <a:pt x="16145" y="13431"/>
                  </a:lnTo>
                  <a:lnTo>
                    <a:pt x="18836" y="14774"/>
                  </a:lnTo>
                  <a:lnTo>
                    <a:pt x="17490" y="24175"/>
                  </a:lnTo>
                  <a:lnTo>
                    <a:pt x="14799" y="24175"/>
                  </a:lnTo>
                  <a:lnTo>
                    <a:pt x="8072" y="2283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490" name="Graphic 5">
              <a:extLst>
                <a:ext uri="{FF2B5EF4-FFF2-40B4-BE49-F238E27FC236}">
                  <a16:creationId xmlns:a16="http://schemas.microsoft.com/office/drawing/2014/main" id="{8130F940-3D55-A3EA-4F22-0B4850CA2AA7}"/>
                </a:ext>
              </a:extLst>
            </p:cNvPr>
            <p:cNvGrpSpPr/>
            <p:nvPr/>
          </p:nvGrpSpPr>
          <p:grpSpPr>
            <a:xfrm>
              <a:off x="7234092" y="3177180"/>
              <a:ext cx="339034" cy="314279"/>
              <a:chOff x="7234092" y="3177180"/>
              <a:chExt cx="339034" cy="314279"/>
            </a:xfrm>
            <a:solidFill>
              <a:srgbClr val="72C3BE"/>
            </a:solidFill>
          </p:grpSpPr>
          <p:sp>
            <p:nvSpPr>
              <p:cNvPr id="1491" name="Freeform 1490">
                <a:extLst>
                  <a:ext uri="{FF2B5EF4-FFF2-40B4-BE49-F238E27FC236}">
                    <a16:creationId xmlns:a16="http://schemas.microsoft.com/office/drawing/2014/main" id="{361B1841-F619-FC46-884A-6BC8E5F4CFCD}"/>
                  </a:ext>
                </a:extLst>
              </p:cNvPr>
              <p:cNvSpPr/>
              <p:nvPr/>
            </p:nvSpPr>
            <p:spPr>
              <a:xfrm>
                <a:off x="7234092" y="3177180"/>
                <a:ext cx="297327" cy="283389"/>
              </a:xfrm>
              <a:custGeom>
                <a:avLst/>
                <a:gdLst>
                  <a:gd name="connsiteX0" fmla="*/ 274457 w 297327"/>
                  <a:gd name="connsiteY0" fmla="*/ 171914 h 283389"/>
                  <a:gd name="connsiteX1" fmla="*/ 273111 w 297327"/>
                  <a:gd name="connsiteY1" fmla="*/ 167885 h 283389"/>
                  <a:gd name="connsiteX2" fmla="*/ 270420 w 297327"/>
                  <a:gd name="connsiteY2" fmla="*/ 165199 h 283389"/>
                  <a:gd name="connsiteX3" fmla="*/ 267730 w 297327"/>
                  <a:gd name="connsiteY3" fmla="*/ 158483 h 283389"/>
                  <a:gd name="connsiteX4" fmla="*/ 266384 w 297327"/>
                  <a:gd name="connsiteY4" fmla="*/ 154454 h 283389"/>
                  <a:gd name="connsiteX5" fmla="*/ 258312 w 297327"/>
                  <a:gd name="connsiteY5" fmla="*/ 153111 h 283389"/>
                  <a:gd name="connsiteX6" fmla="*/ 254276 w 297327"/>
                  <a:gd name="connsiteY6" fmla="*/ 157140 h 283389"/>
                  <a:gd name="connsiteX7" fmla="*/ 256967 w 297327"/>
                  <a:gd name="connsiteY7" fmla="*/ 162512 h 283389"/>
                  <a:gd name="connsiteX8" fmla="*/ 250240 w 297327"/>
                  <a:gd name="connsiteY8" fmla="*/ 165199 h 283389"/>
                  <a:gd name="connsiteX9" fmla="*/ 244858 w 297327"/>
                  <a:gd name="connsiteY9" fmla="*/ 165199 h 283389"/>
                  <a:gd name="connsiteX10" fmla="*/ 244858 w 297327"/>
                  <a:gd name="connsiteY10" fmla="*/ 161169 h 283389"/>
                  <a:gd name="connsiteX11" fmla="*/ 247549 w 297327"/>
                  <a:gd name="connsiteY11" fmla="*/ 159826 h 283389"/>
                  <a:gd name="connsiteX12" fmla="*/ 250240 w 297327"/>
                  <a:gd name="connsiteY12" fmla="*/ 159826 h 283389"/>
                  <a:gd name="connsiteX13" fmla="*/ 250240 w 297327"/>
                  <a:gd name="connsiteY13" fmla="*/ 154454 h 283389"/>
                  <a:gd name="connsiteX14" fmla="*/ 251585 w 297327"/>
                  <a:gd name="connsiteY14" fmla="*/ 146395 h 283389"/>
                  <a:gd name="connsiteX15" fmla="*/ 258312 w 297327"/>
                  <a:gd name="connsiteY15" fmla="*/ 135651 h 283389"/>
                  <a:gd name="connsiteX16" fmla="*/ 262348 w 297327"/>
                  <a:gd name="connsiteY16" fmla="*/ 134308 h 283389"/>
                  <a:gd name="connsiteX17" fmla="*/ 267730 w 297327"/>
                  <a:gd name="connsiteY17" fmla="*/ 127592 h 283389"/>
                  <a:gd name="connsiteX18" fmla="*/ 271766 w 297327"/>
                  <a:gd name="connsiteY18" fmla="*/ 126249 h 283389"/>
                  <a:gd name="connsiteX19" fmla="*/ 270420 w 297327"/>
                  <a:gd name="connsiteY19" fmla="*/ 120877 h 283389"/>
                  <a:gd name="connsiteX20" fmla="*/ 265039 w 297327"/>
                  <a:gd name="connsiteY20" fmla="*/ 118191 h 283389"/>
                  <a:gd name="connsiteX21" fmla="*/ 269075 w 297327"/>
                  <a:gd name="connsiteY21" fmla="*/ 114162 h 283389"/>
                  <a:gd name="connsiteX22" fmla="*/ 274457 w 297327"/>
                  <a:gd name="connsiteY22" fmla="*/ 114162 h 283389"/>
                  <a:gd name="connsiteX23" fmla="*/ 275802 w 297327"/>
                  <a:gd name="connsiteY23" fmla="*/ 116848 h 283389"/>
                  <a:gd name="connsiteX24" fmla="*/ 281184 w 297327"/>
                  <a:gd name="connsiteY24" fmla="*/ 118191 h 283389"/>
                  <a:gd name="connsiteX25" fmla="*/ 289256 w 297327"/>
                  <a:gd name="connsiteY25" fmla="*/ 115504 h 283389"/>
                  <a:gd name="connsiteX26" fmla="*/ 286565 w 297327"/>
                  <a:gd name="connsiteY26" fmla="*/ 110132 h 283389"/>
                  <a:gd name="connsiteX27" fmla="*/ 282529 w 297327"/>
                  <a:gd name="connsiteY27" fmla="*/ 107446 h 283389"/>
                  <a:gd name="connsiteX28" fmla="*/ 282529 w 297327"/>
                  <a:gd name="connsiteY28" fmla="*/ 99388 h 283389"/>
                  <a:gd name="connsiteX29" fmla="*/ 285220 w 297327"/>
                  <a:gd name="connsiteY29" fmla="*/ 91329 h 283389"/>
                  <a:gd name="connsiteX30" fmla="*/ 287911 w 297327"/>
                  <a:gd name="connsiteY30" fmla="*/ 87300 h 283389"/>
                  <a:gd name="connsiteX31" fmla="*/ 287911 w 297327"/>
                  <a:gd name="connsiteY31" fmla="*/ 83271 h 283389"/>
                  <a:gd name="connsiteX32" fmla="*/ 290601 w 297327"/>
                  <a:gd name="connsiteY32" fmla="*/ 75212 h 283389"/>
                  <a:gd name="connsiteX33" fmla="*/ 297328 w 297327"/>
                  <a:gd name="connsiteY33" fmla="*/ 69840 h 283389"/>
                  <a:gd name="connsiteX34" fmla="*/ 291946 w 297327"/>
                  <a:gd name="connsiteY34" fmla="*/ 65811 h 283389"/>
                  <a:gd name="connsiteX35" fmla="*/ 286565 w 297327"/>
                  <a:gd name="connsiteY35" fmla="*/ 65811 h 283389"/>
                  <a:gd name="connsiteX36" fmla="*/ 281184 w 297327"/>
                  <a:gd name="connsiteY36" fmla="*/ 63125 h 283389"/>
                  <a:gd name="connsiteX37" fmla="*/ 275802 w 297327"/>
                  <a:gd name="connsiteY37" fmla="*/ 64468 h 283389"/>
                  <a:gd name="connsiteX38" fmla="*/ 273111 w 297327"/>
                  <a:gd name="connsiteY38" fmla="*/ 64468 h 283389"/>
                  <a:gd name="connsiteX39" fmla="*/ 267730 w 297327"/>
                  <a:gd name="connsiteY39" fmla="*/ 64468 h 283389"/>
                  <a:gd name="connsiteX40" fmla="*/ 263694 w 297327"/>
                  <a:gd name="connsiteY40" fmla="*/ 65811 h 283389"/>
                  <a:gd name="connsiteX41" fmla="*/ 259658 w 297327"/>
                  <a:gd name="connsiteY41" fmla="*/ 61781 h 283389"/>
                  <a:gd name="connsiteX42" fmla="*/ 259658 w 297327"/>
                  <a:gd name="connsiteY42" fmla="*/ 57752 h 283389"/>
                  <a:gd name="connsiteX43" fmla="*/ 254276 w 297327"/>
                  <a:gd name="connsiteY43" fmla="*/ 55066 h 283389"/>
                  <a:gd name="connsiteX44" fmla="*/ 251585 w 297327"/>
                  <a:gd name="connsiteY44" fmla="*/ 55066 h 283389"/>
                  <a:gd name="connsiteX45" fmla="*/ 244858 w 297327"/>
                  <a:gd name="connsiteY45" fmla="*/ 53723 h 283389"/>
                  <a:gd name="connsiteX46" fmla="*/ 240822 w 297327"/>
                  <a:gd name="connsiteY46" fmla="*/ 49694 h 283389"/>
                  <a:gd name="connsiteX47" fmla="*/ 236786 w 297327"/>
                  <a:gd name="connsiteY47" fmla="*/ 49694 h 283389"/>
                  <a:gd name="connsiteX48" fmla="*/ 235441 w 297327"/>
                  <a:gd name="connsiteY48" fmla="*/ 51037 h 283389"/>
                  <a:gd name="connsiteX49" fmla="*/ 230059 w 297327"/>
                  <a:gd name="connsiteY49" fmla="*/ 47008 h 283389"/>
                  <a:gd name="connsiteX50" fmla="*/ 224678 w 297327"/>
                  <a:gd name="connsiteY50" fmla="*/ 47008 h 283389"/>
                  <a:gd name="connsiteX51" fmla="*/ 219296 w 297327"/>
                  <a:gd name="connsiteY51" fmla="*/ 40292 h 283389"/>
                  <a:gd name="connsiteX52" fmla="*/ 215260 w 297327"/>
                  <a:gd name="connsiteY52" fmla="*/ 38949 h 283389"/>
                  <a:gd name="connsiteX53" fmla="*/ 213915 w 297327"/>
                  <a:gd name="connsiteY53" fmla="*/ 36263 h 283389"/>
                  <a:gd name="connsiteX54" fmla="*/ 209878 w 297327"/>
                  <a:gd name="connsiteY54" fmla="*/ 36263 h 283389"/>
                  <a:gd name="connsiteX55" fmla="*/ 207188 w 297327"/>
                  <a:gd name="connsiteY55" fmla="*/ 37606 h 283389"/>
                  <a:gd name="connsiteX56" fmla="*/ 201806 w 297327"/>
                  <a:gd name="connsiteY56" fmla="*/ 34920 h 283389"/>
                  <a:gd name="connsiteX57" fmla="*/ 201806 w 297327"/>
                  <a:gd name="connsiteY57" fmla="*/ 28204 h 283389"/>
                  <a:gd name="connsiteX58" fmla="*/ 197770 w 297327"/>
                  <a:gd name="connsiteY58" fmla="*/ 26862 h 283389"/>
                  <a:gd name="connsiteX59" fmla="*/ 195080 w 297327"/>
                  <a:gd name="connsiteY59" fmla="*/ 24175 h 283389"/>
                  <a:gd name="connsiteX60" fmla="*/ 192389 w 297327"/>
                  <a:gd name="connsiteY60" fmla="*/ 24175 h 283389"/>
                  <a:gd name="connsiteX61" fmla="*/ 184316 w 297327"/>
                  <a:gd name="connsiteY61" fmla="*/ 17460 h 283389"/>
                  <a:gd name="connsiteX62" fmla="*/ 182971 w 297327"/>
                  <a:gd name="connsiteY62" fmla="*/ 13431 h 283389"/>
                  <a:gd name="connsiteX63" fmla="*/ 177589 w 297327"/>
                  <a:gd name="connsiteY63" fmla="*/ 12088 h 283389"/>
                  <a:gd name="connsiteX64" fmla="*/ 176244 w 297327"/>
                  <a:gd name="connsiteY64" fmla="*/ 2686 h 283389"/>
                  <a:gd name="connsiteX65" fmla="*/ 173554 w 297327"/>
                  <a:gd name="connsiteY65" fmla="*/ 0 h 283389"/>
                  <a:gd name="connsiteX66" fmla="*/ 172208 w 297327"/>
                  <a:gd name="connsiteY66" fmla="*/ 1343 h 283389"/>
                  <a:gd name="connsiteX67" fmla="*/ 164136 w 297327"/>
                  <a:gd name="connsiteY67" fmla="*/ 5372 h 283389"/>
                  <a:gd name="connsiteX68" fmla="*/ 161445 w 297327"/>
                  <a:gd name="connsiteY68" fmla="*/ 2686 h 283389"/>
                  <a:gd name="connsiteX69" fmla="*/ 153373 w 297327"/>
                  <a:gd name="connsiteY69" fmla="*/ 8058 h 283389"/>
                  <a:gd name="connsiteX70" fmla="*/ 152027 w 297327"/>
                  <a:gd name="connsiteY70" fmla="*/ 12088 h 283389"/>
                  <a:gd name="connsiteX71" fmla="*/ 153373 w 297327"/>
                  <a:gd name="connsiteY71" fmla="*/ 18803 h 283389"/>
                  <a:gd name="connsiteX72" fmla="*/ 152027 w 297327"/>
                  <a:gd name="connsiteY72" fmla="*/ 28204 h 283389"/>
                  <a:gd name="connsiteX73" fmla="*/ 143955 w 297327"/>
                  <a:gd name="connsiteY73" fmla="*/ 34920 h 283389"/>
                  <a:gd name="connsiteX74" fmla="*/ 143955 w 297327"/>
                  <a:gd name="connsiteY74" fmla="*/ 38949 h 283389"/>
                  <a:gd name="connsiteX75" fmla="*/ 135883 w 297327"/>
                  <a:gd name="connsiteY75" fmla="*/ 41635 h 283389"/>
                  <a:gd name="connsiteX76" fmla="*/ 131847 w 297327"/>
                  <a:gd name="connsiteY76" fmla="*/ 41635 h 283389"/>
                  <a:gd name="connsiteX77" fmla="*/ 126465 w 297327"/>
                  <a:gd name="connsiteY77" fmla="*/ 40292 h 283389"/>
                  <a:gd name="connsiteX78" fmla="*/ 117048 w 297327"/>
                  <a:gd name="connsiteY78" fmla="*/ 44322 h 283389"/>
                  <a:gd name="connsiteX79" fmla="*/ 114357 w 297327"/>
                  <a:gd name="connsiteY79" fmla="*/ 49694 h 283389"/>
                  <a:gd name="connsiteX80" fmla="*/ 117048 w 297327"/>
                  <a:gd name="connsiteY80" fmla="*/ 52380 h 283389"/>
                  <a:gd name="connsiteX81" fmla="*/ 121084 w 297327"/>
                  <a:gd name="connsiteY81" fmla="*/ 53723 h 283389"/>
                  <a:gd name="connsiteX82" fmla="*/ 114357 w 297327"/>
                  <a:gd name="connsiteY82" fmla="*/ 59095 h 283389"/>
                  <a:gd name="connsiteX83" fmla="*/ 107630 w 297327"/>
                  <a:gd name="connsiteY83" fmla="*/ 60438 h 283389"/>
                  <a:gd name="connsiteX84" fmla="*/ 96867 w 297327"/>
                  <a:gd name="connsiteY84" fmla="*/ 59095 h 283389"/>
                  <a:gd name="connsiteX85" fmla="*/ 92831 w 297327"/>
                  <a:gd name="connsiteY85" fmla="*/ 56409 h 283389"/>
                  <a:gd name="connsiteX86" fmla="*/ 88795 w 297327"/>
                  <a:gd name="connsiteY86" fmla="*/ 59095 h 283389"/>
                  <a:gd name="connsiteX87" fmla="*/ 87449 w 297327"/>
                  <a:gd name="connsiteY87" fmla="*/ 55066 h 283389"/>
                  <a:gd name="connsiteX88" fmla="*/ 84759 w 297327"/>
                  <a:gd name="connsiteY88" fmla="*/ 52380 h 283389"/>
                  <a:gd name="connsiteX89" fmla="*/ 86104 w 297327"/>
                  <a:gd name="connsiteY89" fmla="*/ 48351 h 283389"/>
                  <a:gd name="connsiteX90" fmla="*/ 82068 w 297327"/>
                  <a:gd name="connsiteY90" fmla="*/ 47008 h 283389"/>
                  <a:gd name="connsiteX91" fmla="*/ 76686 w 297327"/>
                  <a:gd name="connsiteY91" fmla="*/ 48351 h 283389"/>
                  <a:gd name="connsiteX92" fmla="*/ 71305 w 297327"/>
                  <a:gd name="connsiteY92" fmla="*/ 48351 h 283389"/>
                  <a:gd name="connsiteX93" fmla="*/ 68614 w 297327"/>
                  <a:gd name="connsiteY93" fmla="*/ 47008 h 283389"/>
                  <a:gd name="connsiteX94" fmla="*/ 69959 w 297327"/>
                  <a:gd name="connsiteY94" fmla="*/ 52380 h 283389"/>
                  <a:gd name="connsiteX95" fmla="*/ 68614 w 297327"/>
                  <a:gd name="connsiteY95" fmla="*/ 55066 h 283389"/>
                  <a:gd name="connsiteX96" fmla="*/ 78032 w 297327"/>
                  <a:gd name="connsiteY96" fmla="*/ 63125 h 283389"/>
                  <a:gd name="connsiteX97" fmla="*/ 76686 w 297327"/>
                  <a:gd name="connsiteY97" fmla="*/ 65811 h 283389"/>
                  <a:gd name="connsiteX98" fmla="*/ 78032 w 297327"/>
                  <a:gd name="connsiteY98" fmla="*/ 69840 h 283389"/>
                  <a:gd name="connsiteX99" fmla="*/ 76686 w 297327"/>
                  <a:gd name="connsiteY99" fmla="*/ 73869 h 283389"/>
                  <a:gd name="connsiteX100" fmla="*/ 79377 w 297327"/>
                  <a:gd name="connsiteY100" fmla="*/ 76555 h 283389"/>
                  <a:gd name="connsiteX101" fmla="*/ 79377 w 297327"/>
                  <a:gd name="connsiteY101" fmla="*/ 81928 h 283389"/>
                  <a:gd name="connsiteX102" fmla="*/ 71305 w 297327"/>
                  <a:gd name="connsiteY102" fmla="*/ 80585 h 283389"/>
                  <a:gd name="connsiteX103" fmla="*/ 67269 w 297327"/>
                  <a:gd name="connsiteY103" fmla="*/ 81928 h 283389"/>
                  <a:gd name="connsiteX104" fmla="*/ 63232 w 297327"/>
                  <a:gd name="connsiteY104" fmla="*/ 80585 h 283389"/>
                  <a:gd name="connsiteX105" fmla="*/ 57851 w 297327"/>
                  <a:gd name="connsiteY105" fmla="*/ 81928 h 283389"/>
                  <a:gd name="connsiteX106" fmla="*/ 56506 w 297327"/>
                  <a:gd name="connsiteY106" fmla="*/ 80585 h 283389"/>
                  <a:gd name="connsiteX107" fmla="*/ 51124 w 297327"/>
                  <a:gd name="connsiteY107" fmla="*/ 84614 h 283389"/>
                  <a:gd name="connsiteX108" fmla="*/ 44397 w 297327"/>
                  <a:gd name="connsiteY108" fmla="*/ 75212 h 283389"/>
                  <a:gd name="connsiteX109" fmla="*/ 39016 w 297327"/>
                  <a:gd name="connsiteY109" fmla="*/ 73869 h 283389"/>
                  <a:gd name="connsiteX110" fmla="*/ 33634 w 297327"/>
                  <a:gd name="connsiteY110" fmla="*/ 75212 h 283389"/>
                  <a:gd name="connsiteX111" fmla="*/ 28253 w 297327"/>
                  <a:gd name="connsiteY111" fmla="*/ 79241 h 283389"/>
                  <a:gd name="connsiteX112" fmla="*/ 25562 w 297327"/>
                  <a:gd name="connsiteY112" fmla="*/ 77899 h 283389"/>
                  <a:gd name="connsiteX113" fmla="*/ 22871 w 297327"/>
                  <a:gd name="connsiteY113" fmla="*/ 80585 h 283389"/>
                  <a:gd name="connsiteX114" fmla="*/ 20181 w 297327"/>
                  <a:gd name="connsiteY114" fmla="*/ 79241 h 283389"/>
                  <a:gd name="connsiteX115" fmla="*/ 14799 w 297327"/>
                  <a:gd name="connsiteY115" fmla="*/ 80585 h 283389"/>
                  <a:gd name="connsiteX116" fmla="*/ 12108 w 297327"/>
                  <a:gd name="connsiteY116" fmla="*/ 83271 h 283389"/>
                  <a:gd name="connsiteX117" fmla="*/ 4036 w 297327"/>
                  <a:gd name="connsiteY117" fmla="*/ 84614 h 283389"/>
                  <a:gd name="connsiteX118" fmla="*/ 0 w 297327"/>
                  <a:gd name="connsiteY118" fmla="*/ 88643 h 283389"/>
                  <a:gd name="connsiteX119" fmla="*/ 2691 w 297327"/>
                  <a:gd name="connsiteY119" fmla="*/ 91329 h 283389"/>
                  <a:gd name="connsiteX120" fmla="*/ 6727 w 297327"/>
                  <a:gd name="connsiteY120" fmla="*/ 89986 h 283389"/>
                  <a:gd name="connsiteX121" fmla="*/ 12108 w 297327"/>
                  <a:gd name="connsiteY121" fmla="*/ 91329 h 283389"/>
                  <a:gd name="connsiteX122" fmla="*/ 12108 w 297327"/>
                  <a:gd name="connsiteY122" fmla="*/ 92672 h 283389"/>
                  <a:gd name="connsiteX123" fmla="*/ 8072 w 297327"/>
                  <a:gd name="connsiteY123" fmla="*/ 91329 h 283389"/>
                  <a:gd name="connsiteX124" fmla="*/ 5381 w 297327"/>
                  <a:gd name="connsiteY124" fmla="*/ 92672 h 283389"/>
                  <a:gd name="connsiteX125" fmla="*/ 6727 w 297327"/>
                  <a:gd name="connsiteY125" fmla="*/ 96702 h 283389"/>
                  <a:gd name="connsiteX126" fmla="*/ 8072 w 297327"/>
                  <a:gd name="connsiteY126" fmla="*/ 94015 h 283389"/>
                  <a:gd name="connsiteX127" fmla="*/ 10763 w 297327"/>
                  <a:gd name="connsiteY127" fmla="*/ 95358 h 283389"/>
                  <a:gd name="connsiteX128" fmla="*/ 12108 w 297327"/>
                  <a:gd name="connsiteY128" fmla="*/ 98045 h 283389"/>
                  <a:gd name="connsiteX129" fmla="*/ 9417 w 297327"/>
                  <a:gd name="connsiteY129" fmla="*/ 99388 h 283389"/>
                  <a:gd name="connsiteX130" fmla="*/ 4036 w 297327"/>
                  <a:gd name="connsiteY130" fmla="*/ 100731 h 283389"/>
                  <a:gd name="connsiteX131" fmla="*/ 4036 w 297327"/>
                  <a:gd name="connsiteY131" fmla="*/ 102074 h 283389"/>
                  <a:gd name="connsiteX132" fmla="*/ 9417 w 297327"/>
                  <a:gd name="connsiteY132" fmla="*/ 102074 h 283389"/>
                  <a:gd name="connsiteX133" fmla="*/ 10763 w 297327"/>
                  <a:gd name="connsiteY133" fmla="*/ 107446 h 283389"/>
                  <a:gd name="connsiteX134" fmla="*/ 10763 w 297327"/>
                  <a:gd name="connsiteY134" fmla="*/ 111475 h 283389"/>
                  <a:gd name="connsiteX135" fmla="*/ 16144 w 297327"/>
                  <a:gd name="connsiteY135" fmla="*/ 107446 h 283389"/>
                  <a:gd name="connsiteX136" fmla="*/ 20181 w 297327"/>
                  <a:gd name="connsiteY136" fmla="*/ 108789 h 283389"/>
                  <a:gd name="connsiteX137" fmla="*/ 22871 w 297327"/>
                  <a:gd name="connsiteY137" fmla="*/ 107446 h 283389"/>
                  <a:gd name="connsiteX138" fmla="*/ 30943 w 297327"/>
                  <a:gd name="connsiteY138" fmla="*/ 111475 h 283389"/>
                  <a:gd name="connsiteX139" fmla="*/ 32289 w 297327"/>
                  <a:gd name="connsiteY139" fmla="*/ 114162 h 283389"/>
                  <a:gd name="connsiteX140" fmla="*/ 36325 w 297327"/>
                  <a:gd name="connsiteY140" fmla="*/ 114162 h 283389"/>
                  <a:gd name="connsiteX141" fmla="*/ 41706 w 297327"/>
                  <a:gd name="connsiteY141" fmla="*/ 118191 h 283389"/>
                  <a:gd name="connsiteX142" fmla="*/ 45743 w 297327"/>
                  <a:gd name="connsiteY142" fmla="*/ 114162 h 283389"/>
                  <a:gd name="connsiteX143" fmla="*/ 48433 w 297327"/>
                  <a:gd name="connsiteY143" fmla="*/ 114162 h 283389"/>
                  <a:gd name="connsiteX144" fmla="*/ 47088 w 297327"/>
                  <a:gd name="connsiteY144" fmla="*/ 118191 h 283389"/>
                  <a:gd name="connsiteX145" fmla="*/ 48433 w 297327"/>
                  <a:gd name="connsiteY145" fmla="*/ 119534 h 283389"/>
                  <a:gd name="connsiteX146" fmla="*/ 52470 w 297327"/>
                  <a:gd name="connsiteY146" fmla="*/ 116848 h 283389"/>
                  <a:gd name="connsiteX147" fmla="*/ 55160 w 297327"/>
                  <a:gd name="connsiteY147" fmla="*/ 119534 h 283389"/>
                  <a:gd name="connsiteX148" fmla="*/ 53815 w 297327"/>
                  <a:gd name="connsiteY148" fmla="*/ 124906 h 283389"/>
                  <a:gd name="connsiteX149" fmla="*/ 56506 w 297327"/>
                  <a:gd name="connsiteY149" fmla="*/ 128935 h 283389"/>
                  <a:gd name="connsiteX150" fmla="*/ 59196 w 297327"/>
                  <a:gd name="connsiteY150" fmla="*/ 128935 h 283389"/>
                  <a:gd name="connsiteX151" fmla="*/ 64578 w 297327"/>
                  <a:gd name="connsiteY151" fmla="*/ 124906 h 283389"/>
                  <a:gd name="connsiteX152" fmla="*/ 69959 w 297327"/>
                  <a:gd name="connsiteY152" fmla="*/ 126249 h 283389"/>
                  <a:gd name="connsiteX153" fmla="*/ 72650 w 297327"/>
                  <a:gd name="connsiteY153" fmla="*/ 130278 h 283389"/>
                  <a:gd name="connsiteX154" fmla="*/ 68614 w 297327"/>
                  <a:gd name="connsiteY154" fmla="*/ 127592 h 283389"/>
                  <a:gd name="connsiteX155" fmla="*/ 64578 w 297327"/>
                  <a:gd name="connsiteY155" fmla="*/ 128935 h 283389"/>
                  <a:gd name="connsiteX156" fmla="*/ 60542 w 297327"/>
                  <a:gd name="connsiteY156" fmla="*/ 131622 h 283389"/>
                  <a:gd name="connsiteX157" fmla="*/ 63232 w 297327"/>
                  <a:gd name="connsiteY157" fmla="*/ 132965 h 283389"/>
                  <a:gd name="connsiteX158" fmla="*/ 64578 w 297327"/>
                  <a:gd name="connsiteY158" fmla="*/ 138337 h 283389"/>
                  <a:gd name="connsiteX159" fmla="*/ 61887 w 297327"/>
                  <a:gd name="connsiteY159" fmla="*/ 142366 h 283389"/>
                  <a:gd name="connsiteX160" fmla="*/ 63232 w 297327"/>
                  <a:gd name="connsiteY160" fmla="*/ 146395 h 283389"/>
                  <a:gd name="connsiteX161" fmla="*/ 67269 w 297327"/>
                  <a:gd name="connsiteY161" fmla="*/ 146395 h 283389"/>
                  <a:gd name="connsiteX162" fmla="*/ 73996 w 297327"/>
                  <a:gd name="connsiteY162" fmla="*/ 154454 h 283389"/>
                  <a:gd name="connsiteX163" fmla="*/ 80723 w 297327"/>
                  <a:gd name="connsiteY163" fmla="*/ 155797 h 283389"/>
                  <a:gd name="connsiteX164" fmla="*/ 86104 w 297327"/>
                  <a:gd name="connsiteY164" fmla="*/ 159826 h 283389"/>
                  <a:gd name="connsiteX165" fmla="*/ 86104 w 297327"/>
                  <a:gd name="connsiteY165" fmla="*/ 163855 h 283389"/>
                  <a:gd name="connsiteX166" fmla="*/ 88795 w 297327"/>
                  <a:gd name="connsiteY166" fmla="*/ 167885 h 283389"/>
                  <a:gd name="connsiteX167" fmla="*/ 86104 w 297327"/>
                  <a:gd name="connsiteY167" fmla="*/ 173257 h 283389"/>
                  <a:gd name="connsiteX168" fmla="*/ 86104 w 297327"/>
                  <a:gd name="connsiteY168" fmla="*/ 173257 h 283389"/>
                  <a:gd name="connsiteX169" fmla="*/ 84759 w 297327"/>
                  <a:gd name="connsiteY169" fmla="*/ 177286 h 283389"/>
                  <a:gd name="connsiteX170" fmla="*/ 88795 w 297327"/>
                  <a:gd name="connsiteY170" fmla="*/ 178629 h 283389"/>
                  <a:gd name="connsiteX171" fmla="*/ 96867 w 297327"/>
                  <a:gd name="connsiteY171" fmla="*/ 185345 h 283389"/>
                  <a:gd name="connsiteX172" fmla="*/ 102248 w 297327"/>
                  <a:gd name="connsiteY172" fmla="*/ 200118 h 283389"/>
                  <a:gd name="connsiteX173" fmla="*/ 95521 w 297327"/>
                  <a:gd name="connsiteY173" fmla="*/ 193403 h 283389"/>
                  <a:gd name="connsiteX174" fmla="*/ 94176 w 297327"/>
                  <a:gd name="connsiteY174" fmla="*/ 186688 h 283389"/>
                  <a:gd name="connsiteX175" fmla="*/ 88795 w 297327"/>
                  <a:gd name="connsiteY175" fmla="*/ 184002 h 283389"/>
                  <a:gd name="connsiteX176" fmla="*/ 86104 w 297327"/>
                  <a:gd name="connsiteY176" fmla="*/ 185345 h 283389"/>
                  <a:gd name="connsiteX177" fmla="*/ 83413 w 297327"/>
                  <a:gd name="connsiteY177" fmla="*/ 198775 h 283389"/>
                  <a:gd name="connsiteX178" fmla="*/ 84759 w 297327"/>
                  <a:gd name="connsiteY178" fmla="*/ 208177 h 283389"/>
                  <a:gd name="connsiteX179" fmla="*/ 88795 w 297327"/>
                  <a:gd name="connsiteY179" fmla="*/ 210863 h 283389"/>
                  <a:gd name="connsiteX180" fmla="*/ 84759 w 297327"/>
                  <a:gd name="connsiteY180" fmla="*/ 213549 h 283389"/>
                  <a:gd name="connsiteX181" fmla="*/ 83413 w 297327"/>
                  <a:gd name="connsiteY181" fmla="*/ 231009 h 283389"/>
                  <a:gd name="connsiteX182" fmla="*/ 78032 w 297327"/>
                  <a:gd name="connsiteY182" fmla="*/ 245783 h 283389"/>
                  <a:gd name="connsiteX183" fmla="*/ 72650 w 297327"/>
                  <a:gd name="connsiteY183" fmla="*/ 249812 h 283389"/>
                  <a:gd name="connsiteX184" fmla="*/ 76686 w 297327"/>
                  <a:gd name="connsiteY184" fmla="*/ 252499 h 283389"/>
                  <a:gd name="connsiteX185" fmla="*/ 78032 w 297327"/>
                  <a:gd name="connsiteY185" fmla="*/ 253841 h 283389"/>
                  <a:gd name="connsiteX186" fmla="*/ 80723 w 297327"/>
                  <a:gd name="connsiteY186" fmla="*/ 253841 h 283389"/>
                  <a:gd name="connsiteX187" fmla="*/ 82068 w 297327"/>
                  <a:gd name="connsiteY187" fmla="*/ 259214 h 283389"/>
                  <a:gd name="connsiteX188" fmla="*/ 80723 w 297327"/>
                  <a:gd name="connsiteY188" fmla="*/ 263243 h 283389"/>
                  <a:gd name="connsiteX189" fmla="*/ 88795 w 297327"/>
                  <a:gd name="connsiteY189" fmla="*/ 263243 h 283389"/>
                  <a:gd name="connsiteX190" fmla="*/ 99558 w 297327"/>
                  <a:gd name="connsiteY190" fmla="*/ 267272 h 283389"/>
                  <a:gd name="connsiteX191" fmla="*/ 103594 w 297327"/>
                  <a:gd name="connsiteY191" fmla="*/ 272645 h 283389"/>
                  <a:gd name="connsiteX192" fmla="*/ 108975 w 297327"/>
                  <a:gd name="connsiteY192" fmla="*/ 269958 h 283389"/>
                  <a:gd name="connsiteX193" fmla="*/ 115702 w 297327"/>
                  <a:gd name="connsiteY193" fmla="*/ 275331 h 283389"/>
                  <a:gd name="connsiteX194" fmla="*/ 122429 w 297327"/>
                  <a:gd name="connsiteY194" fmla="*/ 275331 h 283389"/>
                  <a:gd name="connsiteX195" fmla="*/ 125120 w 297327"/>
                  <a:gd name="connsiteY195" fmla="*/ 278017 h 283389"/>
                  <a:gd name="connsiteX196" fmla="*/ 130501 w 297327"/>
                  <a:gd name="connsiteY196" fmla="*/ 272645 h 283389"/>
                  <a:gd name="connsiteX197" fmla="*/ 142610 w 297327"/>
                  <a:gd name="connsiteY197" fmla="*/ 272645 h 283389"/>
                  <a:gd name="connsiteX198" fmla="*/ 146646 w 297327"/>
                  <a:gd name="connsiteY198" fmla="*/ 275331 h 283389"/>
                  <a:gd name="connsiteX199" fmla="*/ 153373 w 297327"/>
                  <a:gd name="connsiteY199" fmla="*/ 273988 h 283389"/>
                  <a:gd name="connsiteX200" fmla="*/ 161445 w 297327"/>
                  <a:gd name="connsiteY200" fmla="*/ 278017 h 283389"/>
                  <a:gd name="connsiteX201" fmla="*/ 173554 w 297327"/>
                  <a:gd name="connsiteY201" fmla="*/ 276674 h 283389"/>
                  <a:gd name="connsiteX202" fmla="*/ 181626 w 297327"/>
                  <a:gd name="connsiteY202" fmla="*/ 282046 h 283389"/>
                  <a:gd name="connsiteX203" fmla="*/ 185662 w 297327"/>
                  <a:gd name="connsiteY203" fmla="*/ 283389 h 283389"/>
                  <a:gd name="connsiteX204" fmla="*/ 184316 w 297327"/>
                  <a:gd name="connsiteY204" fmla="*/ 280703 h 283389"/>
                  <a:gd name="connsiteX205" fmla="*/ 182971 w 297327"/>
                  <a:gd name="connsiteY205" fmla="*/ 273988 h 283389"/>
                  <a:gd name="connsiteX206" fmla="*/ 184316 w 297327"/>
                  <a:gd name="connsiteY206" fmla="*/ 264586 h 283389"/>
                  <a:gd name="connsiteX207" fmla="*/ 185662 w 297327"/>
                  <a:gd name="connsiteY207" fmla="*/ 260557 h 283389"/>
                  <a:gd name="connsiteX208" fmla="*/ 191043 w 297327"/>
                  <a:gd name="connsiteY208" fmla="*/ 255185 h 283389"/>
                  <a:gd name="connsiteX209" fmla="*/ 200461 w 297327"/>
                  <a:gd name="connsiteY209" fmla="*/ 245783 h 283389"/>
                  <a:gd name="connsiteX210" fmla="*/ 203152 w 297327"/>
                  <a:gd name="connsiteY210" fmla="*/ 245783 h 283389"/>
                  <a:gd name="connsiteX211" fmla="*/ 205842 w 297327"/>
                  <a:gd name="connsiteY211" fmla="*/ 247126 h 283389"/>
                  <a:gd name="connsiteX212" fmla="*/ 212569 w 297327"/>
                  <a:gd name="connsiteY212" fmla="*/ 248469 h 283389"/>
                  <a:gd name="connsiteX213" fmla="*/ 217951 w 297327"/>
                  <a:gd name="connsiteY213" fmla="*/ 252499 h 283389"/>
                  <a:gd name="connsiteX214" fmla="*/ 223332 w 297327"/>
                  <a:gd name="connsiteY214" fmla="*/ 252499 h 283389"/>
                  <a:gd name="connsiteX215" fmla="*/ 226023 w 297327"/>
                  <a:gd name="connsiteY215" fmla="*/ 248469 h 283389"/>
                  <a:gd name="connsiteX216" fmla="*/ 230059 w 297327"/>
                  <a:gd name="connsiteY216" fmla="*/ 248469 h 283389"/>
                  <a:gd name="connsiteX217" fmla="*/ 246204 w 297327"/>
                  <a:gd name="connsiteY217" fmla="*/ 257871 h 283389"/>
                  <a:gd name="connsiteX218" fmla="*/ 250240 w 297327"/>
                  <a:gd name="connsiteY218" fmla="*/ 261900 h 283389"/>
                  <a:gd name="connsiteX219" fmla="*/ 262348 w 297327"/>
                  <a:gd name="connsiteY219" fmla="*/ 263243 h 283389"/>
                  <a:gd name="connsiteX220" fmla="*/ 266384 w 297327"/>
                  <a:gd name="connsiteY220" fmla="*/ 257871 h 283389"/>
                  <a:gd name="connsiteX221" fmla="*/ 266384 w 297327"/>
                  <a:gd name="connsiteY221" fmla="*/ 256528 h 283389"/>
                  <a:gd name="connsiteX222" fmla="*/ 270420 w 297327"/>
                  <a:gd name="connsiteY222" fmla="*/ 249812 h 283389"/>
                  <a:gd name="connsiteX223" fmla="*/ 286565 w 297327"/>
                  <a:gd name="connsiteY223" fmla="*/ 237725 h 283389"/>
                  <a:gd name="connsiteX224" fmla="*/ 287911 w 297327"/>
                  <a:gd name="connsiteY224" fmla="*/ 237725 h 283389"/>
                  <a:gd name="connsiteX225" fmla="*/ 286565 w 297327"/>
                  <a:gd name="connsiteY225" fmla="*/ 232352 h 283389"/>
                  <a:gd name="connsiteX226" fmla="*/ 289256 w 297327"/>
                  <a:gd name="connsiteY226" fmla="*/ 224294 h 283389"/>
                  <a:gd name="connsiteX227" fmla="*/ 281184 w 297327"/>
                  <a:gd name="connsiteY227" fmla="*/ 224294 h 283389"/>
                  <a:gd name="connsiteX228" fmla="*/ 273111 w 297327"/>
                  <a:gd name="connsiteY228" fmla="*/ 218922 h 283389"/>
                  <a:gd name="connsiteX229" fmla="*/ 271766 w 297327"/>
                  <a:gd name="connsiteY229" fmla="*/ 205491 h 283389"/>
                  <a:gd name="connsiteX230" fmla="*/ 266384 w 297327"/>
                  <a:gd name="connsiteY230" fmla="*/ 198775 h 283389"/>
                  <a:gd name="connsiteX231" fmla="*/ 269075 w 297327"/>
                  <a:gd name="connsiteY231" fmla="*/ 194746 h 283389"/>
                  <a:gd name="connsiteX232" fmla="*/ 275802 w 297327"/>
                  <a:gd name="connsiteY232" fmla="*/ 193403 h 283389"/>
                  <a:gd name="connsiteX233" fmla="*/ 277147 w 297327"/>
                  <a:gd name="connsiteY233" fmla="*/ 185345 h 283389"/>
                  <a:gd name="connsiteX234" fmla="*/ 271766 w 297327"/>
                  <a:gd name="connsiteY234" fmla="*/ 179972 h 283389"/>
                  <a:gd name="connsiteX235" fmla="*/ 271766 w 297327"/>
                  <a:gd name="connsiteY235" fmla="*/ 174600 h 283389"/>
                  <a:gd name="connsiteX236" fmla="*/ 273111 w 297327"/>
                  <a:gd name="connsiteY236" fmla="*/ 171914 h 283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</a:cxnLst>
                <a:rect l="l" t="t" r="r" b="b"/>
                <a:pathLst>
                  <a:path w="297327" h="283389">
                    <a:moveTo>
                      <a:pt x="274457" y="171914"/>
                    </a:moveTo>
                    <a:lnTo>
                      <a:pt x="273111" y="167885"/>
                    </a:lnTo>
                    <a:lnTo>
                      <a:pt x="270420" y="165199"/>
                    </a:lnTo>
                    <a:lnTo>
                      <a:pt x="267730" y="158483"/>
                    </a:lnTo>
                    <a:lnTo>
                      <a:pt x="266384" y="154454"/>
                    </a:lnTo>
                    <a:lnTo>
                      <a:pt x="258312" y="153111"/>
                    </a:lnTo>
                    <a:lnTo>
                      <a:pt x="254276" y="157140"/>
                    </a:lnTo>
                    <a:lnTo>
                      <a:pt x="256967" y="162512"/>
                    </a:lnTo>
                    <a:lnTo>
                      <a:pt x="250240" y="165199"/>
                    </a:lnTo>
                    <a:lnTo>
                      <a:pt x="244858" y="165199"/>
                    </a:lnTo>
                    <a:lnTo>
                      <a:pt x="244858" y="161169"/>
                    </a:lnTo>
                    <a:lnTo>
                      <a:pt x="247549" y="159826"/>
                    </a:lnTo>
                    <a:lnTo>
                      <a:pt x="250240" y="159826"/>
                    </a:lnTo>
                    <a:lnTo>
                      <a:pt x="250240" y="154454"/>
                    </a:lnTo>
                    <a:lnTo>
                      <a:pt x="251585" y="146395"/>
                    </a:lnTo>
                    <a:lnTo>
                      <a:pt x="258312" y="135651"/>
                    </a:lnTo>
                    <a:lnTo>
                      <a:pt x="262348" y="134308"/>
                    </a:lnTo>
                    <a:lnTo>
                      <a:pt x="267730" y="127592"/>
                    </a:lnTo>
                    <a:lnTo>
                      <a:pt x="271766" y="126249"/>
                    </a:lnTo>
                    <a:lnTo>
                      <a:pt x="270420" y="120877"/>
                    </a:lnTo>
                    <a:lnTo>
                      <a:pt x="265039" y="118191"/>
                    </a:lnTo>
                    <a:lnTo>
                      <a:pt x="269075" y="114162"/>
                    </a:lnTo>
                    <a:lnTo>
                      <a:pt x="274457" y="114162"/>
                    </a:lnTo>
                    <a:lnTo>
                      <a:pt x="275802" y="116848"/>
                    </a:lnTo>
                    <a:lnTo>
                      <a:pt x="281184" y="118191"/>
                    </a:lnTo>
                    <a:lnTo>
                      <a:pt x="289256" y="115504"/>
                    </a:lnTo>
                    <a:lnTo>
                      <a:pt x="286565" y="110132"/>
                    </a:lnTo>
                    <a:lnTo>
                      <a:pt x="282529" y="107446"/>
                    </a:lnTo>
                    <a:lnTo>
                      <a:pt x="282529" y="99388"/>
                    </a:lnTo>
                    <a:lnTo>
                      <a:pt x="285220" y="91329"/>
                    </a:lnTo>
                    <a:lnTo>
                      <a:pt x="287911" y="87300"/>
                    </a:lnTo>
                    <a:lnTo>
                      <a:pt x="287911" y="83271"/>
                    </a:lnTo>
                    <a:lnTo>
                      <a:pt x="290601" y="75212"/>
                    </a:lnTo>
                    <a:lnTo>
                      <a:pt x="297328" y="69840"/>
                    </a:lnTo>
                    <a:lnTo>
                      <a:pt x="291946" y="65811"/>
                    </a:lnTo>
                    <a:lnTo>
                      <a:pt x="286565" y="65811"/>
                    </a:lnTo>
                    <a:lnTo>
                      <a:pt x="281184" y="63125"/>
                    </a:lnTo>
                    <a:lnTo>
                      <a:pt x="275802" y="64468"/>
                    </a:lnTo>
                    <a:lnTo>
                      <a:pt x="273111" y="64468"/>
                    </a:lnTo>
                    <a:lnTo>
                      <a:pt x="267730" y="64468"/>
                    </a:lnTo>
                    <a:lnTo>
                      <a:pt x="263694" y="65811"/>
                    </a:lnTo>
                    <a:lnTo>
                      <a:pt x="259658" y="61781"/>
                    </a:lnTo>
                    <a:lnTo>
                      <a:pt x="259658" y="57752"/>
                    </a:lnTo>
                    <a:lnTo>
                      <a:pt x="254276" y="55066"/>
                    </a:lnTo>
                    <a:lnTo>
                      <a:pt x="251585" y="55066"/>
                    </a:lnTo>
                    <a:lnTo>
                      <a:pt x="244858" y="53723"/>
                    </a:lnTo>
                    <a:lnTo>
                      <a:pt x="240822" y="49694"/>
                    </a:lnTo>
                    <a:lnTo>
                      <a:pt x="236786" y="49694"/>
                    </a:lnTo>
                    <a:lnTo>
                      <a:pt x="235441" y="51037"/>
                    </a:lnTo>
                    <a:lnTo>
                      <a:pt x="230059" y="47008"/>
                    </a:lnTo>
                    <a:lnTo>
                      <a:pt x="224678" y="47008"/>
                    </a:lnTo>
                    <a:lnTo>
                      <a:pt x="219296" y="40292"/>
                    </a:lnTo>
                    <a:lnTo>
                      <a:pt x="215260" y="38949"/>
                    </a:lnTo>
                    <a:lnTo>
                      <a:pt x="213915" y="36263"/>
                    </a:lnTo>
                    <a:lnTo>
                      <a:pt x="209878" y="36263"/>
                    </a:lnTo>
                    <a:lnTo>
                      <a:pt x="207188" y="37606"/>
                    </a:lnTo>
                    <a:lnTo>
                      <a:pt x="201806" y="34920"/>
                    </a:lnTo>
                    <a:lnTo>
                      <a:pt x="201806" y="28204"/>
                    </a:lnTo>
                    <a:lnTo>
                      <a:pt x="197770" y="26862"/>
                    </a:lnTo>
                    <a:lnTo>
                      <a:pt x="195080" y="24175"/>
                    </a:lnTo>
                    <a:lnTo>
                      <a:pt x="192389" y="24175"/>
                    </a:lnTo>
                    <a:lnTo>
                      <a:pt x="184316" y="17460"/>
                    </a:lnTo>
                    <a:lnTo>
                      <a:pt x="182971" y="13431"/>
                    </a:lnTo>
                    <a:lnTo>
                      <a:pt x="177589" y="12088"/>
                    </a:lnTo>
                    <a:lnTo>
                      <a:pt x="176244" y="2686"/>
                    </a:lnTo>
                    <a:lnTo>
                      <a:pt x="173554" y="0"/>
                    </a:lnTo>
                    <a:lnTo>
                      <a:pt x="172208" y="1343"/>
                    </a:lnTo>
                    <a:lnTo>
                      <a:pt x="164136" y="5372"/>
                    </a:lnTo>
                    <a:lnTo>
                      <a:pt x="161445" y="2686"/>
                    </a:lnTo>
                    <a:lnTo>
                      <a:pt x="153373" y="8058"/>
                    </a:lnTo>
                    <a:lnTo>
                      <a:pt x="152027" y="12088"/>
                    </a:lnTo>
                    <a:lnTo>
                      <a:pt x="153373" y="18803"/>
                    </a:lnTo>
                    <a:lnTo>
                      <a:pt x="152027" y="28204"/>
                    </a:lnTo>
                    <a:lnTo>
                      <a:pt x="143955" y="34920"/>
                    </a:lnTo>
                    <a:lnTo>
                      <a:pt x="143955" y="38949"/>
                    </a:lnTo>
                    <a:lnTo>
                      <a:pt x="135883" y="41635"/>
                    </a:lnTo>
                    <a:lnTo>
                      <a:pt x="131847" y="41635"/>
                    </a:lnTo>
                    <a:lnTo>
                      <a:pt x="126465" y="40292"/>
                    </a:lnTo>
                    <a:lnTo>
                      <a:pt x="117048" y="44322"/>
                    </a:lnTo>
                    <a:lnTo>
                      <a:pt x="114357" y="49694"/>
                    </a:lnTo>
                    <a:lnTo>
                      <a:pt x="117048" y="52380"/>
                    </a:lnTo>
                    <a:lnTo>
                      <a:pt x="121084" y="53723"/>
                    </a:lnTo>
                    <a:lnTo>
                      <a:pt x="114357" y="59095"/>
                    </a:lnTo>
                    <a:lnTo>
                      <a:pt x="107630" y="60438"/>
                    </a:lnTo>
                    <a:lnTo>
                      <a:pt x="96867" y="59095"/>
                    </a:lnTo>
                    <a:lnTo>
                      <a:pt x="92831" y="56409"/>
                    </a:lnTo>
                    <a:lnTo>
                      <a:pt x="88795" y="59095"/>
                    </a:lnTo>
                    <a:lnTo>
                      <a:pt x="87449" y="55066"/>
                    </a:lnTo>
                    <a:lnTo>
                      <a:pt x="84759" y="52380"/>
                    </a:lnTo>
                    <a:lnTo>
                      <a:pt x="86104" y="48351"/>
                    </a:lnTo>
                    <a:lnTo>
                      <a:pt x="82068" y="47008"/>
                    </a:lnTo>
                    <a:lnTo>
                      <a:pt x="76686" y="48351"/>
                    </a:lnTo>
                    <a:lnTo>
                      <a:pt x="71305" y="48351"/>
                    </a:lnTo>
                    <a:lnTo>
                      <a:pt x="68614" y="47008"/>
                    </a:lnTo>
                    <a:lnTo>
                      <a:pt x="69959" y="52380"/>
                    </a:lnTo>
                    <a:lnTo>
                      <a:pt x="68614" y="55066"/>
                    </a:lnTo>
                    <a:lnTo>
                      <a:pt x="78032" y="63125"/>
                    </a:lnTo>
                    <a:lnTo>
                      <a:pt x="76686" y="65811"/>
                    </a:lnTo>
                    <a:lnTo>
                      <a:pt x="78032" y="69840"/>
                    </a:lnTo>
                    <a:lnTo>
                      <a:pt x="76686" y="73869"/>
                    </a:lnTo>
                    <a:lnTo>
                      <a:pt x="79377" y="76555"/>
                    </a:lnTo>
                    <a:lnTo>
                      <a:pt x="79377" y="81928"/>
                    </a:lnTo>
                    <a:lnTo>
                      <a:pt x="71305" y="80585"/>
                    </a:lnTo>
                    <a:lnTo>
                      <a:pt x="67269" y="81928"/>
                    </a:lnTo>
                    <a:lnTo>
                      <a:pt x="63232" y="80585"/>
                    </a:lnTo>
                    <a:lnTo>
                      <a:pt x="57851" y="81928"/>
                    </a:lnTo>
                    <a:lnTo>
                      <a:pt x="56506" y="80585"/>
                    </a:lnTo>
                    <a:lnTo>
                      <a:pt x="51124" y="84614"/>
                    </a:lnTo>
                    <a:lnTo>
                      <a:pt x="44397" y="75212"/>
                    </a:lnTo>
                    <a:lnTo>
                      <a:pt x="39016" y="73869"/>
                    </a:lnTo>
                    <a:lnTo>
                      <a:pt x="33634" y="75212"/>
                    </a:lnTo>
                    <a:lnTo>
                      <a:pt x="28253" y="79241"/>
                    </a:lnTo>
                    <a:lnTo>
                      <a:pt x="25562" y="77899"/>
                    </a:lnTo>
                    <a:lnTo>
                      <a:pt x="22871" y="80585"/>
                    </a:lnTo>
                    <a:lnTo>
                      <a:pt x="20181" y="79241"/>
                    </a:lnTo>
                    <a:lnTo>
                      <a:pt x="14799" y="80585"/>
                    </a:lnTo>
                    <a:lnTo>
                      <a:pt x="12108" y="83271"/>
                    </a:lnTo>
                    <a:lnTo>
                      <a:pt x="4036" y="84614"/>
                    </a:lnTo>
                    <a:lnTo>
                      <a:pt x="0" y="88643"/>
                    </a:lnTo>
                    <a:lnTo>
                      <a:pt x="2691" y="91329"/>
                    </a:lnTo>
                    <a:lnTo>
                      <a:pt x="6727" y="89986"/>
                    </a:lnTo>
                    <a:lnTo>
                      <a:pt x="12108" y="91329"/>
                    </a:lnTo>
                    <a:lnTo>
                      <a:pt x="12108" y="92672"/>
                    </a:lnTo>
                    <a:lnTo>
                      <a:pt x="8072" y="91329"/>
                    </a:lnTo>
                    <a:lnTo>
                      <a:pt x="5381" y="92672"/>
                    </a:lnTo>
                    <a:lnTo>
                      <a:pt x="6727" y="96702"/>
                    </a:lnTo>
                    <a:lnTo>
                      <a:pt x="8072" y="94015"/>
                    </a:lnTo>
                    <a:lnTo>
                      <a:pt x="10763" y="95358"/>
                    </a:lnTo>
                    <a:lnTo>
                      <a:pt x="12108" y="98045"/>
                    </a:lnTo>
                    <a:lnTo>
                      <a:pt x="9417" y="99388"/>
                    </a:lnTo>
                    <a:lnTo>
                      <a:pt x="4036" y="100731"/>
                    </a:lnTo>
                    <a:lnTo>
                      <a:pt x="4036" y="102074"/>
                    </a:lnTo>
                    <a:lnTo>
                      <a:pt x="9417" y="102074"/>
                    </a:lnTo>
                    <a:lnTo>
                      <a:pt x="10763" y="107446"/>
                    </a:lnTo>
                    <a:lnTo>
                      <a:pt x="10763" y="111475"/>
                    </a:lnTo>
                    <a:lnTo>
                      <a:pt x="16144" y="107446"/>
                    </a:lnTo>
                    <a:lnTo>
                      <a:pt x="20181" y="108789"/>
                    </a:lnTo>
                    <a:lnTo>
                      <a:pt x="22871" y="107446"/>
                    </a:lnTo>
                    <a:lnTo>
                      <a:pt x="30943" y="111475"/>
                    </a:lnTo>
                    <a:lnTo>
                      <a:pt x="32289" y="114162"/>
                    </a:lnTo>
                    <a:lnTo>
                      <a:pt x="36325" y="114162"/>
                    </a:lnTo>
                    <a:lnTo>
                      <a:pt x="41706" y="118191"/>
                    </a:lnTo>
                    <a:lnTo>
                      <a:pt x="45743" y="114162"/>
                    </a:lnTo>
                    <a:lnTo>
                      <a:pt x="48433" y="114162"/>
                    </a:lnTo>
                    <a:lnTo>
                      <a:pt x="47088" y="118191"/>
                    </a:lnTo>
                    <a:lnTo>
                      <a:pt x="48433" y="119534"/>
                    </a:lnTo>
                    <a:lnTo>
                      <a:pt x="52470" y="116848"/>
                    </a:lnTo>
                    <a:lnTo>
                      <a:pt x="55160" y="119534"/>
                    </a:lnTo>
                    <a:lnTo>
                      <a:pt x="53815" y="124906"/>
                    </a:lnTo>
                    <a:lnTo>
                      <a:pt x="56506" y="128935"/>
                    </a:lnTo>
                    <a:lnTo>
                      <a:pt x="59196" y="128935"/>
                    </a:lnTo>
                    <a:lnTo>
                      <a:pt x="64578" y="124906"/>
                    </a:lnTo>
                    <a:lnTo>
                      <a:pt x="69959" y="126249"/>
                    </a:lnTo>
                    <a:lnTo>
                      <a:pt x="72650" y="130278"/>
                    </a:lnTo>
                    <a:lnTo>
                      <a:pt x="68614" y="127592"/>
                    </a:lnTo>
                    <a:lnTo>
                      <a:pt x="64578" y="128935"/>
                    </a:lnTo>
                    <a:lnTo>
                      <a:pt x="60542" y="131622"/>
                    </a:lnTo>
                    <a:lnTo>
                      <a:pt x="63232" y="132965"/>
                    </a:lnTo>
                    <a:lnTo>
                      <a:pt x="64578" y="138337"/>
                    </a:lnTo>
                    <a:lnTo>
                      <a:pt x="61887" y="142366"/>
                    </a:lnTo>
                    <a:lnTo>
                      <a:pt x="63232" y="146395"/>
                    </a:lnTo>
                    <a:lnTo>
                      <a:pt x="67269" y="146395"/>
                    </a:lnTo>
                    <a:lnTo>
                      <a:pt x="73996" y="154454"/>
                    </a:lnTo>
                    <a:lnTo>
                      <a:pt x="80723" y="155797"/>
                    </a:lnTo>
                    <a:lnTo>
                      <a:pt x="86104" y="159826"/>
                    </a:lnTo>
                    <a:lnTo>
                      <a:pt x="86104" y="163855"/>
                    </a:lnTo>
                    <a:lnTo>
                      <a:pt x="88795" y="167885"/>
                    </a:lnTo>
                    <a:lnTo>
                      <a:pt x="86104" y="173257"/>
                    </a:lnTo>
                    <a:lnTo>
                      <a:pt x="86104" y="173257"/>
                    </a:lnTo>
                    <a:lnTo>
                      <a:pt x="84759" y="177286"/>
                    </a:lnTo>
                    <a:lnTo>
                      <a:pt x="88795" y="178629"/>
                    </a:lnTo>
                    <a:lnTo>
                      <a:pt x="96867" y="185345"/>
                    </a:lnTo>
                    <a:lnTo>
                      <a:pt x="102248" y="200118"/>
                    </a:lnTo>
                    <a:lnTo>
                      <a:pt x="95521" y="193403"/>
                    </a:lnTo>
                    <a:lnTo>
                      <a:pt x="94176" y="186688"/>
                    </a:lnTo>
                    <a:lnTo>
                      <a:pt x="88795" y="184002"/>
                    </a:lnTo>
                    <a:lnTo>
                      <a:pt x="86104" y="185345"/>
                    </a:lnTo>
                    <a:lnTo>
                      <a:pt x="83413" y="198775"/>
                    </a:lnTo>
                    <a:lnTo>
                      <a:pt x="84759" y="208177"/>
                    </a:lnTo>
                    <a:lnTo>
                      <a:pt x="88795" y="210863"/>
                    </a:lnTo>
                    <a:lnTo>
                      <a:pt x="84759" y="213549"/>
                    </a:lnTo>
                    <a:lnTo>
                      <a:pt x="83413" y="231009"/>
                    </a:lnTo>
                    <a:lnTo>
                      <a:pt x="78032" y="245783"/>
                    </a:lnTo>
                    <a:lnTo>
                      <a:pt x="72650" y="249812"/>
                    </a:lnTo>
                    <a:lnTo>
                      <a:pt x="76686" y="252499"/>
                    </a:lnTo>
                    <a:lnTo>
                      <a:pt x="78032" y="253841"/>
                    </a:lnTo>
                    <a:lnTo>
                      <a:pt x="80723" y="253841"/>
                    </a:lnTo>
                    <a:lnTo>
                      <a:pt x="82068" y="259214"/>
                    </a:lnTo>
                    <a:lnTo>
                      <a:pt x="80723" y="263243"/>
                    </a:lnTo>
                    <a:lnTo>
                      <a:pt x="88795" y="263243"/>
                    </a:lnTo>
                    <a:lnTo>
                      <a:pt x="99558" y="267272"/>
                    </a:lnTo>
                    <a:lnTo>
                      <a:pt x="103594" y="272645"/>
                    </a:lnTo>
                    <a:lnTo>
                      <a:pt x="108975" y="269958"/>
                    </a:lnTo>
                    <a:lnTo>
                      <a:pt x="115702" y="275331"/>
                    </a:lnTo>
                    <a:lnTo>
                      <a:pt x="122429" y="275331"/>
                    </a:lnTo>
                    <a:lnTo>
                      <a:pt x="125120" y="278017"/>
                    </a:lnTo>
                    <a:lnTo>
                      <a:pt x="130501" y="272645"/>
                    </a:lnTo>
                    <a:lnTo>
                      <a:pt x="142610" y="272645"/>
                    </a:lnTo>
                    <a:lnTo>
                      <a:pt x="146646" y="275331"/>
                    </a:lnTo>
                    <a:lnTo>
                      <a:pt x="153373" y="273988"/>
                    </a:lnTo>
                    <a:lnTo>
                      <a:pt x="161445" y="278017"/>
                    </a:lnTo>
                    <a:lnTo>
                      <a:pt x="173554" y="276674"/>
                    </a:lnTo>
                    <a:lnTo>
                      <a:pt x="181626" y="282046"/>
                    </a:lnTo>
                    <a:lnTo>
                      <a:pt x="185662" y="283389"/>
                    </a:lnTo>
                    <a:lnTo>
                      <a:pt x="184316" y="280703"/>
                    </a:lnTo>
                    <a:lnTo>
                      <a:pt x="182971" y="273988"/>
                    </a:lnTo>
                    <a:lnTo>
                      <a:pt x="184316" y="264586"/>
                    </a:lnTo>
                    <a:lnTo>
                      <a:pt x="185662" y="260557"/>
                    </a:lnTo>
                    <a:lnTo>
                      <a:pt x="191043" y="255185"/>
                    </a:lnTo>
                    <a:lnTo>
                      <a:pt x="200461" y="245783"/>
                    </a:lnTo>
                    <a:lnTo>
                      <a:pt x="203152" y="245783"/>
                    </a:lnTo>
                    <a:lnTo>
                      <a:pt x="205842" y="247126"/>
                    </a:lnTo>
                    <a:lnTo>
                      <a:pt x="212569" y="248469"/>
                    </a:lnTo>
                    <a:lnTo>
                      <a:pt x="217951" y="252499"/>
                    </a:lnTo>
                    <a:lnTo>
                      <a:pt x="223332" y="252499"/>
                    </a:lnTo>
                    <a:lnTo>
                      <a:pt x="226023" y="248469"/>
                    </a:lnTo>
                    <a:lnTo>
                      <a:pt x="230059" y="248469"/>
                    </a:lnTo>
                    <a:lnTo>
                      <a:pt x="246204" y="257871"/>
                    </a:lnTo>
                    <a:lnTo>
                      <a:pt x="250240" y="261900"/>
                    </a:lnTo>
                    <a:lnTo>
                      <a:pt x="262348" y="263243"/>
                    </a:lnTo>
                    <a:lnTo>
                      <a:pt x="266384" y="257871"/>
                    </a:lnTo>
                    <a:lnTo>
                      <a:pt x="266384" y="256528"/>
                    </a:lnTo>
                    <a:lnTo>
                      <a:pt x="270420" y="249812"/>
                    </a:lnTo>
                    <a:lnTo>
                      <a:pt x="286565" y="237725"/>
                    </a:lnTo>
                    <a:lnTo>
                      <a:pt x="287911" y="237725"/>
                    </a:lnTo>
                    <a:lnTo>
                      <a:pt x="286565" y="232352"/>
                    </a:lnTo>
                    <a:lnTo>
                      <a:pt x="289256" y="224294"/>
                    </a:lnTo>
                    <a:lnTo>
                      <a:pt x="281184" y="224294"/>
                    </a:lnTo>
                    <a:lnTo>
                      <a:pt x="273111" y="218922"/>
                    </a:lnTo>
                    <a:lnTo>
                      <a:pt x="271766" y="205491"/>
                    </a:lnTo>
                    <a:lnTo>
                      <a:pt x="266384" y="198775"/>
                    </a:lnTo>
                    <a:lnTo>
                      <a:pt x="269075" y="194746"/>
                    </a:lnTo>
                    <a:lnTo>
                      <a:pt x="275802" y="193403"/>
                    </a:lnTo>
                    <a:lnTo>
                      <a:pt x="277147" y="185345"/>
                    </a:lnTo>
                    <a:lnTo>
                      <a:pt x="271766" y="179972"/>
                    </a:lnTo>
                    <a:lnTo>
                      <a:pt x="271766" y="174600"/>
                    </a:lnTo>
                    <a:lnTo>
                      <a:pt x="273111" y="171914"/>
                    </a:lnTo>
                    <a:close/>
                  </a:path>
                </a:pathLst>
              </a:custGeom>
              <a:solidFill>
                <a:srgbClr val="72C3BE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92" name="Freeform 1491">
                <a:extLst>
                  <a:ext uri="{FF2B5EF4-FFF2-40B4-BE49-F238E27FC236}">
                    <a16:creationId xmlns:a16="http://schemas.microsoft.com/office/drawing/2014/main" id="{61E430E0-B669-B973-40D6-72AEDEAE65FB}"/>
                  </a:ext>
                </a:extLst>
              </p:cNvPr>
              <p:cNvSpPr/>
              <p:nvPr/>
            </p:nvSpPr>
            <p:spPr>
              <a:xfrm>
                <a:off x="7546219" y="3437737"/>
                <a:ext cx="26907" cy="53723"/>
              </a:xfrm>
              <a:custGeom>
                <a:avLst/>
                <a:gdLst>
                  <a:gd name="connsiteX0" fmla="*/ 16145 w 26907"/>
                  <a:gd name="connsiteY0" fmla="*/ 53723 h 53723"/>
                  <a:gd name="connsiteX1" fmla="*/ 8072 w 26907"/>
                  <a:gd name="connsiteY1" fmla="*/ 51037 h 53723"/>
                  <a:gd name="connsiteX2" fmla="*/ 6727 w 26907"/>
                  <a:gd name="connsiteY2" fmla="*/ 48351 h 53723"/>
                  <a:gd name="connsiteX3" fmla="*/ 8072 w 26907"/>
                  <a:gd name="connsiteY3" fmla="*/ 45665 h 53723"/>
                  <a:gd name="connsiteX4" fmla="*/ 10763 w 26907"/>
                  <a:gd name="connsiteY4" fmla="*/ 45665 h 53723"/>
                  <a:gd name="connsiteX5" fmla="*/ 9418 w 26907"/>
                  <a:gd name="connsiteY5" fmla="*/ 42978 h 53723"/>
                  <a:gd name="connsiteX6" fmla="*/ 8072 w 26907"/>
                  <a:gd name="connsiteY6" fmla="*/ 42978 h 53723"/>
                  <a:gd name="connsiteX7" fmla="*/ 8072 w 26907"/>
                  <a:gd name="connsiteY7" fmla="*/ 40292 h 53723"/>
                  <a:gd name="connsiteX8" fmla="*/ 4036 w 26907"/>
                  <a:gd name="connsiteY8" fmla="*/ 37606 h 53723"/>
                  <a:gd name="connsiteX9" fmla="*/ 2691 w 26907"/>
                  <a:gd name="connsiteY9" fmla="*/ 34920 h 53723"/>
                  <a:gd name="connsiteX10" fmla="*/ 4036 w 26907"/>
                  <a:gd name="connsiteY10" fmla="*/ 34920 h 53723"/>
                  <a:gd name="connsiteX11" fmla="*/ 4036 w 26907"/>
                  <a:gd name="connsiteY11" fmla="*/ 32234 h 53723"/>
                  <a:gd name="connsiteX12" fmla="*/ 1345 w 26907"/>
                  <a:gd name="connsiteY12" fmla="*/ 29548 h 53723"/>
                  <a:gd name="connsiteX13" fmla="*/ 0 w 26907"/>
                  <a:gd name="connsiteY13" fmla="*/ 26862 h 53723"/>
                  <a:gd name="connsiteX14" fmla="*/ 2691 w 26907"/>
                  <a:gd name="connsiteY14" fmla="*/ 26862 h 53723"/>
                  <a:gd name="connsiteX15" fmla="*/ 4036 w 26907"/>
                  <a:gd name="connsiteY15" fmla="*/ 24175 h 53723"/>
                  <a:gd name="connsiteX16" fmla="*/ 1345 w 26907"/>
                  <a:gd name="connsiteY16" fmla="*/ 21489 h 53723"/>
                  <a:gd name="connsiteX17" fmla="*/ 4036 w 26907"/>
                  <a:gd name="connsiteY17" fmla="*/ 14774 h 53723"/>
                  <a:gd name="connsiteX18" fmla="*/ 12108 w 26907"/>
                  <a:gd name="connsiteY18" fmla="*/ 12088 h 53723"/>
                  <a:gd name="connsiteX19" fmla="*/ 14799 w 26907"/>
                  <a:gd name="connsiteY19" fmla="*/ 9401 h 53723"/>
                  <a:gd name="connsiteX20" fmla="*/ 18835 w 26907"/>
                  <a:gd name="connsiteY20" fmla="*/ 12088 h 53723"/>
                  <a:gd name="connsiteX21" fmla="*/ 20181 w 26907"/>
                  <a:gd name="connsiteY21" fmla="*/ 12088 h 53723"/>
                  <a:gd name="connsiteX22" fmla="*/ 21526 w 26907"/>
                  <a:gd name="connsiteY22" fmla="*/ 8059 h 53723"/>
                  <a:gd name="connsiteX23" fmla="*/ 20181 w 26907"/>
                  <a:gd name="connsiteY23" fmla="*/ 4029 h 53723"/>
                  <a:gd name="connsiteX24" fmla="*/ 20181 w 26907"/>
                  <a:gd name="connsiteY24" fmla="*/ 0 h 53723"/>
                  <a:gd name="connsiteX25" fmla="*/ 22872 w 26907"/>
                  <a:gd name="connsiteY25" fmla="*/ 0 h 53723"/>
                  <a:gd name="connsiteX26" fmla="*/ 24217 w 26907"/>
                  <a:gd name="connsiteY26" fmla="*/ 8059 h 53723"/>
                  <a:gd name="connsiteX27" fmla="*/ 24217 w 26907"/>
                  <a:gd name="connsiteY27" fmla="*/ 14774 h 53723"/>
                  <a:gd name="connsiteX28" fmla="*/ 26908 w 26907"/>
                  <a:gd name="connsiteY28" fmla="*/ 24175 h 53723"/>
                  <a:gd name="connsiteX29" fmla="*/ 22872 w 26907"/>
                  <a:gd name="connsiteY29" fmla="*/ 36263 h 53723"/>
                  <a:gd name="connsiteX30" fmla="*/ 24217 w 26907"/>
                  <a:gd name="connsiteY30" fmla="*/ 42978 h 53723"/>
                  <a:gd name="connsiteX31" fmla="*/ 21526 w 26907"/>
                  <a:gd name="connsiteY31" fmla="*/ 51037 h 53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6907" h="53723">
                    <a:moveTo>
                      <a:pt x="16145" y="53723"/>
                    </a:moveTo>
                    <a:lnTo>
                      <a:pt x="8072" y="51037"/>
                    </a:lnTo>
                    <a:lnTo>
                      <a:pt x="6727" y="48351"/>
                    </a:lnTo>
                    <a:lnTo>
                      <a:pt x="8072" y="45665"/>
                    </a:lnTo>
                    <a:lnTo>
                      <a:pt x="10763" y="45665"/>
                    </a:lnTo>
                    <a:lnTo>
                      <a:pt x="9418" y="42978"/>
                    </a:lnTo>
                    <a:lnTo>
                      <a:pt x="8072" y="42978"/>
                    </a:lnTo>
                    <a:lnTo>
                      <a:pt x="8072" y="40292"/>
                    </a:lnTo>
                    <a:lnTo>
                      <a:pt x="4036" y="37606"/>
                    </a:lnTo>
                    <a:lnTo>
                      <a:pt x="2691" y="34920"/>
                    </a:lnTo>
                    <a:lnTo>
                      <a:pt x="4036" y="34920"/>
                    </a:lnTo>
                    <a:lnTo>
                      <a:pt x="4036" y="32234"/>
                    </a:lnTo>
                    <a:lnTo>
                      <a:pt x="1345" y="29548"/>
                    </a:lnTo>
                    <a:lnTo>
                      <a:pt x="0" y="26862"/>
                    </a:lnTo>
                    <a:lnTo>
                      <a:pt x="2691" y="26862"/>
                    </a:lnTo>
                    <a:lnTo>
                      <a:pt x="4036" y="24175"/>
                    </a:lnTo>
                    <a:lnTo>
                      <a:pt x="1345" y="21489"/>
                    </a:lnTo>
                    <a:lnTo>
                      <a:pt x="4036" y="14774"/>
                    </a:lnTo>
                    <a:lnTo>
                      <a:pt x="12108" y="12088"/>
                    </a:lnTo>
                    <a:lnTo>
                      <a:pt x="14799" y="9401"/>
                    </a:lnTo>
                    <a:lnTo>
                      <a:pt x="18835" y="12088"/>
                    </a:lnTo>
                    <a:lnTo>
                      <a:pt x="20181" y="12088"/>
                    </a:lnTo>
                    <a:lnTo>
                      <a:pt x="21526" y="8059"/>
                    </a:lnTo>
                    <a:lnTo>
                      <a:pt x="20181" y="4029"/>
                    </a:lnTo>
                    <a:lnTo>
                      <a:pt x="20181" y="0"/>
                    </a:lnTo>
                    <a:lnTo>
                      <a:pt x="22872" y="0"/>
                    </a:lnTo>
                    <a:lnTo>
                      <a:pt x="24217" y="8059"/>
                    </a:lnTo>
                    <a:lnTo>
                      <a:pt x="24217" y="14774"/>
                    </a:lnTo>
                    <a:lnTo>
                      <a:pt x="26908" y="24175"/>
                    </a:lnTo>
                    <a:lnTo>
                      <a:pt x="22872" y="36263"/>
                    </a:lnTo>
                    <a:lnTo>
                      <a:pt x="24217" y="42978"/>
                    </a:lnTo>
                    <a:lnTo>
                      <a:pt x="21526" y="51037"/>
                    </a:lnTo>
                    <a:close/>
                  </a:path>
                </a:pathLst>
              </a:custGeom>
              <a:solidFill>
                <a:srgbClr val="72C3BE"/>
              </a:solidFill>
              <a:ln w="33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grpSp>
        <p:nvGrpSpPr>
          <p:cNvPr id="1493" name="Graphic 5">
            <a:extLst>
              <a:ext uri="{FF2B5EF4-FFF2-40B4-BE49-F238E27FC236}">
                <a16:creationId xmlns:a16="http://schemas.microsoft.com/office/drawing/2014/main" id="{17DF375E-061C-7639-5D3A-9FC8E92F77EF}"/>
              </a:ext>
            </a:extLst>
          </p:cNvPr>
          <p:cNvGrpSpPr/>
          <p:nvPr/>
        </p:nvGrpSpPr>
        <p:grpSpPr>
          <a:xfrm>
            <a:off x="4264846" y="3089880"/>
            <a:ext cx="1471841" cy="864941"/>
            <a:chOff x="4264846" y="3089880"/>
            <a:chExt cx="1471841" cy="864941"/>
          </a:xfrm>
          <a:solidFill>
            <a:srgbClr val="72C3BE"/>
          </a:solidFill>
        </p:grpSpPr>
        <p:sp>
          <p:nvSpPr>
            <p:cNvPr id="1494" name="Freeform 1493">
              <a:extLst>
                <a:ext uri="{FF2B5EF4-FFF2-40B4-BE49-F238E27FC236}">
                  <a16:creationId xmlns:a16="http://schemas.microsoft.com/office/drawing/2014/main" id="{71F6D1AA-FD56-A23A-95D8-0DDE8811559B}"/>
                </a:ext>
              </a:extLst>
            </p:cNvPr>
            <p:cNvSpPr/>
            <p:nvPr/>
          </p:nvSpPr>
          <p:spPr>
            <a:xfrm>
              <a:off x="4264846" y="3089880"/>
              <a:ext cx="1471841" cy="864941"/>
            </a:xfrm>
            <a:custGeom>
              <a:avLst/>
              <a:gdLst>
                <a:gd name="connsiteX0" fmla="*/ 127811 w 1471841"/>
                <a:gd name="connsiteY0" fmla="*/ 0 h 864941"/>
                <a:gd name="connsiteX1" fmla="*/ 803190 w 1471841"/>
                <a:gd name="connsiteY1" fmla="*/ 67154 h 864941"/>
                <a:gd name="connsiteX2" fmla="*/ 808571 w 1471841"/>
                <a:gd name="connsiteY2" fmla="*/ 67154 h 864941"/>
                <a:gd name="connsiteX3" fmla="*/ 813953 w 1471841"/>
                <a:gd name="connsiteY3" fmla="*/ 67154 h 864941"/>
                <a:gd name="connsiteX4" fmla="*/ 819334 w 1471841"/>
                <a:gd name="connsiteY4" fmla="*/ 72526 h 864941"/>
                <a:gd name="connsiteX5" fmla="*/ 820680 w 1471841"/>
                <a:gd name="connsiteY5" fmla="*/ 73869 h 864941"/>
                <a:gd name="connsiteX6" fmla="*/ 823370 w 1471841"/>
                <a:gd name="connsiteY6" fmla="*/ 77899 h 864941"/>
                <a:gd name="connsiteX7" fmla="*/ 824716 w 1471841"/>
                <a:gd name="connsiteY7" fmla="*/ 79241 h 864941"/>
                <a:gd name="connsiteX8" fmla="*/ 830097 w 1471841"/>
                <a:gd name="connsiteY8" fmla="*/ 80585 h 864941"/>
                <a:gd name="connsiteX9" fmla="*/ 831443 w 1471841"/>
                <a:gd name="connsiteY9" fmla="*/ 81928 h 864941"/>
                <a:gd name="connsiteX10" fmla="*/ 836824 w 1471841"/>
                <a:gd name="connsiteY10" fmla="*/ 83271 h 864941"/>
                <a:gd name="connsiteX11" fmla="*/ 839515 w 1471841"/>
                <a:gd name="connsiteY11" fmla="*/ 87300 h 864941"/>
                <a:gd name="connsiteX12" fmla="*/ 840860 w 1471841"/>
                <a:gd name="connsiteY12" fmla="*/ 85957 h 864941"/>
                <a:gd name="connsiteX13" fmla="*/ 846242 w 1471841"/>
                <a:gd name="connsiteY13" fmla="*/ 84614 h 864941"/>
                <a:gd name="connsiteX14" fmla="*/ 850278 w 1471841"/>
                <a:gd name="connsiteY14" fmla="*/ 85957 h 864941"/>
                <a:gd name="connsiteX15" fmla="*/ 854314 w 1471841"/>
                <a:gd name="connsiteY15" fmla="*/ 85957 h 864941"/>
                <a:gd name="connsiteX16" fmla="*/ 861041 w 1471841"/>
                <a:gd name="connsiteY16" fmla="*/ 89986 h 864941"/>
                <a:gd name="connsiteX17" fmla="*/ 863732 w 1471841"/>
                <a:gd name="connsiteY17" fmla="*/ 89986 h 864941"/>
                <a:gd name="connsiteX18" fmla="*/ 866422 w 1471841"/>
                <a:gd name="connsiteY18" fmla="*/ 96702 h 864941"/>
                <a:gd name="connsiteX19" fmla="*/ 875840 w 1471841"/>
                <a:gd name="connsiteY19" fmla="*/ 99388 h 864941"/>
                <a:gd name="connsiteX20" fmla="*/ 881222 w 1471841"/>
                <a:gd name="connsiteY20" fmla="*/ 100731 h 864941"/>
                <a:gd name="connsiteX21" fmla="*/ 883912 w 1471841"/>
                <a:gd name="connsiteY21" fmla="*/ 104760 h 864941"/>
                <a:gd name="connsiteX22" fmla="*/ 887949 w 1471841"/>
                <a:gd name="connsiteY22" fmla="*/ 106103 h 864941"/>
                <a:gd name="connsiteX23" fmla="*/ 896021 w 1471841"/>
                <a:gd name="connsiteY23" fmla="*/ 106103 h 864941"/>
                <a:gd name="connsiteX24" fmla="*/ 901402 w 1471841"/>
                <a:gd name="connsiteY24" fmla="*/ 103417 h 864941"/>
                <a:gd name="connsiteX25" fmla="*/ 904093 w 1471841"/>
                <a:gd name="connsiteY25" fmla="*/ 106103 h 864941"/>
                <a:gd name="connsiteX26" fmla="*/ 905439 w 1471841"/>
                <a:gd name="connsiteY26" fmla="*/ 110132 h 864941"/>
                <a:gd name="connsiteX27" fmla="*/ 917547 w 1471841"/>
                <a:gd name="connsiteY27" fmla="*/ 111475 h 864941"/>
                <a:gd name="connsiteX28" fmla="*/ 920238 w 1471841"/>
                <a:gd name="connsiteY28" fmla="*/ 112818 h 864941"/>
                <a:gd name="connsiteX29" fmla="*/ 926964 w 1471841"/>
                <a:gd name="connsiteY29" fmla="*/ 114162 h 864941"/>
                <a:gd name="connsiteX30" fmla="*/ 931001 w 1471841"/>
                <a:gd name="connsiteY30" fmla="*/ 118191 h 864941"/>
                <a:gd name="connsiteX31" fmla="*/ 1034595 w 1471841"/>
                <a:gd name="connsiteY31" fmla="*/ 166541 h 864941"/>
                <a:gd name="connsiteX32" fmla="*/ 1041321 w 1471841"/>
                <a:gd name="connsiteY32" fmla="*/ 174600 h 864941"/>
                <a:gd name="connsiteX33" fmla="*/ 1057466 w 1471841"/>
                <a:gd name="connsiteY33" fmla="*/ 186688 h 864941"/>
                <a:gd name="connsiteX34" fmla="*/ 1073611 w 1471841"/>
                <a:gd name="connsiteY34" fmla="*/ 265929 h 864941"/>
                <a:gd name="connsiteX35" fmla="*/ 1072265 w 1471841"/>
                <a:gd name="connsiteY35" fmla="*/ 300849 h 864941"/>
                <a:gd name="connsiteX36" fmla="*/ 1069574 w 1471841"/>
                <a:gd name="connsiteY36" fmla="*/ 307565 h 864941"/>
                <a:gd name="connsiteX37" fmla="*/ 1066884 w 1471841"/>
                <a:gd name="connsiteY37" fmla="*/ 312937 h 864941"/>
                <a:gd name="connsiteX38" fmla="*/ 1062848 w 1471841"/>
                <a:gd name="connsiteY38" fmla="*/ 318309 h 864941"/>
                <a:gd name="connsiteX39" fmla="*/ 1052085 w 1471841"/>
                <a:gd name="connsiteY39" fmla="*/ 323681 h 864941"/>
                <a:gd name="connsiteX40" fmla="*/ 1048048 w 1471841"/>
                <a:gd name="connsiteY40" fmla="*/ 330397 h 864941"/>
                <a:gd name="connsiteX41" fmla="*/ 1052085 w 1471841"/>
                <a:gd name="connsiteY41" fmla="*/ 337112 h 864941"/>
                <a:gd name="connsiteX42" fmla="*/ 1140879 w 1471841"/>
                <a:gd name="connsiteY42" fmla="*/ 312937 h 864941"/>
                <a:gd name="connsiteX43" fmla="*/ 1151643 w 1471841"/>
                <a:gd name="connsiteY43" fmla="*/ 310251 h 864941"/>
                <a:gd name="connsiteX44" fmla="*/ 1154333 w 1471841"/>
                <a:gd name="connsiteY44" fmla="*/ 296820 h 864941"/>
                <a:gd name="connsiteX45" fmla="*/ 1202767 w 1471841"/>
                <a:gd name="connsiteY45" fmla="*/ 283389 h 864941"/>
                <a:gd name="connsiteX46" fmla="*/ 1225638 w 1471841"/>
                <a:gd name="connsiteY46" fmla="*/ 267272 h 864941"/>
                <a:gd name="connsiteX47" fmla="*/ 1229674 w 1471841"/>
                <a:gd name="connsiteY47" fmla="*/ 263243 h 864941"/>
                <a:gd name="connsiteX48" fmla="*/ 1236401 w 1471841"/>
                <a:gd name="connsiteY48" fmla="*/ 261900 h 864941"/>
                <a:gd name="connsiteX49" fmla="*/ 1248510 w 1471841"/>
                <a:gd name="connsiteY49" fmla="*/ 251155 h 864941"/>
                <a:gd name="connsiteX50" fmla="*/ 1253891 w 1471841"/>
                <a:gd name="connsiteY50" fmla="*/ 247126 h 864941"/>
                <a:gd name="connsiteX51" fmla="*/ 1260618 w 1471841"/>
                <a:gd name="connsiteY51" fmla="*/ 244440 h 864941"/>
                <a:gd name="connsiteX52" fmla="*/ 1264654 w 1471841"/>
                <a:gd name="connsiteY52" fmla="*/ 239068 h 864941"/>
                <a:gd name="connsiteX53" fmla="*/ 1274072 w 1471841"/>
                <a:gd name="connsiteY53" fmla="*/ 239068 h 864941"/>
                <a:gd name="connsiteX54" fmla="*/ 1349413 w 1471841"/>
                <a:gd name="connsiteY54" fmla="*/ 239068 h 864941"/>
                <a:gd name="connsiteX55" fmla="*/ 1354794 w 1471841"/>
                <a:gd name="connsiteY55" fmla="*/ 233695 h 864941"/>
                <a:gd name="connsiteX56" fmla="*/ 1357485 w 1471841"/>
                <a:gd name="connsiteY56" fmla="*/ 233695 h 864941"/>
                <a:gd name="connsiteX57" fmla="*/ 1360176 w 1471841"/>
                <a:gd name="connsiteY57" fmla="*/ 232352 h 864941"/>
                <a:gd name="connsiteX58" fmla="*/ 1362867 w 1471841"/>
                <a:gd name="connsiteY58" fmla="*/ 232352 h 864941"/>
                <a:gd name="connsiteX59" fmla="*/ 1368248 w 1471841"/>
                <a:gd name="connsiteY59" fmla="*/ 232352 h 864941"/>
                <a:gd name="connsiteX60" fmla="*/ 1370939 w 1471841"/>
                <a:gd name="connsiteY60" fmla="*/ 231009 h 864941"/>
                <a:gd name="connsiteX61" fmla="*/ 1372284 w 1471841"/>
                <a:gd name="connsiteY61" fmla="*/ 226980 h 864941"/>
                <a:gd name="connsiteX62" fmla="*/ 1380357 w 1471841"/>
                <a:gd name="connsiteY62" fmla="*/ 217578 h 864941"/>
                <a:gd name="connsiteX63" fmla="*/ 1384393 w 1471841"/>
                <a:gd name="connsiteY63" fmla="*/ 216235 h 864941"/>
                <a:gd name="connsiteX64" fmla="*/ 1391119 w 1471841"/>
                <a:gd name="connsiteY64" fmla="*/ 208177 h 864941"/>
                <a:gd name="connsiteX65" fmla="*/ 1392465 w 1471841"/>
                <a:gd name="connsiteY65" fmla="*/ 202805 h 864941"/>
                <a:gd name="connsiteX66" fmla="*/ 1393810 w 1471841"/>
                <a:gd name="connsiteY66" fmla="*/ 197432 h 864941"/>
                <a:gd name="connsiteX67" fmla="*/ 1400537 w 1471841"/>
                <a:gd name="connsiteY67" fmla="*/ 193403 h 864941"/>
                <a:gd name="connsiteX68" fmla="*/ 1400537 w 1471841"/>
                <a:gd name="connsiteY68" fmla="*/ 189374 h 864941"/>
                <a:gd name="connsiteX69" fmla="*/ 1404573 w 1471841"/>
                <a:gd name="connsiteY69" fmla="*/ 182658 h 864941"/>
                <a:gd name="connsiteX70" fmla="*/ 1413991 w 1471841"/>
                <a:gd name="connsiteY70" fmla="*/ 173257 h 864941"/>
                <a:gd name="connsiteX71" fmla="*/ 1415336 w 1471841"/>
                <a:gd name="connsiteY71" fmla="*/ 169228 h 864941"/>
                <a:gd name="connsiteX72" fmla="*/ 1420718 w 1471841"/>
                <a:gd name="connsiteY72" fmla="*/ 165199 h 864941"/>
                <a:gd name="connsiteX73" fmla="*/ 1422063 w 1471841"/>
                <a:gd name="connsiteY73" fmla="*/ 163855 h 864941"/>
                <a:gd name="connsiteX74" fmla="*/ 1424754 w 1471841"/>
                <a:gd name="connsiteY74" fmla="*/ 166541 h 864941"/>
                <a:gd name="connsiteX75" fmla="*/ 1428790 w 1471841"/>
                <a:gd name="connsiteY75" fmla="*/ 169228 h 864941"/>
                <a:gd name="connsiteX76" fmla="*/ 1434172 w 1471841"/>
                <a:gd name="connsiteY76" fmla="*/ 167885 h 864941"/>
                <a:gd name="connsiteX77" fmla="*/ 1440898 w 1471841"/>
                <a:gd name="connsiteY77" fmla="*/ 170571 h 864941"/>
                <a:gd name="connsiteX78" fmla="*/ 1443589 w 1471841"/>
                <a:gd name="connsiteY78" fmla="*/ 167885 h 864941"/>
                <a:gd name="connsiteX79" fmla="*/ 1453007 w 1471841"/>
                <a:gd name="connsiteY79" fmla="*/ 177286 h 864941"/>
                <a:gd name="connsiteX80" fmla="*/ 1454352 w 1471841"/>
                <a:gd name="connsiteY80" fmla="*/ 186688 h 864941"/>
                <a:gd name="connsiteX81" fmla="*/ 1447625 w 1471841"/>
                <a:gd name="connsiteY81" fmla="*/ 218922 h 864941"/>
                <a:gd name="connsiteX82" fmla="*/ 1446280 w 1471841"/>
                <a:gd name="connsiteY82" fmla="*/ 222951 h 864941"/>
                <a:gd name="connsiteX83" fmla="*/ 1448971 w 1471841"/>
                <a:gd name="connsiteY83" fmla="*/ 222951 h 864941"/>
                <a:gd name="connsiteX84" fmla="*/ 1450316 w 1471841"/>
                <a:gd name="connsiteY84" fmla="*/ 225637 h 864941"/>
                <a:gd name="connsiteX85" fmla="*/ 1453007 w 1471841"/>
                <a:gd name="connsiteY85" fmla="*/ 229666 h 864941"/>
                <a:gd name="connsiteX86" fmla="*/ 1453007 w 1471841"/>
                <a:gd name="connsiteY86" fmla="*/ 233695 h 864941"/>
                <a:gd name="connsiteX87" fmla="*/ 1451661 w 1471841"/>
                <a:gd name="connsiteY87" fmla="*/ 236381 h 864941"/>
                <a:gd name="connsiteX88" fmla="*/ 1453007 w 1471841"/>
                <a:gd name="connsiteY88" fmla="*/ 239068 h 864941"/>
                <a:gd name="connsiteX89" fmla="*/ 1451661 w 1471841"/>
                <a:gd name="connsiteY89" fmla="*/ 240411 h 864941"/>
                <a:gd name="connsiteX90" fmla="*/ 1453007 w 1471841"/>
                <a:gd name="connsiteY90" fmla="*/ 241754 h 864941"/>
                <a:gd name="connsiteX91" fmla="*/ 1453007 w 1471841"/>
                <a:gd name="connsiteY91" fmla="*/ 243097 h 864941"/>
                <a:gd name="connsiteX92" fmla="*/ 1453007 w 1471841"/>
                <a:gd name="connsiteY92" fmla="*/ 243097 h 864941"/>
                <a:gd name="connsiteX93" fmla="*/ 1462424 w 1471841"/>
                <a:gd name="connsiteY93" fmla="*/ 248469 h 864941"/>
                <a:gd name="connsiteX94" fmla="*/ 1461079 w 1471841"/>
                <a:gd name="connsiteY94" fmla="*/ 253841 h 864941"/>
                <a:gd name="connsiteX95" fmla="*/ 1465115 w 1471841"/>
                <a:gd name="connsiteY95" fmla="*/ 257871 h 864941"/>
                <a:gd name="connsiteX96" fmla="*/ 1466461 w 1471841"/>
                <a:gd name="connsiteY96" fmla="*/ 253841 h 864941"/>
                <a:gd name="connsiteX97" fmla="*/ 1471842 w 1471841"/>
                <a:gd name="connsiteY97" fmla="*/ 256528 h 864941"/>
                <a:gd name="connsiteX98" fmla="*/ 1467806 w 1471841"/>
                <a:gd name="connsiteY98" fmla="*/ 261900 h 864941"/>
                <a:gd name="connsiteX99" fmla="*/ 1463770 w 1471841"/>
                <a:gd name="connsiteY99" fmla="*/ 261900 h 864941"/>
                <a:gd name="connsiteX100" fmla="*/ 1461079 w 1471841"/>
                <a:gd name="connsiteY100" fmla="*/ 259214 h 864941"/>
                <a:gd name="connsiteX101" fmla="*/ 1455698 w 1471841"/>
                <a:gd name="connsiteY101" fmla="*/ 263243 h 864941"/>
                <a:gd name="connsiteX102" fmla="*/ 1451661 w 1471841"/>
                <a:gd name="connsiteY102" fmla="*/ 261900 h 864941"/>
                <a:gd name="connsiteX103" fmla="*/ 1446280 w 1471841"/>
                <a:gd name="connsiteY103" fmla="*/ 265929 h 864941"/>
                <a:gd name="connsiteX104" fmla="*/ 1443589 w 1471841"/>
                <a:gd name="connsiteY104" fmla="*/ 267272 h 864941"/>
                <a:gd name="connsiteX105" fmla="*/ 1439553 w 1471841"/>
                <a:gd name="connsiteY105" fmla="*/ 264586 h 864941"/>
                <a:gd name="connsiteX106" fmla="*/ 1435517 w 1471841"/>
                <a:gd name="connsiteY106" fmla="*/ 271302 h 864941"/>
                <a:gd name="connsiteX107" fmla="*/ 1431481 w 1471841"/>
                <a:gd name="connsiteY107" fmla="*/ 271302 h 864941"/>
                <a:gd name="connsiteX108" fmla="*/ 1430135 w 1471841"/>
                <a:gd name="connsiteY108" fmla="*/ 264586 h 864941"/>
                <a:gd name="connsiteX109" fmla="*/ 1424754 w 1471841"/>
                <a:gd name="connsiteY109" fmla="*/ 264586 h 864941"/>
                <a:gd name="connsiteX110" fmla="*/ 1420718 w 1471841"/>
                <a:gd name="connsiteY110" fmla="*/ 269958 h 864941"/>
                <a:gd name="connsiteX111" fmla="*/ 1415336 w 1471841"/>
                <a:gd name="connsiteY111" fmla="*/ 271302 h 864941"/>
                <a:gd name="connsiteX112" fmla="*/ 1413991 w 1471841"/>
                <a:gd name="connsiteY112" fmla="*/ 265929 h 864941"/>
                <a:gd name="connsiteX113" fmla="*/ 1415336 w 1471841"/>
                <a:gd name="connsiteY113" fmla="*/ 261900 h 864941"/>
                <a:gd name="connsiteX114" fmla="*/ 1408609 w 1471841"/>
                <a:gd name="connsiteY114" fmla="*/ 269958 h 864941"/>
                <a:gd name="connsiteX115" fmla="*/ 1404573 w 1471841"/>
                <a:gd name="connsiteY115" fmla="*/ 278017 h 864941"/>
                <a:gd name="connsiteX116" fmla="*/ 1400537 w 1471841"/>
                <a:gd name="connsiteY116" fmla="*/ 280703 h 864941"/>
                <a:gd name="connsiteX117" fmla="*/ 1399192 w 1471841"/>
                <a:gd name="connsiteY117" fmla="*/ 278017 h 864941"/>
                <a:gd name="connsiteX118" fmla="*/ 1396501 w 1471841"/>
                <a:gd name="connsiteY118" fmla="*/ 283389 h 864941"/>
                <a:gd name="connsiteX119" fmla="*/ 1393810 w 1471841"/>
                <a:gd name="connsiteY119" fmla="*/ 283389 h 864941"/>
                <a:gd name="connsiteX120" fmla="*/ 1392465 w 1471841"/>
                <a:gd name="connsiteY120" fmla="*/ 278017 h 864941"/>
                <a:gd name="connsiteX121" fmla="*/ 1389774 w 1471841"/>
                <a:gd name="connsiteY121" fmla="*/ 283389 h 864941"/>
                <a:gd name="connsiteX122" fmla="*/ 1387083 w 1471841"/>
                <a:gd name="connsiteY122" fmla="*/ 286075 h 864941"/>
                <a:gd name="connsiteX123" fmla="*/ 1384393 w 1471841"/>
                <a:gd name="connsiteY123" fmla="*/ 286075 h 864941"/>
                <a:gd name="connsiteX124" fmla="*/ 1384393 w 1471841"/>
                <a:gd name="connsiteY124" fmla="*/ 282046 h 864941"/>
                <a:gd name="connsiteX125" fmla="*/ 1380357 w 1471841"/>
                <a:gd name="connsiteY125" fmla="*/ 286075 h 864941"/>
                <a:gd name="connsiteX126" fmla="*/ 1377666 w 1471841"/>
                <a:gd name="connsiteY126" fmla="*/ 286075 h 864941"/>
                <a:gd name="connsiteX127" fmla="*/ 1374975 w 1471841"/>
                <a:gd name="connsiteY127" fmla="*/ 294134 h 864941"/>
                <a:gd name="connsiteX128" fmla="*/ 1365557 w 1471841"/>
                <a:gd name="connsiteY128" fmla="*/ 300849 h 864941"/>
                <a:gd name="connsiteX129" fmla="*/ 1361521 w 1471841"/>
                <a:gd name="connsiteY129" fmla="*/ 310251 h 864941"/>
                <a:gd name="connsiteX130" fmla="*/ 1358830 w 1471841"/>
                <a:gd name="connsiteY130" fmla="*/ 314280 h 864941"/>
                <a:gd name="connsiteX131" fmla="*/ 1357485 w 1471841"/>
                <a:gd name="connsiteY131" fmla="*/ 318309 h 864941"/>
                <a:gd name="connsiteX132" fmla="*/ 1354794 w 1471841"/>
                <a:gd name="connsiteY132" fmla="*/ 319652 h 864941"/>
                <a:gd name="connsiteX133" fmla="*/ 1354794 w 1471841"/>
                <a:gd name="connsiteY133" fmla="*/ 323681 h 864941"/>
                <a:gd name="connsiteX134" fmla="*/ 1357485 w 1471841"/>
                <a:gd name="connsiteY134" fmla="*/ 323681 h 864941"/>
                <a:gd name="connsiteX135" fmla="*/ 1357485 w 1471841"/>
                <a:gd name="connsiteY135" fmla="*/ 326368 h 864941"/>
                <a:gd name="connsiteX136" fmla="*/ 1349413 w 1471841"/>
                <a:gd name="connsiteY136" fmla="*/ 335769 h 864941"/>
                <a:gd name="connsiteX137" fmla="*/ 1349413 w 1471841"/>
                <a:gd name="connsiteY137" fmla="*/ 337112 h 864941"/>
                <a:gd name="connsiteX138" fmla="*/ 1354794 w 1471841"/>
                <a:gd name="connsiteY138" fmla="*/ 341141 h 864941"/>
                <a:gd name="connsiteX139" fmla="*/ 1358830 w 1471841"/>
                <a:gd name="connsiteY139" fmla="*/ 350543 h 864941"/>
                <a:gd name="connsiteX140" fmla="*/ 1358830 w 1471841"/>
                <a:gd name="connsiteY140" fmla="*/ 354572 h 864941"/>
                <a:gd name="connsiteX141" fmla="*/ 1366903 w 1471841"/>
                <a:gd name="connsiteY141" fmla="*/ 353229 h 864941"/>
                <a:gd name="connsiteX142" fmla="*/ 1368248 w 1471841"/>
                <a:gd name="connsiteY142" fmla="*/ 347857 h 864941"/>
                <a:gd name="connsiteX143" fmla="*/ 1368248 w 1471841"/>
                <a:gd name="connsiteY143" fmla="*/ 343828 h 864941"/>
                <a:gd name="connsiteX144" fmla="*/ 1370939 w 1471841"/>
                <a:gd name="connsiteY144" fmla="*/ 342485 h 864941"/>
                <a:gd name="connsiteX145" fmla="*/ 1372284 w 1471841"/>
                <a:gd name="connsiteY145" fmla="*/ 351886 h 864941"/>
                <a:gd name="connsiteX146" fmla="*/ 1369593 w 1471841"/>
                <a:gd name="connsiteY146" fmla="*/ 357258 h 864941"/>
                <a:gd name="connsiteX147" fmla="*/ 1357485 w 1471841"/>
                <a:gd name="connsiteY147" fmla="*/ 362631 h 864941"/>
                <a:gd name="connsiteX148" fmla="*/ 1354794 w 1471841"/>
                <a:gd name="connsiteY148" fmla="*/ 361288 h 864941"/>
                <a:gd name="connsiteX149" fmla="*/ 1354794 w 1471841"/>
                <a:gd name="connsiteY149" fmla="*/ 358602 h 864941"/>
                <a:gd name="connsiteX150" fmla="*/ 1352104 w 1471841"/>
                <a:gd name="connsiteY150" fmla="*/ 353229 h 864941"/>
                <a:gd name="connsiteX151" fmla="*/ 1346722 w 1471841"/>
                <a:gd name="connsiteY151" fmla="*/ 362631 h 864941"/>
                <a:gd name="connsiteX152" fmla="*/ 1342686 w 1471841"/>
                <a:gd name="connsiteY152" fmla="*/ 366660 h 864941"/>
                <a:gd name="connsiteX153" fmla="*/ 1338650 w 1471841"/>
                <a:gd name="connsiteY153" fmla="*/ 366660 h 864941"/>
                <a:gd name="connsiteX154" fmla="*/ 1339995 w 1471841"/>
                <a:gd name="connsiteY154" fmla="*/ 363974 h 864941"/>
                <a:gd name="connsiteX155" fmla="*/ 1339995 w 1471841"/>
                <a:gd name="connsiteY155" fmla="*/ 358602 h 864941"/>
                <a:gd name="connsiteX156" fmla="*/ 1334614 w 1471841"/>
                <a:gd name="connsiteY156" fmla="*/ 353229 h 864941"/>
                <a:gd name="connsiteX157" fmla="*/ 1334614 w 1471841"/>
                <a:gd name="connsiteY157" fmla="*/ 358602 h 864941"/>
                <a:gd name="connsiteX158" fmla="*/ 1333268 w 1471841"/>
                <a:gd name="connsiteY158" fmla="*/ 365317 h 864941"/>
                <a:gd name="connsiteX159" fmla="*/ 1335959 w 1471841"/>
                <a:gd name="connsiteY159" fmla="*/ 368003 h 864941"/>
                <a:gd name="connsiteX160" fmla="*/ 1333268 w 1471841"/>
                <a:gd name="connsiteY160" fmla="*/ 369346 h 864941"/>
                <a:gd name="connsiteX161" fmla="*/ 1322505 w 1471841"/>
                <a:gd name="connsiteY161" fmla="*/ 369346 h 864941"/>
                <a:gd name="connsiteX162" fmla="*/ 1315778 w 1471841"/>
                <a:gd name="connsiteY162" fmla="*/ 370689 h 864941"/>
                <a:gd name="connsiteX163" fmla="*/ 1310397 w 1471841"/>
                <a:gd name="connsiteY163" fmla="*/ 370689 h 864941"/>
                <a:gd name="connsiteX164" fmla="*/ 1300979 w 1471841"/>
                <a:gd name="connsiteY164" fmla="*/ 370689 h 864941"/>
                <a:gd name="connsiteX165" fmla="*/ 1298288 w 1471841"/>
                <a:gd name="connsiteY165" fmla="*/ 369346 h 864941"/>
                <a:gd name="connsiteX166" fmla="*/ 1295598 w 1471841"/>
                <a:gd name="connsiteY166" fmla="*/ 369346 h 864941"/>
                <a:gd name="connsiteX167" fmla="*/ 1287525 w 1471841"/>
                <a:gd name="connsiteY167" fmla="*/ 374718 h 864941"/>
                <a:gd name="connsiteX168" fmla="*/ 1282144 w 1471841"/>
                <a:gd name="connsiteY168" fmla="*/ 374718 h 864941"/>
                <a:gd name="connsiteX169" fmla="*/ 1274072 w 1471841"/>
                <a:gd name="connsiteY169" fmla="*/ 380091 h 864941"/>
                <a:gd name="connsiteX170" fmla="*/ 1268690 w 1471841"/>
                <a:gd name="connsiteY170" fmla="*/ 381434 h 864941"/>
                <a:gd name="connsiteX171" fmla="*/ 1264654 w 1471841"/>
                <a:gd name="connsiteY171" fmla="*/ 384120 h 864941"/>
                <a:gd name="connsiteX172" fmla="*/ 1264654 w 1471841"/>
                <a:gd name="connsiteY172" fmla="*/ 388149 h 864941"/>
                <a:gd name="connsiteX173" fmla="*/ 1257927 w 1471841"/>
                <a:gd name="connsiteY173" fmla="*/ 392178 h 864941"/>
                <a:gd name="connsiteX174" fmla="*/ 1259273 w 1471841"/>
                <a:gd name="connsiteY174" fmla="*/ 394865 h 864941"/>
                <a:gd name="connsiteX175" fmla="*/ 1263309 w 1471841"/>
                <a:gd name="connsiteY175" fmla="*/ 397551 h 864941"/>
                <a:gd name="connsiteX176" fmla="*/ 1263309 w 1471841"/>
                <a:gd name="connsiteY176" fmla="*/ 401580 h 864941"/>
                <a:gd name="connsiteX177" fmla="*/ 1260618 w 1471841"/>
                <a:gd name="connsiteY177" fmla="*/ 404266 h 864941"/>
                <a:gd name="connsiteX178" fmla="*/ 1260618 w 1471841"/>
                <a:gd name="connsiteY178" fmla="*/ 406952 h 864941"/>
                <a:gd name="connsiteX179" fmla="*/ 1259273 w 1471841"/>
                <a:gd name="connsiteY179" fmla="*/ 410981 h 864941"/>
                <a:gd name="connsiteX180" fmla="*/ 1259273 w 1471841"/>
                <a:gd name="connsiteY180" fmla="*/ 413668 h 864941"/>
                <a:gd name="connsiteX181" fmla="*/ 1257927 w 1471841"/>
                <a:gd name="connsiteY181" fmla="*/ 417697 h 864941"/>
                <a:gd name="connsiteX182" fmla="*/ 1255236 w 1471841"/>
                <a:gd name="connsiteY182" fmla="*/ 423069 h 864941"/>
                <a:gd name="connsiteX183" fmla="*/ 1252546 w 1471841"/>
                <a:gd name="connsiteY183" fmla="*/ 423069 h 864941"/>
                <a:gd name="connsiteX184" fmla="*/ 1251200 w 1471841"/>
                <a:gd name="connsiteY184" fmla="*/ 425755 h 864941"/>
                <a:gd name="connsiteX185" fmla="*/ 1248510 w 1471841"/>
                <a:gd name="connsiteY185" fmla="*/ 433814 h 864941"/>
                <a:gd name="connsiteX186" fmla="*/ 1244473 w 1471841"/>
                <a:gd name="connsiteY186" fmla="*/ 433814 h 864941"/>
                <a:gd name="connsiteX187" fmla="*/ 1243128 w 1471841"/>
                <a:gd name="connsiteY187" fmla="*/ 437843 h 864941"/>
                <a:gd name="connsiteX188" fmla="*/ 1240437 w 1471841"/>
                <a:gd name="connsiteY188" fmla="*/ 437843 h 864941"/>
                <a:gd name="connsiteX189" fmla="*/ 1240437 w 1471841"/>
                <a:gd name="connsiteY189" fmla="*/ 440529 h 864941"/>
                <a:gd name="connsiteX190" fmla="*/ 1236401 w 1471841"/>
                <a:gd name="connsiteY190" fmla="*/ 445902 h 864941"/>
                <a:gd name="connsiteX191" fmla="*/ 1235056 w 1471841"/>
                <a:gd name="connsiteY191" fmla="*/ 444558 h 864941"/>
                <a:gd name="connsiteX192" fmla="*/ 1231020 w 1471841"/>
                <a:gd name="connsiteY192" fmla="*/ 447245 h 864941"/>
                <a:gd name="connsiteX193" fmla="*/ 1233710 w 1471841"/>
                <a:gd name="connsiteY193" fmla="*/ 440529 h 864941"/>
                <a:gd name="connsiteX194" fmla="*/ 1232365 w 1471841"/>
                <a:gd name="connsiteY194" fmla="*/ 437843 h 864941"/>
                <a:gd name="connsiteX195" fmla="*/ 1228329 w 1471841"/>
                <a:gd name="connsiteY195" fmla="*/ 439186 h 864941"/>
                <a:gd name="connsiteX196" fmla="*/ 1222947 w 1471841"/>
                <a:gd name="connsiteY196" fmla="*/ 432471 h 864941"/>
                <a:gd name="connsiteX197" fmla="*/ 1220257 w 1471841"/>
                <a:gd name="connsiteY197" fmla="*/ 428441 h 864941"/>
                <a:gd name="connsiteX198" fmla="*/ 1221602 w 1471841"/>
                <a:gd name="connsiteY198" fmla="*/ 425755 h 864941"/>
                <a:gd name="connsiteX199" fmla="*/ 1229674 w 1471841"/>
                <a:gd name="connsiteY199" fmla="*/ 416354 h 864941"/>
                <a:gd name="connsiteX200" fmla="*/ 1224293 w 1471841"/>
                <a:gd name="connsiteY200" fmla="*/ 419040 h 864941"/>
                <a:gd name="connsiteX201" fmla="*/ 1220257 w 1471841"/>
                <a:gd name="connsiteY201" fmla="*/ 423069 h 864941"/>
                <a:gd name="connsiteX202" fmla="*/ 1217566 w 1471841"/>
                <a:gd name="connsiteY202" fmla="*/ 428441 h 864941"/>
                <a:gd name="connsiteX203" fmla="*/ 1218911 w 1471841"/>
                <a:gd name="connsiteY203" fmla="*/ 433814 h 864941"/>
                <a:gd name="connsiteX204" fmla="*/ 1220257 w 1471841"/>
                <a:gd name="connsiteY204" fmla="*/ 436500 h 864941"/>
                <a:gd name="connsiteX205" fmla="*/ 1221602 w 1471841"/>
                <a:gd name="connsiteY205" fmla="*/ 443215 h 864941"/>
                <a:gd name="connsiteX206" fmla="*/ 1224293 w 1471841"/>
                <a:gd name="connsiteY206" fmla="*/ 445902 h 864941"/>
                <a:gd name="connsiteX207" fmla="*/ 1226983 w 1471841"/>
                <a:gd name="connsiteY207" fmla="*/ 453960 h 864941"/>
                <a:gd name="connsiteX208" fmla="*/ 1226983 w 1471841"/>
                <a:gd name="connsiteY208" fmla="*/ 460675 h 864941"/>
                <a:gd name="connsiteX209" fmla="*/ 1222947 w 1471841"/>
                <a:gd name="connsiteY209" fmla="*/ 471420 h 864941"/>
                <a:gd name="connsiteX210" fmla="*/ 1216220 w 1471841"/>
                <a:gd name="connsiteY210" fmla="*/ 474106 h 864941"/>
                <a:gd name="connsiteX211" fmla="*/ 1212184 w 1471841"/>
                <a:gd name="connsiteY211" fmla="*/ 484851 h 864941"/>
                <a:gd name="connsiteX212" fmla="*/ 1209494 w 1471841"/>
                <a:gd name="connsiteY212" fmla="*/ 490223 h 864941"/>
                <a:gd name="connsiteX213" fmla="*/ 1209494 w 1471841"/>
                <a:gd name="connsiteY213" fmla="*/ 492909 h 864941"/>
                <a:gd name="connsiteX214" fmla="*/ 1208148 w 1471841"/>
                <a:gd name="connsiteY214" fmla="*/ 494252 h 864941"/>
                <a:gd name="connsiteX215" fmla="*/ 1208148 w 1471841"/>
                <a:gd name="connsiteY215" fmla="*/ 492909 h 864941"/>
                <a:gd name="connsiteX216" fmla="*/ 1206803 w 1471841"/>
                <a:gd name="connsiteY216" fmla="*/ 491566 h 864941"/>
                <a:gd name="connsiteX217" fmla="*/ 1201421 w 1471841"/>
                <a:gd name="connsiteY217" fmla="*/ 499625 h 864941"/>
                <a:gd name="connsiteX218" fmla="*/ 1201421 w 1471841"/>
                <a:gd name="connsiteY218" fmla="*/ 502311 h 864941"/>
                <a:gd name="connsiteX219" fmla="*/ 1200076 w 1471841"/>
                <a:gd name="connsiteY219" fmla="*/ 504997 h 864941"/>
                <a:gd name="connsiteX220" fmla="*/ 1200076 w 1471841"/>
                <a:gd name="connsiteY220" fmla="*/ 499625 h 864941"/>
                <a:gd name="connsiteX221" fmla="*/ 1201421 w 1471841"/>
                <a:gd name="connsiteY221" fmla="*/ 494252 h 864941"/>
                <a:gd name="connsiteX222" fmla="*/ 1204112 w 1471841"/>
                <a:gd name="connsiteY222" fmla="*/ 488880 h 864941"/>
                <a:gd name="connsiteX223" fmla="*/ 1202767 w 1471841"/>
                <a:gd name="connsiteY223" fmla="*/ 486194 h 864941"/>
                <a:gd name="connsiteX224" fmla="*/ 1206803 w 1471841"/>
                <a:gd name="connsiteY224" fmla="*/ 482165 h 864941"/>
                <a:gd name="connsiteX225" fmla="*/ 1205458 w 1471841"/>
                <a:gd name="connsiteY225" fmla="*/ 480822 h 864941"/>
                <a:gd name="connsiteX226" fmla="*/ 1209494 w 1471841"/>
                <a:gd name="connsiteY226" fmla="*/ 478135 h 864941"/>
                <a:gd name="connsiteX227" fmla="*/ 1204112 w 1471841"/>
                <a:gd name="connsiteY227" fmla="*/ 478135 h 864941"/>
                <a:gd name="connsiteX228" fmla="*/ 1201421 w 1471841"/>
                <a:gd name="connsiteY228" fmla="*/ 474106 h 864941"/>
                <a:gd name="connsiteX229" fmla="*/ 1204112 w 1471841"/>
                <a:gd name="connsiteY229" fmla="*/ 471420 h 864941"/>
                <a:gd name="connsiteX230" fmla="*/ 1202767 w 1471841"/>
                <a:gd name="connsiteY230" fmla="*/ 471420 h 864941"/>
                <a:gd name="connsiteX231" fmla="*/ 1201421 w 1471841"/>
                <a:gd name="connsiteY231" fmla="*/ 471420 h 864941"/>
                <a:gd name="connsiteX232" fmla="*/ 1200076 w 1471841"/>
                <a:gd name="connsiteY232" fmla="*/ 468734 h 864941"/>
                <a:gd name="connsiteX233" fmla="*/ 1198731 w 1471841"/>
                <a:gd name="connsiteY233" fmla="*/ 471420 h 864941"/>
                <a:gd name="connsiteX234" fmla="*/ 1194695 w 1471841"/>
                <a:gd name="connsiteY234" fmla="*/ 466048 h 864941"/>
                <a:gd name="connsiteX235" fmla="*/ 1194695 w 1471841"/>
                <a:gd name="connsiteY235" fmla="*/ 460675 h 864941"/>
                <a:gd name="connsiteX236" fmla="*/ 1198731 w 1471841"/>
                <a:gd name="connsiteY236" fmla="*/ 455303 h 864941"/>
                <a:gd name="connsiteX237" fmla="*/ 1198731 w 1471841"/>
                <a:gd name="connsiteY237" fmla="*/ 447245 h 864941"/>
                <a:gd name="connsiteX238" fmla="*/ 1194695 w 1471841"/>
                <a:gd name="connsiteY238" fmla="*/ 440529 h 864941"/>
                <a:gd name="connsiteX239" fmla="*/ 1198731 w 1471841"/>
                <a:gd name="connsiteY239" fmla="*/ 435157 h 864941"/>
                <a:gd name="connsiteX240" fmla="*/ 1202767 w 1471841"/>
                <a:gd name="connsiteY240" fmla="*/ 432471 h 864941"/>
                <a:gd name="connsiteX241" fmla="*/ 1201421 w 1471841"/>
                <a:gd name="connsiteY241" fmla="*/ 431128 h 864941"/>
                <a:gd name="connsiteX242" fmla="*/ 1202767 w 1471841"/>
                <a:gd name="connsiteY242" fmla="*/ 427099 h 864941"/>
                <a:gd name="connsiteX243" fmla="*/ 1201421 w 1471841"/>
                <a:gd name="connsiteY243" fmla="*/ 424412 h 864941"/>
                <a:gd name="connsiteX244" fmla="*/ 1201421 w 1471841"/>
                <a:gd name="connsiteY244" fmla="*/ 425755 h 864941"/>
                <a:gd name="connsiteX245" fmla="*/ 1200076 w 1471841"/>
                <a:gd name="connsiteY245" fmla="*/ 431128 h 864941"/>
                <a:gd name="connsiteX246" fmla="*/ 1194695 w 1471841"/>
                <a:gd name="connsiteY246" fmla="*/ 435157 h 864941"/>
                <a:gd name="connsiteX247" fmla="*/ 1190658 w 1471841"/>
                <a:gd name="connsiteY247" fmla="*/ 437843 h 864941"/>
                <a:gd name="connsiteX248" fmla="*/ 1189313 w 1471841"/>
                <a:gd name="connsiteY248" fmla="*/ 436500 h 864941"/>
                <a:gd name="connsiteX249" fmla="*/ 1192004 w 1471841"/>
                <a:gd name="connsiteY249" fmla="*/ 440529 h 864941"/>
                <a:gd name="connsiteX250" fmla="*/ 1190658 w 1471841"/>
                <a:gd name="connsiteY250" fmla="*/ 443215 h 864941"/>
                <a:gd name="connsiteX251" fmla="*/ 1189313 w 1471841"/>
                <a:gd name="connsiteY251" fmla="*/ 451274 h 864941"/>
                <a:gd name="connsiteX252" fmla="*/ 1190658 w 1471841"/>
                <a:gd name="connsiteY252" fmla="*/ 453960 h 864941"/>
                <a:gd name="connsiteX253" fmla="*/ 1189313 w 1471841"/>
                <a:gd name="connsiteY253" fmla="*/ 457989 h 864941"/>
                <a:gd name="connsiteX254" fmla="*/ 1190658 w 1471841"/>
                <a:gd name="connsiteY254" fmla="*/ 463362 h 864941"/>
                <a:gd name="connsiteX255" fmla="*/ 1189313 w 1471841"/>
                <a:gd name="connsiteY255" fmla="*/ 472763 h 864941"/>
                <a:gd name="connsiteX256" fmla="*/ 1187968 w 1471841"/>
                <a:gd name="connsiteY256" fmla="*/ 472763 h 864941"/>
                <a:gd name="connsiteX257" fmla="*/ 1182586 w 1471841"/>
                <a:gd name="connsiteY257" fmla="*/ 466048 h 864941"/>
                <a:gd name="connsiteX258" fmla="*/ 1177205 w 1471841"/>
                <a:gd name="connsiteY258" fmla="*/ 464705 h 864941"/>
                <a:gd name="connsiteX259" fmla="*/ 1174514 w 1471841"/>
                <a:gd name="connsiteY259" fmla="*/ 459332 h 864941"/>
                <a:gd name="connsiteX260" fmla="*/ 1171823 w 1471841"/>
                <a:gd name="connsiteY260" fmla="*/ 459332 h 864941"/>
                <a:gd name="connsiteX261" fmla="*/ 1170478 w 1471841"/>
                <a:gd name="connsiteY261" fmla="*/ 456646 h 864941"/>
                <a:gd name="connsiteX262" fmla="*/ 1173168 w 1471841"/>
                <a:gd name="connsiteY262" fmla="*/ 451274 h 864941"/>
                <a:gd name="connsiteX263" fmla="*/ 1169132 w 1471841"/>
                <a:gd name="connsiteY263" fmla="*/ 456646 h 864941"/>
                <a:gd name="connsiteX264" fmla="*/ 1169132 w 1471841"/>
                <a:gd name="connsiteY264" fmla="*/ 460675 h 864941"/>
                <a:gd name="connsiteX265" fmla="*/ 1173168 w 1471841"/>
                <a:gd name="connsiteY265" fmla="*/ 462018 h 864941"/>
                <a:gd name="connsiteX266" fmla="*/ 1175859 w 1471841"/>
                <a:gd name="connsiteY266" fmla="*/ 467391 h 864941"/>
                <a:gd name="connsiteX267" fmla="*/ 1181241 w 1471841"/>
                <a:gd name="connsiteY267" fmla="*/ 470077 h 864941"/>
                <a:gd name="connsiteX268" fmla="*/ 1187968 w 1471841"/>
                <a:gd name="connsiteY268" fmla="*/ 476792 h 864941"/>
                <a:gd name="connsiteX269" fmla="*/ 1190658 w 1471841"/>
                <a:gd name="connsiteY269" fmla="*/ 479478 h 864941"/>
                <a:gd name="connsiteX270" fmla="*/ 1192004 w 1471841"/>
                <a:gd name="connsiteY270" fmla="*/ 483508 h 864941"/>
                <a:gd name="connsiteX271" fmla="*/ 1190658 w 1471841"/>
                <a:gd name="connsiteY271" fmla="*/ 488880 h 864941"/>
                <a:gd name="connsiteX272" fmla="*/ 1186622 w 1471841"/>
                <a:gd name="connsiteY272" fmla="*/ 488880 h 864941"/>
                <a:gd name="connsiteX273" fmla="*/ 1185277 w 1471841"/>
                <a:gd name="connsiteY273" fmla="*/ 483508 h 864941"/>
                <a:gd name="connsiteX274" fmla="*/ 1182586 w 1471841"/>
                <a:gd name="connsiteY274" fmla="*/ 482165 h 864941"/>
                <a:gd name="connsiteX275" fmla="*/ 1185277 w 1471841"/>
                <a:gd name="connsiteY275" fmla="*/ 488880 h 864941"/>
                <a:gd name="connsiteX276" fmla="*/ 1190658 w 1471841"/>
                <a:gd name="connsiteY276" fmla="*/ 492909 h 864941"/>
                <a:gd name="connsiteX277" fmla="*/ 1192004 w 1471841"/>
                <a:gd name="connsiteY277" fmla="*/ 495595 h 864941"/>
                <a:gd name="connsiteX278" fmla="*/ 1190658 w 1471841"/>
                <a:gd name="connsiteY278" fmla="*/ 498281 h 864941"/>
                <a:gd name="connsiteX279" fmla="*/ 1189313 w 1471841"/>
                <a:gd name="connsiteY279" fmla="*/ 499625 h 864941"/>
                <a:gd name="connsiteX280" fmla="*/ 1183931 w 1471841"/>
                <a:gd name="connsiteY280" fmla="*/ 499625 h 864941"/>
                <a:gd name="connsiteX281" fmla="*/ 1190658 w 1471841"/>
                <a:gd name="connsiteY281" fmla="*/ 504997 h 864941"/>
                <a:gd name="connsiteX282" fmla="*/ 1189313 w 1471841"/>
                <a:gd name="connsiteY282" fmla="*/ 507683 h 864941"/>
                <a:gd name="connsiteX283" fmla="*/ 1185277 w 1471841"/>
                <a:gd name="connsiteY283" fmla="*/ 506340 h 864941"/>
                <a:gd name="connsiteX284" fmla="*/ 1182586 w 1471841"/>
                <a:gd name="connsiteY284" fmla="*/ 502311 h 864941"/>
                <a:gd name="connsiteX285" fmla="*/ 1177205 w 1471841"/>
                <a:gd name="connsiteY285" fmla="*/ 502311 h 864941"/>
                <a:gd name="connsiteX286" fmla="*/ 1171823 w 1471841"/>
                <a:gd name="connsiteY286" fmla="*/ 499625 h 864941"/>
                <a:gd name="connsiteX287" fmla="*/ 1175859 w 1471841"/>
                <a:gd name="connsiteY287" fmla="*/ 503654 h 864941"/>
                <a:gd name="connsiteX288" fmla="*/ 1179895 w 1471841"/>
                <a:gd name="connsiteY288" fmla="*/ 504997 h 864941"/>
                <a:gd name="connsiteX289" fmla="*/ 1182586 w 1471841"/>
                <a:gd name="connsiteY289" fmla="*/ 504997 h 864941"/>
                <a:gd name="connsiteX290" fmla="*/ 1185277 w 1471841"/>
                <a:gd name="connsiteY290" fmla="*/ 511712 h 864941"/>
                <a:gd name="connsiteX291" fmla="*/ 1189313 w 1471841"/>
                <a:gd name="connsiteY291" fmla="*/ 513055 h 864941"/>
                <a:gd name="connsiteX292" fmla="*/ 1193349 w 1471841"/>
                <a:gd name="connsiteY292" fmla="*/ 511712 h 864941"/>
                <a:gd name="connsiteX293" fmla="*/ 1196040 w 1471841"/>
                <a:gd name="connsiteY293" fmla="*/ 514399 h 864941"/>
                <a:gd name="connsiteX294" fmla="*/ 1197385 w 1471841"/>
                <a:gd name="connsiteY294" fmla="*/ 518428 h 864941"/>
                <a:gd name="connsiteX295" fmla="*/ 1194695 w 1471841"/>
                <a:gd name="connsiteY295" fmla="*/ 523800 h 864941"/>
                <a:gd name="connsiteX296" fmla="*/ 1192004 w 1471841"/>
                <a:gd name="connsiteY296" fmla="*/ 522457 h 864941"/>
                <a:gd name="connsiteX297" fmla="*/ 1192004 w 1471841"/>
                <a:gd name="connsiteY297" fmla="*/ 525143 h 864941"/>
                <a:gd name="connsiteX298" fmla="*/ 1194695 w 1471841"/>
                <a:gd name="connsiteY298" fmla="*/ 527829 h 864941"/>
                <a:gd name="connsiteX299" fmla="*/ 1196040 w 1471841"/>
                <a:gd name="connsiteY299" fmla="*/ 533202 h 864941"/>
                <a:gd name="connsiteX300" fmla="*/ 1193349 w 1471841"/>
                <a:gd name="connsiteY300" fmla="*/ 535888 h 864941"/>
                <a:gd name="connsiteX301" fmla="*/ 1190658 w 1471841"/>
                <a:gd name="connsiteY301" fmla="*/ 535888 h 864941"/>
                <a:gd name="connsiteX302" fmla="*/ 1189313 w 1471841"/>
                <a:gd name="connsiteY302" fmla="*/ 537231 h 864941"/>
                <a:gd name="connsiteX303" fmla="*/ 1182586 w 1471841"/>
                <a:gd name="connsiteY303" fmla="*/ 538574 h 864941"/>
                <a:gd name="connsiteX304" fmla="*/ 1179895 w 1471841"/>
                <a:gd name="connsiteY304" fmla="*/ 541260 h 864941"/>
                <a:gd name="connsiteX305" fmla="*/ 1175859 w 1471841"/>
                <a:gd name="connsiteY305" fmla="*/ 539917 h 864941"/>
                <a:gd name="connsiteX306" fmla="*/ 1173168 w 1471841"/>
                <a:gd name="connsiteY306" fmla="*/ 534545 h 864941"/>
                <a:gd name="connsiteX307" fmla="*/ 1171823 w 1471841"/>
                <a:gd name="connsiteY307" fmla="*/ 535888 h 864941"/>
                <a:gd name="connsiteX308" fmla="*/ 1171823 w 1471841"/>
                <a:gd name="connsiteY308" fmla="*/ 543946 h 864941"/>
                <a:gd name="connsiteX309" fmla="*/ 1170478 w 1471841"/>
                <a:gd name="connsiteY309" fmla="*/ 546632 h 864941"/>
                <a:gd name="connsiteX310" fmla="*/ 1175859 w 1471841"/>
                <a:gd name="connsiteY310" fmla="*/ 545289 h 864941"/>
                <a:gd name="connsiteX311" fmla="*/ 1186622 w 1471841"/>
                <a:gd name="connsiteY311" fmla="*/ 543946 h 864941"/>
                <a:gd name="connsiteX312" fmla="*/ 1187968 w 1471841"/>
                <a:gd name="connsiteY312" fmla="*/ 545289 h 864941"/>
                <a:gd name="connsiteX313" fmla="*/ 1189313 w 1471841"/>
                <a:gd name="connsiteY313" fmla="*/ 552005 h 864941"/>
                <a:gd name="connsiteX314" fmla="*/ 1192004 w 1471841"/>
                <a:gd name="connsiteY314" fmla="*/ 553348 h 864941"/>
                <a:gd name="connsiteX315" fmla="*/ 1192004 w 1471841"/>
                <a:gd name="connsiteY315" fmla="*/ 550662 h 864941"/>
                <a:gd name="connsiteX316" fmla="*/ 1194695 w 1471841"/>
                <a:gd name="connsiteY316" fmla="*/ 545289 h 864941"/>
                <a:gd name="connsiteX317" fmla="*/ 1196040 w 1471841"/>
                <a:gd name="connsiteY317" fmla="*/ 545289 h 864941"/>
                <a:gd name="connsiteX318" fmla="*/ 1198731 w 1471841"/>
                <a:gd name="connsiteY318" fmla="*/ 549318 h 864941"/>
                <a:gd name="connsiteX319" fmla="*/ 1197385 w 1471841"/>
                <a:gd name="connsiteY319" fmla="*/ 554691 h 864941"/>
                <a:gd name="connsiteX320" fmla="*/ 1194695 w 1471841"/>
                <a:gd name="connsiteY320" fmla="*/ 554691 h 864941"/>
                <a:gd name="connsiteX321" fmla="*/ 1189313 w 1471841"/>
                <a:gd name="connsiteY321" fmla="*/ 558720 h 864941"/>
                <a:gd name="connsiteX322" fmla="*/ 1187968 w 1471841"/>
                <a:gd name="connsiteY322" fmla="*/ 562749 h 864941"/>
                <a:gd name="connsiteX323" fmla="*/ 1185277 w 1471841"/>
                <a:gd name="connsiteY323" fmla="*/ 565435 h 864941"/>
                <a:gd name="connsiteX324" fmla="*/ 1182586 w 1471841"/>
                <a:gd name="connsiteY324" fmla="*/ 562749 h 864941"/>
                <a:gd name="connsiteX325" fmla="*/ 1178550 w 1471841"/>
                <a:gd name="connsiteY325" fmla="*/ 562749 h 864941"/>
                <a:gd name="connsiteX326" fmla="*/ 1175859 w 1471841"/>
                <a:gd name="connsiteY326" fmla="*/ 557377 h 864941"/>
                <a:gd name="connsiteX327" fmla="*/ 1175859 w 1471841"/>
                <a:gd name="connsiteY327" fmla="*/ 561406 h 864941"/>
                <a:gd name="connsiteX328" fmla="*/ 1171823 w 1471841"/>
                <a:gd name="connsiteY328" fmla="*/ 562749 h 864941"/>
                <a:gd name="connsiteX329" fmla="*/ 1169132 w 1471841"/>
                <a:gd name="connsiteY329" fmla="*/ 561406 h 864941"/>
                <a:gd name="connsiteX330" fmla="*/ 1165096 w 1471841"/>
                <a:gd name="connsiteY330" fmla="*/ 561406 h 864941"/>
                <a:gd name="connsiteX331" fmla="*/ 1167787 w 1471841"/>
                <a:gd name="connsiteY331" fmla="*/ 564092 h 864941"/>
                <a:gd name="connsiteX332" fmla="*/ 1174514 w 1471841"/>
                <a:gd name="connsiteY332" fmla="*/ 565435 h 864941"/>
                <a:gd name="connsiteX333" fmla="*/ 1175859 w 1471841"/>
                <a:gd name="connsiteY333" fmla="*/ 568122 h 864941"/>
                <a:gd name="connsiteX334" fmla="*/ 1173168 w 1471841"/>
                <a:gd name="connsiteY334" fmla="*/ 570808 h 864941"/>
                <a:gd name="connsiteX335" fmla="*/ 1174514 w 1471841"/>
                <a:gd name="connsiteY335" fmla="*/ 572151 h 864941"/>
                <a:gd name="connsiteX336" fmla="*/ 1167787 w 1471841"/>
                <a:gd name="connsiteY336" fmla="*/ 574837 h 864941"/>
                <a:gd name="connsiteX337" fmla="*/ 1162405 w 1471841"/>
                <a:gd name="connsiteY337" fmla="*/ 573494 h 864941"/>
                <a:gd name="connsiteX338" fmla="*/ 1166442 w 1471841"/>
                <a:gd name="connsiteY338" fmla="*/ 576180 h 864941"/>
                <a:gd name="connsiteX339" fmla="*/ 1173168 w 1471841"/>
                <a:gd name="connsiteY339" fmla="*/ 577523 h 864941"/>
                <a:gd name="connsiteX340" fmla="*/ 1178550 w 1471841"/>
                <a:gd name="connsiteY340" fmla="*/ 573494 h 864941"/>
                <a:gd name="connsiteX341" fmla="*/ 1178550 w 1471841"/>
                <a:gd name="connsiteY341" fmla="*/ 574837 h 864941"/>
                <a:gd name="connsiteX342" fmla="*/ 1181241 w 1471841"/>
                <a:gd name="connsiteY342" fmla="*/ 576180 h 864941"/>
                <a:gd name="connsiteX343" fmla="*/ 1175859 w 1471841"/>
                <a:gd name="connsiteY343" fmla="*/ 581552 h 864941"/>
                <a:gd name="connsiteX344" fmla="*/ 1171823 w 1471841"/>
                <a:gd name="connsiteY344" fmla="*/ 581552 h 864941"/>
                <a:gd name="connsiteX345" fmla="*/ 1171823 w 1471841"/>
                <a:gd name="connsiteY345" fmla="*/ 580209 h 864941"/>
                <a:gd name="connsiteX346" fmla="*/ 1167787 w 1471841"/>
                <a:gd name="connsiteY346" fmla="*/ 580209 h 864941"/>
                <a:gd name="connsiteX347" fmla="*/ 1166442 w 1471841"/>
                <a:gd name="connsiteY347" fmla="*/ 581552 h 864941"/>
                <a:gd name="connsiteX348" fmla="*/ 1159715 w 1471841"/>
                <a:gd name="connsiteY348" fmla="*/ 581552 h 864941"/>
                <a:gd name="connsiteX349" fmla="*/ 1147606 w 1471841"/>
                <a:gd name="connsiteY349" fmla="*/ 589611 h 864941"/>
                <a:gd name="connsiteX350" fmla="*/ 1134153 w 1471841"/>
                <a:gd name="connsiteY350" fmla="*/ 600355 h 864941"/>
                <a:gd name="connsiteX351" fmla="*/ 1130116 w 1471841"/>
                <a:gd name="connsiteY351" fmla="*/ 608414 h 864941"/>
                <a:gd name="connsiteX352" fmla="*/ 1128771 w 1471841"/>
                <a:gd name="connsiteY352" fmla="*/ 608414 h 864941"/>
                <a:gd name="connsiteX353" fmla="*/ 1124735 w 1471841"/>
                <a:gd name="connsiteY353" fmla="*/ 607071 h 864941"/>
                <a:gd name="connsiteX354" fmla="*/ 1118008 w 1471841"/>
                <a:gd name="connsiteY354" fmla="*/ 607071 h 864941"/>
                <a:gd name="connsiteX355" fmla="*/ 1112626 w 1471841"/>
                <a:gd name="connsiteY355" fmla="*/ 612443 h 864941"/>
                <a:gd name="connsiteX356" fmla="*/ 1103209 w 1471841"/>
                <a:gd name="connsiteY356" fmla="*/ 624531 h 864941"/>
                <a:gd name="connsiteX357" fmla="*/ 1103209 w 1471841"/>
                <a:gd name="connsiteY357" fmla="*/ 628560 h 864941"/>
                <a:gd name="connsiteX358" fmla="*/ 1099173 w 1471841"/>
                <a:gd name="connsiteY358" fmla="*/ 631246 h 864941"/>
                <a:gd name="connsiteX359" fmla="*/ 1096482 w 1471841"/>
                <a:gd name="connsiteY359" fmla="*/ 631246 h 864941"/>
                <a:gd name="connsiteX360" fmla="*/ 1096482 w 1471841"/>
                <a:gd name="connsiteY360" fmla="*/ 635275 h 864941"/>
                <a:gd name="connsiteX361" fmla="*/ 1091101 w 1471841"/>
                <a:gd name="connsiteY361" fmla="*/ 639305 h 864941"/>
                <a:gd name="connsiteX362" fmla="*/ 1088410 w 1471841"/>
                <a:gd name="connsiteY362" fmla="*/ 637962 h 864941"/>
                <a:gd name="connsiteX363" fmla="*/ 1085719 w 1471841"/>
                <a:gd name="connsiteY363" fmla="*/ 639305 h 864941"/>
                <a:gd name="connsiteX364" fmla="*/ 1084374 w 1471841"/>
                <a:gd name="connsiteY364" fmla="*/ 641991 h 864941"/>
                <a:gd name="connsiteX365" fmla="*/ 1078992 w 1471841"/>
                <a:gd name="connsiteY365" fmla="*/ 640648 h 864941"/>
                <a:gd name="connsiteX366" fmla="*/ 1076301 w 1471841"/>
                <a:gd name="connsiteY366" fmla="*/ 644677 h 864941"/>
                <a:gd name="connsiteX367" fmla="*/ 1068229 w 1471841"/>
                <a:gd name="connsiteY367" fmla="*/ 646020 h 864941"/>
                <a:gd name="connsiteX368" fmla="*/ 1066884 w 1471841"/>
                <a:gd name="connsiteY368" fmla="*/ 648706 h 864941"/>
                <a:gd name="connsiteX369" fmla="*/ 1061502 w 1471841"/>
                <a:gd name="connsiteY369" fmla="*/ 648706 h 864941"/>
                <a:gd name="connsiteX370" fmla="*/ 1061502 w 1471841"/>
                <a:gd name="connsiteY370" fmla="*/ 651392 h 864941"/>
                <a:gd name="connsiteX371" fmla="*/ 1054775 w 1471841"/>
                <a:gd name="connsiteY371" fmla="*/ 651392 h 864941"/>
                <a:gd name="connsiteX372" fmla="*/ 1053430 w 1471841"/>
                <a:gd name="connsiteY372" fmla="*/ 652735 h 864941"/>
                <a:gd name="connsiteX373" fmla="*/ 1054775 w 1471841"/>
                <a:gd name="connsiteY373" fmla="*/ 654078 h 864941"/>
                <a:gd name="connsiteX374" fmla="*/ 1054775 w 1471841"/>
                <a:gd name="connsiteY374" fmla="*/ 658108 h 864941"/>
                <a:gd name="connsiteX375" fmla="*/ 1050739 w 1471841"/>
                <a:gd name="connsiteY375" fmla="*/ 663480 h 864941"/>
                <a:gd name="connsiteX376" fmla="*/ 1049394 w 1471841"/>
                <a:gd name="connsiteY376" fmla="*/ 663480 h 864941"/>
                <a:gd name="connsiteX377" fmla="*/ 1046703 w 1471841"/>
                <a:gd name="connsiteY377" fmla="*/ 667509 h 864941"/>
                <a:gd name="connsiteX378" fmla="*/ 1042667 w 1471841"/>
                <a:gd name="connsiteY378" fmla="*/ 667509 h 864941"/>
                <a:gd name="connsiteX379" fmla="*/ 1037285 w 1471841"/>
                <a:gd name="connsiteY379" fmla="*/ 675568 h 864941"/>
                <a:gd name="connsiteX380" fmla="*/ 1034595 w 1471841"/>
                <a:gd name="connsiteY380" fmla="*/ 682283 h 864941"/>
                <a:gd name="connsiteX381" fmla="*/ 1034595 w 1471841"/>
                <a:gd name="connsiteY381" fmla="*/ 691685 h 864941"/>
                <a:gd name="connsiteX382" fmla="*/ 1033249 w 1471841"/>
                <a:gd name="connsiteY382" fmla="*/ 707802 h 864941"/>
                <a:gd name="connsiteX383" fmla="*/ 1033249 w 1471841"/>
                <a:gd name="connsiteY383" fmla="*/ 714517 h 864941"/>
                <a:gd name="connsiteX384" fmla="*/ 1031904 w 1471841"/>
                <a:gd name="connsiteY384" fmla="*/ 726605 h 864941"/>
                <a:gd name="connsiteX385" fmla="*/ 1034595 w 1471841"/>
                <a:gd name="connsiteY385" fmla="*/ 733320 h 864941"/>
                <a:gd name="connsiteX386" fmla="*/ 1035940 w 1471841"/>
                <a:gd name="connsiteY386" fmla="*/ 744065 h 864941"/>
                <a:gd name="connsiteX387" fmla="*/ 1038631 w 1471841"/>
                <a:gd name="connsiteY387" fmla="*/ 749437 h 864941"/>
                <a:gd name="connsiteX388" fmla="*/ 1041321 w 1471841"/>
                <a:gd name="connsiteY388" fmla="*/ 761525 h 864941"/>
                <a:gd name="connsiteX389" fmla="*/ 1044012 w 1471841"/>
                <a:gd name="connsiteY389" fmla="*/ 765554 h 864941"/>
                <a:gd name="connsiteX390" fmla="*/ 1045358 w 1471841"/>
                <a:gd name="connsiteY390" fmla="*/ 770926 h 864941"/>
                <a:gd name="connsiteX391" fmla="*/ 1044012 w 1471841"/>
                <a:gd name="connsiteY391" fmla="*/ 776299 h 864941"/>
                <a:gd name="connsiteX392" fmla="*/ 1042667 w 1471841"/>
                <a:gd name="connsiteY392" fmla="*/ 784357 h 864941"/>
                <a:gd name="connsiteX393" fmla="*/ 1045358 w 1471841"/>
                <a:gd name="connsiteY393" fmla="*/ 787043 h 864941"/>
                <a:gd name="connsiteX394" fmla="*/ 1048048 w 1471841"/>
                <a:gd name="connsiteY394" fmla="*/ 803160 h 864941"/>
                <a:gd name="connsiteX395" fmla="*/ 1053430 w 1471841"/>
                <a:gd name="connsiteY395" fmla="*/ 807189 h 864941"/>
                <a:gd name="connsiteX396" fmla="*/ 1054775 w 1471841"/>
                <a:gd name="connsiteY396" fmla="*/ 815248 h 864941"/>
                <a:gd name="connsiteX397" fmla="*/ 1052085 w 1471841"/>
                <a:gd name="connsiteY397" fmla="*/ 817934 h 864941"/>
                <a:gd name="connsiteX398" fmla="*/ 1053430 w 1471841"/>
                <a:gd name="connsiteY398" fmla="*/ 819277 h 864941"/>
                <a:gd name="connsiteX399" fmla="*/ 1052085 w 1471841"/>
                <a:gd name="connsiteY399" fmla="*/ 828678 h 864941"/>
                <a:gd name="connsiteX400" fmla="*/ 1050739 w 1471841"/>
                <a:gd name="connsiteY400" fmla="*/ 831365 h 864941"/>
                <a:gd name="connsiteX401" fmla="*/ 1050739 w 1471841"/>
                <a:gd name="connsiteY401" fmla="*/ 835394 h 864941"/>
                <a:gd name="connsiteX402" fmla="*/ 1046703 w 1471841"/>
                <a:gd name="connsiteY402" fmla="*/ 844795 h 864941"/>
                <a:gd name="connsiteX403" fmla="*/ 1044012 w 1471841"/>
                <a:gd name="connsiteY403" fmla="*/ 851511 h 864941"/>
                <a:gd name="connsiteX404" fmla="*/ 1041321 w 1471841"/>
                <a:gd name="connsiteY404" fmla="*/ 855540 h 864941"/>
                <a:gd name="connsiteX405" fmla="*/ 1039976 w 1471841"/>
                <a:gd name="connsiteY405" fmla="*/ 862255 h 864941"/>
                <a:gd name="connsiteX406" fmla="*/ 1035940 w 1471841"/>
                <a:gd name="connsiteY406" fmla="*/ 863599 h 864941"/>
                <a:gd name="connsiteX407" fmla="*/ 1031904 w 1471841"/>
                <a:gd name="connsiteY407" fmla="*/ 864941 h 864941"/>
                <a:gd name="connsiteX408" fmla="*/ 1026522 w 1471841"/>
                <a:gd name="connsiteY408" fmla="*/ 863599 h 864941"/>
                <a:gd name="connsiteX409" fmla="*/ 1023832 w 1471841"/>
                <a:gd name="connsiteY409" fmla="*/ 860912 h 864941"/>
                <a:gd name="connsiteX410" fmla="*/ 1018450 w 1471841"/>
                <a:gd name="connsiteY410" fmla="*/ 859569 h 864941"/>
                <a:gd name="connsiteX411" fmla="*/ 1021141 w 1471841"/>
                <a:gd name="connsiteY411" fmla="*/ 858226 h 864941"/>
                <a:gd name="connsiteX412" fmla="*/ 1015759 w 1471841"/>
                <a:gd name="connsiteY412" fmla="*/ 852854 h 864941"/>
                <a:gd name="connsiteX413" fmla="*/ 1015759 w 1471841"/>
                <a:gd name="connsiteY413" fmla="*/ 848825 h 864941"/>
                <a:gd name="connsiteX414" fmla="*/ 1014414 w 1471841"/>
                <a:gd name="connsiteY414" fmla="*/ 844795 h 864941"/>
                <a:gd name="connsiteX415" fmla="*/ 1010378 w 1471841"/>
                <a:gd name="connsiteY415" fmla="*/ 844795 h 864941"/>
                <a:gd name="connsiteX416" fmla="*/ 1007687 w 1471841"/>
                <a:gd name="connsiteY416" fmla="*/ 843452 h 864941"/>
                <a:gd name="connsiteX417" fmla="*/ 1007687 w 1471841"/>
                <a:gd name="connsiteY417" fmla="*/ 836737 h 864941"/>
                <a:gd name="connsiteX418" fmla="*/ 1007687 w 1471841"/>
                <a:gd name="connsiteY418" fmla="*/ 831365 h 864941"/>
                <a:gd name="connsiteX419" fmla="*/ 1000960 w 1471841"/>
                <a:gd name="connsiteY419" fmla="*/ 825992 h 864941"/>
                <a:gd name="connsiteX420" fmla="*/ 1000960 w 1471841"/>
                <a:gd name="connsiteY420" fmla="*/ 823306 h 864941"/>
                <a:gd name="connsiteX421" fmla="*/ 1002306 w 1471841"/>
                <a:gd name="connsiteY421" fmla="*/ 820620 h 864941"/>
                <a:gd name="connsiteX422" fmla="*/ 1003651 w 1471841"/>
                <a:gd name="connsiteY422" fmla="*/ 816591 h 864941"/>
                <a:gd name="connsiteX423" fmla="*/ 1007687 w 1471841"/>
                <a:gd name="connsiteY423" fmla="*/ 812562 h 864941"/>
                <a:gd name="connsiteX424" fmla="*/ 1002306 w 1471841"/>
                <a:gd name="connsiteY424" fmla="*/ 813905 h 864941"/>
                <a:gd name="connsiteX425" fmla="*/ 1000960 w 1471841"/>
                <a:gd name="connsiteY425" fmla="*/ 812562 h 864941"/>
                <a:gd name="connsiteX426" fmla="*/ 1000960 w 1471841"/>
                <a:gd name="connsiteY426" fmla="*/ 815248 h 864941"/>
                <a:gd name="connsiteX427" fmla="*/ 998269 w 1471841"/>
                <a:gd name="connsiteY427" fmla="*/ 816591 h 864941"/>
                <a:gd name="connsiteX428" fmla="*/ 996924 w 1471841"/>
                <a:gd name="connsiteY428" fmla="*/ 812562 h 864941"/>
                <a:gd name="connsiteX429" fmla="*/ 995579 w 1471841"/>
                <a:gd name="connsiteY429" fmla="*/ 812562 h 864941"/>
                <a:gd name="connsiteX430" fmla="*/ 994233 w 1471841"/>
                <a:gd name="connsiteY430" fmla="*/ 809875 h 864941"/>
                <a:gd name="connsiteX431" fmla="*/ 991543 w 1471841"/>
                <a:gd name="connsiteY431" fmla="*/ 807189 h 864941"/>
                <a:gd name="connsiteX432" fmla="*/ 990197 w 1471841"/>
                <a:gd name="connsiteY432" fmla="*/ 801817 h 864941"/>
                <a:gd name="connsiteX433" fmla="*/ 988852 w 1471841"/>
                <a:gd name="connsiteY433" fmla="*/ 799131 h 864941"/>
                <a:gd name="connsiteX434" fmla="*/ 995579 w 1471841"/>
                <a:gd name="connsiteY434" fmla="*/ 789729 h 864941"/>
                <a:gd name="connsiteX435" fmla="*/ 995579 w 1471841"/>
                <a:gd name="connsiteY435" fmla="*/ 784357 h 864941"/>
                <a:gd name="connsiteX436" fmla="*/ 991543 w 1471841"/>
                <a:gd name="connsiteY436" fmla="*/ 783014 h 864941"/>
                <a:gd name="connsiteX437" fmla="*/ 990197 w 1471841"/>
                <a:gd name="connsiteY437" fmla="*/ 784357 h 864941"/>
                <a:gd name="connsiteX438" fmla="*/ 990197 w 1471841"/>
                <a:gd name="connsiteY438" fmla="*/ 787043 h 864941"/>
                <a:gd name="connsiteX439" fmla="*/ 987506 w 1471841"/>
                <a:gd name="connsiteY439" fmla="*/ 791072 h 864941"/>
                <a:gd name="connsiteX440" fmla="*/ 986161 w 1471841"/>
                <a:gd name="connsiteY440" fmla="*/ 792415 h 864941"/>
                <a:gd name="connsiteX441" fmla="*/ 983470 w 1471841"/>
                <a:gd name="connsiteY441" fmla="*/ 787043 h 864941"/>
                <a:gd name="connsiteX442" fmla="*/ 983470 w 1471841"/>
                <a:gd name="connsiteY442" fmla="*/ 783014 h 864941"/>
                <a:gd name="connsiteX443" fmla="*/ 988852 w 1471841"/>
                <a:gd name="connsiteY443" fmla="*/ 773612 h 864941"/>
                <a:gd name="connsiteX444" fmla="*/ 991543 w 1471841"/>
                <a:gd name="connsiteY444" fmla="*/ 761525 h 864941"/>
                <a:gd name="connsiteX445" fmla="*/ 991543 w 1471841"/>
                <a:gd name="connsiteY445" fmla="*/ 756152 h 864941"/>
                <a:gd name="connsiteX446" fmla="*/ 988852 w 1471841"/>
                <a:gd name="connsiteY446" fmla="*/ 749437 h 864941"/>
                <a:gd name="connsiteX447" fmla="*/ 984816 w 1471841"/>
                <a:gd name="connsiteY447" fmla="*/ 748094 h 864941"/>
                <a:gd name="connsiteX448" fmla="*/ 982125 w 1471841"/>
                <a:gd name="connsiteY448" fmla="*/ 745408 h 864941"/>
                <a:gd name="connsiteX449" fmla="*/ 983470 w 1471841"/>
                <a:gd name="connsiteY449" fmla="*/ 742722 h 864941"/>
                <a:gd name="connsiteX450" fmla="*/ 980779 w 1471841"/>
                <a:gd name="connsiteY450" fmla="*/ 742722 h 864941"/>
                <a:gd name="connsiteX451" fmla="*/ 976744 w 1471841"/>
                <a:gd name="connsiteY451" fmla="*/ 740035 h 864941"/>
                <a:gd name="connsiteX452" fmla="*/ 976744 w 1471841"/>
                <a:gd name="connsiteY452" fmla="*/ 734663 h 864941"/>
                <a:gd name="connsiteX453" fmla="*/ 974053 w 1471841"/>
                <a:gd name="connsiteY453" fmla="*/ 734663 h 864941"/>
                <a:gd name="connsiteX454" fmla="*/ 971362 w 1471841"/>
                <a:gd name="connsiteY454" fmla="*/ 731977 h 864941"/>
                <a:gd name="connsiteX455" fmla="*/ 968671 w 1471841"/>
                <a:gd name="connsiteY455" fmla="*/ 722575 h 864941"/>
                <a:gd name="connsiteX456" fmla="*/ 963290 w 1471841"/>
                <a:gd name="connsiteY456" fmla="*/ 719889 h 864941"/>
                <a:gd name="connsiteX457" fmla="*/ 959254 w 1471841"/>
                <a:gd name="connsiteY457" fmla="*/ 718546 h 864941"/>
                <a:gd name="connsiteX458" fmla="*/ 953872 w 1471841"/>
                <a:gd name="connsiteY458" fmla="*/ 719889 h 864941"/>
                <a:gd name="connsiteX459" fmla="*/ 951181 w 1471841"/>
                <a:gd name="connsiteY459" fmla="*/ 722575 h 864941"/>
                <a:gd name="connsiteX460" fmla="*/ 951181 w 1471841"/>
                <a:gd name="connsiteY460" fmla="*/ 723918 h 864941"/>
                <a:gd name="connsiteX461" fmla="*/ 949836 w 1471841"/>
                <a:gd name="connsiteY461" fmla="*/ 723918 h 864941"/>
                <a:gd name="connsiteX462" fmla="*/ 948491 w 1471841"/>
                <a:gd name="connsiteY462" fmla="*/ 722575 h 864941"/>
                <a:gd name="connsiteX463" fmla="*/ 941764 w 1471841"/>
                <a:gd name="connsiteY463" fmla="*/ 729291 h 864941"/>
                <a:gd name="connsiteX464" fmla="*/ 936382 w 1471841"/>
                <a:gd name="connsiteY464" fmla="*/ 730634 h 864941"/>
                <a:gd name="connsiteX465" fmla="*/ 929655 w 1471841"/>
                <a:gd name="connsiteY465" fmla="*/ 731977 h 864941"/>
                <a:gd name="connsiteX466" fmla="*/ 928310 w 1471841"/>
                <a:gd name="connsiteY466" fmla="*/ 729291 h 864941"/>
                <a:gd name="connsiteX467" fmla="*/ 928310 w 1471841"/>
                <a:gd name="connsiteY467" fmla="*/ 727948 h 864941"/>
                <a:gd name="connsiteX468" fmla="*/ 929655 w 1471841"/>
                <a:gd name="connsiteY468" fmla="*/ 729291 h 864941"/>
                <a:gd name="connsiteX469" fmla="*/ 931001 w 1471841"/>
                <a:gd name="connsiteY469" fmla="*/ 729291 h 864941"/>
                <a:gd name="connsiteX470" fmla="*/ 929655 w 1471841"/>
                <a:gd name="connsiteY470" fmla="*/ 726605 h 864941"/>
                <a:gd name="connsiteX471" fmla="*/ 926964 w 1471841"/>
                <a:gd name="connsiteY471" fmla="*/ 722575 h 864941"/>
                <a:gd name="connsiteX472" fmla="*/ 920238 w 1471841"/>
                <a:gd name="connsiteY472" fmla="*/ 718546 h 864941"/>
                <a:gd name="connsiteX473" fmla="*/ 921583 w 1471841"/>
                <a:gd name="connsiteY473" fmla="*/ 718546 h 864941"/>
                <a:gd name="connsiteX474" fmla="*/ 924274 w 1471841"/>
                <a:gd name="connsiteY474" fmla="*/ 719889 h 864941"/>
                <a:gd name="connsiteX475" fmla="*/ 925619 w 1471841"/>
                <a:gd name="connsiteY475" fmla="*/ 718546 h 864941"/>
                <a:gd name="connsiteX476" fmla="*/ 920238 w 1471841"/>
                <a:gd name="connsiteY476" fmla="*/ 714517 h 864941"/>
                <a:gd name="connsiteX477" fmla="*/ 920238 w 1471841"/>
                <a:gd name="connsiteY477" fmla="*/ 711831 h 864941"/>
                <a:gd name="connsiteX478" fmla="*/ 917547 w 1471841"/>
                <a:gd name="connsiteY478" fmla="*/ 711831 h 864941"/>
                <a:gd name="connsiteX479" fmla="*/ 916202 w 1471841"/>
                <a:gd name="connsiteY479" fmla="*/ 714517 h 864941"/>
                <a:gd name="connsiteX480" fmla="*/ 918892 w 1471841"/>
                <a:gd name="connsiteY480" fmla="*/ 717203 h 864941"/>
                <a:gd name="connsiteX481" fmla="*/ 914856 w 1471841"/>
                <a:gd name="connsiteY481" fmla="*/ 715860 h 864941"/>
                <a:gd name="connsiteX482" fmla="*/ 910820 w 1471841"/>
                <a:gd name="connsiteY482" fmla="*/ 711831 h 864941"/>
                <a:gd name="connsiteX483" fmla="*/ 904093 w 1471841"/>
                <a:gd name="connsiteY483" fmla="*/ 711831 h 864941"/>
                <a:gd name="connsiteX484" fmla="*/ 897366 w 1471841"/>
                <a:gd name="connsiteY484" fmla="*/ 710488 h 864941"/>
                <a:gd name="connsiteX485" fmla="*/ 898712 w 1471841"/>
                <a:gd name="connsiteY485" fmla="*/ 709145 h 864941"/>
                <a:gd name="connsiteX486" fmla="*/ 905439 w 1471841"/>
                <a:gd name="connsiteY486" fmla="*/ 709145 h 864941"/>
                <a:gd name="connsiteX487" fmla="*/ 908129 w 1471841"/>
                <a:gd name="connsiteY487" fmla="*/ 709145 h 864941"/>
                <a:gd name="connsiteX488" fmla="*/ 906784 w 1471841"/>
                <a:gd name="connsiteY488" fmla="*/ 706458 h 864941"/>
                <a:gd name="connsiteX489" fmla="*/ 901402 w 1471841"/>
                <a:gd name="connsiteY489" fmla="*/ 706458 h 864941"/>
                <a:gd name="connsiteX490" fmla="*/ 896021 w 1471841"/>
                <a:gd name="connsiteY490" fmla="*/ 710488 h 864941"/>
                <a:gd name="connsiteX491" fmla="*/ 893330 w 1471841"/>
                <a:gd name="connsiteY491" fmla="*/ 709145 h 864941"/>
                <a:gd name="connsiteX492" fmla="*/ 885258 w 1471841"/>
                <a:gd name="connsiteY492" fmla="*/ 710488 h 864941"/>
                <a:gd name="connsiteX493" fmla="*/ 882567 w 1471841"/>
                <a:gd name="connsiteY493" fmla="*/ 709145 h 864941"/>
                <a:gd name="connsiteX494" fmla="*/ 878531 w 1471841"/>
                <a:gd name="connsiteY494" fmla="*/ 710488 h 864941"/>
                <a:gd name="connsiteX495" fmla="*/ 871804 w 1471841"/>
                <a:gd name="connsiteY495" fmla="*/ 709145 h 864941"/>
                <a:gd name="connsiteX496" fmla="*/ 866422 w 1471841"/>
                <a:gd name="connsiteY496" fmla="*/ 711831 h 864941"/>
                <a:gd name="connsiteX497" fmla="*/ 862387 w 1471841"/>
                <a:gd name="connsiteY497" fmla="*/ 706458 h 864941"/>
                <a:gd name="connsiteX498" fmla="*/ 862387 w 1471841"/>
                <a:gd name="connsiteY498" fmla="*/ 703772 h 864941"/>
                <a:gd name="connsiteX499" fmla="*/ 862387 w 1471841"/>
                <a:gd name="connsiteY499" fmla="*/ 701086 h 864941"/>
                <a:gd name="connsiteX500" fmla="*/ 859696 w 1471841"/>
                <a:gd name="connsiteY500" fmla="*/ 699743 h 864941"/>
                <a:gd name="connsiteX501" fmla="*/ 857005 w 1471841"/>
                <a:gd name="connsiteY501" fmla="*/ 705115 h 864941"/>
                <a:gd name="connsiteX502" fmla="*/ 854314 w 1471841"/>
                <a:gd name="connsiteY502" fmla="*/ 709145 h 864941"/>
                <a:gd name="connsiteX503" fmla="*/ 851623 w 1471841"/>
                <a:gd name="connsiteY503" fmla="*/ 707802 h 864941"/>
                <a:gd name="connsiteX504" fmla="*/ 847587 w 1471841"/>
                <a:gd name="connsiteY504" fmla="*/ 709145 h 864941"/>
                <a:gd name="connsiteX505" fmla="*/ 842206 w 1471841"/>
                <a:gd name="connsiteY505" fmla="*/ 707802 h 864941"/>
                <a:gd name="connsiteX506" fmla="*/ 826061 w 1471841"/>
                <a:gd name="connsiteY506" fmla="*/ 710488 h 864941"/>
                <a:gd name="connsiteX507" fmla="*/ 822025 w 1471841"/>
                <a:gd name="connsiteY507" fmla="*/ 714517 h 864941"/>
                <a:gd name="connsiteX508" fmla="*/ 813953 w 1471841"/>
                <a:gd name="connsiteY508" fmla="*/ 718546 h 864941"/>
                <a:gd name="connsiteX509" fmla="*/ 808571 w 1471841"/>
                <a:gd name="connsiteY509" fmla="*/ 722575 h 864941"/>
                <a:gd name="connsiteX510" fmla="*/ 808571 w 1471841"/>
                <a:gd name="connsiteY510" fmla="*/ 726605 h 864941"/>
                <a:gd name="connsiteX511" fmla="*/ 812607 w 1471841"/>
                <a:gd name="connsiteY511" fmla="*/ 725262 h 864941"/>
                <a:gd name="connsiteX512" fmla="*/ 815298 w 1471841"/>
                <a:gd name="connsiteY512" fmla="*/ 722575 h 864941"/>
                <a:gd name="connsiteX513" fmla="*/ 816644 w 1471841"/>
                <a:gd name="connsiteY513" fmla="*/ 722575 h 864941"/>
                <a:gd name="connsiteX514" fmla="*/ 819334 w 1471841"/>
                <a:gd name="connsiteY514" fmla="*/ 725262 h 864941"/>
                <a:gd name="connsiteX515" fmla="*/ 823370 w 1471841"/>
                <a:gd name="connsiteY515" fmla="*/ 726605 h 864941"/>
                <a:gd name="connsiteX516" fmla="*/ 822025 w 1471841"/>
                <a:gd name="connsiteY516" fmla="*/ 729291 h 864941"/>
                <a:gd name="connsiteX517" fmla="*/ 813953 w 1471841"/>
                <a:gd name="connsiteY517" fmla="*/ 731977 h 864941"/>
                <a:gd name="connsiteX518" fmla="*/ 813953 w 1471841"/>
                <a:gd name="connsiteY518" fmla="*/ 736006 h 864941"/>
                <a:gd name="connsiteX519" fmla="*/ 815298 w 1471841"/>
                <a:gd name="connsiteY519" fmla="*/ 740035 h 864941"/>
                <a:gd name="connsiteX520" fmla="*/ 823370 w 1471841"/>
                <a:gd name="connsiteY520" fmla="*/ 742722 h 864941"/>
                <a:gd name="connsiteX521" fmla="*/ 830097 w 1471841"/>
                <a:gd name="connsiteY521" fmla="*/ 748094 h 864941"/>
                <a:gd name="connsiteX522" fmla="*/ 828752 w 1471841"/>
                <a:gd name="connsiteY522" fmla="*/ 749437 h 864941"/>
                <a:gd name="connsiteX523" fmla="*/ 826061 w 1471841"/>
                <a:gd name="connsiteY523" fmla="*/ 750780 h 864941"/>
                <a:gd name="connsiteX524" fmla="*/ 823370 w 1471841"/>
                <a:gd name="connsiteY524" fmla="*/ 753466 h 864941"/>
                <a:gd name="connsiteX525" fmla="*/ 823370 w 1471841"/>
                <a:gd name="connsiteY525" fmla="*/ 749437 h 864941"/>
                <a:gd name="connsiteX526" fmla="*/ 820680 w 1471841"/>
                <a:gd name="connsiteY526" fmla="*/ 746751 h 864941"/>
                <a:gd name="connsiteX527" fmla="*/ 817989 w 1471841"/>
                <a:gd name="connsiteY527" fmla="*/ 746751 h 864941"/>
                <a:gd name="connsiteX528" fmla="*/ 815298 w 1471841"/>
                <a:gd name="connsiteY528" fmla="*/ 744065 h 864941"/>
                <a:gd name="connsiteX529" fmla="*/ 811262 w 1471841"/>
                <a:gd name="connsiteY529" fmla="*/ 742722 h 864941"/>
                <a:gd name="connsiteX530" fmla="*/ 807226 w 1471841"/>
                <a:gd name="connsiteY530" fmla="*/ 737349 h 864941"/>
                <a:gd name="connsiteX531" fmla="*/ 803190 w 1471841"/>
                <a:gd name="connsiteY531" fmla="*/ 737349 h 864941"/>
                <a:gd name="connsiteX532" fmla="*/ 805881 w 1471841"/>
                <a:gd name="connsiteY532" fmla="*/ 741378 h 864941"/>
                <a:gd name="connsiteX533" fmla="*/ 805881 w 1471841"/>
                <a:gd name="connsiteY533" fmla="*/ 748094 h 864941"/>
                <a:gd name="connsiteX534" fmla="*/ 801845 w 1471841"/>
                <a:gd name="connsiteY534" fmla="*/ 749437 h 864941"/>
                <a:gd name="connsiteX535" fmla="*/ 799154 w 1471841"/>
                <a:gd name="connsiteY535" fmla="*/ 746751 h 864941"/>
                <a:gd name="connsiteX536" fmla="*/ 795118 w 1471841"/>
                <a:gd name="connsiteY536" fmla="*/ 744065 h 864941"/>
                <a:gd name="connsiteX537" fmla="*/ 791082 w 1471841"/>
                <a:gd name="connsiteY537" fmla="*/ 746751 h 864941"/>
                <a:gd name="connsiteX538" fmla="*/ 788391 w 1471841"/>
                <a:gd name="connsiteY538" fmla="*/ 749437 h 864941"/>
                <a:gd name="connsiteX539" fmla="*/ 781664 w 1471841"/>
                <a:gd name="connsiteY539" fmla="*/ 748094 h 864941"/>
                <a:gd name="connsiteX540" fmla="*/ 778973 w 1471841"/>
                <a:gd name="connsiteY540" fmla="*/ 745408 h 864941"/>
                <a:gd name="connsiteX541" fmla="*/ 773592 w 1471841"/>
                <a:gd name="connsiteY541" fmla="*/ 746751 h 864941"/>
                <a:gd name="connsiteX542" fmla="*/ 770901 w 1471841"/>
                <a:gd name="connsiteY542" fmla="*/ 745408 h 864941"/>
                <a:gd name="connsiteX543" fmla="*/ 773592 w 1471841"/>
                <a:gd name="connsiteY543" fmla="*/ 742722 h 864941"/>
                <a:gd name="connsiteX544" fmla="*/ 776282 w 1471841"/>
                <a:gd name="connsiteY544" fmla="*/ 740035 h 864941"/>
                <a:gd name="connsiteX545" fmla="*/ 774937 w 1471841"/>
                <a:gd name="connsiteY545" fmla="*/ 736006 h 864941"/>
                <a:gd name="connsiteX546" fmla="*/ 769555 w 1471841"/>
                <a:gd name="connsiteY546" fmla="*/ 737349 h 864941"/>
                <a:gd name="connsiteX547" fmla="*/ 768210 w 1471841"/>
                <a:gd name="connsiteY547" fmla="*/ 736006 h 864941"/>
                <a:gd name="connsiteX548" fmla="*/ 768210 w 1471841"/>
                <a:gd name="connsiteY548" fmla="*/ 731977 h 864941"/>
                <a:gd name="connsiteX549" fmla="*/ 766865 w 1471841"/>
                <a:gd name="connsiteY549" fmla="*/ 729291 h 864941"/>
                <a:gd name="connsiteX550" fmla="*/ 762829 w 1471841"/>
                <a:gd name="connsiteY550" fmla="*/ 730634 h 864941"/>
                <a:gd name="connsiteX551" fmla="*/ 760138 w 1471841"/>
                <a:gd name="connsiteY551" fmla="*/ 729291 h 864941"/>
                <a:gd name="connsiteX552" fmla="*/ 761483 w 1471841"/>
                <a:gd name="connsiteY552" fmla="*/ 726605 h 864941"/>
                <a:gd name="connsiteX553" fmla="*/ 758792 w 1471841"/>
                <a:gd name="connsiteY553" fmla="*/ 725262 h 864941"/>
                <a:gd name="connsiteX554" fmla="*/ 754756 w 1471841"/>
                <a:gd name="connsiteY554" fmla="*/ 727948 h 864941"/>
                <a:gd name="connsiteX555" fmla="*/ 753411 w 1471841"/>
                <a:gd name="connsiteY555" fmla="*/ 730634 h 864941"/>
                <a:gd name="connsiteX556" fmla="*/ 754756 w 1471841"/>
                <a:gd name="connsiteY556" fmla="*/ 733320 h 864941"/>
                <a:gd name="connsiteX557" fmla="*/ 749375 w 1471841"/>
                <a:gd name="connsiteY557" fmla="*/ 734663 h 864941"/>
                <a:gd name="connsiteX558" fmla="*/ 734576 w 1471841"/>
                <a:gd name="connsiteY558" fmla="*/ 733320 h 864941"/>
                <a:gd name="connsiteX559" fmla="*/ 733230 w 1471841"/>
                <a:gd name="connsiteY559" fmla="*/ 730634 h 864941"/>
                <a:gd name="connsiteX560" fmla="*/ 721122 w 1471841"/>
                <a:gd name="connsiteY560" fmla="*/ 726605 h 864941"/>
                <a:gd name="connsiteX561" fmla="*/ 714395 w 1471841"/>
                <a:gd name="connsiteY561" fmla="*/ 726605 h 864941"/>
                <a:gd name="connsiteX562" fmla="*/ 704977 w 1471841"/>
                <a:gd name="connsiteY562" fmla="*/ 729291 h 864941"/>
                <a:gd name="connsiteX563" fmla="*/ 700941 w 1471841"/>
                <a:gd name="connsiteY563" fmla="*/ 731977 h 864941"/>
                <a:gd name="connsiteX564" fmla="*/ 698250 w 1471841"/>
                <a:gd name="connsiteY564" fmla="*/ 731977 h 864941"/>
                <a:gd name="connsiteX565" fmla="*/ 694214 w 1471841"/>
                <a:gd name="connsiteY565" fmla="*/ 738692 h 864941"/>
                <a:gd name="connsiteX566" fmla="*/ 687488 w 1471841"/>
                <a:gd name="connsiteY566" fmla="*/ 738692 h 864941"/>
                <a:gd name="connsiteX567" fmla="*/ 688833 w 1471841"/>
                <a:gd name="connsiteY567" fmla="*/ 734663 h 864941"/>
                <a:gd name="connsiteX568" fmla="*/ 687488 w 1471841"/>
                <a:gd name="connsiteY568" fmla="*/ 730634 h 864941"/>
                <a:gd name="connsiteX569" fmla="*/ 690178 w 1471841"/>
                <a:gd name="connsiteY569" fmla="*/ 726605 h 864941"/>
                <a:gd name="connsiteX570" fmla="*/ 688833 w 1471841"/>
                <a:gd name="connsiteY570" fmla="*/ 721232 h 864941"/>
                <a:gd name="connsiteX571" fmla="*/ 687488 w 1471841"/>
                <a:gd name="connsiteY571" fmla="*/ 723918 h 864941"/>
                <a:gd name="connsiteX572" fmla="*/ 683451 w 1471841"/>
                <a:gd name="connsiteY572" fmla="*/ 727948 h 864941"/>
                <a:gd name="connsiteX573" fmla="*/ 680761 w 1471841"/>
                <a:gd name="connsiteY573" fmla="*/ 727948 h 864941"/>
                <a:gd name="connsiteX574" fmla="*/ 678070 w 1471841"/>
                <a:gd name="connsiteY574" fmla="*/ 723918 h 864941"/>
                <a:gd name="connsiteX575" fmla="*/ 680761 w 1471841"/>
                <a:gd name="connsiteY575" fmla="*/ 731977 h 864941"/>
                <a:gd name="connsiteX576" fmla="*/ 680761 w 1471841"/>
                <a:gd name="connsiteY576" fmla="*/ 737349 h 864941"/>
                <a:gd name="connsiteX577" fmla="*/ 682106 w 1471841"/>
                <a:gd name="connsiteY577" fmla="*/ 742722 h 864941"/>
                <a:gd name="connsiteX578" fmla="*/ 678070 w 1471841"/>
                <a:gd name="connsiteY578" fmla="*/ 745408 h 864941"/>
                <a:gd name="connsiteX579" fmla="*/ 675379 w 1471841"/>
                <a:gd name="connsiteY579" fmla="*/ 745408 h 864941"/>
                <a:gd name="connsiteX580" fmla="*/ 667307 w 1471841"/>
                <a:gd name="connsiteY580" fmla="*/ 753466 h 864941"/>
                <a:gd name="connsiteX581" fmla="*/ 655198 w 1471841"/>
                <a:gd name="connsiteY581" fmla="*/ 758838 h 864941"/>
                <a:gd name="connsiteX582" fmla="*/ 652508 w 1471841"/>
                <a:gd name="connsiteY582" fmla="*/ 757495 h 864941"/>
                <a:gd name="connsiteX583" fmla="*/ 647126 w 1471841"/>
                <a:gd name="connsiteY583" fmla="*/ 762868 h 864941"/>
                <a:gd name="connsiteX584" fmla="*/ 644435 w 1471841"/>
                <a:gd name="connsiteY584" fmla="*/ 762868 h 864941"/>
                <a:gd name="connsiteX585" fmla="*/ 648472 w 1471841"/>
                <a:gd name="connsiteY585" fmla="*/ 758838 h 864941"/>
                <a:gd name="connsiteX586" fmla="*/ 644435 w 1471841"/>
                <a:gd name="connsiteY586" fmla="*/ 756152 h 864941"/>
                <a:gd name="connsiteX587" fmla="*/ 641745 w 1471841"/>
                <a:gd name="connsiteY587" fmla="*/ 757495 h 864941"/>
                <a:gd name="connsiteX588" fmla="*/ 640399 w 1471841"/>
                <a:gd name="connsiteY588" fmla="*/ 756152 h 864941"/>
                <a:gd name="connsiteX589" fmla="*/ 635018 w 1471841"/>
                <a:gd name="connsiteY589" fmla="*/ 758838 h 864941"/>
                <a:gd name="connsiteX590" fmla="*/ 637708 w 1471841"/>
                <a:gd name="connsiteY590" fmla="*/ 761525 h 864941"/>
                <a:gd name="connsiteX591" fmla="*/ 632327 w 1471841"/>
                <a:gd name="connsiteY591" fmla="*/ 762868 h 864941"/>
                <a:gd name="connsiteX592" fmla="*/ 629636 w 1471841"/>
                <a:gd name="connsiteY592" fmla="*/ 761525 h 864941"/>
                <a:gd name="connsiteX593" fmla="*/ 629636 w 1471841"/>
                <a:gd name="connsiteY593" fmla="*/ 766897 h 864941"/>
                <a:gd name="connsiteX594" fmla="*/ 625600 w 1471841"/>
                <a:gd name="connsiteY594" fmla="*/ 769583 h 864941"/>
                <a:gd name="connsiteX595" fmla="*/ 622909 w 1471841"/>
                <a:gd name="connsiteY595" fmla="*/ 768240 h 864941"/>
                <a:gd name="connsiteX596" fmla="*/ 617528 w 1471841"/>
                <a:gd name="connsiteY596" fmla="*/ 773612 h 864941"/>
                <a:gd name="connsiteX597" fmla="*/ 621564 w 1471841"/>
                <a:gd name="connsiteY597" fmla="*/ 777641 h 864941"/>
                <a:gd name="connsiteX598" fmla="*/ 616183 w 1471841"/>
                <a:gd name="connsiteY598" fmla="*/ 781671 h 864941"/>
                <a:gd name="connsiteX599" fmla="*/ 612146 w 1471841"/>
                <a:gd name="connsiteY599" fmla="*/ 783014 h 864941"/>
                <a:gd name="connsiteX600" fmla="*/ 613492 w 1471841"/>
                <a:gd name="connsiteY600" fmla="*/ 793758 h 864941"/>
                <a:gd name="connsiteX601" fmla="*/ 610801 w 1471841"/>
                <a:gd name="connsiteY601" fmla="*/ 797788 h 864941"/>
                <a:gd name="connsiteX602" fmla="*/ 608110 w 1471841"/>
                <a:gd name="connsiteY602" fmla="*/ 805846 h 864941"/>
                <a:gd name="connsiteX603" fmla="*/ 605420 w 1471841"/>
                <a:gd name="connsiteY603" fmla="*/ 812562 h 864941"/>
                <a:gd name="connsiteX604" fmla="*/ 606765 w 1471841"/>
                <a:gd name="connsiteY604" fmla="*/ 815248 h 864941"/>
                <a:gd name="connsiteX605" fmla="*/ 606765 w 1471841"/>
                <a:gd name="connsiteY605" fmla="*/ 827335 h 864941"/>
                <a:gd name="connsiteX606" fmla="*/ 608110 w 1471841"/>
                <a:gd name="connsiteY606" fmla="*/ 830022 h 864941"/>
                <a:gd name="connsiteX607" fmla="*/ 606765 w 1471841"/>
                <a:gd name="connsiteY607" fmla="*/ 836737 h 864941"/>
                <a:gd name="connsiteX608" fmla="*/ 604074 w 1471841"/>
                <a:gd name="connsiteY608" fmla="*/ 843452 h 864941"/>
                <a:gd name="connsiteX609" fmla="*/ 601383 w 1471841"/>
                <a:gd name="connsiteY609" fmla="*/ 843452 h 864941"/>
                <a:gd name="connsiteX610" fmla="*/ 600038 w 1471841"/>
                <a:gd name="connsiteY610" fmla="*/ 839423 h 864941"/>
                <a:gd name="connsiteX611" fmla="*/ 594656 w 1471841"/>
                <a:gd name="connsiteY611" fmla="*/ 838080 h 864941"/>
                <a:gd name="connsiteX612" fmla="*/ 590620 w 1471841"/>
                <a:gd name="connsiteY612" fmla="*/ 836737 h 864941"/>
                <a:gd name="connsiteX613" fmla="*/ 581203 w 1471841"/>
                <a:gd name="connsiteY613" fmla="*/ 832708 h 864941"/>
                <a:gd name="connsiteX614" fmla="*/ 577167 w 1471841"/>
                <a:gd name="connsiteY614" fmla="*/ 828678 h 864941"/>
                <a:gd name="connsiteX615" fmla="*/ 574476 w 1471841"/>
                <a:gd name="connsiteY615" fmla="*/ 827335 h 864941"/>
                <a:gd name="connsiteX616" fmla="*/ 570440 w 1471841"/>
                <a:gd name="connsiteY616" fmla="*/ 827335 h 864941"/>
                <a:gd name="connsiteX617" fmla="*/ 567749 w 1471841"/>
                <a:gd name="connsiteY617" fmla="*/ 825992 h 864941"/>
                <a:gd name="connsiteX618" fmla="*/ 567749 w 1471841"/>
                <a:gd name="connsiteY618" fmla="*/ 825992 h 864941"/>
                <a:gd name="connsiteX619" fmla="*/ 565058 w 1471841"/>
                <a:gd name="connsiteY619" fmla="*/ 823306 h 864941"/>
                <a:gd name="connsiteX620" fmla="*/ 565058 w 1471841"/>
                <a:gd name="connsiteY620" fmla="*/ 816591 h 864941"/>
                <a:gd name="connsiteX621" fmla="*/ 559677 w 1471841"/>
                <a:gd name="connsiteY621" fmla="*/ 801817 h 864941"/>
                <a:gd name="connsiteX622" fmla="*/ 559677 w 1471841"/>
                <a:gd name="connsiteY622" fmla="*/ 799131 h 864941"/>
                <a:gd name="connsiteX623" fmla="*/ 559677 w 1471841"/>
                <a:gd name="connsiteY623" fmla="*/ 797788 h 864941"/>
                <a:gd name="connsiteX624" fmla="*/ 559677 w 1471841"/>
                <a:gd name="connsiteY624" fmla="*/ 793758 h 864941"/>
                <a:gd name="connsiteX625" fmla="*/ 561022 w 1471841"/>
                <a:gd name="connsiteY625" fmla="*/ 788386 h 864941"/>
                <a:gd name="connsiteX626" fmla="*/ 556986 w 1471841"/>
                <a:gd name="connsiteY626" fmla="*/ 784357 h 864941"/>
                <a:gd name="connsiteX627" fmla="*/ 554295 w 1471841"/>
                <a:gd name="connsiteY627" fmla="*/ 780328 h 864941"/>
                <a:gd name="connsiteX628" fmla="*/ 552950 w 1471841"/>
                <a:gd name="connsiteY628" fmla="*/ 774955 h 864941"/>
                <a:gd name="connsiteX629" fmla="*/ 548914 w 1471841"/>
                <a:gd name="connsiteY629" fmla="*/ 773612 h 864941"/>
                <a:gd name="connsiteX630" fmla="*/ 547568 w 1471841"/>
                <a:gd name="connsiteY630" fmla="*/ 769583 h 864941"/>
                <a:gd name="connsiteX631" fmla="*/ 544878 w 1471841"/>
                <a:gd name="connsiteY631" fmla="*/ 768240 h 864941"/>
                <a:gd name="connsiteX632" fmla="*/ 542187 w 1471841"/>
                <a:gd name="connsiteY632" fmla="*/ 758838 h 864941"/>
                <a:gd name="connsiteX633" fmla="*/ 540841 w 1471841"/>
                <a:gd name="connsiteY633" fmla="*/ 754809 h 864941"/>
                <a:gd name="connsiteX634" fmla="*/ 538151 w 1471841"/>
                <a:gd name="connsiteY634" fmla="*/ 753466 h 864941"/>
                <a:gd name="connsiteX635" fmla="*/ 536805 w 1471841"/>
                <a:gd name="connsiteY635" fmla="*/ 748094 h 864941"/>
                <a:gd name="connsiteX636" fmla="*/ 536805 w 1471841"/>
                <a:gd name="connsiteY636" fmla="*/ 744065 h 864941"/>
                <a:gd name="connsiteX637" fmla="*/ 535460 w 1471841"/>
                <a:gd name="connsiteY637" fmla="*/ 741378 h 864941"/>
                <a:gd name="connsiteX638" fmla="*/ 532769 w 1471841"/>
                <a:gd name="connsiteY638" fmla="*/ 736006 h 864941"/>
                <a:gd name="connsiteX639" fmla="*/ 530078 w 1471841"/>
                <a:gd name="connsiteY639" fmla="*/ 729291 h 864941"/>
                <a:gd name="connsiteX640" fmla="*/ 524697 w 1471841"/>
                <a:gd name="connsiteY640" fmla="*/ 725262 h 864941"/>
                <a:gd name="connsiteX641" fmla="*/ 522006 w 1471841"/>
                <a:gd name="connsiteY641" fmla="*/ 721232 h 864941"/>
                <a:gd name="connsiteX642" fmla="*/ 519315 w 1471841"/>
                <a:gd name="connsiteY642" fmla="*/ 719889 h 864941"/>
                <a:gd name="connsiteX643" fmla="*/ 515279 w 1471841"/>
                <a:gd name="connsiteY643" fmla="*/ 721232 h 864941"/>
                <a:gd name="connsiteX644" fmla="*/ 513934 w 1471841"/>
                <a:gd name="connsiteY644" fmla="*/ 719889 h 864941"/>
                <a:gd name="connsiteX645" fmla="*/ 512589 w 1471841"/>
                <a:gd name="connsiteY645" fmla="*/ 718546 h 864941"/>
                <a:gd name="connsiteX646" fmla="*/ 507207 w 1471841"/>
                <a:gd name="connsiteY646" fmla="*/ 718546 h 864941"/>
                <a:gd name="connsiteX647" fmla="*/ 503171 w 1471841"/>
                <a:gd name="connsiteY647" fmla="*/ 718546 h 864941"/>
                <a:gd name="connsiteX648" fmla="*/ 497789 w 1471841"/>
                <a:gd name="connsiteY648" fmla="*/ 718546 h 864941"/>
                <a:gd name="connsiteX649" fmla="*/ 496444 w 1471841"/>
                <a:gd name="connsiteY649" fmla="*/ 721232 h 864941"/>
                <a:gd name="connsiteX650" fmla="*/ 495099 w 1471841"/>
                <a:gd name="connsiteY650" fmla="*/ 721232 h 864941"/>
                <a:gd name="connsiteX651" fmla="*/ 493753 w 1471841"/>
                <a:gd name="connsiteY651" fmla="*/ 719889 h 864941"/>
                <a:gd name="connsiteX652" fmla="*/ 492408 w 1471841"/>
                <a:gd name="connsiteY652" fmla="*/ 719889 h 864941"/>
                <a:gd name="connsiteX653" fmla="*/ 489717 w 1471841"/>
                <a:gd name="connsiteY653" fmla="*/ 721232 h 864941"/>
                <a:gd name="connsiteX654" fmla="*/ 487026 w 1471841"/>
                <a:gd name="connsiteY654" fmla="*/ 723918 h 864941"/>
                <a:gd name="connsiteX655" fmla="*/ 482990 w 1471841"/>
                <a:gd name="connsiteY655" fmla="*/ 730634 h 864941"/>
                <a:gd name="connsiteX656" fmla="*/ 480299 w 1471841"/>
                <a:gd name="connsiteY656" fmla="*/ 733320 h 864941"/>
                <a:gd name="connsiteX657" fmla="*/ 481645 w 1471841"/>
                <a:gd name="connsiteY657" fmla="*/ 734663 h 864941"/>
                <a:gd name="connsiteX658" fmla="*/ 480299 w 1471841"/>
                <a:gd name="connsiteY658" fmla="*/ 737349 h 864941"/>
                <a:gd name="connsiteX659" fmla="*/ 477609 w 1471841"/>
                <a:gd name="connsiteY659" fmla="*/ 737349 h 864941"/>
                <a:gd name="connsiteX660" fmla="*/ 474918 w 1471841"/>
                <a:gd name="connsiteY660" fmla="*/ 741378 h 864941"/>
                <a:gd name="connsiteX661" fmla="*/ 473573 w 1471841"/>
                <a:gd name="connsiteY661" fmla="*/ 742722 h 864941"/>
                <a:gd name="connsiteX662" fmla="*/ 470882 w 1471841"/>
                <a:gd name="connsiteY662" fmla="*/ 744065 h 864941"/>
                <a:gd name="connsiteX663" fmla="*/ 469536 w 1471841"/>
                <a:gd name="connsiteY663" fmla="*/ 742722 h 864941"/>
                <a:gd name="connsiteX664" fmla="*/ 466846 w 1471841"/>
                <a:gd name="connsiteY664" fmla="*/ 741378 h 864941"/>
                <a:gd name="connsiteX665" fmla="*/ 462809 w 1471841"/>
                <a:gd name="connsiteY665" fmla="*/ 738692 h 864941"/>
                <a:gd name="connsiteX666" fmla="*/ 457428 w 1471841"/>
                <a:gd name="connsiteY666" fmla="*/ 737349 h 864941"/>
                <a:gd name="connsiteX667" fmla="*/ 457428 w 1471841"/>
                <a:gd name="connsiteY667" fmla="*/ 736006 h 864941"/>
                <a:gd name="connsiteX668" fmla="*/ 452047 w 1471841"/>
                <a:gd name="connsiteY668" fmla="*/ 733320 h 864941"/>
                <a:gd name="connsiteX669" fmla="*/ 449356 w 1471841"/>
                <a:gd name="connsiteY669" fmla="*/ 733320 h 864941"/>
                <a:gd name="connsiteX670" fmla="*/ 446665 w 1471841"/>
                <a:gd name="connsiteY670" fmla="*/ 730634 h 864941"/>
                <a:gd name="connsiteX671" fmla="*/ 446665 w 1471841"/>
                <a:gd name="connsiteY671" fmla="*/ 729291 h 864941"/>
                <a:gd name="connsiteX672" fmla="*/ 445320 w 1471841"/>
                <a:gd name="connsiteY672" fmla="*/ 727948 h 864941"/>
                <a:gd name="connsiteX673" fmla="*/ 443974 w 1471841"/>
                <a:gd name="connsiteY673" fmla="*/ 726605 h 864941"/>
                <a:gd name="connsiteX674" fmla="*/ 441284 w 1471841"/>
                <a:gd name="connsiteY674" fmla="*/ 726605 h 864941"/>
                <a:gd name="connsiteX675" fmla="*/ 439938 w 1471841"/>
                <a:gd name="connsiteY675" fmla="*/ 723918 h 864941"/>
                <a:gd name="connsiteX676" fmla="*/ 438593 w 1471841"/>
                <a:gd name="connsiteY676" fmla="*/ 723918 h 864941"/>
                <a:gd name="connsiteX677" fmla="*/ 438593 w 1471841"/>
                <a:gd name="connsiteY677" fmla="*/ 722575 h 864941"/>
                <a:gd name="connsiteX678" fmla="*/ 437247 w 1471841"/>
                <a:gd name="connsiteY678" fmla="*/ 719889 h 864941"/>
                <a:gd name="connsiteX679" fmla="*/ 433211 w 1471841"/>
                <a:gd name="connsiteY679" fmla="*/ 715860 h 864941"/>
                <a:gd name="connsiteX680" fmla="*/ 429175 w 1471841"/>
                <a:gd name="connsiteY680" fmla="*/ 709145 h 864941"/>
                <a:gd name="connsiteX681" fmla="*/ 429175 w 1471841"/>
                <a:gd name="connsiteY681" fmla="*/ 707802 h 864941"/>
                <a:gd name="connsiteX682" fmla="*/ 431866 w 1471841"/>
                <a:gd name="connsiteY682" fmla="*/ 707802 h 864941"/>
                <a:gd name="connsiteX683" fmla="*/ 433211 w 1471841"/>
                <a:gd name="connsiteY683" fmla="*/ 706458 h 864941"/>
                <a:gd name="connsiteX684" fmla="*/ 433211 w 1471841"/>
                <a:gd name="connsiteY684" fmla="*/ 702429 h 864941"/>
                <a:gd name="connsiteX685" fmla="*/ 430521 w 1471841"/>
                <a:gd name="connsiteY685" fmla="*/ 699743 h 864941"/>
                <a:gd name="connsiteX686" fmla="*/ 429175 w 1471841"/>
                <a:gd name="connsiteY686" fmla="*/ 697057 h 864941"/>
                <a:gd name="connsiteX687" fmla="*/ 427830 w 1471841"/>
                <a:gd name="connsiteY687" fmla="*/ 697057 h 864941"/>
                <a:gd name="connsiteX688" fmla="*/ 426484 w 1471841"/>
                <a:gd name="connsiteY688" fmla="*/ 695714 h 864941"/>
                <a:gd name="connsiteX689" fmla="*/ 425139 w 1471841"/>
                <a:gd name="connsiteY689" fmla="*/ 688999 h 864941"/>
                <a:gd name="connsiteX690" fmla="*/ 423794 w 1471841"/>
                <a:gd name="connsiteY690" fmla="*/ 684969 h 864941"/>
                <a:gd name="connsiteX691" fmla="*/ 419757 w 1471841"/>
                <a:gd name="connsiteY691" fmla="*/ 683626 h 864941"/>
                <a:gd name="connsiteX692" fmla="*/ 417067 w 1471841"/>
                <a:gd name="connsiteY692" fmla="*/ 682283 h 864941"/>
                <a:gd name="connsiteX693" fmla="*/ 418412 w 1471841"/>
                <a:gd name="connsiteY693" fmla="*/ 679597 h 864941"/>
                <a:gd name="connsiteX694" fmla="*/ 418412 w 1471841"/>
                <a:gd name="connsiteY694" fmla="*/ 678254 h 864941"/>
                <a:gd name="connsiteX695" fmla="*/ 414376 w 1471841"/>
                <a:gd name="connsiteY695" fmla="*/ 674225 h 864941"/>
                <a:gd name="connsiteX696" fmla="*/ 410340 w 1471841"/>
                <a:gd name="connsiteY696" fmla="*/ 672881 h 864941"/>
                <a:gd name="connsiteX697" fmla="*/ 411685 w 1471841"/>
                <a:gd name="connsiteY697" fmla="*/ 670195 h 864941"/>
                <a:gd name="connsiteX698" fmla="*/ 408994 w 1471841"/>
                <a:gd name="connsiteY698" fmla="*/ 667509 h 864941"/>
                <a:gd name="connsiteX699" fmla="*/ 406304 w 1471841"/>
                <a:gd name="connsiteY699" fmla="*/ 667509 h 864941"/>
                <a:gd name="connsiteX700" fmla="*/ 404958 w 1471841"/>
                <a:gd name="connsiteY700" fmla="*/ 664823 h 864941"/>
                <a:gd name="connsiteX701" fmla="*/ 403613 w 1471841"/>
                <a:gd name="connsiteY701" fmla="*/ 662137 h 864941"/>
                <a:gd name="connsiteX702" fmla="*/ 399577 w 1471841"/>
                <a:gd name="connsiteY702" fmla="*/ 655422 h 864941"/>
                <a:gd name="connsiteX703" fmla="*/ 394195 w 1471841"/>
                <a:gd name="connsiteY703" fmla="*/ 652735 h 864941"/>
                <a:gd name="connsiteX704" fmla="*/ 352489 w 1471841"/>
                <a:gd name="connsiteY704" fmla="*/ 651392 h 864941"/>
                <a:gd name="connsiteX705" fmla="*/ 351143 w 1471841"/>
                <a:gd name="connsiteY705" fmla="*/ 660794 h 864941"/>
                <a:gd name="connsiteX706" fmla="*/ 277148 w 1471841"/>
                <a:gd name="connsiteY706" fmla="*/ 659451 h 864941"/>
                <a:gd name="connsiteX707" fmla="*/ 189698 w 1471841"/>
                <a:gd name="connsiteY707" fmla="*/ 619158 h 864941"/>
                <a:gd name="connsiteX708" fmla="*/ 189698 w 1471841"/>
                <a:gd name="connsiteY708" fmla="*/ 616472 h 864941"/>
                <a:gd name="connsiteX709" fmla="*/ 188353 w 1471841"/>
                <a:gd name="connsiteY709" fmla="*/ 613786 h 864941"/>
                <a:gd name="connsiteX710" fmla="*/ 126465 w 1471841"/>
                <a:gd name="connsiteY710" fmla="*/ 615129 h 864941"/>
                <a:gd name="connsiteX711" fmla="*/ 126465 w 1471841"/>
                <a:gd name="connsiteY711" fmla="*/ 611100 h 864941"/>
                <a:gd name="connsiteX712" fmla="*/ 127811 w 1471841"/>
                <a:gd name="connsiteY712" fmla="*/ 604385 h 864941"/>
                <a:gd name="connsiteX713" fmla="*/ 126465 w 1471841"/>
                <a:gd name="connsiteY713" fmla="*/ 597669 h 864941"/>
                <a:gd name="connsiteX714" fmla="*/ 117048 w 1471841"/>
                <a:gd name="connsiteY714" fmla="*/ 582895 h 864941"/>
                <a:gd name="connsiteX715" fmla="*/ 111666 w 1471841"/>
                <a:gd name="connsiteY715" fmla="*/ 577523 h 864941"/>
                <a:gd name="connsiteX716" fmla="*/ 107630 w 1471841"/>
                <a:gd name="connsiteY716" fmla="*/ 578866 h 864941"/>
                <a:gd name="connsiteX717" fmla="*/ 104939 w 1471841"/>
                <a:gd name="connsiteY717" fmla="*/ 578866 h 864941"/>
                <a:gd name="connsiteX718" fmla="*/ 103594 w 1471841"/>
                <a:gd name="connsiteY718" fmla="*/ 577523 h 864941"/>
                <a:gd name="connsiteX719" fmla="*/ 103594 w 1471841"/>
                <a:gd name="connsiteY719" fmla="*/ 573494 h 864941"/>
                <a:gd name="connsiteX720" fmla="*/ 102249 w 1471841"/>
                <a:gd name="connsiteY720" fmla="*/ 570808 h 864941"/>
                <a:gd name="connsiteX721" fmla="*/ 96867 w 1471841"/>
                <a:gd name="connsiteY721" fmla="*/ 568122 h 864941"/>
                <a:gd name="connsiteX722" fmla="*/ 91486 w 1471841"/>
                <a:gd name="connsiteY722" fmla="*/ 568122 h 864941"/>
                <a:gd name="connsiteX723" fmla="*/ 84759 w 1471841"/>
                <a:gd name="connsiteY723" fmla="*/ 564092 h 864941"/>
                <a:gd name="connsiteX724" fmla="*/ 84759 w 1471841"/>
                <a:gd name="connsiteY724" fmla="*/ 560063 h 864941"/>
                <a:gd name="connsiteX725" fmla="*/ 82068 w 1471841"/>
                <a:gd name="connsiteY725" fmla="*/ 556034 h 864941"/>
                <a:gd name="connsiteX726" fmla="*/ 75341 w 1471841"/>
                <a:gd name="connsiteY726" fmla="*/ 556034 h 864941"/>
                <a:gd name="connsiteX727" fmla="*/ 71305 w 1471841"/>
                <a:gd name="connsiteY727" fmla="*/ 556034 h 864941"/>
                <a:gd name="connsiteX728" fmla="*/ 67269 w 1471841"/>
                <a:gd name="connsiteY728" fmla="*/ 553348 h 864941"/>
                <a:gd name="connsiteX729" fmla="*/ 61887 w 1471841"/>
                <a:gd name="connsiteY729" fmla="*/ 552005 h 864941"/>
                <a:gd name="connsiteX730" fmla="*/ 52470 w 1471841"/>
                <a:gd name="connsiteY730" fmla="*/ 552005 h 864941"/>
                <a:gd name="connsiteX731" fmla="*/ 49779 w 1471841"/>
                <a:gd name="connsiteY731" fmla="*/ 549318 h 864941"/>
                <a:gd name="connsiteX732" fmla="*/ 48434 w 1471841"/>
                <a:gd name="connsiteY732" fmla="*/ 545289 h 864941"/>
                <a:gd name="connsiteX733" fmla="*/ 49779 w 1471841"/>
                <a:gd name="connsiteY733" fmla="*/ 545289 h 864941"/>
                <a:gd name="connsiteX734" fmla="*/ 51124 w 1471841"/>
                <a:gd name="connsiteY734" fmla="*/ 539917 h 864941"/>
                <a:gd name="connsiteX735" fmla="*/ 52470 w 1471841"/>
                <a:gd name="connsiteY735" fmla="*/ 533202 h 864941"/>
                <a:gd name="connsiteX736" fmla="*/ 51124 w 1471841"/>
                <a:gd name="connsiteY736" fmla="*/ 527829 h 864941"/>
                <a:gd name="connsiteX737" fmla="*/ 47088 w 1471841"/>
                <a:gd name="connsiteY737" fmla="*/ 522457 h 864941"/>
                <a:gd name="connsiteX738" fmla="*/ 47088 w 1471841"/>
                <a:gd name="connsiteY738" fmla="*/ 521114 h 864941"/>
                <a:gd name="connsiteX739" fmla="*/ 48434 w 1471841"/>
                <a:gd name="connsiteY739" fmla="*/ 519771 h 864941"/>
                <a:gd name="connsiteX740" fmla="*/ 45743 w 1471841"/>
                <a:gd name="connsiteY740" fmla="*/ 517085 h 864941"/>
                <a:gd name="connsiteX741" fmla="*/ 41707 w 1471841"/>
                <a:gd name="connsiteY741" fmla="*/ 511712 h 864941"/>
                <a:gd name="connsiteX742" fmla="*/ 36325 w 1471841"/>
                <a:gd name="connsiteY742" fmla="*/ 500968 h 864941"/>
                <a:gd name="connsiteX743" fmla="*/ 34980 w 1471841"/>
                <a:gd name="connsiteY743" fmla="*/ 491566 h 864941"/>
                <a:gd name="connsiteX744" fmla="*/ 30944 w 1471841"/>
                <a:gd name="connsiteY744" fmla="*/ 488880 h 864941"/>
                <a:gd name="connsiteX745" fmla="*/ 30944 w 1471841"/>
                <a:gd name="connsiteY745" fmla="*/ 484851 h 864941"/>
                <a:gd name="connsiteX746" fmla="*/ 30944 w 1471841"/>
                <a:gd name="connsiteY746" fmla="*/ 480822 h 864941"/>
                <a:gd name="connsiteX747" fmla="*/ 29598 w 1471841"/>
                <a:gd name="connsiteY747" fmla="*/ 475449 h 864941"/>
                <a:gd name="connsiteX748" fmla="*/ 29598 w 1471841"/>
                <a:gd name="connsiteY748" fmla="*/ 472763 h 864941"/>
                <a:gd name="connsiteX749" fmla="*/ 32289 w 1471841"/>
                <a:gd name="connsiteY749" fmla="*/ 472763 h 864941"/>
                <a:gd name="connsiteX750" fmla="*/ 34980 w 1471841"/>
                <a:gd name="connsiteY750" fmla="*/ 470077 h 864941"/>
                <a:gd name="connsiteX751" fmla="*/ 34980 w 1471841"/>
                <a:gd name="connsiteY751" fmla="*/ 466048 h 864941"/>
                <a:gd name="connsiteX752" fmla="*/ 32289 w 1471841"/>
                <a:gd name="connsiteY752" fmla="*/ 463362 h 864941"/>
                <a:gd name="connsiteX753" fmla="*/ 28253 w 1471841"/>
                <a:gd name="connsiteY753" fmla="*/ 460675 h 864941"/>
                <a:gd name="connsiteX754" fmla="*/ 26908 w 1471841"/>
                <a:gd name="connsiteY754" fmla="*/ 455303 h 864941"/>
                <a:gd name="connsiteX755" fmla="*/ 24217 w 1471841"/>
                <a:gd name="connsiteY755" fmla="*/ 453960 h 864941"/>
                <a:gd name="connsiteX756" fmla="*/ 24217 w 1471841"/>
                <a:gd name="connsiteY756" fmla="*/ 449931 h 864941"/>
                <a:gd name="connsiteX757" fmla="*/ 25562 w 1471841"/>
                <a:gd name="connsiteY757" fmla="*/ 444558 h 864941"/>
                <a:gd name="connsiteX758" fmla="*/ 25562 w 1471841"/>
                <a:gd name="connsiteY758" fmla="*/ 443215 h 864941"/>
                <a:gd name="connsiteX759" fmla="*/ 26908 w 1471841"/>
                <a:gd name="connsiteY759" fmla="*/ 440529 h 864941"/>
                <a:gd name="connsiteX760" fmla="*/ 26908 w 1471841"/>
                <a:gd name="connsiteY760" fmla="*/ 436500 h 864941"/>
                <a:gd name="connsiteX761" fmla="*/ 28253 w 1471841"/>
                <a:gd name="connsiteY761" fmla="*/ 433814 h 864941"/>
                <a:gd name="connsiteX762" fmla="*/ 30944 w 1471841"/>
                <a:gd name="connsiteY762" fmla="*/ 436500 h 864941"/>
                <a:gd name="connsiteX763" fmla="*/ 33634 w 1471841"/>
                <a:gd name="connsiteY763" fmla="*/ 440529 h 864941"/>
                <a:gd name="connsiteX764" fmla="*/ 37671 w 1471841"/>
                <a:gd name="connsiteY764" fmla="*/ 443215 h 864941"/>
                <a:gd name="connsiteX765" fmla="*/ 36325 w 1471841"/>
                <a:gd name="connsiteY765" fmla="*/ 440529 h 864941"/>
                <a:gd name="connsiteX766" fmla="*/ 33634 w 1471841"/>
                <a:gd name="connsiteY766" fmla="*/ 436500 h 864941"/>
                <a:gd name="connsiteX767" fmla="*/ 33634 w 1471841"/>
                <a:gd name="connsiteY767" fmla="*/ 429785 h 864941"/>
                <a:gd name="connsiteX768" fmla="*/ 30944 w 1471841"/>
                <a:gd name="connsiteY768" fmla="*/ 428441 h 864941"/>
                <a:gd name="connsiteX769" fmla="*/ 32289 w 1471841"/>
                <a:gd name="connsiteY769" fmla="*/ 424412 h 864941"/>
                <a:gd name="connsiteX770" fmla="*/ 33634 w 1471841"/>
                <a:gd name="connsiteY770" fmla="*/ 424412 h 864941"/>
                <a:gd name="connsiteX771" fmla="*/ 36325 w 1471841"/>
                <a:gd name="connsiteY771" fmla="*/ 427099 h 864941"/>
                <a:gd name="connsiteX772" fmla="*/ 40361 w 1471841"/>
                <a:gd name="connsiteY772" fmla="*/ 425755 h 864941"/>
                <a:gd name="connsiteX773" fmla="*/ 44397 w 1471841"/>
                <a:gd name="connsiteY773" fmla="*/ 424412 h 864941"/>
                <a:gd name="connsiteX774" fmla="*/ 39016 w 1471841"/>
                <a:gd name="connsiteY774" fmla="*/ 423069 h 864941"/>
                <a:gd name="connsiteX775" fmla="*/ 37671 w 1471841"/>
                <a:gd name="connsiteY775" fmla="*/ 421726 h 864941"/>
                <a:gd name="connsiteX776" fmla="*/ 33634 w 1471841"/>
                <a:gd name="connsiteY776" fmla="*/ 421726 h 864941"/>
                <a:gd name="connsiteX777" fmla="*/ 32289 w 1471841"/>
                <a:gd name="connsiteY777" fmla="*/ 419040 h 864941"/>
                <a:gd name="connsiteX778" fmla="*/ 30944 w 1471841"/>
                <a:gd name="connsiteY778" fmla="*/ 420383 h 864941"/>
                <a:gd name="connsiteX779" fmla="*/ 28253 w 1471841"/>
                <a:gd name="connsiteY779" fmla="*/ 417697 h 864941"/>
                <a:gd name="connsiteX780" fmla="*/ 28253 w 1471841"/>
                <a:gd name="connsiteY780" fmla="*/ 424412 h 864941"/>
                <a:gd name="connsiteX781" fmla="*/ 28253 w 1471841"/>
                <a:gd name="connsiteY781" fmla="*/ 429785 h 864941"/>
                <a:gd name="connsiteX782" fmla="*/ 26908 w 1471841"/>
                <a:gd name="connsiteY782" fmla="*/ 428441 h 864941"/>
                <a:gd name="connsiteX783" fmla="*/ 24217 w 1471841"/>
                <a:gd name="connsiteY783" fmla="*/ 429785 h 864941"/>
                <a:gd name="connsiteX784" fmla="*/ 22871 w 1471841"/>
                <a:gd name="connsiteY784" fmla="*/ 427099 h 864941"/>
                <a:gd name="connsiteX785" fmla="*/ 17490 w 1471841"/>
                <a:gd name="connsiteY785" fmla="*/ 420383 h 864941"/>
                <a:gd name="connsiteX786" fmla="*/ 16144 w 1471841"/>
                <a:gd name="connsiteY786" fmla="*/ 417697 h 864941"/>
                <a:gd name="connsiteX787" fmla="*/ 17490 w 1471841"/>
                <a:gd name="connsiteY787" fmla="*/ 413668 h 864941"/>
                <a:gd name="connsiteX788" fmla="*/ 17490 w 1471841"/>
                <a:gd name="connsiteY788" fmla="*/ 409638 h 864941"/>
                <a:gd name="connsiteX789" fmla="*/ 5382 w 1471841"/>
                <a:gd name="connsiteY789" fmla="*/ 392178 h 864941"/>
                <a:gd name="connsiteX790" fmla="*/ 5382 w 1471841"/>
                <a:gd name="connsiteY790" fmla="*/ 389492 h 864941"/>
                <a:gd name="connsiteX791" fmla="*/ 5382 w 1471841"/>
                <a:gd name="connsiteY791" fmla="*/ 385463 h 864941"/>
                <a:gd name="connsiteX792" fmla="*/ 8072 w 1471841"/>
                <a:gd name="connsiteY792" fmla="*/ 382777 h 864941"/>
                <a:gd name="connsiteX793" fmla="*/ 8072 w 1471841"/>
                <a:gd name="connsiteY793" fmla="*/ 377405 h 864941"/>
                <a:gd name="connsiteX794" fmla="*/ 5382 w 1471841"/>
                <a:gd name="connsiteY794" fmla="*/ 372032 h 864941"/>
                <a:gd name="connsiteX795" fmla="*/ 5382 w 1471841"/>
                <a:gd name="connsiteY795" fmla="*/ 370689 h 864941"/>
                <a:gd name="connsiteX796" fmla="*/ 8072 w 1471841"/>
                <a:gd name="connsiteY796" fmla="*/ 365317 h 864941"/>
                <a:gd name="connsiteX797" fmla="*/ 9418 w 1471841"/>
                <a:gd name="connsiteY797" fmla="*/ 359945 h 864941"/>
                <a:gd name="connsiteX798" fmla="*/ 9418 w 1471841"/>
                <a:gd name="connsiteY798" fmla="*/ 349200 h 864941"/>
                <a:gd name="connsiteX799" fmla="*/ 4036 w 1471841"/>
                <a:gd name="connsiteY799" fmla="*/ 339799 h 864941"/>
                <a:gd name="connsiteX800" fmla="*/ 0 w 1471841"/>
                <a:gd name="connsiteY800" fmla="*/ 333083 h 864941"/>
                <a:gd name="connsiteX801" fmla="*/ 0 w 1471841"/>
                <a:gd name="connsiteY801" fmla="*/ 327711 h 864941"/>
                <a:gd name="connsiteX802" fmla="*/ 2691 w 1471841"/>
                <a:gd name="connsiteY802" fmla="*/ 320995 h 864941"/>
                <a:gd name="connsiteX803" fmla="*/ 10763 w 1471841"/>
                <a:gd name="connsiteY803" fmla="*/ 316966 h 864941"/>
                <a:gd name="connsiteX804" fmla="*/ 13454 w 1471841"/>
                <a:gd name="connsiteY804" fmla="*/ 308908 h 864941"/>
                <a:gd name="connsiteX805" fmla="*/ 12108 w 1471841"/>
                <a:gd name="connsiteY805" fmla="*/ 308908 h 864941"/>
                <a:gd name="connsiteX806" fmla="*/ 10763 w 1471841"/>
                <a:gd name="connsiteY806" fmla="*/ 304878 h 864941"/>
                <a:gd name="connsiteX807" fmla="*/ 13454 w 1471841"/>
                <a:gd name="connsiteY807" fmla="*/ 302192 h 864941"/>
                <a:gd name="connsiteX808" fmla="*/ 16144 w 1471841"/>
                <a:gd name="connsiteY808" fmla="*/ 296820 h 864941"/>
                <a:gd name="connsiteX809" fmla="*/ 17490 w 1471841"/>
                <a:gd name="connsiteY809" fmla="*/ 286075 h 864941"/>
                <a:gd name="connsiteX810" fmla="*/ 16144 w 1471841"/>
                <a:gd name="connsiteY810" fmla="*/ 279360 h 864941"/>
                <a:gd name="connsiteX811" fmla="*/ 16144 w 1471841"/>
                <a:gd name="connsiteY811" fmla="*/ 275331 h 864941"/>
                <a:gd name="connsiteX812" fmla="*/ 17490 w 1471841"/>
                <a:gd name="connsiteY812" fmla="*/ 272645 h 864941"/>
                <a:gd name="connsiteX813" fmla="*/ 14799 w 1471841"/>
                <a:gd name="connsiteY813" fmla="*/ 265929 h 864941"/>
                <a:gd name="connsiteX814" fmla="*/ 14799 w 1471841"/>
                <a:gd name="connsiteY814" fmla="*/ 259214 h 864941"/>
                <a:gd name="connsiteX815" fmla="*/ 17490 w 1471841"/>
                <a:gd name="connsiteY815" fmla="*/ 249812 h 864941"/>
                <a:gd name="connsiteX816" fmla="*/ 17490 w 1471841"/>
                <a:gd name="connsiteY816" fmla="*/ 240411 h 864941"/>
                <a:gd name="connsiteX817" fmla="*/ 18835 w 1471841"/>
                <a:gd name="connsiteY817" fmla="*/ 235038 h 864941"/>
                <a:gd name="connsiteX818" fmla="*/ 25562 w 1471841"/>
                <a:gd name="connsiteY818" fmla="*/ 226980 h 864941"/>
                <a:gd name="connsiteX819" fmla="*/ 26908 w 1471841"/>
                <a:gd name="connsiteY819" fmla="*/ 221608 h 864941"/>
                <a:gd name="connsiteX820" fmla="*/ 29598 w 1471841"/>
                <a:gd name="connsiteY820" fmla="*/ 218922 h 864941"/>
                <a:gd name="connsiteX821" fmla="*/ 32289 w 1471841"/>
                <a:gd name="connsiteY821" fmla="*/ 210863 h 864941"/>
                <a:gd name="connsiteX822" fmla="*/ 37671 w 1471841"/>
                <a:gd name="connsiteY822" fmla="*/ 205491 h 864941"/>
                <a:gd name="connsiteX823" fmla="*/ 40361 w 1471841"/>
                <a:gd name="connsiteY823" fmla="*/ 198775 h 864941"/>
                <a:gd name="connsiteX824" fmla="*/ 43052 w 1471841"/>
                <a:gd name="connsiteY824" fmla="*/ 184002 h 864941"/>
                <a:gd name="connsiteX825" fmla="*/ 48434 w 1471841"/>
                <a:gd name="connsiteY825" fmla="*/ 171914 h 864941"/>
                <a:gd name="connsiteX826" fmla="*/ 49779 w 1471841"/>
                <a:gd name="connsiteY826" fmla="*/ 159826 h 864941"/>
                <a:gd name="connsiteX827" fmla="*/ 57851 w 1471841"/>
                <a:gd name="connsiteY827" fmla="*/ 145052 h 864941"/>
                <a:gd name="connsiteX828" fmla="*/ 59197 w 1471841"/>
                <a:gd name="connsiteY828" fmla="*/ 138337 h 864941"/>
                <a:gd name="connsiteX829" fmla="*/ 64578 w 1471841"/>
                <a:gd name="connsiteY829" fmla="*/ 131622 h 864941"/>
                <a:gd name="connsiteX830" fmla="*/ 63233 w 1471841"/>
                <a:gd name="connsiteY830" fmla="*/ 127592 h 864941"/>
                <a:gd name="connsiteX831" fmla="*/ 63233 w 1471841"/>
                <a:gd name="connsiteY831" fmla="*/ 124906 h 864941"/>
                <a:gd name="connsiteX832" fmla="*/ 68614 w 1471841"/>
                <a:gd name="connsiteY832" fmla="*/ 118191 h 864941"/>
                <a:gd name="connsiteX833" fmla="*/ 68614 w 1471841"/>
                <a:gd name="connsiteY833" fmla="*/ 114162 h 864941"/>
                <a:gd name="connsiteX834" fmla="*/ 69960 w 1471841"/>
                <a:gd name="connsiteY834" fmla="*/ 111475 h 864941"/>
                <a:gd name="connsiteX835" fmla="*/ 72650 w 1471841"/>
                <a:gd name="connsiteY835" fmla="*/ 114162 h 864941"/>
                <a:gd name="connsiteX836" fmla="*/ 82068 w 1471841"/>
                <a:gd name="connsiteY836" fmla="*/ 114162 h 864941"/>
                <a:gd name="connsiteX837" fmla="*/ 86104 w 1471841"/>
                <a:gd name="connsiteY837" fmla="*/ 116848 h 864941"/>
                <a:gd name="connsiteX838" fmla="*/ 88795 w 1471841"/>
                <a:gd name="connsiteY838" fmla="*/ 116848 h 864941"/>
                <a:gd name="connsiteX839" fmla="*/ 92831 w 1471841"/>
                <a:gd name="connsiteY839" fmla="*/ 119534 h 864941"/>
                <a:gd name="connsiteX840" fmla="*/ 95522 w 1471841"/>
                <a:gd name="connsiteY840" fmla="*/ 124906 h 864941"/>
                <a:gd name="connsiteX841" fmla="*/ 95522 w 1471841"/>
                <a:gd name="connsiteY841" fmla="*/ 119534 h 864941"/>
                <a:gd name="connsiteX842" fmla="*/ 92831 w 1471841"/>
                <a:gd name="connsiteY842" fmla="*/ 115504 h 864941"/>
                <a:gd name="connsiteX843" fmla="*/ 87449 w 1471841"/>
                <a:gd name="connsiteY843" fmla="*/ 114162 h 864941"/>
                <a:gd name="connsiteX844" fmla="*/ 83413 w 1471841"/>
                <a:gd name="connsiteY844" fmla="*/ 111475 h 864941"/>
                <a:gd name="connsiteX845" fmla="*/ 75341 w 1471841"/>
                <a:gd name="connsiteY845" fmla="*/ 110132 h 864941"/>
                <a:gd name="connsiteX846" fmla="*/ 68614 w 1471841"/>
                <a:gd name="connsiteY846" fmla="*/ 108789 h 864941"/>
                <a:gd name="connsiteX847" fmla="*/ 68614 w 1471841"/>
                <a:gd name="connsiteY847" fmla="*/ 106103 h 864941"/>
                <a:gd name="connsiteX848" fmla="*/ 69960 w 1471841"/>
                <a:gd name="connsiteY848" fmla="*/ 103417 h 864941"/>
                <a:gd name="connsiteX849" fmla="*/ 71305 w 1471841"/>
                <a:gd name="connsiteY849" fmla="*/ 104760 h 864941"/>
                <a:gd name="connsiteX850" fmla="*/ 73996 w 1471841"/>
                <a:gd name="connsiteY850" fmla="*/ 100731 h 864941"/>
                <a:gd name="connsiteX851" fmla="*/ 75341 w 1471841"/>
                <a:gd name="connsiteY851" fmla="*/ 95358 h 864941"/>
                <a:gd name="connsiteX852" fmla="*/ 76686 w 1471841"/>
                <a:gd name="connsiteY852" fmla="*/ 92672 h 864941"/>
                <a:gd name="connsiteX853" fmla="*/ 71305 w 1471841"/>
                <a:gd name="connsiteY853" fmla="*/ 89986 h 864941"/>
                <a:gd name="connsiteX854" fmla="*/ 69960 w 1471841"/>
                <a:gd name="connsiteY854" fmla="*/ 88643 h 864941"/>
                <a:gd name="connsiteX855" fmla="*/ 71305 w 1471841"/>
                <a:gd name="connsiteY855" fmla="*/ 84614 h 864941"/>
                <a:gd name="connsiteX856" fmla="*/ 73996 w 1471841"/>
                <a:gd name="connsiteY856" fmla="*/ 84614 h 864941"/>
                <a:gd name="connsiteX857" fmla="*/ 76686 w 1471841"/>
                <a:gd name="connsiteY857" fmla="*/ 80585 h 864941"/>
                <a:gd name="connsiteX858" fmla="*/ 75341 w 1471841"/>
                <a:gd name="connsiteY858" fmla="*/ 79241 h 864941"/>
                <a:gd name="connsiteX859" fmla="*/ 72650 w 1471841"/>
                <a:gd name="connsiteY859" fmla="*/ 77899 h 864941"/>
                <a:gd name="connsiteX860" fmla="*/ 71305 w 1471841"/>
                <a:gd name="connsiteY860" fmla="*/ 75212 h 864941"/>
                <a:gd name="connsiteX861" fmla="*/ 72650 w 1471841"/>
                <a:gd name="connsiteY861" fmla="*/ 68497 h 864941"/>
                <a:gd name="connsiteX862" fmla="*/ 71305 w 1471841"/>
                <a:gd name="connsiteY862" fmla="*/ 61781 h 864941"/>
                <a:gd name="connsiteX863" fmla="*/ 73996 w 1471841"/>
                <a:gd name="connsiteY863" fmla="*/ 48351 h 864941"/>
                <a:gd name="connsiteX864" fmla="*/ 71305 w 1471841"/>
                <a:gd name="connsiteY864" fmla="*/ 38949 h 864941"/>
                <a:gd name="connsiteX865" fmla="*/ 71305 w 1471841"/>
                <a:gd name="connsiteY865" fmla="*/ 34920 h 864941"/>
                <a:gd name="connsiteX866" fmla="*/ 75341 w 1471841"/>
                <a:gd name="connsiteY866" fmla="*/ 24175 h 864941"/>
                <a:gd name="connsiteX867" fmla="*/ 76686 w 1471841"/>
                <a:gd name="connsiteY867" fmla="*/ 20146 h 864941"/>
                <a:gd name="connsiteX868" fmla="*/ 78032 w 1471841"/>
                <a:gd name="connsiteY868" fmla="*/ 18803 h 864941"/>
                <a:gd name="connsiteX869" fmla="*/ 90140 w 1471841"/>
                <a:gd name="connsiteY869" fmla="*/ 29548 h 864941"/>
                <a:gd name="connsiteX870" fmla="*/ 96867 w 1471841"/>
                <a:gd name="connsiteY870" fmla="*/ 33577 h 864941"/>
                <a:gd name="connsiteX871" fmla="*/ 107630 w 1471841"/>
                <a:gd name="connsiteY871" fmla="*/ 34920 h 864941"/>
                <a:gd name="connsiteX872" fmla="*/ 111666 w 1471841"/>
                <a:gd name="connsiteY872" fmla="*/ 36263 h 864941"/>
                <a:gd name="connsiteX873" fmla="*/ 114357 w 1471841"/>
                <a:gd name="connsiteY873" fmla="*/ 41635 h 864941"/>
                <a:gd name="connsiteX874" fmla="*/ 117048 w 1471841"/>
                <a:gd name="connsiteY874" fmla="*/ 40292 h 864941"/>
                <a:gd name="connsiteX875" fmla="*/ 119739 w 1471841"/>
                <a:gd name="connsiteY875" fmla="*/ 40292 h 864941"/>
                <a:gd name="connsiteX876" fmla="*/ 121084 w 1471841"/>
                <a:gd name="connsiteY876" fmla="*/ 42978 h 864941"/>
                <a:gd name="connsiteX877" fmla="*/ 119739 w 1471841"/>
                <a:gd name="connsiteY877" fmla="*/ 45665 h 864941"/>
                <a:gd name="connsiteX878" fmla="*/ 114357 w 1471841"/>
                <a:gd name="connsiteY878" fmla="*/ 48351 h 864941"/>
                <a:gd name="connsiteX879" fmla="*/ 108975 w 1471841"/>
                <a:gd name="connsiteY879" fmla="*/ 52380 h 864941"/>
                <a:gd name="connsiteX880" fmla="*/ 108975 w 1471841"/>
                <a:gd name="connsiteY880" fmla="*/ 55066 h 864941"/>
                <a:gd name="connsiteX881" fmla="*/ 113012 w 1471841"/>
                <a:gd name="connsiteY881" fmla="*/ 55066 h 864941"/>
                <a:gd name="connsiteX882" fmla="*/ 115702 w 1471841"/>
                <a:gd name="connsiteY882" fmla="*/ 52380 h 864941"/>
                <a:gd name="connsiteX883" fmla="*/ 121084 w 1471841"/>
                <a:gd name="connsiteY883" fmla="*/ 48351 h 864941"/>
                <a:gd name="connsiteX884" fmla="*/ 123775 w 1471841"/>
                <a:gd name="connsiteY884" fmla="*/ 47008 h 864941"/>
                <a:gd name="connsiteX885" fmla="*/ 123775 w 1471841"/>
                <a:gd name="connsiteY885" fmla="*/ 51037 h 864941"/>
                <a:gd name="connsiteX886" fmla="*/ 119739 w 1471841"/>
                <a:gd name="connsiteY886" fmla="*/ 55066 h 864941"/>
                <a:gd name="connsiteX887" fmla="*/ 117048 w 1471841"/>
                <a:gd name="connsiteY887" fmla="*/ 61781 h 864941"/>
                <a:gd name="connsiteX888" fmla="*/ 117048 w 1471841"/>
                <a:gd name="connsiteY888" fmla="*/ 67154 h 864941"/>
                <a:gd name="connsiteX889" fmla="*/ 115702 w 1471841"/>
                <a:gd name="connsiteY889" fmla="*/ 69840 h 864941"/>
                <a:gd name="connsiteX890" fmla="*/ 114357 w 1471841"/>
                <a:gd name="connsiteY890" fmla="*/ 65811 h 864941"/>
                <a:gd name="connsiteX891" fmla="*/ 111666 w 1471841"/>
                <a:gd name="connsiteY891" fmla="*/ 68497 h 864941"/>
                <a:gd name="connsiteX892" fmla="*/ 110321 w 1471841"/>
                <a:gd name="connsiteY892" fmla="*/ 65811 h 864941"/>
                <a:gd name="connsiteX893" fmla="*/ 106285 w 1471841"/>
                <a:gd name="connsiteY893" fmla="*/ 71183 h 864941"/>
                <a:gd name="connsiteX894" fmla="*/ 107630 w 1471841"/>
                <a:gd name="connsiteY894" fmla="*/ 73869 h 864941"/>
                <a:gd name="connsiteX895" fmla="*/ 111666 w 1471841"/>
                <a:gd name="connsiteY895" fmla="*/ 75212 h 864941"/>
                <a:gd name="connsiteX896" fmla="*/ 117048 w 1471841"/>
                <a:gd name="connsiteY896" fmla="*/ 72526 h 864941"/>
                <a:gd name="connsiteX897" fmla="*/ 119739 w 1471841"/>
                <a:gd name="connsiteY897" fmla="*/ 67154 h 864941"/>
                <a:gd name="connsiteX898" fmla="*/ 122429 w 1471841"/>
                <a:gd name="connsiteY898" fmla="*/ 64468 h 864941"/>
                <a:gd name="connsiteX899" fmla="*/ 122429 w 1471841"/>
                <a:gd name="connsiteY899" fmla="*/ 59095 h 864941"/>
                <a:gd name="connsiteX900" fmla="*/ 125120 w 1471841"/>
                <a:gd name="connsiteY900" fmla="*/ 56409 h 864941"/>
                <a:gd name="connsiteX901" fmla="*/ 126465 w 1471841"/>
                <a:gd name="connsiteY901" fmla="*/ 49694 h 864941"/>
                <a:gd name="connsiteX902" fmla="*/ 130501 w 1471841"/>
                <a:gd name="connsiteY902" fmla="*/ 47008 h 864941"/>
                <a:gd name="connsiteX903" fmla="*/ 135883 w 1471841"/>
                <a:gd name="connsiteY903" fmla="*/ 41635 h 864941"/>
                <a:gd name="connsiteX904" fmla="*/ 133192 w 1471841"/>
                <a:gd name="connsiteY904" fmla="*/ 37606 h 864941"/>
                <a:gd name="connsiteX905" fmla="*/ 131847 w 1471841"/>
                <a:gd name="connsiteY905" fmla="*/ 34920 h 864941"/>
                <a:gd name="connsiteX906" fmla="*/ 130501 w 1471841"/>
                <a:gd name="connsiteY906" fmla="*/ 33577 h 864941"/>
                <a:gd name="connsiteX907" fmla="*/ 133192 w 1471841"/>
                <a:gd name="connsiteY907" fmla="*/ 29548 h 864941"/>
                <a:gd name="connsiteX908" fmla="*/ 135883 w 1471841"/>
                <a:gd name="connsiteY908" fmla="*/ 26862 h 864941"/>
                <a:gd name="connsiteX909" fmla="*/ 131847 w 1471841"/>
                <a:gd name="connsiteY909" fmla="*/ 24175 h 864941"/>
                <a:gd name="connsiteX910" fmla="*/ 130501 w 1471841"/>
                <a:gd name="connsiteY910" fmla="*/ 20146 h 864941"/>
                <a:gd name="connsiteX911" fmla="*/ 135883 w 1471841"/>
                <a:gd name="connsiteY911" fmla="*/ 17460 h 864941"/>
                <a:gd name="connsiteX912" fmla="*/ 135883 w 1471841"/>
                <a:gd name="connsiteY912" fmla="*/ 13431 h 864941"/>
                <a:gd name="connsiteX913" fmla="*/ 130501 w 1471841"/>
                <a:gd name="connsiteY913" fmla="*/ 9401 h 86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</a:cxnLst>
              <a:rect l="l" t="t" r="r" b="b"/>
              <a:pathLst>
                <a:path w="1471841" h="864941">
                  <a:moveTo>
                    <a:pt x="127811" y="0"/>
                  </a:moveTo>
                  <a:lnTo>
                    <a:pt x="803190" y="67154"/>
                  </a:lnTo>
                  <a:lnTo>
                    <a:pt x="808571" y="67154"/>
                  </a:lnTo>
                  <a:lnTo>
                    <a:pt x="813953" y="67154"/>
                  </a:lnTo>
                  <a:lnTo>
                    <a:pt x="819334" y="72526"/>
                  </a:lnTo>
                  <a:lnTo>
                    <a:pt x="820680" y="73869"/>
                  </a:lnTo>
                  <a:lnTo>
                    <a:pt x="823370" y="77899"/>
                  </a:lnTo>
                  <a:lnTo>
                    <a:pt x="824716" y="79241"/>
                  </a:lnTo>
                  <a:lnTo>
                    <a:pt x="830097" y="80585"/>
                  </a:lnTo>
                  <a:lnTo>
                    <a:pt x="831443" y="81928"/>
                  </a:lnTo>
                  <a:lnTo>
                    <a:pt x="836824" y="83271"/>
                  </a:lnTo>
                  <a:lnTo>
                    <a:pt x="839515" y="87300"/>
                  </a:lnTo>
                  <a:lnTo>
                    <a:pt x="840860" y="85957"/>
                  </a:lnTo>
                  <a:lnTo>
                    <a:pt x="846242" y="84614"/>
                  </a:lnTo>
                  <a:lnTo>
                    <a:pt x="850278" y="85957"/>
                  </a:lnTo>
                  <a:lnTo>
                    <a:pt x="854314" y="85957"/>
                  </a:lnTo>
                  <a:lnTo>
                    <a:pt x="861041" y="89986"/>
                  </a:lnTo>
                  <a:lnTo>
                    <a:pt x="863732" y="89986"/>
                  </a:lnTo>
                  <a:lnTo>
                    <a:pt x="866422" y="96702"/>
                  </a:lnTo>
                  <a:lnTo>
                    <a:pt x="875840" y="99388"/>
                  </a:lnTo>
                  <a:lnTo>
                    <a:pt x="881222" y="100731"/>
                  </a:lnTo>
                  <a:lnTo>
                    <a:pt x="883912" y="104760"/>
                  </a:lnTo>
                  <a:lnTo>
                    <a:pt x="887949" y="106103"/>
                  </a:lnTo>
                  <a:lnTo>
                    <a:pt x="896021" y="106103"/>
                  </a:lnTo>
                  <a:lnTo>
                    <a:pt x="901402" y="103417"/>
                  </a:lnTo>
                  <a:lnTo>
                    <a:pt x="904093" y="106103"/>
                  </a:lnTo>
                  <a:lnTo>
                    <a:pt x="905439" y="110132"/>
                  </a:lnTo>
                  <a:lnTo>
                    <a:pt x="917547" y="111475"/>
                  </a:lnTo>
                  <a:lnTo>
                    <a:pt x="920238" y="112818"/>
                  </a:lnTo>
                  <a:lnTo>
                    <a:pt x="926964" y="114162"/>
                  </a:lnTo>
                  <a:lnTo>
                    <a:pt x="931001" y="118191"/>
                  </a:lnTo>
                  <a:lnTo>
                    <a:pt x="1034595" y="166541"/>
                  </a:lnTo>
                  <a:lnTo>
                    <a:pt x="1041321" y="174600"/>
                  </a:lnTo>
                  <a:lnTo>
                    <a:pt x="1057466" y="186688"/>
                  </a:lnTo>
                  <a:lnTo>
                    <a:pt x="1073611" y="265929"/>
                  </a:lnTo>
                  <a:lnTo>
                    <a:pt x="1072265" y="300849"/>
                  </a:lnTo>
                  <a:lnTo>
                    <a:pt x="1069574" y="307565"/>
                  </a:lnTo>
                  <a:lnTo>
                    <a:pt x="1066884" y="312937"/>
                  </a:lnTo>
                  <a:lnTo>
                    <a:pt x="1062848" y="318309"/>
                  </a:lnTo>
                  <a:lnTo>
                    <a:pt x="1052085" y="323681"/>
                  </a:lnTo>
                  <a:lnTo>
                    <a:pt x="1048048" y="330397"/>
                  </a:lnTo>
                  <a:lnTo>
                    <a:pt x="1052085" y="337112"/>
                  </a:lnTo>
                  <a:lnTo>
                    <a:pt x="1140879" y="312937"/>
                  </a:lnTo>
                  <a:lnTo>
                    <a:pt x="1151643" y="310251"/>
                  </a:lnTo>
                  <a:lnTo>
                    <a:pt x="1154333" y="296820"/>
                  </a:lnTo>
                  <a:lnTo>
                    <a:pt x="1202767" y="283389"/>
                  </a:lnTo>
                  <a:lnTo>
                    <a:pt x="1225638" y="267272"/>
                  </a:lnTo>
                  <a:lnTo>
                    <a:pt x="1229674" y="263243"/>
                  </a:lnTo>
                  <a:lnTo>
                    <a:pt x="1236401" y="261900"/>
                  </a:lnTo>
                  <a:lnTo>
                    <a:pt x="1248510" y="251155"/>
                  </a:lnTo>
                  <a:lnTo>
                    <a:pt x="1253891" y="247126"/>
                  </a:lnTo>
                  <a:lnTo>
                    <a:pt x="1260618" y="244440"/>
                  </a:lnTo>
                  <a:lnTo>
                    <a:pt x="1264654" y="239068"/>
                  </a:lnTo>
                  <a:lnTo>
                    <a:pt x="1274072" y="239068"/>
                  </a:lnTo>
                  <a:lnTo>
                    <a:pt x="1349413" y="239068"/>
                  </a:lnTo>
                  <a:lnTo>
                    <a:pt x="1354794" y="233695"/>
                  </a:lnTo>
                  <a:lnTo>
                    <a:pt x="1357485" y="233695"/>
                  </a:lnTo>
                  <a:lnTo>
                    <a:pt x="1360176" y="232352"/>
                  </a:lnTo>
                  <a:lnTo>
                    <a:pt x="1362867" y="232352"/>
                  </a:lnTo>
                  <a:lnTo>
                    <a:pt x="1368248" y="232352"/>
                  </a:lnTo>
                  <a:lnTo>
                    <a:pt x="1370939" y="231009"/>
                  </a:lnTo>
                  <a:lnTo>
                    <a:pt x="1372284" y="226980"/>
                  </a:lnTo>
                  <a:lnTo>
                    <a:pt x="1380357" y="217578"/>
                  </a:lnTo>
                  <a:lnTo>
                    <a:pt x="1384393" y="216235"/>
                  </a:lnTo>
                  <a:lnTo>
                    <a:pt x="1391119" y="208177"/>
                  </a:lnTo>
                  <a:lnTo>
                    <a:pt x="1392465" y="202805"/>
                  </a:lnTo>
                  <a:lnTo>
                    <a:pt x="1393810" y="197432"/>
                  </a:lnTo>
                  <a:lnTo>
                    <a:pt x="1400537" y="193403"/>
                  </a:lnTo>
                  <a:lnTo>
                    <a:pt x="1400537" y="189374"/>
                  </a:lnTo>
                  <a:lnTo>
                    <a:pt x="1404573" y="182658"/>
                  </a:lnTo>
                  <a:lnTo>
                    <a:pt x="1413991" y="173257"/>
                  </a:lnTo>
                  <a:lnTo>
                    <a:pt x="1415336" y="169228"/>
                  </a:lnTo>
                  <a:lnTo>
                    <a:pt x="1420718" y="165199"/>
                  </a:lnTo>
                  <a:lnTo>
                    <a:pt x="1422063" y="163855"/>
                  </a:lnTo>
                  <a:lnTo>
                    <a:pt x="1424754" y="166541"/>
                  </a:lnTo>
                  <a:lnTo>
                    <a:pt x="1428790" y="169228"/>
                  </a:lnTo>
                  <a:lnTo>
                    <a:pt x="1434172" y="167885"/>
                  </a:lnTo>
                  <a:lnTo>
                    <a:pt x="1440898" y="170571"/>
                  </a:lnTo>
                  <a:lnTo>
                    <a:pt x="1443589" y="167885"/>
                  </a:lnTo>
                  <a:lnTo>
                    <a:pt x="1453007" y="177286"/>
                  </a:lnTo>
                  <a:lnTo>
                    <a:pt x="1454352" y="186688"/>
                  </a:lnTo>
                  <a:lnTo>
                    <a:pt x="1447625" y="218922"/>
                  </a:lnTo>
                  <a:lnTo>
                    <a:pt x="1446280" y="222951"/>
                  </a:lnTo>
                  <a:lnTo>
                    <a:pt x="1448971" y="222951"/>
                  </a:lnTo>
                  <a:lnTo>
                    <a:pt x="1450316" y="225637"/>
                  </a:lnTo>
                  <a:lnTo>
                    <a:pt x="1453007" y="229666"/>
                  </a:lnTo>
                  <a:lnTo>
                    <a:pt x="1453007" y="233695"/>
                  </a:lnTo>
                  <a:lnTo>
                    <a:pt x="1451661" y="236381"/>
                  </a:lnTo>
                  <a:lnTo>
                    <a:pt x="1453007" y="239068"/>
                  </a:lnTo>
                  <a:lnTo>
                    <a:pt x="1451661" y="240411"/>
                  </a:lnTo>
                  <a:lnTo>
                    <a:pt x="1453007" y="241754"/>
                  </a:lnTo>
                  <a:lnTo>
                    <a:pt x="1453007" y="243097"/>
                  </a:lnTo>
                  <a:lnTo>
                    <a:pt x="1453007" y="243097"/>
                  </a:lnTo>
                  <a:lnTo>
                    <a:pt x="1462424" y="248469"/>
                  </a:lnTo>
                  <a:lnTo>
                    <a:pt x="1461079" y="253841"/>
                  </a:lnTo>
                  <a:lnTo>
                    <a:pt x="1465115" y="257871"/>
                  </a:lnTo>
                  <a:lnTo>
                    <a:pt x="1466461" y="253841"/>
                  </a:lnTo>
                  <a:lnTo>
                    <a:pt x="1471842" y="256528"/>
                  </a:lnTo>
                  <a:lnTo>
                    <a:pt x="1467806" y="261900"/>
                  </a:lnTo>
                  <a:lnTo>
                    <a:pt x="1463770" y="261900"/>
                  </a:lnTo>
                  <a:lnTo>
                    <a:pt x="1461079" y="259214"/>
                  </a:lnTo>
                  <a:lnTo>
                    <a:pt x="1455698" y="263243"/>
                  </a:lnTo>
                  <a:lnTo>
                    <a:pt x="1451661" y="261900"/>
                  </a:lnTo>
                  <a:lnTo>
                    <a:pt x="1446280" y="265929"/>
                  </a:lnTo>
                  <a:lnTo>
                    <a:pt x="1443589" y="267272"/>
                  </a:lnTo>
                  <a:lnTo>
                    <a:pt x="1439553" y="264586"/>
                  </a:lnTo>
                  <a:lnTo>
                    <a:pt x="1435517" y="271302"/>
                  </a:lnTo>
                  <a:lnTo>
                    <a:pt x="1431481" y="271302"/>
                  </a:lnTo>
                  <a:lnTo>
                    <a:pt x="1430135" y="264586"/>
                  </a:lnTo>
                  <a:lnTo>
                    <a:pt x="1424754" y="264586"/>
                  </a:lnTo>
                  <a:lnTo>
                    <a:pt x="1420718" y="269958"/>
                  </a:lnTo>
                  <a:lnTo>
                    <a:pt x="1415336" y="271302"/>
                  </a:lnTo>
                  <a:lnTo>
                    <a:pt x="1413991" y="265929"/>
                  </a:lnTo>
                  <a:lnTo>
                    <a:pt x="1415336" y="261900"/>
                  </a:lnTo>
                  <a:lnTo>
                    <a:pt x="1408609" y="269958"/>
                  </a:lnTo>
                  <a:lnTo>
                    <a:pt x="1404573" y="278017"/>
                  </a:lnTo>
                  <a:lnTo>
                    <a:pt x="1400537" y="280703"/>
                  </a:lnTo>
                  <a:lnTo>
                    <a:pt x="1399192" y="278017"/>
                  </a:lnTo>
                  <a:lnTo>
                    <a:pt x="1396501" y="283389"/>
                  </a:lnTo>
                  <a:lnTo>
                    <a:pt x="1393810" y="283389"/>
                  </a:lnTo>
                  <a:lnTo>
                    <a:pt x="1392465" y="278017"/>
                  </a:lnTo>
                  <a:lnTo>
                    <a:pt x="1389774" y="283389"/>
                  </a:lnTo>
                  <a:lnTo>
                    <a:pt x="1387083" y="286075"/>
                  </a:lnTo>
                  <a:lnTo>
                    <a:pt x="1384393" y="286075"/>
                  </a:lnTo>
                  <a:lnTo>
                    <a:pt x="1384393" y="282046"/>
                  </a:lnTo>
                  <a:lnTo>
                    <a:pt x="1380357" y="286075"/>
                  </a:lnTo>
                  <a:lnTo>
                    <a:pt x="1377666" y="286075"/>
                  </a:lnTo>
                  <a:lnTo>
                    <a:pt x="1374975" y="294134"/>
                  </a:lnTo>
                  <a:lnTo>
                    <a:pt x="1365557" y="300849"/>
                  </a:lnTo>
                  <a:lnTo>
                    <a:pt x="1361521" y="310251"/>
                  </a:lnTo>
                  <a:lnTo>
                    <a:pt x="1358830" y="314280"/>
                  </a:lnTo>
                  <a:lnTo>
                    <a:pt x="1357485" y="318309"/>
                  </a:lnTo>
                  <a:lnTo>
                    <a:pt x="1354794" y="319652"/>
                  </a:lnTo>
                  <a:lnTo>
                    <a:pt x="1354794" y="323681"/>
                  </a:lnTo>
                  <a:lnTo>
                    <a:pt x="1357485" y="323681"/>
                  </a:lnTo>
                  <a:lnTo>
                    <a:pt x="1357485" y="326368"/>
                  </a:lnTo>
                  <a:lnTo>
                    <a:pt x="1349413" y="335769"/>
                  </a:lnTo>
                  <a:lnTo>
                    <a:pt x="1349413" y="337112"/>
                  </a:lnTo>
                  <a:lnTo>
                    <a:pt x="1354794" y="341141"/>
                  </a:lnTo>
                  <a:lnTo>
                    <a:pt x="1358830" y="350543"/>
                  </a:lnTo>
                  <a:lnTo>
                    <a:pt x="1358830" y="354572"/>
                  </a:lnTo>
                  <a:lnTo>
                    <a:pt x="1366903" y="353229"/>
                  </a:lnTo>
                  <a:lnTo>
                    <a:pt x="1368248" y="347857"/>
                  </a:lnTo>
                  <a:lnTo>
                    <a:pt x="1368248" y="343828"/>
                  </a:lnTo>
                  <a:lnTo>
                    <a:pt x="1370939" y="342485"/>
                  </a:lnTo>
                  <a:lnTo>
                    <a:pt x="1372284" y="351886"/>
                  </a:lnTo>
                  <a:lnTo>
                    <a:pt x="1369593" y="357258"/>
                  </a:lnTo>
                  <a:lnTo>
                    <a:pt x="1357485" y="362631"/>
                  </a:lnTo>
                  <a:lnTo>
                    <a:pt x="1354794" y="361288"/>
                  </a:lnTo>
                  <a:lnTo>
                    <a:pt x="1354794" y="358602"/>
                  </a:lnTo>
                  <a:lnTo>
                    <a:pt x="1352104" y="353229"/>
                  </a:lnTo>
                  <a:lnTo>
                    <a:pt x="1346722" y="362631"/>
                  </a:lnTo>
                  <a:lnTo>
                    <a:pt x="1342686" y="366660"/>
                  </a:lnTo>
                  <a:lnTo>
                    <a:pt x="1338650" y="366660"/>
                  </a:lnTo>
                  <a:lnTo>
                    <a:pt x="1339995" y="363974"/>
                  </a:lnTo>
                  <a:lnTo>
                    <a:pt x="1339995" y="358602"/>
                  </a:lnTo>
                  <a:lnTo>
                    <a:pt x="1334614" y="353229"/>
                  </a:lnTo>
                  <a:lnTo>
                    <a:pt x="1334614" y="358602"/>
                  </a:lnTo>
                  <a:lnTo>
                    <a:pt x="1333268" y="365317"/>
                  </a:lnTo>
                  <a:lnTo>
                    <a:pt x="1335959" y="368003"/>
                  </a:lnTo>
                  <a:lnTo>
                    <a:pt x="1333268" y="369346"/>
                  </a:lnTo>
                  <a:lnTo>
                    <a:pt x="1322505" y="369346"/>
                  </a:lnTo>
                  <a:lnTo>
                    <a:pt x="1315778" y="370689"/>
                  </a:lnTo>
                  <a:lnTo>
                    <a:pt x="1310397" y="370689"/>
                  </a:lnTo>
                  <a:lnTo>
                    <a:pt x="1300979" y="370689"/>
                  </a:lnTo>
                  <a:lnTo>
                    <a:pt x="1298288" y="369346"/>
                  </a:lnTo>
                  <a:lnTo>
                    <a:pt x="1295598" y="369346"/>
                  </a:lnTo>
                  <a:lnTo>
                    <a:pt x="1287525" y="374718"/>
                  </a:lnTo>
                  <a:lnTo>
                    <a:pt x="1282144" y="374718"/>
                  </a:lnTo>
                  <a:lnTo>
                    <a:pt x="1274072" y="380091"/>
                  </a:lnTo>
                  <a:lnTo>
                    <a:pt x="1268690" y="381434"/>
                  </a:lnTo>
                  <a:lnTo>
                    <a:pt x="1264654" y="384120"/>
                  </a:lnTo>
                  <a:lnTo>
                    <a:pt x="1264654" y="388149"/>
                  </a:lnTo>
                  <a:lnTo>
                    <a:pt x="1257927" y="392178"/>
                  </a:lnTo>
                  <a:lnTo>
                    <a:pt x="1259273" y="394865"/>
                  </a:lnTo>
                  <a:lnTo>
                    <a:pt x="1263309" y="397551"/>
                  </a:lnTo>
                  <a:lnTo>
                    <a:pt x="1263309" y="401580"/>
                  </a:lnTo>
                  <a:lnTo>
                    <a:pt x="1260618" y="404266"/>
                  </a:lnTo>
                  <a:lnTo>
                    <a:pt x="1260618" y="406952"/>
                  </a:lnTo>
                  <a:lnTo>
                    <a:pt x="1259273" y="410981"/>
                  </a:lnTo>
                  <a:lnTo>
                    <a:pt x="1259273" y="413668"/>
                  </a:lnTo>
                  <a:lnTo>
                    <a:pt x="1257927" y="417697"/>
                  </a:lnTo>
                  <a:lnTo>
                    <a:pt x="1255236" y="423069"/>
                  </a:lnTo>
                  <a:lnTo>
                    <a:pt x="1252546" y="423069"/>
                  </a:lnTo>
                  <a:lnTo>
                    <a:pt x="1251200" y="425755"/>
                  </a:lnTo>
                  <a:lnTo>
                    <a:pt x="1248510" y="433814"/>
                  </a:lnTo>
                  <a:lnTo>
                    <a:pt x="1244473" y="433814"/>
                  </a:lnTo>
                  <a:lnTo>
                    <a:pt x="1243128" y="437843"/>
                  </a:lnTo>
                  <a:lnTo>
                    <a:pt x="1240437" y="437843"/>
                  </a:lnTo>
                  <a:lnTo>
                    <a:pt x="1240437" y="440529"/>
                  </a:lnTo>
                  <a:lnTo>
                    <a:pt x="1236401" y="445902"/>
                  </a:lnTo>
                  <a:lnTo>
                    <a:pt x="1235056" y="444558"/>
                  </a:lnTo>
                  <a:lnTo>
                    <a:pt x="1231020" y="447245"/>
                  </a:lnTo>
                  <a:lnTo>
                    <a:pt x="1233710" y="440529"/>
                  </a:lnTo>
                  <a:lnTo>
                    <a:pt x="1232365" y="437843"/>
                  </a:lnTo>
                  <a:lnTo>
                    <a:pt x="1228329" y="439186"/>
                  </a:lnTo>
                  <a:lnTo>
                    <a:pt x="1222947" y="432471"/>
                  </a:lnTo>
                  <a:lnTo>
                    <a:pt x="1220257" y="428441"/>
                  </a:lnTo>
                  <a:lnTo>
                    <a:pt x="1221602" y="425755"/>
                  </a:lnTo>
                  <a:lnTo>
                    <a:pt x="1229674" y="416354"/>
                  </a:lnTo>
                  <a:lnTo>
                    <a:pt x="1224293" y="419040"/>
                  </a:lnTo>
                  <a:lnTo>
                    <a:pt x="1220257" y="423069"/>
                  </a:lnTo>
                  <a:lnTo>
                    <a:pt x="1217566" y="428441"/>
                  </a:lnTo>
                  <a:lnTo>
                    <a:pt x="1218911" y="433814"/>
                  </a:lnTo>
                  <a:lnTo>
                    <a:pt x="1220257" y="436500"/>
                  </a:lnTo>
                  <a:lnTo>
                    <a:pt x="1221602" y="443215"/>
                  </a:lnTo>
                  <a:lnTo>
                    <a:pt x="1224293" y="445902"/>
                  </a:lnTo>
                  <a:lnTo>
                    <a:pt x="1226983" y="453960"/>
                  </a:lnTo>
                  <a:lnTo>
                    <a:pt x="1226983" y="460675"/>
                  </a:lnTo>
                  <a:lnTo>
                    <a:pt x="1222947" y="471420"/>
                  </a:lnTo>
                  <a:lnTo>
                    <a:pt x="1216220" y="474106"/>
                  </a:lnTo>
                  <a:lnTo>
                    <a:pt x="1212184" y="484851"/>
                  </a:lnTo>
                  <a:lnTo>
                    <a:pt x="1209494" y="490223"/>
                  </a:lnTo>
                  <a:lnTo>
                    <a:pt x="1209494" y="492909"/>
                  </a:lnTo>
                  <a:lnTo>
                    <a:pt x="1208148" y="494252"/>
                  </a:lnTo>
                  <a:lnTo>
                    <a:pt x="1208148" y="492909"/>
                  </a:lnTo>
                  <a:lnTo>
                    <a:pt x="1206803" y="491566"/>
                  </a:lnTo>
                  <a:lnTo>
                    <a:pt x="1201421" y="499625"/>
                  </a:lnTo>
                  <a:lnTo>
                    <a:pt x="1201421" y="502311"/>
                  </a:lnTo>
                  <a:lnTo>
                    <a:pt x="1200076" y="504997"/>
                  </a:lnTo>
                  <a:lnTo>
                    <a:pt x="1200076" y="499625"/>
                  </a:lnTo>
                  <a:lnTo>
                    <a:pt x="1201421" y="494252"/>
                  </a:lnTo>
                  <a:lnTo>
                    <a:pt x="1204112" y="488880"/>
                  </a:lnTo>
                  <a:lnTo>
                    <a:pt x="1202767" y="486194"/>
                  </a:lnTo>
                  <a:lnTo>
                    <a:pt x="1206803" y="482165"/>
                  </a:lnTo>
                  <a:lnTo>
                    <a:pt x="1205458" y="480822"/>
                  </a:lnTo>
                  <a:lnTo>
                    <a:pt x="1209494" y="478135"/>
                  </a:lnTo>
                  <a:lnTo>
                    <a:pt x="1204112" y="478135"/>
                  </a:lnTo>
                  <a:lnTo>
                    <a:pt x="1201421" y="474106"/>
                  </a:lnTo>
                  <a:lnTo>
                    <a:pt x="1204112" y="471420"/>
                  </a:lnTo>
                  <a:lnTo>
                    <a:pt x="1202767" y="471420"/>
                  </a:lnTo>
                  <a:lnTo>
                    <a:pt x="1201421" y="471420"/>
                  </a:lnTo>
                  <a:lnTo>
                    <a:pt x="1200076" y="468734"/>
                  </a:lnTo>
                  <a:lnTo>
                    <a:pt x="1198731" y="471420"/>
                  </a:lnTo>
                  <a:lnTo>
                    <a:pt x="1194695" y="466048"/>
                  </a:lnTo>
                  <a:lnTo>
                    <a:pt x="1194695" y="460675"/>
                  </a:lnTo>
                  <a:lnTo>
                    <a:pt x="1198731" y="455303"/>
                  </a:lnTo>
                  <a:lnTo>
                    <a:pt x="1198731" y="447245"/>
                  </a:lnTo>
                  <a:lnTo>
                    <a:pt x="1194695" y="440529"/>
                  </a:lnTo>
                  <a:lnTo>
                    <a:pt x="1198731" y="435157"/>
                  </a:lnTo>
                  <a:lnTo>
                    <a:pt x="1202767" y="432471"/>
                  </a:lnTo>
                  <a:lnTo>
                    <a:pt x="1201421" y="431128"/>
                  </a:lnTo>
                  <a:lnTo>
                    <a:pt x="1202767" y="427099"/>
                  </a:lnTo>
                  <a:lnTo>
                    <a:pt x="1201421" y="424412"/>
                  </a:lnTo>
                  <a:lnTo>
                    <a:pt x="1201421" y="425755"/>
                  </a:lnTo>
                  <a:lnTo>
                    <a:pt x="1200076" y="431128"/>
                  </a:lnTo>
                  <a:lnTo>
                    <a:pt x="1194695" y="435157"/>
                  </a:lnTo>
                  <a:lnTo>
                    <a:pt x="1190658" y="437843"/>
                  </a:lnTo>
                  <a:lnTo>
                    <a:pt x="1189313" y="436500"/>
                  </a:lnTo>
                  <a:lnTo>
                    <a:pt x="1192004" y="440529"/>
                  </a:lnTo>
                  <a:lnTo>
                    <a:pt x="1190658" y="443215"/>
                  </a:lnTo>
                  <a:lnTo>
                    <a:pt x="1189313" y="451274"/>
                  </a:lnTo>
                  <a:lnTo>
                    <a:pt x="1190658" y="453960"/>
                  </a:lnTo>
                  <a:lnTo>
                    <a:pt x="1189313" y="457989"/>
                  </a:lnTo>
                  <a:lnTo>
                    <a:pt x="1190658" y="463362"/>
                  </a:lnTo>
                  <a:lnTo>
                    <a:pt x="1189313" y="472763"/>
                  </a:lnTo>
                  <a:lnTo>
                    <a:pt x="1187968" y="472763"/>
                  </a:lnTo>
                  <a:lnTo>
                    <a:pt x="1182586" y="466048"/>
                  </a:lnTo>
                  <a:lnTo>
                    <a:pt x="1177205" y="464705"/>
                  </a:lnTo>
                  <a:lnTo>
                    <a:pt x="1174514" y="459332"/>
                  </a:lnTo>
                  <a:lnTo>
                    <a:pt x="1171823" y="459332"/>
                  </a:lnTo>
                  <a:lnTo>
                    <a:pt x="1170478" y="456646"/>
                  </a:lnTo>
                  <a:lnTo>
                    <a:pt x="1173168" y="451274"/>
                  </a:lnTo>
                  <a:lnTo>
                    <a:pt x="1169132" y="456646"/>
                  </a:lnTo>
                  <a:lnTo>
                    <a:pt x="1169132" y="460675"/>
                  </a:lnTo>
                  <a:lnTo>
                    <a:pt x="1173168" y="462018"/>
                  </a:lnTo>
                  <a:lnTo>
                    <a:pt x="1175859" y="467391"/>
                  </a:lnTo>
                  <a:lnTo>
                    <a:pt x="1181241" y="470077"/>
                  </a:lnTo>
                  <a:lnTo>
                    <a:pt x="1187968" y="476792"/>
                  </a:lnTo>
                  <a:lnTo>
                    <a:pt x="1190658" y="479478"/>
                  </a:lnTo>
                  <a:lnTo>
                    <a:pt x="1192004" y="483508"/>
                  </a:lnTo>
                  <a:lnTo>
                    <a:pt x="1190658" y="488880"/>
                  </a:lnTo>
                  <a:lnTo>
                    <a:pt x="1186622" y="488880"/>
                  </a:lnTo>
                  <a:lnTo>
                    <a:pt x="1185277" y="483508"/>
                  </a:lnTo>
                  <a:lnTo>
                    <a:pt x="1182586" y="482165"/>
                  </a:lnTo>
                  <a:lnTo>
                    <a:pt x="1185277" y="488880"/>
                  </a:lnTo>
                  <a:lnTo>
                    <a:pt x="1190658" y="492909"/>
                  </a:lnTo>
                  <a:lnTo>
                    <a:pt x="1192004" y="495595"/>
                  </a:lnTo>
                  <a:lnTo>
                    <a:pt x="1190658" y="498281"/>
                  </a:lnTo>
                  <a:lnTo>
                    <a:pt x="1189313" y="499625"/>
                  </a:lnTo>
                  <a:lnTo>
                    <a:pt x="1183931" y="499625"/>
                  </a:lnTo>
                  <a:lnTo>
                    <a:pt x="1190658" y="504997"/>
                  </a:lnTo>
                  <a:lnTo>
                    <a:pt x="1189313" y="507683"/>
                  </a:lnTo>
                  <a:lnTo>
                    <a:pt x="1185277" y="506340"/>
                  </a:lnTo>
                  <a:lnTo>
                    <a:pt x="1182586" y="502311"/>
                  </a:lnTo>
                  <a:lnTo>
                    <a:pt x="1177205" y="502311"/>
                  </a:lnTo>
                  <a:lnTo>
                    <a:pt x="1171823" y="499625"/>
                  </a:lnTo>
                  <a:lnTo>
                    <a:pt x="1175859" y="503654"/>
                  </a:lnTo>
                  <a:lnTo>
                    <a:pt x="1179895" y="504997"/>
                  </a:lnTo>
                  <a:lnTo>
                    <a:pt x="1182586" y="504997"/>
                  </a:lnTo>
                  <a:lnTo>
                    <a:pt x="1185277" y="511712"/>
                  </a:lnTo>
                  <a:lnTo>
                    <a:pt x="1189313" y="513055"/>
                  </a:lnTo>
                  <a:lnTo>
                    <a:pt x="1193349" y="511712"/>
                  </a:lnTo>
                  <a:lnTo>
                    <a:pt x="1196040" y="514399"/>
                  </a:lnTo>
                  <a:lnTo>
                    <a:pt x="1197385" y="518428"/>
                  </a:lnTo>
                  <a:lnTo>
                    <a:pt x="1194695" y="523800"/>
                  </a:lnTo>
                  <a:lnTo>
                    <a:pt x="1192004" y="522457"/>
                  </a:lnTo>
                  <a:lnTo>
                    <a:pt x="1192004" y="525143"/>
                  </a:lnTo>
                  <a:lnTo>
                    <a:pt x="1194695" y="527829"/>
                  </a:lnTo>
                  <a:lnTo>
                    <a:pt x="1196040" y="533202"/>
                  </a:lnTo>
                  <a:lnTo>
                    <a:pt x="1193349" y="535888"/>
                  </a:lnTo>
                  <a:lnTo>
                    <a:pt x="1190658" y="535888"/>
                  </a:lnTo>
                  <a:lnTo>
                    <a:pt x="1189313" y="537231"/>
                  </a:lnTo>
                  <a:lnTo>
                    <a:pt x="1182586" y="538574"/>
                  </a:lnTo>
                  <a:lnTo>
                    <a:pt x="1179895" y="541260"/>
                  </a:lnTo>
                  <a:lnTo>
                    <a:pt x="1175859" y="539917"/>
                  </a:lnTo>
                  <a:lnTo>
                    <a:pt x="1173168" y="534545"/>
                  </a:lnTo>
                  <a:lnTo>
                    <a:pt x="1171823" y="535888"/>
                  </a:lnTo>
                  <a:lnTo>
                    <a:pt x="1171823" y="543946"/>
                  </a:lnTo>
                  <a:lnTo>
                    <a:pt x="1170478" y="546632"/>
                  </a:lnTo>
                  <a:lnTo>
                    <a:pt x="1175859" y="545289"/>
                  </a:lnTo>
                  <a:lnTo>
                    <a:pt x="1186622" y="543946"/>
                  </a:lnTo>
                  <a:lnTo>
                    <a:pt x="1187968" y="545289"/>
                  </a:lnTo>
                  <a:lnTo>
                    <a:pt x="1189313" y="552005"/>
                  </a:lnTo>
                  <a:lnTo>
                    <a:pt x="1192004" y="553348"/>
                  </a:lnTo>
                  <a:lnTo>
                    <a:pt x="1192004" y="550662"/>
                  </a:lnTo>
                  <a:lnTo>
                    <a:pt x="1194695" y="545289"/>
                  </a:lnTo>
                  <a:lnTo>
                    <a:pt x="1196040" y="545289"/>
                  </a:lnTo>
                  <a:lnTo>
                    <a:pt x="1198731" y="549318"/>
                  </a:lnTo>
                  <a:lnTo>
                    <a:pt x="1197385" y="554691"/>
                  </a:lnTo>
                  <a:lnTo>
                    <a:pt x="1194695" y="554691"/>
                  </a:lnTo>
                  <a:lnTo>
                    <a:pt x="1189313" y="558720"/>
                  </a:lnTo>
                  <a:lnTo>
                    <a:pt x="1187968" y="562749"/>
                  </a:lnTo>
                  <a:lnTo>
                    <a:pt x="1185277" y="565435"/>
                  </a:lnTo>
                  <a:lnTo>
                    <a:pt x="1182586" y="562749"/>
                  </a:lnTo>
                  <a:lnTo>
                    <a:pt x="1178550" y="562749"/>
                  </a:lnTo>
                  <a:lnTo>
                    <a:pt x="1175859" y="557377"/>
                  </a:lnTo>
                  <a:lnTo>
                    <a:pt x="1175859" y="561406"/>
                  </a:lnTo>
                  <a:lnTo>
                    <a:pt x="1171823" y="562749"/>
                  </a:lnTo>
                  <a:lnTo>
                    <a:pt x="1169132" y="561406"/>
                  </a:lnTo>
                  <a:lnTo>
                    <a:pt x="1165096" y="561406"/>
                  </a:lnTo>
                  <a:lnTo>
                    <a:pt x="1167787" y="564092"/>
                  </a:lnTo>
                  <a:lnTo>
                    <a:pt x="1174514" y="565435"/>
                  </a:lnTo>
                  <a:lnTo>
                    <a:pt x="1175859" y="568122"/>
                  </a:lnTo>
                  <a:lnTo>
                    <a:pt x="1173168" y="570808"/>
                  </a:lnTo>
                  <a:lnTo>
                    <a:pt x="1174514" y="572151"/>
                  </a:lnTo>
                  <a:lnTo>
                    <a:pt x="1167787" y="574837"/>
                  </a:lnTo>
                  <a:lnTo>
                    <a:pt x="1162405" y="573494"/>
                  </a:lnTo>
                  <a:lnTo>
                    <a:pt x="1166442" y="576180"/>
                  </a:lnTo>
                  <a:lnTo>
                    <a:pt x="1173168" y="577523"/>
                  </a:lnTo>
                  <a:lnTo>
                    <a:pt x="1178550" y="573494"/>
                  </a:lnTo>
                  <a:lnTo>
                    <a:pt x="1178550" y="574837"/>
                  </a:lnTo>
                  <a:lnTo>
                    <a:pt x="1181241" y="576180"/>
                  </a:lnTo>
                  <a:lnTo>
                    <a:pt x="1175859" y="581552"/>
                  </a:lnTo>
                  <a:lnTo>
                    <a:pt x="1171823" y="581552"/>
                  </a:lnTo>
                  <a:lnTo>
                    <a:pt x="1171823" y="580209"/>
                  </a:lnTo>
                  <a:lnTo>
                    <a:pt x="1167787" y="580209"/>
                  </a:lnTo>
                  <a:lnTo>
                    <a:pt x="1166442" y="581552"/>
                  </a:lnTo>
                  <a:lnTo>
                    <a:pt x="1159715" y="581552"/>
                  </a:lnTo>
                  <a:lnTo>
                    <a:pt x="1147606" y="589611"/>
                  </a:lnTo>
                  <a:lnTo>
                    <a:pt x="1134153" y="600355"/>
                  </a:lnTo>
                  <a:lnTo>
                    <a:pt x="1130116" y="608414"/>
                  </a:lnTo>
                  <a:lnTo>
                    <a:pt x="1128771" y="608414"/>
                  </a:lnTo>
                  <a:lnTo>
                    <a:pt x="1124735" y="607071"/>
                  </a:lnTo>
                  <a:lnTo>
                    <a:pt x="1118008" y="607071"/>
                  </a:lnTo>
                  <a:lnTo>
                    <a:pt x="1112626" y="612443"/>
                  </a:lnTo>
                  <a:lnTo>
                    <a:pt x="1103209" y="624531"/>
                  </a:lnTo>
                  <a:lnTo>
                    <a:pt x="1103209" y="628560"/>
                  </a:lnTo>
                  <a:lnTo>
                    <a:pt x="1099173" y="631246"/>
                  </a:lnTo>
                  <a:lnTo>
                    <a:pt x="1096482" y="631246"/>
                  </a:lnTo>
                  <a:lnTo>
                    <a:pt x="1096482" y="635275"/>
                  </a:lnTo>
                  <a:lnTo>
                    <a:pt x="1091101" y="639305"/>
                  </a:lnTo>
                  <a:lnTo>
                    <a:pt x="1088410" y="637962"/>
                  </a:lnTo>
                  <a:lnTo>
                    <a:pt x="1085719" y="639305"/>
                  </a:lnTo>
                  <a:lnTo>
                    <a:pt x="1084374" y="641991"/>
                  </a:lnTo>
                  <a:lnTo>
                    <a:pt x="1078992" y="640648"/>
                  </a:lnTo>
                  <a:lnTo>
                    <a:pt x="1076301" y="644677"/>
                  </a:lnTo>
                  <a:lnTo>
                    <a:pt x="1068229" y="646020"/>
                  </a:lnTo>
                  <a:lnTo>
                    <a:pt x="1066884" y="648706"/>
                  </a:lnTo>
                  <a:lnTo>
                    <a:pt x="1061502" y="648706"/>
                  </a:lnTo>
                  <a:lnTo>
                    <a:pt x="1061502" y="651392"/>
                  </a:lnTo>
                  <a:lnTo>
                    <a:pt x="1054775" y="651392"/>
                  </a:lnTo>
                  <a:lnTo>
                    <a:pt x="1053430" y="652735"/>
                  </a:lnTo>
                  <a:lnTo>
                    <a:pt x="1054775" y="654078"/>
                  </a:lnTo>
                  <a:lnTo>
                    <a:pt x="1054775" y="658108"/>
                  </a:lnTo>
                  <a:lnTo>
                    <a:pt x="1050739" y="663480"/>
                  </a:lnTo>
                  <a:lnTo>
                    <a:pt x="1049394" y="663480"/>
                  </a:lnTo>
                  <a:lnTo>
                    <a:pt x="1046703" y="667509"/>
                  </a:lnTo>
                  <a:lnTo>
                    <a:pt x="1042667" y="667509"/>
                  </a:lnTo>
                  <a:lnTo>
                    <a:pt x="1037285" y="675568"/>
                  </a:lnTo>
                  <a:lnTo>
                    <a:pt x="1034595" y="682283"/>
                  </a:lnTo>
                  <a:lnTo>
                    <a:pt x="1034595" y="691685"/>
                  </a:lnTo>
                  <a:lnTo>
                    <a:pt x="1033249" y="707802"/>
                  </a:lnTo>
                  <a:lnTo>
                    <a:pt x="1033249" y="714517"/>
                  </a:lnTo>
                  <a:lnTo>
                    <a:pt x="1031904" y="726605"/>
                  </a:lnTo>
                  <a:lnTo>
                    <a:pt x="1034595" y="733320"/>
                  </a:lnTo>
                  <a:lnTo>
                    <a:pt x="1035940" y="744065"/>
                  </a:lnTo>
                  <a:lnTo>
                    <a:pt x="1038631" y="749437"/>
                  </a:lnTo>
                  <a:lnTo>
                    <a:pt x="1041321" y="761525"/>
                  </a:lnTo>
                  <a:lnTo>
                    <a:pt x="1044012" y="765554"/>
                  </a:lnTo>
                  <a:lnTo>
                    <a:pt x="1045358" y="770926"/>
                  </a:lnTo>
                  <a:lnTo>
                    <a:pt x="1044012" y="776299"/>
                  </a:lnTo>
                  <a:lnTo>
                    <a:pt x="1042667" y="784357"/>
                  </a:lnTo>
                  <a:lnTo>
                    <a:pt x="1045358" y="787043"/>
                  </a:lnTo>
                  <a:lnTo>
                    <a:pt x="1048048" y="803160"/>
                  </a:lnTo>
                  <a:lnTo>
                    <a:pt x="1053430" y="807189"/>
                  </a:lnTo>
                  <a:lnTo>
                    <a:pt x="1054775" y="815248"/>
                  </a:lnTo>
                  <a:lnTo>
                    <a:pt x="1052085" y="817934"/>
                  </a:lnTo>
                  <a:lnTo>
                    <a:pt x="1053430" y="819277"/>
                  </a:lnTo>
                  <a:lnTo>
                    <a:pt x="1052085" y="828678"/>
                  </a:lnTo>
                  <a:lnTo>
                    <a:pt x="1050739" y="831365"/>
                  </a:lnTo>
                  <a:lnTo>
                    <a:pt x="1050739" y="835394"/>
                  </a:lnTo>
                  <a:lnTo>
                    <a:pt x="1046703" y="844795"/>
                  </a:lnTo>
                  <a:lnTo>
                    <a:pt x="1044012" y="851511"/>
                  </a:lnTo>
                  <a:lnTo>
                    <a:pt x="1041321" y="855540"/>
                  </a:lnTo>
                  <a:lnTo>
                    <a:pt x="1039976" y="862255"/>
                  </a:lnTo>
                  <a:lnTo>
                    <a:pt x="1035940" y="863599"/>
                  </a:lnTo>
                  <a:lnTo>
                    <a:pt x="1031904" y="864941"/>
                  </a:lnTo>
                  <a:lnTo>
                    <a:pt x="1026522" y="863599"/>
                  </a:lnTo>
                  <a:lnTo>
                    <a:pt x="1023832" y="860912"/>
                  </a:lnTo>
                  <a:lnTo>
                    <a:pt x="1018450" y="859569"/>
                  </a:lnTo>
                  <a:lnTo>
                    <a:pt x="1021141" y="858226"/>
                  </a:lnTo>
                  <a:lnTo>
                    <a:pt x="1015759" y="852854"/>
                  </a:lnTo>
                  <a:lnTo>
                    <a:pt x="1015759" y="848825"/>
                  </a:lnTo>
                  <a:lnTo>
                    <a:pt x="1014414" y="844795"/>
                  </a:lnTo>
                  <a:lnTo>
                    <a:pt x="1010378" y="844795"/>
                  </a:lnTo>
                  <a:lnTo>
                    <a:pt x="1007687" y="843452"/>
                  </a:lnTo>
                  <a:lnTo>
                    <a:pt x="1007687" y="836737"/>
                  </a:lnTo>
                  <a:lnTo>
                    <a:pt x="1007687" y="831365"/>
                  </a:lnTo>
                  <a:lnTo>
                    <a:pt x="1000960" y="825992"/>
                  </a:lnTo>
                  <a:lnTo>
                    <a:pt x="1000960" y="823306"/>
                  </a:lnTo>
                  <a:lnTo>
                    <a:pt x="1002306" y="820620"/>
                  </a:lnTo>
                  <a:lnTo>
                    <a:pt x="1003651" y="816591"/>
                  </a:lnTo>
                  <a:lnTo>
                    <a:pt x="1007687" y="812562"/>
                  </a:lnTo>
                  <a:lnTo>
                    <a:pt x="1002306" y="813905"/>
                  </a:lnTo>
                  <a:lnTo>
                    <a:pt x="1000960" y="812562"/>
                  </a:lnTo>
                  <a:lnTo>
                    <a:pt x="1000960" y="815248"/>
                  </a:lnTo>
                  <a:lnTo>
                    <a:pt x="998269" y="816591"/>
                  </a:lnTo>
                  <a:lnTo>
                    <a:pt x="996924" y="812562"/>
                  </a:lnTo>
                  <a:lnTo>
                    <a:pt x="995579" y="812562"/>
                  </a:lnTo>
                  <a:lnTo>
                    <a:pt x="994233" y="809875"/>
                  </a:lnTo>
                  <a:lnTo>
                    <a:pt x="991543" y="807189"/>
                  </a:lnTo>
                  <a:lnTo>
                    <a:pt x="990197" y="801817"/>
                  </a:lnTo>
                  <a:lnTo>
                    <a:pt x="988852" y="799131"/>
                  </a:lnTo>
                  <a:lnTo>
                    <a:pt x="995579" y="789729"/>
                  </a:lnTo>
                  <a:lnTo>
                    <a:pt x="995579" y="784357"/>
                  </a:lnTo>
                  <a:lnTo>
                    <a:pt x="991543" y="783014"/>
                  </a:lnTo>
                  <a:lnTo>
                    <a:pt x="990197" y="784357"/>
                  </a:lnTo>
                  <a:lnTo>
                    <a:pt x="990197" y="787043"/>
                  </a:lnTo>
                  <a:lnTo>
                    <a:pt x="987506" y="791072"/>
                  </a:lnTo>
                  <a:lnTo>
                    <a:pt x="986161" y="792415"/>
                  </a:lnTo>
                  <a:lnTo>
                    <a:pt x="983470" y="787043"/>
                  </a:lnTo>
                  <a:lnTo>
                    <a:pt x="983470" y="783014"/>
                  </a:lnTo>
                  <a:lnTo>
                    <a:pt x="988852" y="773612"/>
                  </a:lnTo>
                  <a:lnTo>
                    <a:pt x="991543" y="761525"/>
                  </a:lnTo>
                  <a:lnTo>
                    <a:pt x="991543" y="756152"/>
                  </a:lnTo>
                  <a:lnTo>
                    <a:pt x="988852" y="749437"/>
                  </a:lnTo>
                  <a:lnTo>
                    <a:pt x="984816" y="748094"/>
                  </a:lnTo>
                  <a:lnTo>
                    <a:pt x="982125" y="745408"/>
                  </a:lnTo>
                  <a:lnTo>
                    <a:pt x="983470" y="742722"/>
                  </a:lnTo>
                  <a:lnTo>
                    <a:pt x="980779" y="742722"/>
                  </a:lnTo>
                  <a:lnTo>
                    <a:pt x="976744" y="740035"/>
                  </a:lnTo>
                  <a:lnTo>
                    <a:pt x="976744" y="734663"/>
                  </a:lnTo>
                  <a:lnTo>
                    <a:pt x="974053" y="734663"/>
                  </a:lnTo>
                  <a:lnTo>
                    <a:pt x="971362" y="731977"/>
                  </a:lnTo>
                  <a:lnTo>
                    <a:pt x="968671" y="722575"/>
                  </a:lnTo>
                  <a:lnTo>
                    <a:pt x="963290" y="719889"/>
                  </a:lnTo>
                  <a:lnTo>
                    <a:pt x="959254" y="718546"/>
                  </a:lnTo>
                  <a:lnTo>
                    <a:pt x="953872" y="719889"/>
                  </a:lnTo>
                  <a:lnTo>
                    <a:pt x="951181" y="722575"/>
                  </a:lnTo>
                  <a:lnTo>
                    <a:pt x="951181" y="723918"/>
                  </a:lnTo>
                  <a:lnTo>
                    <a:pt x="949836" y="723918"/>
                  </a:lnTo>
                  <a:lnTo>
                    <a:pt x="948491" y="722575"/>
                  </a:lnTo>
                  <a:lnTo>
                    <a:pt x="941764" y="729291"/>
                  </a:lnTo>
                  <a:lnTo>
                    <a:pt x="936382" y="730634"/>
                  </a:lnTo>
                  <a:lnTo>
                    <a:pt x="929655" y="731977"/>
                  </a:lnTo>
                  <a:lnTo>
                    <a:pt x="928310" y="729291"/>
                  </a:lnTo>
                  <a:lnTo>
                    <a:pt x="928310" y="727948"/>
                  </a:lnTo>
                  <a:lnTo>
                    <a:pt x="929655" y="729291"/>
                  </a:lnTo>
                  <a:lnTo>
                    <a:pt x="931001" y="729291"/>
                  </a:lnTo>
                  <a:lnTo>
                    <a:pt x="929655" y="726605"/>
                  </a:lnTo>
                  <a:lnTo>
                    <a:pt x="926964" y="722575"/>
                  </a:lnTo>
                  <a:lnTo>
                    <a:pt x="920238" y="718546"/>
                  </a:lnTo>
                  <a:lnTo>
                    <a:pt x="921583" y="718546"/>
                  </a:lnTo>
                  <a:lnTo>
                    <a:pt x="924274" y="719889"/>
                  </a:lnTo>
                  <a:lnTo>
                    <a:pt x="925619" y="718546"/>
                  </a:lnTo>
                  <a:lnTo>
                    <a:pt x="920238" y="714517"/>
                  </a:lnTo>
                  <a:lnTo>
                    <a:pt x="920238" y="711831"/>
                  </a:lnTo>
                  <a:lnTo>
                    <a:pt x="917547" y="711831"/>
                  </a:lnTo>
                  <a:lnTo>
                    <a:pt x="916202" y="714517"/>
                  </a:lnTo>
                  <a:lnTo>
                    <a:pt x="918892" y="717203"/>
                  </a:lnTo>
                  <a:lnTo>
                    <a:pt x="914856" y="715860"/>
                  </a:lnTo>
                  <a:lnTo>
                    <a:pt x="910820" y="711831"/>
                  </a:lnTo>
                  <a:lnTo>
                    <a:pt x="904093" y="711831"/>
                  </a:lnTo>
                  <a:lnTo>
                    <a:pt x="897366" y="710488"/>
                  </a:lnTo>
                  <a:lnTo>
                    <a:pt x="898712" y="709145"/>
                  </a:lnTo>
                  <a:lnTo>
                    <a:pt x="905439" y="709145"/>
                  </a:lnTo>
                  <a:lnTo>
                    <a:pt x="908129" y="709145"/>
                  </a:lnTo>
                  <a:lnTo>
                    <a:pt x="906784" y="706458"/>
                  </a:lnTo>
                  <a:lnTo>
                    <a:pt x="901402" y="706458"/>
                  </a:lnTo>
                  <a:lnTo>
                    <a:pt x="896021" y="710488"/>
                  </a:lnTo>
                  <a:lnTo>
                    <a:pt x="893330" y="709145"/>
                  </a:lnTo>
                  <a:lnTo>
                    <a:pt x="885258" y="710488"/>
                  </a:lnTo>
                  <a:lnTo>
                    <a:pt x="882567" y="709145"/>
                  </a:lnTo>
                  <a:lnTo>
                    <a:pt x="878531" y="710488"/>
                  </a:lnTo>
                  <a:lnTo>
                    <a:pt x="871804" y="709145"/>
                  </a:lnTo>
                  <a:lnTo>
                    <a:pt x="866422" y="711831"/>
                  </a:lnTo>
                  <a:lnTo>
                    <a:pt x="862387" y="706458"/>
                  </a:lnTo>
                  <a:lnTo>
                    <a:pt x="862387" y="703772"/>
                  </a:lnTo>
                  <a:lnTo>
                    <a:pt x="862387" y="701086"/>
                  </a:lnTo>
                  <a:lnTo>
                    <a:pt x="859696" y="699743"/>
                  </a:lnTo>
                  <a:lnTo>
                    <a:pt x="857005" y="705115"/>
                  </a:lnTo>
                  <a:lnTo>
                    <a:pt x="854314" y="709145"/>
                  </a:lnTo>
                  <a:lnTo>
                    <a:pt x="851623" y="707802"/>
                  </a:lnTo>
                  <a:lnTo>
                    <a:pt x="847587" y="709145"/>
                  </a:lnTo>
                  <a:lnTo>
                    <a:pt x="842206" y="707802"/>
                  </a:lnTo>
                  <a:lnTo>
                    <a:pt x="826061" y="710488"/>
                  </a:lnTo>
                  <a:lnTo>
                    <a:pt x="822025" y="714517"/>
                  </a:lnTo>
                  <a:lnTo>
                    <a:pt x="813953" y="718546"/>
                  </a:lnTo>
                  <a:lnTo>
                    <a:pt x="808571" y="722575"/>
                  </a:lnTo>
                  <a:lnTo>
                    <a:pt x="808571" y="726605"/>
                  </a:lnTo>
                  <a:lnTo>
                    <a:pt x="812607" y="725262"/>
                  </a:lnTo>
                  <a:lnTo>
                    <a:pt x="815298" y="722575"/>
                  </a:lnTo>
                  <a:lnTo>
                    <a:pt x="816644" y="722575"/>
                  </a:lnTo>
                  <a:lnTo>
                    <a:pt x="819334" y="725262"/>
                  </a:lnTo>
                  <a:lnTo>
                    <a:pt x="823370" y="726605"/>
                  </a:lnTo>
                  <a:lnTo>
                    <a:pt x="822025" y="729291"/>
                  </a:lnTo>
                  <a:lnTo>
                    <a:pt x="813953" y="731977"/>
                  </a:lnTo>
                  <a:lnTo>
                    <a:pt x="813953" y="736006"/>
                  </a:lnTo>
                  <a:lnTo>
                    <a:pt x="815298" y="740035"/>
                  </a:lnTo>
                  <a:lnTo>
                    <a:pt x="823370" y="742722"/>
                  </a:lnTo>
                  <a:lnTo>
                    <a:pt x="830097" y="748094"/>
                  </a:lnTo>
                  <a:lnTo>
                    <a:pt x="828752" y="749437"/>
                  </a:lnTo>
                  <a:lnTo>
                    <a:pt x="826061" y="750780"/>
                  </a:lnTo>
                  <a:lnTo>
                    <a:pt x="823370" y="753466"/>
                  </a:lnTo>
                  <a:lnTo>
                    <a:pt x="823370" y="749437"/>
                  </a:lnTo>
                  <a:lnTo>
                    <a:pt x="820680" y="746751"/>
                  </a:lnTo>
                  <a:lnTo>
                    <a:pt x="817989" y="746751"/>
                  </a:lnTo>
                  <a:lnTo>
                    <a:pt x="815298" y="744065"/>
                  </a:lnTo>
                  <a:lnTo>
                    <a:pt x="811262" y="742722"/>
                  </a:lnTo>
                  <a:lnTo>
                    <a:pt x="807226" y="737349"/>
                  </a:lnTo>
                  <a:lnTo>
                    <a:pt x="803190" y="737349"/>
                  </a:lnTo>
                  <a:lnTo>
                    <a:pt x="805881" y="741378"/>
                  </a:lnTo>
                  <a:lnTo>
                    <a:pt x="805881" y="748094"/>
                  </a:lnTo>
                  <a:lnTo>
                    <a:pt x="801845" y="749437"/>
                  </a:lnTo>
                  <a:lnTo>
                    <a:pt x="799154" y="746751"/>
                  </a:lnTo>
                  <a:lnTo>
                    <a:pt x="795118" y="744065"/>
                  </a:lnTo>
                  <a:lnTo>
                    <a:pt x="791082" y="746751"/>
                  </a:lnTo>
                  <a:lnTo>
                    <a:pt x="788391" y="749437"/>
                  </a:lnTo>
                  <a:lnTo>
                    <a:pt x="781664" y="748094"/>
                  </a:lnTo>
                  <a:lnTo>
                    <a:pt x="778973" y="745408"/>
                  </a:lnTo>
                  <a:lnTo>
                    <a:pt x="773592" y="746751"/>
                  </a:lnTo>
                  <a:lnTo>
                    <a:pt x="770901" y="745408"/>
                  </a:lnTo>
                  <a:lnTo>
                    <a:pt x="773592" y="742722"/>
                  </a:lnTo>
                  <a:lnTo>
                    <a:pt x="776282" y="740035"/>
                  </a:lnTo>
                  <a:lnTo>
                    <a:pt x="774937" y="736006"/>
                  </a:lnTo>
                  <a:lnTo>
                    <a:pt x="769555" y="737349"/>
                  </a:lnTo>
                  <a:lnTo>
                    <a:pt x="768210" y="736006"/>
                  </a:lnTo>
                  <a:lnTo>
                    <a:pt x="768210" y="731977"/>
                  </a:lnTo>
                  <a:lnTo>
                    <a:pt x="766865" y="729291"/>
                  </a:lnTo>
                  <a:lnTo>
                    <a:pt x="762829" y="730634"/>
                  </a:lnTo>
                  <a:lnTo>
                    <a:pt x="760138" y="729291"/>
                  </a:lnTo>
                  <a:lnTo>
                    <a:pt x="761483" y="726605"/>
                  </a:lnTo>
                  <a:lnTo>
                    <a:pt x="758792" y="725262"/>
                  </a:lnTo>
                  <a:lnTo>
                    <a:pt x="754756" y="727948"/>
                  </a:lnTo>
                  <a:lnTo>
                    <a:pt x="753411" y="730634"/>
                  </a:lnTo>
                  <a:lnTo>
                    <a:pt x="754756" y="733320"/>
                  </a:lnTo>
                  <a:lnTo>
                    <a:pt x="749375" y="734663"/>
                  </a:lnTo>
                  <a:lnTo>
                    <a:pt x="734576" y="733320"/>
                  </a:lnTo>
                  <a:lnTo>
                    <a:pt x="733230" y="730634"/>
                  </a:lnTo>
                  <a:lnTo>
                    <a:pt x="721122" y="726605"/>
                  </a:lnTo>
                  <a:lnTo>
                    <a:pt x="714395" y="726605"/>
                  </a:lnTo>
                  <a:lnTo>
                    <a:pt x="704977" y="729291"/>
                  </a:lnTo>
                  <a:lnTo>
                    <a:pt x="700941" y="731977"/>
                  </a:lnTo>
                  <a:lnTo>
                    <a:pt x="698250" y="731977"/>
                  </a:lnTo>
                  <a:lnTo>
                    <a:pt x="694214" y="738692"/>
                  </a:lnTo>
                  <a:lnTo>
                    <a:pt x="687488" y="738692"/>
                  </a:lnTo>
                  <a:lnTo>
                    <a:pt x="688833" y="734663"/>
                  </a:lnTo>
                  <a:lnTo>
                    <a:pt x="687488" y="730634"/>
                  </a:lnTo>
                  <a:lnTo>
                    <a:pt x="690178" y="726605"/>
                  </a:lnTo>
                  <a:lnTo>
                    <a:pt x="688833" y="721232"/>
                  </a:lnTo>
                  <a:lnTo>
                    <a:pt x="687488" y="723918"/>
                  </a:lnTo>
                  <a:lnTo>
                    <a:pt x="683451" y="727948"/>
                  </a:lnTo>
                  <a:lnTo>
                    <a:pt x="680761" y="727948"/>
                  </a:lnTo>
                  <a:lnTo>
                    <a:pt x="678070" y="723918"/>
                  </a:lnTo>
                  <a:lnTo>
                    <a:pt x="680761" y="731977"/>
                  </a:lnTo>
                  <a:lnTo>
                    <a:pt x="680761" y="737349"/>
                  </a:lnTo>
                  <a:lnTo>
                    <a:pt x="682106" y="742722"/>
                  </a:lnTo>
                  <a:lnTo>
                    <a:pt x="678070" y="745408"/>
                  </a:lnTo>
                  <a:lnTo>
                    <a:pt x="675379" y="745408"/>
                  </a:lnTo>
                  <a:lnTo>
                    <a:pt x="667307" y="753466"/>
                  </a:lnTo>
                  <a:lnTo>
                    <a:pt x="655198" y="758838"/>
                  </a:lnTo>
                  <a:lnTo>
                    <a:pt x="652508" y="757495"/>
                  </a:lnTo>
                  <a:lnTo>
                    <a:pt x="647126" y="762868"/>
                  </a:lnTo>
                  <a:lnTo>
                    <a:pt x="644435" y="762868"/>
                  </a:lnTo>
                  <a:lnTo>
                    <a:pt x="648472" y="758838"/>
                  </a:lnTo>
                  <a:lnTo>
                    <a:pt x="644435" y="756152"/>
                  </a:lnTo>
                  <a:lnTo>
                    <a:pt x="641745" y="757495"/>
                  </a:lnTo>
                  <a:lnTo>
                    <a:pt x="640399" y="756152"/>
                  </a:lnTo>
                  <a:lnTo>
                    <a:pt x="635018" y="758838"/>
                  </a:lnTo>
                  <a:lnTo>
                    <a:pt x="637708" y="761525"/>
                  </a:lnTo>
                  <a:lnTo>
                    <a:pt x="632327" y="762868"/>
                  </a:lnTo>
                  <a:lnTo>
                    <a:pt x="629636" y="761525"/>
                  </a:lnTo>
                  <a:lnTo>
                    <a:pt x="629636" y="766897"/>
                  </a:lnTo>
                  <a:lnTo>
                    <a:pt x="625600" y="769583"/>
                  </a:lnTo>
                  <a:lnTo>
                    <a:pt x="622909" y="768240"/>
                  </a:lnTo>
                  <a:lnTo>
                    <a:pt x="617528" y="773612"/>
                  </a:lnTo>
                  <a:lnTo>
                    <a:pt x="621564" y="777641"/>
                  </a:lnTo>
                  <a:lnTo>
                    <a:pt x="616183" y="781671"/>
                  </a:lnTo>
                  <a:lnTo>
                    <a:pt x="612146" y="783014"/>
                  </a:lnTo>
                  <a:lnTo>
                    <a:pt x="613492" y="793758"/>
                  </a:lnTo>
                  <a:lnTo>
                    <a:pt x="610801" y="797788"/>
                  </a:lnTo>
                  <a:lnTo>
                    <a:pt x="608110" y="805846"/>
                  </a:lnTo>
                  <a:lnTo>
                    <a:pt x="605420" y="812562"/>
                  </a:lnTo>
                  <a:lnTo>
                    <a:pt x="606765" y="815248"/>
                  </a:lnTo>
                  <a:lnTo>
                    <a:pt x="606765" y="827335"/>
                  </a:lnTo>
                  <a:lnTo>
                    <a:pt x="608110" y="830022"/>
                  </a:lnTo>
                  <a:lnTo>
                    <a:pt x="606765" y="836737"/>
                  </a:lnTo>
                  <a:lnTo>
                    <a:pt x="604074" y="843452"/>
                  </a:lnTo>
                  <a:lnTo>
                    <a:pt x="601383" y="843452"/>
                  </a:lnTo>
                  <a:lnTo>
                    <a:pt x="600038" y="839423"/>
                  </a:lnTo>
                  <a:lnTo>
                    <a:pt x="594656" y="838080"/>
                  </a:lnTo>
                  <a:lnTo>
                    <a:pt x="590620" y="836737"/>
                  </a:lnTo>
                  <a:lnTo>
                    <a:pt x="581203" y="832708"/>
                  </a:lnTo>
                  <a:lnTo>
                    <a:pt x="577167" y="828678"/>
                  </a:lnTo>
                  <a:lnTo>
                    <a:pt x="574476" y="827335"/>
                  </a:lnTo>
                  <a:lnTo>
                    <a:pt x="570440" y="827335"/>
                  </a:lnTo>
                  <a:lnTo>
                    <a:pt x="567749" y="825992"/>
                  </a:lnTo>
                  <a:lnTo>
                    <a:pt x="567749" y="825992"/>
                  </a:lnTo>
                  <a:lnTo>
                    <a:pt x="565058" y="823306"/>
                  </a:lnTo>
                  <a:lnTo>
                    <a:pt x="565058" y="816591"/>
                  </a:lnTo>
                  <a:lnTo>
                    <a:pt x="559677" y="801817"/>
                  </a:lnTo>
                  <a:lnTo>
                    <a:pt x="559677" y="799131"/>
                  </a:lnTo>
                  <a:lnTo>
                    <a:pt x="559677" y="797788"/>
                  </a:lnTo>
                  <a:lnTo>
                    <a:pt x="559677" y="793758"/>
                  </a:lnTo>
                  <a:lnTo>
                    <a:pt x="561022" y="788386"/>
                  </a:lnTo>
                  <a:lnTo>
                    <a:pt x="556986" y="784357"/>
                  </a:lnTo>
                  <a:lnTo>
                    <a:pt x="554295" y="780328"/>
                  </a:lnTo>
                  <a:lnTo>
                    <a:pt x="552950" y="774955"/>
                  </a:lnTo>
                  <a:lnTo>
                    <a:pt x="548914" y="773612"/>
                  </a:lnTo>
                  <a:lnTo>
                    <a:pt x="547568" y="769583"/>
                  </a:lnTo>
                  <a:lnTo>
                    <a:pt x="544878" y="768240"/>
                  </a:lnTo>
                  <a:lnTo>
                    <a:pt x="542187" y="758838"/>
                  </a:lnTo>
                  <a:lnTo>
                    <a:pt x="540841" y="754809"/>
                  </a:lnTo>
                  <a:lnTo>
                    <a:pt x="538151" y="753466"/>
                  </a:lnTo>
                  <a:lnTo>
                    <a:pt x="536805" y="748094"/>
                  </a:lnTo>
                  <a:lnTo>
                    <a:pt x="536805" y="744065"/>
                  </a:lnTo>
                  <a:lnTo>
                    <a:pt x="535460" y="741378"/>
                  </a:lnTo>
                  <a:lnTo>
                    <a:pt x="532769" y="736006"/>
                  </a:lnTo>
                  <a:lnTo>
                    <a:pt x="530078" y="729291"/>
                  </a:lnTo>
                  <a:lnTo>
                    <a:pt x="524697" y="725262"/>
                  </a:lnTo>
                  <a:lnTo>
                    <a:pt x="522006" y="721232"/>
                  </a:lnTo>
                  <a:lnTo>
                    <a:pt x="519315" y="719889"/>
                  </a:lnTo>
                  <a:lnTo>
                    <a:pt x="515279" y="721232"/>
                  </a:lnTo>
                  <a:lnTo>
                    <a:pt x="513934" y="719889"/>
                  </a:lnTo>
                  <a:lnTo>
                    <a:pt x="512589" y="718546"/>
                  </a:lnTo>
                  <a:lnTo>
                    <a:pt x="507207" y="718546"/>
                  </a:lnTo>
                  <a:lnTo>
                    <a:pt x="503171" y="718546"/>
                  </a:lnTo>
                  <a:lnTo>
                    <a:pt x="497789" y="718546"/>
                  </a:lnTo>
                  <a:lnTo>
                    <a:pt x="496444" y="721232"/>
                  </a:lnTo>
                  <a:lnTo>
                    <a:pt x="495099" y="721232"/>
                  </a:lnTo>
                  <a:lnTo>
                    <a:pt x="493753" y="719889"/>
                  </a:lnTo>
                  <a:lnTo>
                    <a:pt x="492408" y="719889"/>
                  </a:lnTo>
                  <a:lnTo>
                    <a:pt x="489717" y="721232"/>
                  </a:lnTo>
                  <a:lnTo>
                    <a:pt x="487026" y="723918"/>
                  </a:lnTo>
                  <a:lnTo>
                    <a:pt x="482990" y="730634"/>
                  </a:lnTo>
                  <a:lnTo>
                    <a:pt x="480299" y="733320"/>
                  </a:lnTo>
                  <a:lnTo>
                    <a:pt x="481645" y="734663"/>
                  </a:lnTo>
                  <a:lnTo>
                    <a:pt x="480299" y="737349"/>
                  </a:lnTo>
                  <a:lnTo>
                    <a:pt x="477609" y="737349"/>
                  </a:lnTo>
                  <a:lnTo>
                    <a:pt x="474918" y="741378"/>
                  </a:lnTo>
                  <a:lnTo>
                    <a:pt x="473573" y="742722"/>
                  </a:lnTo>
                  <a:lnTo>
                    <a:pt x="470882" y="744065"/>
                  </a:lnTo>
                  <a:lnTo>
                    <a:pt x="469536" y="742722"/>
                  </a:lnTo>
                  <a:lnTo>
                    <a:pt x="466846" y="741378"/>
                  </a:lnTo>
                  <a:lnTo>
                    <a:pt x="462809" y="738692"/>
                  </a:lnTo>
                  <a:lnTo>
                    <a:pt x="457428" y="737349"/>
                  </a:lnTo>
                  <a:lnTo>
                    <a:pt x="457428" y="736006"/>
                  </a:lnTo>
                  <a:lnTo>
                    <a:pt x="452047" y="733320"/>
                  </a:lnTo>
                  <a:lnTo>
                    <a:pt x="449356" y="733320"/>
                  </a:lnTo>
                  <a:lnTo>
                    <a:pt x="446665" y="730634"/>
                  </a:lnTo>
                  <a:lnTo>
                    <a:pt x="446665" y="729291"/>
                  </a:lnTo>
                  <a:lnTo>
                    <a:pt x="445320" y="727948"/>
                  </a:lnTo>
                  <a:lnTo>
                    <a:pt x="443974" y="726605"/>
                  </a:lnTo>
                  <a:lnTo>
                    <a:pt x="441284" y="726605"/>
                  </a:lnTo>
                  <a:lnTo>
                    <a:pt x="439938" y="723918"/>
                  </a:lnTo>
                  <a:lnTo>
                    <a:pt x="438593" y="723918"/>
                  </a:lnTo>
                  <a:lnTo>
                    <a:pt x="438593" y="722575"/>
                  </a:lnTo>
                  <a:lnTo>
                    <a:pt x="437247" y="719889"/>
                  </a:lnTo>
                  <a:lnTo>
                    <a:pt x="433211" y="715860"/>
                  </a:lnTo>
                  <a:lnTo>
                    <a:pt x="429175" y="709145"/>
                  </a:lnTo>
                  <a:lnTo>
                    <a:pt x="429175" y="707802"/>
                  </a:lnTo>
                  <a:lnTo>
                    <a:pt x="431866" y="707802"/>
                  </a:lnTo>
                  <a:lnTo>
                    <a:pt x="433211" y="706458"/>
                  </a:lnTo>
                  <a:lnTo>
                    <a:pt x="433211" y="702429"/>
                  </a:lnTo>
                  <a:lnTo>
                    <a:pt x="430521" y="699743"/>
                  </a:lnTo>
                  <a:lnTo>
                    <a:pt x="429175" y="697057"/>
                  </a:lnTo>
                  <a:lnTo>
                    <a:pt x="427830" y="697057"/>
                  </a:lnTo>
                  <a:lnTo>
                    <a:pt x="426484" y="695714"/>
                  </a:lnTo>
                  <a:lnTo>
                    <a:pt x="425139" y="688999"/>
                  </a:lnTo>
                  <a:lnTo>
                    <a:pt x="423794" y="684969"/>
                  </a:lnTo>
                  <a:lnTo>
                    <a:pt x="419757" y="683626"/>
                  </a:lnTo>
                  <a:lnTo>
                    <a:pt x="417067" y="682283"/>
                  </a:lnTo>
                  <a:lnTo>
                    <a:pt x="418412" y="679597"/>
                  </a:lnTo>
                  <a:lnTo>
                    <a:pt x="418412" y="678254"/>
                  </a:lnTo>
                  <a:lnTo>
                    <a:pt x="414376" y="674225"/>
                  </a:lnTo>
                  <a:lnTo>
                    <a:pt x="410340" y="672881"/>
                  </a:lnTo>
                  <a:lnTo>
                    <a:pt x="411685" y="670195"/>
                  </a:lnTo>
                  <a:lnTo>
                    <a:pt x="408994" y="667509"/>
                  </a:lnTo>
                  <a:lnTo>
                    <a:pt x="406304" y="667509"/>
                  </a:lnTo>
                  <a:lnTo>
                    <a:pt x="404958" y="664823"/>
                  </a:lnTo>
                  <a:lnTo>
                    <a:pt x="403613" y="662137"/>
                  </a:lnTo>
                  <a:lnTo>
                    <a:pt x="399577" y="655422"/>
                  </a:lnTo>
                  <a:lnTo>
                    <a:pt x="394195" y="652735"/>
                  </a:lnTo>
                  <a:lnTo>
                    <a:pt x="352489" y="651392"/>
                  </a:lnTo>
                  <a:lnTo>
                    <a:pt x="351143" y="660794"/>
                  </a:lnTo>
                  <a:lnTo>
                    <a:pt x="277148" y="659451"/>
                  </a:lnTo>
                  <a:lnTo>
                    <a:pt x="189698" y="619158"/>
                  </a:lnTo>
                  <a:lnTo>
                    <a:pt x="189698" y="616472"/>
                  </a:lnTo>
                  <a:lnTo>
                    <a:pt x="188353" y="613786"/>
                  </a:lnTo>
                  <a:lnTo>
                    <a:pt x="126465" y="615129"/>
                  </a:lnTo>
                  <a:lnTo>
                    <a:pt x="126465" y="611100"/>
                  </a:lnTo>
                  <a:lnTo>
                    <a:pt x="127811" y="604385"/>
                  </a:lnTo>
                  <a:lnTo>
                    <a:pt x="126465" y="597669"/>
                  </a:lnTo>
                  <a:lnTo>
                    <a:pt x="117048" y="582895"/>
                  </a:lnTo>
                  <a:lnTo>
                    <a:pt x="111666" y="577523"/>
                  </a:lnTo>
                  <a:lnTo>
                    <a:pt x="107630" y="578866"/>
                  </a:lnTo>
                  <a:lnTo>
                    <a:pt x="104939" y="578866"/>
                  </a:lnTo>
                  <a:lnTo>
                    <a:pt x="103594" y="577523"/>
                  </a:lnTo>
                  <a:lnTo>
                    <a:pt x="103594" y="573494"/>
                  </a:lnTo>
                  <a:lnTo>
                    <a:pt x="102249" y="570808"/>
                  </a:lnTo>
                  <a:lnTo>
                    <a:pt x="96867" y="568122"/>
                  </a:lnTo>
                  <a:lnTo>
                    <a:pt x="91486" y="568122"/>
                  </a:lnTo>
                  <a:lnTo>
                    <a:pt x="84759" y="564092"/>
                  </a:lnTo>
                  <a:lnTo>
                    <a:pt x="84759" y="560063"/>
                  </a:lnTo>
                  <a:lnTo>
                    <a:pt x="82068" y="556034"/>
                  </a:lnTo>
                  <a:lnTo>
                    <a:pt x="75341" y="556034"/>
                  </a:lnTo>
                  <a:lnTo>
                    <a:pt x="71305" y="556034"/>
                  </a:lnTo>
                  <a:lnTo>
                    <a:pt x="67269" y="553348"/>
                  </a:lnTo>
                  <a:lnTo>
                    <a:pt x="61887" y="552005"/>
                  </a:lnTo>
                  <a:lnTo>
                    <a:pt x="52470" y="552005"/>
                  </a:lnTo>
                  <a:lnTo>
                    <a:pt x="49779" y="549318"/>
                  </a:lnTo>
                  <a:lnTo>
                    <a:pt x="48434" y="545289"/>
                  </a:lnTo>
                  <a:lnTo>
                    <a:pt x="49779" y="545289"/>
                  </a:lnTo>
                  <a:lnTo>
                    <a:pt x="51124" y="539917"/>
                  </a:lnTo>
                  <a:lnTo>
                    <a:pt x="52470" y="533202"/>
                  </a:lnTo>
                  <a:lnTo>
                    <a:pt x="51124" y="527829"/>
                  </a:lnTo>
                  <a:lnTo>
                    <a:pt x="47088" y="522457"/>
                  </a:lnTo>
                  <a:lnTo>
                    <a:pt x="47088" y="521114"/>
                  </a:lnTo>
                  <a:lnTo>
                    <a:pt x="48434" y="519771"/>
                  </a:lnTo>
                  <a:lnTo>
                    <a:pt x="45743" y="517085"/>
                  </a:lnTo>
                  <a:lnTo>
                    <a:pt x="41707" y="511712"/>
                  </a:lnTo>
                  <a:lnTo>
                    <a:pt x="36325" y="500968"/>
                  </a:lnTo>
                  <a:lnTo>
                    <a:pt x="34980" y="491566"/>
                  </a:lnTo>
                  <a:lnTo>
                    <a:pt x="30944" y="488880"/>
                  </a:lnTo>
                  <a:lnTo>
                    <a:pt x="30944" y="484851"/>
                  </a:lnTo>
                  <a:lnTo>
                    <a:pt x="30944" y="480822"/>
                  </a:lnTo>
                  <a:lnTo>
                    <a:pt x="29598" y="475449"/>
                  </a:lnTo>
                  <a:lnTo>
                    <a:pt x="29598" y="472763"/>
                  </a:lnTo>
                  <a:lnTo>
                    <a:pt x="32289" y="472763"/>
                  </a:lnTo>
                  <a:lnTo>
                    <a:pt x="34980" y="470077"/>
                  </a:lnTo>
                  <a:lnTo>
                    <a:pt x="34980" y="466048"/>
                  </a:lnTo>
                  <a:lnTo>
                    <a:pt x="32289" y="463362"/>
                  </a:lnTo>
                  <a:lnTo>
                    <a:pt x="28253" y="460675"/>
                  </a:lnTo>
                  <a:lnTo>
                    <a:pt x="26908" y="455303"/>
                  </a:lnTo>
                  <a:lnTo>
                    <a:pt x="24217" y="453960"/>
                  </a:lnTo>
                  <a:lnTo>
                    <a:pt x="24217" y="449931"/>
                  </a:lnTo>
                  <a:lnTo>
                    <a:pt x="25562" y="444558"/>
                  </a:lnTo>
                  <a:lnTo>
                    <a:pt x="25562" y="443215"/>
                  </a:lnTo>
                  <a:lnTo>
                    <a:pt x="26908" y="440529"/>
                  </a:lnTo>
                  <a:lnTo>
                    <a:pt x="26908" y="436500"/>
                  </a:lnTo>
                  <a:lnTo>
                    <a:pt x="28253" y="433814"/>
                  </a:lnTo>
                  <a:lnTo>
                    <a:pt x="30944" y="436500"/>
                  </a:lnTo>
                  <a:lnTo>
                    <a:pt x="33634" y="440529"/>
                  </a:lnTo>
                  <a:lnTo>
                    <a:pt x="37671" y="443215"/>
                  </a:lnTo>
                  <a:lnTo>
                    <a:pt x="36325" y="440529"/>
                  </a:lnTo>
                  <a:lnTo>
                    <a:pt x="33634" y="436500"/>
                  </a:lnTo>
                  <a:lnTo>
                    <a:pt x="33634" y="429785"/>
                  </a:lnTo>
                  <a:lnTo>
                    <a:pt x="30944" y="428441"/>
                  </a:lnTo>
                  <a:lnTo>
                    <a:pt x="32289" y="424412"/>
                  </a:lnTo>
                  <a:lnTo>
                    <a:pt x="33634" y="424412"/>
                  </a:lnTo>
                  <a:lnTo>
                    <a:pt x="36325" y="427099"/>
                  </a:lnTo>
                  <a:lnTo>
                    <a:pt x="40361" y="425755"/>
                  </a:lnTo>
                  <a:lnTo>
                    <a:pt x="44397" y="424412"/>
                  </a:lnTo>
                  <a:lnTo>
                    <a:pt x="39016" y="423069"/>
                  </a:lnTo>
                  <a:lnTo>
                    <a:pt x="37671" y="421726"/>
                  </a:lnTo>
                  <a:lnTo>
                    <a:pt x="33634" y="421726"/>
                  </a:lnTo>
                  <a:lnTo>
                    <a:pt x="32289" y="419040"/>
                  </a:lnTo>
                  <a:lnTo>
                    <a:pt x="30944" y="420383"/>
                  </a:lnTo>
                  <a:lnTo>
                    <a:pt x="28253" y="417697"/>
                  </a:lnTo>
                  <a:lnTo>
                    <a:pt x="28253" y="424412"/>
                  </a:lnTo>
                  <a:lnTo>
                    <a:pt x="28253" y="429785"/>
                  </a:lnTo>
                  <a:lnTo>
                    <a:pt x="26908" y="428441"/>
                  </a:lnTo>
                  <a:lnTo>
                    <a:pt x="24217" y="429785"/>
                  </a:lnTo>
                  <a:lnTo>
                    <a:pt x="22871" y="427099"/>
                  </a:lnTo>
                  <a:lnTo>
                    <a:pt x="17490" y="420383"/>
                  </a:lnTo>
                  <a:lnTo>
                    <a:pt x="16144" y="417697"/>
                  </a:lnTo>
                  <a:lnTo>
                    <a:pt x="17490" y="413668"/>
                  </a:lnTo>
                  <a:lnTo>
                    <a:pt x="17490" y="409638"/>
                  </a:lnTo>
                  <a:lnTo>
                    <a:pt x="5382" y="392178"/>
                  </a:lnTo>
                  <a:lnTo>
                    <a:pt x="5382" y="389492"/>
                  </a:lnTo>
                  <a:lnTo>
                    <a:pt x="5382" y="385463"/>
                  </a:lnTo>
                  <a:lnTo>
                    <a:pt x="8072" y="382777"/>
                  </a:lnTo>
                  <a:lnTo>
                    <a:pt x="8072" y="377405"/>
                  </a:lnTo>
                  <a:lnTo>
                    <a:pt x="5382" y="372032"/>
                  </a:lnTo>
                  <a:lnTo>
                    <a:pt x="5382" y="370689"/>
                  </a:lnTo>
                  <a:lnTo>
                    <a:pt x="8072" y="365317"/>
                  </a:lnTo>
                  <a:lnTo>
                    <a:pt x="9418" y="359945"/>
                  </a:lnTo>
                  <a:lnTo>
                    <a:pt x="9418" y="349200"/>
                  </a:lnTo>
                  <a:lnTo>
                    <a:pt x="4036" y="339799"/>
                  </a:lnTo>
                  <a:lnTo>
                    <a:pt x="0" y="333083"/>
                  </a:lnTo>
                  <a:lnTo>
                    <a:pt x="0" y="327711"/>
                  </a:lnTo>
                  <a:lnTo>
                    <a:pt x="2691" y="320995"/>
                  </a:lnTo>
                  <a:lnTo>
                    <a:pt x="10763" y="316966"/>
                  </a:lnTo>
                  <a:lnTo>
                    <a:pt x="13454" y="308908"/>
                  </a:lnTo>
                  <a:lnTo>
                    <a:pt x="12108" y="308908"/>
                  </a:lnTo>
                  <a:lnTo>
                    <a:pt x="10763" y="304878"/>
                  </a:lnTo>
                  <a:lnTo>
                    <a:pt x="13454" y="302192"/>
                  </a:lnTo>
                  <a:lnTo>
                    <a:pt x="16144" y="296820"/>
                  </a:lnTo>
                  <a:lnTo>
                    <a:pt x="17490" y="286075"/>
                  </a:lnTo>
                  <a:lnTo>
                    <a:pt x="16144" y="279360"/>
                  </a:lnTo>
                  <a:lnTo>
                    <a:pt x="16144" y="275331"/>
                  </a:lnTo>
                  <a:lnTo>
                    <a:pt x="17490" y="272645"/>
                  </a:lnTo>
                  <a:lnTo>
                    <a:pt x="14799" y="265929"/>
                  </a:lnTo>
                  <a:lnTo>
                    <a:pt x="14799" y="259214"/>
                  </a:lnTo>
                  <a:lnTo>
                    <a:pt x="17490" y="249812"/>
                  </a:lnTo>
                  <a:lnTo>
                    <a:pt x="17490" y="240411"/>
                  </a:lnTo>
                  <a:lnTo>
                    <a:pt x="18835" y="235038"/>
                  </a:lnTo>
                  <a:lnTo>
                    <a:pt x="25562" y="226980"/>
                  </a:lnTo>
                  <a:lnTo>
                    <a:pt x="26908" y="221608"/>
                  </a:lnTo>
                  <a:lnTo>
                    <a:pt x="29598" y="218922"/>
                  </a:lnTo>
                  <a:lnTo>
                    <a:pt x="32289" y="210863"/>
                  </a:lnTo>
                  <a:lnTo>
                    <a:pt x="37671" y="205491"/>
                  </a:lnTo>
                  <a:lnTo>
                    <a:pt x="40361" y="198775"/>
                  </a:lnTo>
                  <a:lnTo>
                    <a:pt x="43052" y="184002"/>
                  </a:lnTo>
                  <a:lnTo>
                    <a:pt x="48434" y="171914"/>
                  </a:lnTo>
                  <a:lnTo>
                    <a:pt x="49779" y="159826"/>
                  </a:lnTo>
                  <a:lnTo>
                    <a:pt x="57851" y="145052"/>
                  </a:lnTo>
                  <a:lnTo>
                    <a:pt x="59197" y="138337"/>
                  </a:lnTo>
                  <a:lnTo>
                    <a:pt x="64578" y="131622"/>
                  </a:lnTo>
                  <a:lnTo>
                    <a:pt x="63233" y="127592"/>
                  </a:lnTo>
                  <a:lnTo>
                    <a:pt x="63233" y="124906"/>
                  </a:lnTo>
                  <a:lnTo>
                    <a:pt x="68614" y="118191"/>
                  </a:lnTo>
                  <a:lnTo>
                    <a:pt x="68614" y="114162"/>
                  </a:lnTo>
                  <a:lnTo>
                    <a:pt x="69960" y="111475"/>
                  </a:lnTo>
                  <a:lnTo>
                    <a:pt x="72650" y="114162"/>
                  </a:lnTo>
                  <a:lnTo>
                    <a:pt x="82068" y="114162"/>
                  </a:lnTo>
                  <a:lnTo>
                    <a:pt x="86104" y="116848"/>
                  </a:lnTo>
                  <a:lnTo>
                    <a:pt x="88795" y="116848"/>
                  </a:lnTo>
                  <a:lnTo>
                    <a:pt x="92831" y="119534"/>
                  </a:lnTo>
                  <a:lnTo>
                    <a:pt x="95522" y="124906"/>
                  </a:lnTo>
                  <a:lnTo>
                    <a:pt x="95522" y="119534"/>
                  </a:lnTo>
                  <a:lnTo>
                    <a:pt x="92831" y="115504"/>
                  </a:lnTo>
                  <a:lnTo>
                    <a:pt x="87449" y="114162"/>
                  </a:lnTo>
                  <a:lnTo>
                    <a:pt x="83413" y="111475"/>
                  </a:lnTo>
                  <a:lnTo>
                    <a:pt x="75341" y="110132"/>
                  </a:lnTo>
                  <a:lnTo>
                    <a:pt x="68614" y="108789"/>
                  </a:lnTo>
                  <a:lnTo>
                    <a:pt x="68614" y="106103"/>
                  </a:lnTo>
                  <a:lnTo>
                    <a:pt x="69960" y="103417"/>
                  </a:lnTo>
                  <a:lnTo>
                    <a:pt x="71305" y="104760"/>
                  </a:lnTo>
                  <a:lnTo>
                    <a:pt x="73996" y="100731"/>
                  </a:lnTo>
                  <a:lnTo>
                    <a:pt x="75341" y="95358"/>
                  </a:lnTo>
                  <a:lnTo>
                    <a:pt x="76686" y="92672"/>
                  </a:lnTo>
                  <a:lnTo>
                    <a:pt x="71305" y="89986"/>
                  </a:lnTo>
                  <a:lnTo>
                    <a:pt x="69960" y="88643"/>
                  </a:lnTo>
                  <a:lnTo>
                    <a:pt x="71305" y="84614"/>
                  </a:lnTo>
                  <a:lnTo>
                    <a:pt x="73996" y="84614"/>
                  </a:lnTo>
                  <a:lnTo>
                    <a:pt x="76686" y="80585"/>
                  </a:lnTo>
                  <a:lnTo>
                    <a:pt x="75341" y="79241"/>
                  </a:lnTo>
                  <a:lnTo>
                    <a:pt x="72650" y="77899"/>
                  </a:lnTo>
                  <a:lnTo>
                    <a:pt x="71305" y="75212"/>
                  </a:lnTo>
                  <a:lnTo>
                    <a:pt x="72650" y="68497"/>
                  </a:lnTo>
                  <a:lnTo>
                    <a:pt x="71305" y="61781"/>
                  </a:lnTo>
                  <a:lnTo>
                    <a:pt x="73996" y="48351"/>
                  </a:lnTo>
                  <a:lnTo>
                    <a:pt x="71305" y="38949"/>
                  </a:lnTo>
                  <a:lnTo>
                    <a:pt x="71305" y="34920"/>
                  </a:lnTo>
                  <a:lnTo>
                    <a:pt x="75341" y="24175"/>
                  </a:lnTo>
                  <a:lnTo>
                    <a:pt x="76686" y="20146"/>
                  </a:lnTo>
                  <a:lnTo>
                    <a:pt x="78032" y="18803"/>
                  </a:lnTo>
                  <a:lnTo>
                    <a:pt x="90140" y="29548"/>
                  </a:lnTo>
                  <a:lnTo>
                    <a:pt x="96867" y="33577"/>
                  </a:lnTo>
                  <a:lnTo>
                    <a:pt x="107630" y="34920"/>
                  </a:lnTo>
                  <a:lnTo>
                    <a:pt x="111666" y="36263"/>
                  </a:lnTo>
                  <a:lnTo>
                    <a:pt x="114357" y="41635"/>
                  </a:lnTo>
                  <a:lnTo>
                    <a:pt x="117048" y="40292"/>
                  </a:lnTo>
                  <a:lnTo>
                    <a:pt x="119739" y="40292"/>
                  </a:lnTo>
                  <a:lnTo>
                    <a:pt x="121084" y="42978"/>
                  </a:lnTo>
                  <a:lnTo>
                    <a:pt x="119739" y="45665"/>
                  </a:lnTo>
                  <a:lnTo>
                    <a:pt x="114357" y="48351"/>
                  </a:lnTo>
                  <a:lnTo>
                    <a:pt x="108975" y="52380"/>
                  </a:lnTo>
                  <a:lnTo>
                    <a:pt x="108975" y="55066"/>
                  </a:lnTo>
                  <a:lnTo>
                    <a:pt x="113012" y="55066"/>
                  </a:lnTo>
                  <a:lnTo>
                    <a:pt x="115702" y="52380"/>
                  </a:lnTo>
                  <a:lnTo>
                    <a:pt x="121084" y="48351"/>
                  </a:lnTo>
                  <a:lnTo>
                    <a:pt x="123775" y="47008"/>
                  </a:lnTo>
                  <a:lnTo>
                    <a:pt x="123775" y="51037"/>
                  </a:lnTo>
                  <a:lnTo>
                    <a:pt x="119739" y="55066"/>
                  </a:lnTo>
                  <a:lnTo>
                    <a:pt x="117048" y="61781"/>
                  </a:lnTo>
                  <a:lnTo>
                    <a:pt x="117048" y="67154"/>
                  </a:lnTo>
                  <a:lnTo>
                    <a:pt x="115702" y="69840"/>
                  </a:lnTo>
                  <a:lnTo>
                    <a:pt x="114357" y="65811"/>
                  </a:lnTo>
                  <a:lnTo>
                    <a:pt x="111666" y="68497"/>
                  </a:lnTo>
                  <a:lnTo>
                    <a:pt x="110321" y="65811"/>
                  </a:lnTo>
                  <a:lnTo>
                    <a:pt x="106285" y="71183"/>
                  </a:lnTo>
                  <a:lnTo>
                    <a:pt x="107630" y="73869"/>
                  </a:lnTo>
                  <a:lnTo>
                    <a:pt x="111666" y="75212"/>
                  </a:lnTo>
                  <a:lnTo>
                    <a:pt x="117048" y="72526"/>
                  </a:lnTo>
                  <a:lnTo>
                    <a:pt x="119739" y="67154"/>
                  </a:lnTo>
                  <a:lnTo>
                    <a:pt x="122429" y="64468"/>
                  </a:lnTo>
                  <a:lnTo>
                    <a:pt x="122429" y="59095"/>
                  </a:lnTo>
                  <a:lnTo>
                    <a:pt x="125120" y="56409"/>
                  </a:lnTo>
                  <a:lnTo>
                    <a:pt x="126465" y="49694"/>
                  </a:lnTo>
                  <a:lnTo>
                    <a:pt x="130501" y="47008"/>
                  </a:lnTo>
                  <a:lnTo>
                    <a:pt x="135883" y="41635"/>
                  </a:lnTo>
                  <a:lnTo>
                    <a:pt x="133192" y="37606"/>
                  </a:lnTo>
                  <a:lnTo>
                    <a:pt x="131847" y="34920"/>
                  </a:lnTo>
                  <a:lnTo>
                    <a:pt x="130501" y="33577"/>
                  </a:lnTo>
                  <a:lnTo>
                    <a:pt x="133192" y="29548"/>
                  </a:lnTo>
                  <a:lnTo>
                    <a:pt x="135883" y="26862"/>
                  </a:lnTo>
                  <a:lnTo>
                    <a:pt x="131847" y="24175"/>
                  </a:lnTo>
                  <a:lnTo>
                    <a:pt x="130501" y="20146"/>
                  </a:lnTo>
                  <a:lnTo>
                    <a:pt x="135883" y="17460"/>
                  </a:lnTo>
                  <a:lnTo>
                    <a:pt x="135883" y="13431"/>
                  </a:lnTo>
                  <a:lnTo>
                    <a:pt x="130501" y="9401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5" name="Freeform 1494">
              <a:extLst>
                <a:ext uri="{FF2B5EF4-FFF2-40B4-BE49-F238E27FC236}">
                  <a16:creationId xmlns:a16="http://schemas.microsoft.com/office/drawing/2014/main" id="{1562C852-C55F-143E-9159-FFCFDFDF58A0}"/>
                </a:ext>
              </a:extLst>
            </p:cNvPr>
            <p:cNvSpPr/>
            <p:nvPr/>
          </p:nvSpPr>
          <p:spPr>
            <a:xfrm>
              <a:off x="5614259" y="3455197"/>
              <a:ext cx="10763" cy="5372"/>
            </a:xfrm>
            <a:custGeom>
              <a:avLst/>
              <a:gdLst>
                <a:gd name="connsiteX0" fmla="*/ 0 w 10763"/>
                <a:gd name="connsiteY0" fmla="*/ 4029 h 5372"/>
                <a:gd name="connsiteX1" fmla="*/ 1345 w 10763"/>
                <a:gd name="connsiteY1" fmla="*/ 5372 h 5372"/>
                <a:gd name="connsiteX2" fmla="*/ 4036 w 10763"/>
                <a:gd name="connsiteY2" fmla="*/ 5372 h 5372"/>
                <a:gd name="connsiteX3" fmla="*/ 6727 w 10763"/>
                <a:gd name="connsiteY3" fmla="*/ 2686 h 5372"/>
                <a:gd name="connsiteX4" fmla="*/ 10763 w 10763"/>
                <a:gd name="connsiteY4" fmla="*/ 2686 h 5372"/>
                <a:gd name="connsiteX5" fmla="*/ 8072 w 10763"/>
                <a:gd name="connsiteY5" fmla="*/ 0 h 5372"/>
                <a:gd name="connsiteX6" fmla="*/ 4036 w 10763"/>
                <a:gd name="connsiteY6" fmla="*/ 0 h 5372"/>
                <a:gd name="connsiteX7" fmla="*/ 2691 w 10763"/>
                <a:gd name="connsiteY7" fmla="*/ 1343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63" h="5372">
                  <a:moveTo>
                    <a:pt x="0" y="4029"/>
                  </a:moveTo>
                  <a:lnTo>
                    <a:pt x="1345" y="5372"/>
                  </a:lnTo>
                  <a:lnTo>
                    <a:pt x="4036" y="5372"/>
                  </a:lnTo>
                  <a:lnTo>
                    <a:pt x="6727" y="2686"/>
                  </a:lnTo>
                  <a:lnTo>
                    <a:pt x="10763" y="2686"/>
                  </a:lnTo>
                  <a:lnTo>
                    <a:pt x="8072" y="0"/>
                  </a:lnTo>
                  <a:lnTo>
                    <a:pt x="4036" y="0"/>
                  </a:lnTo>
                  <a:lnTo>
                    <a:pt x="2691" y="134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6" name="Freeform 1495">
              <a:extLst>
                <a:ext uri="{FF2B5EF4-FFF2-40B4-BE49-F238E27FC236}">
                  <a16:creationId xmlns:a16="http://schemas.microsoft.com/office/drawing/2014/main" id="{D581E2B7-203F-B0E8-A0AF-EEE5BFA3D0D4}"/>
                </a:ext>
              </a:extLst>
            </p:cNvPr>
            <p:cNvSpPr/>
            <p:nvPr/>
          </p:nvSpPr>
          <p:spPr>
            <a:xfrm>
              <a:off x="5532191" y="3464599"/>
              <a:ext cx="51124" cy="17460"/>
            </a:xfrm>
            <a:custGeom>
              <a:avLst/>
              <a:gdLst>
                <a:gd name="connsiteX0" fmla="*/ 4036 w 51124"/>
                <a:gd name="connsiteY0" fmla="*/ 14774 h 17460"/>
                <a:gd name="connsiteX1" fmla="*/ 1345 w 51124"/>
                <a:gd name="connsiteY1" fmla="*/ 17460 h 17460"/>
                <a:gd name="connsiteX2" fmla="*/ 5382 w 51124"/>
                <a:gd name="connsiteY2" fmla="*/ 16117 h 17460"/>
                <a:gd name="connsiteX3" fmla="*/ 6727 w 51124"/>
                <a:gd name="connsiteY3" fmla="*/ 14774 h 17460"/>
                <a:gd name="connsiteX4" fmla="*/ 12109 w 51124"/>
                <a:gd name="connsiteY4" fmla="*/ 13431 h 17460"/>
                <a:gd name="connsiteX5" fmla="*/ 17490 w 51124"/>
                <a:gd name="connsiteY5" fmla="*/ 12088 h 17460"/>
                <a:gd name="connsiteX6" fmla="*/ 26908 w 51124"/>
                <a:gd name="connsiteY6" fmla="*/ 12088 h 17460"/>
                <a:gd name="connsiteX7" fmla="*/ 30944 w 51124"/>
                <a:gd name="connsiteY7" fmla="*/ 9401 h 17460"/>
                <a:gd name="connsiteX8" fmla="*/ 37671 w 51124"/>
                <a:gd name="connsiteY8" fmla="*/ 10745 h 17460"/>
                <a:gd name="connsiteX9" fmla="*/ 39016 w 51124"/>
                <a:gd name="connsiteY9" fmla="*/ 8059 h 17460"/>
                <a:gd name="connsiteX10" fmla="*/ 41707 w 51124"/>
                <a:gd name="connsiteY10" fmla="*/ 9401 h 17460"/>
                <a:gd name="connsiteX11" fmla="*/ 48434 w 51124"/>
                <a:gd name="connsiteY11" fmla="*/ 6715 h 17460"/>
                <a:gd name="connsiteX12" fmla="*/ 51124 w 51124"/>
                <a:gd name="connsiteY12" fmla="*/ 4029 h 17460"/>
                <a:gd name="connsiteX13" fmla="*/ 47088 w 51124"/>
                <a:gd name="connsiteY13" fmla="*/ 5372 h 17460"/>
                <a:gd name="connsiteX14" fmla="*/ 44397 w 51124"/>
                <a:gd name="connsiteY14" fmla="*/ 4029 h 17460"/>
                <a:gd name="connsiteX15" fmla="*/ 39016 w 51124"/>
                <a:gd name="connsiteY15" fmla="*/ 6715 h 17460"/>
                <a:gd name="connsiteX16" fmla="*/ 41707 w 51124"/>
                <a:gd name="connsiteY16" fmla="*/ 4029 h 17460"/>
                <a:gd name="connsiteX17" fmla="*/ 43052 w 51124"/>
                <a:gd name="connsiteY17" fmla="*/ 1343 h 17460"/>
                <a:gd name="connsiteX18" fmla="*/ 43052 w 51124"/>
                <a:gd name="connsiteY18" fmla="*/ 0 h 17460"/>
                <a:gd name="connsiteX19" fmla="*/ 36325 w 51124"/>
                <a:gd name="connsiteY19" fmla="*/ 4029 h 17460"/>
                <a:gd name="connsiteX20" fmla="*/ 28253 w 51124"/>
                <a:gd name="connsiteY20" fmla="*/ 4029 h 17460"/>
                <a:gd name="connsiteX21" fmla="*/ 21526 w 51124"/>
                <a:gd name="connsiteY21" fmla="*/ 6715 h 17460"/>
                <a:gd name="connsiteX22" fmla="*/ 16144 w 51124"/>
                <a:gd name="connsiteY22" fmla="*/ 5372 h 17460"/>
                <a:gd name="connsiteX23" fmla="*/ 8072 w 51124"/>
                <a:gd name="connsiteY23" fmla="*/ 8059 h 17460"/>
                <a:gd name="connsiteX24" fmla="*/ 2691 w 51124"/>
                <a:gd name="connsiteY24" fmla="*/ 9401 h 17460"/>
                <a:gd name="connsiteX25" fmla="*/ 0 w 51124"/>
                <a:gd name="connsiteY25" fmla="*/ 12088 h 17460"/>
                <a:gd name="connsiteX26" fmla="*/ 0 w 51124"/>
                <a:gd name="connsiteY26" fmla="*/ 14774 h 1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124" h="17460">
                  <a:moveTo>
                    <a:pt x="4036" y="14774"/>
                  </a:moveTo>
                  <a:lnTo>
                    <a:pt x="1345" y="17460"/>
                  </a:lnTo>
                  <a:lnTo>
                    <a:pt x="5382" y="16117"/>
                  </a:lnTo>
                  <a:lnTo>
                    <a:pt x="6727" y="14774"/>
                  </a:lnTo>
                  <a:lnTo>
                    <a:pt x="12109" y="13431"/>
                  </a:lnTo>
                  <a:lnTo>
                    <a:pt x="17490" y="12088"/>
                  </a:lnTo>
                  <a:lnTo>
                    <a:pt x="26908" y="12088"/>
                  </a:lnTo>
                  <a:lnTo>
                    <a:pt x="30944" y="9401"/>
                  </a:lnTo>
                  <a:lnTo>
                    <a:pt x="37671" y="10745"/>
                  </a:lnTo>
                  <a:lnTo>
                    <a:pt x="39016" y="8059"/>
                  </a:lnTo>
                  <a:lnTo>
                    <a:pt x="41707" y="9401"/>
                  </a:lnTo>
                  <a:lnTo>
                    <a:pt x="48434" y="6715"/>
                  </a:lnTo>
                  <a:lnTo>
                    <a:pt x="51124" y="4029"/>
                  </a:lnTo>
                  <a:lnTo>
                    <a:pt x="47088" y="5372"/>
                  </a:lnTo>
                  <a:lnTo>
                    <a:pt x="44397" y="4029"/>
                  </a:lnTo>
                  <a:lnTo>
                    <a:pt x="39016" y="6715"/>
                  </a:lnTo>
                  <a:lnTo>
                    <a:pt x="41707" y="4029"/>
                  </a:lnTo>
                  <a:lnTo>
                    <a:pt x="43052" y="1343"/>
                  </a:lnTo>
                  <a:lnTo>
                    <a:pt x="43052" y="0"/>
                  </a:lnTo>
                  <a:lnTo>
                    <a:pt x="36325" y="4029"/>
                  </a:lnTo>
                  <a:lnTo>
                    <a:pt x="28253" y="4029"/>
                  </a:lnTo>
                  <a:lnTo>
                    <a:pt x="21526" y="6715"/>
                  </a:lnTo>
                  <a:lnTo>
                    <a:pt x="16144" y="5372"/>
                  </a:lnTo>
                  <a:lnTo>
                    <a:pt x="8072" y="8059"/>
                  </a:lnTo>
                  <a:lnTo>
                    <a:pt x="2691" y="9401"/>
                  </a:lnTo>
                  <a:lnTo>
                    <a:pt x="0" y="12088"/>
                  </a:lnTo>
                  <a:lnTo>
                    <a:pt x="0" y="14774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7" name="Freeform 1496">
              <a:extLst>
                <a:ext uri="{FF2B5EF4-FFF2-40B4-BE49-F238E27FC236}">
                  <a16:creationId xmlns:a16="http://schemas.microsoft.com/office/drawing/2014/main" id="{D45F54E1-79C0-45A9-6ACF-498635DDC1E6}"/>
                </a:ext>
              </a:extLst>
            </p:cNvPr>
            <p:cNvSpPr/>
            <p:nvPr/>
          </p:nvSpPr>
          <p:spPr>
            <a:xfrm>
              <a:off x="4388621" y="3115399"/>
              <a:ext cx="6726" cy="20146"/>
            </a:xfrm>
            <a:custGeom>
              <a:avLst/>
              <a:gdLst>
                <a:gd name="connsiteX0" fmla="*/ 5382 w 6726"/>
                <a:gd name="connsiteY0" fmla="*/ 0 h 20146"/>
                <a:gd name="connsiteX1" fmla="*/ 0 w 6726"/>
                <a:gd name="connsiteY1" fmla="*/ 5372 h 20146"/>
                <a:gd name="connsiteX2" fmla="*/ 0 w 6726"/>
                <a:gd name="connsiteY2" fmla="*/ 12088 h 20146"/>
                <a:gd name="connsiteX3" fmla="*/ 2691 w 6726"/>
                <a:gd name="connsiteY3" fmla="*/ 20146 h 20146"/>
                <a:gd name="connsiteX4" fmla="*/ 5382 w 6726"/>
                <a:gd name="connsiteY4" fmla="*/ 17460 h 20146"/>
                <a:gd name="connsiteX5" fmla="*/ 2691 w 6726"/>
                <a:gd name="connsiteY5" fmla="*/ 8059 h 20146"/>
                <a:gd name="connsiteX6" fmla="*/ 2691 w 6726"/>
                <a:gd name="connsiteY6" fmla="*/ 4029 h 20146"/>
                <a:gd name="connsiteX7" fmla="*/ 6727 w 6726"/>
                <a:gd name="connsiteY7" fmla="*/ 2686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" h="20146">
                  <a:moveTo>
                    <a:pt x="5382" y="0"/>
                  </a:moveTo>
                  <a:lnTo>
                    <a:pt x="0" y="5372"/>
                  </a:lnTo>
                  <a:lnTo>
                    <a:pt x="0" y="12088"/>
                  </a:lnTo>
                  <a:lnTo>
                    <a:pt x="2691" y="20146"/>
                  </a:lnTo>
                  <a:lnTo>
                    <a:pt x="5382" y="17460"/>
                  </a:lnTo>
                  <a:lnTo>
                    <a:pt x="2691" y="8059"/>
                  </a:lnTo>
                  <a:lnTo>
                    <a:pt x="2691" y="4029"/>
                  </a:lnTo>
                  <a:lnTo>
                    <a:pt x="6727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8" name="Freeform 1497">
              <a:extLst>
                <a:ext uri="{FF2B5EF4-FFF2-40B4-BE49-F238E27FC236}">
                  <a16:creationId xmlns:a16="http://schemas.microsoft.com/office/drawing/2014/main" id="{B0C43775-799C-3559-68D5-CDADA73D49B5}"/>
                </a:ext>
              </a:extLst>
            </p:cNvPr>
            <p:cNvSpPr/>
            <p:nvPr/>
          </p:nvSpPr>
          <p:spPr>
            <a:xfrm>
              <a:off x="4886410" y="3859464"/>
              <a:ext cx="10763" cy="13430"/>
            </a:xfrm>
            <a:custGeom>
              <a:avLst/>
              <a:gdLst>
                <a:gd name="connsiteX0" fmla="*/ 0 w 10763"/>
                <a:gd name="connsiteY0" fmla="*/ 13431 h 13430"/>
                <a:gd name="connsiteX1" fmla="*/ 1345 w 10763"/>
                <a:gd name="connsiteY1" fmla="*/ 12088 h 13430"/>
                <a:gd name="connsiteX2" fmla="*/ 6727 w 10763"/>
                <a:gd name="connsiteY2" fmla="*/ 5372 h 13430"/>
                <a:gd name="connsiteX3" fmla="*/ 10763 w 10763"/>
                <a:gd name="connsiteY3" fmla="*/ 0 h 13430"/>
                <a:gd name="connsiteX4" fmla="*/ 5382 w 10763"/>
                <a:gd name="connsiteY4" fmla="*/ 4029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63" h="13430">
                  <a:moveTo>
                    <a:pt x="0" y="13431"/>
                  </a:moveTo>
                  <a:lnTo>
                    <a:pt x="1345" y="12088"/>
                  </a:lnTo>
                  <a:lnTo>
                    <a:pt x="6727" y="5372"/>
                  </a:lnTo>
                  <a:lnTo>
                    <a:pt x="10763" y="0"/>
                  </a:lnTo>
                  <a:lnTo>
                    <a:pt x="5382" y="402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9" name="Freeform 1498">
              <a:extLst>
                <a:ext uri="{FF2B5EF4-FFF2-40B4-BE49-F238E27FC236}">
                  <a16:creationId xmlns:a16="http://schemas.microsoft.com/office/drawing/2014/main" id="{3444F9A2-5690-3717-4E5B-D20CCBDB12CF}"/>
                </a:ext>
              </a:extLst>
            </p:cNvPr>
            <p:cNvSpPr/>
            <p:nvPr/>
          </p:nvSpPr>
          <p:spPr>
            <a:xfrm>
              <a:off x="4879683" y="3875580"/>
              <a:ext cx="5381" cy="10744"/>
            </a:xfrm>
            <a:custGeom>
              <a:avLst/>
              <a:gdLst>
                <a:gd name="connsiteX0" fmla="*/ 0 w 5381"/>
                <a:gd name="connsiteY0" fmla="*/ 10745 h 10744"/>
                <a:gd name="connsiteX1" fmla="*/ 2691 w 5381"/>
                <a:gd name="connsiteY1" fmla="*/ 9401 h 10744"/>
                <a:gd name="connsiteX2" fmla="*/ 5382 w 5381"/>
                <a:gd name="connsiteY2" fmla="*/ 2686 h 10744"/>
                <a:gd name="connsiteX3" fmla="*/ 4036 w 5381"/>
                <a:gd name="connsiteY3" fmla="*/ 0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1" h="10744">
                  <a:moveTo>
                    <a:pt x="0" y="10745"/>
                  </a:moveTo>
                  <a:lnTo>
                    <a:pt x="2691" y="9401"/>
                  </a:lnTo>
                  <a:lnTo>
                    <a:pt x="5382" y="2686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00" name="Freeform 1499">
              <a:extLst>
                <a:ext uri="{FF2B5EF4-FFF2-40B4-BE49-F238E27FC236}">
                  <a16:creationId xmlns:a16="http://schemas.microsoft.com/office/drawing/2014/main" id="{F37992E3-648B-BC21-2993-4D2CBC4D145A}"/>
                </a:ext>
              </a:extLst>
            </p:cNvPr>
            <p:cNvSpPr/>
            <p:nvPr/>
          </p:nvSpPr>
          <p:spPr>
            <a:xfrm>
              <a:off x="4874302" y="3889011"/>
              <a:ext cx="5381" cy="32233"/>
            </a:xfrm>
            <a:custGeom>
              <a:avLst/>
              <a:gdLst>
                <a:gd name="connsiteX0" fmla="*/ 4036 w 5381"/>
                <a:gd name="connsiteY0" fmla="*/ 32234 h 32233"/>
                <a:gd name="connsiteX1" fmla="*/ 1345 w 5381"/>
                <a:gd name="connsiteY1" fmla="*/ 24175 h 32233"/>
                <a:gd name="connsiteX2" fmla="*/ 2691 w 5381"/>
                <a:gd name="connsiteY2" fmla="*/ 12088 h 32233"/>
                <a:gd name="connsiteX3" fmla="*/ 5381 w 5381"/>
                <a:gd name="connsiteY3" fmla="*/ 0 h 32233"/>
                <a:gd name="connsiteX4" fmla="*/ 0 w 5381"/>
                <a:gd name="connsiteY4" fmla="*/ 12088 h 32233"/>
                <a:gd name="connsiteX5" fmla="*/ 0 w 5381"/>
                <a:gd name="connsiteY5" fmla="*/ 24175 h 32233"/>
                <a:gd name="connsiteX6" fmla="*/ 4036 w 5381"/>
                <a:gd name="connsiteY6" fmla="*/ 32234 h 3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1" h="32233">
                  <a:moveTo>
                    <a:pt x="4036" y="32234"/>
                  </a:moveTo>
                  <a:lnTo>
                    <a:pt x="1345" y="24175"/>
                  </a:lnTo>
                  <a:lnTo>
                    <a:pt x="2691" y="12088"/>
                  </a:lnTo>
                  <a:lnTo>
                    <a:pt x="5381" y="0"/>
                  </a:lnTo>
                  <a:lnTo>
                    <a:pt x="0" y="12088"/>
                  </a:lnTo>
                  <a:lnTo>
                    <a:pt x="0" y="24175"/>
                  </a:lnTo>
                  <a:cubicBezTo>
                    <a:pt x="0" y="22832"/>
                    <a:pt x="4036" y="32234"/>
                    <a:pt x="4036" y="32234"/>
                  </a:cubicBez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501" name="Graphic 5">
            <a:extLst>
              <a:ext uri="{FF2B5EF4-FFF2-40B4-BE49-F238E27FC236}">
                <a16:creationId xmlns:a16="http://schemas.microsoft.com/office/drawing/2014/main" id="{3384BDDF-A269-40C5-DE4E-3B8E36A35C6C}"/>
              </a:ext>
            </a:extLst>
          </p:cNvPr>
          <p:cNvGrpSpPr/>
          <p:nvPr/>
        </p:nvGrpSpPr>
        <p:grpSpPr>
          <a:xfrm>
            <a:off x="5451468" y="4501454"/>
            <a:ext cx="1004996" cy="1058344"/>
            <a:chOff x="5451468" y="4501454"/>
            <a:chExt cx="1004996" cy="1058344"/>
          </a:xfrm>
          <a:solidFill>
            <a:srgbClr val="72C3BE"/>
          </a:solidFill>
        </p:grpSpPr>
        <p:sp>
          <p:nvSpPr>
            <p:cNvPr id="1502" name="Freeform 1501">
              <a:extLst>
                <a:ext uri="{FF2B5EF4-FFF2-40B4-BE49-F238E27FC236}">
                  <a16:creationId xmlns:a16="http://schemas.microsoft.com/office/drawing/2014/main" id="{82335068-81C5-4820-C7BB-AE603F6C6260}"/>
                </a:ext>
              </a:extLst>
            </p:cNvPr>
            <p:cNvSpPr/>
            <p:nvPr/>
          </p:nvSpPr>
          <p:spPr>
            <a:xfrm>
              <a:off x="6042089" y="4651879"/>
              <a:ext cx="6726" cy="5372"/>
            </a:xfrm>
            <a:custGeom>
              <a:avLst/>
              <a:gdLst>
                <a:gd name="connsiteX0" fmla="*/ 0 w 6726"/>
                <a:gd name="connsiteY0" fmla="*/ 5372 h 5372"/>
                <a:gd name="connsiteX1" fmla="*/ 2691 w 6726"/>
                <a:gd name="connsiteY1" fmla="*/ 2686 h 5372"/>
                <a:gd name="connsiteX2" fmla="*/ 6727 w 6726"/>
                <a:gd name="connsiteY2" fmla="*/ 0 h 5372"/>
                <a:gd name="connsiteX3" fmla="*/ 6727 w 6726"/>
                <a:gd name="connsiteY3" fmla="*/ 1343 h 5372"/>
                <a:gd name="connsiteX4" fmla="*/ 5381 w 6726"/>
                <a:gd name="connsiteY4" fmla="*/ 5372 h 5372"/>
                <a:gd name="connsiteX5" fmla="*/ 2691 w 6726"/>
                <a:gd name="connsiteY5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6" h="5372">
                  <a:moveTo>
                    <a:pt x="0" y="5372"/>
                  </a:moveTo>
                  <a:lnTo>
                    <a:pt x="2691" y="2686"/>
                  </a:lnTo>
                  <a:lnTo>
                    <a:pt x="6727" y="0"/>
                  </a:lnTo>
                  <a:lnTo>
                    <a:pt x="6727" y="1343"/>
                  </a:lnTo>
                  <a:lnTo>
                    <a:pt x="5381" y="5372"/>
                  </a:lnTo>
                  <a:lnTo>
                    <a:pt x="2691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03" name="Freeform 1502">
              <a:extLst>
                <a:ext uri="{FF2B5EF4-FFF2-40B4-BE49-F238E27FC236}">
                  <a16:creationId xmlns:a16="http://schemas.microsoft.com/office/drawing/2014/main" id="{D25526B4-06E3-CC33-EB40-71802B470A0A}"/>
                </a:ext>
              </a:extLst>
            </p:cNvPr>
            <p:cNvSpPr/>
            <p:nvPr/>
          </p:nvSpPr>
          <p:spPr>
            <a:xfrm>
              <a:off x="6038052" y="4642477"/>
              <a:ext cx="14799" cy="14773"/>
            </a:xfrm>
            <a:custGeom>
              <a:avLst/>
              <a:gdLst>
                <a:gd name="connsiteX0" fmla="*/ 0 w 14799"/>
                <a:gd name="connsiteY0" fmla="*/ 14774 h 14773"/>
                <a:gd name="connsiteX1" fmla="*/ 1345 w 14799"/>
                <a:gd name="connsiteY1" fmla="*/ 14774 h 14773"/>
                <a:gd name="connsiteX2" fmla="*/ 2691 w 14799"/>
                <a:gd name="connsiteY2" fmla="*/ 12088 h 14773"/>
                <a:gd name="connsiteX3" fmla="*/ 8072 w 14799"/>
                <a:gd name="connsiteY3" fmla="*/ 6715 h 14773"/>
                <a:gd name="connsiteX4" fmla="*/ 10763 w 14799"/>
                <a:gd name="connsiteY4" fmla="*/ 6715 h 14773"/>
                <a:gd name="connsiteX5" fmla="*/ 14799 w 14799"/>
                <a:gd name="connsiteY5" fmla="*/ 1343 h 14773"/>
                <a:gd name="connsiteX6" fmla="*/ 14799 w 14799"/>
                <a:gd name="connsiteY6" fmla="*/ 0 h 14773"/>
                <a:gd name="connsiteX7" fmla="*/ 12108 w 14799"/>
                <a:gd name="connsiteY7" fmla="*/ 0 h 14773"/>
                <a:gd name="connsiteX8" fmla="*/ 10763 w 14799"/>
                <a:gd name="connsiteY8" fmla="*/ 0 h 14773"/>
                <a:gd name="connsiteX9" fmla="*/ 8072 w 14799"/>
                <a:gd name="connsiteY9" fmla="*/ 1343 h 14773"/>
                <a:gd name="connsiteX10" fmla="*/ 2691 w 14799"/>
                <a:gd name="connsiteY10" fmla="*/ 6715 h 1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99" h="14773">
                  <a:moveTo>
                    <a:pt x="0" y="14774"/>
                  </a:moveTo>
                  <a:lnTo>
                    <a:pt x="1345" y="14774"/>
                  </a:lnTo>
                  <a:lnTo>
                    <a:pt x="2691" y="12088"/>
                  </a:lnTo>
                  <a:lnTo>
                    <a:pt x="8072" y="6715"/>
                  </a:lnTo>
                  <a:lnTo>
                    <a:pt x="10763" y="6715"/>
                  </a:lnTo>
                  <a:lnTo>
                    <a:pt x="14799" y="1343"/>
                  </a:lnTo>
                  <a:lnTo>
                    <a:pt x="14799" y="0"/>
                  </a:lnTo>
                  <a:lnTo>
                    <a:pt x="12108" y="0"/>
                  </a:lnTo>
                  <a:lnTo>
                    <a:pt x="10763" y="0"/>
                  </a:lnTo>
                  <a:lnTo>
                    <a:pt x="8072" y="1343"/>
                  </a:lnTo>
                  <a:lnTo>
                    <a:pt x="2691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04" name="Freeform 1503">
              <a:extLst>
                <a:ext uri="{FF2B5EF4-FFF2-40B4-BE49-F238E27FC236}">
                  <a16:creationId xmlns:a16="http://schemas.microsoft.com/office/drawing/2014/main" id="{9F751FC1-97F8-E0E9-A268-4A82E92440D8}"/>
                </a:ext>
              </a:extLst>
            </p:cNvPr>
            <p:cNvSpPr/>
            <p:nvPr/>
          </p:nvSpPr>
          <p:spPr>
            <a:xfrm>
              <a:off x="6055542" y="4635762"/>
              <a:ext cx="4035" cy="5372"/>
            </a:xfrm>
            <a:custGeom>
              <a:avLst/>
              <a:gdLst>
                <a:gd name="connsiteX0" fmla="*/ 4036 w 4035"/>
                <a:gd name="connsiteY0" fmla="*/ 2686 h 5372"/>
                <a:gd name="connsiteX1" fmla="*/ 4036 w 4035"/>
                <a:gd name="connsiteY1" fmla="*/ 1343 h 5372"/>
                <a:gd name="connsiteX2" fmla="*/ 1345 w 4035"/>
                <a:gd name="connsiteY2" fmla="*/ 0 h 5372"/>
                <a:gd name="connsiteX3" fmla="*/ 0 w 4035"/>
                <a:gd name="connsiteY3" fmla="*/ 2686 h 5372"/>
                <a:gd name="connsiteX4" fmla="*/ 1345 w 4035"/>
                <a:gd name="connsiteY4" fmla="*/ 4029 h 5372"/>
                <a:gd name="connsiteX5" fmla="*/ 4036 w 4035"/>
                <a:gd name="connsiteY5" fmla="*/ 5372 h 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5" h="5372">
                  <a:moveTo>
                    <a:pt x="4036" y="2686"/>
                  </a:moveTo>
                  <a:lnTo>
                    <a:pt x="4036" y="1343"/>
                  </a:lnTo>
                  <a:lnTo>
                    <a:pt x="1345" y="0"/>
                  </a:lnTo>
                  <a:lnTo>
                    <a:pt x="0" y="2686"/>
                  </a:lnTo>
                  <a:lnTo>
                    <a:pt x="1345" y="4029"/>
                  </a:lnTo>
                  <a:lnTo>
                    <a:pt x="4036" y="5372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05" name="Freeform 1504">
              <a:extLst>
                <a:ext uri="{FF2B5EF4-FFF2-40B4-BE49-F238E27FC236}">
                  <a16:creationId xmlns:a16="http://schemas.microsoft.com/office/drawing/2014/main" id="{ED51EF07-0948-07B3-169C-4660510218AF}"/>
                </a:ext>
              </a:extLst>
            </p:cNvPr>
            <p:cNvSpPr/>
            <p:nvPr/>
          </p:nvSpPr>
          <p:spPr>
            <a:xfrm>
              <a:off x="6059578" y="4622331"/>
              <a:ext cx="10763" cy="10744"/>
            </a:xfrm>
            <a:custGeom>
              <a:avLst/>
              <a:gdLst>
                <a:gd name="connsiteX0" fmla="*/ 0 w 10763"/>
                <a:gd name="connsiteY0" fmla="*/ 10745 h 10744"/>
                <a:gd name="connsiteX1" fmla="*/ 0 w 10763"/>
                <a:gd name="connsiteY1" fmla="*/ 6715 h 10744"/>
                <a:gd name="connsiteX2" fmla="*/ 2691 w 10763"/>
                <a:gd name="connsiteY2" fmla="*/ 2686 h 10744"/>
                <a:gd name="connsiteX3" fmla="*/ 5382 w 10763"/>
                <a:gd name="connsiteY3" fmla="*/ 2686 h 10744"/>
                <a:gd name="connsiteX4" fmla="*/ 9418 w 10763"/>
                <a:gd name="connsiteY4" fmla="*/ 0 h 10744"/>
                <a:gd name="connsiteX5" fmla="*/ 10763 w 10763"/>
                <a:gd name="connsiteY5" fmla="*/ 0 h 10744"/>
                <a:gd name="connsiteX6" fmla="*/ 9418 w 10763"/>
                <a:gd name="connsiteY6" fmla="*/ 2686 h 10744"/>
                <a:gd name="connsiteX7" fmla="*/ 6727 w 10763"/>
                <a:gd name="connsiteY7" fmla="*/ 4029 h 10744"/>
                <a:gd name="connsiteX8" fmla="*/ 4036 w 10763"/>
                <a:gd name="connsiteY8" fmla="*/ 8059 h 10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63" h="10744">
                  <a:moveTo>
                    <a:pt x="0" y="10745"/>
                  </a:moveTo>
                  <a:lnTo>
                    <a:pt x="0" y="6715"/>
                  </a:lnTo>
                  <a:lnTo>
                    <a:pt x="2691" y="2686"/>
                  </a:lnTo>
                  <a:lnTo>
                    <a:pt x="5382" y="2686"/>
                  </a:lnTo>
                  <a:lnTo>
                    <a:pt x="9418" y="0"/>
                  </a:lnTo>
                  <a:lnTo>
                    <a:pt x="10763" y="0"/>
                  </a:lnTo>
                  <a:lnTo>
                    <a:pt x="9418" y="2686"/>
                  </a:lnTo>
                  <a:lnTo>
                    <a:pt x="6727" y="4029"/>
                  </a:lnTo>
                  <a:lnTo>
                    <a:pt x="4036" y="8059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06" name="Freeform 1505">
              <a:extLst>
                <a:ext uri="{FF2B5EF4-FFF2-40B4-BE49-F238E27FC236}">
                  <a16:creationId xmlns:a16="http://schemas.microsoft.com/office/drawing/2014/main" id="{4644A855-1F6A-72D4-7E5C-D8A6845D7B96}"/>
                </a:ext>
              </a:extLst>
            </p:cNvPr>
            <p:cNvSpPr/>
            <p:nvPr/>
          </p:nvSpPr>
          <p:spPr>
            <a:xfrm>
              <a:off x="6062269" y="4631733"/>
              <a:ext cx="14799" cy="8058"/>
            </a:xfrm>
            <a:custGeom>
              <a:avLst/>
              <a:gdLst>
                <a:gd name="connsiteX0" fmla="*/ 0 w 14799"/>
                <a:gd name="connsiteY0" fmla="*/ 5372 h 8058"/>
                <a:gd name="connsiteX1" fmla="*/ 2691 w 14799"/>
                <a:gd name="connsiteY1" fmla="*/ 6715 h 8058"/>
                <a:gd name="connsiteX2" fmla="*/ 8072 w 14799"/>
                <a:gd name="connsiteY2" fmla="*/ 6715 h 8058"/>
                <a:gd name="connsiteX3" fmla="*/ 10763 w 14799"/>
                <a:gd name="connsiteY3" fmla="*/ 8058 h 8058"/>
                <a:gd name="connsiteX4" fmla="*/ 13454 w 14799"/>
                <a:gd name="connsiteY4" fmla="*/ 6715 h 8058"/>
                <a:gd name="connsiteX5" fmla="*/ 14799 w 14799"/>
                <a:gd name="connsiteY5" fmla="*/ 2686 h 8058"/>
                <a:gd name="connsiteX6" fmla="*/ 12108 w 14799"/>
                <a:gd name="connsiteY6" fmla="*/ 0 h 8058"/>
                <a:gd name="connsiteX7" fmla="*/ 5381 w 14799"/>
                <a:gd name="connsiteY7" fmla="*/ 2686 h 8058"/>
                <a:gd name="connsiteX8" fmla="*/ 1345 w 14799"/>
                <a:gd name="connsiteY8" fmla="*/ 2686 h 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99" h="8058">
                  <a:moveTo>
                    <a:pt x="0" y="5372"/>
                  </a:moveTo>
                  <a:lnTo>
                    <a:pt x="2691" y="6715"/>
                  </a:lnTo>
                  <a:lnTo>
                    <a:pt x="8072" y="6715"/>
                  </a:lnTo>
                  <a:lnTo>
                    <a:pt x="10763" y="8058"/>
                  </a:lnTo>
                  <a:lnTo>
                    <a:pt x="13454" y="6715"/>
                  </a:lnTo>
                  <a:lnTo>
                    <a:pt x="14799" y="2686"/>
                  </a:lnTo>
                  <a:lnTo>
                    <a:pt x="12108" y="0"/>
                  </a:lnTo>
                  <a:lnTo>
                    <a:pt x="5381" y="2686"/>
                  </a:lnTo>
                  <a:lnTo>
                    <a:pt x="1345" y="2686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07" name="Freeform 1506">
              <a:extLst>
                <a:ext uri="{FF2B5EF4-FFF2-40B4-BE49-F238E27FC236}">
                  <a16:creationId xmlns:a16="http://schemas.microsoft.com/office/drawing/2014/main" id="{C333B945-B218-F0E6-4AF4-04E214F096B5}"/>
                </a:ext>
              </a:extLst>
            </p:cNvPr>
            <p:cNvSpPr/>
            <p:nvPr/>
          </p:nvSpPr>
          <p:spPr>
            <a:xfrm>
              <a:off x="6077068" y="4638448"/>
              <a:ext cx="10763" cy="6715"/>
            </a:xfrm>
            <a:custGeom>
              <a:avLst/>
              <a:gdLst>
                <a:gd name="connsiteX0" fmla="*/ 0 w 10763"/>
                <a:gd name="connsiteY0" fmla="*/ 4029 h 6715"/>
                <a:gd name="connsiteX1" fmla="*/ 4036 w 10763"/>
                <a:gd name="connsiteY1" fmla="*/ 2686 h 6715"/>
                <a:gd name="connsiteX2" fmla="*/ 5382 w 10763"/>
                <a:gd name="connsiteY2" fmla="*/ 1343 h 6715"/>
                <a:gd name="connsiteX3" fmla="*/ 8072 w 10763"/>
                <a:gd name="connsiteY3" fmla="*/ 0 h 6715"/>
                <a:gd name="connsiteX4" fmla="*/ 10763 w 10763"/>
                <a:gd name="connsiteY4" fmla="*/ 2686 h 6715"/>
                <a:gd name="connsiteX5" fmla="*/ 9418 w 10763"/>
                <a:gd name="connsiteY5" fmla="*/ 5372 h 6715"/>
                <a:gd name="connsiteX6" fmla="*/ 4036 w 10763"/>
                <a:gd name="connsiteY6" fmla="*/ 6715 h 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63" h="6715">
                  <a:moveTo>
                    <a:pt x="0" y="4029"/>
                  </a:moveTo>
                  <a:lnTo>
                    <a:pt x="4036" y="2686"/>
                  </a:lnTo>
                  <a:lnTo>
                    <a:pt x="5382" y="1343"/>
                  </a:lnTo>
                  <a:lnTo>
                    <a:pt x="8072" y="0"/>
                  </a:lnTo>
                  <a:lnTo>
                    <a:pt x="10763" y="2686"/>
                  </a:lnTo>
                  <a:lnTo>
                    <a:pt x="9418" y="5372"/>
                  </a:lnTo>
                  <a:lnTo>
                    <a:pt x="4036" y="6715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08" name="Freeform 1507">
              <a:extLst>
                <a:ext uri="{FF2B5EF4-FFF2-40B4-BE49-F238E27FC236}">
                  <a16:creationId xmlns:a16="http://schemas.microsoft.com/office/drawing/2014/main" id="{3CBCD851-330E-89E9-62F6-9873BF834CF5}"/>
                </a:ext>
              </a:extLst>
            </p:cNvPr>
            <p:cNvSpPr/>
            <p:nvPr/>
          </p:nvSpPr>
          <p:spPr>
            <a:xfrm>
              <a:off x="6056888" y="4576667"/>
              <a:ext cx="9417" cy="13430"/>
            </a:xfrm>
            <a:custGeom>
              <a:avLst/>
              <a:gdLst>
                <a:gd name="connsiteX0" fmla="*/ 4036 w 9417"/>
                <a:gd name="connsiteY0" fmla="*/ 12088 h 13430"/>
                <a:gd name="connsiteX1" fmla="*/ 1345 w 9417"/>
                <a:gd name="connsiteY1" fmla="*/ 8059 h 13430"/>
                <a:gd name="connsiteX2" fmla="*/ 0 w 9417"/>
                <a:gd name="connsiteY2" fmla="*/ 1343 h 13430"/>
                <a:gd name="connsiteX3" fmla="*/ 1345 w 9417"/>
                <a:gd name="connsiteY3" fmla="*/ 0 h 13430"/>
                <a:gd name="connsiteX4" fmla="*/ 5382 w 9417"/>
                <a:gd name="connsiteY4" fmla="*/ 2686 h 13430"/>
                <a:gd name="connsiteX5" fmla="*/ 9418 w 9417"/>
                <a:gd name="connsiteY5" fmla="*/ 9401 h 13430"/>
                <a:gd name="connsiteX6" fmla="*/ 9418 w 9417"/>
                <a:gd name="connsiteY6" fmla="*/ 13431 h 13430"/>
                <a:gd name="connsiteX7" fmla="*/ 4036 w 9417"/>
                <a:gd name="connsiteY7" fmla="*/ 12088 h 13430"/>
                <a:gd name="connsiteX8" fmla="*/ 4036 w 9417"/>
                <a:gd name="connsiteY8" fmla="*/ 12088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17" h="13430">
                  <a:moveTo>
                    <a:pt x="4036" y="12088"/>
                  </a:moveTo>
                  <a:lnTo>
                    <a:pt x="1345" y="8059"/>
                  </a:lnTo>
                  <a:lnTo>
                    <a:pt x="0" y="1343"/>
                  </a:lnTo>
                  <a:lnTo>
                    <a:pt x="1345" y="0"/>
                  </a:lnTo>
                  <a:lnTo>
                    <a:pt x="5382" y="2686"/>
                  </a:lnTo>
                  <a:lnTo>
                    <a:pt x="9418" y="9401"/>
                  </a:lnTo>
                  <a:lnTo>
                    <a:pt x="9418" y="13431"/>
                  </a:lnTo>
                  <a:cubicBezTo>
                    <a:pt x="6727" y="13431"/>
                    <a:pt x="4036" y="12088"/>
                    <a:pt x="4036" y="12088"/>
                  </a:cubicBezTo>
                  <a:lnTo>
                    <a:pt x="4036" y="12088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09" name="Freeform 1508">
              <a:extLst>
                <a:ext uri="{FF2B5EF4-FFF2-40B4-BE49-F238E27FC236}">
                  <a16:creationId xmlns:a16="http://schemas.microsoft.com/office/drawing/2014/main" id="{7DF97995-93B4-AE14-9F8E-B589A6AE5548}"/>
                </a:ext>
              </a:extLst>
            </p:cNvPr>
            <p:cNvSpPr/>
            <p:nvPr/>
          </p:nvSpPr>
          <p:spPr>
            <a:xfrm>
              <a:off x="5451468" y="4501454"/>
              <a:ext cx="1004996" cy="1058344"/>
            </a:xfrm>
            <a:custGeom>
              <a:avLst/>
              <a:gdLst>
                <a:gd name="connsiteX0" fmla="*/ 586584 w 1004996"/>
                <a:gd name="connsiteY0" fmla="*/ 36263 h 1058344"/>
                <a:gd name="connsiteX1" fmla="*/ 583894 w 1004996"/>
                <a:gd name="connsiteY1" fmla="*/ 34920 h 1058344"/>
                <a:gd name="connsiteX2" fmla="*/ 582548 w 1004996"/>
                <a:gd name="connsiteY2" fmla="*/ 29548 h 1058344"/>
                <a:gd name="connsiteX3" fmla="*/ 579857 w 1004996"/>
                <a:gd name="connsiteY3" fmla="*/ 22832 h 1058344"/>
                <a:gd name="connsiteX4" fmla="*/ 578512 w 1004996"/>
                <a:gd name="connsiteY4" fmla="*/ 24175 h 1058344"/>
                <a:gd name="connsiteX5" fmla="*/ 578512 w 1004996"/>
                <a:gd name="connsiteY5" fmla="*/ 28205 h 1058344"/>
                <a:gd name="connsiteX6" fmla="*/ 577167 w 1004996"/>
                <a:gd name="connsiteY6" fmla="*/ 30891 h 1058344"/>
                <a:gd name="connsiteX7" fmla="*/ 571785 w 1004996"/>
                <a:gd name="connsiteY7" fmla="*/ 34920 h 1058344"/>
                <a:gd name="connsiteX8" fmla="*/ 571785 w 1004996"/>
                <a:gd name="connsiteY8" fmla="*/ 34920 h 1058344"/>
                <a:gd name="connsiteX9" fmla="*/ 571785 w 1004996"/>
                <a:gd name="connsiteY9" fmla="*/ 34920 h 1058344"/>
                <a:gd name="connsiteX10" fmla="*/ 570440 w 1004996"/>
                <a:gd name="connsiteY10" fmla="*/ 37606 h 1058344"/>
                <a:gd name="connsiteX11" fmla="*/ 563713 w 1004996"/>
                <a:gd name="connsiteY11" fmla="*/ 45665 h 1058344"/>
                <a:gd name="connsiteX12" fmla="*/ 556986 w 1004996"/>
                <a:gd name="connsiteY12" fmla="*/ 53723 h 1058344"/>
                <a:gd name="connsiteX13" fmla="*/ 556986 w 1004996"/>
                <a:gd name="connsiteY13" fmla="*/ 59096 h 1058344"/>
                <a:gd name="connsiteX14" fmla="*/ 551604 w 1004996"/>
                <a:gd name="connsiteY14" fmla="*/ 69840 h 1058344"/>
                <a:gd name="connsiteX15" fmla="*/ 547568 w 1004996"/>
                <a:gd name="connsiteY15" fmla="*/ 76556 h 1058344"/>
                <a:gd name="connsiteX16" fmla="*/ 544878 w 1004996"/>
                <a:gd name="connsiteY16" fmla="*/ 83271 h 1058344"/>
                <a:gd name="connsiteX17" fmla="*/ 540841 w 1004996"/>
                <a:gd name="connsiteY17" fmla="*/ 84614 h 1058344"/>
                <a:gd name="connsiteX18" fmla="*/ 538151 w 1004996"/>
                <a:gd name="connsiteY18" fmla="*/ 85957 h 1058344"/>
                <a:gd name="connsiteX19" fmla="*/ 536805 w 1004996"/>
                <a:gd name="connsiteY19" fmla="*/ 89986 h 1058344"/>
                <a:gd name="connsiteX20" fmla="*/ 532769 w 1004996"/>
                <a:gd name="connsiteY20" fmla="*/ 92672 h 1058344"/>
                <a:gd name="connsiteX21" fmla="*/ 530079 w 1004996"/>
                <a:gd name="connsiteY21" fmla="*/ 91329 h 1058344"/>
                <a:gd name="connsiteX22" fmla="*/ 530079 w 1004996"/>
                <a:gd name="connsiteY22" fmla="*/ 84614 h 1058344"/>
                <a:gd name="connsiteX23" fmla="*/ 528733 w 1004996"/>
                <a:gd name="connsiteY23" fmla="*/ 83271 h 1058344"/>
                <a:gd name="connsiteX24" fmla="*/ 527388 w 1004996"/>
                <a:gd name="connsiteY24" fmla="*/ 80585 h 1058344"/>
                <a:gd name="connsiteX25" fmla="*/ 524697 w 1004996"/>
                <a:gd name="connsiteY25" fmla="*/ 80585 h 1058344"/>
                <a:gd name="connsiteX26" fmla="*/ 520661 w 1004996"/>
                <a:gd name="connsiteY26" fmla="*/ 81928 h 1058344"/>
                <a:gd name="connsiteX27" fmla="*/ 517970 w 1004996"/>
                <a:gd name="connsiteY27" fmla="*/ 84614 h 1058344"/>
                <a:gd name="connsiteX28" fmla="*/ 513934 w 1004996"/>
                <a:gd name="connsiteY28" fmla="*/ 83271 h 1058344"/>
                <a:gd name="connsiteX29" fmla="*/ 509898 w 1004996"/>
                <a:gd name="connsiteY29" fmla="*/ 79242 h 1058344"/>
                <a:gd name="connsiteX30" fmla="*/ 509898 w 1004996"/>
                <a:gd name="connsiteY30" fmla="*/ 76556 h 1058344"/>
                <a:gd name="connsiteX31" fmla="*/ 508552 w 1004996"/>
                <a:gd name="connsiteY31" fmla="*/ 75212 h 1058344"/>
                <a:gd name="connsiteX32" fmla="*/ 507207 w 1004996"/>
                <a:gd name="connsiteY32" fmla="*/ 71183 h 1058344"/>
                <a:gd name="connsiteX33" fmla="*/ 505862 w 1004996"/>
                <a:gd name="connsiteY33" fmla="*/ 68497 h 1058344"/>
                <a:gd name="connsiteX34" fmla="*/ 501826 w 1004996"/>
                <a:gd name="connsiteY34" fmla="*/ 67154 h 1058344"/>
                <a:gd name="connsiteX35" fmla="*/ 496444 w 1004996"/>
                <a:gd name="connsiteY35" fmla="*/ 61782 h 1058344"/>
                <a:gd name="connsiteX36" fmla="*/ 489717 w 1004996"/>
                <a:gd name="connsiteY36" fmla="*/ 61782 h 1058344"/>
                <a:gd name="connsiteX37" fmla="*/ 484336 w 1004996"/>
                <a:gd name="connsiteY37" fmla="*/ 64468 h 1058344"/>
                <a:gd name="connsiteX38" fmla="*/ 473573 w 1004996"/>
                <a:gd name="connsiteY38" fmla="*/ 64468 h 1058344"/>
                <a:gd name="connsiteX39" fmla="*/ 468191 w 1004996"/>
                <a:gd name="connsiteY39" fmla="*/ 63125 h 1058344"/>
                <a:gd name="connsiteX40" fmla="*/ 462810 w 1004996"/>
                <a:gd name="connsiteY40" fmla="*/ 65811 h 1058344"/>
                <a:gd name="connsiteX41" fmla="*/ 461464 w 1004996"/>
                <a:gd name="connsiteY41" fmla="*/ 71183 h 1058344"/>
                <a:gd name="connsiteX42" fmla="*/ 466846 w 1004996"/>
                <a:gd name="connsiteY42" fmla="*/ 76556 h 1058344"/>
                <a:gd name="connsiteX43" fmla="*/ 468191 w 1004996"/>
                <a:gd name="connsiteY43" fmla="*/ 79242 h 1058344"/>
                <a:gd name="connsiteX44" fmla="*/ 470882 w 1004996"/>
                <a:gd name="connsiteY44" fmla="*/ 84614 h 1058344"/>
                <a:gd name="connsiteX45" fmla="*/ 469537 w 1004996"/>
                <a:gd name="connsiteY45" fmla="*/ 85957 h 1058344"/>
                <a:gd name="connsiteX46" fmla="*/ 465500 w 1004996"/>
                <a:gd name="connsiteY46" fmla="*/ 85957 h 1058344"/>
                <a:gd name="connsiteX47" fmla="*/ 458774 w 1004996"/>
                <a:gd name="connsiteY47" fmla="*/ 84614 h 1058344"/>
                <a:gd name="connsiteX48" fmla="*/ 457428 w 1004996"/>
                <a:gd name="connsiteY48" fmla="*/ 83271 h 1058344"/>
                <a:gd name="connsiteX49" fmla="*/ 454737 w 1004996"/>
                <a:gd name="connsiteY49" fmla="*/ 83271 h 1058344"/>
                <a:gd name="connsiteX50" fmla="*/ 454737 w 1004996"/>
                <a:gd name="connsiteY50" fmla="*/ 83271 h 1058344"/>
                <a:gd name="connsiteX51" fmla="*/ 454737 w 1004996"/>
                <a:gd name="connsiteY51" fmla="*/ 83271 h 1058344"/>
                <a:gd name="connsiteX52" fmla="*/ 446665 w 1004996"/>
                <a:gd name="connsiteY52" fmla="*/ 83271 h 1058344"/>
                <a:gd name="connsiteX53" fmla="*/ 441284 w 1004996"/>
                <a:gd name="connsiteY53" fmla="*/ 84614 h 1058344"/>
                <a:gd name="connsiteX54" fmla="*/ 439938 w 1004996"/>
                <a:gd name="connsiteY54" fmla="*/ 81928 h 1058344"/>
                <a:gd name="connsiteX55" fmla="*/ 431866 w 1004996"/>
                <a:gd name="connsiteY55" fmla="*/ 81928 h 1058344"/>
                <a:gd name="connsiteX56" fmla="*/ 426484 w 1004996"/>
                <a:gd name="connsiteY56" fmla="*/ 84614 h 1058344"/>
                <a:gd name="connsiteX57" fmla="*/ 423794 w 1004996"/>
                <a:gd name="connsiteY57" fmla="*/ 92672 h 1058344"/>
                <a:gd name="connsiteX58" fmla="*/ 413031 w 1004996"/>
                <a:gd name="connsiteY58" fmla="*/ 92672 h 1058344"/>
                <a:gd name="connsiteX59" fmla="*/ 407649 w 1004996"/>
                <a:gd name="connsiteY59" fmla="*/ 94015 h 1058344"/>
                <a:gd name="connsiteX60" fmla="*/ 406304 w 1004996"/>
                <a:gd name="connsiteY60" fmla="*/ 96702 h 1058344"/>
                <a:gd name="connsiteX61" fmla="*/ 402268 w 1004996"/>
                <a:gd name="connsiteY61" fmla="*/ 100731 h 1058344"/>
                <a:gd name="connsiteX62" fmla="*/ 396886 w 1004996"/>
                <a:gd name="connsiteY62" fmla="*/ 100731 h 1058344"/>
                <a:gd name="connsiteX63" fmla="*/ 395541 w 1004996"/>
                <a:gd name="connsiteY63" fmla="*/ 99388 h 1058344"/>
                <a:gd name="connsiteX64" fmla="*/ 391505 w 1004996"/>
                <a:gd name="connsiteY64" fmla="*/ 100731 h 1058344"/>
                <a:gd name="connsiteX65" fmla="*/ 388814 w 1004996"/>
                <a:gd name="connsiteY65" fmla="*/ 104760 h 1058344"/>
                <a:gd name="connsiteX66" fmla="*/ 384778 w 1004996"/>
                <a:gd name="connsiteY66" fmla="*/ 103417 h 1058344"/>
                <a:gd name="connsiteX67" fmla="*/ 374015 w 1004996"/>
                <a:gd name="connsiteY67" fmla="*/ 95359 h 1058344"/>
                <a:gd name="connsiteX68" fmla="*/ 369979 w 1004996"/>
                <a:gd name="connsiteY68" fmla="*/ 89986 h 1058344"/>
                <a:gd name="connsiteX69" fmla="*/ 369979 w 1004996"/>
                <a:gd name="connsiteY69" fmla="*/ 85957 h 1058344"/>
                <a:gd name="connsiteX70" fmla="*/ 364597 w 1004996"/>
                <a:gd name="connsiteY70" fmla="*/ 80585 h 1058344"/>
                <a:gd name="connsiteX71" fmla="*/ 359216 w 1004996"/>
                <a:gd name="connsiteY71" fmla="*/ 75212 h 1058344"/>
                <a:gd name="connsiteX72" fmla="*/ 359216 w 1004996"/>
                <a:gd name="connsiteY72" fmla="*/ 69840 h 1058344"/>
                <a:gd name="connsiteX73" fmla="*/ 360561 w 1004996"/>
                <a:gd name="connsiteY73" fmla="*/ 65811 h 1058344"/>
                <a:gd name="connsiteX74" fmla="*/ 359216 w 1004996"/>
                <a:gd name="connsiteY74" fmla="*/ 63125 h 1058344"/>
                <a:gd name="connsiteX75" fmla="*/ 360561 w 1004996"/>
                <a:gd name="connsiteY75" fmla="*/ 57752 h 1058344"/>
                <a:gd name="connsiteX76" fmla="*/ 361906 w 1004996"/>
                <a:gd name="connsiteY76" fmla="*/ 53723 h 1058344"/>
                <a:gd name="connsiteX77" fmla="*/ 361906 w 1004996"/>
                <a:gd name="connsiteY77" fmla="*/ 48351 h 1058344"/>
                <a:gd name="connsiteX78" fmla="*/ 367288 w 1004996"/>
                <a:gd name="connsiteY78" fmla="*/ 40292 h 1058344"/>
                <a:gd name="connsiteX79" fmla="*/ 368633 w 1004996"/>
                <a:gd name="connsiteY79" fmla="*/ 33577 h 1058344"/>
                <a:gd name="connsiteX80" fmla="*/ 374015 w 1004996"/>
                <a:gd name="connsiteY80" fmla="*/ 28205 h 1058344"/>
                <a:gd name="connsiteX81" fmla="*/ 374015 w 1004996"/>
                <a:gd name="connsiteY81" fmla="*/ 25519 h 1058344"/>
                <a:gd name="connsiteX82" fmla="*/ 368633 w 1004996"/>
                <a:gd name="connsiteY82" fmla="*/ 25519 h 1058344"/>
                <a:gd name="connsiteX83" fmla="*/ 365942 w 1004996"/>
                <a:gd name="connsiteY83" fmla="*/ 21489 h 1058344"/>
                <a:gd name="connsiteX84" fmla="*/ 364597 w 1004996"/>
                <a:gd name="connsiteY84" fmla="*/ 17460 h 1058344"/>
                <a:gd name="connsiteX85" fmla="*/ 359216 w 1004996"/>
                <a:gd name="connsiteY85" fmla="*/ 17460 h 1058344"/>
                <a:gd name="connsiteX86" fmla="*/ 353834 w 1004996"/>
                <a:gd name="connsiteY86" fmla="*/ 21489 h 1058344"/>
                <a:gd name="connsiteX87" fmla="*/ 356525 w 1004996"/>
                <a:gd name="connsiteY87" fmla="*/ 18803 h 1058344"/>
                <a:gd name="connsiteX88" fmla="*/ 359216 w 1004996"/>
                <a:gd name="connsiteY88" fmla="*/ 13431 h 1058344"/>
                <a:gd name="connsiteX89" fmla="*/ 359216 w 1004996"/>
                <a:gd name="connsiteY89" fmla="*/ 6715 h 1058344"/>
                <a:gd name="connsiteX90" fmla="*/ 355180 w 1004996"/>
                <a:gd name="connsiteY90" fmla="*/ 1343 h 1058344"/>
                <a:gd name="connsiteX91" fmla="*/ 349798 w 1004996"/>
                <a:gd name="connsiteY91" fmla="*/ 1343 h 1058344"/>
                <a:gd name="connsiteX92" fmla="*/ 347107 w 1004996"/>
                <a:gd name="connsiteY92" fmla="*/ 2686 h 1058344"/>
                <a:gd name="connsiteX93" fmla="*/ 345762 w 1004996"/>
                <a:gd name="connsiteY93" fmla="*/ 0 h 1058344"/>
                <a:gd name="connsiteX94" fmla="*/ 343071 w 1004996"/>
                <a:gd name="connsiteY94" fmla="*/ 0 h 1058344"/>
                <a:gd name="connsiteX95" fmla="*/ 343071 w 1004996"/>
                <a:gd name="connsiteY95" fmla="*/ 5372 h 1058344"/>
                <a:gd name="connsiteX96" fmla="*/ 340380 w 1004996"/>
                <a:gd name="connsiteY96" fmla="*/ 12088 h 1058344"/>
                <a:gd name="connsiteX97" fmla="*/ 326927 w 1004996"/>
                <a:gd name="connsiteY97" fmla="*/ 21489 h 1058344"/>
                <a:gd name="connsiteX98" fmla="*/ 318854 w 1004996"/>
                <a:gd name="connsiteY98" fmla="*/ 22832 h 1058344"/>
                <a:gd name="connsiteX99" fmla="*/ 306746 w 1004996"/>
                <a:gd name="connsiteY99" fmla="*/ 28205 h 1058344"/>
                <a:gd name="connsiteX100" fmla="*/ 302710 w 1004996"/>
                <a:gd name="connsiteY100" fmla="*/ 26862 h 1058344"/>
                <a:gd name="connsiteX101" fmla="*/ 295983 w 1004996"/>
                <a:gd name="connsiteY101" fmla="*/ 28205 h 1058344"/>
                <a:gd name="connsiteX102" fmla="*/ 287911 w 1004996"/>
                <a:gd name="connsiteY102" fmla="*/ 36263 h 1058344"/>
                <a:gd name="connsiteX103" fmla="*/ 279838 w 1004996"/>
                <a:gd name="connsiteY103" fmla="*/ 38949 h 1058344"/>
                <a:gd name="connsiteX104" fmla="*/ 277148 w 1004996"/>
                <a:gd name="connsiteY104" fmla="*/ 37606 h 1058344"/>
                <a:gd name="connsiteX105" fmla="*/ 265039 w 1004996"/>
                <a:gd name="connsiteY105" fmla="*/ 38949 h 1058344"/>
                <a:gd name="connsiteX106" fmla="*/ 255622 w 1004996"/>
                <a:gd name="connsiteY106" fmla="*/ 38949 h 1058344"/>
                <a:gd name="connsiteX107" fmla="*/ 247549 w 1004996"/>
                <a:gd name="connsiteY107" fmla="*/ 34920 h 1058344"/>
                <a:gd name="connsiteX108" fmla="*/ 239477 w 1004996"/>
                <a:gd name="connsiteY108" fmla="*/ 33577 h 1058344"/>
                <a:gd name="connsiteX109" fmla="*/ 231405 w 1004996"/>
                <a:gd name="connsiteY109" fmla="*/ 30891 h 1058344"/>
                <a:gd name="connsiteX110" fmla="*/ 234096 w 1004996"/>
                <a:gd name="connsiteY110" fmla="*/ 37606 h 1058344"/>
                <a:gd name="connsiteX111" fmla="*/ 239477 w 1004996"/>
                <a:gd name="connsiteY111" fmla="*/ 38949 h 1058344"/>
                <a:gd name="connsiteX112" fmla="*/ 244859 w 1004996"/>
                <a:gd name="connsiteY112" fmla="*/ 44322 h 1058344"/>
                <a:gd name="connsiteX113" fmla="*/ 246204 w 1004996"/>
                <a:gd name="connsiteY113" fmla="*/ 49694 h 1058344"/>
                <a:gd name="connsiteX114" fmla="*/ 239477 w 1004996"/>
                <a:gd name="connsiteY114" fmla="*/ 60438 h 1058344"/>
                <a:gd name="connsiteX115" fmla="*/ 242168 w 1004996"/>
                <a:gd name="connsiteY115" fmla="*/ 65811 h 1058344"/>
                <a:gd name="connsiteX116" fmla="*/ 240823 w 1004996"/>
                <a:gd name="connsiteY116" fmla="*/ 73869 h 1058344"/>
                <a:gd name="connsiteX117" fmla="*/ 252931 w 1004996"/>
                <a:gd name="connsiteY117" fmla="*/ 77899 h 1058344"/>
                <a:gd name="connsiteX118" fmla="*/ 261003 w 1004996"/>
                <a:gd name="connsiteY118" fmla="*/ 76556 h 1058344"/>
                <a:gd name="connsiteX119" fmla="*/ 269075 w 1004996"/>
                <a:gd name="connsiteY119" fmla="*/ 77899 h 1058344"/>
                <a:gd name="connsiteX120" fmla="*/ 269075 w 1004996"/>
                <a:gd name="connsiteY120" fmla="*/ 83271 h 1058344"/>
                <a:gd name="connsiteX121" fmla="*/ 263694 w 1004996"/>
                <a:gd name="connsiteY121" fmla="*/ 85957 h 1058344"/>
                <a:gd name="connsiteX122" fmla="*/ 251585 w 1004996"/>
                <a:gd name="connsiteY122" fmla="*/ 88643 h 1058344"/>
                <a:gd name="connsiteX123" fmla="*/ 247549 w 1004996"/>
                <a:gd name="connsiteY123" fmla="*/ 94015 h 1058344"/>
                <a:gd name="connsiteX124" fmla="*/ 244859 w 1004996"/>
                <a:gd name="connsiteY124" fmla="*/ 100731 h 1058344"/>
                <a:gd name="connsiteX125" fmla="*/ 231405 w 1004996"/>
                <a:gd name="connsiteY125" fmla="*/ 107446 h 1058344"/>
                <a:gd name="connsiteX126" fmla="*/ 227369 w 1004996"/>
                <a:gd name="connsiteY126" fmla="*/ 112819 h 1058344"/>
                <a:gd name="connsiteX127" fmla="*/ 217951 w 1004996"/>
                <a:gd name="connsiteY127" fmla="*/ 118191 h 1058344"/>
                <a:gd name="connsiteX128" fmla="*/ 212570 w 1004996"/>
                <a:gd name="connsiteY128" fmla="*/ 124906 h 1058344"/>
                <a:gd name="connsiteX129" fmla="*/ 201806 w 1004996"/>
                <a:gd name="connsiteY129" fmla="*/ 124906 h 1058344"/>
                <a:gd name="connsiteX130" fmla="*/ 196425 w 1004996"/>
                <a:gd name="connsiteY130" fmla="*/ 123563 h 1058344"/>
                <a:gd name="connsiteX131" fmla="*/ 185662 w 1004996"/>
                <a:gd name="connsiteY131" fmla="*/ 115505 h 1058344"/>
                <a:gd name="connsiteX132" fmla="*/ 176244 w 1004996"/>
                <a:gd name="connsiteY132" fmla="*/ 108789 h 1058344"/>
                <a:gd name="connsiteX133" fmla="*/ 169518 w 1004996"/>
                <a:gd name="connsiteY133" fmla="*/ 110132 h 1058344"/>
                <a:gd name="connsiteX134" fmla="*/ 169518 w 1004996"/>
                <a:gd name="connsiteY134" fmla="*/ 103417 h 1058344"/>
                <a:gd name="connsiteX135" fmla="*/ 168172 w 1004996"/>
                <a:gd name="connsiteY135" fmla="*/ 98045 h 1058344"/>
                <a:gd name="connsiteX136" fmla="*/ 164136 w 1004996"/>
                <a:gd name="connsiteY136" fmla="*/ 92672 h 1058344"/>
                <a:gd name="connsiteX137" fmla="*/ 162791 w 1004996"/>
                <a:gd name="connsiteY137" fmla="*/ 88643 h 1058344"/>
                <a:gd name="connsiteX138" fmla="*/ 156064 w 1004996"/>
                <a:gd name="connsiteY138" fmla="*/ 89986 h 1058344"/>
                <a:gd name="connsiteX139" fmla="*/ 150682 w 1004996"/>
                <a:gd name="connsiteY139" fmla="*/ 95359 h 1058344"/>
                <a:gd name="connsiteX140" fmla="*/ 147991 w 1004996"/>
                <a:gd name="connsiteY140" fmla="*/ 95359 h 1058344"/>
                <a:gd name="connsiteX141" fmla="*/ 145301 w 1004996"/>
                <a:gd name="connsiteY141" fmla="*/ 92672 h 1058344"/>
                <a:gd name="connsiteX142" fmla="*/ 138574 w 1004996"/>
                <a:gd name="connsiteY142" fmla="*/ 92672 h 1058344"/>
                <a:gd name="connsiteX143" fmla="*/ 135883 w 1004996"/>
                <a:gd name="connsiteY143" fmla="*/ 96702 h 1058344"/>
                <a:gd name="connsiteX144" fmla="*/ 106285 w 1004996"/>
                <a:gd name="connsiteY144" fmla="*/ 96702 h 1058344"/>
                <a:gd name="connsiteX145" fmla="*/ 104939 w 1004996"/>
                <a:gd name="connsiteY145" fmla="*/ 104760 h 1058344"/>
                <a:gd name="connsiteX146" fmla="*/ 107630 w 1004996"/>
                <a:gd name="connsiteY146" fmla="*/ 111475 h 1058344"/>
                <a:gd name="connsiteX147" fmla="*/ 117048 w 1004996"/>
                <a:gd name="connsiteY147" fmla="*/ 114162 h 1058344"/>
                <a:gd name="connsiteX148" fmla="*/ 121084 w 1004996"/>
                <a:gd name="connsiteY148" fmla="*/ 120877 h 1058344"/>
                <a:gd name="connsiteX149" fmla="*/ 118393 w 1004996"/>
                <a:gd name="connsiteY149" fmla="*/ 123563 h 1058344"/>
                <a:gd name="connsiteX150" fmla="*/ 121084 w 1004996"/>
                <a:gd name="connsiteY150" fmla="*/ 126249 h 1058344"/>
                <a:gd name="connsiteX151" fmla="*/ 119739 w 1004996"/>
                <a:gd name="connsiteY151" fmla="*/ 130279 h 1058344"/>
                <a:gd name="connsiteX152" fmla="*/ 113012 w 1004996"/>
                <a:gd name="connsiteY152" fmla="*/ 126249 h 1058344"/>
                <a:gd name="connsiteX153" fmla="*/ 95522 w 1004996"/>
                <a:gd name="connsiteY153" fmla="*/ 131622 h 1058344"/>
                <a:gd name="connsiteX154" fmla="*/ 96867 w 1004996"/>
                <a:gd name="connsiteY154" fmla="*/ 146395 h 1058344"/>
                <a:gd name="connsiteX155" fmla="*/ 100903 w 1004996"/>
                <a:gd name="connsiteY155" fmla="*/ 151768 h 1058344"/>
                <a:gd name="connsiteX156" fmla="*/ 110321 w 1004996"/>
                <a:gd name="connsiteY156" fmla="*/ 159826 h 1058344"/>
                <a:gd name="connsiteX157" fmla="*/ 117048 w 1004996"/>
                <a:gd name="connsiteY157" fmla="*/ 170571 h 1058344"/>
                <a:gd name="connsiteX158" fmla="*/ 117048 w 1004996"/>
                <a:gd name="connsiteY158" fmla="*/ 178629 h 1058344"/>
                <a:gd name="connsiteX159" fmla="*/ 117048 w 1004996"/>
                <a:gd name="connsiteY159" fmla="*/ 182659 h 1058344"/>
                <a:gd name="connsiteX160" fmla="*/ 102249 w 1004996"/>
                <a:gd name="connsiteY160" fmla="*/ 236382 h 1058344"/>
                <a:gd name="connsiteX161" fmla="*/ 98213 w 1004996"/>
                <a:gd name="connsiteY161" fmla="*/ 251156 h 1058344"/>
                <a:gd name="connsiteX162" fmla="*/ 98213 w 1004996"/>
                <a:gd name="connsiteY162" fmla="*/ 253841 h 1058344"/>
                <a:gd name="connsiteX163" fmla="*/ 95522 w 1004996"/>
                <a:gd name="connsiteY163" fmla="*/ 257871 h 1058344"/>
                <a:gd name="connsiteX164" fmla="*/ 90140 w 1004996"/>
                <a:gd name="connsiteY164" fmla="*/ 256528 h 1058344"/>
                <a:gd name="connsiteX165" fmla="*/ 90140 w 1004996"/>
                <a:gd name="connsiteY165" fmla="*/ 255185 h 1058344"/>
                <a:gd name="connsiteX166" fmla="*/ 84759 w 1004996"/>
                <a:gd name="connsiteY166" fmla="*/ 251156 h 1058344"/>
                <a:gd name="connsiteX167" fmla="*/ 83413 w 1004996"/>
                <a:gd name="connsiteY167" fmla="*/ 251156 h 1058344"/>
                <a:gd name="connsiteX168" fmla="*/ 78032 w 1004996"/>
                <a:gd name="connsiteY168" fmla="*/ 251156 h 1058344"/>
                <a:gd name="connsiteX169" fmla="*/ 75341 w 1004996"/>
                <a:gd name="connsiteY169" fmla="*/ 249812 h 1058344"/>
                <a:gd name="connsiteX170" fmla="*/ 73996 w 1004996"/>
                <a:gd name="connsiteY170" fmla="*/ 253841 h 1058344"/>
                <a:gd name="connsiteX171" fmla="*/ 56506 w 1004996"/>
                <a:gd name="connsiteY171" fmla="*/ 259214 h 1058344"/>
                <a:gd name="connsiteX172" fmla="*/ 43052 w 1004996"/>
                <a:gd name="connsiteY172" fmla="*/ 261900 h 1058344"/>
                <a:gd name="connsiteX173" fmla="*/ 40361 w 1004996"/>
                <a:gd name="connsiteY173" fmla="*/ 264586 h 1058344"/>
                <a:gd name="connsiteX174" fmla="*/ 37671 w 1004996"/>
                <a:gd name="connsiteY174" fmla="*/ 265929 h 1058344"/>
                <a:gd name="connsiteX175" fmla="*/ 32289 w 1004996"/>
                <a:gd name="connsiteY175" fmla="*/ 271302 h 1058344"/>
                <a:gd name="connsiteX176" fmla="*/ 25562 w 1004996"/>
                <a:gd name="connsiteY176" fmla="*/ 273988 h 1058344"/>
                <a:gd name="connsiteX177" fmla="*/ 20181 w 1004996"/>
                <a:gd name="connsiteY177" fmla="*/ 276674 h 1058344"/>
                <a:gd name="connsiteX178" fmla="*/ 21526 w 1004996"/>
                <a:gd name="connsiteY178" fmla="*/ 283389 h 1058344"/>
                <a:gd name="connsiteX179" fmla="*/ 18835 w 1004996"/>
                <a:gd name="connsiteY179" fmla="*/ 287418 h 1058344"/>
                <a:gd name="connsiteX180" fmla="*/ 20181 w 1004996"/>
                <a:gd name="connsiteY180" fmla="*/ 291448 h 1058344"/>
                <a:gd name="connsiteX181" fmla="*/ 13454 w 1004996"/>
                <a:gd name="connsiteY181" fmla="*/ 298163 h 1058344"/>
                <a:gd name="connsiteX182" fmla="*/ 16144 w 1004996"/>
                <a:gd name="connsiteY182" fmla="*/ 307565 h 1058344"/>
                <a:gd name="connsiteX183" fmla="*/ 18835 w 1004996"/>
                <a:gd name="connsiteY183" fmla="*/ 312937 h 1058344"/>
                <a:gd name="connsiteX184" fmla="*/ 14799 w 1004996"/>
                <a:gd name="connsiteY184" fmla="*/ 316966 h 1058344"/>
                <a:gd name="connsiteX185" fmla="*/ 10763 w 1004996"/>
                <a:gd name="connsiteY185" fmla="*/ 316966 h 1058344"/>
                <a:gd name="connsiteX186" fmla="*/ 4036 w 1004996"/>
                <a:gd name="connsiteY186" fmla="*/ 322338 h 1058344"/>
                <a:gd name="connsiteX187" fmla="*/ 4036 w 1004996"/>
                <a:gd name="connsiteY187" fmla="*/ 327711 h 1058344"/>
                <a:gd name="connsiteX188" fmla="*/ 1345 w 1004996"/>
                <a:gd name="connsiteY188" fmla="*/ 330397 h 1058344"/>
                <a:gd name="connsiteX189" fmla="*/ 2691 w 1004996"/>
                <a:gd name="connsiteY189" fmla="*/ 334426 h 1058344"/>
                <a:gd name="connsiteX190" fmla="*/ 1345 w 1004996"/>
                <a:gd name="connsiteY190" fmla="*/ 339799 h 1058344"/>
                <a:gd name="connsiteX191" fmla="*/ 0 w 1004996"/>
                <a:gd name="connsiteY191" fmla="*/ 345171 h 1058344"/>
                <a:gd name="connsiteX192" fmla="*/ 1345 w 1004996"/>
                <a:gd name="connsiteY192" fmla="*/ 349200 h 1058344"/>
                <a:gd name="connsiteX193" fmla="*/ 0 w 1004996"/>
                <a:gd name="connsiteY193" fmla="*/ 353229 h 1058344"/>
                <a:gd name="connsiteX194" fmla="*/ 6727 w 1004996"/>
                <a:gd name="connsiteY194" fmla="*/ 359945 h 1058344"/>
                <a:gd name="connsiteX195" fmla="*/ 18835 w 1004996"/>
                <a:gd name="connsiteY195" fmla="*/ 380091 h 1058344"/>
                <a:gd name="connsiteX196" fmla="*/ 12109 w 1004996"/>
                <a:gd name="connsiteY196" fmla="*/ 388149 h 1058344"/>
                <a:gd name="connsiteX197" fmla="*/ 28253 w 1004996"/>
                <a:gd name="connsiteY197" fmla="*/ 386806 h 1058344"/>
                <a:gd name="connsiteX198" fmla="*/ 36325 w 1004996"/>
                <a:gd name="connsiteY198" fmla="*/ 388149 h 1058344"/>
                <a:gd name="connsiteX199" fmla="*/ 41707 w 1004996"/>
                <a:gd name="connsiteY199" fmla="*/ 396208 h 1058344"/>
                <a:gd name="connsiteX200" fmla="*/ 43052 w 1004996"/>
                <a:gd name="connsiteY200" fmla="*/ 402923 h 1058344"/>
                <a:gd name="connsiteX201" fmla="*/ 53815 w 1004996"/>
                <a:gd name="connsiteY201" fmla="*/ 402923 h 1058344"/>
                <a:gd name="connsiteX202" fmla="*/ 67269 w 1004996"/>
                <a:gd name="connsiteY202" fmla="*/ 404266 h 1058344"/>
                <a:gd name="connsiteX203" fmla="*/ 78032 w 1004996"/>
                <a:gd name="connsiteY203" fmla="*/ 393522 h 1058344"/>
                <a:gd name="connsiteX204" fmla="*/ 87449 w 1004996"/>
                <a:gd name="connsiteY204" fmla="*/ 388149 h 1058344"/>
                <a:gd name="connsiteX205" fmla="*/ 90140 w 1004996"/>
                <a:gd name="connsiteY205" fmla="*/ 390835 h 1058344"/>
                <a:gd name="connsiteX206" fmla="*/ 88795 w 1004996"/>
                <a:gd name="connsiteY206" fmla="*/ 396208 h 1058344"/>
                <a:gd name="connsiteX207" fmla="*/ 87449 w 1004996"/>
                <a:gd name="connsiteY207" fmla="*/ 397551 h 1058344"/>
                <a:gd name="connsiteX208" fmla="*/ 87449 w 1004996"/>
                <a:gd name="connsiteY208" fmla="*/ 406953 h 1058344"/>
                <a:gd name="connsiteX209" fmla="*/ 88795 w 1004996"/>
                <a:gd name="connsiteY209" fmla="*/ 421726 h 1058344"/>
                <a:gd name="connsiteX210" fmla="*/ 88795 w 1004996"/>
                <a:gd name="connsiteY210" fmla="*/ 428441 h 1058344"/>
                <a:gd name="connsiteX211" fmla="*/ 91486 w 1004996"/>
                <a:gd name="connsiteY211" fmla="*/ 431128 h 1058344"/>
                <a:gd name="connsiteX212" fmla="*/ 96867 w 1004996"/>
                <a:gd name="connsiteY212" fmla="*/ 429785 h 1058344"/>
                <a:gd name="connsiteX213" fmla="*/ 102249 w 1004996"/>
                <a:gd name="connsiteY213" fmla="*/ 428441 h 1058344"/>
                <a:gd name="connsiteX214" fmla="*/ 107630 w 1004996"/>
                <a:gd name="connsiteY214" fmla="*/ 428441 h 1058344"/>
                <a:gd name="connsiteX215" fmla="*/ 110321 w 1004996"/>
                <a:gd name="connsiteY215" fmla="*/ 428441 h 1058344"/>
                <a:gd name="connsiteX216" fmla="*/ 113012 w 1004996"/>
                <a:gd name="connsiteY216" fmla="*/ 429785 h 1058344"/>
                <a:gd name="connsiteX217" fmla="*/ 114357 w 1004996"/>
                <a:gd name="connsiteY217" fmla="*/ 429785 h 1058344"/>
                <a:gd name="connsiteX218" fmla="*/ 114357 w 1004996"/>
                <a:gd name="connsiteY218" fmla="*/ 429785 h 1058344"/>
                <a:gd name="connsiteX219" fmla="*/ 130501 w 1004996"/>
                <a:gd name="connsiteY219" fmla="*/ 429785 h 1058344"/>
                <a:gd name="connsiteX220" fmla="*/ 138574 w 1004996"/>
                <a:gd name="connsiteY220" fmla="*/ 429785 h 1058344"/>
                <a:gd name="connsiteX221" fmla="*/ 146646 w 1004996"/>
                <a:gd name="connsiteY221" fmla="*/ 425756 h 1058344"/>
                <a:gd name="connsiteX222" fmla="*/ 150682 w 1004996"/>
                <a:gd name="connsiteY222" fmla="*/ 425756 h 1058344"/>
                <a:gd name="connsiteX223" fmla="*/ 156064 w 1004996"/>
                <a:gd name="connsiteY223" fmla="*/ 421726 h 1058344"/>
                <a:gd name="connsiteX224" fmla="*/ 162791 w 1004996"/>
                <a:gd name="connsiteY224" fmla="*/ 421726 h 1058344"/>
                <a:gd name="connsiteX225" fmla="*/ 170863 w 1004996"/>
                <a:gd name="connsiteY225" fmla="*/ 419040 h 1058344"/>
                <a:gd name="connsiteX226" fmla="*/ 174899 w 1004996"/>
                <a:gd name="connsiteY226" fmla="*/ 406953 h 1058344"/>
                <a:gd name="connsiteX227" fmla="*/ 187007 w 1004996"/>
                <a:gd name="connsiteY227" fmla="*/ 398894 h 1058344"/>
                <a:gd name="connsiteX228" fmla="*/ 195080 w 1004996"/>
                <a:gd name="connsiteY228" fmla="*/ 397551 h 1058344"/>
                <a:gd name="connsiteX229" fmla="*/ 203152 w 1004996"/>
                <a:gd name="connsiteY229" fmla="*/ 393522 h 1058344"/>
                <a:gd name="connsiteX230" fmla="*/ 208533 w 1004996"/>
                <a:gd name="connsiteY230" fmla="*/ 393522 h 1058344"/>
                <a:gd name="connsiteX231" fmla="*/ 213915 w 1004996"/>
                <a:gd name="connsiteY231" fmla="*/ 397551 h 1058344"/>
                <a:gd name="connsiteX232" fmla="*/ 219296 w 1004996"/>
                <a:gd name="connsiteY232" fmla="*/ 393522 h 1058344"/>
                <a:gd name="connsiteX233" fmla="*/ 221987 w 1004996"/>
                <a:gd name="connsiteY233" fmla="*/ 396208 h 1058344"/>
                <a:gd name="connsiteX234" fmla="*/ 220642 w 1004996"/>
                <a:gd name="connsiteY234" fmla="*/ 402923 h 1058344"/>
                <a:gd name="connsiteX235" fmla="*/ 223333 w 1004996"/>
                <a:gd name="connsiteY235" fmla="*/ 412325 h 1058344"/>
                <a:gd name="connsiteX236" fmla="*/ 219296 w 1004996"/>
                <a:gd name="connsiteY236" fmla="*/ 420383 h 1058344"/>
                <a:gd name="connsiteX237" fmla="*/ 221987 w 1004996"/>
                <a:gd name="connsiteY237" fmla="*/ 432471 h 1058344"/>
                <a:gd name="connsiteX238" fmla="*/ 219296 w 1004996"/>
                <a:gd name="connsiteY238" fmla="*/ 437843 h 1058344"/>
                <a:gd name="connsiteX239" fmla="*/ 223333 w 1004996"/>
                <a:gd name="connsiteY239" fmla="*/ 447245 h 1058344"/>
                <a:gd name="connsiteX240" fmla="*/ 228714 w 1004996"/>
                <a:gd name="connsiteY240" fmla="*/ 449931 h 1058344"/>
                <a:gd name="connsiteX241" fmla="*/ 230059 w 1004996"/>
                <a:gd name="connsiteY241" fmla="*/ 457989 h 1058344"/>
                <a:gd name="connsiteX242" fmla="*/ 235441 w 1004996"/>
                <a:gd name="connsiteY242" fmla="*/ 460676 h 1058344"/>
                <a:gd name="connsiteX243" fmla="*/ 243513 w 1004996"/>
                <a:gd name="connsiteY243" fmla="*/ 466048 h 1058344"/>
                <a:gd name="connsiteX244" fmla="*/ 248895 w 1004996"/>
                <a:gd name="connsiteY244" fmla="*/ 471420 h 1058344"/>
                <a:gd name="connsiteX245" fmla="*/ 251585 w 1004996"/>
                <a:gd name="connsiteY245" fmla="*/ 468734 h 1058344"/>
                <a:gd name="connsiteX246" fmla="*/ 262348 w 1004996"/>
                <a:gd name="connsiteY246" fmla="*/ 466048 h 1058344"/>
                <a:gd name="connsiteX247" fmla="*/ 271766 w 1004996"/>
                <a:gd name="connsiteY247" fmla="*/ 475449 h 1058344"/>
                <a:gd name="connsiteX248" fmla="*/ 278493 w 1004996"/>
                <a:gd name="connsiteY248" fmla="*/ 474106 h 1058344"/>
                <a:gd name="connsiteX249" fmla="*/ 287911 w 1004996"/>
                <a:gd name="connsiteY249" fmla="*/ 484851 h 1058344"/>
                <a:gd name="connsiteX250" fmla="*/ 291947 w 1004996"/>
                <a:gd name="connsiteY250" fmla="*/ 484851 h 1058344"/>
                <a:gd name="connsiteX251" fmla="*/ 302710 w 1004996"/>
                <a:gd name="connsiteY251" fmla="*/ 488880 h 1058344"/>
                <a:gd name="connsiteX252" fmla="*/ 309437 w 1004996"/>
                <a:gd name="connsiteY252" fmla="*/ 491566 h 1058344"/>
                <a:gd name="connsiteX253" fmla="*/ 310782 w 1004996"/>
                <a:gd name="connsiteY253" fmla="*/ 499625 h 1058344"/>
                <a:gd name="connsiteX254" fmla="*/ 316164 w 1004996"/>
                <a:gd name="connsiteY254" fmla="*/ 500968 h 1058344"/>
                <a:gd name="connsiteX255" fmla="*/ 322890 w 1004996"/>
                <a:gd name="connsiteY255" fmla="*/ 504997 h 1058344"/>
                <a:gd name="connsiteX256" fmla="*/ 337690 w 1004996"/>
                <a:gd name="connsiteY256" fmla="*/ 503654 h 1058344"/>
                <a:gd name="connsiteX257" fmla="*/ 348453 w 1004996"/>
                <a:gd name="connsiteY257" fmla="*/ 510369 h 1058344"/>
                <a:gd name="connsiteX258" fmla="*/ 351143 w 1004996"/>
                <a:gd name="connsiteY258" fmla="*/ 514399 h 1058344"/>
                <a:gd name="connsiteX259" fmla="*/ 349798 w 1004996"/>
                <a:gd name="connsiteY259" fmla="*/ 526486 h 1058344"/>
                <a:gd name="connsiteX260" fmla="*/ 352489 w 1004996"/>
                <a:gd name="connsiteY260" fmla="*/ 535888 h 1058344"/>
                <a:gd name="connsiteX261" fmla="*/ 349798 w 1004996"/>
                <a:gd name="connsiteY261" fmla="*/ 541260 h 1058344"/>
                <a:gd name="connsiteX262" fmla="*/ 359216 w 1004996"/>
                <a:gd name="connsiteY262" fmla="*/ 557377 h 1058344"/>
                <a:gd name="connsiteX263" fmla="*/ 357870 w 1004996"/>
                <a:gd name="connsiteY263" fmla="*/ 569465 h 1058344"/>
                <a:gd name="connsiteX264" fmla="*/ 403613 w 1004996"/>
                <a:gd name="connsiteY264" fmla="*/ 570808 h 1058344"/>
                <a:gd name="connsiteX265" fmla="*/ 406304 w 1004996"/>
                <a:gd name="connsiteY265" fmla="*/ 586925 h 1058344"/>
                <a:gd name="connsiteX266" fmla="*/ 404958 w 1004996"/>
                <a:gd name="connsiteY266" fmla="*/ 597669 h 1058344"/>
                <a:gd name="connsiteX267" fmla="*/ 418412 w 1004996"/>
                <a:gd name="connsiteY267" fmla="*/ 600356 h 1058344"/>
                <a:gd name="connsiteX268" fmla="*/ 431866 w 1004996"/>
                <a:gd name="connsiteY268" fmla="*/ 624531 h 1058344"/>
                <a:gd name="connsiteX269" fmla="*/ 433211 w 1004996"/>
                <a:gd name="connsiteY269" fmla="*/ 637962 h 1058344"/>
                <a:gd name="connsiteX270" fmla="*/ 421103 w 1004996"/>
                <a:gd name="connsiteY270" fmla="*/ 663480 h 1058344"/>
                <a:gd name="connsiteX271" fmla="*/ 422448 w 1004996"/>
                <a:gd name="connsiteY271" fmla="*/ 667509 h 1058344"/>
                <a:gd name="connsiteX272" fmla="*/ 418412 w 1004996"/>
                <a:gd name="connsiteY272" fmla="*/ 672882 h 1058344"/>
                <a:gd name="connsiteX273" fmla="*/ 421103 w 1004996"/>
                <a:gd name="connsiteY273" fmla="*/ 675568 h 1058344"/>
                <a:gd name="connsiteX274" fmla="*/ 419757 w 1004996"/>
                <a:gd name="connsiteY274" fmla="*/ 680940 h 1058344"/>
                <a:gd name="connsiteX275" fmla="*/ 426484 w 1004996"/>
                <a:gd name="connsiteY275" fmla="*/ 686312 h 1058344"/>
                <a:gd name="connsiteX276" fmla="*/ 426484 w 1004996"/>
                <a:gd name="connsiteY276" fmla="*/ 694371 h 1058344"/>
                <a:gd name="connsiteX277" fmla="*/ 431866 w 1004996"/>
                <a:gd name="connsiteY277" fmla="*/ 702430 h 1058344"/>
                <a:gd name="connsiteX278" fmla="*/ 429175 w 1004996"/>
                <a:gd name="connsiteY278" fmla="*/ 718546 h 1058344"/>
                <a:gd name="connsiteX279" fmla="*/ 430521 w 1004996"/>
                <a:gd name="connsiteY279" fmla="*/ 725262 h 1058344"/>
                <a:gd name="connsiteX280" fmla="*/ 429175 w 1004996"/>
                <a:gd name="connsiteY280" fmla="*/ 730634 h 1058344"/>
                <a:gd name="connsiteX281" fmla="*/ 430521 w 1004996"/>
                <a:gd name="connsiteY281" fmla="*/ 736006 h 1058344"/>
                <a:gd name="connsiteX282" fmla="*/ 439938 w 1004996"/>
                <a:gd name="connsiteY282" fmla="*/ 734663 h 1058344"/>
                <a:gd name="connsiteX283" fmla="*/ 443974 w 1004996"/>
                <a:gd name="connsiteY283" fmla="*/ 736006 h 1058344"/>
                <a:gd name="connsiteX284" fmla="*/ 456083 w 1004996"/>
                <a:gd name="connsiteY284" fmla="*/ 734663 h 1058344"/>
                <a:gd name="connsiteX285" fmla="*/ 464155 w 1004996"/>
                <a:gd name="connsiteY285" fmla="*/ 737349 h 1058344"/>
                <a:gd name="connsiteX286" fmla="*/ 476263 w 1004996"/>
                <a:gd name="connsiteY286" fmla="*/ 731977 h 1058344"/>
                <a:gd name="connsiteX287" fmla="*/ 482990 w 1004996"/>
                <a:gd name="connsiteY287" fmla="*/ 736006 h 1058344"/>
                <a:gd name="connsiteX288" fmla="*/ 488372 w 1004996"/>
                <a:gd name="connsiteY288" fmla="*/ 737349 h 1058344"/>
                <a:gd name="connsiteX289" fmla="*/ 489717 w 1004996"/>
                <a:gd name="connsiteY289" fmla="*/ 744065 h 1058344"/>
                <a:gd name="connsiteX290" fmla="*/ 496444 w 1004996"/>
                <a:gd name="connsiteY290" fmla="*/ 772269 h 1058344"/>
                <a:gd name="connsiteX291" fmla="*/ 500480 w 1004996"/>
                <a:gd name="connsiteY291" fmla="*/ 781671 h 1058344"/>
                <a:gd name="connsiteX292" fmla="*/ 505862 w 1004996"/>
                <a:gd name="connsiteY292" fmla="*/ 783014 h 1058344"/>
                <a:gd name="connsiteX293" fmla="*/ 516625 w 1004996"/>
                <a:gd name="connsiteY293" fmla="*/ 777641 h 1058344"/>
                <a:gd name="connsiteX294" fmla="*/ 522006 w 1004996"/>
                <a:gd name="connsiteY294" fmla="*/ 780328 h 1058344"/>
                <a:gd name="connsiteX295" fmla="*/ 526042 w 1004996"/>
                <a:gd name="connsiteY295" fmla="*/ 784357 h 1058344"/>
                <a:gd name="connsiteX296" fmla="*/ 530079 w 1004996"/>
                <a:gd name="connsiteY296" fmla="*/ 785700 h 1058344"/>
                <a:gd name="connsiteX297" fmla="*/ 528733 w 1004996"/>
                <a:gd name="connsiteY297" fmla="*/ 787043 h 1058344"/>
                <a:gd name="connsiteX298" fmla="*/ 527388 w 1004996"/>
                <a:gd name="connsiteY298" fmla="*/ 811218 h 1058344"/>
                <a:gd name="connsiteX299" fmla="*/ 526042 w 1004996"/>
                <a:gd name="connsiteY299" fmla="*/ 813905 h 1058344"/>
                <a:gd name="connsiteX300" fmla="*/ 524697 w 1004996"/>
                <a:gd name="connsiteY300" fmla="*/ 815248 h 1058344"/>
                <a:gd name="connsiteX301" fmla="*/ 524697 w 1004996"/>
                <a:gd name="connsiteY301" fmla="*/ 817934 h 1058344"/>
                <a:gd name="connsiteX302" fmla="*/ 523352 w 1004996"/>
                <a:gd name="connsiteY302" fmla="*/ 820620 h 1058344"/>
                <a:gd name="connsiteX303" fmla="*/ 523352 w 1004996"/>
                <a:gd name="connsiteY303" fmla="*/ 823306 h 1058344"/>
                <a:gd name="connsiteX304" fmla="*/ 527388 w 1004996"/>
                <a:gd name="connsiteY304" fmla="*/ 820620 h 1058344"/>
                <a:gd name="connsiteX305" fmla="*/ 539496 w 1004996"/>
                <a:gd name="connsiteY305" fmla="*/ 821963 h 1058344"/>
                <a:gd name="connsiteX306" fmla="*/ 539496 w 1004996"/>
                <a:gd name="connsiteY306" fmla="*/ 827335 h 1058344"/>
                <a:gd name="connsiteX307" fmla="*/ 544878 w 1004996"/>
                <a:gd name="connsiteY307" fmla="*/ 838080 h 1058344"/>
                <a:gd name="connsiteX308" fmla="*/ 544878 w 1004996"/>
                <a:gd name="connsiteY308" fmla="*/ 846138 h 1058344"/>
                <a:gd name="connsiteX309" fmla="*/ 546223 w 1004996"/>
                <a:gd name="connsiteY309" fmla="*/ 856883 h 1058344"/>
                <a:gd name="connsiteX310" fmla="*/ 547568 w 1004996"/>
                <a:gd name="connsiteY310" fmla="*/ 866285 h 1058344"/>
                <a:gd name="connsiteX311" fmla="*/ 546223 w 1004996"/>
                <a:gd name="connsiteY311" fmla="*/ 870314 h 1058344"/>
                <a:gd name="connsiteX312" fmla="*/ 540841 w 1004996"/>
                <a:gd name="connsiteY312" fmla="*/ 870314 h 1058344"/>
                <a:gd name="connsiteX313" fmla="*/ 534115 w 1004996"/>
                <a:gd name="connsiteY313" fmla="*/ 873000 h 1058344"/>
                <a:gd name="connsiteX314" fmla="*/ 532769 w 1004996"/>
                <a:gd name="connsiteY314" fmla="*/ 874343 h 1058344"/>
                <a:gd name="connsiteX315" fmla="*/ 528733 w 1004996"/>
                <a:gd name="connsiteY315" fmla="*/ 877030 h 1058344"/>
                <a:gd name="connsiteX316" fmla="*/ 527388 w 1004996"/>
                <a:gd name="connsiteY316" fmla="*/ 875686 h 1058344"/>
                <a:gd name="connsiteX317" fmla="*/ 516625 w 1004996"/>
                <a:gd name="connsiteY317" fmla="*/ 882402 h 1058344"/>
                <a:gd name="connsiteX318" fmla="*/ 515279 w 1004996"/>
                <a:gd name="connsiteY318" fmla="*/ 885088 h 1058344"/>
                <a:gd name="connsiteX319" fmla="*/ 511243 w 1004996"/>
                <a:gd name="connsiteY319" fmla="*/ 886431 h 1058344"/>
                <a:gd name="connsiteX320" fmla="*/ 501826 w 1004996"/>
                <a:gd name="connsiteY320" fmla="*/ 894489 h 1058344"/>
                <a:gd name="connsiteX321" fmla="*/ 499135 w 1004996"/>
                <a:gd name="connsiteY321" fmla="*/ 895833 h 1058344"/>
                <a:gd name="connsiteX322" fmla="*/ 499135 w 1004996"/>
                <a:gd name="connsiteY322" fmla="*/ 902548 h 1058344"/>
                <a:gd name="connsiteX323" fmla="*/ 495099 w 1004996"/>
                <a:gd name="connsiteY323" fmla="*/ 903891 h 1058344"/>
                <a:gd name="connsiteX324" fmla="*/ 492408 w 1004996"/>
                <a:gd name="connsiteY324" fmla="*/ 903891 h 1058344"/>
                <a:gd name="connsiteX325" fmla="*/ 484336 w 1004996"/>
                <a:gd name="connsiteY325" fmla="*/ 914635 h 1058344"/>
                <a:gd name="connsiteX326" fmla="*/ 482990 w 1004996"/>
                <a:gd name="connsiteY326" fmla="*/ 918665 h 1058344"/>
                <a:gd name="connsiteX327" fmla="*/ 482990 w 1004996"/>
                <a:gd name="connsiteY327" fmla="*/ 924037 h 1058344"/>
                <a:gd name="connsiteX328" fmla="*/ 478954 w 1004996"/>
                <a:gd name="connsiteY328" fmla="*/ 925380 h 1058344"/>
                <a:gd name="connsiteX329" fmla="*/ 477609 w 1004996"/>
                <a:gd name="connsiteY329" fmla="*/ 928066 h 1058344"/>
                <a:gd name="connsiteX330" fmla="*/ 472227 w 1004996"/>
                <a:gd name="connsiteY330" fmla="*/ 937468 h 1058344"/>
                <a:gd name="connsiteX331" fmla="*/ 468191 w 1004996"/>
                <a:gd name="connsiteY331" fmla="*/ 941497 h 1058344"/>
                <a:gd name="connsiteX332" fmla="*/ 464155 w 1004996"/>
                <a:gd name="connsiteY332" fmla="*/ 948212 h 1058344"/>
                <a:gd name="connsiteX333" fmla="*/ 464155 w 1004996"/>
                <a:gd name="connsiteY333" fmla="*/ 950899 h 1058344"/>
                <a:gd name="connsiteX334" fmla="*/ 458774 w 1004996"/>
                <a:gd name="connsiteY334" fmla="*/ 953585 h 1058344"/>
                <a:gd name="connsiteX335" fmla="*/ 457428 w 1004996"/>
                <a:gd name="connsiteY335" fmla="*/ 956271 h 1058344"/>
                <a:gd name="connsiteX336" fmla="*/ 461464 w 1004996"/>
                <a:gd name="connsiteY336" fmla="*/ 956271 h 1058344"/>
                <a:gd name="connsiteX337" fmla="*/ 464155 w 1004996"/>
                <a:gd name="connsiteY337" fmla="*/ 957614 h 1058344"/>
                <a:gd name="connsiteX338" fmla="*/ 477609 w 1004996"/>
                <a:gd name="connsiteY338" fmla="*/ 953585 h 1058344"/>
                <a:gd name="connsiteX339" fmla="*/ 482990 w 1004996"/>
                <a:gd name="connsiteY339" fmla="*/ 957614 h 1058344"/>
                <a:gd name="connsiteX340" fmla="*/ 488372 w 1004996"/>
                <a:gd name="connsiteY340" fmla="*/ 965672 h 1058344"/>
                <a:gd name="connsiteX341" fmla="*/ 493753 w 1004996"/>
                <a:gd name="connsiteY341" fmla="*/ 968359 h 1058344"/>
                <a:gd name="connsiteX342" fmla="*/ 496444 w 1004996"/>
                <a:gd name="connsiteY342" fmla="*/ 975074 h 1058344"/>
                <a:gd name="connsiteX343" fmla="*/ 503171 w 1004996"/>
                <a:gd name="connsiteY343" fmla="*/ 985818 h 1058344"/>
                <a:gd name="connsiteX344" fmla="*/ 505862 w 1004996"/>
                <a:gd name="connsiteY344" fmla="*/ 985818 h 1058344"/>
                <a:gd name="connsiteX345" fmla="*/ 511243 w 1004996"/>
                <a:gd name="connsiteY345" fmla="*/ 980446 h 1058344"/>
                <a:gd name="connsiteX346" fmla="*/ 513934 w 1004996"/>
                <a:gd name="connsiteY346" fmla="*/ 980446 h 1058344"/>
                <a:gd name="connsiteX347" fmla="*/ 519315 w 1004996"/>
                <a:gd name="connsiteY347" fmla="*/ 989848 h 1058344"/>
                <a:gd name="connsiteX348" fmla="*/ 526042 w 1004996"/>
                <a:gd name="connsiteY348" fmla="*/ 992534 h 1058344"/>
                <a:gd name="connsiteX349" fmla="*/ 532769 w 1004996"/>
                <a:gd name="connsiteY349" fmla="*/ 993877 h 1058344"/>
                <a:gd name="connsiteX350" fmla="*/ 538151 w 1004996"/>
                <a:gd name="connsiteY350" fmla="*/ 999249 h 1058344"/>
                <a:gd name="connsiteX351" fmla="*/ 538151 w 1004996"/>
                <a:gd name="connsiteY351" fmla="*/ 1005965 h 1058344"/>
                <a:gd name="connsiteX352" fmla="*/ 543532 w 1004996"/>
                <a:gd name="connsiteY352" fmla="*/ 1004622 h 1058344"/>
                <a:gd name="connsiteX353" fmla="*/ 554295 w 1004996"/>
                <a:gd name="connsiteY353" fmla="*/ 1008651 h 1058344"/>
                <a:gd name="connsiteX354" fmla="*/ 559677 w 1004996"/>
                <a:gd name="connsiteY354" fmla="*/ 1015366 h 1058344"/>
                <a:gd name="connsiteX355" fmla="*/ 566404 w 1004996"/>
                <a:gd name="connsiteY355" fmla="*/ 1024768 h 1058344"/>
                <a:gd name="connsiteX356" fmla="*/ 571785 w 1004996"/>
                <a:gd name="connsiteY356" fmla="*/ 1028797 h 1058344"/>
                <a:gd name="connsiteX357" fmla="*/ 570440 w 1004996"/>
                <a:gd name="connsiteY357" fmla="*/ 1035512 h 1058344"/>
                <a:gd name="connsiteX358" fmla="*/ 565058 w 1004996"/>
                <a:gd name="connsiteY358" fmla="*/ 1042228 h 1058344"/>
                <a:gd name="connsiteX359" fmla="*/ 567749 w 1004996"/>
                <a:gd name="connsiteY359" fmla="*/ 1050286 h 1058344"/>
                <a:gd name="connsiteX360" fmla="*/ 569094 w 1004996"/>
                <a:gd name="connsiteY360" fmla="*/ 1051630 h 1058344"/>
                <a:gd name="connsiteX361" fmla="*/ 570440 w 1004996"/>
                <a:gd name="connsiteY361" fmla="*/ 1052972 h 1058344"/>
                <a:gd name="connsiteX362" fmla="*/ 573131 w 1004996"/>
                <a:gd name="connsiteY362" fmla="*/ 1057002 h 1058344"/>
                <a:gd name="connsiteX363" fmla="*/ 574476 w 1004996"/>
                <a:gd name="connsiteY363" fmla="*/ 1058345 h 1058344"/>
                <a:gd name="connsiteX364" fmla="*/ 583894 w 1004996"/>
                <a:gd name="connsiteY364" fmla="*/ 1050286 h 1058344"/>
                <a:gd name="connsiteX365" fmla="*/ 586584 w 1004996"/>
                <a:gd name="connsiteY365" fmla="*/ 1042228 h 1058344"/>
                <a:gd name="connsiteX366" fmla="*/ 590620 w 1004996"/>
                <a:gd name="connsiteY366" fmla="*/ 1023425 h 1058344"/>
                <a:gd name="connsiteX367" fmla="*/ 594656 w 1004996"/>
                <a:gd name="connsiteY367" fmla="*/ 1011337 h 1058344"/>
                <a:gd name="connsiteX368" fmla="*/ 596002 w 1004996"/>
                <a:gd name="connsiteY368" fmla="*/ 1008651 h 1058344"/>
                <a:gd name="connsiteX369" fmla="*/ 593311 w 1004996"/>
                <a:gd name="connsiteY369" fmla="*/ 1005965 h 1058344"/>
                <a:gd name="connsiteX370" fmla="*/ 589275 w 1004996"/>
                <a:gd name="connsiteY370" fmla="*/ 999249 h 1058344"/>
                <a:gd name="connsiteX371" fmla="*/ 590620 w 1004996"/>
                <a:gd name="connsiteY371" fmla="*/ 993877 h 1058344"/>
                <a:gd name="connsiteX372" fmla="*/ 594656 w 1004996"/>
                <a:gd name="connsiteY372" fmla="*/ 992534 h 1058344"/>
                <a:gd name="connsiteX373" fmla="*/ 594656 w 1004996"/>
                <a:gd name="connsiteY373" fmla="*/ 989848 h 1058344"/>
                <a:gd name="connsiteX374" fmla="*/ 598693 w 1004996"/>
                <a:gd name="connsiteY374" fmla="*/ 984476 h 1058344"/>
                <a:gd name="connsiteX375" fmla="*/ 598693 w 1004996"/>
                <a:gd name="connsiteY375" fmla="*/ 988505 h 1058344"/>
                <a:gd name="connsiteX376" fmla="*/ 601383 w 1004996"/>
                <a:gd name="connsiteY376" fmla="*/ 991191 h 1058344"/>
                <a:gd name="connsiteX377" fmla="*/ 605420 w 1004996"/>
                <a:gd name="connsiteY377" fmla="*/ 991191 h 1058344"/>
                <a:gd name="connsiteX378" fmla="*/ 609456 w 1004996"/>
                <a:gd name="connsiteY378" fmla="*/ 985818 h 1058344"/>
                <a:gd name="connsiteX379" fmla="*/ 609456 w 1004996"/>
                <a:gd name="connsiteY379" fmla="*/ 980446 h 1058344"/>
                <a:gd name="connsiteX380" fmla="*/ 610801 w 1004996"/>
                <a:gd name="connsiteY380" fmla="*/ 979103 h 1058344"/>
                <a:gd name="connsiteX381" fmla="*/ 610801 w 1004996"/>
                <a:gd name="connsiteY381" fmla="*/ 972388 h 1058344"/>
                <a:gd name="connsiteX382" fmla="*/ 612146 w 1004996"/>
                <a:gd name="connsiteY382" fmla="*/ 969702 h 1058344"/>
                <a:gd name="connsiteX383" fmla="*/ 614837 w 1004996"/>
                <a:gd name="connsiteY383" fmla="*/ 969702 h 1058344"/>
                <a:gd name="connsiteX384" fmla="*/ 616183 w 1004996"/>
                <a:gd name="connsiteY384" fmla="*/ 964330 h 1058344"/>
                <a:gd name="connsiteX385" fmla="*/ 614837 w 1004996"/>
                <a:gd name="connsiteY385" fmla="*/ 960300 h 1058344"/>
                <a:gd name="connsiteX386" fmla="*/ 612146 w 1004996"/>
                <a:gd name="connsiteY386" fmla="*/ 957614 h 1058344"/>
                <a:gd name="connsiteX387" fmla="*/ 612146 w 1004996"/>
                <a:gd name="connsiteY387" fmla="*/ 949556 h 1058344"/>
                <a:gd name="connsiteX388" fmla="*/ 609456 w 1004996"/>
                <a:gd name="connsiteY388" fmla="*/ 948212 h 1058344"/>
                <a:gd name="connsiteX389" fmla="*/ 612146 w 1004996"/>
                <a:gd name="connsiteY389" fmla="*/ 949556 h 1058344"/>
                <a:gd name="connsiteX390" fmla="*/ 614837 w 1004996"/>
                <a:gd name="connsiteY390" fmla="*/ 956271 h 1058344"/>
                <a:gd name="connsiteX391" fmla="*/ 621564 w 1004996"/>
                <a:gd name="connsiteY391" fmla="*/ 962986 h 1058344"/>
                <a:gd name="connsiteX392" fmla="*/ 624255 w 1004996"/>
                <a:gd name="connsiteY392" fmla="*/ 962986 h 1058344"/>
                <a:gd name="connsiteX393" fmla="*/ 626946 w 1004996"/>
                <a:gd name="connsiteY393" fmla="*/ 961643 h 1058344"/>
                <a:gd name="connsiteX394" fmla="*/ 628291 w 1004996"/>
                <a:gd name="connsiteY394" fmla="*/ 962986 h 1058344"/>
                <a:gd name="connsiteX395" fmla="*/ 628291 w 1004996"/>
                <a:gd name="connsiteY395" fmla="*/ 967015 h 1058344"/>
                <a:gd name="connsiteX396" fmla="*/ 626946 w 1004996"/>
                <a:gd name="connsiteY396" fmla="*/ 967015 h 1058344"/>
                <a:gd name="connsiteX397" fmla="*/ 624255 w 1004996"/>
                <a:gd name="connsiteY397" fmla="*/ 976417 h 1058344"/>
                <a:gd name="connsiteX398" fmla="*/ 618873 w 1004996"/>
                <a:gd name="connsiteY398" fmla="*/ 987162 h 1058344"/>
                <a:gd name="connsiteX399" fmla="*/ 613492 w 1004996"/>
                <a:gd name="connsiteY399" fmla="*/ 987162 h 1058344"/>
                <a:gd name="connsiteX400" fmla="*/ 612146 w 1004996"/>
                <a:gd name="connsiteY400" fmla="*/ 993877 h 1058344"/>
                <a:gd name="connsiteX401" fmla="*/ 610801 w 1004996"/>
                <a:gd name="connsiteY401" fmla="*/ 997906 h 1058344"/>
                <a:gd name="connsiteX402" fmla="*/ 609456 w 1004996"/>
                <a:gd name="connsiteY402" fmla="*/ 997906 h 1058344"/>
                <a:gd name="connsiteX403" fmla="*/ 604074 w 1004996"/>
                <a:gd name="connsiteY403" fmla="*/ 1000592 h 1058344"/>
                <a:gd name="connsiteX404" fmla="*/ 600038 w 1004996"/>
                <a:gd name="connsiteY404" fmla="*/ 1003279 h 1058344"/>
                <a:gd name="connsiteX405" fmla="*/ 600038 w 1004996"/>
                <a:gd name="connsiteY405" fmla="*/ 1005965 h 1058344"/>
                <a:gd name="connsiteX406" fmla="*/ 596002 w 1004996"/>
                <a:gd name="connsiteY406" fmla="*/ 1007308 h 1058344"/>
                <a:gd name="connsiteX407" fmla="*/ 594656 w 1004996"/>
                <a:gd name="connsiteY407" fmla="*/ 1008651 h 1058344"/>
                <a:gd name="connsiteX408" fmla="*/ 594656 w 1004996"/>
                <a:gd name="connsiteY408" fmla="*/ 1011337 h 1058344"/>
                <a:gd name="connsiteX409" fmla="*/ 600038 w 1004996"/>
                <a:gd name="connsiteY409" fmla="*/ 1012680 h 1058344"/>
                <a:gd name="connsiteX410" fmla="*/ 616183 w 1004996"/>
                <a:gd name="connsiteY410" fmla="*/ 999249 h 1058344"/>
                <a:gd name="connsiteX411" fmla="*/ 624255 w 1004996"/>
                <a:gd name="connsiteY411" fmla="*/ 989848 h 1058344"/>
                <a:gd name="connsiteX412" fmla="*/ 636363 w 1004996"/>
                <a:gd name="connsiteY412" fmla="*/ 969702 h 1058344"/>
                <a:gd name="connsiteX413" fmla="*/ 641745 w 1004996"/>
                <a:gd name="connsiteY413" fmla="*/ 958957 h 1058344"/>
                <a:gd name="connsiteX414" fmla="*/ 647126 w 1004996"/>
                <a:gd name="connsiteY414" fmla="*/ 945526 h 1058344"/>
                <a:gd name="connsiteX415" fmla="*/ 659235 w 1004996"/>
                <a:gd name="connsiteY415" fmla="*/ 922694 h 1058344"/>
                <a:gd name="connsiteX416" fmla="*/ 671343 w 1004996"/>
                <a:gd name="connsiteY416" fmla="*/ 909263 h 1058344"/>
                <a:gd name="connsiteX417" fmla="*/ 672688 w 1004996"/>
                <a:gd name="connsiteY417" fmla="*/ 905234 h 1058344"/>
                <a:gd name="connsiteX418" fmla="*/ 671343 w 1004996"/>
                <a:gd name="connsiteY418" fmla="*/ 903891 h 1058344"/>
                <a:gd name="connsiteX419" fmla="*/ 671343 w 1004996"/>
                <a:gd name="connsiteY419" fmla="*/ 899862 h 1058344"/>
                <a:gd name="connsiteX420" fmla="*/ 674034 w 1004996"/>
                <a:gd name="connsiteY420" fmla="*/ 898518 h 1058344"/>
                <a:gd name="connsiteX421" fmla="*/ 675379 w 1004996"/>
                <a:gd name="connsiteY421" fmla="*/ 893146 h 1058344"/>
                <a:gd name="connsiteX422" fmla="*/ 678070 w 1004996"/>
                <a:gd name="connsiteY422" fmla="*/ 891803 h 1058344"/>
                <a:gd name="connsiteX423" fmla="*/ 676725 w 1004996"/>
                <a:gd name="connsiteY423" fmla="*/ 886431 h 1058344"/>
                <a:gd name="connsiteX424" fmla="*/ 678070 w 1004996"/>
                <a:gd name="connsiteY424" fmla="*/ 883745 h 1058344"/>
                <a:gd name="connsiteX425" fmla="*/ 676725 w 1004996"/>
                <a:gd name="connsiteY425" fmla="*/ 882402 h 1058344"/>
                <a:gd name="connsiteX426" fmla="*/ 675379 w 1004996"/>
                <a:gd name="connsiteY426" fmla="*/ 881059 h 1058344"/>
                <a:gd name="connsiteX427" fmla="*/ 675379 w 1004996"/>
                <a:gd name="connsiteY427" fmla="*/ 875686 h 1058344"/>
                <a:gd name="connsiteX428" fmla="*/ 669998 w 1004996"/>
                <a:gd name="connsiteY428" fmla="*/ 868971 h 1058344"/>
                <a:gd name="connsiteX429" fmla="*/ 669998 w 1004996"/>
                <a:gd name="connsiteY429" fmla="*/ 866285 h 1058344"/>
                <a:gd name="connsiteX430" fmla="*/ 671343 w 1004996"/>
                <a:gd name="connsiteY430" fmla="*/ 863599 h 1058344"/>
                <a:gd name="connsiteX431" fmla="*/ 669998 w 1004996"/>
                <a:gd name="connsiteY431" fmla="*/ 860912 h 1058344"/>
                <a:gd name="connsiteX432" fmla="*/ 668652 w 1004996"/>
                <a:gd name="connsiteY432" fmla="*/ 852854 h 1058344"/>
                <a:gd name="connsiteX433" fmla="*/ 665961 w 1004996"/>
                <a:gd name="connsiteY433" fmla="*/ 844795 h 1058344"/>
                <a:gd name="connsiteX434" fmla="*/ 667307 w 1004996"/>
                <a:gd name="connsiteY434" fmla="*/ 843453 h 1058344"/>
                <a:gd name="connsiteX435" fmla="*/ 674034 w 1004996"/>
                <a:gd name="connsiteY435" fmla="*/ 842109 h 1058344"/>
                <a:gd name="connsiteX436" fmla="*/ 672688 w 1004996"/>
                <a:gd name="connsiteY436" fmla="*/ 838080 h 1058344"/>
                <a:gd name="connsiteX437" fmla="*/ 669998 w 1004996"/>
                <a:gd name="connsiteY437" fmla="*/ 836737 h 1058344"/>
                <a:gd name="connsiteX438" fmla="*/ 676725 w 1004996"/>
                <a:gd name="connsiteY438" fmla="*/ 835394 h 1058344"/>
                <a:gd name="connsiteX439" fmla="*/ 676725 w 1004996"/>
                <a:gd name="connsiteY439" fmla="*/ 830022 h 1058344"/>
                <a:gd name="connsiteX440" fmla="*/ 669998 w 1004996"/>
                <a:gd name="connsiteY440" fmla="*/ 827335 h 1058344"/>
                <a:gd name="connsiteX441" fmla="*/ 675379 w 1004996"/>
                <a:gd name="connsiteY441" fmla="*/ 825992 h 1058344"/>
                <a:gd name="connsiteX442" fmla="*/ 678070 w 1004996"/>
                <a:gd name="connsiteY442" fmla="*/ 820620 h 1058344"/>
                <a:gd name="connsiteX443" fmla="*/ 680761 w 1004996"/>
                <a:gd name="connsiteY443" fmla="*/ 821963 h 1058344"/>
                <a:gd name="connsiteX444" fmla="*/ 688833 w 1004996"/>
                <a:gd name="connsiteY444" fmla="*/ 813905 h 1058344"/>
                <a:gd name="connsiteX445" fmla="*/ 694214 w 1004996"/>
                <a:gd name="connsiteY445" fmla="*/ 811218 h 1058344"/>
                <a:gd name="connsiteX446" fmla="*/ 694214 w 1004996"/>
                <a:gd name="connsiteY446" fmla="*/ 808533 h 1058344"/>
                <a:gd name="connsiteX447" fmla="*/ 700941 w 1004996"/>
                <a:gd name="connsiteY447" fmla="*/ 801817 h 1058344"/>
                <a:gd name="connsiteX448" fmla="*/ 709013 w 1004996"/>
                <a:gd name="connsiteY448" fmla="*/ 796445 h 1058344"/>
                <a:gd name="connsiteX449" fmla="*/ 719777 w 1004996"/>
                <a:gd name="connsiteY449" fmla="*/ 784357 h 1058344"/>
                <a:gd name="connsiteX450" fmla="*/ 729194 w 1004996"/>
                <a:gd name="connsiteY450" fmla="*/ 783014 h 1058344"/>
                <a:gd name="connsiteX451" fmla="*/ 734576 w 1004996"/>
                <a:gd name="connsiteY451" fmla="*/ 777641 h 1058344"/>
                <a:gd name="connsiteX452" fmla="*/ 739957 w 1004996"/>
                <a:gd name="connsiteY452" fmla="*/ 773612 h 1058344"/>
                <a:gd name="connsiteX453" fmla="*/ 745339 w 1004996"/>
                <a:gd name="connsiteY453" fmla="*/ 773612 h 1058344"/>
                <a:gd name="connsiteX454" fmla="*/ 748030 w 1004996"/>
                <a:gd name="connsiteY454" fmla="*/ 776299 h 1058344"/>
                <a:gd name="connsiteX455" fmla="*/ 752066 w 1004996"/>
                <a:gd name="connsiteY455" fmla="*/ 777641 h 1058344"/>
                <a:gd name="connsiteX456" fmla="*/ 752066 w 1004996"/>
                <a:gd name="connsiteY456" fmla="*/ 773612 h 1058344"/>
                <a:gd name="connsiteX457" fmla="*/ 756102 w 1004996"/>
                <a:gd name="connsiteY457" fmla="*/ 766897 h 1058344"/>
                <a:gd name="connsiteX458" fmla="*/ 766865 w 1004996"/>
                <a:gd name="connsiteY458" fmla="*/ 760182 h 1058344"/>
                <a:gd name="connsiteX459" fmla="*/ 770901 w 1004996"/>
                <a:gd name="connsiteY459" fmla="*/ 758838 h 1058344"/>
                <a:gd name="connsiteX460" fmla="*/ 770901 w 1004996"/>
                <a:gd name="connsiteY460" fmla="*/ 757495 h 1058344"/>
                <a:gd name="connsiteX461" fmla="*/ 768210 w 1004996"/>
                <a:gd name="connsiteY461" fmla="*/ 756153 h 1058344"/>
                <a:gd name="connsiteX462" fmla="*/ 764174 w 1004996"/>
                <a:gd name="connsiteY462" fmla="*/ 754809 h 1058344"/>
                <a:gd name="connsiteX463" fmla="*/ 762829 w 1004996"/>
                <a:gd name="connsiteY463" fmla="*/ 752123 h 1058344"/>
                <a:gd name="connsiteX464" fmla="*/ 766865 w 1004996"/>
                <a:gd name="connsiteY464" fmla="*/ 750780 h 1058344"/>
                <a:gd name="connsiteX465" fmla="*/ 773592 w 1004996"/>
                <a:gd name="connsiteY465" fmla="*/ 746751 h 1058344"/>
                <a:gd name="connsiteX466" fmla="*/ 777628 w 1004996"/>
                <a:gd name="connsiteY466" fmla="*/ 748094 h 1058344"/>
                <a:gd name="connsiteX467" fmla="*/ 781664 w 1004996"/>
                <a:gd name="connsiteY467" fmla="*/ 748094 h 1058344"/>
                <a:gd name="connsiteX468" fmla="*/ 784355 w 1004996"/>
                <a:gd name="connsiteY468" fmla="*/ 745408 h 1058344"/>
                <a:gd name="connsiteX469" fmla="*/ 788391 w 1004996"/>
                <a:gd name="connsiteY469" fmla="*/ 745408 h 1058344"/>
                <a:gd name="connsiteX470" fmla="*/ 788391 w 1004996"/>
                <a:gd name="connsiteY470" fmla="*/ 748094 h 1058344"/>
                <a:gd name="connsiteX471" fmla="*/ 781664 w 1004996"/>
                <a:gd name="connsiteY471" fmla="*/ 752123 h 1058344"/>
                <a:gd name="connsiteX472" fmla="*/ 774937 w 1004996"/>
                <a:gd name="connsiteY472" fmla="*/ 753466 h 1058344"/>
                <a:gd name="connsiteX473" fmla="*/ 773592 w 1004996"/>
                <a:gd name="connsiteY473" fmla="*/ 754809 h 1058344"/>
                <a:gd name="connsiteX474" fmla="*/ 776282 w 1004996"/>
                <a:gd name="connsiteY474" fmla="*/ 756153 h 1058344"/>
                <a:gd name="connsiteX475" fmla="*/ 787045 w 1004996"/>
                <a:gd name="connsiteY475" fmla="*/ 752123 h 1058344"/>
                <a:gd name="connsiteX476" fmla="*/ 799154 w 1004996"/>
                <a:gd name="connsiteY476" fmla="*/ 746751 h 1058344"/>
                <a:gd name="connsiteX477" fmla="*/ 797808 w 1004996"/>
                <a:gd name="connsiteY477" fmla="*/ 745408 h 1058344"/>
                <a:gd name="connsiteX478" fmla="*/ 800499 w 1004996"/>
                <a:gd name="connsiteY478" fmla="*/ 742722 h 1058344"/>
                <a:gd name="connsiteX479" fmla="*/ 803190 w 1004996"/>
                <a:gd name="connsiteY479" fmla="*/ 742722 h 1058344"/>
                <a:gd name="connsiteX480" fmla="*/ 801845 w 1004996"/>
                <a:gd name="connsiteY480" fmla="*/ 745408 h 1058344"/>
                <a:gd name="connsiteX481" fmla="*/ 803190 w 1004996"/>
                <a:gd name="connsiteY481" fmla="*/ 749437 h 1058344"/>
                <a:gd name="connsiteX482" fmla="*/ 811262 w 1004996"/>
                <a:gd name="connsiteY482" fmla="*/ 750780 h 1058344"/>
                <a:gd name="connsiteX483" fmla="*/ 815298 w 1004996"/>
                <a:gd name="connsiteY483" fmla="*/ 748094 h 1058344"/>
                <a:gd name="connsiteX484" fmla="*/ 822025 w 1004996"/>
                <a:gd name="connsiteY484" fmla="*/ 748094 h 1058344"/>
                <a:gd name="connsiteX485" fmla="*/ 830097 w 1004996"/>
                <a:gd name="connsiteY485" fmla="*/ 749437 h 1058344"/>
                <a:gd name="connsiteX486" fmla="*/ 835479 w 1004996"/>
                <a:gd name="connsiteY486" fmla="*/ 745408 h 1058344"/>
                <a:gd name="connsiteX487" fmla="*/ 835479 w 1004996"/>
                <a:gd name="connsiteY487" fmla="*/ 742722 h 1058344"/>
                <a:gd name="connsiteX488" fmla="*/ 834134 w 1004996"/>
                <a:gd name="connsiteY488" fmla="*/ 741379 h 1058344"/>
                <a:gd name="connsiteX489" fmla="*/ 835479 w 1004996"/>
                <a:gd name="connsiteY489" fmla="*/ 738692 h 1058344"/>
                <a:gd name="connsiteX490" fmla="*/ 847587 w 1004996"/>
                <a:gd name="connsiteY490" fmla="*/ 730634 h 1058344"/>
                <a:gd name="connsiteX491" fmla="*/ 857005 w 1004996"/>
                <a:gd name="connsiteY491" fmla="*/ 726605 h 1058344"/>
                <a:gd name="connsiteX492" fmla="*/ 862387 w 1004996"/>
                <a:gd name="connsiteY492" fmla="*/ 723918 h 1058344"/>
                <a:gd name="connsiteX493" fmla="*/ 863732 w 1004996"/>
                <a:gd name="connsiteY493" fmla="*/ 721233 h 1058344"/>
                <a:gd name="connsiteX494" fmla="*/ 862387 w 1004996"/>
                <a:gd name="connsiteY494" fmla="*/ 719889 h 1058344"/>
                <a:gd name="connsiteX495" fmla="*/ 858350 w 1004996"/>
                <a:gd name="connsiteY495" fmla="*/ 710488 h 1058344"/>
                <a:gd name="connsiteX496" fmla="*/ 861041 w 1004996"/>
                <a:gd name="connsiteY496" fmla="*/ 703772 h 1058344"/>
                <a:gd name="connsiteX497" fmla="*/ 865077 w 1004996"/>
                <a:gd name="connsiteY497" fmla="*/ 699743 h 1058344"/>
                <a:gd name="connsiteX498" fmla="*/ 865077 w 1004996"/>
                <a:gd name="connsiteY498" fmla="*/ 694371 h 1058344"/>
                <a:gd name="connsiteX499" fmla="*/ 867768 w 1004996"/>
                <a:gd name="connsiteY499" fmla="*/ 693028 h 1058344"/>
                <a:gd name="connsiteX500" fmla="*/ 871804 w 1004996"/>
                <a:gd name="connsiteY500" fmla="*/ 690341 h 1058344"/>
                <a:gd name="connsiteX501" fmla="*/ 873150 w 1004996"/>
                <a:gd name="connsiteY501" fmla="*/ 684969 h 1058344"/>
                <a:gd name="connsiteX502" fmla="*/ 871804 w 1004996"/>
                <a:gd name="connsiteY502" fmla="*/ 683626 h 1058344"/>
                <a:gd name="connsiteX503" fmla="*/ 878531 w 1004996"/>
                <a:gd name="connsiteY503" fmla="*/ 671538 h 1058344"/>
                <a:gd name="connsiteX504" fmla="*/ 887949 w 1004996"/>
                <a:gd name="connsiteY504" fmla="*/ 659451 h 1058344"/>
                <a:gd name="connsiteX505" fmla="*/ 887949 w 1004996"/>
                <a:gd name="connsiteY505" fmla="*/ 654079 h 1058344"/>
                <a:gd name="connsiteX506" fmla="*/ 886603 w 1004996"/>
                <a:gd name="connsiteY506" fmla="*/ 637962 h 1058344"/>
                <a:gd name="connsiteX507" fmla="*/ 885258 w 1004996"/>
                <a:gd name="connsiteY507" fmla="*/ 635276 h 1058344"/>
                <a:gd name="connsiteX508" fmla="*/ 887949 w 1004996"/>
                <a:gd name="connsiteY508" fmla="*/ 625874 h 1058344"/>
                <a:gd name="connsiteX509" fmla="*/ 890639 w 1004996"/>
                <a:gd name="connsiteY509" fmla="*/ 621845 h 1058344"/>
                <a:gd name="connsiteX510" fmla="*/ 890639 w 1004996"/>
                <a:gd name="connsiteY510" fmla="*/ 619159 h 1058344"/>
                <a:gd name="connsiteX511" fmla="*/ 898712 w 1004996"/>
                <a:gd name="connsiteY511" fmla="*/ 612443 h 1058344"/>
                <a:gd name="connsiteX512" fmla="*/ 900057 w 1004996"/>
                <a:gd name="connsiteY512" fmla="*/ 609757 h 1058344"/>
                <a:gd name="connsiteX513" fmla="*/ 898712 w 1004996"/>
                <a:gd name="connsiteY513" fmla="*/ 600356 h 1058344"/>
                <a:gd name="connsiteX514" fmla="*/ 902748 w 1004996"/>
                <a:gd name="connsiteY514" fmla="*/ 588268 h 1058344"/>
                <a:gd name="connsiteX515" fmla="*/ 901402 w 1004996"/>
                <a:gd name="connsiteY515" fmla="*/ 578866 h 1058344"/>
                <a:gd name="connsiteX516" fmla="*/ 902748 w 1004996"/>
                <a:gd name="connsiteY516" fmla="*/ 572151 h 1058344"/>
                <a:gd name="connsiteX517" fmla="*/ 902748 w 1004996"/>
                <a:gd name="connsiteY517" fmla="*/ 568122 h 1058344"/>
                <a:gd name="connsiteX518" fmla="*/ 905439 w 1004996"/>
                <a:gd name="connsiteY518" fmla="*/ 558720 h 1058344"/>
                <a:gd name="connsiteX519" fmla="*/ 902748 w 1004996"/>
                <a:gd name="connsiteY519" fmla="*/ 523800 h 1058344"/>
                <a:gd name="connsiteX520" fmla="*/ 902748 w 1004996"/>
                <a:gd name="connsiteY520" fmla="*/ 517085 h 1058344"/>
                <a:gd name="connsiteX521" fmla="*/ 904093 w 1004996"/>
                <a:gd name="connsiteY521" fmla="*/ 511712 h 1058344"/>
                <a:gd name="connsiteX522" fmla="*/ 904093 w 1004996"/>
                <a:gd name="connsiteY522" fmla="*/ 504997 h 1058344"/>
                <a:gd name="connsiteX523" fmla="*/ 901402 w 1004996"/>
                <a:gd name="connsiteY523" fmla="*/ 507683 h 1058344"/>
                <a:gd name="connsiteX524" fmla="*/ 897366 w 1004996"/>
                <a:gd name="connsiteY524" fmla="*/ 504997 h 1058344"/>
                <a:gd name="connsiteX525" fmla="*/ 897366 w 1004996"/>
                <a:gd name="connsiteY525" fmla="*/ 502311 h 1058344"/>
                <a:gd name="connsiteX526" fmla="*/ 901402 w 1004996"/>
                <a:gd name="connsiteY526" fmla="*/ 496938 h 1058344"/>
                <a:gd name="connsiteX527" fmla="*/ 900057 w 1004996"/>
                <a:gd name="connsiteY527" fmla="*/ 491566 h 1058344"/>
                <a:gd name="connsiteX528" fmla="*/ 901402 w 1004996"/>
                <a:gd name="connsiteY528" fmla="*/ 487537 h 1058344"/>
                <a:gd name="connsiteX529" fmla="*/ 904093 w 1004996"/>
                <a:gd name="connsiteY529" fmla="*/ 486194 h 1058344"/>
                <a:gd name="connsiteX530" fmla="*/ 905439 w 1004996"/>
                <a:gd name="connsiteY530" fmla="*/ 479479 h 1058344"/>
                <a:gd name="connsiteX531" fmla="*/ 901402 w 1004996"/>
                <a:gd name="connsiteY531" fmla="*/ 474106 h 1058344"/>
                <a:gd name="connsiteX532" fmla="*/ 894675 w 1004996"/>
                <a:gd name="connsiteY532" fmla="*/ 471420 h 1058344"/>
                <a:gd name="connsiteX533" fmla="*/ 896021 w 1004996"/>
                <a:gd name="connsiteY533" fmla="*/ 470077 h 1058344"/>
                <a:gd name="connsiteX534" fmla="*/ 897366 w 1004996"/>
                <a:gd name="connsiteY534" fmla="*/ 467391 h 1058344"/>
                <a:gd name="connsiteX535" fmla="*/ 898712 w 1004996"/>
                <a:gd name="connsiteY535" fmla="*/ 470077 h 1058344"/>
                <a:gd name="connsiteX536" fmla="*/ 902748 w 1004996"/>
                <a:gd name="connsiteY536" fmla="*/ 472763 h 1058344"/>
                <a:gd name="connsiteX537" fmla="*/ 906784 w 1004996"/>
                <a:gd name="connsiteY537" fmla="*/ 474106 h 1058344"/>
                <a:gd name="connsiteX538" fmla="*/ 908129 w 1004996"/>
                <a:gd name="connsiteY538" fmla="*/ 468734 h 1058344"/>
                <a:gd name="connsiteX539" fmla="*/ 912165 w 1004996"/>
                <a:gd name="connsiteY539" fmla="*/ 468734 h 1058344"/>
                <a:gd name="connsiteX540" fmla="*/ 913511 w 1004996"/>
                <a:gd name="connsiteY540" fmla="*/ 471420 h 1058344"/>
                <a:gd name="connsiteX541" fmla="*/ 916201 w 1004996"/>
                <a:gd name="connsiteY541" fmla="*/ 472763 h 1058344"/>
                <a:gd name="connsiteX542" fmla="*/ 913511 w 1004996"/>
                <a:gd name="connsiteY542" fmla="*/ 476792 h 1058344"/>
                <a:gd name="connsiteX543" fmla="*/ 909474 w 1004996"/>
                <a:gd name="connsiteY543" fmla="*/ 479479 h 1058344"/>
                <a:gd name="connsiteX544" fmla="*/ 908129 w 1004996"/>
                <a:gd name="connsiteY544" fmla="*/ 482165 h 1058344"/>
                <a:gd name="connsiteX545" fmla="*/ 910820 w 1004996"/>
                <a:gd name="connsiteY545" fmla="*/ 482165 h 1058344"/>
                <a:gd name="connsiteX546" fmla="*/ 916201 w 1004996"/>
                <a:gd name="connsiteY546" fmla="*/ 476792 h 1058344"/>
                <a:gd name="connsiteX547" fmla="*/ 922928 w 1004996"/>
                <a:gd name="connsiteY547" fmla="*/ 472763 h 1058344"/>
                <a:gd name="connsiteX548" fmla="*/ 931001 w 1004996"/>
                <a:gd name="connsiteY548" fmla="*/ 459332 h 1058344"/>
                <a:gd name="connsiteX549" fmla="*/ 935037 w 1004996"/>
                <a:gd name="connsiteY549" fmla="*/ 449931 h 1058344"/>
                <a:gd name="connsiteX550" fmla="*/ 936382 w 1004996"/>
                <a:gd name="connsiteY550" fmla="*/ 443215 h 1058344"/>
                <a:gd name="connsiteX551" fmla="*/ 939073 w 1004996"/>
                <a:gd name="connsiteY551" fmla="*/ 440529 h 1058344"/>
                <a:gd name="connsiteX552" fmla="*/ 941764 w 1004996"/>
                <a:gd name="connsiteY552" fmla="*/ 431128 h 1058344"/>
                <a:gd name="connsiteX553" fmla="*/ 945800 w 1004996"/>
                <a:gd name="connsiteY553" fmla="*/ 423069 h 1058344"/>
                <a:gd name="connsiteX554" fmla="*/ 959254 w 1004996"/>
                <a:gd name="connsiteY554" fmla="*/ 413668 h 1058344"/>
                <a:gd name="connsiteX555" fmla="*/ 960599 w 1004996"/>
                <a:gd name="connsiteY555" fmla="*/ 409638 h 1058344"/>
                <a:gd name="connsiteX556" fmla="*/ 964635 w 1004996"/>
                <a:gd name="connsiteY556" fmla="*/ 408295 h 1058344"/>
                <a:gd name="connsiteX557" fmla="*/ 967326 w 1004996"/>
                <a:gd name="connsiteY557" fmla="*/ 402923 h 1058344"/>
                <a:gd name="connsiteX558" fmla="*/ 979434 w 1004996"/>
                <a:gd name="connsiteY558" fmla="*/ 392179 h 1058344"/>
                <a:gd name="connsiteX559" fmla="*/ 990197 w 1004996"/>
                <a:gd name="connsiteY559" fmla="*/ 378748 h 1058344"/>
                <a:gd name="connsiteX560" fmla="*/ 992888 w 1004996"/>
                <a:gd name="connsiteY560" fmla="*/ 374718 h 1058344"/>
                <a:gd name="connsiteX561" fmla="*/ 999615 w 1004996"/>
                <a:gd name="connsiteY561" fmla="*/ 361288 h 1058344"/>
                <a:gd name="connsiteX562" fmla="*/ 1000960 w 1004996"/>
                <a:gd name="connsiteY562" fmla="*/ 354572 h 1058344"/>
                <a:gd name="connsiteX563" fmla="*/ 1003651 w 1004996"/>
                <a:gd name="connsiteY563" fmla="*/ 350543 h 1058344"/>
                <a:gd name="connsiteX564" fmla="*/ 1003651 w 1004996"/>
                <a:gd name="connsiteY564" fmla="*/ 346514 h 1058344"/>
                <a:gd name="connsiteX565" fmla="*/ 1000960 w 1004996"/>
                <a:gd name="connsiteY565" fmla="*/ 341141 h 1058344"/>
                <a:gd name="connsiteX566" fmla="*/ 1002306 w 1004996"/>
                <a:gd name="connsiteY566" fmla="*/ 335769 h 1058344"/>
                <a:gd name="connsiteX567" fmla="*/ 1004996 w 1004996"/>
                <a:gd name="connsiteY567" fmla="*/ 333083 h 1058344"/>
                <a:gd name="connsiteX568" fmla="*/ 1003651 w 1004996"/>
                <a:gd name="connsiteY568" fmla="*/ 319653 h 1058344"/>
                <a:gd name="connsiteX569" fmla="*/ 1000960 w 1004996"/>
                <a:gd name="connsiteY569" fmla="*/ 318309 h 1058344"/>
                <a:gd name="connsiteX570" fmla="*/ 999615 w 1004996"/>
                <a:gd name="connsiteY570" fmla="*/ 311594 h 1058344"/>
                <a:gd name="connsiteX571" fmla="*/ 990197 w 1004996"/>
                <a:gd name="connsiteY571" fmla="*/ 291448 h 1058344"/>
                <a:gd name="connsiteX572" fmla="*/ 990197 w 1004996"/>
                <a:gd name="connsiteY572" fmla="*/ 284732 h 1058344"/>
                <a:gd name="connsiteX573" fmla="*/ 988852 w 1004996"/>
                <a:gd name="connsiteY573" fmla="*/ 276674 h 1058344"/>
                <a:gd name="connsiteX574" fmla="*/ 972707 w 1004996"/>
                <a:gd name="connsiteY574" fmla="*/ 268615 h 1058344"/>
                <a:gd name="connsiteX575" fmla="*/ 963290 w 1004996"/>
                <a:gd name="connsiteY575" fmla="*/ 268615 h 1058344"/>
                <a:gd name="connsiteX576" fmla="*/ 956563 w 1004996"/>
                <a:gd name="connsiteY576" fmla="*/ 271302 h 1058344"/>
                <a:gd name="connsiteX577" fmla="*/ 951181 w 1004996"/>
                <a:gd name="connsiteY577" fmla="*/ 264586 h 1058344"/>
                <a:gd name="connsiteX578" fmla="*/ 945800 w 1004996"/>
                <a:gd name="connsiteY578" fmla="*/ 263243 h 1058344"/>
                <a:gd name="connsiteX579" fmla="*/ 940418 w 1004996"/>
                <a:gd name="connsiteY579" fmla="*/ 256528 h 1058344"/>
                <a:gd name="connsiteX580" fmla="*/ 932346 w 1004996"/>
                <a:gd name="connsiteY580" fmla="*/ 252499 h 1058344"/>
                <a:gd name="connsiteX581" fmla="*/ 926965 w 1004996"/>
                <a:gd name="connsiteY581" fmla="*/ 252499 h 1058344"/>
                <a:gd name="connsiteX582" fmla="*/ 914856 w 1004996"/>
                <a:gd name="connsiteY582" fmla="*/ 240411 h 1058344"/>
                <a:gd name="connsiteX583" fmla="*/ 905439 w 1004996"/>
                <a:gd name="connsiteY583" fmla="*/ 226980 h 1058344"/>
                <a:gd name="connsiteX584" fmla="*/ 901402 w 1004996"/>
                <a:gd name="connsiteY584" fmla="*/ 225637 h 1058344"/>
                <a:gd name="connsiteX585" fmla="*/ 894675 w 1004996"/>
                <a:gd name="connsiteY585" fmla="*/ 218922 h 1058344"/>
                <a:gd name="connsiteX586" fmla="*/ 889294 w 1004996"/>
                <a:gd name="connsiteY586" fmla="*/ 218922 h 1058344"/>
                <a:gd name="connsiteX587" fmla="*/ 873150 w 1004996"/>
                <a:gd name="connsiteY587" fmla="*/ 208177 h 1058344"/>
                <a:gd name="connsiteX588" fmla="*/ 866423 w 1004996"/>
                <a:gd name="connsiteY588" fmla="*/ 208177 h 1058344"/>
                <a:gd name="connsiteX589" fmla="*/ 858350 w 1004996"/>
                <a:gd name="connsiteY589" fmla="*/ 205491 h 1058344"/>
                <a:gd name="connsiteX590" fmla="*/ 852969 w 1004996"/>
                <a:gd name="connsiteY590" fmla="*/ 208177 h 1058344"/>
                <a:gd name="connsiteX591" fmla="*/ 844897 w 1004996"/>
                <a:gd name="connsiteY591" fmla="*/ 208177 h 1058344"/>
                <a:gd name="connsiteX592" fmla="*/ 840860 w 1004996"/>
                <a:gd name="connsiteY592" fmla="*/ 205491 h 1058344"/>
                <a:gd name="connsiteX593" fmla="*/ 835479 w 1004996"/>
                <a:gd name="connsiteY593" fmla="*/ 208177 h 1058344"/>
                <a:gd name="connsiteX594" fmla="*/ 832788 w 1004996"/>
                <a:gd name="connsiteY594" fmla="*/ 210863 h 1058344"/>
                <a:gd name="connsiteX595" fmla="*/ 830097 w 1004996"/>
                <a:gd name="connsiteY595" fmla="*/ 208177 h 1058344"/>
                <a:gd name="connsiteX596" fmla="*/ 823370 w 1004996"/>
                <a:gd name="connsiteY596" fmla="*/ 202805 h 1058344"/>
                <a:gd name="connsiteX597" fmla="*/ 822025 w 1004996"/>
                <a:gd name="connsiteY597" fmla="*/ 205491 h 1058344"/>
                <a:gd name="connsiteX598" fmla="*/ 819335 w 1004996"/>
                <a:gd name="connsiteY598" fmla="*/ 202805 h 1058344"/>
                <a:gd name="connsiteX599" fmla="*/ 817989 w 1004996"/>
                <a:gd name="connsiteY599" fmla="*/ 205491 h 1058344"/>
                <a:gd name="connsiteX600" fmla="*/ 817989 w 1004996"/>
                <a:gd name="connsiteY600" fmla="*/ 208177 h 1058344"/>
                <a:gd name="connsiteX601" fmla="*/ 813953 w 1004996"/>
                <a:gd name="connsiteY601" fmla="*/ 205491 h 1058344"/>
                <a:gd name="connsiteX602" fmla="*/ 812608 w 1004996"/>
                <a:gd name="connsiteY602" fmla="*/ 202805 h 1058344"/>
                <a:gd name="connsiteX603" fmla="*/ 809917 w 1004996"/>
                <a:gd name="connsiteY603" fmla="*/ 201462 h 1058344"/>
                <a:gd name="connsiteX604" fmla="*/ 811262 w 1004996"/>
                <a:gd name="connsiteY604" fmla="*/ 204148 h 1058344"/>
                <a:gd name="connsiteX605" fmla="*/ 809917 w 1004996"/>
                <a:gd name="connsiteY605" fmla="*/ 205491 h 1058344"/>
                <a:gd name="connsiteX606" fmla="*/ 801845 w 1004996"/>
                <a:gd name="connsiteY606" fmla="*/ 202805 h 1058344"/>
                <a:gd name="connsiteX607" fmla="*/ 799154 w 1004996"/>
                <a:gd name="connsiteY607" fmla="*/ 202805 h 1058344"/>
                <a:gd name="connsiteX608" fmla="*/ 792427 w 1004996"/>
                <a:gd name="connsiteY608" fmla="*/ 201462 h 1058344"/>
                <a:gd name="connsiteX609" fmla="*/ 777628 w 1004996"/>
                <a:gd name="connsiteY609" fmla="*/ 194746 h 1058344"/>
                <a:gd name="connsiteX610" fmla="*/ 772246 w 1004996"/>
                <a:gd name="connsiteY610" fmla="*/ 194746 h 1058344"/>
                <a:gd name="connsiteX611" fmla="*/ 772246 w 1004996"/>
                <a:gd name="connsiteY611" fmla="*/ 196089 h 1058344"/>
                <a:gd name="connsiteX612" fmla="*/ 773592 w 1004996"/>
                <a:gd name="connsiteY612" fmla="*/ 198776 h 1058344"/>
                <a:gd name="connsiteX613" fmla="*/ 772246 w 1004996"/>
                <a:gd name="connsiteY613" fmla="*/ 200118 h 1058344"/>
                <a:gd name="connsiteX614" fmla="*/ 769555 w 1004996"/>
                <a:gd name="connsiteY614" fmla="*/ 198776 h 1058344"/>
                <a:gd name="connsiteX615" fmla="*/ 768210 w 1004996"/>
                <a:gd name="connsiteY615" fmla="*/ 200118 h 1058344"/>
                <a:gd name="connsiteX616" fmla="*/ 766865 w 1004996"/>
                <a:gd name="connsiteY616" fmla="*/ 202805 h 1058344"/>
                <a:gd name="connsiteX617" fmla="*/ 761483 w 1004996"/>
                <a:gd name="connsiteY617" fmla="*/ 205491 h 1058344"/>
                <a:gd name="connsiteX618" fmla="*/ 760138 w 1004996"/>
                <a:gd name="connsiteY618" fmla="*/ 208177 h 1058344"/>
                <a:gd name="connsiteX619" fmla="*/ 758793 w 1004996"/>
                <a:gd name="connsiteY619" fmla="*/ 214892 h 1058344"/>
                <a:gd name="connsiteX620" fmla="*/ 756102 w 1004996"/>
                <a:gd name="connsiteY620" fmla="*/ 210863 h 1058344"/>
                <a:gd name="connsiteX621" fmla="*/ 754756 w 1004996"/>
                <a:gd name="connsiteY621" fmla="*/ 206834 h 1058344"/>
                <a:gd name="connsiteX622" fmla="*/ 752066 w 1004996"/>
                <a:gd name="connsiteY622" fmla="*/ 208177 h 1058344"/>
                <a:gd name="connsiteX623" fmla="*/ 752066 w 1004996"/>
                <a:gd name="connsiteY623" fmla="*/ 213549 h 1058344"/>
                <a:gd name="connsiteX624" fmla="*/ 748030 w 1004996"/>
                <a:gd name="connsiteY624" fmla="*/ 221608 h 1058344"/>
                <a:gd name="connsiteX625" fmla="*/ 748030 w 1004996"/>
                <a:gd name="connsiteY625" fmla="*/ 228323 h 1058344"/>
                <a:gd name="connsiteX626" fmla="*/ 746684 w 1004996"/>
                <a:gd name="connsiteY626" fmla="*/ 221608 h 1058344"/>
                <a:gd name="connsiteX627" fmla="*/ 748030 w 1004996"/>
                <a:gd name="connsiteY627" fmla="*/ 214892 h 1058344"/>
                <a:gd name="connsiteX628" fmla="*/ 746684 w 1004996"/>
                <a:gd name="connsiteY628" fmla="*/ 209520 h 1058344"/>
                <a:gd name="connsiteX629" fmla="*/ 749375 w 1004996"/>
                <a:gd name="connsiteY629" fmla="*/ 201462 h 1058344"/>
                <a:gd name="connsiteX630" fmla="*/ 752066 w 1004996"/>
                <a:gd name="connsiteY630" fmla="*/ 200118 h 1058344"/>
                <a:gd name="connsiteX631" fmla="*/ 750720 w 1004996"/>
                <a:gd name="connsiteY631" fmla="*/ 198776 h 1058344"/>
                <a:gd name="connsiteX632" fmla="*/ 746684 w 1004996"/>
                <a:gd name="connsiteY632" fmla="*/ 198776 h 1058344"/>
                <a:gd name="connsiteX633" fmla="*/ 752066 w 1004996"/>
                <a:gd name="connsiteY633" fmla="*/ 192060 h 1058344"/>
                <a:gd name="connsiteX634" fmla="*/ 745339 w 1004996"/>
                <a:gd name="connsiteY634" fmla="*/ 184002 h 1058344"/>
                <a:gd name="connsiteX635" fmla="*/ 741303 w 1004996"/>
                <a:gd name="connsiteY635" fmla="*/ 177286 h 1058344"/>
                <a:gd name="connsiteX636" fmla="*/ 737266 w 1004996"/>
                <a:gd name="connsiteY636" fmla="*/ 177286 h 1058344"/>
                <a:gd name="connsiteX637" fmla="*/ 731885 w 1004996"/>
                <a:gd name="connsiteY637" fmla="*/ 175943 h 1058344"/>
                <a:gd name="connsiteX638" fmla="*/ 729194 w 1004996"/>
                <a:gd name="connsiteY638" fmla="*/ 179972 h 1058344"/>
                <a:gd name="connsiteX639" fmla="*/ 726503 w 1004996"/>
                <a:gd name="connsiteY639" fmla="*/ 181315 h 1058344"/>
                <a:gd name="connsiteX640" fmla="*/ 725158 w 1004996"/>
                <a:gd name="connsiteY640" fmla="*/ 177286 h 1058344"/>
                <a:gd name="connsiteX641" fmla="*/ 722467 w 1004996"/>
                <a:gd name="connsiteY641" fmla="*/ 175943 h 1058344"/>
                <a:gd name="connsiteX642" fmla="*/ 721122 w 1004996"/>
                <a:gd name="connsiteY642" fmla="*/ 171914 h 1058344"/>
                <a:gd name="connsiteX643" fmla="*/ 718431 w 1004996"/>
                <a:gd name="connsiteY643" fmla="*/ 169228 h 1058344"/>
                <a:gd name="connsiteX644" fmla="*/ 714395 w 1004996"/>
                <a:gd name="connsiteY644" fmla="*/ 169228 h 1058344"/>
                <a:gd name="connsiteX645" fmla="*/ 713050 w 1004996"/>
                <a:gd name="connsiteY645" fmla="*/ 166541 h 1058344"/>
                <a:gd name="connsiteX646" fmla="*/ 717086 w 1004996"/>
                <a:gd name="connsiteY646" fmla="*/ 169228 h 1058344"/>
                <a:gd name="connsiteX647" fmla="*/ 715740 w 1004996"/>
                <a:gd name="connsiteY647" fmla="*/ 171914 h 1058344"/>
                <a:gd name="connsiteX648" fmla="*/ 715740 w 1004996"/>
                <a:gd name="connsiteY648" fmla="*/ 169228 h 1058344"/>
                <a:gd name="connsiteX649" fmla="*/ 713050 w 1004996"/>
                <a:gd name="connsiteY649" fmla="*/ 167885 h 1058344"/>
                <a:gd name="connsiteX650" fmla="*/ 711704 w 1004996"/>
                <a:gd name="connsiteY650" fmla="*/ 163856 h 1058344"/>
                <a:gd name="connsiteX651" fmla="*/ 709013 w 1004996"/>
                <a:gd name="connsiteY651" fmla="*/ 165199 h 1058344"/>
                <a:gd name="connsiteX652" fmla="*/ 703632 w 1004996"/>
                <a:gd name="connsiteY652" fmla="*/ 163856 h 1058344"/>
                <a:gd name="connsiteX653" fmla="*/ 695560 w 1004996"/>
                <a:gd name="connsiteY653" fmla="*/ 159826 h 1058344"/>
                <a:gd name="connsiteX654" fmla="*/ 692869 w 1004996"/>
                <a:gd name="connsiteY654" fmla="*/ 159826 h 1058344"/>
                <a:gd name="connsiteX655" fmla="*/ 691524 w 1004996"/>
                <a:gd name="connsiteY655" fmla="*/ 162512 h 1058344"/>
                <a:gd name="connsiteX656" fmla="*/ 686142 w 1004996"/>
                <a:gd name="connsiteY656" fmla="*/ 159826 h 1058344"/>
                <a:gd name="connsiteX657" fmla="*/ 683451 w 1004996"/>
                <a:gd name="connsiteY657" fmla="*/ 159826 h 1058344"/>
                <a:gd name="connsiteX658" fmla="*/ 682106 w 1004996"/>
                <a:gd name="connsiteY658" fmla="*/ 162512 h 1058344"/>
                <a:gd name="connsiteX659" fmla="*/ 679415 w 1004996"/>
                <a:gd name="connsiteY659" fmla="*/ 162512 h 1058344"/>
                <a:gd name="connsiteX660" fmla="*/ 678070 w 1004996"/>
                <a:gd name="connsiteY660" fmla="*/ 158483 h 1058344"/>
                <a:gd name="connsiteX661" fmla="*/ 672688 w 1004996"/>
                <a:gd name="connsiteY661" fmla="*/ 158483 h 1058344"/>
                <a:gd name="connsiteX662" fmla="*/ 667307 w 1004996"/>
                <a:gd name="connsiteY662" fmla="*/ 161169 h 1058344"/>
                <a:gd name="connsiteX663" fmla="*/ 664616 w 1004996"/>
                <a:gd name="connsiteY663" fmla="*/ 166541 h 1058344"/>
                <a:gd name="connsiteX664" fmla="*/ 664616 w 1004996"/>
                <a:gd name="connsiteY664" fmla="*/ 169228 h 1058344"/>
                <a:gd name="connsiteX665" fmla="*/ 659235 w 1004996"/>
                <a:gd name="connsiteY665" fmla="*/ 174600 h 1058344"/>
                <a:gd name="connsiteX666" fmla="*/ 652508 w 1004996"/>
                <a:gd name="connsiteY666" fmla="*/ 178629 h 1058344"/>
                <a:gd name="connsiteX667" fmla="*/ 643090 w 1004996"/>
                <a:gd name="connsiteY667" fmla="*/ 184002 h 1058344"/>
                <a:gd name="connsiteX668" fmla="*/ 639054 w 1004996"/>
                <a:gd name="connsiteY668" fmla="*/ 189374 h 1058344"/>
                <a:gd name="connsiteX669" fmla="*/ 636363 w 1004996"/>
                <a:gd name="connsiteY669" fmla="*/ 196089 h 1058344"/>
                <a:gd name="connsiteX670" fmla="*/ 635018 w 1004996"/>
                <a:gd name="connsiteY670" fmla="*/ 202805 h 1058344"/>
                <a:gd name="connsiteX671" fmla="*/ 632327 w 1004996"/>
                <a:gd name="connsiteY671" fmla="*/ 206834 h 1058344"/>
                <a:gd name="connsiteX672" fmla="*/ 628291 w 1004996"/>
                <a:gd name="connsiteY672" fmla="*/ 210863 h 1058344"/>
                <a:gd name="connsiteX673" fmla="*/ 628291 w 1004996"/>
                <a:gd name="connsiteY673" fmla="*/ 213549 h 1058344"/>
                <a:gd name="connsiteX674" fmla="*/ 629636 w 1004996"/>
                <a:gd name="connsiteY674" fmla="*/ 218922 h 1058344"/>
                <a:gd name="connsiteX675" fmla="*/ 628291 w 1004996"/>
                <a:gd name="connsiteY675" fmla="*/ 228323 h 1058344"/>
                <a:gd name="connsiteX676" fmla="*/ 626946 w 1004996"/>
                <a:gd name="connsiteY676" fmla="*/ 222951 h 1058344"/>
                <a:gd name="connsiteX677" fmla="*/ 622909 w 1004996"/>
                <a:gd name="connsiteY677" fmla="*/ 217579 h 1058344"/>
                <a:gd name="connsiteX678" fmla="*/ 622909 w 1004996"/>
                <a:gd name="connsiteY678" fmla="*/ 213549 h 1058344"/>
                <a:gd name="connsiteX679" fmla="*/ 626946 w 1004996"/>
                <a:gd name="connsiteY679" fmla="*/ 209520 h 1058344"/>
                <a:gd name="connsiteX680" fmla="*/ 630982 w 1004996"/>
                <a:gd name="connsiteY680" fmla="*/ 205491 h 1058344"/>
                <a:gd name="connsiteX681" fmla="*/ 629636 w 1004996"/>
                <a:gd name="connsiteY681" fmla="*/ 198776 h 1058344"/>
                <a:gd name="connsiteX682" fmla="*/ 632327 w 1004996"/>
                <a:gd name="connsiteY682" fmla="*/ 192060 h 1058344"/>
                <a:gd name="connsiteX683" fmla="*/ 632327 w 1004996"/>
                <a:gd name="connsiteY683" fmla="*/ 189374 h 1058344"/>
                <a:gd name="connsiteX684" fmla="*/ 629636 w 1004996"/>
                <a:gd name="connsiteY684" fmla="*/ 189374 h 1058344"/>
                <a:gd name="connsiteX685" fmla="*/ 624255 w 1004996"/>
                <a:gd name="connsiteY685" fmla="*/ 192060 h 1058344"/>
                <a:gd name="connsiteX686" fmla="*/ 617528 w 1004996"/>
                <a:gd name="connsiteY686" fmla="*/ 190717 h 1058344"/>
                <a:gd name="connsiteX687" fmla="*/ 612146 w 1004996"/>
                <a:gd name="connsiteY687" fmla="*/ 190717 h 1058344"/>
                <a:gd name="connsiteX688" fmla="*/ 606765 w 1004996"/>
                <a:gd name="connsiteY688" fmla="*/ 192060 h 1058344"/>
                <a:gd name="connsiteX689" fmla="*/ 604074 w 1004996"/>
                <a:gd name="connsiteY689" fmla="*/ 189374 h 1058344"/>
                <a:gd name="connsiteX690" fmla="*/ 608110 w 1004996"/>
                <a:gd name="connsiteY690" fmla="*/ 189374 h 1058344"/>
                <a:gd name="connsiteX691" fmla="*/ 612146 w 1004996"/>
                <a:gd name="connsiteY691" fmla="*/ 186688 h 1058344"/>
                <a:gd name="connsiteX692" fmla="*/ 616183 w 1004996"/>
                <a:gd name="connsiteY692" fmla="*/ 185345 h 1058344"/>
                <a:gd name="connsiteX693" fmla="*/ 624255 w 1004996"/>
                <a:gd name="connsiteY693" fmla="*/ 186688 h 1058344"/>
                <a:gd name="connsiteX694" fmla="*/ 628291 w 1004996"/>
                <a:gd name="connsiteY694" fmla="*/ 185345 h 1058344"/>
                <a:gd name="connsiteX695" fmla="*/ 632327 w 1004996"/>
                <a:gd name="connsiteY695" fmla="*/ 179972 h 1058344"/>
                <a:gd name="connsiteX696" fmla="*/ 633672 w 1004996"/>
                <a:gd name="connsiteY696" fmla="*/ 179972 h 1058344"/>
                <a:gd name="connsiteX697" fmla="*/ 636363 w 1004996"/>
                <a:gd name="connsiteY697" fmla="*/ 181315 h 1058344"/>
                <a:gd name="connsiteX698" fmla="*/ 639054 w 1004996"/>
                <a:gd name="connsiteY698" fmla="*/ 179972 h 1058344"/>
                <a:gd name="connsiteX699" fmla="*/ 643090 w 1004996"/>
                <a:gd name="connsiteY699" fmla="*/ 177286 h 1058344"/>
                <a:gd name="connsiteX700" fmla="*/ 651162 w 1004996"/>
                <a:gd name="connsiteY700" fmla="*/ 174600 h 1058344"/>
                <a:gd name="connsiteX701" fmla="*/ 651162 w 1004996"/>
                <a:gd name="connsiteY701" fmla="*/ 169228 h 1058344"/>
                <a:gd name="connsiteX702" fmla="*/ 657889 w 1004996"/>
                <a:gd name="connsiteY702" fmla="*/ 161169 h 1058344"/>
                <a:gd name="connsiteX703" fmla="*/ 657889 w 1004996"/>
                <a:gd name="connsiteY703" fmla="*/ 155797 h 1058344"/>
                <a:gd name="connsiteX704" fmla="*/ 660580 w 1004996"/>
                <a:gd name="connsiteY704" fmla="*/ 151768 h 1058344"/>
                <a:gd name="connsiteX705" fmla="*/ 660580 w 1004996"/>
                <a:gd name="connsiteY705" fmla="*/ 147738 h 1058344"/>
                <a:gd name="connsiteX706" fmla="*/ 653853 w 1004996"/>
                <a:gd name="connsiteY706" fmla="*/ 146395 h 1058344"/>
                <a:gd name="connsiteX707" fmla="*/ 648472 w 1004996"/>
                <a:gd name="connsiteY707" fmla="*/ 142366 h 1058344"/>
                <a:gd name="connsiteX708" fmla="*/ 643090 w 1004996"/>
                <a:gd name="connsiteY708" fmla="*/ 142366 h 1058344"/>
                <a:gd name="connsiteX709" fmla="*/ 635018 w 1004996"/>
                <a:gd name="connsiteY709" fmla="*/ 146395 h 1058344"/>
                <a:gd name="connsiteX710" fmla="*/ 628291 w 1004996"/>
                <a:gd name="connsiteY710" fmla="*/ 146395 h 1058344"/>
                <a:gd name="connsiteX711" fmla="*/ 618873 w 1004996"/>
                <a:gd name="connsiteY711" fmla="*/ 142366 h 1058344"/>
                <a:gd name="connsiteX712" fmla="*/ 609456 w 1004996"/>
                <a:gd name="connsiteY712" fmla="*/ 141023 h 1058344"/>
                <a:gd name="connsiteX713" fmla="*/ 602729 w 1004996"/>
                <a:gd name="connsiteY713" fmla="*/ 149082 h 1058344"/>
                <a:gd name="connsiteX714" fmla="*/ 602729 w 1004996"/>
                <a:gd name="connsiteY714" fmla="*/ 151768 h 1058344"/>
                <a:gd name="connsiteX715" fmla="*/ 605420 w 1004996"/>
                <a:gd name="connsiteY715" fmla="*/ 153111 h 1058344"/>
                <a:gd name="connsiteX716" fmla="*/ 606765 w 1004996"/>
                <a:gd name="connsiteY716" fmla="*/ 155797 h 1058344"/>
                <a:gd name="connsiteX717" fmla="*/ 604074 w 1004996"/>
                <a:gd name="connsiteY717" fmla="*/ 155797 h 1058344"/>
                <a:gd name="connsiteX718" fmla="*/ 602729 w 1004996"/>
                <a:gd name="connsiteY718" fmla="*/ 157140 h 1058344"/>
                <a:gd name="connsiteX719" fmla="*/ 601383 w 1004996"/>
                <a:gd name="connsiteY719" fmla="*/ 161169 h 1058344"/>
                <a:gd name="connsiteX720" fmla="*/ 600038 w 1004996"/>
                <a:gd name="connsiteY720" fmla="*/ 157140 h 1058344"/>
                <a:gd name="connsiteX721" fmla="*/ 597347 w 1004996"/>
                <a:gd name="connsiteY721" fmla="*/ 155797 h 1058344"/>
                <a:gd name="connsiteX722" fmla="*/ 591966 w 1004996"/>
                <a:gd name="connsiteY722" fmla="*/ 158483 h 1058344"/>
                <a:gd name="connsiteX723" fmla="*/ 582548 w 1004996"/>
                <a:gd name="connsiteY723" fmla="*/ 169228 h 1058344"/>
                <a:gd name="connsiteX724" fmla="*/ 574476 w 1004996"/>
                <a:gd name="connsiteY724" fmla="*/ 178629 h 1058344"/>
                <a:gd name="connsiteX725" fmla="*/ 579857 w 1004996"/>
                <a:gd name="connsiteY725" fmla="*/ 170571 h 1058344"/>
                <a:gd name="connsiteX726" fmla="*/ 579857 w 1004996"/>
                <a:gd name="connsiteY726" fmla="*/ 165199 h 1058344"/>
                <a:gd name="connsiteX727" fmla="*/ 581203 w 1004996"/>
                <a:gd name="connsiteY727" fmla="*/ 162512 h 1058344"/>
                <a:gd name="connsiteX728" fmla="*/ 581203 w 1004996"/>
                <a:gd name="connsiteY728" fmla="*/ 158483 h 1058344"/>
                <a:gd name="connsiteX729" fmla="*/ 578512 w 1004996"/>
                <a:gd name="connsiteY729" fmla="*/ 158483 h 1058344"/>
                <a:gd name="connsiteX730" fmla="*/ 573131 w 1004996"/>
                <a:gd name="connsiteY730" fmla="*/ 162512 h 1058344"/>
                <a:gd name="connsiteX731" fmla="*/ 570440 w 1004996"/>
                <a:gd name="connsiteY731" fmla="*/ 167885 h 1058344"/>
                <a:gd name="connsiteX732" fmla="*/ 567749 w 1004996"/>
                <a:gd name="connsiteY732" fmla="*/ 174600 h 1058344"/>
                <a:gd name="connsiteX733" fmla="*/ 563713 w 1004996"/>
                <a:gd name="connsiteY733" fmla="*/ 177286 h 1058344"/>
                <a:gd name="connsiteX734" fmla="*/ 567749 w 1004996"/>
                <a:gd name="connsiteY734" fmla="*/ 169228 h 1058344"/>
                <a:gd name="connsiteX735" fmla="*/ 569094 w 1004996"/>
                <a:gd name="connsiteY735" fmla="*/ 162512 h 1058344"/>
                <a:gd name="connsiteX736" fmla="*/ 578512 w 1004996"/>
                <a:gd name="connsiteY736" fmla="*/ 150425 h 1058344"/>
                <a:gd name="connsiteX737" fmla="*/ 581203 w 1004996"/>
                <a:gd name="connsiteY737" fmla="*/ 142366 h 1058344"/>
                <a:gd name="connsiteX738" fmla="*/ 583894 w 1004996"/>
                <a:gd name="connsiteY738" fmla="*/ 136994 h 1058344"/>
                <a:gd name="connsiteX739" fmla="*/ 589275 w 1004996"/>
                <a:gd name="connsiteY739" fmla="*/ 134308 h 1058344"/>
                <a:gd name="connsiteX740" fmla="*/ 594656 w 1004996"/>
                <a:gd name="connsiteY740" fmla="*/ 130279 h 1058344"/>
                <a:gd name="connsiteX741" fmla="*/ 598693 w 1004996"/>
                <a:gd name="connsiteY741" fmla="*/ 128935 h 1058344"/>
                <a:gd name="connsiteX742" fmla="*/ 604074 w 1004996"/>
                <a:gd name="connsiteY742" fmla="*/ 122220 h 1058344"/>
                <a:gd name="connsiteX743" fmla="*/ 616183 w 1004996"/>
                <a:gd name="connsiteY743" fmla="*/ 110132 h 1058344"/>
                <a:gd name="connsiteX744" fmla="*/ 617528 w 1004996"/>
                <a:gd name="connsiteY744" fmla="*/ 107446 h 1058344"/>
                <a:gd name="connsiteX745" fmla="*/ 620219 w 1004996"/>
                <a:gd name="connsiteY745" fmla="*/ 106103 h 1058344"/>
                <a:gd name="connsiteX746" fmla="*/ 617528 w 1004996"/>
                <a:gd name="connsiteY746" fmla="*/ 103417 h 1058344"/>
                <a:gd name="connsiteX747" fmla="*/ 618873 w 1004996"/>
                <a:gd name="connsiteY747" fmla="*/ 99388 h 1058344"/>
                <a:gd name="connsiteX748" fmla="*/ 620219 w 1004996"/>
                <a:gd name="connsiteY748" fmla="*/ 98045 h 1058344"/>
                <a:gd name="connsiteX749" fmla="*/ 620219 w 1004996"/>
                <a:gd name="connsiteY749" fmla="*/ 92672 h 1058344"/>
                <a:gd name="connsiteX750" fmla="*/ 614837 w 1004996"/>
                <a:gd name="connsiteY750" fmla="*/ 88643 h 1058344"/>
                <a:gd name="connsiteX751" fmla="*/ 609456 w 1004996"/>
                <a:gd name="connsiteY751" fmla="*/ 88643 h 1058344"/>
                <a:gd name="connsiteX752" fmla="*/ 608110 w 1004996"/>
                <a:gd name="connsiteY752" fmla="*/ 89986 h 1058344"/>
                <a:gd name="connsiteX753" fmla="*/ 605420 w 1004996"/>
                <a:gd name="connsiteY753" fmla="*/ 85957 h 1058344"/>
                <a:gd name="connsiteX754" fmla="*/ 602729 w 1004996"/>
                <a:gd name="connsiteY754" fmla="*/ 76556 h 1058344"/>
                <a:gd name="connsiteX755" fmla="*/ 597347 w 1004996"/>
                <a:gd name="connsiteY755" fmla="*/ 61782 h 1058344"/>
                <a:gd name="connsiteX756" fmla="*/ 591966 w 1004996"/>
                <a:gd name="connsiteY756" fmla="*/ 53723 h 1058344"/>
                <a:gd name="connsiteX757" fmla="*/ 587930 w 1004996"/>
                <a:gd name="connsiteY757" fmla="*/ 44322 h 1058344"/>
                <a:gd name="connsiteX758" fmla="*/ 587930 w 1004996"/>
                <a:gd name="connsiteY758" fmla="*/ 38949 h 1058344"/>
                <a:gd name="connsiteX759" fmla="*/ 586584 w 1004996"/>
                <a:gd name="connsiteY759" fmla="*/ 36263 h 105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</a:cxnLst>
              <a:rect l="l" t="t" r="r" b="b"/>
              <a:pathLst>
                <a:path w="1004996" h="1058344">
                  <a:moveTo>
                    <a:pt x="586584" y="36263"/>
                  </a:moveTo>
                  <a:lnTo>
                    <a:pt x="583894" y="34920"/>
                  </a:lnTo>
                  <a:lnTo>
                    <a:pt x="582548" y="29548"/>
                  </a:lnTo>
                  <a:lnTo>
                    <a:pt x="579857" y="22832"/>
                  </a:lnTo>
                  <a:lnTo>
                    <a:pt x="578512" y="24175"/>
                  </a:lnTo>
                  <a:lnTo>
                    <a:pt x="578512" y="28205"/>
                  </a:lnTo>
                  <a:lnTo>
                    <a:pt x="577167" y="30891"/>
                  </a:lnTo>
                  <a:lnTo>
                    <a:pt x="571785" y="34920"/>
                  </a:lnTo>
                  <a:lnTo>
                    <a:pt x="571785" y="34920"/>
                  </a:lnTo>
                  <a:lnTo>
                    <a:pt x="571785" y="34920"/>
                  </a:lnTo>
                  <a:lnTo>
                    <a:pt x="570440" y="37606"/>
                  </a:lnTo>
                  <a:lnTo>
                    <a:pt x="563713" y="45665"/>
                  </a:lnTo>
                  <a:lnTo>
                    <a:pt x="556986" y="53723"/>
                  </a:lnTo>
                  <a:lnTo>
                    <a:pt x="556986" y="59096"/>
                  </a:lnTo>
                  <a:lnTo>
                    <a:pt x="551604" y="69840"/>
                  </a:lnTo>
                  <a:lnTo>
                    <a:pt x="547568" y="76556"/>
                  </a:lnTo>
                  <a:lnTo>
                    <a:pt x="544878" y="83271"/>
                  </a:lnTo>
                  <a:lnTo>
                    <a:pt x="540841" y="84614"/>
                  </a:lnTo>
                  <a:lnTo>
                    <a:pt x="538151" y="85957"/>
                  </a:lnTo>
                  <a:lnTo>
                    <a:pt x="536805" y="89986"/>
                  </a:lnTo>
                  <a:lnTo>
                    <a:pt x="532769" y="92672"/>
                  </a:lnTo>
                  <a:lnTo>
                    <a:pt x="530079" y="91329"/>
                  </a:lnTo>
                  <a:lnTo>
                    <a:pt x="530079" y="84614"/>
                  </a:lnTo>
                  <a:lnTo>
                    <a:pt x="528733" y="83271"/>
                  </a:lnTo>
                  <a:lnTo>
                    <a:pt x="527388" y="80585"/>
                  </a:lnTo>
                  <a:lnTo>
                    <a:pt x="524697" y="80585"/>
                  </a:lnTo>
                  <a:lnTo>
                    <a:pt x="520661" y="81928"/>
                  </a:lnTo>
                  <a:lnTo>
                    <a:pt x="517970" y="84614"/>
                  </a:lnTo>
                  <a:lnTo>
                    <a:pt x="513934" y="83271"/>
                  </a:lnTo>
                  <a:lnTo>
                    <a:pt x="509898" y="79242"/>
                  </a:lnTo>
                  <a:lnTo>
                    <a:pt x="509898" y="76556"/>
                  </a:lnTo>
                  <a:lnTo>
                    <a:pt x="508552" y="75212"/>
                  </a:lnTo>
                  <a:lnTo>
                    <a:pt x="507207" y="71183"/>
                  </a:lnTo>
                  <a:lnTo>
                    <a:pt x="505862" y="68497"/>
                  </a:lnTo>
                  <a:lnTo>
                    <a:pt x="501826" y="67154"/>
                  </a:lnTo>
                  <a:lnTo>
                    <a:pt x="496444" y="61782"/>
                  </a:lnTo>
                  <a:lnTo>
                    <a:pt x="489717" y="61782"/>
                  </a:lnTo>
                  <a:lnTo>
                    <a:pt x="484336" y="64468"/>
                  </a:lnTo>
                  <a:lnTo>
                    <a:pt x="473573" y="64468"/>
                  </a:lnTo>
                  <a:lnTo>
                    <a:pt x="468191" y="63125"/>
                  </a:lnTo>
                  <a:lnTo>
                    <a:pt x="462810" y="65811"/>
                  </a:lnTo>
                  <a:lnTo>
                    <a:pt x="461464" y="71183"/>
                  </a:lnTo>
                  <a:lnTo>
                    <a:pt x="466846" y="76556"/>
                  </a:lnTo>
                  <a:lnTo>
                    <a:pt x="468191" y="79242"/>
                  </a:lnTo>
                  <a:lnTo>
                    <a:pt x="470882" y="84614"/>
                  </a:lnTo>
                  <a:lnTo>
                    <a:pt x="469537" y="85957"/>
                  </a:lnTo>
                  <a:lnTo>
                    <a:pt x="465500" y="85957"/>
                  </a:lnTo>
                  <a:lnTo>
                    <a:pt x="458774" y="84614"/>
                  </a:lnTo>
                  <a:lnTo>
                    <a:pt x="457428" y="83271"/>
                  </a:lnTo>
                  <a:lnTo>
                    <a:pt x="454737" y="83271"/>
                  </a:lnTo>
                  <a:lnTo>
                    <a:pt x="454737" y="83271"/>
                  </a:lnTo>
                  <a:lnTo>
                    <a:pt x="454737" y="83271"/>
                  </a:lnTo>
                  <a:lnTo>
                    <a:pt x="446665" y="83271"/>
                  </a:lnTo>
                  <a:lnTo>
                    <a:pt x="441284" y="84614"/>
                  </a:lnTo>
                  <a:lnTo>
                    <a:pt x="439938" y="81928"/>
                  </a:lnTo>
                  <a:lnTo>
                    <a:pt x="431866" y="81928"/>
                  </a:lnTo>
                  <a:lnTo>
                    <a:pt x="426484" y="84614"/>
                  </a:lnTo>
                  <a:lnTo>
                    <a:pt x="423794" y="92672"/>
                  </a:lnTo>
                  <a:lnTo>
                    <a:pt x="413031" y="92672"/>
                  </a:lnTo>
                  <a:lnTo>
                    <a:pt x="407649" y="94015"/>
                  </a:lnTo>
                  <a:lnTo>
                    <a:pt x="406304" y="96702"/>
                  </a:lnTo>
                  <a:lnTo>
                    <a:pt x="402268" y="100731"/>
                  </a:lnTo>
                  <a:lnTo>
                    <a:pt x="396886" y="100731"/>
                  </a:lnTo>
                  <a:lnTo>
                    <a:pt x="395541" y="99388"/>
                  </a:lnTo>
                  <a:lnTo>
                    <a:pt x="391505" y="100731"/>
                  </a:lnTo>
                  <a:lnTo>
                    <a:pt x="388814" y="104760"/>
                  </a:lnTo>
                  <a:lnTo>
                    <a:pt x="384778" y="103417"/>
                  </a:lnTo>
                  <a:lnTo>
                    <a:pt x="374015" y="95359"/>
                  </a:lnTo>
                  <a:lnTo>
                    <a:pt x="369979" y="89986"/>
                  </a:lnTo>
                  <a:lnTo>
                    <a:pt x="369979" y="85957"/>
                  </a:lnTo>
                  <a:lnTo>
                    <a:pt x="364597" y="80585"/>
                  </a:lnTo>
                  <a:lnTo>
                    <a:pt x="359216" y="75212"/>
                  </a:lnTo>
                  <a:lnTo>
                    <a:pt x="359216" y="69840"/>
                  </a:lnTo>
                  <a:lnTo>
                    <a:pt x="360561" y="65811"/>
                  </a:lnTo>
                  <a:lnTo>
                    <a:pt x="359216" y="63125"/>
                  </a:lnTo>
                  <a:lnTo>
                    <a:pt x="360561" y="57752"/>
                  </a:lnTo>
                  <a:lnTo>
                    <a:pt x="361906" y="53723"/>
                  </a:lnTo>
                  <a:lnTo>
                    <a:pt x="361906" y="48351"/>
                  </a:lnTo>
                  <a:lnTo>
                    <a:pt x="367288" y="40292"/>
                  </a:lnTo>
                  <a:lnTo>
                    <a:pt x="368633" y="33577"/>
                  </a:lnTo>
                  <a:lnTo>
                    <a:pt x="374015" y="28205"/>
                  </a:lnTo>
                  <a:lnTo>
                    <a:pt x="374015" y="25519"/>
                  </a:lnTo>
                  <a:lnTo>
                    <a:pt x="368633" y="25519"/>
                  </a:lnTo>
                  <a:lnTo>
                    <a:pt x="365942" y="21489"/>
                  </a:lnTo>
                  <a:lnTo>
                    <a:pt x="364597" y="17460"/>
                  </a:lnTo>
                  <a:lnTo>
                    <a:pt x="359216" y="17460"/>
                  </a:lnTo>
                  <a:lnTo>
                    <a:pt x="353834" y="21489"/>
                  </a:lnTo>
                  <a:lnTo>
                    <a:pt x="356525" y="18803"/>
                  </a:lnTo>
                  <a:lnTo>
                    <a:pt x="359216" y="13431"/>
                  </a:lnTo>
                  <a:lnTo>
                    <a:pt x="359216" y="6715"/>
                  </a:lnTo>
                  <a:lnTo>
                    <a:pt x="355180" y="1343"/>
                  </a:lnTo>
                  <a:lnTo>
                    <a:pt x="349798" y="1343"/>
                  </a:lnTo>
                  <a:lnTo>
                    <a:pt x="347107" y="2686"/>
                  </a:lnTo>
                  <a:lnTo>
                    <a:pt x="345762" y="0"/>
                  </a:lnTo>
                  <a:lnTo>
                    <a:pt x="343071" y="0"/>
                  </a:lnTo>
                  <a:lnTo>
                    <a:pt x="343071" y="5372"/>
                  </a:lnTo>
                  <a:lnTo>
                    <a:pt x="340380" y="12088"/>
                  </a:lnTo>
                  <a:lnTo>
                    <a:pt x="326927" y="21489"/>
                  </a:lnTo>
                  <a:lnTo>
                    <a:pt x="318854" y="22832"/>
                  </a:lnTo>
                  <a:lnTo>
                    <a:pt x="306746" y="28205"/>
                  </a:lnTo>
                  <a:lnTo>
                    <a:pt x="302710" y="26862"/>
                  </a:lnTo>
                  <a:lnTo>
                    <a:pt x="295983" y="28205"/>
                  </a:lnTo>
                  <a:lnTo>
                    <a:pt x="287911" y="36263"/>
                  </a:lnTo>
                  <a:lnTo>
                    <a:pt x="279838" y="38949"/>
                  </a:lnTo>
                  <a:lnTo>
                    <a:pt x="277148" y="37606"/>
                  </a:lnTo>
                  <a:lnTo>
                    <a:pt x="265039" y="38949"/>
                  </a:lnTo>
                  <a:lnTo>
                    <a:pt x="255622" y="38949"/>
                  </a:lnTo>
                  <a:lnTo>
                    <a:pt x="247549" y="34920"/>
                  </a:lnTo>
                  <a:lnTo>
                    <a:pt x="239477" y="33577"/>
                  </a:lnTo>
                  <a:lnTo>
                    <a:pt x="231405" y="30891"/>
                  </a:lnTo>
                  <a:lnTo>
                    <a:pt x="234096" y="37606"/>
                  </a:lnTo>
                  <a:lnTo>
                    <a:pt x="239477" y="38949"/>
                  </a:lnTo>
                  <a:lnTo>
                    <a:pt x="244859" y="44322"/>
                  </a:lnTo>
                  <a:lnTo>
                    <a:pt x="246204" y="49694"/>
                  </a:lnTo>
                  <a:lnTo>
                    <a:pt x="239477" y="60438"/>
                  </a:lnTo>
                  <a:lnTo>
                    <a:pt x="242168" y="65811"/>
                  </a:lnTo>
                  <a:lnTo>
                    <a:pt x="240823" y="73869"/>
                  </a:lnTo>
                  <a:lnTo>
                    <a:pt x="252931" y="77899"/>
                  </a:lnTo>
                  <a:lnTo>
                    <a:pt x="261003" y="76556"/>
                  </a:lnTo>
                  <a:lnTo>
                    <a:pt x="269075" y="77899"/>
                  </a:lnTo>
                  <a:lnTo>
                    <a:pt x="269075" y="83271"/>
                  </a:lnTo>
                  <a:lnTo>
                    <a:pt x="263694" y="85957"/>
                  </a:lnTo>
                  <a:lnTo>
                    <a:pt x="251585" y="88643"/>
                  </a:lnTo>
                  <a:lnTo>
                    <a:pt x="247549" y="94015"/>
                  </a:lnTo>
                  <a:lnTo>
                    <a:pt x="244859" y="100731"/>
                  </a:lnTo>
                  <a:lnTo>
                    <a:pt x="231405" y="107446"/>
                  </a:lnTo>
                  <a:lnTo>
                    <a:pt x="227369" y="112819"/>
                  </a:lnTo>
                  <a:lnTo>
                    <a:pt x="217951" y="118191"/>
                  </a:lnTo>
                  <a:lnTo>
                    <a:pt x="212570" y="124906"/>
                  </a:lnTo>
                  <a:lnTo>
                    <a:pt x="201806" y="124906"/>
                  </a:lnTo>
                  <a:lnTo>
                    <a:pt x="196425" y="123563"/>
                  </a:lnTo>
                  <a:lnTo>
                    <a:pt x="185662" y="115505"/>
                  </a:lnTo>
                  <a:lnTo>
                    <a:pt x="176244" y="108789"/>
                  </a:lnTo>
                  <a:lnTo>
                    <a:pt x="169518" y="110132"/>
                  </a:lnTo>
                  <a:lnTo>
                    <a:pt x="169518" y="103417"/>
                  </a:lnTo>
                  <a:lnTo>
                    <a:pt x="168172" y="98045"/>
                  </a:lnTo>
                  <a:lnTo>
                    <a:pt x="164136" y="92672"/>
                  </a:lnTo>
                  <a:lnTo>
                    <a:pt x="162791" y="88643"/>
                  </a:lnTo>
                  <a:lnTo>
                    <a:pt x="156064" y="89986"/>
                  </a:lnTo>
                  <a:lnTo>
                    <a:pt x="150682" y="95359"/>
                  </a:lnTo>
                  <a:lnTo>
                    <a:pt x="147991" y="95359"/>
                  </a:lnTo>
                  <a:lnTo>
                    <a:pt x="145301" y="92672"/>
                  </a:lnTo>
                  <a:lnTo>
                    <a:pt x="138574" y="92672"/>
                  </a:lnTo>
                  <a:lnTo>
                    <a:pt x="135883" y="96702"/>
                  </a:lnTo>
                  <a:lnTo>
                    <a:pt x="106285" y="96702"/>
                  </a:lnTo>
                  <a:lnTo>
                    <a:pt x="104939" y="104760"/>
                  </a:lnTo>
                  <a:lnTo>
                    <a:pt x="107630" y="111475"/>
                  </a:lnTo>
                  <a:lnTo>
                    <a:pt x="117048" y="114162"/>
                  </a:lnTo>
                  <a:lnTo>
                    <a:pt x="121084" y="120877"/>
                  </a:lnTo>
                  <a:lnTo>
                    <a:pt x="118393" y="123563"/>
                  </a:lnTo>
                  <a:lnTo>
                    <a:pt x="121084" y="126249"/>
                  </a:lnTo>
                  <a:lnTo>
                    <a:pt x="119739" y="130279"/>
                  </a:lnTo>
                  <a:lnTo>
                    <a:pt x="113012" y="126249"/>
                  </a:lnTo>
                  <a:lnTo>
                    <a:pt x="95522" y="131622"/>
                  </a:lnTo>
                  <a:lnTo>
                    <a:pt x="96867" y="146395"/>
                  </a:lnTo>
                  <a:lnTo>
                    <a:pt x="100903" y="151768"/>
                  </a:lnTo>
                  <a:lnTo>
                    <a:pt x="110321" y="159826"/>
                  </a:lnTo>
                  <a:lnTo>
                    <a:pt x="117048" y="170571"/>
                  </a:lnTo>
                  <a:lnTo>
                    <a:pt x="117048" y="178629"/>
                  </a:lnTo>
                  <a:lnTo>
                    <a:pt x="117048" y="182659"/>
                  </a:lnTo>
                  <a:lnTo>
                    <a:pt x="102249" y="236382"/>
                  </a:lnTo>
                  <a:lnTo>
                    <a:pt x="98213" y="251156"/>
                  </a:lnTo>
                  <a:lnTo>
                    <a:pt x="98213" y="253841"/>
                  </a:lnTo>
                  <a:lnTo>
                    <a:pt x="95522" y="257871"/>
                  </a:lnTo>
                  <a:lnTo>
                    <a:pt x="90140" y="256528"/>
                  </a:lnTo>
                  <a:lnTo>
                    <a:pt x="90140" y="255185"/>
                  </a:lnTo>
                  <a:lnTo>
                    <a:pt x="84759" y="251156"/>
                  </a:lnTo>
                  <a:lnTo>
                    <a:pt x="83413" y="251156"/>
                  </a:lnTo>
                  <a:lnTo>
                    <a:pt x="78032" y="251156"/>
                  </a:lnTo>
                  <a:lnTo>
                    <a:pt x="75341" y="249812"/>
                  </a:lnTo>
                  <a:lnTo>
                    <a:pt x="73996" y="253841"/>
                  </a:lnTo>
                  <a:lnTo>
                    <a:pt x="56506" y="259214"/>
                  </a:lnTo>
                  <a:lnTo>
                    <a:pt x="43052" y="261900"/>
                  </a:lnTo>
                  <a:lnTo>
                    <a:pt x="40361" y="264586"/>
                  </a:lnTo>
                  <a:lnTo>
                    <a:pt x="37671" y="265929"/>
                  </a:lnTo>
                  <a:lnTo>
                    <a:pt x="32289" y="271302"/>
                  </a:lnTo>
                  <a:lnTo>
                    <a:pt x="25562" y="273988"/>
                  </a:lnTo>
                  <a:lnTo>
                    <a:pt x="20181" y="276674"/>
                  </a:lnTo>
                  <a:lnTo>
                    <a:pt x="21526" y="283389"/>
                  </a:lnTo>
                  <a:lnTo>
                    <a:pt x="18835" y="287418"/>
                  </a:lnTo>
                  <a:lnTo>
                    <a:pt x="20181" y="291448"/>
                  </a:lnTo>
                  <a:lnTo>
                    <a:pt x="13454" y="298163"/>
                  </a:lnTo>
                  <a:lnTo>
                    <a:pt x="16144" y="307565"/>
                  </a:lnTo>
                  <a:lnTo>
                    <a:pt x="18835" y="312937"/>
                  </a:lnTo>
                  <a:lnTo>
                    <a:pt x="14799" y="316966"/>
                  </a:lnTo>
                  <a:lnTo>
                    <a:pt x="10763" y="316966"/>
                  </a:lnTo>
                  <a:lnTo>
                    <a:pt x="4036" y="322338"/>
                  </a:lnTo>
                  <a:lnTo>
                    <a:pt x="4036" y="327711"/>
                  </a:lnTo>
                  <a:lnTo>
                    <a:pt x="1345" y="330397"/>
                  </a:lnTo>
                  <a:lnTo>
                    <a:pt x="2691" y="334426"/>
                  </a:lnTo>
                  <a:lnTo>
                    <a:pt x="1345" y="339799"/>
                  </a:lnTo>
                  <a:lnTo>
                    <a:pt x="0" y="345171"/>
                  </a:lnTo>
                  <a:lnTo>
                    <a:pt x="1345" y="349200"/>
                  </a:lnTo>
                  <a:lnTo>
                    <a:pt x="0" y="353229"/>
                  </a:lnTo>
                  <a:lnTo>
                    <a:pt x="6727" y="359945"/>
                  </a:lnTo>
                  <a:lnTo>
                    <a:pt x="18835" y="380091"/>
                  </a:lnTo>
                  <a:lnTo>
                    <a:pt x="12109" y="388149"/>
                  </a:lnTo>
                  <a:lnTo>
                    <a:pt x="28253" y="386806"/>
                  </a:lnTo>
                  <a:lnTo>
                    <a:pt x="36325" y="388149"/>
                  </a:lnTo>
                  <a:lnTo>
                    <a:pt x="41707" y="396208"/>
                  </a:lnTo>
                  <a:lnTo>
                    <a:pt x="43052" y="402923"/>
                  </a:lnTo>
                  <a:lnTo>
                    <a:pt x="53815" y="402923"/>
                  </a:lnTo>
                  <a:lnTo>
                    <a:pt x="67269" y="404266"/>
                  </a:lnTo>
                  <a:lnTo>
                    <a:pt x="78032" y="393522"/>
                  </a:lnTo>
                  <a:lnTo>
                    <a:pt x="87449" y="388149"/>
                  </a:lnTo>
                  <a:lnTo>
                    <a:pt x="90140" y="390835"/>
                  </a:lnTo>
                  <a:lnTo>
                    <a:pt x="88795" y="396208"/>
                  </a:lnTo>
                  <a:lnTo>
                    <a:pt x="87449" y="397551"/>
                  </a:lnTo>
                  <a:lnTo>
                    <a:pt x="87449" y="406953"/>
                  </a:lnTo>
                  <a:lnTo>
                    <a:pt x="88795" y="421726"/>
                  </a:lnTo>
                  <a:lnTo>
                    <a:pt x="88795" y="428441"/>
                  </a:lnTo>
                  <a:lnTo>
                    <a:pt x="91486" y="431128"/>
                  </a:lnTo>
                  <a:lnTo>
                    <a:pt x="96867" y="429785"/>
                  </a:lnTo>
                  <a:lnTo>
                    <a:pt x="102249" y="428441"/>
                  </a:lnTo>
                  <a:lnTo>
                    <a:pt x="107630" y="428441"/>
                  </a:lnTo>
                  <a:lnTo>
                    <a:pt x="110321" y="428441"/>
                  </a:lnTo>
                  <a:lnTo>
                    <a:pt x="113012" y="429785"/>
                  </a:lnTo>
                  <a:lnTo>
                    <a:pt x="114357" y="429785"/>
                  </a:lnTo>
                  <a:lnTo>
                    <a:pt x="114357" y="429785"/>
                  </a:lnTo>
                  <a:lnTo>
                    <a:pt x="130501" y="429785"/>
                  </a:lnTo>
                  <a:lnTo>
                    <a:pt x="138574" y="429785"/>
                  </a:lnTo>
                  <a:lnTo>
                    <a:pt x="146646" y="425756"/>
                  </a:lnTo>
                  <a:lnTo>
                    <a:pt x="150682" y="425756"/>
                  </a:lnTo>
                  <a:lnTo>
                    <a:pt x="156064" y="421726"/>
                  </a:lnTo>
                  <a:lnTo>
                    <a:pt x="162791" y="421726"/>
                  </a:lnTo>
                  <a:lnTo>
                    <a:pt x="170863" y="419040"/>
                  </a:lnTo>
                  <a:lnTo>
                    <a:pt x="174899" y="406953"/>
                  </a:lnTo>
                  <a:lnTo>
                    <a:pt x="187007" y="398894"/>
                  </a:lnTo>
                  <a:lnTo>
                    <a:pt x="195080" y="397551"/>
                  </a:lnTo>
                  <a:lnTo>
                    <a:pt x="203152" y="393522"/>
                  </a:lnTo>
                  <a:lnTo>
                    <a:pt x="208533" y="393522"/>
                  </a:lnTo>
                  <a:lnTo>
                    <a:pt x="213915" y="397551"/>
                  </a:lnTo>
                  <a:lnTo>
                    <a:pt x="219296" y="393522"/>
                  </a:lnTo>
                  <a:lnTo>
                    <a:pt x="221987" y="396208"/>
                  </a:lnTo>
                  <a:lnTo>
                    <a:pt x="220642" y="402923"/>
                  </a:lnTo>
                  <a:lnTo>
                    <a:pt x="223333" y="412325"/>
                  </a:lnTo>
                  <a:lnTo>
                    <a:pt x="219296" y="420383"/>
                  </a:lnTo>
                  <a:lnTo>
                    <a:pt x="221987" y="432471"/>
                  </a:lnTo>
                  <a:lnTo>
                    <a:pt x="219296" y="437843"/>
                  </a:lnTo>
                  <a:lnTo>
                    <a:pt x="223333" y="447245"/>
                  </a:lnTo>
                  <a:lnTo>
                    <a:pt x="228714" y="449931"/>
                  </a:lnTo>
                  <a:lnTo>
                    <a:pt x="230059" y="457989"/>
                  </a:lnTo>
                  <a:lnTo>
                    <a:pt x="235441" y="460676"/>
                  </a:lnTo>
                  <a:lnTo>
                    <a:pt x="243513" y="466048"/>
                  </a:lnTo>
                  <a:lnTo>
                    <a:pt x="248895" y="471420"/>
                  </a:lnTo>
                  <a:lnTo>
                    <a:pt x="251585" y="468734"/>
                  </a:lnTo>
                  <a:lnTo>
                    <a:pt x="262348" y="466048"/>
                  </a:lnTo>
                  <a:lnTo>
                    <a:pt x="271766" y="475449"/>
                  </a:lnTo>
                  <a:lnTo>
                    <a:pt x="278493" y="474106"/>
                  </a:lnTo>
                  <a:lnTo>
                    <a:pt x="287911" y="484851"/>
                  </a:lnTo>
                  <a:lnTo>
                    <a:pt x="291947" y="484851"/>
                  </a:lnTo>
                  <a:lnTo>
                    <a:pt x="302710" y="488880"/>
                  </a:lnTo>
                  <a:lnTo>
                    <a:pt x="309437" y="491566"/>
                  </a:lnTo>
                  <a:lnTo>
                    <a:pt x="310782" y="499625"/>
                  </a:lnTo>
                  <a:lnTo>
                    <a:pt x="316164" y="500968"/>
                  </a:lnTo>
                  <a:lnTo>
                    <a:pt x="322890" y="504997"/>
                  </a:lnTo>
                  <a:lnTo>
                    <a:pt x="337690" y="503654"/>
                  </a:lnTo>
                  <a:lnTo>
                    <a:pt x="348453" y="510369"/>
                  </a:lnTo>
                  <a:lnTo>
                    <a:pt x="351143" y="514399"/>
                  </a:lnTo>
                  <a:lnTo>
                    <a:pt x="349798" y="526486"/>
                  </a:lnTo>
                  <a:lnTo>
                    <a:pt x="352489" y="535888"/>
                  </a:lnTo>
                  <a:lnTo>
                    <a:pt x="349798" y="541260"/>
                  </a:lnTo>
                  <a:lnTo>
                    <a:pt x="359216" y="557377"/>
                  </a:lnTo>
                  <a:lnTo>
                    <a:pt x="357870" y="569465"/>
                  </a:lnTo>
                  <a:lnTo>
                    <a:pt x="403613" y="570808"/>
                  </a:lnTo>
                  <a:lnTo>
                    <a:pt x="406304" y="586925"/>
                  </a:lnTo>
                  <a:lnTo>
                    <a:pt x="404958" y="597669"/>
                  </a:lnTo>
                  <a:lnTo>
                    <a:pt x="418412" y="600356"/>
                  </a:lnTo>
                  <a:lnTo>
                    <a:pt x="431866" y="624531"/>
                  </a:lnTo>
                  <a:lnTo>
                    <a:pt x="433211" y="637962"/>
                  </a:lnTo>
                  <a:lnTo>
                    <a:pt x="421103" y="663480"/>
                  </a:lnTo>
                  <a:lnTo>
                    <a:pt x="422448" y="667509"/>
                  </a:lnTo>
                  <a:lnTo>
                    <a:pt x="418412" y="672882"/>
                  </a:lnTo>
                  <a:lnTo>
                    <a:pt x="421103" y="675568"/>
                  </a:lnTo>
                  <a:lnTo>
                    <a:pt x="419757" y="680940"/>
                  </a:lnTo>
                  <a:lnTo>
                    <a:pt x="426484" y="686312"/>
                  </a:lnTo>
                  <a:lnTo>
                    <a:pt x="426484" y="694371"/>
                  </a:lnTo>
                  <a:lnTo>
                    <a:pt x="431866" y="702430"/>
                  </a:lnTo>
                  <a:lnTo>
                    <a:pt x="429175" y="718546"/>
                  </a:lnTo>
                  <a:lnTo>
                    <a:pt x="430521" y="725262"/>
                  </a:lnTo>
                  <a:lnTo>
                    <a:pt x="429175" y="730634"/>
                  </a:lnTo>
                  <a:lnTo>
                    <a:pt x="430521" y="736006"/>
                  </a:lnTo>
                  <a:lnTo>
                    <a:pt x="439938" y="734663"/>
                  </a:lnTo>
                  <a:lnTo>
                    <a:pt x="443974" y="736006"/>
                  </a:lnTo>
                  <a:lnTo>
                    <a:pt x="456083" y="734663"/>
                  </a:lnTo>
                  <a:lnTo>
                    <a:pt x="464155" y="737349"/>
                  </a:lnTo>
                  <a:lnTo>
                    <a:pt x="476263" y="731977"/>
                  </a:lnTo>
                  <a:lnTo>
                    <a:pt x="482990" y="736006"/>
                  </a:lnTo>
                  <a:lnTo>
                    <a:pt x="488372" y="737349"/>
                  </a:lnTo>
                  <a:lnTo>
                    <a:pt x="489717" y="744065"/>
                  </a:lnTo>
                  <a:lnTo>
                    <a:pt x="496444" y="772269"/>
                  </a:lnTo>
                  <a:lnTo>
                    <a:pt x="500480" y="781671"/>
                  </a:lnTo>
                  <a:lnTo>
                    <a:pt x="505862" y="783014"/>
                  </a:lnTo>
                  <a:lnTo>
                    <a:pt x="516625" y="777641"/>
                  </a:lnTo>
                  <a:lnTo>
                    <a:pt x="522006" y="780328"/>
                  </a:lnTo>
                  <a:lnTo>
                    <a:pt x="526042" y="784357"/>
                  </a:lnTo>
                  <a:lnTo>
                    <a:pt x="530079" y="785700"/>
                  </a:lnTo>
                  <a:lnTo>
                    <a:pt x="528733" y="787043"/>
                  </a:lnTo>
                  <a:lnTo>
                    <a:pt x="527388" y="811218"/>
                  </a:lnTo>
                  <a:lnTo>
                    <a:pt x="526042" y="813905"/>
                  </a:lnTo>
                  <a:lnTo>
                    <a:pt x="524697" y="815248"/>
                  </a:lnTo>
                  <a:lnTo>
                    <a:pt x="524697" y="817934"/>
                  </a:lnTo>
                  <a:lnTo>
                    <a:pt x="523352" y="820620"/>
                  </a:lnTo>
                  <a:lnTo>
                    <a:pt x="523352" y="823306"/>
                  </a:lnTo>
                  <a:lnTo>
                    <a:pt x="527388" y="820620"/>
                  </a:lnTo>
                  <a:lnTo>
                    <a:pt x="539496" y="821963"/>
                  </a:lnTo>
                  <a:lnTo>
                    <a:pt x="539496" y="827335"/>
                  </a:lnTo>
                  <a:lnTo>
                    <a:pt x="544878" y="838080"/>
                  </a:lnTo>
                  <a:lnTo>
                    <a:pt x="544878" y="846138"/>
                  </a:lnTo>
                  <a:lnTo>
                    <a:pt x="546223" y="856883"/>
                  </a:lnTo>
                  <a:lnTo>
                    <a:pt x="547568" y="866285"/>
                  </a:lnTo>
                  <a:lnTo>
                    <a:pt x="546223" y="870314"/>
                  </a:lnTo>
                  <a:lnTo>
                    <a:pt x="540841" y="870314"/>
                  </a:lnTo>
                  <a:lnTo>
                    <a:pt x="534115" y="873000"/>
                  </a:lnTo>
                  <a:lnTo>
                    <a:pt x="532769" y="874343"/>
                  </a:lnTo>
                  <a:lnTo>
                    <a:pt x="528733" y="877030"/>
                  </a:lnTo>
                  <a:lnTo>
                    <a:pt x="527388" y="875686"/>
                  </a:lnTo>
                  <a:lnTo>
                    <a:pt x="516625" y="882402"/>
                  </a:lnTo>
                  <a:lnTo>
                    <a:pt x="515279" y="885088"/>
                  </a:lnTo>
                  <a:lnTo>
                    <a:pt x="511243" y="886431"/>
                  </a:lnTo>
                  <a:lnTo>
                    <a:pt x="501826" y="894489"/>
                  </a:lnTo>
                  <a:lnTo>
                    <a:pt x="499135" y="895833"/>
                  </a:lnTo>
                  <a:lnTo>
                    <a:pt x="499135" y="902548"/>
                  </a:lnTo>
                  <a:lnTo>
                    <a:pt x="495099" y="903891"/>
                  </a:lnTo>
                  <a:lnTo>
                    <a:pt x="492408" y="903891"/>
                  </a:lnTo>
                  <a:lnTo>
                    <a:pt x="484336" y="914635"/>
                  </a:lnTo>
                  <a:lnTo>
                    <a:pt x="482990" y="918665"/>
                  </a:lnTo>
                  <a:lnTo>
                    <a:pt x="482990" y="924037"/>
                  </a:lnTo>
                  <a:lnTo>
                    <a:pt x="478954" y="925380"/>
                  </a:lnTo>
                  <a:lnTo>
                    <a:pt x="477609" y="928066"/>
                  </a:lnTo>
                  <a:lnTo>
                    <a:pt x="472227" y="937468"/>
                  </a:lnTo>
                  <a:lnTo>
                    <a:pt x="468191" y="941497"/>
                  </a:lnTo>
                  <a:lnTo>
                    <a:pt x="464155" y="948212"/>
                  </a:lnTo>
                  <a:lnTo>
                    <a:pt x="464155" y="950899"/>
                  </a:lnTo>
                  <a:lnTo>
                    <a:pt x="458774" y="953585"/>
                  </a:lnTo>
                  <a:lnTo>
                    <a:pt x="457428" y="956271"/>
                  </a:lnTo>
                  <a:lnTo>
                    <a:pt x="461464" y="956271"/>
                  </a:lnTo>
                  <a:lnTo>
                    <a:pt x="464155" y="957614"/>
                  </a:lnTo>
                  <a:lnTo>
                    <a:pt x="477609" y="953585"/>
                  </a:lnTo>
                  <a:lnTo>
                    <a:pt x="482990" y="957614"/>
                  </a:lnTo>
                  <a:lnTo>
                    <a:pt x="488372" y="965672"/>
                  </a:lnTo>
                  <a:lnTo>
                    <a:pt x="493753" y="968359"/>
                  </a:lnTo>
                  <a:lnTo>
                    <a:pt x="496444" y="975074"/>
                  </a:lnTo>
                  <a:lnTo>
                    <a:pt x="503171" y="985818"/>
                  </a:lnTo>
                  <a:lnTo>
                    <a:pt x="505862" y="985818"/>
                  </a:lnTo>
                  <a:lnTo>
                    <a:pt x="511243" y="980446"/>
                  </a:lnTo>
                  <a:lnTo>
                    <a:pt x="513934" y="980446"/>
                  </a:lnTo>
                  <a:lnTo>
                    <a:pt x="519315" y="989848"/>
                  </a:lnTo>
                  <a:lnTo>
                    <a:pt x="526042" y="992534"/>
                  </a:lnTo>
                  <a:lnTo>
                    <a:pt x="532769" y="993877"/>
                  </a:lnTo>
                  <a:lnTo>
                    <a:pt x="538151" y="999249"/>
                  </a:lnTo>
                  <a:lnTo>
                    <a:pt x="538151" y="1005965"/>
                  </a:lnTo>
                  <a:lnTo>
                    <a:pt x="543532" y="1004622"/>
                  </a:lnTo>
                  <a:lnTo>
                    <a:pt x="554295" y="1008651"/>
                  </a:lnTo>
                  <a:lnTo>
                    <a:pt x="559677" y="1015366"/>
                  </a:lnTo>
                  <a:lnTo>
                    <a:pt x="566404" y="1024768"/>
                  </a:lnTo>
                  <a:lnTo>
                    <a:pt x="571785" y="1028797"/>
                  </a:lnTo>
                  <a:lnTo>
                    <a:pt x="570440" y="1035512"/>
                  </a:lnTo>
                  <a:lnTo>
                    <a:pt x="565058" y="1042228"/>
                  </a:lnTo>
                  <a:lnTo>
                    <a:pt x="567749" y="1050286"/>
                  </a:lnTo>
                  <a:lnTo>
                    <a:pt x="569094" y="1051630"/>
                  </a:lnTo>
                  <a:lnTo>
                    <a:pt x="570440" y="1052972"/>
                  </a:lnTo>
                  <a:lnTo>
                    <a:pt x="573131" y="1057002"/>
                  </a:lnTo>
                  <a:lnTo>
                    <a:pt x="574476" y="1058345"/>
                  </a:lnTo>
                  <a:lnTo>
                    <a:pt x="583894" y="1050286"/>
                  </a:lnTo>
                  <a:lnTo>
                    <a:pt x="586584" y="1042228"/>
                  </a:lnTo>
                  <a:lnTo>
                    <a:pt x="590620" y="1023425"/>
                  </a:lnTo>
                  <a:lnTo>
                    <a:pt x="594656" y="1011337"/>
                  </a:lnTo>
                  <a:lnTo>
                    <a:pt x="596002" y="1008651"/>
                  </a:lnTo>
                  <a:lnTo>
                    <a:pt x="593311" y="1005965"/>
                  </a:lnTo>
                  <a:lnTo>
                    <a:pt x="589275" y="999249"/>
                  </a:lnTo>
                  <a:lnTo>
                    <a:pt x="590620" y="993877"/>
                  </a:lnTo>
                  <a:lnTo>
                    <a:pt x="594656" y="992534"/>
                  </a:lnTo>
                  <a:lnTo>
                    <a:pt x="594656" y="989848"/>
                  </a:lnTo>
                  <a:lnTo>
                    <a:pt x="598693" y="984476"/>
                  </a:lnTo>
                  <a:lnTo>
                    <a:pt x="598693" y="988505"/>
                  </a:lnTo>
                  <a:lnTo>
                    <a:pt x="601383" y="991191"/>
                  </a:lnTo>
                  <a:lnTo>
                    <a:pt x="605420" y="991191"/>
                  </a:lnTo>
                  <a:lnTo>
                    <a:pt x="609456" y="985818"/>
                  </a:lnTo>
                  <a:lnTo>
                    <a:pt x="609456" y="980446"/>
                  </a:lnTo>
                  <a:lnTo>
                    <a:pt x="610801" y="979103"/>
                  </a:lnTo>
                  <a:lnTo>
                    <a:pt x="610801" y="972388"/>
                  </a:lnTo>
                  <a:lnTo>
                    <a:pt x="612146" y="969702"/>
                  </a:lnTo>
                  <a:lnTo>
                    <a:pt x="614837" y="969702"/>
                  </a:lnTo>
                  <a:lnTo>
                    <a:pt x="616183" y="964330"/>
                  </a:lnTo>
                  <a:lnTo>
                    <a:pt x="614837" y="960300"/>
                  </a:lnTo>
                  <a:lnTo>
                    <a:pt x="612146" y="957614"/>
                  </a:lnTo>
                  <a:lnTo>
                    <a:pt x="612146" y="949556"/>
                  </a:lnTo>
                  <a:lnTo>
                    <a:pt x="609456" y="948212"/>
                  </a:lnTo>
                  <a:lnTo>
                    <a:pt x="612146" y="949556"/>
                  </a:lnTo>
                  <a:lnTo>
                    <a:pt x="614837" y="956271"/>
                  </a:lnTo>
                  <a:lnTo>
                    <a:pt x="621564" y="962986"/>
                  </a:lnTo>
                  <a:lnTo>
                    <a:pt x="624255" y="962986"/>
                  </a:lnTo>
                  <a:lnTo>
                    <a:pt x="626946" y="961643"/>
                  </a:lnTo>
                  <a:lnTo>
                    <a:pt x="628291" y="962986"/>
                  </a:lnTo>
                  <a:lnTo>
                    <a:pt x="628291" y="967015"/>
                  </a:lnTo>
                  <a:lnTo>
                    <a:pt x="626946" y="967015"/>
                  </a:lnTo>
                  <a:lnTo>
                    <a:pt x="624255" y="976417"/>
                  </a:lnTo>
                  <a:lnTo>
                    <a:pt x="618873" y="987162"/>
                  </a:lnTo>
                  <a:lnTo>
                    <a:pt x="613492" y="987162"/>
                  </a:lnTo>
                  <a:lnTo>
                    <a:pt x="612146" y="993877"/>
                  </a:lnTo>
                  <a:lnTo>
                    <a:pt x="610801" y="997906"/>
                  </a:lnTo>
                  <a:lnTo>
                    <a:pt x="609456" y="997906"/>
                  </a:lnTo>
                  <a:lnTo>
                    <a:pt x="604074" y="1000592"/>
                  </a:lnTo>
                  <a:lnTo>
                    <a:pt x="600038" y="1003279"/>
                  </a:lnTo>
                  <a:lnTo>
                    <a:pt x="600038" y="1005965"/>
                  </a:lnTo>
                  <a:lnTo>
                    <a:pt x="596002" y="1007308"/>
                  </a:lnTo>
                  <a:lnTo>
                    <a:pt x="594656" y="1008651"/>
                  </a:lnTo>
                  <a:lnTo>
                    <a:pt x="594656" y="1011337"/>
                  </a:lnTo>
                  <a:lnTo>
                    <a:pt x="600038" y="1012680"/>
                  </a:lnTo>
                  <a:lnTo>
                    <a:pt x="616183" y="999249"/>
                  </a:lnTo>
                  <a:lnTo>
                    <a:pt x="624255" y="989848"/>
                  </a:lnTo>
                  <a:lnTo>
                    <a:pt x="636363" y="969702"/>
                  </a:lnTo>
                  <a:lnTo>
                    <a:pt x="641745" y="958957"/>
                  </a:lnTo>
                  <a:lnTo>
                    <a:pt x="647126" y="945526"/>
                  </a:lnTo>
                  <a:lnTo>
                    <a:pt x="659235" y="922694"/>
                  </a:lnTo>
                  <a:lnTo>
                    <a:pt x="671343" y="909263"/>
                  </a:lnTo>
                  <a:lnTo>
                    <a:pt x="672688" y="905234"/>
                  </a:lnTo>
                  <a:lnTo>
                    <a:pt x="671343" y="903891"/>
                  </a:lnTo>
                  <a:lnTo>
                    <a:pt x="671343" y="899862"/>
                  </a:lnTo>
                  <a:lnTo>
                    <a:pt x="674034" y="898518"/>
                  </a:lnTo>
                  <a:lnTo>
                    <a:pt x="675379" y="893146"/>
                  </a:lnTo>
                  <a:lnTo>
                    <a:pt x="678070" y="891803"/>
                  </a:lnTo>
                  <a:lnTo>
                    <a:pt x="676725" y="886431"/>
                  </a:lnTo>
                  <a:lnTo>
                    <a:pt x="678070" y="883745"/>
                  </a:lnTo>
                  <a:lnTo>
                    <a:pt x="676725" y="882402"/>
                  </a:lnTo>
                  <a:lnTo>
                    <a:pt x="675379" y="881059"/>
                  </a:lnTo>
                  <a:lnTo>
                    <a:pt x="675379" y="875686"/>
                  </a:lnTo>
                  <a:lnTo>
                    <a:pt x="669998" y="868971"/>
                  </a:lnTo>
                  <a:lnTo>
                    <a:pt x="669998" y="866285"/>
                  </a:lnTo>
                  <a:lnTo>
                    <a:pt x="671343" y="863599"/>
                  </a:lnTo>
                  <a:lnTo>
                    <a:pt x="669998" y="860912"/>
                  </a:lnTo>
                  <a:lnTo>
                    <a:pt x="668652" y="852854"/>
                  </a:lnTo>
                  <a:lnTo>
                    <a:pt x="665961" y="844795"/>
                  </a:lnTo>
                  <a:lnTo>
                    <a:pt x="667307" y="843453"/>
                  </a:lnTo>
                  <a:lnTo>
                    <a:pt x="674034" y="842109"/>
                  </a:lnTo>
                  <a:lnTo>
                    <a:pt x="672688" y="838080"/>
                  </a:lnTo>
                  <a:lnTo>
                    <a:pt x="669998" y="836737"/>
                  </a:lnTo>
                  <a:lnTo>
                    <a:pt x="676725" y="835394"/>
                  </a:lnTo>
                  <a:lnTo>
                    <a:pt x="676725" y="830022"/>
                  </a:lnTo>
                  <a:lnTo>
                    <a:pt x="669998" y="827335"/>
                  </a:lnTo>
                  <a:lnTo>
                    <a:pt x="675379" y="825992"/>
                  </a:lnTo>
                  <a:lnTo>
                    <a:pt x="678070" y="820620"/>
                  </a:lnTo>
                  <a:lnTo>
                    <a:pt x="680761" y="821963"/>
                  </a:lnTo>
                  <a:lnTo>
                    <a:pt x="688833" y="813905"/>
                  </a:lnTo>
                  <a:lnTo>
                    <a:pt x="694214" y="811218"/>
                  </a:lnTo>
                  <a:lnTo>
                    <a:pt x="694214" y="808533"/>
                  </a:lnTo>
                  <a:lnTo>
                    <a:pt x="700941" y="801817"/>
                  </a:lnTo>
                  <a:lnTo>
                    <a:pt x="709013" y="796445"/>
                  </a:lnTo>
                  <a:lnTo>
                    <a:pt x="719777" y="784357"/>
                  </a:lnTo>
                  <a:lnTo>
                    <a:pt x="729194" y="783014"/>
                  </a:lnTo>
                  <a:lnTo>
                    <a:pt x="734576" y="777641"/>
                  </a:lnTo>
                  <a:lnTo>
                    <a:pt x="739957" y="773612"/>
                  </a:lnTo>
                  <a:lnTo>
                    <a:pt x="745339" y="773612"/>
                  </a:lnTo>
                  <a:lnTo>
                    <a:pt x="748030" y="776299"/>
                  </a:lnTo>
                  <a:lnTo>
                    <a:pt x="752066" y="777641"/>
                  </a:lnTo>
                  <a:lnTo>
                    <a:pt x="752066" y="773612"/>
                  </a:lnTo>
                  <a:lnTo>
                    <a:pt x="756102" y="766897"/>
                  </a:lnTo>
                  <a:lnTo>
                    <a:pt x="766865" y="760182"/>
                  </a:lnTo>
                  <a:lnTo>
                    <a:pt x="770901" y="758838"/>
                  </a:lnTo>
                  <a:lnTo>
                    <a:pt x="770901" y="757495"/>
                  </a:lnTo>
                  <a:lnTo>
                    <a:pt x="768210" y="756153"/>
                  </a:lnTo>
                  <a:lnTo>
                    <a:pt x="764174" y="754809"/>
                  </a:lnTo>
                  <a:lnTo>
                    <a:pt x="762829" y="752123"/>
                  </a:lnTo>
                  <a:lnTo>
                    <a:pt x="766865" y="750780"/>
                  </a:lnTo>
                  <a:lnTo>
                    <a:pt x="773592" y="746751"/>
                  </a:lnTo>
                  <a:lnTo>
                    <a:pt x="777628" y="748094"/>
                  </a:lnTo>
                  <a:lnTo>
                    <a:pt x="781664" y="748094"/>
                  </a:lnTo>
                  <a:lnTo>
                    <a:pt x="784355" y="745408"/>
                  </a:lnTo>
                  <a:lnTo>
                    <a:pt x="788391" y="745408"/>
                  </a:lnTo>
                  <a:lnTo>
                    <a:pt x="788391" y="748094"/>
                  </a:lnTo>
                  <a:lnTo>
                    <a:pt x="781664" y="752123"/>
                  </a:lnTo>
                  <a:lnTo>
                    <a:pt x="774937" y="753466"/>
                  </a:lnTo>
                  <a:lnTo>
                    <a:pt x="773592" y="754809"/>
                  </a:lnTo>
                  <a:lnTo>
                    <a:pt x="776282" y="756153"/>
                  </a:lnTo>
                  <a:lnTo>
                    <a:pt x="787045" y="752123"/>
                  </a:lnTo>
                  <a:lnTo>
                    <a:pt x="799154" y="746751"/>
                  </a:lnTo>
                  <a:lnTo>
                    <a:pt x="797808" y="745408"/>
                  </a:lnTo>
                  <a:lnTo>
                    <a:pt x="800499" y="742722"/>
                  </a:lnTo>
                  <a:lnTo>
                    <a:pt x="803190" y="742722"/>
                  </a:lnTo>
                  <a:lnTo>
                    <a:pt x="801845" y="745408"/>
                  </a:lnTo>
                  <a:cubicBezTo>
                    <a:pt x="801845" y="745408"/>
                    <a:pt x="801845" y="749437"/>
                    <a:pt x="803190" y="749437"/>
                  </a:cubicBezTo>
                  <a:lnTo>
                    <a:pt x="811262" y="750780"/>
                  </a:lnTo>
                  <a:lnTo>
                    <a:pt x="815298" y="748094"/>
                  </a:lnTo>
                  <a:lnTo>
                    <a:pt x="822025" y="748094"/>
                  </a:lnTo>
                  <a:lnTo>
                    <a:pt x="830097" y="749437"/>
                  </a:lnTo>
                  <a:lnTo>
                    <a:pt x="835479" y="745408"/>
                  </a:lnTo>
                  <a:lnTo>
                    <a:pt x="835479" y="742722"/>
                  </a:lnTo>
                  <a:lnTo>
                    <a:pt x="834134" y="741379"/>
                  </a:lnTo>
                  <a:lnTo>
                    <a:pt x="835479" y="738692"/>
                  </a:lnTo>
                  <a:lnTo>
                    <a:pt x="847587" y="730634"/>
                  </a:lnTo>
                  <a:lnTo>
                    <a:pt x="857005" y="726605"/>
                  </a:lnTo>
                  <a:lnTo>
                    <a:pt x="862387" y="723918"/>
                  </a:lnTo>
                  <a:lnTo>
                    <a:pt x="863732" y="721233"/>
                  </a:lnTo>
                  <a:lnTo>
                    <a:pt x="862387" y="719889"/>
                  </a:lnTo>
                  <a:lnTo>
                    <a:pt x="858350" y="710488"/>
                  </a:lnTo>
                  <a:lnTo>
                    <a:pt x="861041" y="703772"/>
                  </a:lnTo>
                  <a:lnTo>
                    <a:pt x="865077" y="699743"/>
                  </a:lnTo>
                  <a:lnTo>
                    <a:pt x="865077" y="694371"/>
                  </a:lnTo>
                  <a:lnTo>
                    <a:pt x="867768" y="693028"/>
                  </a:lnTo>
                  <a:lnTo>
                    <a:pt x="871804" y="690341"/>
                  </a:lnTo>
                  <a:lnTo>
                    <a:pt x="873150" y="684969"/>
                  </a:lnTo>
                  <a:lnTo>
                    <a:pt x="871804" y="683626"/>
                  </a:lnTo>
                  <a:lnTo>
                    <a:pt x="878531" y="671538"/>
                  </a:lnTo>
                  <a:lnTo>
                    <a:pt x="887949" y="659451"/>
                  </a:lnTo>
                  <a:lnTo>
                    <a:pt x="887949" y="654079"/>
                  </a:lnTo>
                  <a:lnTo>
                    <a:pt x="886603" y="637962"/>
                  </a:lnTo>
                  <a:lnTo>
                    <a:pt x="885258" y="635276"/>
                  </a:lnTo>
                  <a:lnTo>
                    <a:pt x="887949" y="625874"/>
                  </a:lnTo>
                  <a:lnTo>
                    <a:pt x="890639" y="621845"/>
                  </a:lnTo>
                  <a:lnTo>
                    <a:pt x="890639" y="619159"/>
                  </a:lnTo>
                  <a:lnTo>
                    <a:pt x="898712" y="612443"/>
                  </a:lnTo>
                  <a:lnTo>
                    <a:pt x="900057" y="609757"/>
                  </a:lnTo>
                  <a:lnTo>
                    <a:pt x="898712" y="600356"/>
                  </a:lnTo>
                  <a:lnTo>
                    <a:pt x="902748" y="588268"/>
                  </a:lnTo>
                  <a:lnTo>
                    <a:pt x="901402" y="578866"/>
                  </a:lnTo>
                  <a:lnTo>
                    <a:pt x="902748" y="572151"/>
                  </a:lnTo>
                  <a:lnTo>
                    <a:pt x="902748" y="568122"/>
                  </a:lnTo>
                  <a:lnTo>
                    <a:pt x="905439" y="558720"/>
                  </a:lnTo>
                  <a:lnTo>
                    <a:pt x="902748" y="523800"/>
                  </a:lnTo>
                  <a:lnTo>
                    <a:pt x="902748" y="517085"/>
                  </a:lnTo>
                  <a:lnTo>
                    <a:pt x="904093" y="511712"/>
                  </a:lnTo>
                  <a:lnTo>
                    <a:pt x="904093" y="504997"/>
                  </a:lnTo>
                  <a:lnTo>
                    <a:pt x="901402" y="507683"/>
                  </a:lnTo>
                  <a:lnTo>
                    <a:pt x="897366" y="504997"/>
                  </a:lnTo>
                  <a:lnTo>
                    <a:pt x="897366" y="502311"/>
                  </a:lnTo>
                  <a:lnTo>
                    <a:pt x="901402" y="496938"/>
                  </a:lnTo>
                  <a:lnTo>
                    <a:pt x="900057" y="491566"/>
                  </a:lnTo>
                  <a:lnTo>
                    <a:pt x="901402" y="487537"/>
                  </a:lnTo>
                  <a:lnTo>
                    <a:pt x="904093" y="486194"/>
                  </a:lnTo>
                  <a:lnTo>
                    <a:pt x="905439" y="479479"/>
                  </a:lnTo>
                  <a:lnTo>
                    <a:pt x="901402" y="474106"/>
                  </a:lnTo>
                  <a:lnTo>
                    <a:pt x="894675" y="471420"/>
                  </a:lnTo>
                  <a:lnTo>
                    <a:pt x="896021" y="470077"/>
                  </a:lnTo>
                  <a:lnTo>
                    <a:pt x="897366" y="467391"/>
                  </a:lnTo>
                  <a:lnTo>
                    <a:pt x="898712" y="470077"/>
                  </a:lnTo>
                  <a:lnTo>
                    <a:pt x="902748" y="472763"/>
                  </a:lnTo>
                  <a:lnTo>
                    <a:pt x="906784" y="474106"/>
                  </a:lnTo>
                  <a:lnTo>
                    <a:pt x="908129" y="468734"/>
                  </a:lnTo>
                  <a:lnTo>
                    <a:pt x="912165" y="468734"/>
                  </a:lnTo>
                  <a:lnTo>
                    <a:pt x="913511" y="471420"/>
                  </a:lnTo>
                  <a:lnTo>
                    <a:pt x="916201" y="472763"/>
                  </a:lnTo>
                  <a:lnTo>
                    <a:pt x="913511" y="476792"/>
                  </a:lnTo>
                  <a:lnTo>
                    <a:pt x="909474" y="479479"/>
                  </a:lnTo>
                  <a:lnTo>
                    <a:pt x="908129" y="482165"/>
                  </a:lnTo>
                  <a:lnTo>
                    <a:pt x="910820" y="482165"/>
                  </a:lnTo>
                  <a:lnTo>
                    <a:pt x="916201" y="476792"/>
                  </a:lnTo>
                  <a:lnTo>
                    <a:pt x="922928" y="472763"/>
                  </a:lnTo>
                  <a:lnTo>
                    <a:pt x="931001" y="459332"/>
                  </a:lnTo>
                  <a:lnTo>
                    <a:pt x="935037" y="449931"/>
                  </a:lnTo>
                  <a:lnTo>
                    <a:pt x="936382" y="443215"/>
                  </a:lnTo>
                  <a:lnTo>
                    <a:pt x="939073" y="440529"/>
                  </a:lnTo>
                  <a:lnTo>
                    <a:pt x="941764" y="431128"/>
                  </a:lnTo>
                  <a:lnTo>
                    <a:pt x="945800" y="423069"/>
                  </a:lnTo>
                  <a:lnTo>
                    <a:pt x="959254" y="413668"/>
                  </a:lnTo>
                  <a:lnTo>
                    <a:pt x="960599" y="409638"/>
                  </a:lnTo>
                  <a:lnTo>
                    <a:pt x="964635" y="408295"/>
                  </a:lnTo>
                  <a:lnTo>
                    <a:pt x="967326" y="402923"/>
                  </a:lnTo>
                  <a:lnTo>
                    <a:pt x="979434" y="392179"/>
                  </a:lnTo>
                  <a:lnTo>
                    <a:pt x="990197" y="378748"/>
                  </a:lnTo>
                  <a:lnTo>
                    <a:pt x="992888" y="374718"/>
                  </a:lnTo>
                  <a:lnTo>
                    <a:pt x="999615" y="361288"/>
                  </a:lnTo>
                  <a:lnTo>
                    <a:pt x="1000960" y="354572"/>
                  </a:lnTo>
                  <a:lnTo>
                    <a:pt x="1003651" y="350543"/>
                  </a:lnTo>
                  <a:lnTo>
                    <a:pt x="1003651" y="346514"/>
                  </a:lnTo>
                  <a:lnTo>
                    <a:pt x="1000960" y="341141"/>
                  </a:lnTo>
                  <a:lnTo>
                    <a:pt x="1002306" y="335769"/>
                  </a:lnTo>
                  <a:lnTo>
                    <a:pt x="1004996" y="333083"/>
                  </a:lnTo>
                  <a:lnTo>
                    <a:pt x="1003651" y="319653"/>
                  </a:lnTo>
                  <a:lnTo>
                    <a:pt x="1000960" y="318309"/>
                  </a:lnTo>
                  <a:lnTo>
                    <a:pt x="999615" y="311594"/>
                  </a:lnTo>
                  <a:lnTo>
                    <a:pt x="990197" y="291448"/>
                  </a:lnTo>
                  <a:lnTo>
                    <a:pt x="990197" y="284732"/>
                  </a:lnTo>
                  <a:lnTo>
                    <a:pt x="988852" y="276674"/>
                  </a:lnTo>
                  <a:lnTo>
                    <a:pt x="972707" y="268615"/>
                  </a:lnTo>
                  <a:lnTo>
                    <a:pt x="963290" y="268615"/>
                  </a:lnTo>
                  <a:lnTo>
                    <a:pt x="956563" y="271302"/>
                  </a:lnTo>
                  <a:lnTo>
                    <a:pt x="951181" y="264586"/>
                  </a:lnTo>
                  <a:lnTo>
                    <a:pt x="945800" y="263243"/>
                  </a:lnTo>
                  <a:lnTo>
                    <a:pt x="940418" y="256528"/>
                  </a:lnTo>
                  <a:lnTo>
                    <a:pt x="932346" y="252499"/>
                  </a:lnTo>
                  <a:lnTo>
                    <a:pt x="926965" y="252499"/>
                  </a:lnTo>
                  <a:lnTo>
                    <a:pt x="914856" y="240411"/>
                  </a:lnTo>
                  <a:lnTo>
                    <a:pt x="905439" y="226980"/>
                  </a:lnTo>
                  <a:lnTo>
                    <a:pt x="901402" y="225637"/>
                  </a:lnTo>
                  <a:lnTo>
                    <a:pt x="894675" y="218922"/>
                  </a:lnTo>
                  <a:lnTo>
                    <a:pt x="889294" y="218922"/>
                  </a:lnTo>
                  <a:lnTo>
                    <a:pt x="873150" y="208177"/>
                  </a:lnTo>
                  <a:lnTo>
                    <a:pt x="866423" y="208177"/>
                  </a:lnTo>
                  <a:lnTo>
                    <a:pt x="858350" y="205491"/>
                  </a:lnTo>
                  <a:lnTo>
                    <a:pt x="852969" y="208177"/>
                  </a:lnTo>
                  <a:lnTo>
                    <a:pt x="844897" y="208177"/>
                  </a:lnTo>
                  <a:lnTo>
                    <a:pt x="840860" y="205491"/>
                  </a:lnTo>
                  <a:lnTo>
                    <a:pt x="835479" y="208177"/>
                  </a:lnTo>
                  <a:lnTo>
                    <a:pt x="832788" y="210863"/>
                  </a:lnTo>
                  <a:lnTo>
                    <a:pt x="830097" y="208177"/>
                  </a:lnTo>
                  <a:lnTo>
                    <a:pt x="823370" y="202805"/>
                  </a:lnTo>
                  <a:lnTo>
                    <a:pt x="822025" y="205491"/>
                  </a:lnTo>
                  <a:lnTo>
                    <a:pt x="819335" y="202805"/>
                  </a:lnTo>
                  <a:lnTo>
                    <a:pt x="817989" y="205491"/>
                  </a:lnTo>
                  <a:lnTo>
                    <a:pt x="817989" y="208177"/>
                  </a:lnTo>
                  <a:lnTo>
                    <a:pt x="813953" y="205491"/>
                  </a:lnTo>
                  <a:lnTo>
                    <a:pt x="812608" y="202805"/>
                  </a:lnTo>
                  <a:lnTo>
                    <a:pt x="809917" y="201462"/>
                  </a:lnTo>
                  <a:lnTo>
                    <a:pt x="811262" y="204148"/>
                  </a:lnTo>
                  <a:lnTo>
                    <a:pt x="809917" y="205491"/>
                  </a:lnTo>
                  <a:lnTo>
                    <a:pt x="801845" y="202805"/>
                  </a:lnTo>
                  <a:lnTo>
                    <a:pt x="799154" y="202805"/>
                  </a:lnTo>
                  <a:lnTo>
                    <a:pt x="792427" y="201462"/>
                  </a:lnTo>
                  <a:lnTo>
                    <a:pt x="777628" y="194746"/>
                  </a:lnTo>
                  <a:lnTo>
                    <a:pt x="772246" y="194746"/>
                  </a:lnTo>
                  <a:lnTo>
                    <a:pt x="772246" y="196089"/>
                  </a:lnTo>
                  <a:lnTo>
                    <a:pt x="773592" y="198776"/>
                  </a:lnTo>
                  <a:lnTo>
                    <a:pt x="772246" y="200118"/>
                  </a:lnTo>
                  <a:lnTo>
                    <a:pt x="769555" y="198776"/>
                  </a:lnTo>
                  <a:lnTo>
                    <a:pt x="768210" y="200118"/>
                  </a:lnTo>
                  <a:lnTo>
                    <a:pt x="766865" y="202805"/>
                  </a:lnTo>
                  <a:lnTo>
                    <a:pt x="761483" y="205491"/>
                  </a:lnTo>
                  <a:lnTo>
                    <a:pt x="760138" y="208177"/>
                  </a:lnTo>
                  <a:lnTo>
                    <a:pt x="758793" y="214892"/>
                  </a:lnTo>
                  <a:lnTo>
                    <a:pt x="756102" y="210863"/>
                  </a:lnTo>
                  <a:lnTo>
                    <a:pt x="754756" y="206834"/>
                  </a:lnTo>
                  <a:lnTo>
                    <a:pt x="752066" y="208177"/>
                  </a:lnTo>
                  <a:lnTo>
                    <a:pt x="752066" y="213549"/>
                  </a:lnTo>
                  <a:lnTo>
                    <a:pt x="748030" y="221608"/>
                  </a:lnTo>
                  <a:lnTo>
                    <a:pt x="748030" y="228323"/>
                  </a:lnTo>
                  <a:lnTo>
                    <a:pt x="746684" y="221608"/>
                  </a:lnTo>
                  <a:lnTo>
                    <a:pt x="748030" y="214892"/>
                  </a:lnTo>
                  <a:lnTo>
                    <a:pt x="746684" y="209520"/>
                  </a:lnTo>
                  <a:lnTo>
                    <a:pt x="749375" y="201462"/>
                  </a:lnTo>
                  <a:lnTo>
                    <a:pt x="752066" y="200118"/>
                  </a:lnTo>
                  <a:lnTo>
                    <a:pt x="750720" y="198776"/>
                  </a:lnTo>
                  <a:lnTo>
                    <a:pt x="746684" y="198776"/>
                  </a:lnTo>
                  <a:lnTo>
                    <a:pt x="752066" y="192060"/>
                  </a:lnTo>
                  <a:lnTo>
                    <a:pt x="745339" y="184002"/>
                  </a:lnTo>
                  <a:lnTo>
                    <a:pt x="741303" y="177286"/>
                  </a:lnTo>
                  <a:lnTo>
                    <a:pt x="737266" y="177286"/>
                  </a:lnTo>
                  <a:lnTo>
                    <a:pt x="731885" y="175943"/>
                  </a:lnTo>
                  <a:lnTo>
                    <a:pt x="729194" y="179972"/>
                  </a:lnTo>
                  <a:lnTo>
                    <a:pt x="726503" y="181315"/>
                  </a:lnTo>
                  <a:lnTo>
                    <a:pt x="725158" y="177286"/>
                  </a:lnTo>
                  <a:lnTo>
                    <a:pt x="722467" y="175943"/>
                  </a:lnTo>
                  <a:lnTo>
                    <a:pt x="721122" y="171914"/>
                  </a:lnTo>
                  <a:lnTo>
                    <a:pt x="718431" y="169228"/>
                  </a:lnTo>
                  <a:lnTo>
                    <a:pt x="714395" y="169228"/>
                  </a:lnTo>
                  <a:lnTo>
                    <a:pt x="713050" y="166541"/>
                  </a:lnTo>
                  <a:lnTo>
                    <a:pt x="717086" y="169228"/>
                  </a:lnTo>
                  <a:lnTo>
                    <a:pt x="715740" y="171914"/>
                  </a:lnTo>
                  <a:lnTo>
                    <a:pt x="715740" y="169228"/>
                  </a:lnTo>
                  <a:lnTo>
                    <a:pt x="713050" y="167885"/>
                  </a:lnTo>
                  <a:lnTo>
                    <a:pt x="711704" y="163856"/>
                  </a:lnTo>
                  <a:lnTo>
                    <a:pt x="709013" y="165199"/>
                  </a:lnTo>
                  <a:lnTo>
                    <a:pt x="703632" y="163856"/>
                  </a:lnTo>
                  <a:lnTo>
                    <a:pt x="695560" y="159826"/>
                  </a:lnTo>
                  <a:lnTo>
                    <a:pt x="692869" y="159826"/>
                  </a:lnTo>
                  <a:lnTo>
                    <a:pt x="691524" y="162512"/>
                  </a:lnTo>
                  <a:lnTo>
                    <a:pt x="686142" y="159826"/>
                  </a:lnTo>
                  <a:lnTo>
                    <a:pt x="683451" y="159826"/>
                  </a:lnTo>
                  <a:lnTo>
                    <a:pt x="682106" y="162512"/>
                  </a:lnTo>
                  <a:lnTo>
                    <a:pt x="679415" y="162512"/>
                  </a:lnTo>
                  <a:lnTo>
                    <a:pt x="678070" y="158483"/>
                  </a:lnTo>
                  <a:lnTo>
                    <a:pt x="672688" y="158483"/>
                  </a:lnTo>
                  <a:lnTo>
                    <a:pt x="667307" y="161169"/>
                  </a:lnTo>
                  <a:lnTo>
                    <a:pt x="664616" y="166541"/>
                  </a:lnTo>
                  <a:lnTo>
                    <a:pt x="664616" y="169228"/>
                  </a:lnTo>
                  <a:lnTo>
                    <a:pt x="659235" y="174600"/>
                  </a:lnTo>
                  <a:lnTo>
                    <a:pt x="652508" y="178629"/>
                  </a:lnTo>
                  <a:lnTo>
                    <a:pt x="643090" y="184002"/>
                  </a:lnTo>
                  <a:lnTo>
                    <a:pt x="639054" y="189374"/>
                  </a:lnTo>
                  <a:lnTo>
                    <a:pt x="636363" y="196089"/>
                  </a:lnTo>
                  <a:lnTo>
                    <a:pt x="635018" y="202805"/>
                  </a:lnTo>
                  <a:lnTo>
                    <a:pt x="632327" y="206834"/>
                  </a:lnTo>
                  <a:lnTo>
                    <a:pt x="628291" y="210863"/>
                  </a:lnTo>
                  <a:lnTo>
                    <a:pt x="628291" y="213549"/>
                  </a:lnTo>
                  <a:lnTo>
                    <a:pt x="629636" y="218922"/>
                  </a:lnTo>
                  <a:lnTo>
                    <a:pt x="628291" y="228323"/>
                  </a:lnTo>
                  <a:lnTo>
                    <a:pt x="626946" y="222951"/>
                  </a:lnTo>
                  <a:lnTo>
                    <a:pt x="622909" y="217579"/>
                  </a:lnTo>
                  <a:lnTo>
                    <a:pt x="622909" y="213549"/>
                  </a:lnTo>
                  <a:lnTo>
                    <a:pt x="626946" y="209520"/>
                  </a:lnTo>
                  <a:lnTo>
                    <a:pt x="630982" y="205491"/>
                  </a:lnTo>
                  <a:lnTo>
                    <a:pt x="629636" y="198776"/>
                  </a:lnTo>
                  <a:lnTo>
                    <a:pt x="632327" y="192060"/>
                  </a:lnTo>
                  <a:lnTo>
                    <a:pt x="632327" y="189374"/>
                  </a:lnTo>
                  <a:lnTo>
                    <a:pt x="629636" y="189374"/>
                  </a:lnTo>
                  <a:lnTo>
                    <a:pt x="624255" y="192060"/>
                  </a:lnTo>
                  <a:lnTo>
                    <a:pt x="617528" y="190717"/>
                  </a:lnTo>
                  <a:lnTo>
                    <a:pt x="612146" y="190717"/>
                  </a:lnTo>
                  <a:lnTo>
                    <a:pt x="606765" y="192060"/>
                  </a:lnTo>
                  <a:lnTo>
                    <a:pt x="604074" y="189374"/>
                  </a:lnTo>
                  <a:lnTo>
                    <a:pt x="608110" y="189374"/>
                  </a:lnTo>
                  <a:lnTo>
                    <a:pt x="612146" y="186688"/>
                  </a:lnTo>
                  <a:lnTo>
                    <a:pt x="616183" y="185345"/>
                  </a:lnTo>
                  <a:lnTo>
                    <a:pt x="624255" y="186688"/>
                  </a:lnTo>
                  <a:lnTo>
                    <a:pt x="628291" y="185345"/>
                  </a:lnTo>
                  <a:lnTo>
                    <a:pt x="632327" y="179972"/>
                  </a:lnTo>
                  <a:lnTo>
                    <a:pt x="633672" y="179972"/>
                  </a:lnTo>
                  <a:lnTo>
                    <a:pt x="636363" y="181315"/>
                  </a:lnTo>
                  <a:lnTo>
                    <a:pt x="639054" y="179972"/>
                  </a:lnTo>
                  <a:lnTo>
                    <a:pt x="643090" y="177286"/>
                  </a:lnTo>
                  <a:lnTo>
                    <a:pt x="651162" y="174600"/>
                  </a:lnTo>
                  <a:lnTo>
                    <a:pt x="651162" y="169228"/>
                  </a:lnTo>
                  <a:lnTo>
                    <a:pt x="657889" y="161169"/>
                  </a:lnTo>
                  <a:lnTo>
                    <a:pt x="657889" y="155797"/>
                  </a:lnTo>
                  <a:lnTo>
                    <a:pt x="660580" y="151768"/>
                  </a:lnTo>
                  <a:lnTo>
                    <a:pt x="660580" y="147738"/>
                  </a:lnTo>
                  <a:lnTo>
                    <a:pt x="653853" y="146395"/>
                  </a:lnTo>
                  <a:lnTo>
                    <a:pt x="648472" y="142366"/>
                  </a:lnTo>
                  <a:lnTo>
                    <a:pt x="643090" y="142366"/>
                  </a:lnTo>
                  <a:lnTo>
                    <a:pt x="635018" y="146395"/>
                  </a:lnTo>
                  <a:lnTo>
                    <a:pt x="628291" y="146395"/>
                  </a:lnTo>
                  <a:lnTo>
                    <a:pt x="618873" y="142366"/>
                  </a:lnTo>
                  <a:lnTo>
                    <a:pt x="609456" y="141023"/>
                  </a:lnTo>
                  <a:lnTo>
                    <a:pt x="602729" y="149082"/>
                  </a:lnTo>
                  <a:lnTo>
                    <a:pt x="602729" y="151768"/>
                  </a:lnTo>
                  <a:lnTo>
                    <a:pt x="605420" y="153111"/>
                  </a:lnTo>
                  <a:lnTo>
                    <a:pt x="606765" y="155797"/>
                  </a:lnTo>
                  <a:lnTo>
                    <a:pt x="604074" y="155797"/>
                  </a:lnTo>
                  <a:lnTo>
                    <a:pt x="602729" y="157140"/>
                  </a:lnTo>
                  <a:lnTo>
                    <a:pt x="601383" y="161169"/>
                  </a:lnTo>
                  <a:lnTo>
                    <a:pt x="600038" y="157140"/>
                  </a:lnTo>
                  <a:lnTo>
                    <a:pt x="597347" y="155797"/>
                  </a:lnTo>
                  <a:lnTo>
                    <a:pt x="591966" y="158483"/>
                  </a:lnTo>
                  <a:lnTo>
                    <a:pt x="582548" y="169228"/>
                  </a:lnTo>
                  <a:lnTo>
                    <a:pt x="574476" y="178629"/>
                  </a:lnTo>
                  <a:lnTo>
                    <a:pt x="579857" y="170571"/>
                  </a:lnTo>
                  <a:lnTo>
                    <a:pt x="579857" y="165199"/>
                  </a:lnTo>
                  <a:lnTo>
                    <a:pt x="581203" y="162512"/>
                  </a:lnTo>
                  <a:lnTo>
                    <a:pt x="581203" y="158483"/>
                  </a:lnTo>
                  <a:lnTo>
                    <a:pt x="578512" y="158483"/>
                  </a:lnTo>
                  <a:lnTo>
                    <a:pt x="573131" y="162512"/>
                  </a:lnTo>
                  <a:lnTo>
                    <a:pt x="570440" y="167885"/>
                  </a:lnTo>
                  <a:lnTo>
                    <a:pt x="567749" y="174600"/>
                  </a:lnTo>
                  <a:lnTo>
                    <a:pt x="563713" y="177286"/>
                  </a:lnTo>
                  <a:lnTo>
                    <a:pt x="567749" y="169228"/>
                  </a:lnTo>
                  <a:lnTo>
                    <a:pt x="569094" y="162512"/>
                  </a:lnTo>
                  <a:lnTo>
                    <a:pt x="578512" y="150425"/>
                  </a:lnTo>
                  <a:lnTo>
                    <a:pt x="581203" y="142366"/>
                  </a:lnTo>
                  <a:lnTo>
                    <a:pt x="583894" y="136994"/>
                  </a:lnTo>
                  <a:lnTo>
                    <a:pt x="589275" y="134308"/>
                  </a:lnTo>
                  <a:lnTo>
                    <a:pt x="594656" y="130279"/>
                  </a:lnTo>
                  <a:lnTo>
                    <a:pt x="598693" y="128935"/>
                  </a:lnTo>
                  <a:lnTo>
                    <a:pt x="604074" y="122220"/>
                  </a:lnTo>
                  <a:lnTo>
                    <a:pt x="616183" y="110132"/>
                  </a:lnTo>
                  <a:lnTo>
                    <a:pt x="617528" y="107446"/>
                  </a:lnTo>
                  <a:lnTo>
                    <a:pt x="620219" y="106103"/>
                  </a:lnTo>
                  <a:lnTo>
                    <a:pt x="617528" y="103417"/>
                  </a:lnTo>
                  <a:lnTo>
                    <a:pt x="618873" y="99388"/>
                  </a:lnTo>
                  <a:lnTo>
                    <a:pt x="620219" y="98045"/>
                  </a:lnTo>
                  <a:lnTo>
                    <a:pt x="620219" y="92672"/>
                  </a:lnTo>
                  <a:lnTo>
                    <a:pt x="614837" y="88643"/>
                  </a:lnTo>
                  <a:lnTo>
                    <a:pt x="609456" y="88643"/>
                  </a:lnTo>
                  <a:lnTo>
                    <a:pt x="608110" y="89986"/>
                  </a:lnTo>
                  <a:lnTo>
                    <a:pt x="605420" y="85957"/>
                  </a:lnTo>
                  <a:lnTo>
                    <a:pt x="602729" y="76556"/>
                  </a:lnTo>
                  <a:lnTo>
                    <a:pt x="597347" y="61782"/>
                  </a:lnTo>
                  <a:lnTo>
                    <a:pt x="591966" y="53723"/>
                  </a:lnTo>
                  <a:lnTo>
                    <a:pt x="587930" y="44322"/>
                  </a:lnTo>
                  <a:lnTo>
                    <a:pt x="587930" y="38949"/>
                  </a:lnTo>
                  <a:lnTo>
                    <a:pt x="586584" y="36263"/>
                  </a:lnTo>
                  <a:close/>
                </a:path>
              </a:pathLst>
            </a:custGeom>
            <a:solidFill>
              <a:srgbClr val="72C3BE"/>
            </a:solidFill>
            <a:ln w="336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510" name="Freeform 1509">
            <a:extLst>
              <a:ext uri="{FF2B5EF4-FFF2-40B4-BE49-F238E27FC236}">
                <a16:creationId xmlns:a16="http://schemas.microsoft.com/office/drawing/2014/main" id="{235AD38D-63E1-5CEE-09C1-A211324BC90F}"/>
              </a:ext>
            </a:extLst>
          </p:cNvPr>
          <p:cNvSpPr/>
          <p:nvPr/>
        </p:nvSpPr>
        <p:spPr>
          <a:xfrm>
            <a:off x="9019407" y="2895134"/>
            <a:ext cx="1595616" cy="1189966"/>
          </a:xfrm>
          <a:custGeom>
            <a:avLst/>
            <a:gdLst>
              <a:gd name="connsiteX0" fmla="*/ 1595617 w 1595616"/>
              <a:gd name="connsiteY0" fmla="*/ 209520 h 1189966"/>
              <a:gd name="connsiteX1" fmla="*/ 1594272 w 1595616"/>
              <a:gd name="connsiteY1" fmla="*/ 216235 h 1189966"/>
              <a:gd name="connsiteX2" fmla="*/ 1594272 w 1595616"/>
              <a:gd name="connsiteY2" fmla="*/ 220265 h 1189966"/>
              <a:gd name="connsiteX3" fmla="*/ 1592926 w 1595616"/>
              <a:gd name="connsiteY3" fmla="*/ 221608 h 1189966"/>
              <a:gd name="connsiteX4" fmla="*/ 1588890 w 1595616"/>
              <a:gd name="connsiteY4" fmla="*/ 222951 h 1189966"/>
              <a:gd name="connsiteX5" fmla="*/ 1586199 w 1595616"/>
              <a:gd name="connsiteY5" fmla="*/ 226980 h 1189966"/>
              <a:gd name="connsiteX6" fmla="*/ 1586199 w 1595616"/>
              <a:gd name="connsiteY6" fmla="*/ 229666 h 1189966"/>
              <a:gd name="connsiteX7" fmla="*/ 1588890 w 1595616"/>
              <a:gd name="connsiteY7" fmla="*/ 232352 h 1189966"/>
              <a:gd name="connsiteX8" fmla="*/ 1588890 w 1595616"/>
              <a:gd name="connsiteY8" fmla="*/ 233695 h 1189966"/>
              <a:gd name="connsiteX9" fmla="*/ 1588890 w 1595616"/>
              <a:gd name="connsiteY9" fmla="*/ 239068 h 1189966"/>
              <a:gd name="connsiteX10" fmla="*/ 1587545 w 1595616"/>
              <a:gd name="connsiteY10" fmla="*/ 241754 h 1189966"/>
              <a:gd name="connsiteX11" fmla="*/ 1588890 w 1595616"/>
              <a:gd name="connsiteY11" fmla="*/ 244440 h 1189966"/>
              <a:gd name="connsiteX12" fmla="*/ 1591581 w 1595616"/>
              <a:gd name="connsiteY12" fmla="*/ 245783 h 1189966"/>
              <a:gd name="connsiteX13" fmla="*/ 1591581 w 1595616"/>
              <a:gd name="connsiteY13" fmla="*/ 248469 h 1189966"/>
              <a:gd name="connsiteX14" fmla="*/ 1591581 w 1595616"/>
              <a:gd name="connsiteY14" fmla="*/ 251155 h 1189966"/>
              <a:gd name="connsiteX15" fmla="*/ 1592926 w 1595616"/>
              <a:gd name="connsiteY15" fmla="*/ 252499 h 1189966"/>
              <a:gd name="connsiteX16" fmla="*/ 1591581 w 1595616"/>
              <a:gd name="connsiteY16" fmla="*/ 253841 h 1189966"/>
              <a:gd name="connsiteX17" fmla="*/ 1590235 w 1595616"/>
              <a:gd name="connsiteY17" fmla="*/ 255185 h 1189966"/>
              <a:gd name="connsiteX18" fmla="*/ 1590235 w 1595616"/>
              <a:gd name="connsiteY18" fmla="*/ 260557 h 1189966"/>
              <a:gd name="connsiteX19" fmla="*/ 1591581 w 1595616"/>
              <a:gd name="connsiteY19" fmla="*/ 265929 h 1189966"/>
              <a:gd name="connsiteX20" fmla="*/ 1592926 w 1595616"/>
              <a:gd name="connsiteY20" fmla="*/ 268615 h 1189966"/>
              <a:gd name="connsiteX21" fmla="*/ 1592926 w 1595616"/>
              <a:gd name="connsiteY21" fmla="*/ 271302 h 1189966"/>
              <a:gd name="connsiteX22" fmla="*/ 1591581 w 1595616"/>
              <a:gd name="connsiteY22" fmla="*/ 272645 h 1189966"/>
              <a:gd name="connsiteX23" fmla="*/ 1590235 w 1595616"/>
              <a:gd name="connsiteY23" fmla="*/ 276674 h 1189966"/>
              <a:gd name="connsiteX24" fmla="*/ 1591581 w 1595616"/>
              <a:gd name="connsiteY24" fmla="*/ 279360 h 1189966"/>
              <a:gd name="connsiteX25" fmla="*/ 1591581 w 1595616"/>
              <a:gd name="connsiteY25" fmla="*/ 282046 h 1189966"/>
              <a:gd name="connsiteX26" fmla="*/ 1592926 w 1595616"/>
              <a:gd name="connsiteY26" fmla="*/ 283389 h 1189966"/>
              <a:gd name="connsiteX27" fmla="*/ 1588890 w 1595616"/>
              <a:gd name="connsiteY27" fmla="*/ 286075 h 1189966"/>
              <a:gd name="connsiteX28" fmla="*/ 1588890 w 1595616"/>
              <a:gd name="connsiteY28" fmla="*/ 287418 h 1189966"/>
              <a:gd name="connsiteX29" fmla="*/ 1590235 w 1595616"/>
              <a:gd name="connsiteY29" fmla="*/ 290105 h 1189966"/>
              <a:gd name="connsiteX30" fmla="*/ 1591581 w 1595616"/>
              <a:gd name="connsiteY30" fmla="*/ 294134 h 1189966"/>
              <a:gd name="connsiteX31" fmla="*/ 1588890 w 1595616"/>
              <a:gd name="connsiteY31" fmla="*/ 295477 h 1189966"/>
              <a:gd name="connsiteX32" fmla="*/ 1586199 w 1595616"/>
              <a:gd name="connsiteY32" fmla="*/ 300849 h 1189966"/>
              <a:gd name="connsiteX33" fmla="*/ 1587545 w 1595616"/>
              <a:gd name="connsiteY33" fmla="*/ 303535 h 1189966"/>
              <a:gd name="connsiteX34" fmla="*/ 1588890 w 1595616"/>
              <a:gd name="connsiteY34" fmla="*/ 306222 h 1189966"/>
              <a:gd name="connsiteX35" fmla="*/ 1587545 w 1595616"/>
              <a:gd name="connsiteY35" fmla="*/ 308908 h 1189966"/>
              <a:gd name="connsiteX36" fmla="*/ 1587545 w 1595616"/>
              <a:gd name="connsiteY36" fmla="*/ 311594 h 1189966"/>
              <a:gd name="connsiteX37" fmla="*/ 1588890 w 1595616"/>
              <a:gd name="connsiteY37" fmla="*/ 314280 h 1189966"/>
              <a:gd name="connsiteX38" fmla="*/ 1590235 w 1595616"/>
              <a:gd name="connsiteY38" fmla="*/ 318309 h 1189966"/>
              <a:gd name="connsiteX39" fmla="*/ 1588890 w 1595616"/>
              <a:gd name="connsiteY39" fmla="*/ 320995 h 1189966"/>
              <a:gd name="connsiteX40" fmla="*/ 1584854 w 1595616"/>
              <a:gd name="connsiteY40" fmla="*/ 320995 h 1189966"/>
              <a:gd name="connsiteX41" fmla="*/ 1582163 w 1595616"/>
              <a:gd name="connsiteY41" fmla="*/ 319652 h 1189966"/>
              <a:gd name="connsiteX42" fmla="*/ 1566018 w 1595616"/>
              <a:gd name="connsiteY42" fmla="*/ 316966 h 1189966"/>
              <a:gd name="connsiteX43" fmla="*/ 1563327 w 1595616"/>
              <a:gd name="connsiteY43" fmla="*/ 315623 h 1189966"/>
              <a:gd name="connsiteX44" fmla="*/ 1559291 w 1595616"/>
              <a:gd name="connsiteY44" fmla="*/ 314280 h 1189966"/>
              <a:gd name="connsiteX45" fmla="*/ 1556601 w 1595616"/>
              <a:gd name="connsiteY45" fmla="*/ 315623 h 1189966"/>
              <a:gd name="connsiteX46" fmla="*/ 1551220 w 1595616"/>
              <a:gd name="connsiteY46" fmla="*/ 322338 h 1189966"/>
              <a:gd name="connsiteX47" fmla="*/ 1551220 w 1595616"/>
              <a:gd name="connsiteY47" fmla="*/ 326368 h 1189966"/>
              <a:gd name="connsiteX48" fmla="*/ 1548529 w 1595616"/>
              <a:gd name="connsiteY48" fmla="*/ 329054 h 1189966"/>
              <a:gd name="connsiteX49" fmla="*/ 1545838 w 1595616"/>
              <a:gd name="connsiteY49" fmla="*/ 329054 h 1189966"/>
              <a:gd name="connsiteX50" fmla="*/ 1541802 w 1595616"/>
              <a:gd name="connsiteY50" fmla="*/ 331740 h 1189966"/>
              <a:gd name="connsiteX51" fmla="*/ 1540457 w 1595616"/>
              <a:gd name="connsiteY51" fmla="*/ 334426 h 1189966"/>
              <a:gd name="connsiteX52" fmla="*/ 1543147 w 1595616"/>
              <a:gd name="connsiteY52" fmla="*/ 338455 h 1189966"/>
              <a:gd name="connsiteX53" fmla="*/ 1548529 w 1595616"/>
              <a:gd name="connsiteY53" fmla="*/ 347857 h 1189966"/>
              <a:gd name="connsiteX54" fmla="*/ 1549874 w 1595616"/>
              <a:gd name="connsiteY54" fmla="*/ 351886 h 1189966"/>
              <a:gd name="connsiteX55" fmla="*/ 1551220 w 1595616"/>
              <a:gd name="connsiteY55" fmla="*/ 354572 h 1189966"/>
              <a:gd name="connsiteX56" fmla="*/ 1555256 w 1595616"/>
              <a:gd name="connsiteY56" fmla="*/ 358602 h 1189966"/>
              <a:gd name="connsiteX57" fmla="*/ 1555256 w 1595616"/>
              <a:gd name="connsiteY57" fmla="*/ 363974 h 1189966"/>
              <a:gd name="connsiteX58" fmla="*/ 1555256 w 1595616"/>
              <a:gd name="connsiteY58" fmla="*/ 370689 h 1189966"/>
              <a:gd name="connsiteX59" fmla="*/ 1556601 w 1595616"/>
              <a:gd name="connsiteY59" fmla="*/ 374718 h 1189966"/>
              <a:gd name="connsiteX60" fmla="*/ 1556601 w 1595616"/>
              <a:gd name="connsiteY60" fmla="*/ 382777 h 1189966"/>
              <a:gd name="connsiteX61" fmla="*/ 1559291 w 1595616"/>
              <a:gd name="connsiteY61" fmla="*/ 385463 h 1189966"/>
              <a:gd name="connsiteX62" fmla="*/ 1559291 w 1595616"/>
              <a:gd name="connsiteY62" fmla="*/ 390835 h 1189966"/>
              <a:gd name="connsiteX63" fmla="*/ 1559291 w 1595616"/>
              <a:gd name="connsiteY63" fmla="*/ 394865 h 1189966"/>
              <a:gd name="connsiteX64" fmla="*/ 1557946 w 1595616"/>
              <a:gd name="connsiteY64" fmla="*/ 397551 h 1189966"/>
              <a:gd name="connsiteX65" fmla="*/ 1557946 w 1595616"/>
              <a:gd name="connsiteY65" fmla="*/ 400237 h 1189966"/>
              <a:gd name="connsiteX66" fmla="*/ 1559291 w 1595616"/>
              <a:gd name="connsiteY66" fmla="*/ 402923 h 1189966"/>
              <a:gd name="connsiteX67" fmla="*/ 1559291 w 1595616"/>
              <a:gd name="connsiteY67" fmla="*/ 408295 h 1189966"/>
              <a:gd name="connsiteX68" fmla="*/ 1556601 w 1595616"/>
              <a:gd name="connsiteY68" fmla="*/ 408295 h 1189966"/>
              <a:gd name="connsiteX69" fmla="*/ 1551220 w 1595616"/>
              <a:gd name="connsiteY69" fmla="*/ 408295 h 1189966"/>
              <a:gd name="connsiteX70" fmla="*/ 1548529 w 1595616"/>
              <a:gd name="connsiteY70" fmla="*/ 409638 h 1189966"/>
              <a:gd name="connsiteX71" fmla="*/ 1547184 w 1595616"/>
              <a:gd name="connsiteY71" fmla="*/ 410981 h 1189966"/>
              <a:gd name="connsiteX72" fmla="*/ 1548529 w 1595616"/>
              <a:gd name="connsiteY72" fmla="*/ 416354 h 1189966"/>
              <a:gd name="connsiteX73" fmla="*/ 1551220 w 1595616"/>
              <a:gd name="connsiteY73" fmla="*/ 417697 h 1189966"/>
              <a:gd name="connsiteX74" fmla="*/ 1551220 w 1595616"/>
              <a:gd name="connsiteY74" fmla="*/ 420383 h 1189966"/>
              <a:gd name="connsiteX75" fmla="*/ 1549874 w 1595616"/>
              <a:gd name="connsiteY75" fmla="*/ 421726 h 1189966"/>
              <a:gd name="connsiteX76" fmla="*/ 1548529 w 1595616"/>
              <a:gd name="connsiteY76" fmla="*/ 420383 h 1189966"/>
              <a:gd name="connsiteX77" fmla="*/ 1540457 w 1595616"/>
              <a:gd name="connsiteY77" fmla="*/ 417697 h 1189966"/>
              <a:gd name="connsiteX78" fmla="*/ 1537766 w 1595616"/>
              <a:gd name="connsiteY78" fmla="*/ 415011 h 1189966"/>
              <a:gd name="connsiteX79" fmla="*/ 1537766 w 1595616"/>
              <a:gd name="connsiteY79" fmla="*/ 409638 h 1189966"/>
              <a:gd name="connsiteX80" fmla="*/ 1533730 w 1595616"/>
              <a:gd name="connsiteY80" fmla="*/ 406952 h 1189966"/>
              <a:gd name="connsiteX81" fmla="*/ 1531039 w 1595616"/>
              <a:gd name="connsiteY81" fmla="*/ 408295 h 1189966"/>
              <a:gd name="connsiteX82" fmla="*/ 1531039 w 1595616"/>
              <a:gd name="connsiteY82" fmla="*/ 413668 h 1189966"/>
              <a:gd name="connsiteX83" fmla="*/ 1529693 w 1595616"/>
              <a:gd name="connsiteY83" fmla="*/ 419040 h 1189966"/>
              <a:gd name="connsiteX84" fmla="*/ 1532384 w 1595616"/>
              <a:gd name="connsiteY84" fmla="*/ 421726 h 1189966"/>
              <a:gd name="connsiteX85" fmla="*/ 1529693 w 1595616"/>
              <a:gd name="connsiteY85" fmla="*/ 427099 h 1189966"/>
              <a:gd name="connsiteX86" fmla="*/ 1524312 w 1595616"/>
              <a:gd name="connsiteY86" fmla="*/ 428441 h 1189966"/>
              <a:gd name="connsiteX87" fmla="*/ 1520276 w 1595616"/>
              <a:gd name="connsiteY87" fmla="*/ 433814 h 1189966"/>
              <a:gd name="connsiteX88" fmla="*/ 1520276 w 1595616"/>
              <a:gd name="connsiteY88" fmla="*/ 439186 h 1189966"/>
              <a:gd name="connsiteX89" fmla="*/ 1510858 w 1595616"/>
              <a:gd name="connsiteY89" fmla="*/ 447245 h 1189966"/>
              <a:gd name="connsiteX90" fmla="*/ 1504131 w 1595616"/>
              <a:gd name="connsiteY90" fmla="*/ 448588 h 1189966"/>
              <a:gd name="connsiteX91" fmla="*/ 1500095 w 1595616"/>
              <a:gd name="connsiteY91" fmla="*/ 451274 h 1189966"/>
              <a:gd name="connsiteX92" fmla="*/ 1505476 w 1595616"/>
              <a:gd name="connsiteY92" fmla="*/ 455303 h 1189966"/>
              <a:gd name="connsiteX93" fmla="*/ 1510858 w 1595616"/>
              <a:gd name="connsiteY93" fmla="*/ 460675 h 1189966"/>
              <a:gd name="connsiteX94" fmla="*/ 1512203 w 1595616"/>
              <a:gd name="connsiteY94" fmla="*/ 464705 h 1189966"/>
              <a:gd name="connsiteX95" fmla="*/ 1508167 w 1595616"/>
              <a:gd name="connsiteY95" fmla="*/ 471420 h 1189966"/>
              <a:gd name="connsiteX96" fmla="*/ 1501440 w 1595616"/>
              <a:gd name="connsiteY96" fmla="*/ 470077 h 1189966"/>
              <a:gd name="connsiteX97" fmla="*/ 1490678 w 1595616"/>
              <a:gd name="connsiteY97" fmla="*/ 471420 h 1189966"/>
              <a:gd name="connsiteX98" fmla="*/ 1485296 w 1595616"/>
              <a:gd name="connsiteY98" fmla="*/ 468734 h 1189966"/>
              <a:gd name="connsiteX99" fmla="*/ 1481260 w 1595616"/>
              <a:gd name="connsiteY99" fmla="*/ 471420 h 1189966"/>
              <a:gd name="connsiteX100" fmla="*/ 1477224 w 1595616"/>
              <a:gd name="connsiteY100" fmla="*/ 467391 h 1189966"/>
              <a:gd name="connsiteX101" fmla="*/ 1473188 w 1595616"/>
              <a:gd name="connsiteY101" fmla="*/ 464705 h 1189966"/>
              <a:gd name="connsiteX102" fmla="*/ 1467806 w 1595616"/>
              <a:gd name="connsiteY102" fmla="*/ 457989 h 1189966"/>
              <a:gd name="connsiteX103" fmla="*/ 1463770 w 1595616"/>
              <a:gd name="connsiteY103" fmla="*/ 463362 h 1189966"/>
              <a:gd name="connsiteX104" fmla="*/ 1462424 w 1595616"/>
              <a:gd name="connsiteY104" fmla="*/ 472763 h 1189966"/>
              <a:gd name="connsiteX105" fmla="*/ 1463770 w 1595616"/>
              <a:gd name="connsiteY105" fmla="*/ 475449 h 1189966"/>
              <a:gd name="connsiteX106" fmla="*/ 1461079 w 1595616"/>
              <a:gd name="connsiteY106" fmla="*/ 479478 h 1189966"/>
              <a:gd name="connsiteX107" fmla="*/ 1457043 w 1595616"/>
              <a:gd name="connsiteY107" fmla="*/ 492909 h 1189966"/>
              <a:gd name="connsiteX108" fmla="*/ 1451661 w 1595616"/>
              <a:gd name="connsiteY108" fmla="*/ 494252 h 1189966"/>
              <a:gd name="connsiteX109" fmla="*/ 1447625 w 1595616"/>
              <a:gd name="connsiteY109" fmla="*/ 503654 h 1189966"/>
              <a:gd name="connsiteX110" fmla="*/ 1440898 w 1595616"/>
              <a:gd name="connsiteY110" fmla="*/ 507683 h 1189966"/>
              <a:gd name="connsiteX111" fmla="*/ 1440898 w 1595616"/>
              <a:gd name="connsiteY111" fmla="*/ 511712 h 1189966"/>
              <a:gd name="connsiteX112" fmla="*/ 1438208 w 1595616"/>
              <a:gd name="connsiteY112" fmla="*/ 518428 h 1189966"/>
              <a:gd name="connsiteX113" fmla="*/ 1431481 w 1595616"/>
              <a:gd name="connsiteY113" fmla="*/ 525143 h 1189966"/>
              <a:gd name="connsiteX114" fmla="*/ 1431481 w 1595616"/>
              <a:gd name="connsiteY114" fmla="*/ 538574 h 1189966"/>
              <a:gd name="connsiteX115" fmla="*/ 1428790 w 1595616"/>
              <a:gd name="connsiteY115" fmla="*/ 534545 h 1189966"/>
              <a:gd name="connsiteX116" fmla="*/ 1422063 w 1595616"/>
              <a:gd name="connsiteY116" fmla="*/ 542603 h 1189966"/>
              <a:gd name="connsiteX117" fmla="*/ 1416682 w 1595616"/>
              <a:gd name="connsiteY117" fmla="*/ 543946 h 1189966"/>
              <a:gd name="connsiteX118" fmla="*/ 1412646 w 1595616"/>
              <a:gd name="connsiteY118" fmla="*/ 545289 h 1189966"/>
              <a:gd name="connsiteX119" fmla="*/ 1409955 w 1595616"/>
              <a:gd name="connsiteY119" fmla="*/ 542603 h 1189966"/>
              <a:gd name="connsiteX120" fmla="*/ 1403228 w 1595616"/>
              <a:gd name="connsiteY120" fmla="*/ 546632 h 1189966"/>
              <a:gd name="connsiteX121" fmla="*/ 1397846 w 1595616"/>
              <a:gd name="connsiteY121" fmla="*/ 546632 h 1189966"/>
              <a:gd name="connsiteX122" fmla="*/ 1396501 w 1595616"/>
              <a:gd name="connsiteY122" fmla="*/ 552005 h 1189966"/>
              <a:gd name="connsiteX123" fmla="*/ 1393810 w 1595616"/>
              <a:gd name="connsiteY123" fmla="*/ 552005 h 1189966"/>
              <a:gd name="connsiteX124" fmla="*/ 1381702 w 1595616"/>
              <a:gd name="connsiteY124" fmla="*/ 561406 h 1189966"/>
              <a:gd name="connsiteX125" fmla="*/ 1374975 w 1595616"/>
              <a:gd name="connsiteY125" fmla="*/ 565435 h 1189966"/>
              <a:gd name="connsiteX126" fmla="*/ 1377666 w 1595616"/>
              <a:gd name="connsiteY126" fmla="*/ 570808 h 1189966"/>
              <a:gd name="connsiteX127" fmla="*/ 1376321 w 1595616"/>
              <a:gd name="connsiteY127" fmla="*/ 572151 h 1189966"/>
              <a:gd name="connsiteX128" fmla="*/ 1369594 w 1595616"/>
              <a:gd name="connsiteY128" fmla="*/ 576180 h 1189966"/>
              <a:gd name="connsiteX129" fmla="*/ 1365558 w 1595616"/>
              <a:gd name="connsiteY129" fmla="*/ 581552 h 1189966"/>
              <a:gd name="connsiteX130" fmla="*/ 1362867 w 1595616"/>
              <a:gd name="connsiteY130" fmla="*/ 581552 h 1189966"/>
              <a:gd name="connsiteX131" fmla="*/ 1358831 w 1595616"/>
              <a:gd name="connsiteY131" fmla="*/ 585581 h 1189966"/>
              <a:gd name="connsiteX132" fmla="*/ 1356140 w 1595616"/>
              <a:gd name="connsiteY132" fmla="*/ 586925 h 1189966"/>
              <a:gd name="connsiteX133" fmla="*/ 1354794 w 1595616"/>
              <a:gd name="connsiteY133" fmla="*/ 582895 h 1189966"/>
              <a:gd name="connsiteX134" fmla="*/ 1350758 w 1595616"/>
              <a:gd name="connsiteY134" fmla="*/ 580209 h 1189966"/>
              <a:gd name="connsiteX135" fmla="*/ 1353449 w 1595616"/>
              <a:gd name="connsiteY135" fmla="*/ 576180 h 1189966"/>
              <a:gd name="connsiteX136" fmla="*/ 1357485 w 1595616"/>
              <a:gd name="connsiteY136" fmla="*/ 576180 h 1189966"/>
              <a:gd name="connsiteX137" fmla="*/ 1360176 w 1595616"/>
              <a:gd name="connsiteY137" fmla="*/ 572151 h 1189966"/>
              <a:gd name="connsiteX138" fmla="*/ 1365558 w 1595616"/>
              <a:gd name="connsiteY138" fmla="*/ 572151 h 1189966"/>
              <a:gd name="connsiteX139" fmla="*/ 1368248 w 1595616"/>
              <a:gd name="connsiteY139" fmla="*/ 570808 h 1189966"/>
              <a:gd name="connsiteX140" fmla="*/ 1368248 w 1595616"/>
              <a:gd name="connsiteY140" fmla="*/ 568122 h 1189966"/>
              <a:gd name="connsiteX141" fmla="*/ 1365558 w 1595616"/>
              <a:gd name="connsiteY141" fmla="*/ 568122 h 1189966"/>
              <a:gd name="connsiteX142" fmla="*/ 1365558 w 1595616"/>
              <a:gd name="connsiteY142" fmla="*/ 565435 h 1189966"/>
              <a:gd name="connsiteX143" fmla="*/ 1369594 w 1595616"/>
              <a:gd name="connsiteY143" fmla="*/ 561406 h 1189966"/>
              <a:gd name="connsiteX144" fmla="*/ 1372285 w 1595616"/>
              <a:gd name="connsiteY144" fmla="*/ 557377 h 1189966"/>
              <a:gd name="connsiteX145" fmla="*/ 1366903 w 1595616"/>
              <a:gd name="connsiteY145" fmla="*/ 561406 h 1189966"/>
              <a:gd name="connsiteX146" fmla="*/ 1360176 w 1595616"/>
              <a:gd name="connsiteY146" fmla="*/ 564092 h 1189966"/>
              <a:gd name="connsiteX147" fmla="*/ 1358831 w 1595616"/>
              <a:gd name="connsiteY147" fmla="*/ 561406 h 1189966"/>
              <a:gd name="connsiteX148" fmla="*/ 1358831 w 1595616"/>
              <a:gd name="connsiteY148" fmla="*/ 557377 h 1189966"/>
              <a:gd name="connsiteX149" fmla="*/ 1360176 w 1595616"/>
              <a:gd name="connsiteY149" fmla="*/ 557377 h 1189966"/>
              <a:gd name="connsiteX150" fmla="*/ 1360176 w 1595616"/>
              <a:gd name="connsiteY150" fmla="*/ 553348 h 1189966"/>
              <a:gd name="connsiteX151" fmla="*/ 1354794 w 1595616"/>
              <a:gd name="connsiteY151" fmla="*/ 547975 h 1189966"/>
              <a:gd name="connsiteX152" fmla="*/ 1356140 w 1595616"/>
              <a:gd name="connsiteY152" fmla="*/ 541260 h 1189966"/>
              <a:gd name="connsiteX153" fmla="*/ 1356140 w 1595616"/>
              <a:gd name="connsiteY153" fmla="*/ 538574 h 1189966"/>
              <a:gd name="connsiteX154" fmla="*/ 1360176 w 1595616"/>
              <a:gd name="connsiteY154" fmla="*/ 538574 h 1189966"/>
              <a:gd name="connsiteX155" fmla="*/ 1361521 w 1595616"/>
              <a:gd name="connsiteY155" fmla="*/ 531858 h 1189966"/>
              <a:gd name="connsiteX156" fmla="*/ 1366903 w 1595616"/>
              <a:gd name="connsiteY156" fmla="*/ 525143 h 1189966"/>
              <a:gd name="connsiteX157" fmla="*/ 1368248 w 1595616"/>
              <a:gd name="connsiteY157" fmla="*/ 522457 h 1189966"/>
              <a:gd name="connsiteX158" fmla="*/ 1370939 w 1595616"/>
              <a:gd name="connsiteY158" fmla="*/ 519771 h 1189966"/>
              <a:gd name="connsiteX159" fmla="*/ 1370939 w 1595616"/>
              <a:gd name="connsiteY159" fmla="*/ 515741 h 1189966"/>
              <a:gd name="connsiteX160" fmla="*/ 1358831 w 1595616"/>
              <a:gd name="connsiteY160" fmla="*/ 509026 h 1189966"/>
              <a:gd name="connsiteX161" fmla="*/ 1350758 w 1595616"/>
              <a:gd name="connsiteY161" fmla="*/ 499625 h 1189966"/>
              <a:gd name="connsiteX162" fmla="*/ 1349413 w 1595616"/>
              <a:gd name="connsiteY162" fmla="*/ 504997 h 1189966"/>
              <a:gd name="connsiteX163" fmla="*/ 1344031 w 1595616"/>
              <a:gd name="connsiteY163" fmla="*/ 504997 h 1189966"/>
              <a:gd name="connsiteX164" fmla="*/ 1342686 w 1595616"/>
              <a:gd name="connsiteY164" fmla="*/ 502311 h 1189966"/>
              <a:gd name="connsiteX165" fmla="*/ 1335959 w 1595616"/>
              <a:gd name="connsiteY165" fmla="*/ 502311 h 1189966"/>
              <a:gd name="connsiteX166" fmla="*/ 1333268 w 1595616"/>
              <a:gd name="connsiteY166" fmla="*/ 509026 h 1189966"/>
              <a:gd name="connsiteX167" fmla="*/ 1330577 w 1595616"/>
              <a:gd name="connsiteY167" fmla="*/ 510369 h 1189966"/>
              <a:gd name="connsiteX168" fmla="*/ 1330577 w 1595616"/>
              <a:gd name="connsiteY168" fmla="*/ 515741 h 1189966"/>
              <a:gd name="connsiteX169" fmla="*/ 1323851 w 1595616"/>
              <a:gd name="connsiteY169" fmla="*/ 521114 h 1189966"/>
              <a:gd name="connsiteX170" fmla="*/ 1323851 w 1595616"/>
              <a:gd name="connsiteY170" fmla="*/ 531858 h 1189966"/>
              <a:gd name="connsiteX171" fmla="*/ 1321160 w 1595616"/>
              <a:gd name="connsiteY171" fmla="*/ 531858 h 1189966"/>
              <a:gd name="connsiteX172" fmla="*/ 1317124 w 1595616"/>
              <a:gd name="connsiteY172" fmla="*/ 539917 h 1189966"/>
              <a:gd name="connsiteX173" fmla="*/ 1311743 w 1595616"/>
              <a:gd name="connsiteY173" fmla="*/ 539917 h 1189966"/>
              <a:gd name="connsiteX174" fmla="*/ 1302325 w 1595616"/>
              <a:gd name="connsiteY174" fmla="*/ 545289 h 1189966"/>
              <a:gd name="connsiteX175" fmla="*/ 1299634 w 1595616"/>
              <a:gd name="connsiteY175" fmla="*/ 557377 h 1189966"/>
              <a:gd name="connsiteX176" fmla="*/ 1296943 w 1595616"/>
              <a:gd name="connsiteY176" fmla="*/ 561406 h 1189966"/>
              <a:gd name="connsiteX177" fmla="*/ 1299634 w 1595616"/>
              <a:gd name="connsiteY177" fmla="*/ 562749 h 1189966"/>
              <a:gd name="connsiteX178" fmla="*/ 1299634 w 1595616"/>
              <a:gd name="connsiteY178" fmla="*/ 568122 h 1189966"/>
              <a:gd name="connsiteX179" fmla="*/ 1296943 w 1595616"/>
              <a:gd name="connsiteY179" fmla="*/ 568122 h 1189966"/>
              <a:gd name="connsiteX180" fmla="*/ 1298289 w 1595616"/>
              <a:gd name="connsiteY180" fmla="*/ 570808 h 1189966"/>
              <a:gd name="connsiteX181" fmla="*/ 1295598 w 1595616"/>
              <a:gd name="connsiteY181" fmla="*/ 576180 h 1189966"/>
              <a:gd name="connsiteX182" fmla="*/ 1288871 w 1595616"/>
              <a:gd name="connsiteY182" fmla="*/ 577523 h 1189966"/>
              <a:gd name="connsiteX183" fmla="*/ 1280798 w 1595616"/>
              <a:gd name="connsiteY183" fmla="*/ 577523 h 1189966"/>
              <a:gd name="connsiteX184" fmla="*/ 1270035 w 1595616"/>
              <a:gd name="connsiteY184" fmla="*/ 573494 h 1189966"/>
              <a:gd name="connsiteX185" fmla="*/ 1270035 w 1595616"/>
              <a:gd name="connsiteY185" fmla="*/ 576180 h 1189966"/>
              <a:gd name="connsiteX186" fmla="*/ 1267345 w 1595616"/>
              <a:gd name="connsiteY186" fmla="*/ 578866 h 1189966"/>
              <a:gd name="connsiteX187" fmla="*/ 1266000 w 1595616"/>
              <a:gd name="connsiteY187" fmla="*/ 584238 h 1189966"/>
              <a:gd name="connsiteX188" fmla="*/ 1266000 w 1595616"/>
              <a:gd name="connsiteY188" fmla="*/ 586925 h 1189966"/>
              <a:gd name="connsiteX189" fmla="*/ 1266000 w 1595616"/>
              <a:gd name="connsiteY189" fmla="*/ 589611 h 1189966"/>
              <a:gd name="connsiteX190" fmla="*/ 1263309 w 1595616"/>
              <a:gd name="connsiteY190" fmla="*/ 590954 h 1189966"/>
              <a:gd name="connsiteX191" fmla="*/ 1266000 w 1595616"/>
              <a:gd name="connsiteY191" fmla="*/ 597669 h 1189966"/>
              <a:gd name="connsiteX192" fmla="*/ 1266000 w 1595616"/>
              <a:gd name="connsiteY192" fmla="*/ 603041 h 1189966"/>
              <a:gd name="connsiteX193" fmla="*/ 1272726 w 1595616"/>
              <a:gd name="connsiteY193" fmla="*/ 605728 h 1189966"/>
              <a:gd name="connsiteX194" fmla="*/ 1280798 w 1595616"/>
              <a:gd name="connsiteY194" fmla="*/ 612443 h 1189966"/>
              <a:gd name="connsiteX195" fmla="*/ 1282144 w 1595616"/>
              <a:gd name="connsiteY195" fmla="*/ 615129 h 1189966"/>
              <a:gd name="connsiteX196" fmla="*/ 1286180 w 1595616"/>
              <a:gd name="connsiteY196" fmla="*/ 621845 h 1189966"/>
              <a:gd name="connsiteX197" fmla="*/ 1286180 w 1595616"/>
              <a:gd name="connsiteY197" fmla="*/ 619158 h 1189966"/>
              <a:gd name="connsiteX198" fmla="*/ 1287525 w 1595616"/>
              <a:gd name="connsiteY198" fmla="*/ 621845 h 1189966"/>
              <a:gd name="connsiteX199" fmla="*/ 1290216 w 1595616"/>
              <a:gd name="connsiteY199" fmla="*/ 619158 h 1189966"/>
              <a:gd name="connsiteX200" fmla="*/ 1292907 w 1595616"/>
              <a:gd name="connsiteY200" fmla="*/ 619158 h 1189966"/>
              <a:gd name="connsiteX201" fmla="*/ 1292907 w 1595616"/>
              <a:gd name="connsiteY201" fmla="*/ 621845 h 1189966"/>
              <a:gd name="connsiteX202" fmla="*/ 1295598 w 1595616"/>
              <a:gd name="connsiteY202" fmla="*/ 620502 h 1189966"/>
              <a:gd name="connsiteX203" fmla="*/ 1302325 w 1595616"/>
              <a:gd name="connsiteY203" fmla="*/ 620502 h 1189966"/>
              <a:gd name="connsiteX204" fmla="*/ 1303670 w 1595616"/>
              <a:gd name="connsiteY204" fmla="*/ 624531 h 1189966"/>
              <a:gd name="connsiteX205" fmla="*/ 1303670 w 1595616"/>
              <a:gd name="connsiteY205" fmla="*/ 632589 h 1189966"/>
              <a:gd name="connsiteX206" fmla="*/ 1310397 w 1595616"/>
              <a:gd name="connsiteY206" fmla="*/ 646020 h 1189966"/>
              <a:gd name="connsiteX207" fmla="*/ 1318470 w 1595616"/>
              <a:gd name="connsiteY207" fmla="*/ 646020 h 1189966"/>
              <a:gd name="connsiteX208" fmla="*/ 1322506 w 1595616"/>
              <a:gd name="connsiteY208" fmla="*/ 643334 h 1189966"/>
              <a:gd name="connsiteX209" fmla="*/ 1327887 w 1595616"/>
              <a:gd name="connsiteY209" fmla="*/ 644677 h 1189966"/>
              <a:gd name="connsiteX210" fmla="*/ 1330577 w 1595616"/>
              <a:gd name="connsiteY210" fmla="*/ 643334 h 1189966"/>
              <a:gd name="connsiteX211" fmla="*/ 1333268 w 1595616"/>
              <a:gd name="connsiteY211" fmla="*/ 637962 h 1189966"/>
              <a:gd name="connsiteX212" fmla="*/ 1330577 w 1595616"/>
              <a:gd name="connsiteY212" fmla="*/ 635275 h 1189966"/>
              <a:gd name="connsiteX213" fmla="*/ 1329232 w 1595616"/>
              <a:gd name="connsiteY213" fmla="*/ 633932 h 1189966"/>
              <a:gd name="connsiteX214" fmla="*/ 1335959 w 1595616"/>
              <a:gd name="connsiteY214" fmla="*/ 631246 h 1189966"/>
              <a:gd name="connsiteX215" fmla="*/ 1339995 w 1595616"/>
              <a:gd name="connsiteY215" fmla="*/ 628560 h 1189966"/>
              <a:gd name="connsiteX216" fmla="*/ 1339995 w 1595616"/>
              <a:gd name="connsiteY216" fmla="*/ 623188 h 1189966"/>
              <a:gd name="connsiteX217" fmla="*/ 1337304 w 1595616"/>
              <a:gd name="connsiteY217" fmla="*/ 621845 h 1189966"/>
              <a:gd name="connsiteX218" fmla="*/ 1344031 w 1595616"/>
              <a:gd name="connsiteY218" fmla="*/ 621845 h 1189966"/>
              <a:gd name="connsiteX219" fmla="*/ 1356140 w 1595616"/>
              <a:gd name="connsiteY219" fmla="*/ 616472 h 1189966"/>
              <a:gd name="connsiteX220" fmla="*/ 1357485 w 1595616"/>
              <a:gd name="connsiteY220" fmla="*/ 617815 h 1189966"/>
              <a:gd name="connsiteX221" fmla="*/ 1360176 w 1595616"/>
              <a:gd name="connsiteY221" fmla="*/ 619158 h 1189966"/>
              <a:gd name="connsiteX222" fmla="*/ 1362867 w 1595616"/>
              <a:gd name="connsiteY222" fmla="*/ 624531 h 1189966"/>
              <a:gd name="connsiteX223" fmla="*/ 1366903 w 1595616"/>
              <a:gd name="connsiteY223" fmla="*/ 625874 h 1189966"/>
              <a:gd name="connsiteX224" fmla="*/ 1369594 w 1595616"/>
              <a:gd name="connsiteY224" fmla="*/ 628560 h 1189966"/>
              <a:gd name="connsiteX225" fmla="*/ 1387083 w 1595616"/>
              <a:gd name="connsiteY225" fmla="*/ 627217 h 1189966"/>
              <a:gd name="connsiteX226" fmla="*/ 1388428 w 1595616"/>
              <a:gd name="connsiteY226" fmla="*/ 625874 h 1189966"/>
              <a:gd name="connsiteX227" fmla="*/ 1393810 w 1595616"/>
              <a:gd name="connsiteY227" fmla="*/ 625874 h 1189966"/>
              <a:gd name="connsiteX228" fmla="*/ 1393810 w 1595616"/>
              <a:gd name="connsiteY228" fmla="*/ 627217 h 1189966"/>
              <a:gd name="connsiteX229" fmla="*/ 1400537 w 1595616"/>
              <a:gd name="connsiteY229" fmla="*/ 627217 h 1189966"/>
              <a:gd name="connsiteX230" fmla="*/ 1407264 w 1595616"/>
              <a:gd name="connsiteY230" fmla="*/ 625874 h 1189966"/>
              <a:gd name="connsiteX231" fmla="*/ 1411300 w 1595616"/>
              <a:gd name="connsiteY231" fmla="*/ 627217 h 1189966"/>
              <a:gd name="connsiteX232" fmla="*/ 1404573 w 1595616"/>
              <a:gd name="connsiteY232" fmla="*/ 629903 h 1189966"/>
              <a:gd name="connsiteX233" fmla="*/ 1404573 w 1595616"/>
              <a:gd name="connsiteY233" fmla="*/ 632589 h 1189966"/>
              <a:gd name="connsiteX234" fmla="*/ 1408609 w 1595616"/>
              <a:gd name="connsiteY234" fmla="*/ 637962 h 1189966"/>
              <a:gd name="connsiteX235" fmla="*/ 1405919 w 1595616"/>
              <a:gd name="connsiteY235" fmla="*/ 637962 h 1189966"/>
              <a:gd name="connsiteX236" fmla="*/ 1403228 w 1595616"/>
              <a:gd name="connsiteY236" fmla="*/ 640648 h 1189966"/>
              <a:gd name="connsiteX237" fmla="*/ 1403228 w 1595616"/>
              <a:gd name="connsiteY237" fmla="*/ 646020 h 1189966"/>
              <a:gd name="connsiteX238" fmla="*/ 1407264 w 1595616"/>
              <a:gd name="connsiteY238" fmla="*/ 646020 h 1189966"/>
              <a:gd name="connsiteX239" fmla="*/ 1407264 w 1595616"/>
              <a:gd name="connsiteY239" fmla="*/ 648706 h 1189966"/>
              <a:gd name="connsiteX240" fmla="*/ 1400537 w 1595616"/>
              <a:gd name="connsiteY240" fmla="*/ 654078 h 1189966"/>
              <a:gd name="connsiteX241" fmla="*/ 1395155 w 1595616"/>
              <a:gd name="connsiteY241" fmla="*/ 650049 h 1189966"/>
              <a:gd name="connsiteX242" fmla="*/ 1393810 w 1595616"/>
              <a:gd name="connsiteY242" fmla="*/ 647363 h 1189966"/>
              <a:gd name="connsiteX243" fmla="*/ 1391119 w 1595616"/>
              <a:gd name="connsiteY243" fmla="*/ 650049 h 1189966"/>
              <a:gd name="connsiteX244" fmla="*/ 1389774 w 1595616"/>
              <a:gd name="connsiteY244" fmla="*/ 647363 h 1189966"/>
              <a:gd name="connsiteX245" fmla="*/ 1384393 w 1595616"/>
              <a:gd name="connsiteY245" fmla="*/ 654078 h 1189966"/>
              <a:gd name="connsiteX246" fmla="*/ 1380357 w 1595616"/>
              <a:gd name="connsiteY246" fmla="*/ 654078 h 1189966"/>
              <a:gd name="connsiteX247" fmla="*/ 1376321 w 1595616"/>
              <a:gd name="connsiteY247" fmla="*/ 658108 h 1189966"/>
              <a:gd name="connsiteX248" fmla="*/ 1370939 w 1595616"/>
              <a:gd name="connsiteY248" fmla="*/ 658108 h 1189966"/>
              <a:gd name="connsiteX249" fmla="*/ 1370939 w 1595616"/>
              <a:gd name="connsiteY249" fmla="*/ 660794 h 1189966"/>
              <a:gd name="connsiteX250" fmla="*/ 1365558 w 1595616"/>
              <a:gd name="connsiteY250" fmla="*/ 658108 h 1189966"/>
              <a:gd name="connsiteX251" fmla="*/ 1360176 w 1595616"/>
              <a:gd name="connsiteY251" fmla="*/ 658108 h 1189966"/>
              <a:gd name="connsiteX252" fmla="*/ 1365558 w 1595616"/>
              <a:gd name="connsiteY252" fmla="*/ 662137 h 1189966"/>
              <a:gd name="connsiteX253" fmla="*/ 1366903 w 1595616"/>
              <a:gd name="connsiteY253" fmla="*/ 666166 h 1189966"/>
              <a:gd name="connsiteX254" fmla="*/ 1360176 w 1595616"/>
              <a:gd name="connsiteY254" fmla="*/ 667509 h 1189966"/>
              <a:gd name="connsiteX255" fmla="*/ 1360176 w 1595616"/>
              <a:gd name="connsiteY255" fmla="*/ 672881 h 1189966"/>
              <a:gd name="connsiteX256" fmla="*/ 1352104 w 1595616"/>
              <a:gd name="connsiteY256" fmla="*/ 672881 h 1189966"/>
              <a:gd name="connsiteX257" fmla="*/ 1348067 w 1595616"/>
              <a:gd name="connsiteY257" fmla="*/ 676911 h 1189966"/>
              <a:gd name="connsiteX258" fmla="*/ 1350758 w 1595616"/>
              <a:gd name="connsiteY258" fmla="*/ 680940 h 1189966"/>
              <a:gd name="connsiteX259" fmla="*/ 1354794 w 1595616"/>
              <a:gd name="connsiteY259" fmla="*/ 683626 h 1189966"/>
              <a:gd name="connsiteX260" fmla="*/ 1350758 w 1595616"/>
              <a:gd name="connsiteY260" fmla="*/ 688999 h 1189966"/>
              <a:gd name="connsiteX261" fmla="*/ 1348067 w 1595616"/>
              <a:gd name="connsiteY261" fmla="*/ 687655 h 1189966"/>
              <a:gd name="connsiteX262" fmla="*/ 1342686 w 1595616"/>
              <a:gd name="connsiteY262" fmla="*/ 694371 h 1189966"/>
              <a:gd name="connsiteX263" fmla="*/ 1339995 w 1595616"/>
              <a:gd name="connsiteY263" fmla="*/ 695714 h 1189966"/>
              <a:gd name="connsiteX264" fmla="*/ 1337304 w 1595616"/>
              <a:gd name="connsiteY264" fmla="*/ 694371 h 1189966"/>
              <a:gd name="connsiteX265" fmla="*/ 1335959 w 1595616"/>
              <a:gd name="connsiteY265" fmla="*/ 702429 h 1189966"/>
              <a:gd name="connsiteX266" fmla="*/ 1338650 w 1595616"/>
              <a:gd name="connsiteY266" fmla="*/ 707802 h 1189966"/>
              <a:gd name="connsiteX267" fmla="*/ 1335959 w 1595616"/>
              <a:gd name="connsiteY267" fmla="*/ 717203 h 1189966"/>
              <a:gd name="connsiteX268" fmla="*/ 1335959 w 1595616"/>
              <a:gd name="connsiteY268" fmla="*/ 729291 h 1189966"/>
              <a:gd name="connsiteX269" fmla="*/ 1338650 w 1595616"/>
              <a:gd name="connsiteY269" fmla="*/ 729291 h 1189966"/>
              <a:gd name="connsiteX270" fmla="*/ 1352104 w 1595616"/>
              <a:gd name="connsiteY270" fmla="*/ 736006 h 1189966"/>
              <a:gd name="connsiteX271" fmla="*/ 1352104 w 1595616"/>
              <a:gd name="connsiteY271" fmla="*/ 740035 h 1189966"/>
              <a:gd name="connsiteX272" fmla="*/ 1356140 w 1595616"/>
              <a:gd name="connsiteY272" fmla="*/ 737349 h 1189966"/>
              <a:gd name="connsiteX273" fmla="*/ 1369594 w 1595616"/>
              <a:gd name="connsiteY273" fmla="*/ 745408 h 1189966"/>
              <a:gd name="connsiteX274" fmla="*/ 1377666 w 1595616"/>
              <a:gd name="connsiteY274" fmla="*/ 761525 h 1189966"/>
              <a:gd name="connsiteX275" fmla="*/ 1379011 w 1595616"/>
              <a:gd name="connsiteY275" fmla="*/ 761525 h 1189966"/>
              <a:gd name="connsiteX276" fmla="*/ 1376321 w 1595616"/>
              <a:gd name="connsiteY276" fmla="*/ 768240 h 1189966"/>
              <a:gd name="connsiteX277" fmla="*/ 1381702 w 1595616"/>
              <a:gd name="connsiteY277" fmla="*/ 769583 h 1189966"/>
              <a:gd name="connsiteX278" fmla="*/ 1383047 w 1595616"/>
              <a:gd name="connsiteY278" fmla="*/ 777641 h 1189966"/>
              <a:gd name="connsiteX279" fmla="*/ 1392465 w 1595616"/>
              <a:gd name="connsiteY279" fmla="*/ 784357 h 1189966"/>
              <a:gd name="connsiteX280" fmla="*/ 1392465 w 1595616"/>
              <a:gd name="connsiteY280" fmla="*/ 792415 h 1189966"/>
              <a:gd name="connsiteX281" fmla="*/ 1399192 w 1595616"/>
              <a:gd name="connsiteY281" fmla="*/ 801817 h 1189966"/>
              <a:gd name="connsiteX282" fmla="*/ 1404573 w 1595616"/>
              <a:gd name="connsiteY282" fmla="*/ 803160 h 1189966"/>
              <a:gd name="connsiteX283" fmla="*/ 1409955 w 1595616"/>
              <a:gd name="connsiteY283" fmla="*/ 803160 h 1189966"/>
              <a:gd name="connsiteX284" fmla="*/ 1412646 w 1595616"/>
              <a:gd name="connsiteY284" fmla="*/ 805846 h 1189966"/>
              <a:gd name="connsiteX285" fmla="*/ 1412646 w 1595616"/>
              <a:gd name="connsiteY285" fmla="*/ 807189 h 1189966"/>
              <a:gd name="connsiteX286" fmla="*/ 1418027 w 1595616"/>
              <a:gd name="connsiteY286" fmla="*/ 815248 h 1189966"/>
              <a:gd name="connsiteX287" fmla="*/ 1422063 w 1595616"/>
              <a:gd name="connsiteY287" fmla="*/ 816591 h 1189966"/>
              <a:gd name="connsiteX288" fmla="*/ 1426100 w 1595616"/>
              <a:gd name="connsiteY288" fmla="*/ 823306 h 1189966"/>
              <a:gd name="connsiteX289" fmla="*/ 1423409 w 1595616"/>
              <a:gd name="connsiteY289" fmla="*/ 825992 h 1189966"/>
              <a:gd name="connsiteX290" fmla="*/ 1412646 w 1595616"/>
              <a:gd name="connsiteY290" fmla="*/ 821963 h 1189966"/>
              <a:gd name="connsiteX291" fmla="*/ 1404573 w 1595616"/>
              <a:gd name="connsiteY291" fmla="*/ 825992 h 1189966"/>
              <a:gd name="connsiteX292" fmla="*/ 1399192 w 1595616"/>
              <a:gd name="connsiteY292" fmla="*/ 820620 h 1189966"/>
              <a:gd name="connsiteX293" fmla="*/ 1395155 w 1595616"/>
              <a:gd name="connsiteY293" fmla="*/ 820620 h 1189966"/>
              <a:gd name="connsiteX294" fmla="*/ 1389774 w 1595616"/>
              <a:gd name="connsiteY294" fmla="*/ 816591 h 1189966"/>
              <a:gd name="connsiteX295" fmla="*/ 1381702 w 1595616"/>
              <a:gd name="connsiteY295" fmla="*/ 815248 h 1189966"/>
              <a:gd name="connsiteX296" fmla="*/ 1377666 w 1595616"/>
              <a:gd name="connsiteY296" fmla="*/ 819277 h 1189966"/>
              <a:gd name="connsiteX297" fmla="*/ 1373630 w 1595616"/>
              <a:gd name="connsiteY297" fmla="*/ 819277 h 1189966"/>
              <a:gd name="connsiteX298" fmla="*/ 1369594 w 1595616"/>
              <a:gd name="connsiteY298" fmla="*/ 816591 h 1189966"/>
              <a:gd name="connsiteX299" fmla="*/ 1366903 w 1595616"/>
              <a:gd name="connsiteY299" fmla="*/ 809875 h 1189966"/>
              <a:gd name="connsiteX300" fmla="*/ 1360176 w 1595616"/>
              <a:gd name="connsiteY300" fmla="*/ 812562 h 1189966"/>
              <a:gd name="connsiteX301" fmla="*/ 1356140 w 1595616"/>
              <a:gd name="connsiteY301" fmla="*/ 809875 h 1189966"/>
              <a:gd name="connsiteX302" fmla="*/ 1354794 w 1595616"/>
              <a:gd name="connsiteY302" fmla="*/ 812562 h 1189966"/>
              <a:gd name="connsiteX303" fmla="*/ 1350758 w 1595616"/>
              <a:gd name="connsiteY303" fmla="*/ 812562 h 1189966"/>
              <a:gd name="connsiteX304" fmla="*/ 1348067 w 1595616"/>
              <a:gd name="connsiteY304" fmla="*/ 811218 h 1189966"/>
              <a:gd name="connsiteX305" fmla="*/ 1344031 w 1595616"/>
              <a:gd name="connsiteY305" fmla="*/ 813905 h 1189966"/>
              <a:gd name="connsiteX306" fmla="*/ 1337304 w 1595616"/>
              <a:gd name="connsiteY306" fmla="*/ 824649 h 1189966"/>
              <a:gd name="connsiteX307" fmla="*/ 1344031 w 1595616"/>
              <a:gd name="connsiteY307" fmla="*/ 816591 h 1189966"/>
              <a:gd name="connsiteX308" fmla="*/ 1350758 w 1595616"/>
              <a:gd name="connsiteY308" fmla="*/ 813905 h 1189966"/>
              <a:gd name="connsiteX309" fmla="*/ 1357485 w 1595616"/>
              <a:gd name="connsiteY309" fmla="*/ 815248 h 1189966"/>
              <a:gd name="connsiteX310" fmla="*/ 1362867 w 1595616"/>
              <a:gd name="connsiteY310" fmla="*/ 812562 h 1189966"/>
              <a:gd name="connsiteX311" fmla="*/ 1365558 w 1595616"/>
              <a:gd name="connsiteY311" fmla="*/ 813905 h 1189966"/>
              <a:gd name="connsiteX312" fmla="*/ 1365558 w 1595616"/>
              <a:gd name="connsiteY312" fmla="*/ 816591 h 1189966"/>
              <a:gd name="connsiteX313" fmla="*/ 1372285 w 1595616"/>
              <a:gd name="connsiteY313" fmla="*/ 823306 h 1189966"/>
              <a:gd name="connsiteX314" fmla="*/ 1376321 w 1595616"/>
              <a:gd name="connsiteY314" fmla="*/ 823306 h 1189966"/>
              <a:gd name="connsiteX315" fmla="*/ 1384393 w 1595616"/>
              <a:gd name="connsiteY315" fmla="*/ 817934 h 1189966"/>
              <a:gd name="connsiteX316" fmla="*/ 1389774 w 1595616"/>
              <a:gd name="connsiteY316" fmla="*/ 817934 h 1189966"/>
              <a:gd name="connsiteX317" fmla="*/ 1400537 w 1595616"/>
              <a:gd name="connsiteY317" fmla="*/ 828678 h 1189966"/>
              <a:gd name="connsiteX318" fmla="*/ 1409955 w 1595616"/>
              <a:gd name="connsiteY318" fmla="*/ 832708 h 1189966"/>
              <a:gd name="connsiteX319" fmla="*/ 1422063 w 1595616"/>
              <a:gd name="connsiteY319" fmla="*/ 840766 h 1189966"/>
              <a:gd name="connsiteX320" fmla="*/ 1428790 w 1595616"/>
              <a:gd name="connsiteY320" fmla="*/ 851511 h 1189966"/>
              <a:gd name="connsiteX321" fmla="*/ 1428790 w 1595616"/>
              <a:gd name="connsiteY321" fmla="*/ 855540 h 1189966"/>
              <a:gd name="connsiteX322" fmla="*/ 1422063 w 1595616"/>
              <a:gd name="connsiteY322" fmla="*/ 855540 h 1189966"/>
              <a:gd name="connsiteX323" fmla="*/ 1415336 w 1595616"/>
              <a:gd name="connsiteY323" fmla="*/ 863599 h 1189966"/>
              <a:gd name="connsiteX324" fmla="*/ 1412646 w 1595616"/>
              <a:gd name="connsiteY324" fmla="*/ 862255 h 1189966"/>
              <a:gd name="connsiteX325" fmla="*/ 1409955 w 1595616"/>
              <a:gd name="connsiteY325" fmla="*/ 864941 h 1189966"/>
              <a:gd name="connsiteX326" fmla="*/ 1409955 w 1595616"/>
              <a:gd name="connsiteY326" fmla="*/ 870314 h 1189966"/>
              <a:gd name="connsiteX327" fmla="*/ 1404573 w 1595616"/>
              <a:gd name="connsiteY327" fmla="*/ 871657 h 1189966"/>
              <a:gd name="connsiteX328" fmla="*/ 1399192 w 1595616"/>
              <a:gd name="connsiteY328" fmla="*/ 868971 h 1189966"/>
              <a:gd name="connsiteX329" fmla="*/ 1395155 w 1595616"/>
              <a:gd name="connsiteY329" fmla="*/ 871657 h 1189966"/>
              <a:gd name="connsiteX330" fmla="*/ 1391119 w 1595616"/>
              <a:gd name="connsiteY330" fmla="*/ 870314 h 1189966"/>
              <a:gd name="connsiteX331" fmla="*/ 1385738 w 1595616"/>
              <a:gd name="connsiteY331" fmla="*/ 875686 h 1189966"/>
              <a:gd name="connsiteX332" fmla="*/ 1385738 w 1595616"/>
              <a:gd name="connsiteY332" fmla="*/ 882402 h 1189966"/>
              <a:gd name="connsiteX333" fmla="*/ 1387083 w 1595616"/>
              <a:gd name="connsiteY333" fmla="*/ 877029 h 1189966"/>
              <a:gd name="connsiteX334" fmla="*/ 1392465 w 1595616"/>
              <a:gd name="connsiteY334" fmla="*/ 873000 h 1189966"/>
              <a:gd name="connsiteX335" fmla="*/ 1397846 w 1595616"/>
              <a:gd name="connsiteY335" fmla="*/ 871657 h 1189966"/>
              <a:gd name="connsiteX336" fmla="*/ 1403228 w 1595616"/>
              <a:gd name="connsiteY336" fmla="*/ 879715 h 1189966"/>
              <a:gd name="connsiteX337" fmla="*/ 1407264 w 1595616"/>
              <a:gd name="connsiteY337" fmla="*/ 881058 h 1189966"/>
              <a:gd name="connsiteX338" fmla="*/ 1415336 w 1595616"/>
              <a:gd name="connsiteY338" fmla="*/ 874343 h 1189966"/>
              <a:gd name="connsiteX339" fmla="*/ 1420718 w 1595616"/>
              <a:gd name="connsiteY339" fmla="*/ 875686 h 1189966"/>
              <a:gd name="connsiteX340" fmla="*/ 1430136 w 1595616"/>
              <a:gd name="connsiteY340" fmla="*/ 886431 h 1189966"/>
              <a:gd name="connsiteX341" fmla="*/ 1430136 w 1595616"/>
              <a:gd name="connsiteY341" fmla="*/ 883745 h 1189966"/>
              <a:gd name="connsiteX342" fmla="*/ 1432827 w 1595616"/>
              <a:gd name="connsiteY342" fmla="*/ 886431 h 1189966"/>
              <a:gd name="connsiteX343" fmla="*/ 1438208 w 1595616"/>
              <a:gd name="connsiteY343" fmla="*/ 886431 h 1189966"/>
              <a:gd name="connsiteX344" fmla="*/ 1438208 w 1595616"/>
              <a:gd name="connsiteY344" fmla="*/ 887774 h 1189966"/>
              <a:gd name="connsiteX345" fmla="*/ 1427445 w 1595616"/>
              <a:gd name="connsiteY345" fmla="*/ 898518 h 1189966"/>
              <a:gd name="connsiteX346" fmla="*/ 1420718 w 1595616"/>
              <a:gd name="connsiteY346" fmla="*/ 899862 h 1189966"/>
              <a:gd name="connsiteX347" fmla="*/ 1420718 w 1595616"/>
              <a:gd name="connsiteY347" fmla="*/ 905234 h 1189966"/>
              <a:gd name="connsiteX348" fmla="*/ 1423409 w 1595616"/>
              <a:gd name="connsiteY348" fmla="*/ 905234 h 1189966"/>
              <a:gd name="connsiteX349" fmla="*/ 1430136 w 1595616"/>
              <a:gd name="connsiteY349" fmla="*/ 899862 h 1189966"/>
              <a:gd name="connsiteX350" fmla="*/ 1435517 w 1595616"/>
              <a:gd name="connsiteY350" fmla="*/ 901205 h 1189966"/>
              <a:gd name="connsiteX351" fmla="*/ 1435517 w 1595616"/>
              <a:gd name="connsiteY351" fmla="*/ 898518 h 1189966"/>
              <a:gd name="connsiteX352" fmla="*/ 1435517 w 1595616"/>
              <a:gd name="connsiteY352" fmla="*/ 897175 h 1189966"/>
              <a:gd name="connsiteX353" fmla="*/ 1438208 w 1595616"/>
              <a:gd name="connsiteY353" fmla="*/ 894489 h 1189966"/>
              <a:gd name="connsiteX354" fmla="*/ 1440898 w 1595616"/>
              <a:gd name="connsiteY354" fmla="*/ 895832 h 1189966"/>
              <a:gd name="connsiteX355" fmla="*/ 1440898 w 1595616"/>
              <a:gd name="connsiteY355" fmla="*/ 903891 h 1189966"/>
              <a:gd name="connsiteX356" fmla="*/ 1443589 w 1595616"/>
              <a:gd name="connsiteY356" fmla="*/ 906577 h 1189966"/>
              <a:gd name="connsiteX357" fmla="*/ 1439553 w 1595616"/>
              <a:gd name="connsiteY357" fmla="*/ 909263 h 1189966"/>
              <a:gd name="connsiteX358" fmla="*/ 1439553 w 1595616"/>
              <a:gd name="connsiteY358" fmla="*/ 907920 h 1189966"/>
              <a:gd name="connsiteX359" fmla="*/ 1436863 w 1595616"/>
              <a:gd name="connsiteY359" fmla="*/ 905234 h 1189966"/>
              <a:gd name="connsiteX360" fmla="*/ 1435517 w 1595616"/>
              <a:gd name="connsiteY360" fmla="*/ 907920 h 1189966"/>
              <a:gd name="connsiteX361" fmla="*/ 1434172 w 1595616"/>
              <a:gd name="connsiteY361" fmla="*/ 909263 h 1189966"/>
              <a:gd name="connsiteX362" fmla="*/ 1428790 w 1595616"/>
              <a:gd name="connsiteY362" fmla="*/ 907920 h 1189966"/>
              <a:gd name="connsiteX363" fmla="*/ 1423409 w 1595616"/>
              <a:gd name="connsiteY363" fmla="*/ 913292 h 1189966"/>
              <a:gd name="connsiteX364" fmla="*/ 1423409 w 1595616"/>
              <a:gd name="connsiteY364" fmla="*/ 914635 h 1189966"/>
              <a:gd name="connsiteX365" fmla="*/ 1431481 w 1595616"/>
              <a:gd name="connsiteY365" fmla="*/ 914635 h 1189966"/>
              <a:gd name="connsiteX366" fmla="*/ 1434172 w 1595616"/>
              <a:gd name="connsiteY366" fmla="*/ 917322 h 1189966"/>
              <a:gd name="connsiteX367" fmla="*/ 1434172 w 1595616"/>
              <a:gd name="connsiteY367" fmla="*/ 920008 h 1189966"/>
              <a:gd name="connsiteX368" fmla="*/ 1431481 w 1595616"/>
              <a:gd name="connsiteY368" fmla="*/ 918665 h 1189966"/>
              <a:gd name="connsiteX369" fmla="*/ 1428790 w 1595616"/>
              <a:gd name="connsiteY369" fmla="*/ 922694 h 1189966"/>
              <a:gd name="connsiteX370" fmla="*/ 1431481 w 1595616"/>
              <a:gd name="connsiteY370" fmla="*/ 924037 h 1189966"/>
              <a:gd name="connsiteX371" fmla="*/ 1434172 w 1595616"/>
              <a:gd name="connsiteY371" fmla="*/ 926723 h 1189966"/>
              <a:gd name="connsiteX372" fmla="*/ 1431481 w 1595616"/>
              <a:gd name="connsiteY372" fmla="*/ 929409 h 1189966"/>
              <a:gd name="connsiteX373" fmla="*/ 1427445 w 1595616"/>
              <a:gd name="connsiteY373" fmla="*/ 928066 h 1189966"/>
              <a:gd name="connsiteX374" fmla="*/ 1426100 w 1595616"/>
              <a:gd name="connsiteY374" fmla="*/ 930752 h 1189966"/>
              <a:gd name="connsiteX375" fmla="*/ 1427445 w 1595616"/>
              <a:gd name="connsiteY375" fmla="*/ 932095 h 1189966"/>
              <a:gd name="connsiteX376" fmla="*/ 1432827 w 1595616"/>
              <a:gd name="connsiteY376" fmla="*/ 933438 h 1189966"/>
              <a:gd name="connsiteX377" fmla="*/ 1435517 w 1595616"/>
              <a:gd name="connsiteY377" fmla="*/ 937468 h 1189966"/>
              <a:gd name="connsiteX378" fmla="*/ 1431481 w 1595616"/>
              <a:gd name="connsiteY378" fmla="*/ 940154 h 1189966"/>
              <a:gd name="connsiteX379" fmla="*/ 1431481 w 1595616"/>
              <a:gd name="connsiteY379" fmla="*/ 945526 h 1189966"/>
              <a:gd name="connsiteX380" fmla="*/ 1430136 w 1595616"/>
              <a:gd name="connsiteY380" fmla="*/ 944183 h 1189966"/>
              <a:gd name="connsiteX381" fmla="*/ 1428790 w 1595616"/>
              <a:gd name="connsiteY381" fmla="*/ 938811 h 1189966"/>
              <a:gd name="connsiteX382" fmla="*/ 1424754 w 1595616"/>
              <a:gd name="connsiteY382" fmla="*/ 940154 h 1189966"/>
              <a:gd name="connsiteX383" fmla="*/ 1420718 w 1595616"/>
              <a:gd name="connsiteY383" fmla="*/ 949555 h 1189966"/>
              <a:gd name="connsiteX384" fmla="*/ 1418027 w 1595616"/>
              <a:gd name="connsiteY384" fmla="*/ 950899 h 1189966"/>
              <a:gd name="connsiteX385" fmla="*/ 1409955 w 1595616"/>
              <a:gd name="connsiteY385" fmla="*/ 949555 h 1189966"/>
              <a:gd name="connsiteX386" fmla="*/ 1415336 w 1595616"/>
              <a:gd name="connsiteY386" fmla="*/ 952241 h 1189966"/>
              <a:gd name="connsiteX387" fmla="*/ 1415336 w 1595616"/>
              <a:gd name="connsiteY387" fmla="*/ 954928 h 1189966"/>
              <a:gd name="connsiteX388" fmla="*/ 1418027 w 1595616"/>
              <a:gd name="connsiteY388" fmla="*/ 957614 h 1189966"/>
              <a:gd name="connsiteX389" fmla="*/ 1413991 w 1595616"/>
              <a:gd name="connsiteY389" fmla="*/ 960300 h 1189966"/>
              <a:gd name="connsiteX390" fmla="*/ 1413991 w 1595616"/>
              <a:gd name="connsiteY390" fmla="*/ 962986 h 1189966"/>
              <a:gd name="connsiteX391" fmla="*/ 1416682 w 1595616"/>
              <a:gd name="connsiteY391" fmla="*/ 967015 h 1189966"/>
              <a:gd name="connsiteX392" fmla="*/ 1413991 w 1595616"/>
              <a:gd name="connsiteY392" fmla="*/ 968358 h 1189966"/>
              <a:gd name="connsiteX393" fmla="*/ 1415336 w 1595616"/>
              <a:gd name="connsiteY393" fmla="*/ 972388 h 1189966"/>
              <a:gd name="connsiteX394" fmla="*/ 1409955 w 1595616"/>
              <a:gd name="connsiteY394" fmla="*/ 975074 h 1189966"/>
              <a:gd name="connsiteX395" fmla="*/ 1407264 w 1595616"/>
              <a:gd name="connsiteY395" fmla="*/ 971045 h 1189966"/>
              <a:gd name="connsiteX396" fmla="*/ 1405919 w 1595616"/>
              <a:gd name="connsiteY396" fmla="*/ 975074 h 1189966"/>
              <a:gd name="connsiteX397" fmla="*/ 1409955 w 1595616"/>
              <a:gd name="connsiteY397" fmla="*/ 976417 h 1189966"/>
              <a:gd name="connsiteX398" fmla="*/ 1412646 w 1595616"/>
              <a:gd name="connsiteY398" fmla="*/ 980446 h 1189966"/>
              <a:gd name="connsiteX399" fmla="*/ 1407264 w 1595616"/>
              <a:gd name="connsiteY399" fmla="*/ 980446 h 1189966"/>
              <a:gd name="connsiteX400" fmla="*/ 1407264 w 1595616"/>
              <a:gd name="connsiteY400" fmla="*/ 983132 h 1189966"/>
              <a:gd name="connsiteX401" fmla="*/ 1400537 w 1595616"/>
              <a:gd name="connsiteY401" fmla="*/ 989848 h 1189966"/>
              <a:gd name="connsiteX402" fmla="*/ 1396501 w 1595616"/>
              <a:gd name="connsiteY402" fmla="*/ 989848 h 1189966"/>
              <a:gd name="connsiteX403" fmla="*/ 1397846 w 1595616"/>
              <a:gd name="connsiteY403" fmla="*/ 984475 h 1189966"/>
              <a:gd name="connsiteX404" fmla="*/ 1395155 w 1595616"/>
              <a:gd name="connsiteY404" fmla="*/ 985818 h 1189966"/>
              <a:gd name="connsiteX405" fmla="*/ 1393810 w 1595616"/>
              <a:gd name="connsiteY405" fmla="*/ 984475 h 1189966"/>
              <a:gd name="connsiteX406" fmla="*/ 1392465 w 1595616"/>
              <a:gd name="connsiteY406" fmla="*/ 989848 h 1189966"/>
              <a:gd name="connsiteX407" fmla="*/ 1388428 w 1595616"/>
              <a:gd name="connsiteY407" fmla="*/ 988505 h 1189966"/>
              <a:gd name="connsiteX408" fmla="*/ 1391119 w 1595616"/>
              <a:gd name="connsiteY408" fmla="*/ 991191 h 1189966"/>
              <a:gd name="connsiteX409" fmla="*/ 1388428 w 1595616"/>
              <a:gd name="connsiteY409" fmla="*/ 993877 h 1189966"/>
              <a:gd name="connsiteX410" fmla="*/ 1392465 w 1595616"/>
              <a:gd name="connsiteY410" fmla="*/ 993877 h 1189966"/>
              <a:gd name="connsiteX411" fmla="*/ 1396501 w 1595616"/>
              <a:gd name="connsiteY411" fmla="*/ 999249 h 1189966"/>
              <a:gd name="connsiteX412" fmla="*/ 1389774 w 1595616"/>
              <a:gd name="connsiteY412" fmla="*/ 999249 h 1189966"/>
              <a:gd name="connsiteX413" fmla="*/ 1396501 w 1595616"/>
              <a:gd name="connsiteY413" fmla="*/ 1004622 h 1189966"/>
              <a:gd name="connsiteX414" fmla="*/ 1400537 w 1595616"/>
              <a:gd name="connsiteY414" fmla="*/ 1001935 h 1189966"/>
              <a:gd name="connsiteX415" fmla="*/ 1403228 w 1595616"/>
              <a:gd name="connsiteY415" fmla="*/ 1004622 h 1189966"/>
              <a:gd name="connsiteX416" fmla="*/ 1393810 w 1595616"/>
              <a:gd name="connsiteY416" fmla="*/ 1008651 h 1189966"/>
              <a:gd name="connsiteX417" fmla="*/ 1388428 w 1595616"/>
              <a:gd name="connsiteY417" fmla="*/ 1011337 h 1189966"/>
              <a:gd name="connsiteX418" fmla="*/ 1387083 w 1595616"/>
              <a:gd name="connsiteY418" fmla="*/ 1015366 h 1189966"/>
              <a:gd name="connsiteX419" fmla="*/ 1389774 w 1595616"/>
              <a:gd name="connsiteY419" fmla="*/ 1014023 h 1189966"/>
              <a:gd name="connsiteX420" fmla="*/ 1393810 w 1595616"/>
              <a:gd name="connsiteY420" fmla="*/ 1014023 h 1189966"/>
              <a:gd name="connsiteX421" fmla="*/ 1396501 w 1595616"/>
              <a:gd name="connsiteY421" fmla="*/ 1016709 h 1189966"/>
              <a:gd name="connsiteX422" fmla="*/ 1391119 w 1595616"/>
              <a:gd name="connsiteY422" fmla="*/ 1022081 h 1189966"/>
              <a:gd name="connsiteX423" fmla="*/ 1395155 w 1595616"/>
              <a:gd name="connsiteY423" fmla="*/ 1022081 h 1189966"/>
              <a:gd name="connsiteX424" fmla="*/ 1393810 w 1595616"/>
              <a:gd name="connsiteY424" fmla="*/ 1026111 h 1189966"/>
              <a:gd name="connsiteX425" fmla="*/ 1391119 w 1595616"/>
              <a:gd name="connsiteY425" fmla="*/ 1027454 h 1189966"/>
              <a:gd name="connsiteX426" fmla="*/ 1391119 w 1595616"/>
              <a:gd name="connsiteY426" fmla="*/ 1030140 h 1189966"/>
              <a:gd name="connsiteX427" fmla="*/ 1393810 w 1595616"/>
              <a:gd name="connsiteY427" fmla="*/ 1030140 h 1189966"/>
              <a:gd name="connsiteX428" fmla="*/ 1396501 w 1595616"/>
              <a:gd name="connsiteY428" fmla="*/ 1034169 h 1189966"/>
              <a:gd name="connsiteX429" fmla="*/ 1396501 w 1595616"/>
              <a:gd name="connsiteY429" fmla="*/ 1039541 h 1189966"/>
              <a:gd name="connsiteX430" fmla="*/ 1393810 w 1595616"/>
              <a:gd name="connsiteY430" fmla="*/ 1035512 h 1189966"/>
              <a:gd name="connsiteX431" fmla="*/ 1389774 w 1595616"/>
              <a:gd name="connsiteY431" fmla="*/ 1035512 h 1189966"/>
              <a:gd name="connsiteX432" fmla="*/ 1389774 w 1595616"/>
              <a:gd name="connsiteY432" fmla="*/ 1032826 h 1189966"/>
              <a:gd name="connsiteX433" fmla="*/ 1387083 w 1595616"/>
              <a:gd name="connsiteY433" fmla="*/ 1028797 h 1189966"/>
              <a:gd name="connsiteX434" fmla="*/ 1384393 w 1595616"/>
              <a:gd name="connsiteY434" fmla="*/ 1031483 h 1189966"/>
              <a:gd name="connsiteX435" fmla="*/ 1381702 w 1595616"/>
              <a:gd name="connsiteY435" fmla="*/ 1031483 h 1189966"/>
              <a:gd name="connsiteX436" fmla="*/ 1381702 w 1595616"/>
              <a:gd name="connsiteY436" fmla="*/ 1035512 h 1189966"/>
              <a:gd name="connsiteX437" fmla="*/ 1385738 w 1595616"/>
              <a:gd name="connsiteY437" fmla="*/ 1039541 h 1189966"/>
              <a:gd name="connsiteX438" fmla="*/ 1385738 w 1595616"/>
              <a:gd name="connsiteY438" fmla="*/ 1043571 h 1189966"/>
              <a:gd name="connsiteX439" fmla="*/ 1384393 w 1595616"/>
              <a:gd name="connsiteY439" fmla="*/ 1040885 h 1189966"/>
              <a:gd name="connsiteX440" fmla="*/ 1381702 w 1595616"/>
              <a:gd name="connsiteY440" fmla="*/ 1040885 h 1189966"/>
              <a:gd name="connsiteX441" fmla="*/ 1379011 w 1595616"/>
              <a:gd name="connsiteY441" fmla="*/ 1038199 h 1189966"/>
              <a:gd name="connsiteX442" fmla="*/ 1376321 w 1595616"/>
              <a:gd name="connsiteY442" fmla="*/ 1039541 h 1189966"/>
              <a:gd name="connsiteX443" fmla="*/ 1379011 w 1595616"/>
              <a:gd name="connsiteY443" fmla="*/ 1042228 h 1189966"/>
              <a:gd name="connsiteX444" fmla="*/ 1379011 w 1595616"/>
              <a:gd name="connsiteY444" fmla="*/ 1046257 h 1189966"/>
              <a:gd name="connsiteX445" fmla="*/ 1383047 w 1595616"/>
              <a:gd name="connsiteY445" fmla="*/ 1046257 h 1189966"/>
              <a:gd name="connsiteX446" fmla="*/ 1383047 w 1595616"/>
              <a:gd name="connsiteY446" fmla="*/ 1047600 h 1189966"/>
              <a:gd name="connsiteX447" fmla="*/ 1380357 w 1595616"/>
              <a:gd name="connsiteY447" fmla="*/ 1051629 h 1189966"/>
              <a:gd name="connsiteX448" fmla="*/ 1374975 w 1595616"/>
              <a:gd name="connsiteY448" fmla="*/ 1047600 h 1189966"/>
              <a:gd name="connsiteX449" fmla="*/ 1374975 w 1595616"/>
              <a:gd name="connsiteY449" fmla="*/ 1051629 h 1189966"/>
              <a:gd name="connsiteX450" fmla="*/ 1376321 w 1595616"/>
              <a:gd name="connsiteY450" fmla="*/ 1052972 h 1189966"/>
              <a:gd name="connsiteX451" fmla="*/ 1380357 w 1595616"/>
              <a:gd name="connsiteY451" fmla="*/ 1054315 h 1189966"/>
              <a:gd name="connsiteX452" fmla="*/ 1379011 w 1595616"/>
              <a:gd name="connsiteY452" fmla="*/ 1061031 h 1189966"/>
              <a:gd name="connsiteX453" fmla="*/ 1370939 w 1595616"/>
              <a:gd name="connsiteY453" fmla="*/ 1055658 h 1189966"/>
              <a:gd name="connsiteX454" fmla="*/ 1368248 w 1595616"/>
              <a:gd name="connsiteY454" fmla="*/ 1058345 h 1189966"/>
              <a:gd name="connsiteX455" fmla="*/ 1366903 w 1595616"/>
              <a:gd name="connsiteY455" fmla="*/ 1057002 h 1189966"/>
              <a:gd name="connsiteX456" fmla="*/ 1362867 w 1595616"/>
              <a:gd name="connsiteY456" fmla="*/ 1062374 h 1189966"/>
              <a:gd name="connsiteX457" fmla="*/ 1354794 w 1595616"/>
              <a:gd name="connsiteY457" fmla="*/ 1062374 h 1189966"/>
              <a:gd name="connsiteX458" fmla="*/ 1360176 w 1595616"/>
              <a:gd name="connsiteY458" fmla="*/ 1067746 h 1189966"/>
              <a:gd name="connsiteX459" fmla="*/ 1364212 w 1595616"/>
              <a:gd name="connsiteY459" fmla="*/ 1066403 h 1189966"/>
              <a:gd name="connsiteX460" fmla="*/ 1369594 w 1595616"/>
              <a:gd name="connsiteY460" fmla="*/ 1066403 h 1189966"/>
              <a:gd name="connsiteX461" fmla="*/ 1366903 w 1595616"/>
              <a:gd name="connsiteY461" fmla="*/ 1071775 h 1189966"/>
              <a:gd name="connsiteX462" fmla="*/ 1364212 w 1595616"/>
              <a:gd name="connsiteY462" fmla="*/ 1071775 h 1189966"/>
              <a:gd name="connsiteX463" fmla="*/ 1362867 w 1595616"/>
              <a:gd name="connsiteY463" fmla="*/ 1077148 h 1189966"/>
              <a:gd name="connsiteX464" fmla="*/ 1360176 w 1595616"/>
              <a:gd name="connsiteY464" fmla="*/ 1073118 h 1189966"/>
              <a:gd name="connsiteX465" fmla="*/ 1357485 w 1595616"/>
              <a:gd name="connsiteY465" fmla="*/ 1078491 h 1189966"/>
              <a:gd name="connsiteX466" fmla="*/ 1356140 w 1595616"/>
              <a:gd name="connsiteY466" fmla="*/ 1078491 h 1189966"/>
              <a:gd name="connsiteX467" fmla="*/ 1354794 w 1595616"/>
              <a:gd name="connsiteY467" fmla="*/ 1077148 h 1189966"/>
              <a:gd name="connsiteX468" fmla="*/ 1353449 w 1595616"/>
              <a:gd name="connsiteY468" fmla="*/ 1077148 h 1189966"/>
              <a:gd name="connsiteX469" fmla="*/ 1352104 w 1595616"/>
              <a:gd name="connsiteY469" fmla="*/ 1081177 h 1189966"/>
              <a:gd name="connsiteX470" fmla="*/ 1349413 w 1595616"/>
              <a:gd name="connsiteY470" fmla="*/ 1081177 h 1189966"/>
              <a:gd name="connsiteX471" fmla="*/ 1348067 w 1595616"/>
              <a:gd name="connsiteY471" fmla="*/ 1087892 h 1189966"/>
              <a:gd name="connsiteX472" fmla="*/ 1344031 w 1595616"/>
              <a:gd name="connsiteY472" fmla="*/ 1087892 h 1189966"/>
              <a:gd name="connsiteX473" fmla="*/ 1342686 w 1595616"/>
              <a:gd name="connsiteY473" fmla="*/ 1085206 h 1189966"/>
              <a:gd name="connsiteX474" fmla="*/ 1335959 w 1595616"/>
              <a:gd name="connsiteY474" fmla="*/ 1085206 h 1189966"/>
              <a:gd name="connsiteX475" fmla="*/ 1334613 w 1595616"/>
              <a:gd name="connsiteY475" fmla="*/ 1089235 h 1189966"/>
              <a:gd name="connsiteX476" fmla="*/ 1331923 w 1595616"/>
              <a:gd name="connsiteY476" fmla="*/ 1087892 h 1189966"/>
              <a:gd name="connsiteX477" fmla="*/ 1334613 w 1595616"/>
              <a:gd name="connsiteY477" fmla="*/ 1093265 h 1189966"/>
              <a:gd name="connsiteX478" fmla="*/ 1333268 w 1595616"/>
              <a:gd name="connsiteY478" fmla="*/ 1098637 h 1189966"/>
              <a:gd name="connsiteX479" fmla="*/ 1330577 w 1595616"/>
              <a:gd name="connsiteY479" fmla="*/ 1101323 h 1189966"/>
              <a:gd name="connsiteX480" fmla="*/ 1331923 w 1595616"/>
              <a:gd name="connsiteY480" fmla="*/ 1105352 h 1189966"/>
              <a:gd name="connsiteX481" fmla="*/ 1327887 w 1595616"/>
              <a:gd name="connsiteY481" fmla="*/ 1106695 h 1189966"/>
              <a:gd name="connsiteX482" fmla="*/ 1325196 w 1595616"/>
              <a:gd name="connsiteY482" fmla="*/ 1106695 h 1189966"/>
              <a:gd name="connsiteX483" fmla="*/ 1323851 w 1595616"/>
              <a:gd name="connsiteY483" fmla="*/ 1108039 h 1189966"/>
              <a:gd name="connsiteX484" fmla="*/ 1322506 w 1595616"/>
              <a:gd name="connsiteY484" fmla="*/ 1105352 h 1189966"/>
              <a:gd name="connsiteX485" fmla="*/ 1321160 w 1595616"/>
              <a:gd name="connsiteY485" fmla="*/ 1108039 h 1189966"/>
              <a:gd name="connsiteX486" fmla="*/ 1317124 w 1595616"/>
              <a:gd name="connsiteY486" fmla="*/ 1110725 h 1189966"/>
              <a:gd name="connsiteX487" fmla="*/ 1311743 w 1595616"/>
              <a:gd name="connsiteY487" fmla="*/ 1112068 h 1189966"/>
              <a:gd name="connsiteX488" fmla="*/ 1310397 w 1595616"/>
              <a:gd name="connsiteY488" fmla="*/ 1114754 h 1189966"/>
              <a:gd name="connsiteX489" fmla="*/ 1306361 w 1595616"/>
              <a:gd name="connsiteY489" fmla="*/ 1114754 h 1189966"/>
              <a:gd name="connsiteX490" fmla="*/ 1306361 w 1595616"/>
              <a:gd name="connsiteY490" fmla="*/ 1112068 h 1189966"/>
              <a:gd name="connsiteX491" fmla="*/ 1303670 w 1595616"/>
              <a:gd name="connsiteY491" fmla="*/ 1112068 h 1189966"/>
              <a:gd name="connsiteX492" fmla="*/ 1302325 w 1595616"/>
              <a:gd name="connsiteY492" fmla="*/ 1117440 h 1189966"/>
              <a:gd name="connsiteX493" fmla="*/ 1299634 w 1595616"/>
              <a:gd name="connsiteY493" fmla="*/ 1118783 h 1189966"/>
              <a:gd name="connsiteX494" fmla="*/ 1295598 w 1595616"/>
              <a:gd name="connsiteY494" fmla="*/ 1114754 h 1189966"/>
              <a:gd name="connsiteX495" fmla="*/ 1294252 w 1595616"/>
              <a:gd name="connsiteY495" fmla="*/ 1112068 h 1189966"/>
              <a:gd name="connsiteX496" fmla="*/ 1292907 w 1595616"/>
              <a:gd name="connsiteY496" fmla="*/ 1114754 h 1189966"/>
              <a:gd name="connsiteX497" fmla="*/ 1288871 w 1595616"/>
              <a:gd name="connsiteY497" fmla="*/ 1116097 h 1189966"/>
              <a:gd name="connsiteX498" fmla="*/ 1288871 w 1595616"/>
              <a:gd name="connsiteY498" fmla="*/ 1118783 h 1189966"/>
              <a:gd name="connsiteX499" fmla="*/ 1284835 w 1595616"/>
              <a:gd name="connsiteY499" fmla="*/ 1120126 h 1189966"/>
              <a:gd name="connsiteX500" fmla="*/ 1280798 w 1595616"/>
              <a:gd name="connsiteY500" fmla="*/ 1117440 h 1189966"/>
              <a:gd name="connsiteX501" fmla="*/ 1278108 w 1595616"/>
              <a:gd name="connsiteY501" fmla="*/ 1120126 h 1189966"/>
              <a:gd name="connsiteX502" fmla="*/ 1272726 w 1595616"/>
              <a:gd name="connsiteY502" fmla="*/ 1121469 h 1189966"/>
              <a:gd name="connsiteX503" fmla="*/ 1272726 w 1595616"/>
              <a:gd name="connsiteY503" fmla="*/ 1126842 h 1189966"/>
              <a:gd name="connsiteX504" fmla="*/ 1263309 w 1595616"/>
              <a:gd name="connsiteY504" fmla="*/ 1130871 h 1189966"/>
              <a:gd name="connsiteX505" fmla="*/ 1263309 w 1595616"/>
              <a:gd name="connsiteY505" fmla="*/ 1128185 h 1189966"/>
              <a:gd name="connsiteX506" fmla="*/ 1266000 w 1595616"/>
              <a:gd name="connsiteY506" fmla="*/ 1126842 h 1189966"/>
              <a:gd name="connsiteX507" fmla="*/ 1268690 w 1595616"/>
              <a:gd name="connsiteY507" fmla="*/ 1122812 h 1189966"/>
              <a:gd name="connsiteX508" fmla="*/ 1266000 w 1595616"/>
              <a:gd name="connsiteY508" fmla="*/ 1124155 h 1189966"/>
              <a:gd name="connsiteX509" fmla="*/ 1260618 w 1595616"/>
              <a:gd name="connsiteY509" fmla="*/ 1118783 h 1189966"/>
              <a:gd name="connsiteX510" fmla="*/ 1259273 w 1595616"/>
              <a:gd name="connsiteY510" fmla="*/ 1116097 h 1189966"/>
              <a:gd name="connsiteX511" fmla="*/ 1252546 w 1595616"/>
              <a:gd name="connsiteY511" fmla="*/ 1112068 h 1189966"/>
              <a:gd name="connsiteX512" fmla="*/ 1249855 w 1595616"/>
              <a:gd name="connsiteY512" fmla="*/ 1110725 h 1189966"/>
              <a:gd name="connsiteX513" fmla="*/ 1251201 w 1595616"/>
              <a:gd name="connsiteY513" fmla="*/ 1113411 h 1189966"/>
              <a:gd name="connsiteX514" fmla="*/ 1251201 w 1595616"/>
              <a:gd name="connsiteY514" fmla="*/ 1117440 h 1189966"/>
              <a:gd name="connsiteX515" fmla="*/ 1252546 w 1595616"/>
              <a:gd name="connsiteY515" fmla="*/ 1121469 h 1189966"/>
              <a:gd name="connsiteX516" fmla="*/ 1252546 w 1595616"/>
              <a:gd name="connsiteY516" fmla="*/ 1128185 h 1189966"/>
              <a:gd name="connsiteX517" fmla="*/ 1248510 w 1595616"/>
              <a:gd name="connsiteY517" fmla="*/ 1129528 h 1189966"/>
              <a:gd name="connsiteX518" fmla="*/ 1247164 w 1595616"/>
              <a:gd name="connsiteY518" fmla="*/ 1133557 h 1189966"/>
              <a:gd name="connsiteX519" fmla="*/ 1244474 w 1595616"/>
              <a:gd name="connsiteY519" fmla="*/ 1136243 h 1189966"/>
              <a:gd name="connsiteX520" fmla="*/ 1241783 w 1595616"/>
              <a:gd name="connsiteY520" fmla="*/ 1133557 h 1189966"/>
              <a:gd name="connsiteX521" fmla="*/ 1240437 w 1595616"/>
              <a:gd name="connsiteY521" fmla="*/ 1132214 h 1189966"/>
              <a:gd name="connsiteX522" fmla="*/ 1240437 w 1595616"/>
              <a:gd name="connsiteY522" fmla="*/ 1134900 h 1189966"/>
              <a:gd name="connsiteX523" fmla="*/ 1236401 w 1595616"/>
              <a:gd name="connsiteY523" fmla="*/ 1138929 h 1189966"/>
              <a:gd name="connsiteX524" fmla="*/ 1232365 w 1595616"/>
              <a:gd name="connsiteY524" fmla="*/ 1144302 h 1189966"/>
              <a:gd name="connsiteX525" fmla="*/ 1225638 w 1595616"/>
              <a:gd name="connsiteY525" fmla="*/ 1146988 h 1189966"/>
              <a:gd name="connsiteX526" fmla="*/ 1222947 w 1595616"/>
              <a:gd name="connsiteY526" fmla="*/ 1148331 h 1189966"/>
              <a:gd name="connsiteX527" fmla="*/ 1217566 w 1595616"/>
              <a:gd name="connsiteY527" fmla="*/ 1145645 h 1189966"/>
              <a:gd name="connsiteX528" fmla="*/ 1213530 w 1595616"/>
              <a:gd name="connsiteY528" fmla="*/ 1146988 h 1189966"/>
              <a:gd name="connsiteX529" fmla="*/ 1208149 w 1595616"/>
              <a:gd name="connsiteY529" fmla="*/ 1146988 h 1189966"/>
              <a:gd name="connsiteX530" fmla="*/ 1210839 w 1595616"/>
              <a:gd name="connsiteY530" fmla="*/ 1151017 h 1189966"/>
              <a:gd name="connsiteX531" fmla="*/ 1205458 w 1595616"/>
              <a:gd name="connsiteY531" fmla="*/ 1153703 h 1189966"/>
              <a:gd name="connsiteX532" fmla="*/ 1200076 w 1595616"/>
              <a:gd name="connsiteY532" fmla="*/ 1155046 h 1189966"/>
              <a:gd name="connsiteX533" fmla="*/ 1196040 w 1595616"/>
              <a:gd name="connsiteY533" fmla="*/ 1153703 h 1189966"/>
              <a:gd name="connsiteX534" fmla="*/ 1194695 w 1595616"/>
              <a:gd name="connsiteY534" fmla="*/ 1157732 h 1189966"/>
              <a:gd name="connsiteX535" fmla="*/ 1189313 w 1595616"/>
              <a:gd name="connsiteY535" fmla="*/ 1159075 h 1189966"/>
              <a:gd name="connsiteX536" fmla="*/ 1186622 w 1595616"/>
              <a:gd name="connsiteY536" fmla="*/ 1161762 h 1189966"/>
              <a:gd name="connsiteX537" fmla="*/ 1185277 w 1595616"/>
              <a:gd name="connsiteY537" fmla="*/ 1161762 h 1189966"/>
              <a:gd name="connsiteX538" fmla="*/ 1186622 w 1595616"/>
              <a:gd name="connsiteY538" fmla="*/ 1160418 h 1189966"/>
              <a:gd name="connsiteX539" fmla="*/ 1183932 w 1595616"/>
              <a:gd name="connsiteY539" fmla="*/ 1159075 h 1189966"/>
              <a:gd name="connsiteX540" fmla="*/ 1183932 w 1595616"/>
              <a:gd name="connsiteY540" fmla="*/ 1157732 h 1189966"/>
              <a:gd name="connsiteX541" fmla="*/ 1183932 w 1595616"/>
              <a:gd name="connsiteY541" fmla="*/ 1157732 h 1189966"/>
              <a:gd name="connsiteX542" fmla="*/ 1182586 w 1595616"/>
              <a:gd name="connsiteY542" fmla="*/ 1157732 h 1189966"/>
              <a:gd name="connsiteX543" fmla="*/ 1181241 w 1595616"/>
              <a:gd name="connsiteY543" fmla="*/ 1155046 h 1189966"/>
              <a:gd name="connsiteX544" fmla="*/ 1181241 w 1595616"/>
              <a:gd name="connsiteY544" fmla="*/ 1153703 h 1189966"/>
              <a:gd name="connsiteX545" fmla="*/ 1179895 w 1595616"/>
              <a:gd name="connsiteY545" fmla="*/ 1156389 h 1189966"/>
              <a:gd name="connsiteX546" fmla="*/ 1178550 w 1595616"/>
              <a:gd name="connsiteY546" fmla="*/ 1156389 h 1189966"/>
              <a:gd name="connsiteX547" fmla="*/ 1178550 w 1595616"/>
              <a:gd name="connsiteY547" fmla="*/ 1159075 h 1189966"/>
              <a:gd name="connsiteX548" fmla="*/ 1178550 w 1595616"/>
              <a:gd name="connsiteY548" fmla="*/ 1163105 h 1189966"/>
              <a:gd name="connsiteX549" fmla="*/ 1174514 w 1595616"/>
              <a:gd name="connsiteY549" fmla="*/ 1165791 h 1189966"/>
              <a:gd name="connsiteX550" fmla="*/ 1173168 w 1595616"/>
              <a:gd name="connsiteY550" fmla="*/ 1167134 h 1189966"/>
              <a:gd name="connsiteX551" fmla="*/ 1175859 w 1595616"/>
              <a:gd name="connsiteY551" fmla="*/ 1172506 h 1189966"/>
              <a:gd name="connsiteX552" fmla="*/ 1178550 w 1595616"/>
              <a:gd name="connsiteY552" fmla="*/ 1172506 h 1189966"/>
              <a:gd name="connsiteX553" fmla="*/ 1181241 w 1595616"/>
              <a:gd name="connsiteY553" fmla="*/ 1177878 h 1189966"/>
              <a:gd name="connsiteX554" fmla="*/ 1181241 w 1595616"/>
              <a:gd name="connsiteY554" fmla="*/ 1179222 h 1189966"/>
              <a:gd name="connsiteX555" fmla="*/ 1182586 w 1595616"/>
              <a:gd name="connsiteY555" fmla="*/ 1179222 h 1189966"/>
              <a:gd name="connsiteX556" fmla="*/ 1183932 w 1595616"/>
              <a:gd name="connsiteY556" fmla="*/ 1181908 h 1189966"/>
              <a:gd name="connsiteX557" fmla="*/ 1179895 w 1595616"/>
              <a:gd name="connsiteY557" fmla="*/ 1187280 h 1189966"/>
              <a:gd name="connsiteX558" fmla="*/ 1177205 w 1595616"/>
              <a:gd name="connsiteY558" fmla="*/ 1187280 h 1189966"/>
              <a:gd name="connsiteX559" fmla="*/ 1177205 w 1595616"/>
              <a:gd name="connsiteY559" fmla="*/ 1185937 h 1189966"/>
              <a:gd name="connsiteX560" fmla="*/ 1171823 w 1595616"/>
              <a:gd name="connsiteY560" fmla="*/ 1184594 h 1189966"/>
              <a:gd name="connsiteX561" fmla="*/ 1169132 w 1595616"/>
              <a:gd name="connsiteY561" fmla="*/ 1188623 h 1189966"/>
              <a:gd name="connsiteX562" fmla="*/ 1167787 w 1595616"/>
              <a:gd name="connsiteY562" fmla="*/ 1189966 h 1189966"/>
              <a:gd name="connsiteX563" fmla="*/ 1167787 w 1595616"/>
              <a:gd name="connsiteY563" fmla="*/ 1183251 h 1189966"/>
              <a:gd name="connsiteX564" fmla="*/ 1167787 w 1595616"/>
              <a:gd name="connsiteY564" fmla="*/ 1181908 h 1189966"/>
              <a:gd name="connsiteX565" fmla="*/ 1163751 w 1595616"/>
              <a:gd name="connsiteY565" fmla="*/ 1179222 h 1189966"/>
              <a:gd name="connsiteX566" fmla="*/ 1157024 w 1595616"/>
              <a:gd name="connsiteY566" fmla="*/ 1169820 h 1189966"/>
              <a:gd name="connsiteX567" fmla="*/ 1157024 w 1595616"/>
              <a:gd name="connsiteY567" fmla="*/ 1167134 h 1189966"/>
              <a:gd name="connsiteX568" fmla="*/ 1161060 w 1595616"/>
              <a:gd name="connsiteY568" fmla="*/ 1163105 h 1189966"/>
              <a:gd name="connsiteX569" fmla="*/ 1162405 w 1595616"/>
              <a:gd name="connsiteY569" fmla="*/ 1157732 h 1189966"/>
              <a:gd name="connsiteX570" fmla="*/ 1166441 w 1595616"/>
              <a:gd name="connsiteY570" fmla="*/ 1157732 h 1189966"/>
              <a:gd name="connsiteX571" fmla="*/ 1165096 w 1595616"/>
              <a:gd name="connsiteY571" fmla="*/ 1156389 h 1189966"/>
              <a:gd name="connsiteX572" fmla="*/ 1162405 w 1595616"/>
              <a:gd name="connsiteY572" fmla="*/ 1155046 h 1189966"/>
              <a:gd name="connsiteX573" fmla="*/ 1159714 w 1595616"/>
              <a:gd name="connsiteY573" fmla="*/ 1156389 h 1189966"/>
              <a:gd name="connsiteX574" fmla="*/ 1155678 w 1595616"/>
              <a:gd name="connsiteY574" fmla="*/ 1152360 h 1189966"/>
              <a:gd name="connsiteX575" fmla="*/ 1152988 w 1595616"/>
              <a:gd name="connsiteY575" fmla="*/ 1156389 h 1189966"/>
              <a:gd name="connsiteX576" fmla="*/ 1148952 w 1595616"/>
              <a:gd name="connsiteY576" fmla="*/ 1156389 h 1189966"/>
              <a:gd name="connsiteX577" fmla="*/ 1146261 w 1595616"/>
              <a:gd name="connsiteY577" fmla="*/ 1157732 h 1189966"/>
              <a:gd name="connsiteX578" fmla="*/ 1139534 w 1595616"/>
              <a:gd name="connsiteY578" fmla="*/ 1152360 h 1189966"/>
              <a:gd name="connsiteX579" fmla="*/ 1138189 w 1595616"/>
              <a:gd name="connsiteY579" fmla="*/ 1153703 h 1189966"/>
              <a:gd name="connsiteX580" fmla="*/ 1132807 w 1595616"/>
              <a:gd name="connsiteY580" fmla="*/ 1148331 h 1189966"/>
              <a:gd name="connsiteX581" fmla="*/ 1130117 w 1595616"/>
              <a:gd name="connsiteY581" fmla="*/ 1144302 h 1189966"/>
              <a:gd name="connsiteX582" fmla="*/ 1128771 w 1595616"/>
              <a:gd name="connsiteY582" fmla="*/ 1148331 h 1189966"/>
              <a:gd name="connsiteX583" fmla="*/ 1128771 w 1595616"/>
              <a:gd name="connsiteY583" fmla="*/ 1151017 h 1189966"/>
              <a:gd name="connsiteX584" fmla="*/ 1124735 w 1595616"/>
              <a:gd name="connsiteY584" fmla="*/ 1153703 h 1189966"/>
              <a:gd name="connsiteX585" fmla="*/ 1122044 w 1595616"/>
              <a:gd name="connsiteY585" fmla="*/ 1152360 h 1189966"/>
              <a:gd name="connsiteX586" fmla="*/ 1119353 w 1595616"/>
              <a:gd name="connsiteY586" fmla="*/ 1152360 h 1189966"/>
              <a:gd name="connsiteX587" fmla="*/ 1118008 w 1595616"/>
              <a:gd name="connsiteY587" fmla="*/ 1152360 h 1189966"/>
              <a:gd name="connsiteX588" fmla="*/ 1118008 w 1595616"/>
              <a:gd name="connsiteY588" fmla="*/ 1152360 h 1189966"/>
              <a:gd name="connsiteX589" fmla="*/ 1113972 w 1595616"/>
              <a:gd name="connsiteY589" fmla="*/ 1149674 h 1189966"/>
              <a:gd name="connsiteX590" fmla="*/ 1111281 w 1595616"/>
              <a:gd name="connsiteY590" fmla="*/ 1151017 h 1189966"/>
              <a:gd name="connsiteX591" fmla="*/ 1108590 w 1595616"/>
              <a:gd name="connsiteY591" fmla="*/ 1149674 h 1189966"/>
              <a:gd name="connsiteX592" fmla="*/ 1103209 w 1595616"/>
              <a:gd name="connsiteY592" fmla="*/ 1151017 h 1189966"/>
              <a:gd name="connsiteX593" fmla="*/ 1097827 w 1595616"/>
              <a:gd name="connsiteY593" fmla="*/ 1148331 h 1189966"/>
              <a:gd name="connsiteX594" fmla="*/ 1092446 w 1595616"/>
              <a:gd name="connsiteY594" fmla="*/ 1145645 h 1189966"/>
              <a:gd name="connsiteX595" fmla="*/ 1091101 w 1595616"/>
              <a:gd name="connsiteY595" fmla="*/ 1142958 h 1189966"/>
              <a:gd name="connsiteX596" fmla="*/ 1080338 w 1595616"/>
              <a:gd name="connsiteY596" fmla="*/ 1138929 h 1189966"/>
              <a:gd name="connsiteX597" fmla="*/ 1078992 w 1595616"/>
              <a:gd name="connsiteY597" fmla="*/ 1133557 h 1189966"/>
              <a:gd name="connsiteX598" fmla="*/ 1076302 w 1595616"/>
              <a:gd name="connsiteY598" fmla="*/ 1132214 h 1189966"/>
              <a:gd name="connsiteX599" fmla="*/ 1078992 w 1595616"/>
              <a:gd name="connsiteY599" fmla="*/ 1122812 h 1189966"/>
              <a:gd name="connsiteX600" fmla="*/ 1083029 w 1595616"/>
              <a:gd name="connsiteY600" fmla="*/ 1122812 h 1189966"/>
              <a:gd name="connsiteX601" fmla="*/ 1084374 w 1595616"/>
              <a:gd name="connsiteY601" fmla="*/ 1117440 h 1189966"/>
              <a:gd name="connsiteX602" fmla="*/ 1078992 w 1595616"/>
              <a:gd name="connsiteY602" fmla="*/ 1113411 h 1189966"/>
              <a:gd name="connsiteX603" fmla="*/ 1072265 w 1595616"/>
              <a:gd name="connsiteY603" fmla="*/ 1116097 h 1189966"/>
              <a:gd name="connsiteX604" fmla="*/ 1070920 w 1595616"/>
              <a:gd name="connsiteY604" fmla="*/ 1113411 h 1189966"/>
              <a:gd name="connsiteX605" fmla="*/ 1058811 w 1595616"/>
              <a:gd name="connsiteY605" fmla="*/ 1113411 h 1189966"/>
              <a:gd name="connsiteX606" fmla="*/ 1056121 w 1595616"/>
              <a:gd name="connsiteY606" fmla="*/ 1110725 h 1189966"/>
              <a:gd name="connsiteX607" fmla="*/ 1050739 w 1595616"/>
              <a:gd name="connsiteY607" fmla="*/ 1109381 h 1189966"/>
              <a:gd name="connsiteX608" fmla="*/ 1050739 w 1595616"/>
              <a:gd name="connsiteY608" fmla="*/ 1105352 h 1189966"/>
              <a:gd name="connsiteX609" fmla="*/ 1045357 w 1595616"/>
              <a:gd name="connsiteY609" fmla="*/ 1101323 h 1189966"/>
              <a:gd name="connsiteX610" fmla="*/ 1041321 w 1595616"/>
              <a:gd name="connsiteY610" fmla="*/ 1105352 h 1189966"/>
              <a:gd name="connsiteX611" fmla="*/ 1034595 w 1595616"/>
              <a:gd name="connsiteY611" fmla="*/ 1105352 h 1189966"/>
              <a:gd name="connsiteX612" fmla="*/ 1029214 w 1595616"/>
              <a:gd name="connsiteY612" fmla="*/ 1108039 h 1189966"/>
              <a:gd name="connsiteX613" fmla="*/ 1029214 w 1595616"/>
              <a:gd name="connsiteY613" fmla="*/ 1116097 h 1189966"/>
              <a:gd name="connsiteX614" fmla="*/ 1021141 w 1595616"/>
              <a:gd name="connsiteY614" fmla="*/ 1118783 h 1189966"/>
              <a:gd name="connsiteX615" fmla="*/ 1015760 w 1595616"/>
              <a:gd name="connsiteY615" fmla="*/ 1116097 h 1189966"/>
              <a:gd name="connsiteX616" fmla="*/ 1009033 w 1595616"/>
              <a:gd name="connsiteY616" fmla="*/ 1118783 h 1189966"/>
              <a:gd name="connsiteX617" fmla="*/ 1009033 w 1595616"/>
              <a:gd name="connsiteY617" fmla="*/ 1121469 h 1189966"/>
              <a:gd name="connsiteX618" fmla="*/ 1002306 w 1595616"/>
              <a:gd name="connsiteY618" fmla="*/ 1125499 h 1189966"/>
              <a:gd name="connsiteX619" fmla="*/ 1000960 w 1595616"/>
              <a:gd name="connsiteY619" fmla="*/ 1121469 h 1189966"/>
              <a:gd name="connsiteX620" fmla="*/ 998269 w 1595616"/>
              <a:gd name="connsiteY620" fmla="*/ 1121469 h 1189966"/>
              <a:gd name="connsiteX621" fmla="*/ 995579 w 1595616"/>
              <a:gd name="connsiteY621" fmla="*/ 1124155 h 1189966"/>
              <a:gd name="connsiteX622" fmla="*/ 990197 w 1595616"/>
              <a:gd name="connsiteY622" fmla="*/ 1118783 h 1189966"/>
              <a:gd name="connsiteX623" fmla="*/ 986161 w 1595616"/>
              <a:gd name="connsiteY623" fmla="*/ 1122812 h 1189966"/>
              <a:gd name="connsiteX624" fmla="*/ 986161 w 1595616"/>
              <a:gd name="connsiteY624" fmla="*/ 1126842 h 1189966"/>
              <a:gd name="connsiteX625" fmla="*/ 982125 w 1595616"/>
              <a:gd name="connsiteY625" fmla="*/ 1126842 h 1189966"/>
              <a:gd name="connsiteX626" fmla="*/ 979434 w 1595616"/>
              <a:gd name="connsiteY626" fmla="*/ 1125499 h 1189966"/>
              <a:gd name="connsiteX627" fmla="*/ 980779 w 1595616"/>
              <a:gd name="connsiteY627" fmla="*/ 1121469 h 1189966"/>
              <a:gd name="connsiteX628" fmla="*/ 976744 w 1595616"/>
              <a:gd name="connsiteY628" fmla="*/ 1121469 h 1189966"/>
              <a:gd name="connsiteX629" fmla="*/ 971362 w 1595616"/>
              <a:gd name="connsiteY629" fmla="*/ 1122812 h 1189966"/>
              <a:gd name="connsiteX630" fmla="*/ 968672 w 1595616"/>
              <a:gd name="connsiteY630" fmla="*/ 1125499 h 1189966"/>
              <a:gd name="connsiteX631" fmla="*/ 967326 w 1595616"/>
              <a:gd name="connsiteY631" fmla="*/ 1128185 h 1189966"/>
              <a:gd name="connsiteX632" fmla="*/ 964635 w 1595616"/>
              <a:gd name="connsiteY632" fmla="*/ 1128185 h 1189966"/>
              <a:gd name="connsiteX633" fmla="*/ 963290 w 1595616"/>
              <a:gd name="connsiteY633" fmla="*/ 1129528 h 1189966"/>
              <a:gd name="connsiteX634" fmla="*/ 964635 w 1595616"/>
              <a:gd name="connsiteY634" fmla="*/ 1133557 h 1189966"/>
              <a:gd name="connsiteX635" fmla="*/ 963290 w 1595616"/>
              <a:gd name="connsiteY635" fmla="*/ 1129528 h 1189966"/>
              <a:gd name="connsiteX636" fmla="*/ 953872 w 1595616"/>
              <a:gd name="connsiteY636" fmla="*/ 1129528 h 1189966"/>
              <a:gd name="connsiteX637" fmla="*/ 953872 w 1595616"/>
              <a:gd name="connsiteY637" fmla="*/ 1133557 h 1189966"/>
              <a:gd name="connsiteX638" fmla="*/ 949836 w 1595616"/>
              <a:gd name="connsiteY638" fmla="*/ 1136243 h 1189966"/>
              <a:gd name="connsiteX639" fmla="*/ 949836 w 1595616"/>
              <a:gd name="connsiteY639" fmla="*/ 1145645 h 1189966"/>
              <a:gd name="connsiteX640" fmla="*/ 952527 w 1595616"/>
              <a:gd name="connsiteY640" fmla="*/ 1151017 h 1189966"/>
              <a:gd name="connsiteX641" fmla="*/ 952527 w 1595616"/>
              <a:gd name="connsiteY641" fmla="*/ 1156389 h 1189966"/>
              <a:gd name="connsiteX642" fmla="*/ 953872 w 1595616"/>
              <a:gd name="connsiteY642" fmla="*/ 1163105 h 1189966"/>
              <a:gd name="connsiteX643" fmla="*/ 949836 w 1595616"/>
              <a:gd name="connsiteY643" fmla="*/ 1161762 h 1189966"/>
              <a:gd name="connsiteX644" fmla="*/ 943109 w 1595616"/>
              <a:gd name="connsiteY644" fmla="*/ 1164448 h 1189966"/>
              <a:gd name="connsiteX645" fmla="*/ 940418 w 1595616"/>
              <a:gd name="connsiteY645" fmla="*/ 1160418 h 1189966"/>
              <a:gd name="connsiteX646" fmla="*/ 936382 w 1595616"/>
              <a:gd name="connsiteY646" fmla="*/ 1157732 h 1189966"/>
              <a:gd name="connsiteX647" fmla="*/ 932346 w 1595616"/>
              <a:gd name="connsiteY647" fmla="*/ 1161762 h 1189966"/>
              <a:gd name="connsiteX648" fmla="*/ 939073 w 1595616"/>
              <a:gd name="connsiteY648" fmla="*/ 1155046 h 1189966"/>
              <a:gd name="connsiteX649" fmla="*/ 940418 w 1595616"/>
              <a:gd name="connsiteY649" fmla="*/ 1151017 h 1189966"/>
              <a:gd name="connsiteX650" fmla="*/ 935037 w 1595616"/>
              <a:gd name="connsiteY650" fmla="*/ 1149674 h 1189966"/>
              <a:gd name="connsiteX651" fmla="*/ 922928 w 1595616"/>
              <a:gd name="connsiteY651" fmla="*/ 1153703 h 1189966"/>
              <a:gd name="connsiteX652" fmla="*/ 917547 w 1595616"/>
              <a:gd name="connsiteY652" fmla="*/ 1153703 h 1189966"/>
              <a:gd name="connsiteX653" fmla="*/ 913511 w 1595616"/>
              <a:gd name="connsiteY653" fmla="*/ 1157732 h 1189966"/>
              <a:gd name="connsiteX654" fmla="*/ 908130 w 1595616"/>
              <a:gd name="connsiteY654" fmla="*/ 1155046 h 1189966"/>
              <a:gd name="connsiteX655" fmla="*/ 905439 w 1595616"/>
              <a:gd name="connsiteY655" fmla="*/ 1149674 h 1189966"/>
              <a:gd name="connsiteX656" fmla="*/ 906784 w 1595616"/>
              <a:gd name="connsiteY656" fmla="*/ 1142958 h 1189966"/>
              <a:gd name="connsiteX657" fmla="*/ 904093 w 1595616"/>
              <a:gd name="connsiteY657" fmla="*/ 1137586 h 1189966"/>
              <a:gd name="connsiteX658" fmla="*/ 900057 w 1595616"/>
              <a:gd name="connsiteY658" fmla="*/ 1141615 h 1189966"/>
              <a:gd name="connsiteX659" fmla="*/ 898712 w 1595616"/>
              <a:gd name="connsiteY659" fmla="*/ 1140272 h 1189966"/>
              <a:gd name="connsiteX660" fmla="*/ 890639 w 1595616"/>
              <a:gd name="connsiteY660" fmla="*/ 1138929 h 1189966"/>
              <a:gd name="connsiteX661" fmla="*/ 886603 w 1595616"/>
              <a:gd name="connsiteY661" fmla="*/ 1141615 h 1189966"/>
              <a:gd name="connsiteX662" fmla="*/ 885258 w 1595616"/>
              <a:gd name="connsiteY662" fmla="*/ 1137586 h 1189966"/>
              <a:gd name="connsiteX663" fmla="*/ 890639 w 1595616"/>
              <a:gd name="connsiteY663" fmla="*/ 1132214 h 1189966"/>
              <a:gd name="connsiteX664" fmla="*/ 896021 w 1595616"/>
              <a:gd name="connsiteY664" fmla="*/ 1124155 h 1189966"/>
              <a:gd name="connsiteX665" fmla="*/ 896021 w 1595616"/>
              <a:gd name="connsiteY665" fmla="*/ 1120126 h 1189966"/>
              <a:gd name="connsiteX666" fmla="*/ 898712 w 1595616"/>
              <a:gd name="connsiteY666" fmla="*/ 1116097 h 1189966"/>
              <a:gd name="connsiteX667" fmla="*/ 898712 w 1595616"/>
              <a:gd name="connsiteY667" fmla="*/ 1112068 h 1189966"/>
              <a:gd name="connsiteX668" fmla="*/ 893330 w 1595616"/>
              <a:gd name="connsiteY668" fmla="*/ 1109381 h 1189966"/>
              <a:gd name="connsiteX669" fmla="*/ 886603 w 1595616"/>
              <a:gd name="connsiteY669" fmla="*/ 1109381 h 1189966"/>
              <a:gd name="connsiteX670" fmla="*/ 885258 w 1595616"/>
              <a:gd name="connsiteY670" fmla="*/ 1112068 h 1189966"/>
              <a:gd name="connsiteX671" fmla="*/ 882567 w 1595616"/>
              <a:gd name="connsiteY671" fmla="*/ 1108039 h 1189966"/>
              <a:gd name="connsiteX672" fmla="*/ 883912 w 1595616"/>
              <a:gd name="connsiteY672" fmla="*/ 1105352 h 1189966"/>
              <a:gd name="connsiteX673" fmla="*/ 877185 w 1595616"/>
              <a:gd name="connsiteY673" fmla="*/ 1104009 h 1189966"/>
              <a:gd name="connsiteX674" fmla="*/ 874495 w 1595616"/>
              <a:gd name="connsiteY674" fmla="*/ 1099980 h 1189966"/>
              <a:gd name="connsiteX675" fmla="*/ 875840 w 1595616"/>
              <a:gd name="connsiteY675" fmla="*/ 1095951 h 1189966"/>
              <a:gd name="connsiteX676" fmla="*/ 874495 w 1595616"/>
              <a:gd name="connsiteY676" fmla="*/ 1091922 h 1189966"/>
              <a:gd name="connsiteX677" fmla="*/ 867768 w 1595616"/>
              <a:gd name="connsiteY677" fmla="*/ 1093265 h 1189966"/>
              <a:gd name="connsiteX678" fmla="*/ 865077 w 1595616"/>
              <a:gd name="connsiteY678" fmla="*/ 1090578 h 1189966"/>
              <a:gd name="connsiteX679" fmla="*/ 866422 w 1595616"/>
              <a:gd name="connsiteY679" fmla="*/ 1087892 h 1189966"/>
              <a:gd name="connsiteX680" fmla="*/ 865077 w 1595616"/>
              <a:gd name="connsiteY680" fmla="*/ 1082520 h 1189966"/>
              <a:gd name="connsiteX681" fmla="*/ 854315 w 1595616"/>
              <a:gd name="connsiteY681" fmla="*/ 1085206 h 1189966"/>
              <a:gd name="connsiteX682" fmla="*/ 847588 w 1595616"/>
              <a:gd name="connsiteY682" fmla="*/ 1089235 h 1189966"/>
              <a:gd name="connsiteX683" fmla="*/ 844897 w 1595616"/>
              <a:gd name="connsiteY683" fmla="*/ 1083863 h 1189966"/>
              <a:gd name="connsiteX684" fmla="*/ 846242 w 1595616"/>
              <a:gd name="connsiteY684" fmla="*/ 1078491 h 1189966"/>
              <a:gd name="connsiteX685" fmla="*/ 842206 w 1595616"/>
              <a:gd name="connsiteY685" fmla="*/ 1074462 h 1189966"/>
              <a:gd name="connsiteX686" fmla="*/ 840861 w 1595616"/>
              <a:gd name="connsiteY686" fmla="*/ 1071775 h 1189966"/>
              <a:gd name="connsiteX687" fmla="*/ 835479 w 1595616"/>
              <a:gd name="connsiteY687" fmla="*/ 1069089 h 1189966"/>
              <a:gd name="connsiteX688" fmla="*/ 835479 w 1595616"/>
              <a:gd name="connsiteY688" fmla="*/ 1065060 h 1189966"/>
              <a:gd name="connsiteX689" fmla="*/ 838170 w 1595616"/>
              <a:gd name="connsiteY689" fmla="*/ 1061031 h 1189966"/>
              <a:gd name="connsiteX690" fmla="*/ 835479 w 1595616"/>
              <a:gd name="connsiteY690" fmla="*/ 1058345 h 1189966"/>
              <a:gd name="connsiteX691" fmla="*/ 838170 w 1595616"/>
              <a:gd name="connsiteY691" fmla="*/ 1052972 h 1189966"/>
              <a:gd name="connsiteX692" fmla="*/ 842206 w 1595616"/>
              <a:gd name="connsiteY692" fmla="*/ 1048943 h 1189966"/>
              <a:gd name="connsiteX693" fmla="*/ 844897 w 1595616"/>
              <a:gd name="connsiteY693" fmla="*/ 1050286 h 1189966"/>
              <a:gd name="connsiteX694" fmla="*/ 847588 w 1595616"/>
              <a:gd name="connsiteY694" fmla="*/ 1047600 h 1189966"/>
              <a:gd name="connsiteX695" fmla="*/ 844897 w 1595616"/>
              <a:gd name="connsiteY695" fmla="*/ 1042228 h 1189966"/>
              <a:gd name="connsiteX696" fmla="*/ 846242 w 1595616"/>
              <a:gd name="connsiteY696" fmla="*/ 1039541 h 1189966"/>
              <a:gd name="connsiteX697" fmla="*/ 848933 w 1595616"/>
              <a:gd name="connsiteY697" fmla="*/ 1038199 h 1189966"/>
              <a:gd name="connsiteX698" fmla="*/ 848933 w 1595616"/>
              <a:gd name="connsiteY698" fmla="*/ 1034169 h 1189966"/>
              <a:gd name="connsiteX699" fmla="*/ 854315 w 1595616"/>
              <a:gd name="connsiteY699" fmla="*/ 1031483 h 1189966"/>
              <a:gd name="connsiteX700" fmla="*/ 855660 w 1595616"/>
              <a:gd name="connsiteY700" fmla="*/ 1028797 h 1189966"/>
              <a:gd name="connsiteX701" fmla="*/ 855660 w 1595616"/>
              <a:gd name="connsiteY701" fmla="*/ 1023425 h 1189966"/>
              <a:gd name="connsiteX702" fmla="*/ 857005 w 1595616"/>
              <a:gd name="connsiteY702" fmla="*/ 1011337 h 1189966"/>
              <a:gd name="connsiteX703" fmla="*/ 855660 w 1595616"/>
              <a:gd name="connsiteY703" fmla="*/ 1004622 h 1189966"/>
              <a:gd name="connsiteX704" fmla="*/ 851624 w 1595616"/>
              <a:gd name="connsiteY704" fmla="*/ 995220 h 1189966"/>
              <a:gd name="connsiteX705" fmla="*/ 851624 w 1595616"/>
              <a:gd name="connsiteY705" fmla="*/ 987162 h 1189966"/>
              <a:gd name="connsiteX706" fmla="*/ 847588 w 1595616"/>
              <a:gd name="connsiteY706" fmla="*/ 981789 h 1189966"/>
              <a:gd name="connsiteX707" fmla="*/ 842206 w 1595616"/>
              <a:gd name="connsiteY707" fmla="*/ 981789 h 1189966"/>
              <a:gd name="connsiteX708" fmla="*/ 840861 w 1595616"/>
              <a:gd name="connsiteY708" fmla="*/ 973731 h 1189966"/>
              <a:gd name="connsiteX709" fmla="*/ 835479 w 1595616"/>
              <a:gd name="connsiteY709" fmla="*/ 971045 h 1189966"/>
              <a:gd name="connsiteX710" fmla="*/ 832788 w 1595616"/>
              <a:gd name="connsiteY710" fmla="*/ 964329 h 1189966"/>
              <a:gd name="connsiteX711" fmla="*/ 826061 w 1595616"/>
              <a:gd name="connsiteY711" fmla="*/ 962986 h 1189966"/>
              <a:gd name="connsiteX712" fmla="*/ 823370 w 1595616"/>
              <a:gd name="connsiteY712" fmla="*/ 965672 h 1189966"/>
              <a:gd name="connsiteX713" fmla="*/ 816643 w 1595616"/>
              <a:gd name="connsiteY713" fmla="*/ 962986 h 1189966"/>
              <a:gd name="connsiteX714" fmla="*/ 812607 w 1595616"/>
              <a:gd name="connsiteY714" fmla="*/ 965672 h 1189966"/>
              <a:gd name="connsiteX715" fmla="*/ 808571 w 1595616"/>
              <a:gd name="connsiteY715" fmla="*/ 961643 h 1189966"/>
              <a:gd name="connsiteX716" fmla="*/ 803190 w 1595616"/>
              <a:gd name="connsiteY716" fmla="*/ 958957 h 1189966"/>
              <a:gd name="connsiteX717" fmla="*/ 800500 w 1595616"/>
              <a:gd name="connsiteY717" fmla="*/ 960300 h 1189966"/>
              <a:gd name="connsiteX718" fmla="*/ 795118 w 1595616"/>
              <a:gd name="connsiteY718" fmla="*/ 958957 h 1189966"/>
              <a:gd name="connsiteX719" fmla="*/ 793773 w 1595616"/>
              <a:gd name="connsiteY719" fmla="*/ 954928 h 1189966"/>
              <a:gd name="connsiteX720" fmla="*/ 797809 w 1595616"/>
              <a:gd name="connsiteY720" fmla="*/ 950899 h 1189966"/>
              <a:gd name="connsiteX721" fmla="*/ 797809 w 1595616"/>
              <a:gd name="connsiteY721" fmla="*/ 946869 h 1189966"/>
              <a:gd name="connsiteX722" fmla="*/ 793773 w 1595616"/>
              <a:gd name="connsiteY722" fmla="*/ 941497 h 1189966"/>
              <a:gd name="connsiteX723" fmla="*/ 792427 w 1595616"/>
              <a:gd name="connsiteY723" fmla="*/ 937468 h 1189966"/>
              <a:gd name="connsiteX724" fmla="*/ 789736 w 1595616"/>
              <a:gd name="connsiteY724" fmla="*/ 938811 h 1189966"/>
              <a:gd name="connsiteX725" fmla="*/ 785700 w 1595616"/>
              <a:gd name="connsiteY725" fmla="*/ 940154 h 1189966"/>
              <a:gd name="connsiteX726" fmla="*/ 784355 w 1595616"/>
              <a:gd name="connsiteY726" fmla="*/ 936125 h 1189966"/>
              <a:gd name="connsiteX727" fmla="*/ 788391 w 1595616"/>
              <a:gd name="connsiteY727" fmla="*/ 928066 h 1189966"/>
              <a:gd name="connsiteX728" fmla="*/ 787046 w 1595616"/>
              <a:gd name="connsiteY728" fmla="*/ 926723 h 1189966"/>
              <a:gd name="connsiteX729" fmla="*/ 783009 w 1595616"/>
              <a:gd name="connsiteY729" fmla="*/ 926723 h 1189966"/>
              <a:gd name="connsiteX730" fmla="*/ 780318 w 1595616"/>
              <a:gd name="connsiteY730" fmla="*/ 924037 h 1189966"/>
              <a:gd name="connsiteX731" fmla="*/ 776282 w 1595616"/>
              <a:gd name="connsiteY731" fmla="*/ 922694 h 1189966"/>
              <a:gd name="connsiteX732" fmla="*/ 765519 w 1595616"/>
              <a:gd name="connsiteY732" fmla="*/ 928066 h 1189966"/>
              <a:gd name="connsiteX733" fmla="*/ 765519 w 1595616"/>
              <a:gd name="connsiteY733" fmla="*/ 933438 h 1189966"/>
              <a:gd name="connsiteX734" fmla="*/ 762829 w 1595616"/>
              <a:gd name="connsiteY734" fmla="*/ 936125 h 1189966"/>
              <a:gd name="connsiteX735" fmla="*/ 753411 w 1595616"/>
              <a:gd name="connsiteY735" fmla="*/ 932095 h 1189966"/>
              <a:gd name="connsiteX736" fmla="*/ 746684 w 1595616"/>
              <a:gd name="connsiteY736" fmla="*/ 934781 h 1189966"/>
              <a:gd name="connsiteX737" fmla="*/ 741303 w 1595616"/>
              <a:gd name="connsiteY737" fmla="*/ 928066 h 1189966"/>
              <a:gd name="connsiteX738" fmla="*/ 735921 w 1595616"/>
              <a:gd name="connsiteY738" fmla="*/ 932095 h 1189966"/>
              <a:gd name="connsiteX739" fmla="*/ 731885 w 1595616"/>
              <a:gd name="connsiteY739" fmla="*/ 932095 h 1189966"/>
              <a:gd name="connsiteX740" fmla="*/ 731885 w 1595616"/>
              <a:gd name="connsiteY740" fmla="*/ 938811 h 1189966"/>
              <a:gd name="connsiteX741" fmla="*/ 726503 w 1595616"/>
              <a:gd name="connsiteY741" fmla="*/ 945526 h 1189966"/>
              <a:gd name="connsiteX742" fmla="*/ 717086 w 1595616"/>
              <a:gd name="connsiteY742" fmla="*/ 948212 h 1189966"/>
              <a:gd name="connsiteX743" fmla="*/ 711704 w 1595616"/>
              <a:gd name="connsiteY743" fmla="*/ 948212 h 1189966"/>
              <a:gd name="connsiteX744" fmla="*/ 707668 w 1595616"/>
              <a:gd name="connsiteY744" fmla="*/ 953585 h 1189966"/>
              <a:gd name="connsiteX745" fmla="*/ 704977 w 1595616"/>
              <a:gd name="connsiteY745" fmla="*/ 958957 h 1189966"/>
              <a:gd name="connsiteX746" fmla="*/ 699596 w 1595616"/>
              <a:gd name="connsiteY746" fmla="*/ 961643 h 1189966"/>
              <a:gd name="connsiteX747" fmla="*/ 699596 w 1595616"/>
              <a:gd name="connsiteY747" fmla="*/ 964329 h 1189966"/>
              <a:gd name="connsiteX748" fmla="*/ 695560 w 1595616"/>
              <a:gd name="connsiteY748" fmla="*/ 962986 h 1189966"/>
              <a:gd name="connsiteX749" fmla="*/ 691524 w 1595616"/>
              <a:gd name="connsiteY749" fmla="*/ 965672 h 1189966"/>
              <a:gd name="connsiteX750" fmla="*/ 688833 w 1595616"/>
              <a:gd name="connsiteY750" fmla="*/ 972388 h 1189966"/>
              <a:gd name="connsiteX751" fmla="*/ 684797 w 1595616"/>
              <a:gd name="connsiteY751" fmla="*/ 972388 h 1189966"/>
              <a:gd name="connsiteX752" fmla="*/ 675379 w 1595616"/>
              <a:gd name="connsiteY752" fmla="*/ 975074 h 1189966"/>
              <a:gd name="connsiteX753" fmla="*/ 672688 w 1595616"/>
              <a:gd name="connsiteY753" fmla="*/ 975074 h 1189966"/>
              <a:gd name="connsiteX754" fmla="*/ 671343 w 1595616"/>
              <a:gd name="connsiteY754" fmla="*/ 975074 h 1189966"/>
              <a:gd name="connsiteX755" fmla="*/ 665961 w 1595616"/>
              <a:gd name="connsiteY755" fmla="*/ 969702 h 1189966"/>
              <a:gd name="connsiteX756" fmla="*/ 660580 w 1595616"/>
              <a:gd name="connsiteY756" fmla="*/ 969702 h 1189966"/>
              <a:gd name="connsiteX757" fmla="*/ 653853 w 1595616"/>
              <a:gd name="connsiteY757" fmla="*/ 972388 h 1189966"/>
              <a:gd name="connsiteX758" fmla="*/ 648472 w 1595616"/>
              <a:gd name="connsiteY758" fmla="*/ 969702 h 1189966"/>
              <a:gd name="connsiteX759" fmla="*/ 636363 w 1595616"/>
              <a:gd name="connsiteY759" fmla="*/ 968358 h 1189966"/>
              <a:gd name="connsiteX760" fmla="*/ 633672 w 1595616"/>
              <a:gd name="connsiteY760" fmla="*/ 964329 h 1189966"/>
              <a:gd name="connsiteX761" fmla="*/ 625600 w 1595616"/>
              <a:gd name="connsiteY761" fmla="*/ 965672 h 1189966"/>
              <a:gd name="connsiteX762" fmla="*/ 612146 w 1595616"/>
              <a:gd name="connsiteY762" fmla="*/ 972388 h 1189966"/>
              <a:gd name="connsiteX763" fmla="*/ 606765 w 1595616"/>
              <a:gd name="connsiteY763" fmla="*/ 984475 h 1189966"/>
              <a:gd name="connsiteX764" fmla="*/ 601384 w 1595616"/>
              <a:gd name="connsiteY764" fmla="*/ 987162 h 1189966"/>
              <a:gd name="connsiteX765" fmla="*/ 601384 w 1595616"/>
              <a:gd name="connsiteY765" fmla="*/ 987162 h 1189966"/>
              <a:gd name="connsiteX766" fmla="*/ 596002 w 1595616"/>
              <a:gd name="connsiteY766" fmla="*/ 983132 h 1189966"/>
              <a:gd name="connsiteX767" fmla="*/ 596002 w 1595616"/>
              <a:gd name="connsiteY767" fmla="*/ 976417 h 1189966"/>
              <a:gd name="connsiteX768" fmla="*/ 593311 w 1595616"/>
              <a:gd name="connsiteY768" fmla="*/ 971045 h 1189966"/>
              <a:gd name="connsiteX769" fmla="*/ 586584 w 1595616"/>
              <a:gd name="connsiteY769" fmla="*/ 972388 h 1189966"/>
              <a:gd name="connsiteX770" fmla="*/ 581203 w 1595616"/>
              <a:gd name="connsiteY770" fmla="*/ 976417 h 1189966"/>
              <a:gd name="connsiteX771" fmla="*/ 581203 w 1595616"/>
              <a:gd name="connsiteY771" fmla="*/ 976417 h 1189966"/>
              <a:gd name="connsiteX772" fmla="*/ 577167 w 1595616"/>
              <a:gd name="connsiteY772" fmla="*/ 975074 h 1189966"/>
              <a:gd name="connsiteX773" fmla="*/ 569095 w 1595616"/>
              <a:gd name="connsiteY773" fmla="*/ 977760 h 1189966"/>
              <a:gd name="connsiteX774" fmla="*/ 566404 w 1595616"/>
              <a:gd name="connsiteY774" fmla="*/ 976417 h 1189966"/>
              <a:gd name="connsiteX775" fmla="*/ 559677 w 1595616"/>
              <a:gd name="connsiteY775" fmla="*/ 979103 h 1189966"/>
              <a:gd name="connsiteX776" fmla="*/ 555641 w 1595616"/>
              <a:gd name="connsiteY776" fmla="*/ 977760 h 1189966"/>
              <a:gd name="connsiteX777" fmla="*/ 550259 w 1595616"/>
              <a:gd name="connsiteY777" fmla="*/ 971045 h 1189966"/>
              <a:gd name="connsiteX778" fmla="*/ 542187 w 1595616"/>
              <a:gd name="connsiteY778" fmla="*/ 968358 h 1189966"/>
              <a:gd name="connsiteX779" fmla="*/ 540842 w 1595616"/>
              <a:gd name="connsiteY779" fmla="*/ 961643 h 1189966"/>
              <a:gd name="connsiteX780" fmla="*/ 535460 w 1595616"/>
              <a:gd name="connsiteY780" fmla="*/ 958957 h 1189966"/>
              <a:gd name="connsiteX781" fmla="*/ 524697 w 1595616"/>
              <a:gd name="connsiteY781" fmla="*/ 957614 h 1189966"/>
              <a:gd name="connsiteX782" fmla="*/ 520661 w 1595616"/>
              <a:gd name="connsiteY782" fmla="*/ 962986 h 1189966"/>
              <a:gd name="connsiteX783" fmla="*/ 515280 w 1595616"/>
              <a:gd name="connsiteY783" fmla="*/ 964329 h 1189966"/>
              <a:gd name="connsiteX784" fmla="*/ 511243 w 1595616"/>
              <a:gd name="connsiteY784" fmla="*/ 967015 h 1189966"/>
              <a:gd name="connsiteX785" fmla="*/ 504516 w 1595616"/>
              <a:gd name="connsiteY785" fmla="*/ 964329 h 1189966"/>
              <a:gd name="connsiteX786" fmla="*/ 500480 w 1595616"/>
              <a:gd name="connsiteY786" fmla="*/ 964329 h 1189966"/>
              <a:gd name="connsiteX787" fmla="*/ 497789 w 1595616"/>
              <a:gd name="connsiteY787" fmla="*/ 958957 h 1189966"/>
              <a:gd name="connsiteX788" fmla="*/ 499135 w 1595616"/>
              <a:gd name="connsiteY788" fmla="*/ 948212 h 1189966"/>
              <a:gd name="connsiteX789" fmla="*/ 492408 w 1595616"/>
              <a:gd name="connsiteY789" fmla="*/ 946869 h 1189966"/>
              <a:gd name="connsiteX790" fmla="*/ 484336 w 1595616"/>
              <a:gd name="connsiteY790" fmla="*/ 949555 h 1189966"/>
              <a:gd name="connsiteX791" fmla="*/ 477609 w 1595616"/>
              <a:gd name="connsiteY791" fmla="*/ 944183 h 1189966"/>
              <a:gd name="connsiteX792" fmla="*/ 476263 w 1595616"/>
              <a:gd name="connsiteY792" fmla="*/ 937468 h 1189966"/>
              <a:gd name="connsiteX793" fmla="*/ 470882 w 1595616"/>
              <a:gd name="connsiteY793" fmla="*/ 933438 h 1189966"/>
              <a:gd name="connsiteX794" fmla="*/ 465500 w 1595616"/>
              <a:gd name="connsiteY794" fmla="*/ 933438 h 1189966"/>
              <a:gd name="connsiteX795" fmla="*/ 464155 w 1595616"/>
              <a:gd name="connsiteY795" fmla="*/ 930752 h 1189966"/>
              <a:gd name="connsiteX796" fmla="*/ 461464 w 1595616"/>
              <a:gd name="connsiteY796" fmla="*/ 934781 h 1189966"/>
              <a:gd name="connsiteX797" fmla="*/ 460119 w 1595616"/>
              <a:gd name="connsiteY797" fmla="*/ 941497 h 1189966"/>
              <a:gd name="connsiteX798" fmla="*/ 457428 w 1595616"/>
              <a:gd name="connsiteY798" fmla="*/ 942840 h 1189966"/>
              <a:gd name="connsiteX799" fmla="*/ 456083 w 1595616"/>
              <a:gd name="connsiteY799" fmla="*/ 937468 h 1189966"/>
              <a:gd name="connsiteX800" fmla="*/ 450701 w 1595616"/>
              <a:gd name="connsiteY800" fmla="*/ 932095 h 1189966"/>
              <a:gd name="connsiteX801" fmla="*/ 449356 w 1595616"/>
              <a:gd name="connsiteY801" fmla="*/ 928066 h 1189966"/>
              <a:gd name="connsiteX802" fmla="*/ 442629 w 1595616"/>
              <a:gd name="connsiteY802" fmla="*/ 925380 h 1189966"/>
              <a:gd name="connsiteX803" fmla="*/ 437247 w 1595616"/>
              <a:gd name="connsiteY803" fmla="*/ 925380 h 1189966"/>
              <a:gd name="connsiteX804" fmla="*/ 429175 w 1595616"/>
              <a:gd name="connsiteY804" fmla="*/ 917322 h 1189966"/>
              <a:gd name="connsiteX805" fmla="*/ 425139 w 1595616"/>
              <a:gd name="connsiteY805" fmla="*/ 914635 h 1189966"/>
              <a:gd name="connsiteX806" fmla="*/ 419758 w 1595616"/>
              <a:gd name="connsiteY806" fmla="*/ 914635 h 1189966"/>
              <a:gd name="connsiteX807" fmla="*/ 417067 w 1595616"/>
              <a:gd name="connsiteY807" fmla="*/ 911949 h 1189966"/>
              <a:gd name="connsiteX808" fmla="*/ 407649 w 1595616"/>
              <a:gd name="connsiteY808" fmla="*/ 907920 h 1189966"/>
              <a:gd name="connsiteX809" fmla="*/ 400922 w 1595616"/>
              <a:gd name="connsiteY809" fmla="*/ 909263 h 1189966"/>
              <a:gd name="connsiteX810" fmla="*/ 398232 w 1595616"/>
              <a:gd name="connsiteY810" fmla="*/ 913292 h 1189966"/>
              <a:gd name="connsiteX811" fmla="*/ 394196 w 1595616"/>
              <a:gd name="connsiteY811" fmla="*/ 911949 h 1189966"/>
              <a:gd name="connsiteX812" fmla="*/ 390159 w 1595616"/>
              <a:gd name="connsiteY812" fmla="*/ 911949 h 1189966"/>
              <a:gd name="connsiteX813" fmla="*/ 387469 w 1595616"/>
              <a:gd name="connsiteY813" fmla="*/ 909263 h 1189966"/>
              <a:gd name="connsiteX814" fmla="*/ 379396 w 1595616"/>
              <a:gd name="connsiteY814" fmla="*/ 905234 h 1189966"/>
              <a:gd name="connsiteX815" fmla="*/ 379396 w 1595616"/>
              <a:gd name="connsiteY815" fmla="*/ 906577 h 1189966"/>
              <a:gd name="connsiteX816" fmla="*/ 378051 w 1595616"/>
              <a:gd name="connsiteY816" fmla="*/ 907920 h 1189966"/>
              <a:gd name="connsiteX817" fmla="*/ 376705 w 1595616"/>
              <a:gd name="connsiteY817" fmla="*/ 903891 h 1189966"/>
              <a:gd name="connsiteX818" fmla="*/ 372670 w 1595616"/>
              <a:gd name="connsiteY818" fmla="*/ 902548 h 1189966"/>
              <a:gd name="connsiteX819" fmla="*/ 369979 w 1595616"/>
              <a:gd name="connsiteY819" fmla="*/ 895832 h 1189966"/>
              <a:gd name="connsiteX820" fmla="*/ 365943 w 1595616"/>
              <a:gd name="connsiteY820" fmla="*/ 894489 h 1189966"/>
              <a:gd name="connsiteX821" fmla="*/ 360561 w 1595616"/>
              <a:gd name="connsiteY821" fmla="*/ 889117 h 1189966"/>
              <a:gd name="connsiteX822" fmla="*/ 353834 w 1595616"/>
              <a:gd name="connsiteY822" fmla="*/ 889117 h 1189966"/>
              <a:gd name="connsiteX823" fmla="*/ 351143 w 1595616"/>
              <a:gd name="connsiteY823" fmla="*/ 886431 h 1189966"/>
              <a:gd name="connsiteX824" fmla="*/ 345762 w 1595616"/>
              <a:gd name="connsiteY824" fmla="*/ 886431 h 1189966"/>
              <a:gd name="connsiteX825" fmla="*/ 343071 w 1595616"/>
              <a:gd name="connsiteY825" fmla="*/ 890460 h 1189966"/>
              <a:gd name="connsiteX826" fmla="*/ 337690 w 1595616"/>
              <a:gd name="connsiteY826" fmla="*/ 887774 h 1189966"/>
              <a:gd name="connsiteX827" fmla="*/ 334999 w 1595616"/>
              <a:gd name="connsiteY827" fmla="*/ 882402 h 1189966"/>
              <a:gd name="connsiteX828" fmla="*/ 333654 w 1595616"/>
              <a:gd name="connsiteY828" fmla="*/ 881058 h 1189966"/>
              <a:gd name="connsiteX829" fmla="*/ 333654 w 1595616"/>
              <a:gd name="connsiteY829" fmla="*/ 877029 h 1189966"/>
              <a:gd name="connsiteX830" fmla="*/ 329617 w 1595616"/>
              <a:gd name="connsiteY830" fmla="*/ 873000 h 1189966"/>
              <a:gd name="connsiteX831" fmla="*/ 326927 w 1595616"/>
              <a:gd name="connsiteY831" fmla="*/ 871657 h 1189966"/>
              <a:gd name="connsiteX832" fmla="*/ 328272 w 1595616"/>
              <a:gd name="connsiteY832" fmla="*/ 867628 h 1189966"/>
              <a:gd name="connsiteX833" fmla="*/ 325581 w 1595616"/>
              <a:gd name="connsiteY833" fmla="*/ 863599 h 1189966"/>
              <a:gd name="connsiteX834" fmla="*/ 326927 w 1595616"/>
              <a:gd name="connsiteY834" fmla="*/ 852854 h 1189966"/>
              <a:gd name="connsiteX835" fmla="*/ 320200 w 1595616"/>
              <a:gd name="connsiteY835" fmla="*/ 850168 h 1189966"/>
              <a:gd name="connsiteX836" fmla="*/ 320200 w 1595616"/>
              <a:gd name="connsiteY836" fmla="*/ 844795 h 1189966"/>
              <a:gd name="connsiteX837" fmla="*/ 317509 w 1595616"/>
              <a:gd name="connsiteY837" fmla="*/ 842109 h 1189966"/>
              <a:gd name="connsiteX838" fmla="*/ 317509 w 1595616"/>
              <a:gd name="connsiteY838" fmla="*/ 842109 h 1189966"/>
              <a:gd name="connsiteX839" fmla="*/ 325581 w 1595616"/>
              <a:gd name="connsiteY839" fmla="*/ 834051 h 1189966"/>
              <a:gd name="connsiteX840" fmla="*/ 329617 w 1595616"/>
              <a:gd name="connsiteY840" fmla="*/ 835394 h 1189966"/>
              <a:gd name="connsiteX841" fmla="*/ 330963 w 1595616"/>
              <a:gd name="connsiteY841" fmla="*/ 839423 h 1189966"/>
              <a:gd name="connsiteX842" fmla="*/ 334999 w 1595616"/>
              <a:gd name="connsiteY842" fmla="*/ 834051 h 1189966"/>
              <a:gd name="connsiteX843" fmla="*/ 332308 w 1595616"/>
              <a:gd name="connsiteY843" fmla="*/ 824649 h 1189966"/>
              <a:gd name="connsiteX844" fmla="*/ 329617 w 1595616"/>
              <a:gd name="connsiteY844" fmla="*/ 812562 h 1189966"/>
              <a:gd name="connsiteX845" fmla="*/ 322890 w 1595616"/>
              <a:gd name="connsiteY845" fmla="*/ 811218 h 1189966"/>
              <a:gd name="connsiteX846" fmla="*/ 317509 w 1595616"/>
              <a:gd name="connsiteY846" fmla="*/ 799131 h 1189966"/>
              <a:gd name="connsiteX847" fmla="*/ 318854 w 1595616"/>
              <a:gd name="connsiteY847" fmla="*/ 787043 h 1189966"/>
              <a:gd name="connsiteX848" fmla="*/ 314818 w 1595616"/>
              <a:gd name="connsiteY848" fmla="*/ 780328 h 1189966"/>
              <a:gd name="connsiteX849" fmla="*/ 305401 w 1595616"/>
              <a:gd name="connsiteY849" fmla="*/ 776299 h 1189966"/>
              <a:gd name="connsiteX850" fmla="*/ 298674 w 1595616"/>
              <a:gd name="connsiteY850" fmla="*/ 768240 h 1189966"/>
              <a:gd name="connsiteX851" fmla="*/ 294637 w 1595616"/>
              <a:gd name="connsiteY851" fmla="*/ 756152 h 1189966"/>
              <a:gd name="connsiteX852" fmla="*/ 286565 w 1595616"/>
              <a:gd name="connsiteY852" fmla="*/ 750780 h 1189966"/>
              <a:gd name="connsiteX853" fmla="*/ 275802 w 1595616"/>
              <a:gd name="connsiteY853" fmla="*/ 748094 h 1189966"/>
              <a:gd name="connsiteX854" fmla="*/ 274457 w 1595616"/>
              <a:gd name="connsiteY854" fmla="*/ 742722 h 1189966"/>
              <a:gd name="connsiteX855" fmla="*/ 270421 w 1595616"/>
              <a:gd name="connsiteY855" fmla="*/ 740035 h 1189966"/>
              <a:gd name="connsiteX856" fmla="*/ 259658 w 1595616"/>
              <a:gd name="connsiteY856" fmla="*/ 741378 h 1189966"/>
              <a:gd name="connsiteX857" fmla="*/ 248895 w 1595616"/>
              <a:gd name="connsiteY857" fmla="*/ 740035 h 1189966"/>
              <a:gd name="connsiteX858" fmla="*/ 246204 w 1595616"/>
              <a:gd name="connsiteY858" fmla="*/ 736006 h 1189966"/>
              <a:gd name="connsiteX859" fmla="*/ 242168 w 1595616"/>
              <a:gd name="connsiteY859" fmla="*/ 733320 h 1189966"/>
              <a:gd name="connsiteX860" fmla="*/ 242168 w 1595616"/>
              <a:gd name="connsiteY860" fmla="*/ 726605 h 1189966"/>
              <a:gd name="connsiteX861" fmla="*/ 235441 w 1595616"/>
              <a:gd name="connsiteY861" fmla="*/ 721232 h 1189966"/>
              <a:gd name="connsiteX862" fmla="*/ 223333 w 1595616"/>
              <a:gd name="connsiteY862" fmla="*/ 703772 h 1189966"/>
              <a:gd name="connsiteX863" fmla="*/ 220642 w 1595616"/>
              <a:gd name="connsiteY863" fmla="*/ 695714 h 1189966"/>
              <a:gd name="connsiteX864" fmla="*/ 216606 w 1595616"/>
              <a:gd name="connsiteY864" fmla="*/ 693028 h 1189966"/>
              <a:gd name="connsiteX865" fmla="*/ 213915 w 1595616"/>
              <a:gd name="connsiteY865" fmla="*/ 693028 h 1189966"/>
              <a:gd name="connsiteX866" fmla="*/ 211224 w 1595616"/>
              <a:gd name="connsiteY866" fmla="*/ 694371 h 1189966"/>
              <a:gd name="connsiteX867" fmla="*/ 208533 w 1595616"/>
              <a:gd name="connsiteY867" fmla="*/ 697057 h 1189966"/>
              <a:gd name="connsiteX868" fmla="*/ 203152 w 1595616"/>
              <a:gd name="connsiteY868" fmla="*/ 697057 h 1189966"/>
              <a:gd name="connsiteX869" fmla="*/ 200461 w 1595616"/>
              <a:gd name="connsiteY869" fmla="*/ 698400 h 1189966"/>
              <a:gd name="connsiteX870" fmla="*/ 196425 w 1595616"/>
              <a:gd name="connsiteY870" fmla="*/ 694371 h 1189966"/>
              <a:gd name="connsiteX871" fmla="*/ 192389 w 1595616"/>
              <a:gd name="connsiteY871" fmla="*/ 695714 h 1189966"/>
              <a:gd name="connsiteX872" fmla="*/ 189698 w 1595616"/>
              <a:gd name="connsiteY872" fmla="*/ 697057 h 1189966"/>
              <a:gd name="connsiteX873" fmla="*/ 187007 w 1595616"/>
              <a:gd name="connsiteY873" fmla="*/ 695714 h 1189966"/>
              <a:gd name="connsiteX874" fmla="*/ 193734 w 1595616"/>
              <a:gd name="connsiteY874" fmla="*/ 688999 h 1189966"/>
              <a:gd name="connsiteX875" fmla="*/ 192389 w 1595616"/>
              <a:gd name="connsiteY875" fmla="*/ 684969 h 1189966"/>
              <a:gd name="connsiteX876" fmla="*/ 181626 w 1595616"/>
              <a:gd name="connsiteY876" fmla="*/ 684969 h 1189966"/>
              <a:gd name="connsiteX877" fmla="*/ 178935 w 1595616"/>
              <a:gd name="connsiteY877" fmla="*/ 688999 h 1189966"/>
              <a:gd name="connsiteX878" fmla="*/ 169518 w 1595616"/>
              <a:gd name="connsiteY878" fmla="*/ 688999 h 1189966"/>
              <a:gd name="connsiteX879" fmla="*/ 168172 w 1595616"/>
              <a:gd name="connsiteY879" fmla="*/ 684969 h 1189966"/>
              <a:gd name="connsiteX880" fmla="*/ 160100 w 1595616"/>
              <a:gd name="connsiteY880" fmla="*/ 686312 h 1189966"/>
              <a:gd name="connsiteX881" fmla="*/ 147991 w 1595616"/>
              <a:gd name="connsiteY881" fmla="*/ 693028 h 1189966"/>
              <a:gd name="connsiteX882" fmla="*/ 145301 w 1595616"/>
              <a:gd name="connsiteY882" fmla="*/ 697057 h 1189966"/>
              <a:gd name="connsiteX883" fmla="*/ 143955 w 1595616"/>
              <a:gd name="connsiteY883" fmla="*/ 701086 h 1189966"/>
              <a:gd name="connsiteX884" fmla="*/ 139919 w 1595616"/>
              <a:gd name="connsiteY884" fmla="*/ 705115 h 1189966"/>
              <a:gd name="connsiteX885" fmla="*/ 130502 w 1595616"/>
              <a:gd name="connsiteY885" fmla="*/ 709145 h 1189966"/>
              <a:gd name="connsiteX886" fmla="*/ 129156 w 1595616"/>
              <a:gd name="connsiteY886" fmla="*/ 711831 h 1189966"/>
              <a:gd name="connsiteX887" fmla="*/ 125120 w 1595616"/>
              <a:gd name="connsiteY887" fmla="*/ 714517 h 1189966"/>
              <a:gd name="connsiteX888" fmla="*/ 118393 w 1595616"/>
              <a:gd name="connsiteY888" fmla="*/ 714517 h 1189966"/>
              <a:gd name="connsiteX889" fmla="*/ 114357 w 1595616"/>
              <a:gd name="connsiteY889" fmla="*/ 713174 h 1189966"/>
              <a:gd name="connsiteX890" fmla="*/ 114357 w 1595616"/>
              <a:gd name="connsiteY890" fmla="*/ 709145 h 1189966"/>
              <a:gd name="connsiteX891" fmla="*/ 110321 w 1595616"/>
              <a:gd name="connsiteY891" fmla="*/ 703772 h 1189966"/>
              <a:gd name="connsiteX892" fmla="*/ 108976 w 1595616"/>
              <a:gd name="connsiteY892" fmla="*/ 694371 h 1189966"/>
              <a:gd name="connsiteX893" fmla="*/ 108976 w 1595616"/>
              <a:gd name="connsiteY893" fmla="*/ 688999 h 1189966"/>
              <a:gd name="connsiteX894" fmla="*/ 108976 w 1595616"/>
              <a:gd name="connsiteY894" fmla="*/ 682283 h 1189966"/>
              <a:gd name="connsiteX895" fmla="*/ 107630 w 1595616"/>
              <a:gd name="connsiteY895" fmla="*/ 678254 h 1189966"/>
              <a:gd name="connsiteX896" fmla="*/ 102249 w 1595616"/>
              <a:gd name="connsiteY896" fmla="*/ 678254 h 1189966"/>
              <a:gd name="connsiteX897" fmla="*/ 100903 w 1595616"/>
              <a:gd name="connsiteY897" fmla="*/ 672881 h 1189966"/>
              <a:gd name="connsiteX898" fmla="*/ 102249 w 1595616"/>
              <a:gd name="connsiteY898" fmla="*/ 667509 h 1189966"/>
              <a:gd name="connsiteX899" fmla="*/ 102249 w 1595616"/>
              <a:gd name="connsiteY899" fmla="*/ 663480 h 1189966"/>
              <a:gd name="connsiteX900" fmla="*/ 98213 w 1595616"/>
              <a:gd name="connsiteY900" fmla="*/ 660794 h 1189966"/>
              <a:gd name="connsiteX901" fmla="*/ 92831 w 1595616"/>
              <a:gd name="connsiteY901" fmla="*/ 656765 h 1189966"/>
              <a:gd name="connsiteX902" fmla="*/ 87449 w 1595616"/>
              <a:gd name="connsiteY902" fmla="*/ 656765 h 1189966"/>
              <a:gd name="connsiteX903" fmla="*/ 84759 w 1595616"/>
              <a:gd name="connsiteY903" fmla="*/ 662137 h 1189966"/>
              <a:gd name="connsiteX904" fmla="*/ 83414 w 1595616"/>
              <a:gd name="connsiteY904" fmla="*/ 668852 h 1189966"/>
              <a:gd name="connsiteX905" fmla="*/ 80723 w 1595616"/>
              <a:gd name="connsiteY905" fmla="*/ 672881 h 1189966"/>
              <a:gd name="connsiteX906" fmla="*/ 78032 w 1595616"/>
              <a:gd name="connsiteY906" fmla="*/ 675568 h 1189966"/>
              <a:gd name="connsiteX907" fmla="*/ 79377 w 1595616"/>
              <a:gd name="connsiteY907" fmla="*/ 682283 h 1189966"/>
              <a:gd name="connsiteX908" fmla="*/ 75341 w 1595616"/>
              <a:gd name="connsiteY908" fmla="*/ 688999 h 1189966"/>
              <a:gd name="connsiteX909" fmla="*/ 69960 w 1595616"/>
              <a:gd name="connsiteY909" fmla="*/ 688999 h 1189966"/>
              <a:gd name="connsiteX910" fmla="*/ 69960 w 1595616"/>
              <a:gd name="connsiteY910" fmla="*/ 686312 h 1189966"/>
              <a:gd name="connsiteX911" fmla="*/ 67269 w 1595616"/>
              <a:gd name="connsiteY911" fmla="*/ 686312 h 1189966"/>
              <a:gd name="connsiteX912" fmla="*/ 64578 w 1595616"/>
              <a:gd name="connsiteY912" fmla="*/ 688999 h 1189966"/>
              <a:gd name="connsiteX913" fmla="*/ 59196 w 1595616"/>
              <a:gd name="connsiteY913" fmla="*/ 690341 h 1189966"/>
              <a:gd name="connsiteX914" fmla="*/ 59196 w 1595616"/>
              <a:gd name="connsiteY914" fmla="*/ 694371 h 1189966"/>
              <a:gd name="connsiteX915" fmla="*/ 61887 w 1595616"/>
              <a:gd name="connsiteY915" fmla="*/ 697057 h 1189966"/>
              <a:gd name="connsiteX916" fmla="*/ 61887 w 1595616"/>
              <a:gd name="connsiteY916" fmla="*/ 701086 h 1189966"/>
              <a:gd name="connsiteX917" fmla="*/ 52470 w 1595616"/>
              <a:gd name="connsiteY917" fmla="*/ 699743 h 1189966"/>
              <a:gd name="connsiteX918" fmla="*/ 49779 w 1595616"/>
              <a:gd name="connsiteY918" fmla="*/ 695714 h 1189966"/>
              <a:gd name="connsiteX919" fmla="*/ 47088 w 1595616"/>
              <a:gd name="connsiteY919" fmla="*/ 694371 h 1189966"/>
              <a:gd name="connsiteX920" fmla="*/ 44398 w 1595616"/>
              <a:gd name="connsiteY920" fmla="*/ 697057 h 1189966"/>
              <a:gd name="connsiteX921" fmla="*/ 41707 w 1595616"/>
              <a:gd name="connsiteY921" fmla="*/ 698400 h 1189966"/>
              <a:gd name="connsiteX922" fmla="*/ 39016 w 1595616"/>
              <a:gd name="connsiteY922" fmla="*/ 702429 h 1189966"/>
              <a:gd name="connsiteX923" fmla="*/ 32289 w 1595616"/>
              <a:gd name="connsiteY923" fmla="*/ 705115 h 1189966"/>
              <a:gd name="connsiteX924" fmla="*/ 24217 w 1595616"/>
              <a:gd name="connsiteY924" fmla="*/ 706458 h 1189966"/>
              <a:gd name="connsiteX925" fmla="*/ 20181 w 1595616"/>
              <a:gd name="connsiteY925" fmla="*/ 705115 h 1189966"/>
              <a:gd name="connsiteX926" fmla="*/ 16145 w 1595616"/>
              <a:gd name="connsiteY926" fmla="*/ 701086 h 1189966"/>
              <a:gd name="connsiteX927" fmla="*/ 18835 w 1595616"/>
              <a:gd name="connsiteY927" fmla="*/ 684969 h 1189966"/>
              <a:gd name="connsiteX928" fmla="*/ 24217 w 1595616"/>
              <a:gd name="connsiteY928" fmla="*/ 671538 h 1189966"/>
              <a:gd name="connsiteX929" fmla="*/ 26908 w 1595616"/>
              <a:gd name="connsiteY929" fmla="*/ 668852 h 1189966"/>
              <a:gd name="connsiteX930" fmla="*/ 25562 w 1595616"/>
              <a:gd name="connsiteY930" fmla="*/ 662137 h 1189966"/>
              <a:gd name="connsiteX931" fmla="*/ 20181 w 1595616"/>
              <a:gd name="connsiteY931" fmla="*/ 659451 h 1189966"/>
              <a:gd name="connsiteX932" fmla="*/ 17490 w 1595616"/>
              <a:gd name="connsiteY932" fmla="*/ 652735 h 1189966"/>
              <a:gd name="connsiteX933" fmla="*/ 20181 w 1595616"/>
              <a:gd name="connsiteY933" fmla="*/ 647363 h 1189966"/>
              <a:gd name="connsiteX934" fmla="*/ 18835 w 1595616"/>
              <a:gd name="connsiteY934" fmla="*/ 640648 h 1189966"/>
              <a:gd name="connsiteX935" fmla="*/ 12108 w 1595616"/>
              <a:gd name="connsiteY935" fmla="*/ 641991 h 1189966"/>
              <a:gd name="connsiteX936" fmla="*/ 6727 w 1595616"/>
              <a:gd name="connsiteY936" fmla="*/ 643334 h 1189966"/>
              <a:gd name="connsiteX937" fmla="*/ 0 w 1595616"/>
              <a:gd name="connsiteY937" fmla="*/ 633932 h 1189966"/>
              <a:gd name="connsiteX938" fmla="*/ 0 w 1595616"/>
              <a:gd name="connsiteY938" fmla="*/ 625874 h 1189966"/>
              <a:gd name="connsiteX939" fmla="*/ 5381 w 1595616"/>
              <a:gd name="connsiteY939" fmla="*/ 621845 h 1189966"/>
              <a:gd name="connsiteX940" fmla="*/ 17490 w 1595616"/>
              <a:gd name="connsiteY940" fmla="*/ 623188 h 1189966"/>
              <a:gd name="connsiteX941" fmla="*/ 21526 w 1595616"/>
              <a:gd name="connsiteY941" fmla="*/ 621845 h 1189966"/>
              <a:gd name="connsiteX942" fmla="*/ 22872 w 1595616"/>
              <a:gd name="connsiteY942" fmla="*/ 616472 h 1189966"/>
              <a:gd name="connsiteX943" fmla="*/ 32289 w 1595616"/>
              <a:gd name="connsiteY943" fmla="*/ 612443 h 1189966"/>
              <a:gd name="connsiteX944" fmla="*/ 30944 w 1595616"/>
              <a:gd name="connsiteY944" fmla="*/ 608414 h 1189966"/>
              <a:gd name="connsiteX945" fmla="*/ 28253 w 1595616"/>
              <a:gd name="connsiteY945" fmla="*/ 607071 h 1189966"/>
              <a:gd name="connsiteX946" fmla="*/ 40361 w 1595616"/>
              <a:gd name="connsiteY946" fmla="*/ 604385 h 1189966"/>
              <a:gd name="connsiteX947" fmla="*/ 48434 w 1595616"/>
              <a:gd name="connsiteY947" fmla="*/ 600355 h 1189966"/>
              <a:gd name="connsiteX948" fmla="*/ 48434 w 1595616"/>
              <a:gd name="connsiteY948" fmla="*/ 594983 h 1189966"/>
              <a:gd name="connsiteX949" fmla="*/ 40361 w 1595616"/>
              <a:gd name="connsiteY949" fmla="*/ 590954 h 1189966"/>
              <a:gd name="connsiteX950" fmla="*/ 41707 w 1595616"/>
              <a:gd name="connsiteY950" fmla="*/ 585581 h 1189966"/>
              <a:gd name="connsiteX951" fmla="*/ 48434 w 1595616"/>
              <a:gd name="connsiteY951" fmla="*/ 582895 h 1189966"/>
              <a:gd name="connsiteX952" fmla="*/ 55161 w 1595616"/>
              <a:gd name="connsiteY952" fmla="*/ 577523 h 1189966"/>
              <a:gd name="connsiteX953" fmla="*/ 60542 w 1595616"/>
              <a:gd name="connsiteY953" fmla="*/ 577523 h 1189966"/>
              <a:gd name="connsiteX954" fmla="*/ 68614 w 1595616"/>
              <a:gd name="connsiteY954" fmla="*/ 569465 h 1189966"/>
              <a:gd name="connsiteX955" fmla="*/ 73996 w 1595616"/>
              <a:gd name="connsiteY955" fmla="*/ 574837 h 1189966"/>
              <a:gd name="connsiteX956" fmla="*/ 75341 w 1595616"/>
              <a:gd name="connsiteY956" fmla="*/ 578866 h 1189966"/>
              <a:gd name="connsiteX957" fmla="*/ 88795 w 1595616"/>
              <a:gd name="connsiteY957" fmla="*/ 577523 h 1189966"/>
              <a:gd name="connsiteX958" fmla="*/ 96867 w 1595616"/>
              <a:gd name="connsiteY958" fmla="*/ 577523 h 1189966"/>
              <a:gd name="connsiteX959" fmla="*/ 104940 w 1595616"/>
              <a:gd name="connsiteY959" fmla="*/ 569465 h 1189966"/>
              <a:gd name="connsiteX960" fmla="*/ 103594 w 1595616"/>
              <a:gd name="connsiteY960" fmla="*/ 564092 h 1189966"/>
              <a:gd name="connsiteX961" fmla="*/ 90140 w 1595616"/>
              <a:gd name="connsiteY961" fmla="*/ 554691 h 1189966"/>
              <a:gd name="connsiteX962" fmla="*/ 87449 w 1595616"/>
              <a:gd name="connsiteY962" fmla="*/ 553348 h 1189966"/>
              <a:gd name="connsiteX963" fmla="*/ 86104 w 1595616"/>
              <a:gd name="connsiteY963" fmla="*/ 560063 h 1189966"/>
              <a:gd name="connsiteX964" fmla="*/ 82068 w 1595616"/>
              <a:gd name="connsiteY964" fmla="*/ 565435 h 1189966"/>
              <a:gd name="connsiteX965" fmla="*/ 78032 w 1595616"/>
              <a:gd name="connsiteY965" fmla="*/ 564092 h 1189966"/>
              <a:gd name="connsiteX966" fmla="*/ 72650 w 1595616"/>
              <a:gd name="connsiteY966" fmla="*/ 558720 h 1189966"/>
              <a:gd name="connsiteX967" fmla="*/ 61887 w 1595616"/>
              <a:gd name="connsiteY967" fmla="*/ 556034 h 1189966"/>
              <a:gd name="connsiteX968" fmla="*/ 56506 w 1595616"/>
              <a:gd name="connsiteY968" fmla="*/ 553348 h 1189966"/>
              <a:gd name="connsiteX969" fmla="*/ 60542 w 1595616"/>
              <a:gd name="connsiteY969" fmla="*/ 546632 h 1189966"/>
              <a:gd name="connsiteX970" fmla="*/ 68614 w 1595616"/>
              <a:gd name="connsiteY970" fmla="*/ 533202 h 1189966"/>
              <a:gd name="connsiteX971" fmla="*/ 68614 w 1595616"/>
              <a:gd name="connsiteY971" fmla="*/ 527829 h 1189966"/>
              <a:gd name="connsiteX972" fmla="*/ 65923 w 1595616"/>
              <a:gd name="connsiteY972" fmla="*/ 527829 h 1189966"/>
              <a:gd name="connsiteX973" fmla="*/ 65923 w 1595616"/>
              <a:gd name="connsiteY973" fmla="*/ 525143 h 1189966"/>
              <a:gd name="connsiteX974" fmla="*/ 71305 w 1595616"/>
              <a:gd name="connsiteY974" fmla="*/ 522457 h 1189966"/>
              <a:gd name="connsiteX975" fmla="*/ 69960 w 1595616"/>
              <a:gd name="connsiteY975" fmla="*/ 518428 h 1189966"/>
              <a:gd name="connsiteX976" fmla="*/ 75341 w 1595616"/>
              <a:gd name="connsiteY976" fmla="*/ 513055 h 1189966"/>
              <a:gd name="connsiteX977" fmla="*/ 83414 w 1595616"/>
              <a:gd name="connsiteY977" fmla="*/ 514399 h 1189966"/>
              <a:gd name="connsiteX978" fmla="*/ 88795 w 1595616"/>
              <a:gd name="connsiteY978" fmla="*/ 517085 h 1189966"/>
              <a:gd name="connsiteX979" fmla="*/ 107630 w 1595616"/>
              <a:gd name="connsiteY979" fmla="*/ 519771 h 1189966"/>
              <a:gd name="connsiteX980" fmla="*/ 123775 w 1595616"/>
              <a:gd name="connsiteY980" fmla="*/ 518428 h 1189966"/>
              <a:gd name="connsiteX981" fmla="*/ 131847 w 1595616"/>
              <a:gd name="connsiteY981" fmla="*/ 517085 h 1189966"/>
              <a:gd name="connsiteX982" fmla="*/ 130502 w 1595616"/>
              <a:gd name="connsiteY982" fmla="*/ 510369 h 1189966"/>
              <a:gd name="connsiteX983" fmla="*/ 129156 w 1595616"/>
              <a:gd name="connsiteY983" fmla="*/ 504997 h 1189966"/>
              <a:gd name="connsiteX984" fmla="*/ 129156 w 1595616"/>
              <a:gd name="connsiteY984" fmla="*/ 499625 h 1189966"/>
              <a:gd name="connsiteX985" fmla="*/ 131847 w 1595616"/>
              <a:gd name="connsiteY985" fmla="*/ 498281 h 1189966"/>
              <a:gd name="connsiteX986" fmla="*/ 137229 w 1595616"/>
              <a:gd name="connsiteY986" fmla="*/ 498281 h 1189966"/>
              <a:gd name="connsiteX987" fmla="*/ 142610 w 1595616"/>
              <a:gd name="connsiteY987" fmla="*/ 498281 h 1189966"/>
              <a:gd name="connsiteX988" fmla="*/ 146646 w 1595616"/>
              <a:gd name="connsiteY988" fmla="*/ 498281 h 1189966"/>
              <a:gd name="connsiteX989" fmla="*/ 154718 w 1595616"/>
              <a:gd name="connsiteY989" fmla="*/ 496938 h 1189966"/>
              <a:gd name="connsiteX990" fmla="*/ 160100 w 1595616"/>
              <a:gd name="connsiteY990" fmla="*/ 500968 h 1189966"/>
              <a:gd name="connsiteX991" fmla="*/ 169518 w 1595616"/>
              <a:gd name="connsiteY991" fmla="*/ 503654 h 1189966"/>
              <a:gd name="connsiteX992" fmla="*/ 184317 w 1595616"/>
              <a:gd name="connsiteY992" fmla="*/ 504997 h 1189966"/>
              <a:gd name="connsiteX993" fmla="*/ 189698 w 1595616"/>
              <a:gd name="connsiteY993" fmla="*/ 503654 h 1189966"/>
              <a:gd name="connsiteX994" fmla="*/ 193734 w 1595616"/>
              <a:gd name="connsiteY994" fmla="*/ 499625 h 1189966"/>
              <a:gd name="connsiteX995" fmla="*/ 200461 w 1595616"/>
              <a:gd name="connsiteY995" fmla="*/ 500968 h 1189966"/>
              <a:gd name="connsiteX996" fmla="*/ 205843 w 1595616"/>
              <a:gd name="connsiteY996" fmla="*/ 499625 h 1189966"/>
              <a:gd name="connsiteX997" fmla="*/ 217951 w 1595616"/>
              <a:gd name="connsiteY997" fmla="*/ 496938 h 1189966"/>
              <a:gd name="connsiteX998" fmla="*/ 231405 w 1595616"/>
              <a:gd name="connsiteY998" fmla="*/ 500968 h 1189966"/>
              <a:gd name="connsiteX999" fmla="*/ 239477 w 1595616"/>
              <a:gd name="connsiteY999" fmla="*/ 498281 h 1189966"/>
              <a:gd name="connsiteX1000" fmla="*/ 255622 w 1595616"/>
              <a:gd name="connsiteY1000" fmla="*/ 498281 h 1189966"/>
              <a:gd name="connsiteX1001" fmla="*/ 266385 w 1595616"/>
              <a:gd name="connsiteY1001" fmla="*/ 502311 h 1189966"/>
              <a:gd name="connsiteX1002" fmla="*/ 271766 w 1595616"/>
              <a:gd name="connsiteY1002" fmla="*/ 502311 h 1189966"/>
              <a:gd name="connsiteX1003" fmla="*/ 282529 w 1595616"/>
              <a:gd name="connsiteY1003" fmla="*/ 514399 h 1189966"/>
              <a:gd name="connsiteX1004" fmla="*/ 293292 w 1595616"/>
              <a:gd name="connsiteY1004" fmla="*/ 517085 h 1189966"/>
              <a:gd name="connsiteX1005" fmla="*/ 298674 w 1595616"/>
              <a:gd name="connsiteY1005" fmla="*/ 514399 h 1189966"/>
              <a:gd name="connsiteX1006" fmla="*/ 298674 w 1595616"/>
              <a:gd name="connsiteY1006" fmla="*/ 507683 h 1189966"/>
              <a:gd name="connsiteX1007" fmla="*/ 304055 w 1595616"/>
              <a:gd name="connsiteY1007" fmla="*/ 504997 h 1189966"/>
              <a:gd name="connsiteX1008" fmla="*/ 304055 w 1595616"/>
              <a:gd name="connsiteY1008" fmla="*/ 500968 h 1189966"/>
              <a:gd name="connsiteX1009" fmla="*/ 306746 w 1595616"/>
              <a:gd name="connsiteY1009" fmla="*/ 500968 h 1189966"/>
              <a:gd name="connsiteX1010" fmla="*/ 302710 w 1595616"/>
              <a:gd name="connsiteY1010" fmla="*/ 495595 h 1189966"/>
              <a:gd name="connsiteX1011" fmla="*/ 304055 w 1595616"/>
              <a:gd name="connsiteY1011" fmla="*/ 490223 h 1189966"/>
              <a:gd name="connsiteX1012" fmla="*/ 306746 w 1595616"/>
              <a:gd name="connsiteY1012" fmla="*/ 487537 h 1189966"/>
              <a:gd name="connsiteX1013" fmla="*/ 305401 w 1595616"/>
              <a:gd name="connsiteY1013" fmla="*/ 476792 h 1189966"/>
              <a:gd name="connsiteX1014" fmla="*/ 298674 w 1595616"/>
              <a:gd name="connsiteY1014" fmla="*/ 472763 h 1189966"/>
              <a:gd name="connsiteX1015" fmla="*/ 298674 w 1595616"/>
              <a:gd name="connsiteY1015" fmla="*/ 468734 h 1189966"/>
              <a:gd name="connsiteX1016" fmla="*/ 293292 w 1595616"/>
              <a:gd name="connsiteY1016" fmla="*/ 460675 h 1189966"/>
              <a:gd name="connsiteX1017" fmla="*/ 291947 w 1595616"/>
              <a:gd name="connsiteY1017" fmla="*/ 455303 h 1189966"/>
              <a:gd name="connsiteX1018" fmla="*/ 290601 w 1595616"/>
              <a:gd name="connsiteY1018" fmla="*/ 452617 h 1189966"/>
              <a:gd name="connsiteX1019" fmla="*/ 290601 w 1595616"/>
              <a:gd name="connsiteY1019" fmla="*/ 448588 h 1189966"/>
              <a:gd name="connsiteX1020" fmla="*/ 287911 w 1595616"/>
              <a:gd name="connsiteY1020" fmla="*/ 440529 h 1189966"/>
              <a:gd name="connsiteX1021" fmla="*/ 290601 w 1595616"/>
              <a:gd name="connsiteY1021" fmla="*/ 436500 h 1189966"/>
              <a:gd name="connsiteX1022" fmla="*/ 290601 w 1595616"/>
              <a:gd name="connsiteY1022" fmla="*/ 433814 h 1189966"/>
              <a:gd name="connsiteX1023" fmla="*/ 285220 w 1595616"/>
              <a:gd name="connsiteY1023" fmla="*/ 433814 h 1189966"/>
              <a:gd name="connsiteX1024" fmla="*/ 277148 w 1595616"/>
              <a:gd name="connsiteY1024" fmla="*/ 433814 h 1189966"/>
              <a:gd name="connsiteX1025" fmla="*/ 273112 w 1595616"/>
              <a:gd name="connsiteY1025" fmla="*/ 431128 h 1189966"/>
              <a:gd name="connsiteX1026" fmla="*/ 273112 w 1595616"/>
              <a:gd name="connsiteY1026" fmla="*/ 427099 h 1189966"/>
              <a:gd name="connsiteX1027" fmla="*/ 278493 w 1595616"/>
              <a:gd name="connsiteY1027" fmla="*/ 423069 h 1189966"/>
              <a:gd name="connsiteX1028" fmla="*/ 282529 w 1595616"/>
              <a:gd name="connsiteY1028" fmla="*/ 420383 h 1189966"/>
              <a:gd name="connsiteX1029" fmla="*/ 285220 w 1595616"/>
              <a:gd name="connsiteY1029" fmla="*/ 423069 h 1189966"/>
              <a:gd name="connsiteX1030" fmla="*/ 289256 w 1595616"/>
              <a:gd name="connsiteY1030" fmla="*/ 423069 h 1189966"/>
              <a:gd name="connsiteX1031" fmla="*/ 297328 w 1595616"/>
              <a:gd name="connsiteY1031" fmla="*/ 419040 h 1189966"/>
              <a:gd name="connsiteX1032" fmla="*/ 309437 w 1595616"/>
              <a:gd name="connsiteY1032" fmla="*/ 417697 h 1189966"/>
              <a:gd name="connsiteX1033" fmla="*/ 314818 w 1595616"/>
              <a:gd name="connsiteY1033" fmla="*/ 416354 h 1189966"/>
              <a:gd name="connsiteX1034" fmla="*/ 318854 w 1595616"/>
              <a:gd name="connsiteY1034" fmla="*/ 413668 h 1189966"/>
              <a:gd name="connsiteX1035" fmla="*/ 321545 w 1595616"/>
              <a:gd name="connsiteY1035" fmla="*/ 416354 h 1189966"/>
              <a:gd name="connsiteX1036" fmla="*/ 325581 w 1595616"/>
              <a:gd name="connsiteY1036" fmla="*/ 416354 h 1189966"/>
              <a:gd name="connsiteX1037" fmla="*/ 328272 w 1595616"/>
              <a:gd name="connsiteY1037" fmla="*/ 415011 h 1189966"/>
              <a:gd name="connsiteX1038" fmla="*/ 332308 w 1595616"/>
              <a:gd name="connsiteY1038" fmla="*/ 415011 h 1189966"/>
              <a:gd name="connsiteX1039" fmla="*/ 332308 w 1595616"/>
              <a:gd name="connsiteY1039" fmla="*/ 410981 h 1189966"/>
              <a:gd name="connsiteX1040" fmla="*/ 334999 w 1595616"/>
              <a:gd name="connsiteY1040" fmla="*/ 405609 h 1189966"/>
              <a:gd name="connsiteX1041" fmla="*/ 328272 w 1595616"/>
              <a:gd name="connsiteY1041" fmla="*/ 402923 h 1189966"/>
              <a:gd name="connsiteX1042" fmla="*/ 325581 w 1595616"/>
              <a:gd name="connsiteY1042" fmla="*/ 400237 h 1189966"/>
              <a:gd name="connsiteX1043" fmla="*/ 326927 w 1595616"/>
              <a:gd name="connsiteY1043" fmla="*/ 397551 h 1189966"/>
              <a:gd name="connsiteX1044" fmla="*/ 326927 w 1595616"/>
              <a:gd name="connsiteY1044" fmla="*/ 385463 h 1189966"/>
              <a:gd name="connsiteX1045" fmla="*/ 329617 w 1595616"/>
              <a:gd name="connsiteY1045" fmla="*/ 370689 h 1189966"/>
              <a:gd name="connsiteX1046" fmla="*/ 329617 w 1595616"/>
              <a:gd name="connsiteY1046" fmla="*/ 363974 h 1189966"/>
              <a:gd name="connsiteX1047" fmla="*/ 332308 w 1595616"/>
              <a:gd name="connsiteY1047" fmla="*/ 357258 h 1189966"/>
              <a:gd name="connsiteX1048" fmla="*/ 334999 w 1595616"/>
              <a:gd name="connsiteY1048" fmla="*/ 345171 h 1189966"/>
              <a:gd name="connsiteX1049" fmla="*/ 337690 w 1595616"/>
              <a:gd name="connsiteY1049" fmla="*/ 345171 h 1189966"/>
              <a:gd name="connsiteX1050" fmla="*/ 343071 w 1595616"/>
              <a:gd name="connsiteY1050" fmla="*/ 345171 h 1189966"/>
              <a:gd name="connsiteX1051" fmla="*/ 353834 w 1595616"/>
              <a:gd name="connsiteY1051" fmla="*/ 349200 h 1189966"/>
              <a:gd name="connsiteX1052" fmla="*/ 360561 w 1595616"/>
              <a:gd name="connsiteY1052" fmla="*/ 349200 h 1189966"/>
              <a:gd name="connsiteX1053" fmla="*/ 369979 w 1595616"/>
              <a:gd name="connsiteY1053" fmla="*/ 347857 h 1189966"/>
              <a:gd name="connsiteX1054" fmla="*/ 375360 w 1595616"/>
              <a:gd name="connsiteY1054" fmla="*/ 347857 h 1189966"/>
              <a:gd name="connsiteX1055" fmla="*/ 376705 w 1595616"/>
              <a:gd name="connsiteY1055" fmla="*/ 350543 h 1189966"/>
              <a:gd name="connsiteX1056" fmla="*/ 379396 w 1595616"/>
              <a:gd name="connsiteY1056" fmla="*/ 351886 h 1189966"/>
              <a:gd name="connsiteX1057" fmla="*/ 382087 w 1595616"/>
              <a:gd name="connsiteY1057" fmla="*/ 350543 h 1189966"/>
              <a:gd name="connsiteX1058" fmla="*/ 387469 w 1595616"/>
              <a:gd name="connsiteY1058" fmla="*/ 345171 h 1189966"/>
              <a:gd name="connsiteX1059" fmla="*/ 392850 w 1595616"/>
              <a:gd name="connsiteY1059" fmla="*/ 342485 h 1189966"/>
              <a:gd name="connsiteX1060" fmla="*/ 399577 w 1595616"/>
              <a:gd name="connsiteY1060" fmla="*/ 335769 h 1189966"/>
              <a:gd name="connsiteX1061" fmla="*/ 399577 w 1595616"/>
              <a:gd name="connsiteY1061" fmla="*/ 331740 h 1189966"/>
              <a:gd name="connsiteX1062" fmla="*/ 395541 w 1595616"/>
              <a:gd name="connsiteY1062" fmla="*/ 325025 h 1189966"/>
              <a:gd name="connsiteX1063" fmla="*/ 390159 w 1595616"/>
              <a:gd name="connsiteY1063" fmla="*/ 315623 h 1189966"/>
              <a:gd name="connsiteX1064" fmla="*/ 390159 w 1595616"/>
              <a:gd name="connsiteY1064" fmla="*/ 303535 h 1189966"/>
              <a:gd name="connsiteX1065" fmla="*/ 390159 w 1595616"/>
              <a:gd name="connsiteY1065" fmla="*/ 298163 h 1189966"/>
              <a:gd name="connsiteX1066" fmla="*/ 395541 w 1595616"/>
              <a:gd name="connsiteY1066" fmla="*/ 295477 h 1189966"/>
              <a:gd name="connsiteX1067" fmla="*/ 403613 w 1595616"/>
              <a:gd name="connsiteY1067" fmla="*/ 291448 h 1189966"/>
              <a:gd name="connsiteX1068" fmla="*/ 406304 w 1595616"/>
              <a:gd name="connsiteY1068" fmla="*/ 286075 h 1189966"/>
              <a:gd name="connsiteX1069" fmla="*/ 404958 w 1595616"/>
              <a:gd name="connsiteY1069" fmla="*/ 283389 h 1189966"/>
              <a:gd name="connsiteX1070" fmla="*/ 404958 w 1595616"/>
              <a:gd name="connsiteY1070" fmla="*/ 279360 h 1189966"/>
              <a:gd name="connsiteX1071" fmla="*/ 411685 w 1595616"/>
              <a:gd name="connsiteY1071" fmla="*/ 272645 h 1189966"/>
              <a:gd name="connsiteX1072" fmla="*/ 415721 w 1595616"/>
              <a:gd name="connsiteY1072" fmla="*/ 269958 h 1189966"/>
              <a:gd name="connsiteX1073" fmla="*/ 421103 w 1595616"/>
              <a:gd name="connsiteY1073" fmla="*/ 264586 h 1189966"/>
              <a:gd name="connsiteX1074" fmla="*/ 419758 w 1595616"/>
              <a:gd name="connsiteY1074" fmla="*/ 264586 h 1189966"/>
              <a:gd name="connsiteX1075" fmla="*/ 423794 w 1595616"/>
              <a:gd name="connsiteY1075" fmla="*/ 264586 h 1189966"/>
              <a:gd name="connsiteX1076" fmla="*/ 427830 w 1595616"/>
              <a:gd name="connsiteY1076" fmla="*/ 265929 h 1189966"/>
              <a:gd name="connsiteX1077" fmla="*/ 430521 w 1595616"/>
              <a:gd name="connsiteY1077" fmla="*/ 265929 h 1189966"/>
              <a:gd name="connsiteX1078" fmla="*/ 430521 w 1595616"/>
              <a:gd name="connsiteY1078" fmla="*/ 268615 h 1189966"/>
              <a:gd name="connsiteX1079" fmla="*/ 430521 w 1595616"/>
              <a:gd name="connsiteY1079" fmla="*/ 273988 h 1189966"/>
              <a:gd name="connsiteX1080" fmla="*/ 431866 w 1595616"/>
              <a:gd name="connsiteY1080" fmla="*/ 275331 h 1189966"/>
              <a:gd name="connsiteX1081" fmla="*/ 434557 w 1595616"/>
              <a:gd name="connsiteY1081" fmla="*/ 279360 h 1189966"/>
              <a:gd name="connsiteX1082" fmla="*/ 435902 w 1595616"/>
              <a:gd name="connsiteY1082" fmla="*/ 279360 h 1189966"/>
              <a:gd name="connsiteX1083" fmla="*/ 435902 w 1595616"/>
              <a:gd name="connsiteY1083" fmla="*/ 276674 h 1189966"/>
              <a:gd name="connsiteX1084" fmla="*/ 437247 w 1595616"/>
              <a:gd name="connsiteY1084" fmla="*/ 276674 h 1189966"/>
              <a:gd name="connsiteX1085" fmla="*/ 438593 w 1595616"/>
              <a:gd name="connsiteY1085" fmla="*/ 279360 h 1189966"/>
              <a:gd name="connsiteX1086" fmla="*/ 438593 w 1595616"/>
              <a:gd name="connsiteY1086" fmla="*/ 283389 h 1189966"/>
              <a:gd name="connsiteX1087" fmla="*/ 439938 w 1595616"/>
              <a:gd name="connsiteY1087" fmla="*/ 286075 h 1189966"/>
              <a:gd name="connsiteX1088" fmla="*/ 442629 w 1595616"/>
              <a:gd name="connsiteY1088" fmla="*/ 288762 h 1189966"/>
              <a:gd name="connsiteX1089" fmla="*/ 445320 w 1595616"/>
              <a:gd name="connsiteY1089" fmla="*/ 290105 h 1189966"/>
              <a:gd name="connsiteX1090" fmla="*/ 449356 w 1595616"/>
              <a:gd name="connsiteY1090" fmla="*/ 294134 h 1189966"/>
              <a:gd name="connsiteX1091" fmla="*/ 454738 w 1595616"/>
              <a:gd name="connsiteY1091" fmla="*/ 298163 h 1189966"/>
              <a:gd name="connsiteX1092" fmla="*/ 458774 w 1595616"/>
              <a:gd name="connsiteY1092" fmla="*/ 302192 h 1189966"/>
              <a:gd name="connsiteX1093" fmla="*/ 458774 w 1595616"/>
              <a:gd name="connsiteY1093" fmla="*/ 303535 h 1189966"/>
              <a:gd name="connsiteX1094" fmla="*/ 460119 w 1595616"/>
              <a:gd name="connsiteY1094" fmla="*/ 307565 h 1189966"/>
              <a:gd name="connsiteX1095" fmla="*/ 465500 w 1595616"/>
              <a:gd name="connsiteY1095" fmla="*/ 311594 h 1189966"/>
              <a:gd name="connsiteX1096" fmla="*/ 468191 w 1595616"/>
              <a:gd name="connsiteY1096" fmla="*/ 311594 h 1189966"/>
              <a:gd name="connsiteX1097" fmla="*/ 468191 w 1595616"/>
              <a:gd name="connsiteY1097" fmla="*/ 307565 h 1189966"/>
              <a:gd name="connsiteX1098" fmla="*/ 470882 w 1595616"/>
              <a:gd name="connsiteY1098" fmla="*/ 306222 h 1189966"/>
              <a:gd name="connsiteX1099" fmla="*/ 474918 w 1595616"/>
              <a:gd name="connsiteY1099" fmla="*/ 303535 h 1189966"/>
              <a:gd name="connsiteX1100" fmla="*/ 480300 w 1595616"/>
              <a:gd name="connsiteY1100" fmla="*/ 303535 h 1189966"/>
              <a:gd name="connsiteX1101" fmla="*/ 481645 w 1595616"/>
              <a:gd name="connsiteY1101" fmla="*/ 306222 h 1189966"/>
              <a:gd name="connsiteX1102" fmla="*/ 485681 w 1595616"/>
              <a:gd name="connsiteY1102" fmla="*/ 310251 h 1189966"/>
              <a:gd name="connsiteX1103" fmla="*/ 488372 w 1595616"/>
              <a:gd name="connsiteY1103" fmla="*/ 311594 h 1189966"/>
              <a:gd name="connsiteX1104" fmla="*/ 491062 w 1595616"/>
              <a:gd name="connsiteY1104" fmla="*/ 310251 h 1189966"/>
              <a:gd name="connsiteX1105" fmla="*/ 493753 w 1595616"/>
              <a:gd name="connsiteY1105" fmla="*/ 307565 h 1189966"/>
              <a:gd name="connsiteX1106" fmla="*/ 497789 w 1595616"/>
              <a:gd name="connsiteY1106" fmla="*/ 307565 h 1189966"/>
              <a:gd name="connsiteX1107" fmla="*/ 501826 w 1595616"/>
              <a:gd name="connsiteY1107" fmla="*/ 308908 h 1189966"/>
              <a:gd name="connsiteX1108" fmla="*/ 504516 w 1595616"/>
              <a:gd name="connsiteY1108" fmla="*/ 311594 h 1189966"/>
              <a:gd name="connsiteX1109" fmla="*/ 508553 w 1595616"/>
              <a:gd name="connsiteY1109" fmla="*/ 312937 h 1189966"/>
              <a:gd name="connsiteX1110" fmla="*/ 512589 w 1595616"/>
              <a:gd name="connsiteY1110" fmla="*/ 316966 h 1189966"/>
              <a:gd name="connsiteX1111" fmla="*/ 515280 w 1595616"/>
              <a:gd name="connsiteY1111" fmla="*/ 320995 h 1189966"/>
              <a:gd name="connsiteX1112" fmla="*/ 515280 w 1595616"/>
              <a:gd name="connsiteY1112" fmla="*/ 325025 h 1189966"/>
              <a:gd name="connsiteX1113" fmla="*/ 517970 w 1595616"/>
              <a:gd name="connsiteY1113" fmla="*/ 329054 h 1189966"/>
              <a:gd name="connsiteX1114" fmla="*/ 519315 w 1595616"/>
              <a:gd name="connsiteY1114" fmla="*/ 333083 h 1189966"/>
              <a:gd name="connsiteX1115" fmla="*/ 522006 w 1595616"/>
              <a:gd name="connsiteY1115" fmla="*/ 337112 h 1189966"/>
              <a:gd name="connsiteX1116" fmla="*/ 526042 w 1595616"/>
              <a:gd name="connsiteY1116" fmla="*/ 341141 h 1189966"/>
              <a:gd name="connsiteX1117" fmla="*/ 530078 w 1595616"/>
              <a:gd name="connsiteY1117" fmla="*/ 342485 h 1189966"/>
              <a:gd name="connsiteX1118" fmla="*/ 532769 w 1595616"/>
              <a:gd name="connsiteY1118" fmla="*/ 347857 h 1189966"/>
              <a:gd name="connsiteX1119" fmla="*/ 535460 w 1595616"/>
              <a:gd name="connsiteY1119" fmla="*/ 351886 h 1189966"/>
              <a:gd name="connsiteX1120" fmla="*/ 535460 w 1595616"/>
              <a:gd name="connsiteY1120" fmla="*/ 357258 h 1189966"/>
              <a:gd name="connsiteX1121" fmla="*/ 534115 w 1595616"/>
              <a:gd name="connsiteY1121" fmla="*/ 359945 h 1189966"/>
              <a:gd name="connsiteX1122" fmla="*/ 535460 w 1595616"/>
              <a:gd name="connsiteY1122" fmla="*/ 366660 h 1189966"/>
              <a:gd name="connsiteX1123" fmla="*/ 538151 w 1595616"/>
              <a:gd name="connsiteY1123" fmla="*/ 370689 h 1189966"/>
              <a:gd name="connsiteX1124" fmla="*/ 536805 w 1595616"/>
              <a:gd name="connsiteY1124" fmla="*/ 374718 h 1189966"/>
              <a:gd name="connsiteX1125" fmla="*/ 532769 w 1595616"/>
              <a:gd name="connsiteY1125" fmla="*/ 377405 h 1189966"/>
              <a:gd name="connsiteX1126" fmla="*/ 531424 w 1595616"/>
              <a:gd name="connsiteY1126" fmla="*/ 380091 h 1189966"/>
              <a:gd name="connsiteX1127" fmla="*/ 531424 w 1595616"/>
              <a:gd name="connsiteY1127" fmla="*/ 384120 h 1189966"/>
              <a:gd name="connsiteX1128" fmla="*/ 532769 w 1595616"/>
              <a:gd name="connsiteY1128" fmla="*/ 388149 h 1189966"/>
              <a:gd name="connsiteX1129" fmla="*/ 538151 w 1595616"/>
              <a:gd name="connsiteY1129" fmla="*/ 397551 h 1189966"/>
              <a:gd name="connsiteX1130" fmla="*/ 543532 w 1595616"/>
              <a:gd name="connsiteY1130" fmla="*/ 400237 h 1189966"/>
              <a:gd name="connsiteX1131" fmla="*/ 569095 w 1595616"/>
              <a:gd name="connsiteY1131" fmla="*/ 405609 h 1189966"/>
              <a:gd name="connsiteX1132" fmla="*/ 579857 w 1595616"/>
              <a:gd name="connsiteY1132" fmla="*/ 405609 h 1189966"/>
              <a:gd name="connsiteX1133" fmla="*/ 587930 w 1595616"/>
              <a:gd name="connsiteY1133" fmla="*/ 405609 h 1189966"/>
              <a:gd name="connsiteX1134" fmla="*/ 589275 w 1595616"/>
              <a:gd name="connsiteY1134" fmla="*/ 402923 h 1189966"/>
              <a:gd name="connsiteX1135" fmla="*/ 591966 w 1595616"/>
              <a:gd name="connsiteY1135" fmla="*/ 402923 h 1189966"/>
              <a:gd name="connsiteX1136" fmla="*/ 609456 w 1595616"/>
              <a:gd name="connsiteY1136" fmla="*/ 406952 h 1189966"/>
              <a:gd name="connsiteX1137" fmla="*/ 617528 w 1595616"/>
              <a:gd name="connsiteY1137" fmla="*/ 412325 h 1189966"/>
              <a:gd name="connsiteX1138" fmla="*/ 620219 w 1595616"/>
              <a:gd name="connsiteY1138" fmla="*/ 415011 h 1189966"/>
              <a:gd name="connsiteX1139" fmla="*/ 624255 w 1595616"/>
              <a:gd name="connsiteY1139" fmla="*/ 416354 h 1189966"/>
              <a:gd name="connsiteX1140" fmla="*/ 626946 w 1595616"/>
              <a:gd name="connsiteY1140" fmla="*/ 416354 h 1189966"/>
              <a:gd name="connsiteX1141" fmla="*/ 629637 w 1595616"/>
              <a:gd name="connsiteY1141" fmla="*/ 416354 h 1189966"/>
              <a:gd name="connsiteX1142" fmla="*/ 639054 w 1595616"/>
              <a:gd name="connsiteY1142" fmla="*/ 423069 h 1189966"/>
              <a:gd name="connsiteX1143" fmla="*/ 645781 w 1595616"/>
              <a:gd name="connsiteY1143" fmla="*/ 427099 h 1189966"/>
              <a:gd name="connsiteX1144" fmla="*/ 652508 w 1595616"/>
              <a:gd name="connsiteY1144" fmla="*/ 427099 h 1189966"/>
              <a:gd name="connsiteX1145" fmla="*/ 655199 w 1595616"/>
              <a:gd name="connsiteY1145" fmla="*/ 425755 h 1189966"/>
              <a:gd name="connsiteX1146" fmla="*/ 656544 w 1595616"/>
              <a:gd name="connsiteY1146" fmla="*/ 427099 h 1189966"/>
              <a:gd name="connsiteX1147" fmla="*/ 657889 w 1595616"/>
              <a:gd name="connsiteY1147" fmla="*/ 431128 h 1189966"/>
              <a:gd name="connsiteX1148" fmla="*/ 659235 w 1595616"/>
              <a:gd name="connsiteY1148" fmla="*/ 433814 h 1189966"/>
              <a:gd name="connsiteX1149" fmla="*/ 660580 w 1595616"/>
              <a:gd name="connsiteY1149" fmla="*/ 435157 h 1189966"/>
              <a:gd name="connsiteX1150" fmla="*/ 664616 w 1595616"/>
              <a:gd name="connsiteY1150" fmla="*/ 436500 h 1189966"/>
              <a:gd name="connsiteX1151" fmla="*/ 668652 w 1595616"/>
              <a:gd name="connsiteY1151" fmla="*/ 440529 h 1189966"/>
              <a:gd name="connsiteX1152" fmla="*/ 668652 w 1595616"/>
              <a:gd name="connsiteY1152" fmla="*/ 443215 h 1189966"/>
              <a:gd name="connsiteX1153" fmla="*/ 672688 w 1595616"/>
              <a:gd name="connsiteY1153" fmla="*/ 451274 h 1189966"/>
              <a:gd name="connsiteX1154" fmla="*/ 676725 w 1595616"/>
              <a:gd name="connsiteY1154" fmla="*/ 456646 h 1189966"/>
              <a:gd name="connsiteX1155" fmla="*/ 682106 w 1595616"/>
              <a:gd name="connsiteY1155" fmla="*/ 464705 h 1189966"/>
              <a:gd name="connsiteX1156" fmla="*/ 684797 w 1595616"/>
              <a:gd name="connsiteY1156" fmla="*/ 470077 h 1189966"/>
              <a:gd name="connsiteX1157" fmla="*/ 690178 w 1595616"/>
              <a:gd name="connsiteY1157" fmla="*/ 480822 h 1189966"/>
              <a:gd name="connsiteX1158" fmla="*/ 694214 w 1595616"/>
              <a:gd name="connsiteY1158" fmla="*/ 483508 h 1189966"/>
              <a:gd name="connsiteX1159" fmla="*/ 699596 w 1595616"/>
              <a:gd name="connsiteY1159" fmla="*/ 482165 h 1189966"/>
              <a:gd name="connsiteX1160" fmla="*/ 710359 w 1595616"/>
              <a:gd name="connsiteY1160" fmla="*/ 480822 h 1189966"/>
              <a:gd name="connsiteX1161" fmla="*/ 722467 w 1595616"/>
              <a:gd name="connsiteY1161" fmla="*/ 482165 h 1189966"/>
              <a:gd name="connsiteX1162" fmla="*/ 738612 w 1595616"/>
              <a:gd name="connsiteY1162" fmla="*/ 480822 h 1189966"/>
              <a:gd name="connsiteX1163" fmla="*/ 760138 w 1595616"/>
              <a:gd name="connsiteY1163" fmla="*/ 483508 h 1189966"/>
              <a:gd name="connsiteX1164" fmla="*/ 772246 w 1595616"/>
              <a:gd name="connsiteY1164" fmla="*/ 482165 h 1189966"/>
              <a:gd name="connsiteX1165" fmla="*/ 780318 w 1595616"/>
              <a:gd name="connsiteY1165" fmla="*/ 478135 h 1189966"/>
              <a:gd name="connsiteX1166" fmla="*/ 781664 w 1595616"/>
              <a:gd name="connsiteY1166" fmla="*/ 475449 h 1189966"/>
              <a:gd name="connsiteX1167" fmla="*/ 784355 w 1595616"/>
              <a:gd name="connsiteY1167" fmla="*/ 474106 h 1189966"/>
              <a:gd name="connsiteX1168" fmla="*/ 788391 w 1595616"/>
              <a:gd name="connsiteY1168" fmla="*/ 474106 h 1189966"/>
              <a:gd name="connsiteX1169" fmla="*/ 804535 w 1595616"/>
              <a:gd name="connsiteY1169" fmla="*/ 474106 h 1189966"/>
              <a:gd name="connsiteX1170" fmla="*/ 823370 w 1595616"/>
              <a:gd name="connsiteY1170" fmla="*/ 476792 h 1189966"/>
              <a:gd name="connsiteX1171" fmla="*/ 830097 w 1595616"/>
              <a:gd name="connsiteY1171" fmla="*/ 476792 h 1189966"/>
              <a:gd name="connsiteX1172" fmla="*/ 839515 w 1595616"/>
              <a:gd name="connsiteY1172" fmla="*/ 484851 h 1189966"/>
              <a:gd name="connsiteX1173" fmla="*/ 855660 w 1595616"/>
              <a:gd name="connsiteY1173" fmla="*/ 492909 h 1189966"/>
              <a:gd name="connsiteX1174" fmla="*/ 871804 w 1595616"/>
              <a:gd name="connsiteY1174" fmla="*/ 498281 h 1189966"/>
              <a:gd name="connsiteX1175" fmla="*/ 878531 w 1595616"/>
              <a:gd name="connsiteY1175" fmla="*/ 499625 h 1189966"/>
              <a:gd name="connsiteX1176" fmla="*/ 887949 w 1595616"/>
              <a:gd name="connsiteY1176" fmla="*/ 503654 h 1189966"/>
              <a:gd name="connsiteX1177" fmla="*/ 897366 w 1595616"/>
              <a:gd name="connsiteY1177" fmla="*/ 502311 h 1189966"/>
              <a:gd name="connsiteX1178" fmla="*/ 908130 w 1595616"/>
              <a:gd name="connsiteY1178" fmla="*/ 499625 h 1189966"/>
              <a:gd name="connsiteX1179" fmla="*/ 909475 w 1595616"/>
              <a:gd name="connsiteY1179" fmla="*/ 503654 h 1189966"/>
              <a:gd name="connsiteX1180" fmla="*/ 909475 w 1595616"/>
              <a:gd name="connsiteY1180" fmla="*/ 506340 h 1189966"/>
              <a:gd name="connsiteX1181" fmla="*/ 917547 w 1595616"/>
              <a:gd name="connsiteY1181" fmla="*/ 509026 h 1189966"/>
              <a:gd name="connsiteX1182" fmla="*/ 922928 w 1595616"/>
              <a:gd name="connsiteY1182" fmla="*/ 509026 h 1189966"/>
              <a:gd name="connsiteX1183" fmla="*/ 928310 w 1595616"/>
              <a:gd name="connsiteY1183" fmla="*/ 504997 h 1189966"/>
              <a:gd name="connsiteX1184" fmla="*/ 939073 w 1595616"/>
              <a:gd name="connsiteY1184" fmla="*/ 495595 h 1189966"/>
              <a:gd name="connsiteX1185" fmla="*/ 947145 w 1595616"/>
              <a:gd name="connsiteY1185" fmla="*/ 487537 h 1189966"/>
              <a:gd name="connsiteX1186" fmla="*/ 960599 w 1595616"/>
              <a:gd name="connsiteY1186" fmla="*/ 482165 h 1189966"/>
              <a:gd name="connsiteX1187" fmla="*/ 979434 w 1595616"/>
              <a:gd name="connsiteY1187" fmla="*/ 475449 h 1189966"/>
              <a:gd name="connsiteX1188" fmla="*/ 987506 w 1595616"/>
              <a:gd name="connsiteY1188" fmla="*/ 474106 h 1189966"/>
              <a:gd name="connsiteX1189" fmla="*/ 995579 w 1595616"/>
              <a:gd name="connsiteY1189" fmla="*/ 471420 h 1189966"/>
              <a:gd name="connsiteX1190" fmla="*/ 1006342 w 1595616"/>
              <a:gd name="connsiteY1190" fmla="*/ 470077 h 1189966"/>
              <a:gd name="connsiteX1191" fmla="*/ 1013069 w 1595616"/>
              <a:gd name="connsiteY1191" fmla="*/ 470077 h 1189966"/>
              <a:gd name="connsiteX1192" fmla="*/ 1021141 w 1595616"/>
              <a:gd name="connsiteY1192" fmla="*/ 464705 h 1189966"/>
              <a:gd name="connsiteX1193" fmla="*/ 1027868 w 1595616"/>
              <a:gd name="connsiteY1193" fmla="*/ 459332 h 1189966"/>
              <a:gd name="connsiteX1194" fmla="*/ 1033250 w 1595616"/>
              <a:gd name="connsiteY1194" fmla="*/ 459332 h 1189966"/>
              <a:gd name="connsiteX1195" fmla="*/ 1041321 w 1595616"/>
              <a:gd name="connsiteY1195" fmla="*/ 456646 h 1189966"/>
              <a:gd name="connsiteX1196" fmla="*/ 1046703 w 1595616"/>
              <a:gd name="connsiteY1196" fmla="*/ 456646 h 1189966"/>
              <a:gd name="connsiteX1197" fmla="*/ 1049394 w 1595616"/>
              <a:gd name="connsiteY1197" fmla="*/ 448588 h 1189966"/>
              <a:gd name="connsiteX1198" fmla="*/ 1056121 w 1595616"/>
              <a:gd name="connsiteY1198" fmla="*/ 436500 h 1189966"/>
              <a:gd name="connsiteX1199" fmla="*/ 1068229 w 1595616"/>
              <a:gd name="connsiteY1199" fmla="*/ 424412 h 1189966"/>
              <a:gd name="connsiteX1200" fmla="*/ 1070920 w 1595616"/>
              <a:gd name="connsiteY1200" fmla="*/ 419040 h 1189966"/>
              <a:gd name="connsiteX1201" fmla="*/ 1073611 w 1595616"/>
              <a:gd name="connsiteY1201" fmla="*/ 415011 h 1189966"/>
              <a:gd name="connsiteX1202" fmla="*/ 1073611 w 1595616"/>
              <a:gd name="connsiteY1202" fmla="*/ 410981 h 1189966"/>
              <a:gd name="connsiteX1203" fmla="*/ 1062848 w 1595616"/>
              <a:gd name="connsiteY1203" fmla="*/ 404266 h 1189966"/>
              <a:gd name="connsiteX1204" fmla="*/ 1052084 w 1595616"/>
              <a:gd name="connsiteY1204" fmla="*/ 397551 h 1189966"/>
              <a:gd name="connsiteX1205" fmla="*/ 1052084 w 1595616"/>
              <a:gd name="connsiteY1205" fmla="*/ 393522 h 1189966"/>
              <a:gd name="connsiteX1206" fmla="*/ 1052084 w 1595616"/>
              <a:gd name="connsiteY1206" fmla="*/ 388149 h 1189966"/>
              <a:gd name="connsiteX1207" fmla="*/ 1052084 w 1595616"/>
              <a:gd name="connsiteY1207" fmla="*/ 376062 h 1189966"/>
              <a:gd name="connsiteX1208" fmla="*/ 1056121 w 1595616"/>
              <a:gd name="connsiteY1208" fmla="*/ 370689 h 1189966"/>
              <a:gd name="connsiteX1209" fmla="*/ 1061502 w 1595616"/>
              <a:gd name="connsiteY1209" fmla="*/ 366660 h 1189966"/>
              <a:gd name="connsiteX1210" fmla="*/ 1072265 w 1595616"/>
              <a:gd name="connsiteY1210" fmla="*/ 363974 h 1189966"/>
              <a:gd name="connsiteX1211" fmla="*/ 1077647 w 1595616"/>
              <a:gd name="connsiteY1211" fmla="*/ 365317 h 1189966"/>
              <a:gd name="connsiteX1212" fmla="*/ 1084374 w 1595616"/>
              <a:gd name="connsiteY1212" fmla="*/ 369346 h 1189966"/>
              <a:gd name="connsiteX1213" fmla="*/ 1092446 w 1595616"/>
              <a:gd name="connsiteY1213" fmla="*/ 372032 h 1189966"/>
              <a:gd name="connsiteX1214" fmla="*/ 1099173 w 1595616"/>
              <a:gd name="connsiteY1214" fmla="*/ 373375 h 1189966"/>
              <a:gd name="connsiteX1215" fmla="*/ 1104554 w 1595616"/>
              <a:gd name="connsiteY1215" fmla="*/ 376062 h 1189966"/>
              <a:gd name="connsiteX1216" fmla="*/ 1107245 w 1595616"/>
              <a:gd name="connsiteY1216" fmla="*/ 376062 h 1189966"/>
              <a:gd name="connsiteX1217" fmla="*/ 1108590 w 1595616"/>
              <a:gd name="connsiteY1217" fmla="*/ 370689 h 1189966"/>
              <a:gd name="connsiteX1218" fmla="*/ 1111281 w 1595616"/>
              <a:gd name="connsiteY1218" fmla="*/ 368003 h 1189966"/>
              <a:gd name="connsiteX1219" fmla="*/ 1118008 w 1595616"/>
              <a:gd name="connsiteY1219" fmla="*/ 363974 h 1189966"/>
              <a:gd name="connsiteX1220" fmla="*/ 1122044 w 1595616"/>
              <a:gd name="connsiteY1220" fmla="*/ 359945 h 1189966"/>
              <a:gd name="connsiteX1221" fmla="*/ 1127426 w 1595616"/>
              <a:gd name="connsiteY1221" fmla="*/ 349200 h 1189966"/>
              <a:gd name="connsiteX1222" fmla="*/ 1130117 w 1595616"/>
              <a:gd name="connsiteY1222" fmla="*/ 346514 h 1189966"/>
              <a:gd name="connsiteX1223" fmla="*/ 1136844 w 1595616"/>
              <a:gd name="connsiteY1223" fmla="*/ 349200 h 1189966"/>
              <a:gd name="connsiteX1224" fmla="*/ 1142225 w 1595616"/>
              <a:gd name="connsiteY1224" fmla="*/ 349200 h 1189966"/>
              <a:gd name="connsiteX1225" fmla="*/ 1154333 w 1595616"/>
              <a:gd name="connsiteY1225" fmla="*/ 341141 h 1189966"/>
              <a:gd name="connsiteX1226" fmla="*/ 1159714 w 1595616"/>
              <a:gd name="connsiteY1226" fmla="*/ 339799 h 1189966"/>
              <a:gd name="connsiteX1227" fmla="*/ 1162405 w 1595616"/>
              <a:gd name="connsiteY1227" fmla="*/ 335769 h 1189966"/>
              <a:gd name="connsiteX1228" fmla="*/ 1162405 w 1595616"/>
              <a:gd name="connsiteY1228" fmla="*/ 330397 h 1189966"/>
              <a:gd name="connsiteX1229" fmla="*/ 1163751 w 1595616"/>
              <a:gd name="connsiteY1229" fmla="*/ 322338 h 1189966"/>
              <a:gd name="connsiteX1230" fmla="*/ 1167787 w 1595616"/>
              <a:gd name="connsiteY1230" fmla="*/ 315623 h 1189966"/>
              <a:gd name="connsiteX1231" fmla="*/ 1170478 w 1595616"/>
              <a:gd name="connsiteY1231" fmla="*/ 312937 h 1189966"/>
              <a:gd name="connsiteX1232" fmla="*/ 1173168 w 1595616"/>
              <a:gd name="connsiteY1232" fmla="*/ 312937 h 1189966"/>
              <a:gd name="connsiteX1233" fmla="*/ 1175859 w 1595616"/>
              <a:gd name="connsiteY1233" fmla="*/ 312937 h 1189966"/>
              <a:gd name="connsiteX1234" fmla="*/ 1178550 w 1595616"/>
              <a:gd name="connsiteY1234" fmla="*/ 310251 h 1189966"/>
              <a:gd name="connsiteX1235" fmla="*/ 1178550 w 1595616"/>
              <a:gd name="connsiteY1235" fmla="*/ 304878 h 1189966"/>
              <a:gd name="connsiteX1236" fmla="*/ 1181241 w 1595616"/>
              <a:gd name="connsiteY1236" fmla="*/ 304878 h 1189966"/>
              <a:gd name="connsiteX1237" fmla="*/ 1185277 w 1595616"/>
              <a:gd name="connsiteY1237" fmla="*/ 307565 h 1189966"/>
              <a:gd name="connsiteX1238" fmla="*/ 1189313 w 1595616"/>
              <a:gd name="connsiteY1238" fmla="*/ 304878 h 1189966"/>
              <a:gd name="connsiteX1239" fmla="*/ 1196040 w 1595616"/>
              <a:gd name="connsiteY1239" fmla="*/ 299506 h 1189966"/>
              <a:gd name="connsiteX1240" fmla="*/ 1201422 w 1595616"/>
              <a:gd name="connsiteY1240" fmla="*/ 292791 h 1189966"/>
              <a:gd name="connsiteX1241" fmla="*/ 1205458 w 1595616"/>
              <a:gd name="connsiteY1241" fmla="*/ 291448 h 1189966"/>
              <a:gd name="connsiteX1242" fmla="*/ 1212184 w 1595616"/>
              <a:gd name="connsiteY1242" fmla="*/ 295477 h 1189966"/>
              <a:gd name="connsiteX1243" fmla="*/ 1216220 w 1595616"/>
              <a:gd name="connsiteY1243" fmla="*/ 292791 h 1189966"/>
              <a:gd name="connsiteX1244" fmla="*/ 1221602 w 1595616"/>
              <a:gd name="connsiteY1244" fmla="*/ 292791 h 1189966"/>
              <a:gd name="connsiteX1245" fmla="*/ 1224293 w 1595616"/>
              <a:gd name="connsiteY1245" fmla="*/ 295477 h 1189966"/>
              <a:gd name="connsiteX1246" fmla="*/ 1228329 w 1595616"/>
              <a:gd name="connsiteY1246" fmla="*/ 295477 h 1189966"/>
              <a:gd name="connsiteX1247" fmla="*/ 1229674 w 1595616"/>
              <a:gd name="connsiteY1247" fmla="*/ 292791 h 1189966"/>
              <a:gd name="connsiteX1248" fmla="*/ 1229674 w 1595616"/>
              <a:gd name="connsiteY1248" fmla="*/ 288762 h 1189966"/>
              <a:gd name="connsiteX1249" fmla="*/ 1232365 w 1595616"/>
              <a:gd name="connsiteY1249" fmla="*/ 286075 h 1189966"/>
              <a:gd name="connsiteX1250" fmla="*/ 1232365 w 1595616"/>
              <a:gd name="connsiteY1250" fmla="*/ 282046 h 1189966"/>
              <a:gd name="connsiteX1251" fmla="*/ 1229674 w 1595616"/>
              <a:gd name="connsiteY1251" fmla="*/ 278017 h 1189966"/>
              <a:gd name="connsiteX1252" fmla="*/ 1229674 w 1595616"/>
              <a:gd name="connsiteY1252" fmla="*/ 273988 h 1189966"/>
              <a:gd name="connsiteX1253" fmla="*/ 1220256 w 1595616"/>
              <a:gd name="connsiteY1253" fmla="*/ 265929 h 1189966"/>
              <a:gd name="connsiteX1254" fmla="*/ 1212184 w 1595616"/>
              <a:gd name="connsiteY1254" fmla="*/ 257871 h 1189966"/>
              <a:gd name="connsiteX1255" fmla="*/ 1202767 w 1595616"/>
              <a:gd name="connsiteY1255" fmla="*/ 248469 h 1189966"/>
              <a:gd name="connsiteX1256" fmla="*/ 1196040 w 1595616"/>
              <a:gd name="connsiteY1256" fmla="*/ 240411 h 1189966"/>
              <a:gd name="connsiteX1257" fmla="*/ 1185277 w 1595616"/>
              <a:gd name="connsiteY1257" fmla="*/ 237725 h 1189966"/>
              <a:gd name="connsiteX1258" fmla="*/ 1182586 w 1595616"/>
              <a:gd name="connsiteY1258" fmla="*/ 239068 h 1189966"/>
              <a:gd name="connsiteX1259" fmla="*/ 1175859 w 1595616"/>
              <a:gd name="connsiteY1259" fmla="*/ 241754 h 1189966"/>
              <a:gd name="connsiteX1260" fmla="*/ 1174514 w 1595616"/>
              <a:gd name="connsiteY1260" fmla="*/ 247126 h 1189966"/>
              <a:gd name="connsiteX1261" fmla="*/ 1175859 w 1595616"/>
              <a:gd name="connsiteY1261" fmla="*/ 252499 h 1189966"/>
              <a:gd name="connsiteX1262" fmla="*/ 1169132 w 1595616"/>
              <a:gd name="connsiteY1262" fmla="*/ 261900 h 1189966"/>
              <a:gd name="connsiteX1263" fmla="*/ 1163751 w 1595616"/>
              <a:gd name="connsiteY1263" fmla="*/ 256528 h 1189966"/>
              <a:gd name="connsiteX1264" fmla="*/ 1152988 w 1595616"/>
              <a:gd name="connsiteY1264" fmla="*/ 255185 h 1189966"/>
              <a:gd name="connsiteX1265" fmla="*/ 1142225 w 1595616"/>
              <a:gd name="connsiteY1265" fmla="*/ 255185 h 1189966"/>
              <a:gd name="connsiteX1266" fmla="*/ 1134153 w 1595616"/>
              <a:gd name="connsiteY1266" fmla="*/ 261900 h 1189966"/>
              <a:gd name="connsiteX1267" fmla="*/ 1122044 w 1595616"/>
              <a:gd name="connsiteY1267" fmla="*/ 255185 h 1189966"/>
              <a:gd name="connsiteX1268" fmla="*/ 1118008 w 1595616"/>
              <a:gd name="connsiteY1268" fmla="*/ 247126 h 1189966"/>
              <a:gd name="connsiteX1269" fmla="*/ 1120699 w 1595616"/>
              <a:gd name="connsiteY1269" fmla="*/ 236381 h 1189966"/>
              <a:gd name="connsiteX1270" fmla="*/ 1120699 w 1595616"/>
              <a:gd name="connsiteY1270" fmla="*/ 231009 h 1189966"/>
              <a:gd name="connsiteX1271" fmla="*/ 1122044 w 1595616"/>
              <a:gd name="connsiteY1271" fmla="*/ 222951 h 1189966"/>
              <a:gd name="connsiteX1272" fmla="*/ 1120699 w 1595616"/>
              <a:gd name="connsiteY1272" fmla="*/ 214892 h 1189966"/>
              <a:gd name="connsiteX1273" fmla="*/ 1127426 w 1595616"/>
              <a:gd name="connsiteY1273" fmla="*/ 174600 h 1189966"/>
              <a:gd name="connsiteX1274" fmla="*/ 1126080 w 1595616"/>
              <a:gd name="connsiteY1274" fmla="*/ 174600 h 1189966"/>
              <a:gd name="connsiteX1275" fmla="*/ 1130117 w 1595616"/>
              <a:gd name="connsiteY1275" fmla="*/ 173257 h 1189966"/>
              <a:gd name="connsiteX1276" fmla="*/ 1132807 w 1595616"/>
              <a:gd name="connsiteY1276" fmla="*/ 173257 h 1189966"/>
              <a:gd name="connsiteX1277" fmla="*/ 1134153 w 1595616"/>
              <a:gd name="connsiteY1277" fmla="*/ 175943 h 1189966"/>
              <a:gd name="connsiteX1278" fmla="*/ 1138189 w 1595616"/>
              <a:gd name="connsiteY1278" fmla="*/ 174600 h 1189966"/>
              <a:gd name="connsiteX1279" fmla="*/ 1146261 w 1595616"/>
              <a:gd name="connsiteY1279" fmla="*/ 175943 h 1189966"/>
              <a:gd name="connsiteX1280" fmla="*/ 1150297 w 1595616"/>
              <a:gd name="connsiteY1280" fmla="*/ 178629 h 1189966"/>
              <a:gd name="connsiteX1281" fmla="*/ 1152988 w 1595616"/>
              <a:gd name="connsiteY1281" fmla="*/ 178629 h 1189966"/>
              <a:gd name="connsiteX1282" fmla="*/ 1165096 w 1595616"/>
              <a:gd name="connsiteY1282" fmla="*/ 166541 h 1189966"/>
              <a:gd name="connsiteX1283" fmla="*/ 1171823 w 1595616"/>
              <a:gd name="connsiteY1283" fmla="*/ 162512 h 1189966"/>
              <a:gd name="connsiteX1284" fmla="*/ 1181241 w 1595616"/>
              <a:gd name="connsiteY1284" fmla="*/ 161169 h 1189966"/>
              <a:gd name="connsiteX1285" fmla="*/ 1185277 w 1595616"/>
              <a:gd name="connsiteY1285" fmla="*/ 157140 h 1189966"/>
              <a:gd name="connsiteX1286" fmla="*/ 1186622 w 1595616"/>
              <a:gd name="connsiteY1286" fmla="*/ 151768 h 1189966"/>
              <a:gd name="connsiteX1287" fmla="*/ 1185277 w 1595616"/>
              <a:gd name="connsiteY1287" fmla="*/ 146395 h 1189966"/>
              <a:gd name="connsiteX1288" fmla="*/ 1182586 w 1595616"/>
              <a:gd name="connsiteY1288" fmla="*/ 145052 h 1189966"/>
              <a:gd name="connsiteX1289" fmla="*/ 1181241 w 1595616"/>
              <a:gd name="connsiteY1289" fmla="*/ 146395 h 1189966"/>
              <a:gd name="connsiteX1290" fmla="*/ 1178550 w 1595616"/>
              <a:gd name="connsiteY1290" fmla="*/ 145052 h 1189966"/>
              <a:gd name="connsiteX1291" fmla="*/ 1175859 w 1595616"/>
              <a:gd name="connsiteY1291" fmla="*/ 145052 h 1189966"/>
              <a:gd name="connsiteX1292" fmla="*/ 1175859 w 1595616"/>
              <a:gd name="connsiteY1292" fmla="*/ 138337 h 1189966"/>
              <a:gd name="connsiteX1293" fmla="*/ 1177205 w 1595616"/>
              <a:gd name="connsiteY1293" fmla="*/ 135651 h 1189966"/>
              <a:gd name="connsiteX1294" fmla="*/ 1177205 w 1595616"/>
              <a:gd name="connsiteY1294" fmla="*/ 127592 h 1189966"/>
              <a:gd name="connsiteX1295" fmla="*/ 1175859 w 1595616"/>
              <a:gd name="connsiteY1295" fmla="*/ 123563 h 1189966"/>
              <a:gd name="connsiteX1296" fmla="*/ 1175859 w 1595616"/>
              <a:gd name="connsiteY1296" fmla="*/ 120877 h 1189966"/>
              <a:gd name="connsiteX1297" fmla="*/ 1179895 w 1595616"/>
              <a:gd name="connsiteY1297" fmla="*/ 118191 h 1189966"/>
              <a:gd name="connsiteX1298" fmla="*/ 1179895 w 1595616"/>
              <a:gd name="connsiteY1298" fmla="*/ 114162 h 1189966"/>
              <a:gd name="connsiteX1299" fmla="*/ 1177205 w 1595616"/>
              <a:gd name="connsiteY1299" fmla="*/ 110132 h 1189966"/>
              <a:gd name="connsiteX1300" fmla="*/ 1175859 w 1595616"/>
              <a:gd name="connsiteY1300" fmla="*/ 104760 h 1189966"/>
              <a:gd name="connsiteX1301" fmla="*/ 1177205 w 1595616"/>
              <a:gd name="connsiteY1301" fmla="*/ 102074 h 1189966"/>
              <a:gd name="connsiteX1302" fmla="*/ 1174514 w 1595616"/>
              <a:gd name="connsiteY1302" fmla="*/ 98045 h 1189966"/>
              <a:gd name="connsiteX1303" fmla="*/ 1174514 w 1595616"/>
              <a:gd name="connsiteY1303" fmla="*/ 94015 h 1189966"/>
              <a:gd name="connsiteX1304" fmla="*/ 1178550 w 1595616"/>
              <a:gd name="connsiteY1304" fmla="*/ 88643 h 1189966"/>
              <a:gd name="connsiteX1305" fmla="*/ 1181241 w 1595616"/>
              <a:gd name="connsiteY1305" fmla="*/ 85957 h 1189966"/>
              <a:gd name="connsiteX1306" fmla="*/ 1182586 w 1595616"/>
              <a:gd name="connsiteY1306" fmla="*/ 79241 h 1189966"/>
              <a:gd name="connsiteX1307" fmla="*/ 1185277 w 1595616"/>
              <a:gd name="connsiteY1307" fmla="*/ 75212 h 1189966"/>
              <a:gd name="connsiteX1308" fmla="*/ 1189313 w 1595616"/>
              <a:gd name="connsiteY1308" fmla="*/ 72526 h 1189966"/>
              <a:gd name="connsiteX1309" fmla="*/ 1189313 w 1595616"/>
              <a:gd name="connsiteY1309" fmla="*/ 65811 h 1189966"/>
              <a:gd name="connsiteX1310" fmla="*/ 1187968 w 1595616"/>
              <a:gd name="connsiteY1310" fmla="*/ 63125 h 1189966"/>
              <a:gd name="connsiteX1311" fmla="*/ 1187968 w 1595616"/>
              <a:gd name="connsiteY1311" fmla="*/ 59095 h 1189966"/>
              <a:gd name="connsiteX1312" fmla="*/ 1183932 w 1595616"/>
              <a:gd name="connsiteY1312" fmla="*/ 56409 h 1189966"/>
              <a:gd name="connsiteX1313" fmla="*/ 1182586 w 1595616"/>
              <a:gd name="connsiteY1313" fmla="*/ 51037 h 1189966"/>
              <a:gd name="connsiteX1314" fmla="*/ 1178550 w 1595616"/>
              <a:gd name="connsiteY1314" fmla="*/ 45665 h 1189966"/>
              <a:gd name="connsiteX1315" fmla="*/ 1175859 w 1595616"/>
              <a:gd name="connsiteY1315" fmla="*/ 44322 h 1189966"/>
              <a:gd name="connsiteX1316" fmla="*/ 1171823 w 1595616"/>
              <a:gd name="connsiteY1316" fmla="*/ 45665 h 1189966"/>
              <a:gd name="connsiteX1317" fmla="*/ 1166441 w 1595616"/>
              <a:gd name="connsiteY1317" fmla="*/ 49694 h 1189966"/>
              <a:gd name="connsiteX1318" fmla="*/ 1163751 w 1595616"/>
              <a:gd name="connsiteY1318" fmla="*/ 49694 h 1189966"/>
              <a:gd name="connsiteX1319" fmla="*/ 1161060 w 1595616"/>
              <a:gd name="connsiteY1319" fmla="*/ 47008 h 1189966"/>
              <a:gd name="connsiteX1320" fmla="*/ 1161060 w 1595616"/>
              <a:gd name="connsiteY1320" fmla="*/ 40292 h 1189966"/>
              <a:gd name="connsiteX1321" fmla="*/ 1163751 w 1595616"/>
              <a:gd name="connsiteY1321" fmla="*/ 38949 h 1189966"/>
              <a:gd name="connsiteX1322" fmla="*/ 1163751 w 1595616"/>
              <a:gd name="connsiteY1322" fmla="*/ 36263 h 1189966"/>
              <a:gd name="connsiteX1323" fmla="*/ 1165096 w 1595616"/>
              <a:gd name="connsiteY1323" fmla="*/ 33577 h 1189966"/>
              <a:gd name="connsiteX1324" fmla="*/ 1166441 w 1595616"/>
              <a:gd name="connsiteY1324" fmla="*/ 28205 h 1189966"/>
              <a:gd name="connsiteX1325" fmla="*/ 1170478 w 1595616"/>
              <a:gd name="connsiteY1325" fmla="*/ 24175 h 1189966"/>
              <a:gd name="connsiteX1326" fmla="*/ 1170478 w 1595616"/>
              <a:gd name="connsiteY1326" fmla="*/ 20146 h 1189966"/>
              <a:gd name="connsiteX1327" fmla="*/ 1173168 w 1595616"/>
              <a:gd name="connsiteY1327" fmla="*/ 18803 h 1189966"/>
              <a:gd name="connsiteX1328" fmla="*/ 1179895 w 1595616"/>
              <a:gd name="connsiteY1328" fmla="*/ 17460 h 1189966"/>
              <a:gd name="connsiteX1329" fmla="*/ 1183932 w 1595616"/>
              <a:gd name="connsiteY1329" fmla="*/ 16117 h 1189966"/>
              <a:gd name="connsiteX1330" fmla="*/ 1186622 w 1595616"/>
              <a:gd name="connsiteY1330" fmla="*/ 16117 h 1189966"/>
              <a:gd name="connsiteX1331" fmla="*/ 1187968 w 1595616"/>
              <a:gd name="connsiteY1331" fmla="*/ 14774 h 1189966"/>
              <a:gd name="connsiteX1332" fmla="*/ 1192004 w 1595616"/>
              <a:gd name="connsiteY1332" fmla="*/ 16117 h 1189966"/>
              <a:gd name="connsiteX1333" fmla="*/ 1196040 w 1595616"/>
              <a:gd name="connsiteY1333" fmla="*/ 13431 h 1189966"/>
              <a:gd name="connsiteX1334" fmla="*/ 1197386 w 1595616"/>
              <a:gd name="connsiteY1334" fmla="*/ 9401 h 1189966"/>
              <a:gd name="connsiteX1335" fmla="*/ 1201422 w 1595616"/>
              <a:gd name="connsiteY1335" fmla="*/ 9401 h 1189966"/>
              <a:gd name="connsiteX1336" fmla="*/ 1205458 w 1595616"/>
              <a:gd name="connsiteY1336" fmla="*/ 6715 h 1189966"/>
              <a:gd name="connsiteX1337" fmla="*/ 1210839 w 1595616"/>
              <a:gd name="connsiteY1337" fmla="*/ 8058 h 1189966"/>
              <a:gd name="connsiteX1338" fmla="*/ 1213530 w 1595616"/>
              <a:gd name="connsiteY1338" fmla="*/ 6715 h 1189966"/>
              <a:gd name="connsiteX1339" fmla="*/ 1218911 w 1595616"/>
              <a:gd name="connsiteY1339" fmla="*/ 6715 h 1189966"/>
              <a:gd name="connsiteX1340" fmla="*/ 1221602 w 1595616"/>
              <a:gd name="connsiteY1340" fmla="*/ 5372 h 1189966"/>
              <a:gd name="connsiteX1341" fmla="*/ 1222947 w 1595616"/>
              <a:gd name="connsiteY1341" fmla="*/ 5372 h 1189966"/>
              <a:gd name="connsiteX1342" fmla="*/ 1225638 w 1595616"/>
              <a:gd name="connsiteY1342" fmla="*/ 1343 h 1189966"/>
              <a:gd name="connsiteX1343" fmla="*/ 1232365 w 1595616"/>
              <a:gd name="connsiteY1343" fmla="*/ 0 h 1189966"/>
              <a:gd name="connsiteX1344" fmla="*/ 1233710 w 1595616"/>
              <a:gd name="connsiteY1344" fmla="*/ 0 h 1189966"/>
              <a:gd name="connsiteX1345" fmla="*/ 1236401 w 1595616"/>
              <a:gd name="connsiteY1345" fmla="*/ 0 h 1189966"/>
              <a:gd name="connsiteX1346" fmla="*/ 1240437 w 1595616"/>
              <a:gd name="connsiteY1346" fmla="*/ 1343 h 1189966"/>
              <a:gd name="connsiteX1347" fmla="*/ 1244474 w 1595616"/>
              <a:gd name="connsiteY1347" fmla="*/ 2686 h 1189966"/>
              <a:gd name="connsiteX1348" fmla="*/ 1252546 w 1595616"/>
              <a:gd name="connsiteY1348" fmla="*/ 4029 h 1189966"/>
              <a:gd name="connsiteX1349" fmla="*/ 1255237 w 1595616"/>
              <a:gd name="connsiteY1349" fmla="*/ 6715 h 1189966"/>
              <a:gd name="connsiteX1350" fmla="*/ 1256582 w 1595616"/>
              <a:gd name="connsiteY1350" fmla="*/ 9401 h 1189966"/>
              <a:gd name="connsiteX1351" fmla="*/ 1263309 w 1595616"/>
              <a:gd name="connsiteY1351" fmla="*/ 9401 h 1189966"/>
              <a:gd name="connsiteX1352" fmla="*/ 1266000 w 1595616"/>
              <a:gd name="connsiteY1352" fmla="*/ 8058 h 1189966"/>
              <a:gd name="connsiteX1353" fmla="*/ 1267345 w 1595616"/>
              <a:gd name="connsiteY1353" fmla="*/ 9401 h 1189966"/>
              <a:gd name="connsiteX1354" fmla="*/ 1272726 w 1595616"/>
              <a:gd name="connsiteY1354" fmla="*/ 12088 h 1189966"/>
              <a:gd name="connsiteX1355" fmla="*/ 1275417 w 1595616"/>
              <a:gd name="connsiteY1355" fmla="*/ 10745 h 1189966"/>
              <a:gd name="connsiteX1356" fmla="*/ 1274071 w 1595616"/>
              <a:gd name="connsiteY1356" fmla="*/ 8058 h 1189966"/>
              <a:gd name="connsiteX1357" fmla="*/ 1276762 w 1595616"/>
              <a:gd name="connsiteY1357" fmla="*/ 6715 h 1189966"/>
              <a:gd name="connsiteX1358" fmla="*/ 1279453 w 1595616"/>
              <a:gd name="connsiteY1358" fmla="*/ 6715 h 1189966"/>
              <a:gd name="connsiteX1359" fmla="*/ 1282144 w 1595616"/>
              <a:gd name="connsiteY1359" fmla="*/ 6715 h 1189966"/>
              <a:gd name="connsiteX1360" fmla="*/ 1284835 w 1595616"/>
              <a:gd name="connsiteY1360" fmla="*/ 6715 h 1189966"/>
              <a:gd name="connsiteX1361" fmla="*/ 1287525 w 1595616"/>
              <a:gd name="connsiteY1361" fmla="*/ 9401 h 1189966"/>
              <a:gd name="connsiteX1362" fmla="*/ 1290216 w 1595616"/>
              <a:gd name="connsiteY1362" fmla="*/ 9401 h 1189966"/>
              <a:gd name="connsiteX1363" fmla="*/ 1292907 w 1595616"/>
              <a:gd name="connsiteY1363" fmla="*/ 10745 h 1189966"/>
              <a:gd name="connsiteX1364" fmla="*/ 1295598 w 1595616"/>
              <a:gd name="connsiteY1364" fmla="*/ 12088 h 1189966"/>
              <a:gd name="connsiteX1365" fmla="*/ 1294252 w 1595616"/>
              <a:gd name="connsiteY1365" fmla="*/ 14774 h 1189966"/>
              <a:gd name="connsiteX1366" fmla="*/ 1295598 w 1595616"/>
              <a:gd name="connsiteY1366" fmla="*/ 17460 h 1189966"/>
              <a:gd name="connsiteX1367" fmla="*/ 1298289 w 1595616"/>
              <a:gd name="connsiteY1367" fmla="*/ 17460 h 1189966"/>
              <a:gd name="connsiteX1368" fmla="*/ 1299634 w 1595616"/>
              <a:gd name="connsiteY1368" fmla="*/ 20146 h 1189966"/>
              <a:gd name="connsiteX1369" fmla="*/ 1302325 w 1595616"/>
              <a:gd name="connsiteY1369" fmla="*/ 17460 h 1189966"/>
              <a:gd name="connsiteX1370" fmla="*/ 1305016 w 1595616"/>
              <a:gd name="connsiteY1370" fmla="*/ 18803 h 1189966"/>
              <a:gd name="connsiteX1371" fmla="*/ 1306361 w 1595616"/>
              <a:gd name="connsiteY1371" fmla="*/ 21489 h 1189966"/>
              <a:gd name="connsiteX1372" fmla="*/ 1305016 w 1595616"/>
              <a:gd name="connsiteY1372" fmla="*/ 24175 h 1189966"/>
              <a:gd name="connsiteX1373" fmla="*/ 1306361 w 1595616"/>
              <a:gd name="connsiteY1373" fmla="*/ 25518 h 1189966"/>
              <a:gd name="connsiteX1374" fmla="*/ 1310397 w 1595616"/>
              <a:gd name="connsiteY1374" fmla="*/ 26862 h 1189966"/>
              <a:gd name="connsiteX1375" fmla="*/ 1313088 w 1595616"/>
              <a:gd name="connsiteY1375" fmla="*/ 26862 h 1189966"/>
              <a:gd name="connsiteX1376" fmla="*/ 1314433 w 1595616"/>
              <a:gd name="connsiteY1376" fmla="*/ 28205 h 1189966"/>
              <a:gd name="connsiteX1377" fmla="*/ 1314433 w 1595616"/>
              <a:gd name="connsiteY1377" fmla="*/ 30891 h 1189966"/>
              <a:gd name="connsiteX1378" fmla="*/ 1317124 w 1595616"/>
              <a:gd name="connsiteY1378" fmla="*/ 32234 h 1189966"/>
              <a:gd name="connsiteX1379" fmla="*/ 1319815 w 1595616"/>
              <a:gd name="connsiteY1379" fmla="*/ 34920 h 1189966"/>
              <a:gd name="connsiteX1380" fmla="*/ 1319815 w 1595616"/>
              <a:gd name="connsiteY1380" fmla="*/ 38949 h 1189966"/>
              <a:gd name="connsiteX1381" fmla="*/ 1321160 w 1595616"/>
              <a:gd name="connsiteY1381" fmla="*/ 41635 h 1189966"/>
              <a:gd name="connsiteX1382" fmla="*/ 1321160 w 1595616"/>
              <a:gd name="connsiteY1382" fmla="*/ 44322 h 1189966"/>
              <a:gd name="connsiteX1383" fmla="*/ 1321160 w 1595616"/>
              <a:gd name="connsiteY1383" fmla="*/ 45665 h 1189966"/>
              <a:gd name="connsiteX1384" fmla="*/ 1327887 w 1595616"/>
              <a:gd name="connsiteY1384" fmla="*/ 47008 h 1189966"/>
              <a:gd name="connsiteX1385" fmla="*/ 1329232 w 1595616"/>
              <a:gd name="connsiteY1385" fmla="*/ 49694 h 1189966"/>
              <a:gd name="connsiteX1386" fmla="*/ 1327887 w 1595616"/>
              <a:gd name="connsiteY1386" fmla="*/ 52380 h 1189966"/>
              <a:gd name="connsiteX1387" fmla="*/ 1327887 w 1595616"/>
              <a:gd name="connsiteY1387" fmla="*/ 55066 h 1189966"/>
              <a:gd name="connsiteX1388" fmla="*/ 1334613 w 1595616"/>
              <a:gd name="connsiteY1388" fmla="*/ 59095 h 1189966"/>
              <a:gd name="connsiteX1389" fmla="*/ 1335959 w 1595616"/>
              <a:gd name="connsiteY1389" fmla="*/ 63125 h 1189966"/>
              <a:gd name="connsiteX1390" fmla="*/ 1339995 w 1595616"/>
              <a:gd name="connsiteY1390" fmla="*/ 67154 h 1189966"/>
              <a:gd name="connsiteX1391" fmla="*/ 1339995 w 1595616"/>
              <a:gd name="connsiteY1391" fmla="*/ 71183 h 1189966"/>
              <a:gd name="connsiteX1392" fmla="*/ 1342686 w 1595616"/>
              <a:gd name="connsiteY1392" fmla="*/ 72526 h 1189966"/>
              <a:gd name="connsiteX1393" fmla="*/ 1344031 w 1595616"/>
              <a:gd name="connsiteY1393" fmla="*/ 76555 h 1189966"/>
              <a:gd name="connsiteX1394" fmla="*/ 1348067 w 1595616"/>
              <a:gd name="connsiteY1394" fmla="*/ 79241 h 1189966"/>
              <a:gd name="connsiteX1395" fmla="*/ 1348067 w 1595616"/>
              <a:gd name="connsiteY1395" fmla="*/ 81928 h 1189966"/>
              <a:gd name="connsiteX1396" fmla="*/ 1346722 w 1595616"/>
              <a:gd name="connsiteY1396" fmla="*/ 84614 h 1189966"/>
              <a:gd name="connsiteX1397" fmla="*/ 1348067 w 1595616"/>
              <a:gd name="connsiteY1397" fmla="*/ 85957 h 1189966"/>
              <a:gd name="connsiteX1398" fmla="*/ 1350758 w 1595616"/>
              <a:gd name="connsiteY1398" fmla="*/ 84614 h 1189966"/>
              <a:gd name="connsiteX1399" fmla="*/ 1353449 w 1595616"/>
              <a:gd name="connsiteY1399" fmla="*/ 88643 h 1189966"/>
              <a:gd name="connsiteX1400" fmla="*/ 1353449 w 1595616"/>
              <a:gd name="connsiteY1400" fmla="*/ 91329 h 1189966"/>
              <a:gd name="connsiteX1401" fmla="*/ 1358831 w 1595616"/>
              <a:gd name="connsiteY1401" fmla="*/ 98045 h 1189966"/>
              <a:gd name="connsiteX1402" fmla="*/ 1368248 w 1595616"/>
              <a:gd name="connsiteY1402" fmla="*/ 104760 h 1189966"/>
              <a:gd name="connsiteX1403" fmla="*/ 1369594 w 1595616"/>
              <a:gd name="connsiteY1403" fmla="*/ 108789 h 1189966"/>
              <a:gd name="connsiteX1404" fmla="*/ 1370939 w 1595616"/>
              <a:gd name="connsiteY1404" fmla="*/ 114162 h 1189966"/>
              <a:gd name="connsiteX1405" fmla="*/ 1373630 w 1595616"/>
              <a:gd name="connsiteY1405" fmla="*/ 115504 h 1189966"/>
              <a:gd name="connsiteX1406" fmla="*/ 1373630 w 1595616"/>
              <a:gd name="connsiteY1406" fmla="*/ 120877 h 1189966"/>
              <a:gd name="connsiteX1407" fmla="*/ 1376321 w 1595616"/>
              <a:gd name="connsiteY1407" fmla="*/ 122220 h 1189966"/>
              <a:gd name="connsiteX1408" fmla="*/ 1379011 w 1595616"/>
              <a:gd name="connsiteY1408" fmla="*/ 123563 h 1189966"/>
              <a:gd name="connsiteX1409" fmla="*/ 1380357 w 1595616"/>
              <a:gd name="connsiteY1409" fmla="*/ 127592 h 1189966"/>
              <a:gd name="connsiteX1410" fmla="*/ 1380357 w 1595616"/>
              <a:gd name="connsiteY1410" fmla="*/ 131622 h 1189966"/>
              <a:gd name="connsiteX1411" fmla="*/ 1383047 w 1595616"/>
              <a:gd name="connsiteY1411" fmla="*/ 136994 h 1189966"/>
              <a:gd name="connsiteX1412" fmla="*/ 1388428 w 1595616"/>
              <a:gd name="connsiteY1412" fmla="*/ 142366 h 1189966"/>
              <a:gd name="connsiteX1413" fmla="*/ 1392465 w 1595616"/>
              <a:gd name="connsiteY1413" fmla="*/ 143709 h 1189966"/>
              <a:gd name="connsiteX1414" fmla="*/ 1393810 w 1595616"/>
              <a:gd name="connsiteY1414" fmla="*/ 147738 h 1189966"/>
              <a:gd name="connsiteX1415" fmla="*/ 1397846 w 1595616"/>
              <a:gd name="connsiteY1415" fmla="*/ 147738 h 1189966"/>
              <a:gd name="connsiteX1416" fmla="*/ 1400537 w 1595616"/>
              <a:gd name="connsiteY1416" fmla="*/ 146395 h 1189966"/>
              <a:gd name="connsiteX1417" fmla="*/ 1403228 w 1595616"/>
              <a:gd name="connsiteY1417" fmla="*/ 149081 h 1189966"/>
              <a:gd name="connsiteX1418" fmla="*/ 1404573 w 1595616"/>
              <a:gd name="connsiteY1418" fmla="*/ 147738 h 1189966"/>
              <a:gd name="connsiteX1419" fmla="*/ 1411300 w 1595616"/>
              <a:gd name="connsiteY1419" fmla="*/ 147738 h 1189966"/>
              <a:gd name="connsiteX1420" fmla="*/ 1413991 w 1595616"/>
              <a:gd name="connsiteY1420" fmla="*/ 145052 h 1189966"/>
              <a:gd name="connsiteX1421" fmla="*/ 1416682 w 1595616"/>
              <a:gd name="connsiteY1421" fmla="*/ 145052 h 1189966"/>
              <a:gd name="connsiteX1422" fmla="*/ 1416682 w 1595616"/>
              <a:gd name="connsiteY1422" fmla="*/ 147738 h 1189966"/>
              <a:gd name="connsiteX1423" fmla="*/ 1415336 w 1595616"/>
              <a:gd name="connsiteY1423" fmla="*/ 149081 h 1189966"/>
              <a:gd name="connsiteX1424" fmla="*/ 1416682 w 1595616"/>
              <a:gd name="connsiteY1424" fmla="*/ 150425 h 1189966"/>
              <a:gd name="connsiteX1425" fmla="*/ 1422063 w 1595616"/>
              <a:gd name="connsiteY1425" fmla="*/ 151768 h 1189966"/>
              <a:gd name="connsiteX1426" fmla="*/ 1424754 w 1595616"/>
              <a:gd name="connsiteY1426" fmla="*/ 153111 h 1189966"/>
              <a:gd name="connsiteX1427" fmla="*/ 1426100 w 1595616"/>
              <a:gd name="connsiteY1427" fmla="*/ 154454 h 1189966"/>
              <a:gd name="connsiteX1428" fmla="*/ 1430136 w 1595616"/>
              <a:gd name="connsiteY1428" fmla="*/ 157140 h 1189966"/>
              <a:gd name="connsiteX1429" fmla="*/ 1430136 w 1595616"/>
              <a:gd name="connsiteY1429" fmla="*/ 154454 h 1189966"/>
              <a:gd name="connsiteX1430" fmla="*/ 1432827 w 1595616"/>
              <a:gd name="connsiteY1430" fmla="*/ 153111 h 1189966"/>
              <a:gd name="connsiteX1431" fmla="*/ 1435517 w 1595616"/>
              <a:gd name="connsiteY1431" fmla="*/ 154454 h 1189966"/>
              <a:gd name="connsiteX1432" fmla="*/ 1436863 w 1595616"/>
              <a:gd name="connsiteY1432" fmla="*/ 151768 h 1189966"/>
              <a:gd name="connsiteX1433" fmla="*/ 1439553 w 1595616"/>
              <a:gd name="connsiteY1433" fmla="*/ 150425 h 1189966"/>
              <a:gd name="connsiteX1434" fmla="*/ 1440898 w 1595616"/>
              <a:gd name="connsiteY1434" fmla="*/ 153111 h 1189966"/>
              <a:gd name="connsiteX1435" fmla="*/ 1442244 w 1595616"/>
              <a:gd name="connsiteY1435" fmla="*/ 155797 h 1189966"/>
              <a:gd name="connsiteX1436" fmla="*/ 1444934 w 1595616"/>
              <a:gd name="connsiteY1436" fmla="*/ 158483 h 1189966"/>
              <a:gd name="connsiteX1437" fmla="*/ 1447625 w 1595616"/>
              <a:gd name="connsiteY1437" fmla="*/ 158483 h 1189966"/>
              <a:gd name="connsiteX1438" fmla="*/ 1448970 w 1595616"/>
              <a:gd name="connsiteY1438" fmla="*/ 161169 h 1189966"/>
              <a:gd name="connsiteX1439" fmla="*/ 1451661 w 1595616"/>
              <a:gd name="connsiteY1439" fmla="*/ 163855 h 1189966"/>
              <a:gd name="connsiteX1440" fmla="*/ 1453007 w 1595616"/>
              <a:gd name="connsiteY1440" fmla="*/ 163855 h 1189966"/>
              <a:gd name="connsiteX1441" fmla="*/ 1455697 w 1595616"/>
              <a:gd name="connsiteY1441" fmla="*/ 166541 h 1189966"/>
              <a:gd name="connsiteX1442" fmla="*/ 1455697 w 1595616"/>
              <a:gd name="connsiteY1442" fmla="*/ 169228 h 1189966"/>
              <a:gd name="connsiteX1443" fmla="*/ 1461079 w 1595616"/>
              <a:gd name="connsiteY1443" fmla="*/ 171914 h 1189966"/>
              <a:gd name="connsiteX1444" fmla="*/ 1462424 w 1595616"/>
              <a:gd name="connsiteY1444" fmla="*/ 171914 h 1189966"/>
              <a:gd name="connsiteX1445" fmla="*/ 1465115 w 1595616"/>
              <a:gd name="connsiteY1445" fmla="*/ 173257 h 1189966"/>
              <a:gd name="connsiteX1446" fmla="*/ 1467806 w 1595616"/>
              <a:gd name="connsiteY1446" fmla="*/ 174600 h 1189966"/>
              <a:gd name="connsiteX1447" fmla="*/ 1471842 w 1595616"/>
              <a:gd name="connsiteY1447" fmla="*/ 175943 h 1189966"/>
              <a:gd name="connsiteX1448" fmla="*/ 1474533 w 1595616"/>
              <a:gd name="connsiteY1448" fmla="*/ 174600 h 1189966"/>
              <a:gd name="connsiteX1449" fmla="*/ 1477224 w 1595616"/>
              <a:gd name="connsiteY1449" fmla="*/ 174600 h 1189966"/>
              <a:gd name="connsiteX1450" fmla="*/ 1479915 w 1595616"/>
              <a:gd name="connsiteY1450" fmla="*/ 171914 h 1189966"/>
              <a:gd name="connsiteX1451" fmla="*/ 1482605 w 1595616"/>
              <a:gd name="connsiteY1451" fmla="*/ 171914 h 1189966"/>
              <a:gd name="connsiteX1452" fmla="*/ 1483951 w 1595616"/>
              <a:gd name="connsiteY1452" fmla="*/ 173257 h 1189966"/>
              <a:gd name="connsiteX1453" fmla="*/ 1483951 w 1595616"/>
              <a:gd name="connsiteY1453" fmla="*/ 175943 h 1189966"/>
              <a:gd name="connsiteX1454" fmla="*/ 1481260 w 1595616"/>
              <a:gd name="connsiteY1454" fmla="*/ 179972 h 1189966"/>
              <a:gd name="connsiteX1455" fmla="*/ 1481260 w 1595616"/>
              <a:gd name="connsiteY1455" fmla="*/ 182658 h 1189966"/>
              <a:gd name="connsiteX1456" fmla="*/ 1482605 w 1595616"/>
              <a:gd name="connsiteY1456" fmla="*/ 185345 h 1189966"/>
              <a:gd name="connsiteX1457" fmla="*/ 1486642 w 1595616"/>
              <a:gd name="connsiteY1457" fmla="*/ 185345 h 1189966"/>
              <a:gd name="connsiteX1458" fmla="*/ 1487987 w 1595616"/>
              <a:gd name="connsiteY1458" fmla="*/ 190717 h 1189966"/>
              <a:gd name="connsiteX1459" fmla="*/ 1489332 w 1595616"/>
              <a:gd name="connsiteY1459" fmla="*/ 194746 h 1189966"/>
              <a:gd name="connsiteX1460" fmla="*/ 1487987 w 1595616"/>
              <a:gd name="connsiteY1460" fmla="*/ 198775 h 1189966"/>
              <a:gd name="connsiteX1461" fmla="*/ 1486642 w 1595616"/>
              <a:gd name="connsiteY1461" fmla="*/ 201462 h 1189966"/>
              <a:gd name="connsiteX1462" fmla="*/ 1486642 w 1595616"/>
              <a:gd name="connsiteY1462" fmla="*/ 204148 h 1189966"/>
              <a:gd name="connsiteX1463" fmla="*/ 1492023 w 1595616"/>
              <a:gd name="connsiteY1463" fmla="*/ 210863 h 1189966"/>
              <a:gd name="connsiteX1464" fmla="*/ 1494714 w 1595616"/>
              <a:gd name="connsiteY1464" fmla="*/ 212206 h 1189966"/>
              <a:gd name="connsiteX1465" fmla="*/ 1498750 w 1595616"/>
              <a:gd name="connsiteY1465" fmla="*/ 217578 h 1189966"/>
              <a:gd name="connsiteX1466" fmla="*/ 1500095 w 1595616"/>
              <a:gd name="connsiteY1466" fmla="*/ 220265 h 1189966"/>
              <a:gd name="connsiteX1467" fmla="*/ 1504131 w 1595616"/>
              <a:gd name="connsiteY1467" fmla="*/ 218922 h 1189966"/>
              <a:gd name="connsiteX1468" fmla="*/ 1506822 w 1595616"/>
              <a:gd name="connsiteY1468" fmla="*/ 216235 h 1189966"/>
              <a:gd name="connsiteX1469" fmla="*/ 1510858 w 1595616"/>
              <a:gd name="connsiteY1469" fmla="*/ 216235 h 1189966"/>
              <a:gd name="connsiteX1470" fmla="*/ 1513549 w 1595616"/>
              <a:gd name="connsiteY1470" fmla="*/ 220265 h 1189966"/>
              <a:gd name="connsiteX1471" fmla="*/ 1514894 w 1595616"/>
              <a:gd name="connsiteY1471" fmla="*/ 222951 h 1189966"/>
              <a:gd name="connsiteX1472" fmla="*/ 1517585 w 1595616"/>
              <a:gd name="connsiteY1472" fmla="*/ 222951 h 1189966"/>
              <a:gd name="connsiteX1473" fmla="*/ 1520276 w 1595616"/>
              <a:gd name="connsiteY1473" fmla="*/ 220265 h 1189966"/>
              <a:gd name="connsiteX1474" fmla="*/ 1522966 w 1595616"/>
              <a:gd name="connsiteY1474" fmla="*/ 221608 h 1189966"/>
              <a:gd name="connsiteX1475" fmla="*/ 1525657 w 1595616"/>
              <a:gd name="connsiteY1475" fmla="*/ 220265 h 1189966"/>
              <a:gd name="connsiteX1476" fmla="*/ 1533730 w 1595616"/>
              <a:gd name="connsiteY1476" fmla="*/ 218922 h 1189966"/>
              <a:gd name="connsiteX1477" fmla="*/ 1536420 w 1595616"/>
              <a:gd name="connsiteY1477" fmla="*/ 216235 h 1189966"/>
              <a:gd name="connsiteX1478" fmla="*/ 1539111 w 1595616"/>
              <a:gd name="connsiteY1478" fmla="*/ 214892 h 1189966"/>
              <a:gd name="connsiteX1479" fmla="*/ 1539111 w 1595616"/>
              <a:gd name="connsiteY1479" fmla="*/ 212206 h 1189966"/>
              <a:gd name="connsiteX1480" fmla="*/ 1540457 w 1595616"/>
              <a:gd name="connsiteY1480" fmla="*/ 206834 h 1189966"/>
              <a:gd name="connsiteX1481" fmla="*/ 1543147 w 1595616"/>
              <a:gd name="connsiteY1481" fmla="*/ 205491 h 1189966"/>
              <a:gd name="connsiteX1482" fmla="*/ 1543147 w 1595616"/>
              <a:gd name="connsiteY1482" fmla="*/ 201462 h 1189966"/>
              <a:gd name="connsiteX1483" fmla="*/ 1544493 w 1595616"/>
              <a:gd name="connsiteY1483" fmla="*/ 197432 h 1189966"/>
              <a:gd name="connsiteX1484" fmla="*/ 1548529 w 1595616"/>
              <a:gd name="connsiteY1484" fmla="*/ 197432 h 1189966"/>
              <a:gd name="connsiteX1485" fmla="*/ 1553910 w 1595616"/>
              <a:gd name="connsiteY1485" fmla="*/ 197432 h 1189966"/>
              <a:gd name="connsiteX1486" fmla="*/ 1555256 w 1595616"/>
              <a:gd name="connsiteY1486" fmla="*/ 192060 h 1189966"/>
              <a:gd name="connsiteX1487" fmla="*/ 1557946 w 1595616"/>
              <a:gd name="connsiteY1487" fmla="*/ 190717 h 1189966"/>
              <a:gd name="connsiteX1488" fmla="*/ 1560637 w 1595616"/>
              <a:gd name="connsiteY1488" fmla="*/ 190717 h 1189966"/>
              <a:gd name="connsiteX1489" fmla="*/ 1560637 w 1595616"/>
              <a:gd name="connsiteY1489" fmla="*/ 186688 h 1189966"/>
              <a:gd name="connsiteX1490" fmla="*/ 1564673 w 1595616"/>
              <a:gd name="connsiteY1490" fmla="*/ 184002 h 1189966"/>
              <a:gd name="connsiteX1491" fmla="*/ 1568709 w 1595616"/>
              <a:gd name="connsiteY1491" fmla="*/ 182658 h 1189966"/>
              <a:gd name="connsiteX1492" fmla="*/ 1571400 w 1595616"/>
              <a:gd name="connsiteY1492" fmla="*/ 179972 h 1189966"/>
              <a:gd name="connsiteX1493" fmla="*/ 1575436 w 1595616"/>
              <a:gd name="connsiteY1493" fmla="*/ 182658 h 1189966"/>
              <a:gd name="connsiteX1494" fmla="*/ 1578127 w 1595616"/>
              <a:gd name="connsiteY1494" fmla="*/ 185345 h 1189966"/>
              <a:gd name="connsiteX1495" fmla="*/ 1582163 w 1595616"/>
              <a:gd name="connsiteY1495" fmla="*/ 185345 h 1189966"/>
              <a:gd name="connsiteX1496" fmla="*/ 1584854 w 1595616"/>
              <a:gd name="connsiteY1496" fmla="*/ 188031 h 1189966"/>
              <a:gd name="connsiteX1497" fmla="*/ 1587545 w 1595616"/>
              <a:gd name="connsiteY1497" fmla="*/ 192060 h 1189966"/>
              <a:gd name="connsiteX1498" fmla="*/ 1584854 w 1595616"/>
              <a:gd name="connsiteY1498" fmla="*/ 194746 h 1189966"/>
              <a:gd name="connsiteX1499" fmla="*/ 1584854 w 1595616"/>
              <a:gd name="connsiteY1499" fmla="*/ 197432 h 1189966"/>
              <a:gd name="connsiteX1500" fmla="*/ 1588890 w 1595616"/>
              <a:gd name="connsiteY1500" fmla="*/ 201462 h 1189966"/>
              <a:gd name="connsiteX1501" fmla="*/ 1590235 w 1595616"/>
              <a:gd name="connsiteY1501" fmla="*/ 205491 h 1189966"/>
              <a:gd name="connsiteX1502" fmla="*/ 1592926 w 1595616"/>
              <a:gd name="connsiteY1502" fmla="*/ 208177 h 118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</a:cxnLst>
            <a:rect l="l" t="t" r="r" b="b"/>
            <a:pathLst>
              <a:path w="1595616" h="1189966">
                <a:moveTo>
                  <a:pt x="1595617" y="209520"/>
                </a:moveTo>
                <a:lnTo>
                  <a:pt x="1594272" y="216235"/>
                </a:lnTo>
                <a:lnTo>
                  <a:pt x="1594272" y="220265"/>
                </a:lnTo>
                <a:lnTo>
                  <a:pt x="1592926" y="221608"/>
                </a:lnTo>
                <a:lnTo>
                  <a:pt x="1588890" y="222951"/>
                </a:lnTo>
                <a:lnTo>
                  <a:pt x="1586199" y="226980"/>
                </a:lnTo>
                <a:lnTo>
                  <a:pt x="1586199" y="229666"/>
                </a:lnTo>
                <a:lnTo>
                  <a:pt x="1588890" y="232352"/>
                </a:lnTo>
                <a:lnTo>
                  <a:pt x="1588890" y="233695"/>
                </a:lnTo>
                <a:lnTo>
                  <a:pt x="1588890" y="239068"/>
                </a:lnTo>
                <a:lnTo>
                  <a:pt x="1587545" y="241754"/>
                </a:lnTo>
                <a:lnTo>
                  <a:pt x="1588890" y="244440"/>
                </a:lnTo>
                <a:lnTo>
                  <a:pt x="1591581" y="245783"/>
                </a:lnTo>
                <a:lnTo>
                  <a:pt x="1591581" y="248469"/>
                </a:lnTo>
                <a:lnTo>
                  <a:pt x="1591581" y="251155"/>
                </a:lnTo>
                <a:lnTo>
                  <a:pt x="1592926" y="252499"/>
                </a:lnTo>
                <a:lnTo>
                  <a:pt x="1591581" y="253841"/>
                </a:lnTo>
                <a:lnTo>
                  <a:pt x="1590235" y="255185"/>
                </a:lnTo>
                <a:lnTo>
                  <a:pt x="1590235" y="260557"/>
                </a:lnTo>
                <a:lnTo>
                  <a:pt x="1591581" y="265929"/>
                </a:lnTo>
                <a:lnTo>
                  <a:pt x="1592926" y="268615"/>
                </a:lnTo>
                <a:lnTo>
                  <a:pt x="1592926" y="271302"/>
                </a:lnTo>
                <a:lnTo>
                  <a:pt x="1591581" y="272645"/>
                </a:lnTo>
                <a:lnTo>
                  <a:pt x="1590235" y="276674"/>
                </a:lnTo>
                <a:lnTo>
                  <a:pt x="1591581" y="279360"/>
                </a:lnTo>
                <a:lnTo>
                  <a:pt x="1591581" y="282046"/>
                </a:lnTo>
                <a:lnTo>
                  <a:pt x="1592926" y="283389"/>
                </a:lnTo>
                <a:lnTo>
                  <a:pt x="1588890" y="286075"/>
                </a:lnTo>
                <a:lnTo>
                  <a:pt x="1588890" y="287418"/>
                </a:lnTo>
                <a:lnTo>
                  <a:pt x="1590235" y="290105"/>
                </a:lnTo>
                <a:lnTo>
                  <a:pt x="1591581" y="294134"/>
                </a:lnTo>
                <a:lnTo>
                  <a:pt x="1588890" y="295477"/>
                </a:lnTo>
                <a:lnTo>
                  <a:pt x="1586199" y="300849"/>
                </a:lnTo>
                <a:lnTo>
                  <a:pt x="1587545" y="303535"/>
                </a:lnTo>
                <a:lnTo>
                  <a:pt x="1588890" y="306222"/>
                </a:lnTo>
                <a:lnTo>
                  <a:pt x="1587545" y="308908"/>
                </a:lnTo>
                <a:lnTo>
                  <a:pt x="1587545" y="311594"/>
                </a:lnTo>
                <a:lnTo>
                  <a:pt x="1588890" y="314280"/>
                </a:lnTo>
                <a:lnTo>
                  <a:pt x="1590235" y="318309"/>
                </a:lnTo>
                <a:lnTo>
                  <a:pt x="1588890" y="320995"/>
                </a:lnTo>
                <a:lnTo>
                  <a:pt x="1584854" y="320995"/>
                </a:lnTo>
                <a:lnTo>
                  <a:pt x="1582163" y="319652"/>
                </a:lnTo>
                <a:lnTo>
                  <a:pt x="1566018" y="316966"/>
                </a:lnTo>
                <a:lnTo>
                  <a:pt x="1563327" y="315623"/>
                </a:lnTo>
                <a:lnTo>
                  <a:pt x="1559291" y="314280"/>
                </a:lnTo>
                <a:lnTo>
                  <a:pt x="1556601" y="315623"/>
                </a:lnTo>
                <a:lnTo>
                  <a:pt x="1551220" y="322338"/>
                </a:lnTo>
                <a:lnTo>
                  <a:pt x="1551220" y="326368"/>
                </a:lnTo>
                <a:lnTo>
                  <a:pt x="1548529" y="329054"/>
                </a:lnTo>
                <a:lnTo>
                  <a:pt x="1545838" y="329054"/>
                </a:lnTo>
                <a:lnTo>
                  <a:pt x="1541802" y="331740"/>
                </a:lnTo>
                <a:lnTo>
                  <a:pt x="1540457" y="334426"/>
                </a:lnTo>
                <a:lnTo>
                  <a:pt x="1543147" y="338455"/>
                </a:lnTo>
                <a:lnTo>
                  <a:pt x="1548529" y="347857"/>
                </a:lnTo>
                <a:lnTo>
                  <a:pt x="1549874" y="351886"/>
                </a:lnTo>
                <a:lnTo>
                  <a:pt x="1551220" y="354572"/>
                </a:lnTo>
                <a:lnTo>
                  <a:pt x="1555256" y="358602"/>
                </a:lnTo>
                <a:lnTo>
                  <a:pt x="1555256" y="363974"/>
                </a:lnTo>
                <a:lnTo>
                  <a:pt x="1555256" y="370689"/>
                </a:lnTo>
                <a:lnTo>
                  <a:pt x="1556601" y="374718"/>
                </a:lnTo>
                <a:lnTo>
                  <a:pt x="1556601" y="382777"/>
                </a:lnTo>
                <a:lnTo>
                  <a:pt x="1559291" y="385463"/>
                </a:lnTo>
                <a:lnTo>
                  <a:pt x="1559291" y="390835"/>
                </a:lnTo>
                <a:lnTo>
                  <a:pt x="1559291" y="394865"/>
                </a:lnTo>
                <a:lnTo>
                  <a:pt x="1557946" y="397551"/>
                </a:lnTo>
                <a:lnTo>
                  <a:pt x="1557946" y="400237"/>
                </a:lnTo>
                <a:lnTo>
                  <a:pt x="1559291" y="402923"/>
                </a:lnTo>
                <a:lnTo>
                  <a:pt x="1559291" y="408295"/>
                </a:lnTo>
                <a:lnTo>
                  <a:pt x="1556601" y="408295"/>
                </a:lnTo>
                <a:lnTo>
                  <a:pt x="1551220" y="408295"/>
                </a:lnTo>
                <a:lnTo>
                  <a:pt x="1548529" y="409638"/>
                </a:lnTo>
                <a:lnTo>
                  <a:pt x="1547184" y="410981"/>
                </a:lnTo>
                <a:lnTo>
                  <a:pt x="1548529" y="416354"/>
                </a:lnTo>
                <a:lnTo>
                  <a:pt x="1551220" y="417697"/>
                </a:lnTo>
                <a:lnTo>
                  <a:pt x="1551220" y="420383"/>
                </a:lnTo>
                <a:lnTo>
                  <a:pt x="1549874" y="421726"/>
                </a:lnTo>
                <a:lnTo>
                  <a:pt x="1548529" y="420383"/>
                </a:lnTo>
                <a:lnTo>
                  <a:pt x="1540457" y="417697"/>
                </a:lnTo>
                <a:lnTo>
                  <a:pt x="1537766" y="415011"/>
                </a:lnTo>
                <a:lnTo>
                  <a:pt x="1537766" y="409638"/>
                </a:lnTo>
                <a:lnTo>
                  <a:pt x="1533730" y="406952"/>
                </a:lnTo>
                <a:lnTo>
                  <a:pt x="1531039" y="408295"/>
                </a:lnTo>
                <a:lnTo>
                  <a:pt x="1531039" y="413668"/>
                </a:lnTo>
                <a:lnTo>
                  <a:pt x="1529693" y="419040"/>
                </a:lnTo>
                <a:lnTo>
                  <a:pt x="1532384" y="421726"/>
                </a:lnTo>
                <a:lnTo>
                  <a:pt x="1529693" y="427099"/>
                </a:lnTo>
                <a:lnTo>
                  <a:pt x="1524312" y="428441"/>
                </a:lnTo>
                <a:lnTo>
                  <a:pt x="1520276" y="433814"/>
                </a:lnTo>
                <a:lnTo>
                  <a:pt x="1520276" y="439186"/>
                </a:lnTo>
                <a:lnTo>
                  <a:pt x="1510858" y="447245"/>
                </a:lnTo>
                <a:lnTo>
                  <a:pt x="1504131" y="448588"/>
                </a:lnTo>
                <a:lnTo>
                  <a:pt x="1500095" y="451274"/>
                </a:lnTo>
                <a:lnTo>
                  <a:pt x="1505476" y="455303"/>
                </a:lnTo>
                <a:lnTo>
                  <a:pt x="1510858" y="460675"/>
                </a:lnTo>
                <a:lnTo>
                  <a:pt x="1512203" y="464705"/>
                </a:lnTo>
                <a:lnTo>
                  <a:pt x="1508167" y="471420"/>
                </a:lnTo>
                <a:lnTo>
                  <a:pt x="1501440" y="470077"/>
                </a:lnTo>
                <a:lnTo>
                  <a:pt x="1490678" y="471420"/>
                </a:lnTo>
                <a:lnTo>
                  <a:pt x="1485296" y="468734"/>
                </a:lnTo>
                <a:lnTo>
                  <a:pt x="1481260" y="471420"/>
                </a:lnTo>
                <a:lnTo>
                  <a:pt x="1477224" y="467391"/>
                </a:lnTo>
                <a:lnTo>
                  <a:pt x="1473188" y="464705"/>
                </a:lnTo>
                <a:lnTo>
                  <a:pt x="1467806" y="457989"/>
                </a:lnTo>
                <a:lnTo>
                  <a:pt x="1463770" y="463362"/>
                </a:lnTo>
                <a:lnTo>
                  <a:pt x="1462424" y="472763"/>
                </a:lnTo>
                <a:lnTo>
                  <a:pt x="1463770" y="475449"/>
                </a:lnTo>
                <a:lnTo>
                  <a:pt x="1461079" y="479478"/>
                </a:lnTo>
                <a:lnTo>
                  <a:pt x="1457043" y="492909"/>
                </a:lnTo>
                <a:lnTo>
                  <a:pt x="1451661" y="494252"/>
                </a:lnTo>
                <a:lnTo>
                  <a:pt x="1447625" y="503654"/>
                </a:lnTo>
                <a:lnTo>
                  <a:pt x="1440898" y="507683"/>
                </a:lnTo>
                <a:lnTo>
                  <a:pt x="1440898" y="511712"/>
                </a:lnTo>
                <a:lnTo>
                  <a:pt x="1438208" y="518428"/>
                </a:lnTo>
                <a:lnTo>
                  <a:pt x="1431481" y="525143"/>
                </a:lnTo>
                <a:lnTo>
                  <a:pt x="1431481" y="538574"/>
                </a:lnTo>
                <a:lnTo>
                  <a:pt x="1428790" y="534545"/>
                </a:lnTo>
                <a:lnTo>
                  <a:pt x="1422063" y="542603"/>
                </a:lnTo>
                <a:lnTo>
                  <a:pt x="1416682" y="543946"/>
                </a:lnTo>
                <a:lnTo>
                  <a:pt x="1412646" y="545289"/>
                </a:lnTo>
                <a:lnTo>
                  <a:pt x="1409955" y="542603"/>
                </a:lnTo>
                <a:lnTo>
                  <a:pt x="1403228" y="546632"/>
                </a:lnTo>
                <a:lnTo>
                  <a:pt x="1397846" y="546632"/>
                </a:lnTo>
                <a:lnTo>
                  <a:pt x="1396501" y="552005"/>
                </a:lnTo>
                <a:lnTo>
                  <a:pt x="1393810" y="552005"/>
                </a:lnTo>
                <a:lnTo>
                  <a:pt x="1381702" y="561406"/>
                </a:lnTo>
                <a:lnTo>
                  <a:pt x="1374975" y="565435"/>
                </a:lnTo>
                <a:lnTo>
                  <a:pt x="1377666" y="570808"/>
                </a:lnTo>
                <a:lnTo>
                  <a:pt x="1376321" y="572151"/>
                </a:lnTo>
                <a:lnTo>
                  <a:pt x="1369594" y="576180"/>
                </a:lnTo>
                <a:lnTo>
                  <a:pt x="1365558" y="581552"/>
                </a:lnTo>
                <a:lnTo>
                  <a:pt x="1362867" y="581552"/>
                </a:lnTo>
                <a:lnTo>
                  <a:pt x="1358831" y="585581"/>
                </a:lnTo>
                <a:lnTo>
                  <a:pt x="1356140" y="586925"/>
                </a:lnTo>
                <a:lnTo>
                  <a:pt x="1354794" y="582895"/>
                </a:lnTo>
                <a:lnTo>
                  <a:pt x="1350758" y="580209"/>
                </a:lnTo>
                <a:lnTo>
                  <a:pt x="1353449" y="576180"/>
                </a:lnTo>
                <a:lnTo>
                  <a:pt x="1357485" y="576180"/>
                </a:lnTo>
                <a:lnTo>
                  <a:pt x="1360176" y="572151"/>
                </a:lnTo>
                <a:lnTo>
                  <a:pt x="1365558" y="572151"/>
                </a:lnTo>
                <a:lnTo>
                  <a:pt x="1368248" y="570808"/>
                </a:lnTo>
                <a:lnTo>
                  <a:pt x="1368248" y="568122"/>
                </a:lnTo>
                <a:lnTo>
                  <a:pt x="1365558" y="568122"/>
                </a:lnTo>
                <a:lnTo>
                  <a:pt x="1365558" y="565435"/>
                </a:lnTo>
                <a:lnTo>
                  <a:pt x="1369594" y="561406"/>
                </a:lnTo>
                <a:lnTo>
                  <a:pt x="1372285" y="557377"/>
                </a:lnTo>
                <a:lnTo>
                  <a:pt x="1366903" y="561406"/>
                </a:lnTo>
                <a:lnTo>
                  <a:pt x="1360176" y="564092"/>
                </a:lnTo>
                <a:lnTo>
                  <a:pt x="1358831" y="561406"/>
                </a:lnTo>
                <a:lnTo>
                  <a:pt x="1358831" y="557377"/>
                </a:lnTo>
                <a:lnTo>
                  <a:pt x="1360176" y="557377"/>
                </a:lnTo>
                <a:lnTo>
                  <a:pt x="1360176" y="553348"/>
                </a:lnTo>
                <a:lnTo>
                  <a:pt x="1354794" y="547975"/>
                </a:lnTo>
                <a:lnTo>
                  <a:pt x="1356140" y="541260"/>
                </a:lnTo>
                <a:lnTo>
                  <a:pt x="1356140" y="538574"/>
                </a:lnTo>
                <a:lnTo>
                  <a:pt x="1360176" y="538574"/>
                </a:lnTo>
                <a:lnTo>
                  <a:pt x="1361521" y="531858"/>
                </a:lnTo>
                <a:lnTo>
                  <a:pt x="1366903" y="525143"/>
                </a:lnTo>
                <a:lnTo>
                  <a:pt x="1368248" y="522457"/>
                </a:lnTo>
                <a:lnTo>
                  <a:pt x="1370939" y="519771"/>
                </a:lnTo>
                <a:lnTo>
                  <a:pt x="1370939" y="515741"/>
                </a:lnTo>
                <a:lnTo>
                  <a:pt x="1358831" y="509026"/>
                </a:lnTo>
                <a:lnTo>
                  <a:pt x="1350758" y="499625"/>
                </a:lnTo>
                <a:lnTo>
                  <a:pt x="1349413" y="504997"/>
                </a:lnTo>
                <a:lnTo>
                  <a:pt x="1344031" y="504997"/>
                </a:lnTo>
                <a:lnTo>
                  <a:pt x="1342686" y="502311"/>
                </a:lnTo>
                <a:lnTo>
                  <a:pt x="1335959" y="502311"/>
                </a:lnTo>
                <a:lnTo>
                  <a:pt x="1333268" y="509026"/>
                </a:lnTo>
                <a:lnTo>
                  <a:pt x="1330577" y="510369"/>
                </a:lnTo>
                <a:lnTo>
                  <a:pt x="1330577" y="515741"/>
                </a:lnTo>
                <a:lnTo>
                  <a:pt x="1323851" y="521114"/>
                </a:lnTo>
                <a:lnTo>
                  <a:pt x="1323851" y="531858"/>
                </a:lnTo>
                <a:lnTo>
                  <a:pt x="1321160" y="531858"/>
                </a:lnTo>
                <a:lnTo>
                  <a:pt x="1317124" y="539917"/>
                </a:lnTo>
                <a:lnTo>
                  <a:pt x="1311743" y="539917"/>
                </a:lnTo>
                <a:lnTo>
                  <a:pt x="1302325" y="545289"/>
                </a:lnTo>
                <a:lnTo>
                  <a:pt x="1299634" y="557377"/>
                </a:lnTo>
                <a:lnTo>
                  <a:pt x="1296943" y="561406"/>
                </a:lnTo>
                <a:lnTo>
                  <a:pt x="1299634" y="562749"/>
                </a:lnTo>
                <a:lnTo>
                  <a:pt x="1299634" y="568122"/>
                </a:lnTo>
                <a:lnTo>
                  <a:pt x="1296943" y="568122"/>
                </a:lnTo>
                <a:lnTo>
                  <a:pt x="1298289" y="570808"/>
                </a:lnTo>
                <a:lnTo>
                  <a:pt x="1295598" y="576180"/>
                </a:lnTo>
                <a:lnTo>
                  <a:pt x="1288871" y="577523"/>
                </a:lnTo>
                <a:lnTo>
                  <a:pt x="1280798" y="577523"/>
                </a:lnTo>
                <a:lnTo>
                  <a:pt x="1270035" y="573494"/>
                </a:lnTo>
                <a:lnTo>
                  <a:pt x="1270035" y="576180"/>
                </a:lnTo>
                <a:lnTo>
                  <a:pt x="1267345" y="578866"/>
                </a:lnTo>
                <a:lnTo>
                  <a:pt x="1266000" y="584238"/>
                </a:lnTo>
                <a:lnTo>
                  <a:pt x="1266000" y="586925"/>
                </a:lnTo>
                <a:lnTo>
                  <a:pt x="1266000" y="589611"/>
                </a:lnTo>
                <a:lnTo>
                  <a:pt x="1263309" y="590954"/>
                </a:lnTo>
                <a:lnTo>
                  <a:pt x="1266000" y="597669"/>
                </a:lnTo>
                <a:lnTo>
                  <a:pt x="1266000" y="603041"/>
                </a:lnTo>
                <a:lnTo>
                  <a:pt x="1272726" y="605728"/>
                </a:lnTo>
                <a:lnTo>
                  <a:pt x="1280798" y="612443"/>
                </a:lnTo>
                <a:lnTo>
                  <a:pt x="1282144" y="615129"/>
                </a:lnTo>
                <a:lnTo>
                  <a:pt x="1286180" y="621845"/>
                </a:lnTo>
                <a:lnTo>
                  <a:pt x="1286180" y="619158"/>
                </a:lnTo>
                <a:lnTo>
                  <a:pt x="1287525" y="621845"/>
                </a:lnTo>
                <a:lnTo>
                  <a:pt x="1290216" y="619158"/>
                </a:lnTo>
                <a:lnTo>
                  <a:pt x="1292907" y="619158"/>
                </a:lnTo>
                <a:lnTo>
                  <a:pt x="1292907" y="621845"/>
                </a:lnTo>
                <a:lnTo>
                  <a:pt x="1295598" y="620502"/>
                </a:lnTo>
                <a:lnTo>
                  <a:pt x="1302325" y="620502"/>
                </a:lnTo>
                <a:lnTo>
                  <a:pt x="1303670" y="624531"/>
                </a:lnTo>
                <a:lnTo>
                  <a:pt x="1303670" y="632589"/>
                </a:lnTo>
                <a:lnTo>
                  <a:pt x="1310397" y="646020"/>
                </a:lnTo>
                <a:lnTo>
                  <a:pt x="1318470" y="646020"/>
                </a:lnTo>
                <a:lnTo>
                  <a:pt x="1322506" y="643334"/>
                </a:lnTo>
                <a:lnTo>
                  <a:pt x="1327887" y="644677"/>
                </a:lnTo>
                <a:lnTo>
                  <a:pt x="1330577" y="643334"/>
                </a:lnTo>
                <a:lnTo>
                  <a:pt x="1333268" y="637962"/>
                </a:lnTo>
                <a:lnTo>
                  <a:pt x="1330577" y="635275"/>
                </a:lnTo>
                <a:lnTo>
                  <a:pt x="1329232" y="633932"/>
                </a:lnTo>
                <a:lnTo>
                  <a:pt x="1335959" y="631246"/>
                </a:lnTo>
                <a:lnTo>
                  <a:pt x="1339995" y="628560"/>
                </a:lnTo>
                <a:lnTo>
                  <a:pt x="1339995" y="623188"/>
                </a:lnTo>
                <a:lnTo>
                  <a:pt x="1337304" y="621845"/>
                </a:lnTo>
                <a:lnTo>
                  <a:pt x="1344031" y="621845"/>
                </a:lnTo>
                <a:lnTo>
                  <a:pt x="1356140" y="616472"/>
                </a:lnTo>
                <a:lnTo>
                  <a:pt x="1357485" y="617815"/>
                </a:lnTo>
                <a:lnTo>
                  <a:pt x="1360176" y="619158"/>
                </a:lnTo>
                <a:lnTo>
                  <a:pt x="1362867" y="624531"/>
                </a:lnTo>
                <a:lnTo>
                  <a:pt x="1366903" y="625874"/>
                </a:lnTo>
                <a:lnTo>
                  <a:pt x="1369594" y="628560"/>
                </a:lnTo>
                <a:lnTo>
                  <a:pt x="1387083" y="627217"/>
                </a:lnTo>
                <a:lnTo>
                  <a:pt x="1388428" y="625874"/>
                </a:lnTo>
                <a:lnTo>
                  <a:pt x="1393810" y="625874"/>
                </a:lnTo>
                <a:lnTo>
                  <a:pt x="1393810" y="627217"/>
                </a:lnTo>
                <a:lnTo>
                  <a:pt x="1400537" y="627217"/>
                </a:lnTo>
                <a:lnTo>
                  <a:pt x="1407264" y="625874"/>
                </a:lnTo>
                <a:lnTo>
                  <a:pt x="1411300" y="627217"/>
                </a:lnTo>
                <a:lnTo>
                  <a:pt x="1404573" y="629903"/>
                </a:lnTo>
                <a:lnTo>
                  <a:pt x="1404573" y="632589"/>
                </a:lnTo>
                <a:lnTo>
                  <a:pt x="1408609" y="637962"/>
                </a:lnTo>
                <a:lnTo>
                  <a:pt x="1405919" y="637962"/>
                </a:lnTo>
                <a:lnTo>
                  <a:pt x="1403228" y="640648"/>
                </a:lnTo>
                <a:lnTo>
                  <a:pt x="1403228" y="646020"/>
                </a:lnTo>
                <a:lnTo>
                  <a:pt x="1407264" y="646020"/>
                </a:lnTo>
                <a:lnTo>
                  <a:pt x="1407264" y="648706"/>
                </a:lnTo>
                <a:lnTo>
                  <a:pt x="1400537" y="654078"/>
                </a:lnTo>
                <a:lnTo>
                  <a:pt x="1395155" y="650049"/>
                </a:lnTo>
                <a:lnTo>
                  <a:pt x="1393810" y="647363"/>
                </a:lnTo>
                <a:lnTo>
                  <a:pt x="1391119" y="650049"/>
                </a:lnTo>
                <a:lnTo>
                  <a:pt x="1389774" y="647363"/>
                </a:lnTo>
                <a:lnTo>
                  <a:pt x="1384393" y="654078"/>
                </a:lnTo>
                <a:lnTo>
                  <a:pt x="1380357" y="654078"/>
                </a:lnTo>
                <a:lnTo>
                  <a:pt x="1376321" y="658108"/>
                </a:lnTo>
                <a:lnTo>
                  <a:pt x="1370939" y="658108"/>
                </a:lnTo>
                <a:lnTo>
                  <a:pt x="1370939" y="660794"/>
                </a:lnTo>
                <a:lnTo>
                  <a:pt x="1365558" y="658108"/>
                </a:lnTo>
                <a:lnTo>
                  <a:pt x="1360176" y="658108"/>
                </a:lnTo>
                <a:lnTo>
                  <a:pt x="1365558" y="662137"/>
                </a:lnTo>
                <a:lnTo>
                  <a:pt x="1366903" y="666166"/>
                </a:lnTo>
                <a:lnTo>
                  <a:pt x="1360176" y="667509"/>
                </a:lnTo>
                <a:lnTo>
                  <a:pt x="1360176" y="672881"/>
                </a:lnTo>
                <a:lnTo>
                  <a:pt x="1352104" y="672881"/>
                </a:lnTo>
                <a:lnTo>
                  <a:pt x="1348067" y="676911"/>
                </a:lnTo>
                <a:lnTo>
                  <a:pt x="1350758" y="680940"/>
                </a:lnTo>
                <a:lnTo>
                  <a:pt x="1354794" y="683626"/>
                </a:lnTo>
                <a:lnTo>
                  <a:pt x="1350758" y="688999"/>
                </a:lnTo>
                <a:lnTo>
                  <a:pt x="1348067" y="687655"/>
                </a:lnTo>
                <a:lnTo>
                  <a:pt x="1342686" y="694371"/>
                </a:lnTo>
                <a:lnTo>
                  <a:pt x="1339995" y="695714"/>
                </a:lnTo>
                <a:lnTo>
                  <a:pt x="1337304" y="694371"/>
                </a:lnTo>
                <a:lnTo>
                  <a:pt x="1335959" y="702429"/>
                </a:lnTo>
                <a:lnTo>
                  <a:pt x="1338650" y="707802"/>
                </a:lnTo>
                <a:lnTo>
                  <a:pt x="1335959" y="717203"/>
                </a:lnTo>
                <a:lnTo>
                  <a:pt x="1335959" y="729291"/>
                </a:lnTo>
                <a:lnTo>
                  <a:pt x="1338650" y="729291"/>
                </a:lnTo>
                <a:lnTo>
                  <a:pt x="1352104" y="736006"/>
                </a:lnTo>
                <a:lnTo>
                  <a:pt x="1352104" y="740035"/>
                </a:lnTo>
                <a:lnTo>
                  <a:pt x="1356140" y="737349"/>
                </a:lnTo>
                <a:lnTo>
                  <a:pt x="1369594" y="745408"/>
                </a:lnTo>
                <a:lnTo>
                  <a:pt x="1377666" y="761525"/>
                </a:lnTo>
                <a:lnTo>
                  <a:pt x="1379011" y="761525"/>
                </a:lnTo>
                <a:lnTo>
                  <a:pt x="1376321" y="768240"/>
                </a:lnTo>
                <a:lnTo>
                  <a:pt x="1381702" y="769583"/>
                </a:lnTo>
                <a:lnTo>
                  <a:pt x="1383047" y="777641"/>
                </a:lnTo>
                <a:lnTo>
                  <a:pt x="1392465" y="784357"/>
                </a:lnTo>
                <a:lnTo>
                  <a:pt x="1392465" y="792415"/>
                </a:lnTo>
                <a:lnTo>
                  <a:pt x="1399192" y="801817"/>
                </a:lnTo>
                <a:lnTo>
                  <a:pt x="1404573" y="803160"/>
                </a:lnTo>
                <a:lnTo>
                  <a:pt x="1409955" y="803160"/>
                </a:lnTo>
                <a:lnTo>
                  <a:pt x="1412646" y="805846"/>
                </a:lnTo>
                <a:lnTo>
                  <a:pt x="1412646" y="807189"/>
                </a:lnTo>
                <a:lnTo>
                  <a:pt x="1418027" y="815248"/>
                </a:lnTo>
                <a:lnTo>
                  <a:pt x="1422063" y="816591"/>
                </a:lnTo>
                <a:lnTo>
                  <a:pt x="1426100" y="823306"/>
                </a:lnTo>
                <a:lnTo>
                  <a:pt x="1423409" y="825992"/>
                </a:lnTo>
                <a:lnTo>
                  <a:pt x="1412646" y="821963"/>
                </a:lnTo>
                <a:lnTo>
                  <a:pt x="1404573" y="825992"/>
                </a:lnTo>
                <a:lnTo>
                  <a:pt x="1399192" y="820620"/>
                </a:lnTo>
                <a:lnTo>
                  <a:pt x="1395155" y="820620"/>
                </a:lnTo>
                <a:lnTo>
                  <a:pt x="1389774" y="816591"/>
                </a:lnTo>
                <a:lnTo>
                  <a:pt x="1381702" y="815248"/>
                </a:lnTo>
                <a:lnTo>
                  <a:pt x="1377666" y="819277"/>
                </a:lnTo>
                <a:lnTo>
                  <a:pt x="1373630" y="819277"/>
                </a:lnTo>
                <a:lnTo>
                  <a:pt x="1369594" y="816591"/>
                </a:lnTo>
                <a:lnTo>
                  <a:pt x="1366903" y="809875"/>
                </a:lnTo>
                <a:lnTo>
                  <a:pt x="1360176" y="812562"/>
                </a:lnTo>
                <a:lnTo>
                  <a:pt x="1356140" y="809875"/>
                </a:lnTo>
                <a:lnTo>
                  <a:pt x="1354794" y="812562"/>
                </a:lnTo>
                <a:lnTo>
                  <a:pt x="1350758" y="812562"/>
                </a:lnTo>
                <a:lnTo>
                  <a:pt x="1348067" y="811218"/>
                </a:lnTo>
                <a:lnTo>
                  <a:pt x="1344031" y="813905"/>
                </a:lnTo>
                <a:lnTo>
                  <a:pt x="1337304" y="824649"/>
                </a:lnTo>
                <a:lnTo>
                  <a:pt x="1344031" y="816591"/>
                </a:lnTo>
                <a:lnTo>
                  <a:pt x="1350758" y="813905"/>
                </a:lnTo>
                <a:lnTo>
                  <a:pt x="1357485" y="815248"/>
                </a:lnTo>
                <a:lnTo>
                  <a:pt x="1362867" y="812562"/>
                </a:lnTo>
                <a:lnTo>
                  <a:pt x="1365558" y="813905"/>
                </a:lnTo>
                <a:lnTo>
                  <a:pt x="1365558" y="816591"/>
                </a:lnTo>
                <a:lnTo>
                  <a:pt x="1372285" y="823306"/>
                </a:lnTo>
                <a:lnTo>
                  <a:pt x="1376321" y="823306"/>
                </a:lnTo>
                <a:lnTo>
                  <a:pt x="1384393" y="817934"/>
                </a:lnTo>
                <a:lnTo>
                  <a:pt x="1389774" y="817934"/>
                </a:lnTo>
                <a:lnTo>
                  <a:pt x="1400537" y="828678"/>
                </a:lnTo>
                <a:lnTo>
                  <a:pt x="1409955" y="832708"/>
                </a:lnTo>
                <a:lnTo>
                  <a:pt x="1422063" y="840766"/>
                </a:lnTo>
                <a:lnTo>
                  <a:pt x="1428790" y="851511"/>
                </a:lnTo>
                <a:lnTo>
                  <a:pt x="1428790" y="855540"/>
                </a:lnTo>
                <a:lnTo>
                  <a:pt x="1422063" y="855540"/>
                </a:lnTo>
                <a:lnTo>
                  <a:pt x="1415336" y="863599"/>
                </a:lnTo>
                <a:lnTo>
                  <a:pt x="1412646" y="862255"/>
                </a:lnTo>
                <a:lnTo>
                  <a:pt x="1409955" y="864941"/>
                </a:lnTo>
                <a:lnTo>
                  <a:pt x="1409955" y="870314"/>
                </a:lnTo>
                <a:lnTo>
                  <a:pt x="1404573" y="871657"/>
                </a:lnTo>
                <a:lnTo>
                  <a:pt x="1399192" y="868971"/>
                </a:lnTo>
                <a:lnTo>
                  <a:pt x="1395155" y="871657"/>
                </a:lnTo>
                <a:lnTo>
                  <a:pt x="1391119" y="870314"/>
                </a:lnTo>
                <a:lnTo>
                  <a:pt x="1385738" y="875686"/>
                </a:lnTo>
                <a:lnTo>
                  <a:pt x="1385738" y="882402"/>
                </a:lnTo>
                <a:lnTo>
                  <a:pt x="1387083" y="877029"/>
                </a:lnTo>
                <a:lnTo>
                  <a:pt x="1392465" y="873000"/>
                </a:lnTo>
                <a:lnTo>
                  <a:pt x="1397846" y="871657"/>
                </a:lnTo>
                <a:lnTo>
                  <a:pt x="1403228" y="879715"/>
                </a:lnTo>
                <a:lnTo>
                  <a:pt x="1407264" y="881058"/>
                </a:lnTo>
                <a:lnTo>
                  <a:pt x="1415336" y="874343"/>
                </a:lnTo>
                <a:lnTo>
                  <a:pt x="1420718" y="875686"/>
                </a:lnTo>
                <a:lnTo>
                  <a:pt x="1430136" y="886431"/>
                </a:lnTo>
                <a:lnTo>
                  <a:pt x="1430136" y="883745"/>
                </a:lnTo>
                <a:lnTo>
                  <a:pt x="1432827" y="886431"/>
                </a:lnTo>
                <a:lnTo>
                  <a:pt x="1438208" y="886431"/>
                </a:lnTo>
                <a:lnTo>
                  <a:pt x="1438208" y="887774"/>
                </a:lnTo>
                <a:lnTo>
                  <a:pt x="1427445" y="898518"/>
                </a:lnTo>
                <a:lnTo>
                  <a:pt x="1420718" y="899862"/>
                </a:lnTo>
                <a:lnTo>
                  <a:pt x="1420718" y="905234"/>
                </a:lnTo>
                <a:lnTo>
                  <a:pt x="1423409" y="905234"/>
                </a:lnTo>
                <a:lnTo>
                  <a:pt x="1430136" y="899862"/>
                </a:lnTo>
                <a:lnTo>
                  <a:pt x="1435517" y="901205"/>
                </a:lnTo>
                <a:lnTo>
                  <a:pt x="1435517" y="898518"/>
                </a:lnTo>
                <a:lnTo>
                  <a:pt x="1435517" y="897175"/>
                </a:lnTo>
                <a:lnTo>
                  <a:pt x="1438208" y="894489"/>
                </a:lnTo>
                <a:lnTo>
                  <a:pt x="1440898" y="895832"/>
                </a:lnTo>
                <a:lnTo>
                  <a:pt x="1440898" y="903891"/>
                </a:lnTo>
                <a:lnTo>
                  <a:pt x="1443589" y="906577"/>
                </a:lnTo>
                <a:lnTo>
                  <a:pt x="1439553" y="909263"/>
                </a:lnTo>
                <a:lnTo>
                  <a:pt x="1439553" y="907920"/>
                </a:lnTo>
                <a:lnTo>
                  <a:pt x="1436863" y="905234"/>
                </a:lnTo>
                <a:lnTo>
                  <a:pt x="1435517" y="907920"/>
                </a:lnTo>
                <a:lnTo>
                  <a:pt x="1434172" y="909263"/>
                </a:lnTo>
                <a:lnTo>
                  <a:pt x="1428790" y="907920"/>
                </a:lnTo>
                <a:lnTo>
                  <a:pt x="1423409" y="913292"/>
                </a:lnTo>
                <a:lnTo>
                  <a:pt x="1423409" y="914635"/>
                </a:lnTo>
                <a:lnTo>
                  <a:pt x="1431481" y="914635"/>
                </a:lnTo>
                <a:lnTo>
                  <a:pt x="1434172" y="917322"/>
                </a:lnTo>
                <a:lnTo>
                  <a:pt x="1434172" y="920008"/>
                </a:lnTo>
                <a:lnTo>
                  <a:pt x="1431481" y="918665"/>
                </a:lnTo>
                <a:lnTo>
                  <a:pt x="1428790" y="922694"/>
                </a:lnTo>
                <a:lnTo>
                  <a:pt x="1431481" y="924037"/>
                </a:lnTo>
                <a:lnTo>
                  <a:pt x="1434172" y="926723"/>
                </a:lnTo>
                <a:lnTo>
                  <a:pt x="1431481" y="929409"/>
                </a:lnTo>
                <a:lnTo>
                  <a:pt x="1427445" y="928066"/>
                </a:lnTo>
                <a:lnTo>
                  <a:pt x="1426100" y="930752"/>
                </a:lnTo>
                <a:lnTo>
                  <a:pt x="1427445" y="932095"/>
                </a:lnTo>
                <a:lnTo>
                  <a:pt x="1432827" y="933438"/>
                </a:lnTo>
                <a:lnTo>
                  <a:pt x="1435517" y="937468"/>
                </a:lnTo>
                <a:lnTo>
                  <a:pt x="1431481" y="940154"/>
                </a:lnTo>
                <a:lnTo>
                  <a:pt x="1431481" y="945526"/>
                </a:lnTo>
                <a:lnTo>
                  <a:pt x="1430136" y="944183"/>
                </a:lnTo>
                <a:lnTo>
                  <a:pt x="1428790" y="938811"/>
                </a:lnTo>
                <a:lnTo>
                  <a:pt x="1424754" y="940154"/>
                </a:lnTo>
                <a:lnTo>
                  <a:pt x="1420718" y="949555"/>
                </a:lnTo>
                <a:lnTo>
                  <a:pt x="1418027" y="950899"/>
                </a:lnTo>
                <a:lnTo>
                  <a:pt x="1409955" y="949555"/>
                </a:lnTo>
                <a:lnTo>
                  <a:pt x="1415336" y="952241"/>
                </a:lnTo>
                <a:lnTo>
                  <a:pt x="1415336" y="954928"/>
                </a:lnTo>
                <a:lnTo>
                  <a:pt x="1418027" y="957614"/>
                </a:lnTo>
                <a:lnTo>
                  <a:pt x="1413991" y="960300"/>
                </a:lnTo>
                <a:lnTo>
                  <a:pt x="1413991" y="962986"/>
                </a:lnTo>
                <a:lnTo>
                  <a:pt x="1416682" y="967015"/>
                </a:lnTo>
                <a:lnTo>
                  <a:pt x="1413991" y="968358"/>
                </a:lnTo>
                <a:lnTo>
                  <a:pt x="1415336" y="972388"/>
                </a:lnTo>
                <a:lnTo>
                  <a:pt x="1409955" y="975074"/>
                </a:lnTo>
                <a:lnTo>
                  <a:pt x="1407264" y="971045"/>
                </a:lnTo>
                <a:lnTo>
                  <a:pt x="1405919" y="975074"/>
                </a:lnTo>
                <a:lnTo>
                  <a:pt x="1409955" y="976417"/>
                </a:lnTo>
                <a:lnTo>
                  <a:pt x="1412646" y="980446"/>
                </a:lnTo>
                <a:lnTo>
                  <a:pt x="1407264" y="980446"/>
                </a:lnTo>
                <a:lnTo>
                  <a:pt x="1407264" y="983132"/>
                </a:lnTo>
                <a:lnTo>
                  <a:pt x="1400537" y="989848"/>
                </a:lnTo>
                <a:lnTo>
                  <a:pt x="1396501" y="989848"/>
                </a:lnTo>
                <a:lnTo>
                  <a:pt x="1397846" y="984475"/>
                </a:lnTo>
                <a:lnTo>
                  <a:pt x="1395155" y="985818"/>
                </a:lnTo>
                <a:lnTo>
                  <a:pt x="1393810" y="984475"/>
                </a:lnTo>
                <a:lnTo>
                  <a:pt x="1392465" y="989848"/>
                </a:lnTo>
                <a:lnTo>
                  <a:pt x="1388428" y="988505"/>
                </a:lnTo>
                <a:lnTo>
                  <a:pt x="1391119" y="991191"/>
                </a:lnTo>
                <a:lnTo>
                  <a:pt x="1388428" y="993877"/>
                </a:lnTo>
                <a:lnTo>
                  <a:pt x="1392465" y="993877"/>
                </a:lnTo>
                <a:lnTo>
                  <a:pt x="1396501" y="999249"/>
                </a:lnTo>
                <a:lnTo>
                  <a:pt x="1389774" y="999249"/>
                </a:lnTo>
                <a:lnTo>
                  <a:pt x="1396501" y="1004622"/>
                </a:lnTo>
                <a:lnTo>
                  <a:pt x="1400537" y="1001935"/>
                </a:lnTo>
                <a:lnTo>
                  <a:pt x="1403228" y="1004622"/>
                </a:lnTo>
                <a:lnTo>
                  <a:pt x="1393810" y="1008651"/>
                </a:lnTo>
                <a:lnTo>
                  <a:pt x="1388428" y="1011337"/>
                </a:lnTo>
                <a:lnTo>
                  <a:pt x="1387083" y="1015366"/>
                </a:lnTo>
                <a:lnTo>
                  <a:pt x="1389774" y="1014023"/>
                </a:lnTo>
                <a:lnTo>
                  <a:pt x="1393810" y="1014023"/>
                </a:lnTo>
                <a:lnTo>
                  <a:pt x="1396501" y="1016709"/>
                </a:lnTo>
                <a:lnTo>
                  <a:pt x="1391119" y="1022081"/>
                </a:lnTo>
                <a:lnTo>
                  <a:pt x="1395155" y="1022081"/>
                </a:lnTo>
                <a:lnTo>
                  <a:pt x="1393810" y="1026111"/>
                </a:lnTo>
                <a:lnTo>
                  <a:pt x="1391119" y="1027454"/>
                </a:lnTo>
                <a:lnTo>
                  <a:pt x="1391119" y="1030140"/>
                </a:lnTo>
                <a:lnTo>
                  <a:pt x="1393810" y="1030140"/>
                </a:lnTo>
                <a:lnTo>
                  <a:pt x="1396501" y="1034169"/>
                </a:lnTo>
                <a:lnTo>
                  <a:pt x="1396501" y="1039541"/>
                </a:lnTo>
                <a:lnTo>
                  <a:pt x="1393810" y="1035512"/>
                </a:lnTo>
                <a:lnTo>
                  <a:pt x="1389774" y="1035512"/>
                </a:lnTo>
                <a:lnTo>
                  <a:pt x="1389774" y="1032826"/>
                </a:lnTo>
                <a:lnTo>
                  <a:pt x="1387083" y="1028797"/>
                </a:lnTo>
                <a:lnTo>
                  <a:pt x="1384393" y="1031483"/>
                </a:lnTo>
                <a:lnTo>
                  <a:pt x="1381702" y="1031483"/>
                </a:lnTo>
                <a:lnTo>
                  <a:pt x="1381702" y="1035512"/>
                </a:lnTo>
                <a:lnTo>
                  <a:pt x="1385738" y="1039541"/>
                </a:lnTo>
                <a:lnTo>
                  <a:pt x="1385738" y="1043571"/>
                </a:lnTo>
                <a:lnTo>
                  <a:pt x="1384393" y="1040885"/>
                </a:lnTo>
                <a:lnTo>
                  <a:pt x="1381702" y="1040885"/>
                </a:lnTo>
                <a:lnTo>
                  <a:pt x="1379011" y="1038199"/>
                </a:lnTo>
                <a:lnTo>
                  <a:pt x="1376321" y="1039541"/>
                </a:lnTo>
                <a:lnTo>
                  <a:pt x="1379011" y="1042228"/>
                </a:lnTo>
                <a:lnTo>
                  <a:pt x="1379011" y="1046257"/>
                </a:lnTo>
                <a:lnTo>
                  <a:pt x="1383047" y="1046257"/>
                </a:lnTo>
                <a:lnTo>
                  <a:pt x="1383047" y="1047600"/>
                </a:lnTo>
                <a:lnTo>
                  <a:pt x="1380357" y="1051629"/>
                </a:lnTo>
                <a:lnTo>
                  <a:pt x="1374975" y="1047600"/>
                </a:lnTo>
                <a:lnTo>
                  <a:pt x="1374975" y="1051629"/>
                </a:lnTo>
                <a:lnTo>
                  <a:pt x="1376321" y="1052972"/>
                </a:lnTo>
                <a:lnTo>
                  <a:pt x="1380357" y="1054315"/>
                </a:lnTo>
                <a:lnTo>
                  <a:pt x="1379011" y="1061031"/>
                </a:lnTo>
                <a:lnTo>
                  <a:pt x="1370939" y="1055658"/>
                </a:lnTo>
                <a:lnTo>
                  <a:pt x="1368248" y="1058345"/>
                </a:lnTo>
                <a:lnTo>
                  <a:pt x="1366903" y="1057002"/>
                </a:lnTo>
                <a:lnTo>
                  <a:pt x="1362867" y="1062374"/>
                </a:lnTo>
                <a:lnTo>
                  <a:pt x="1354794" y="1062374"/>
                </a:lnTo>
                <a:lnTo>
                  <a:pt x="1360176" y="1067746"/>
                </a:lnTo>
                <a:lnTo>
                  <a:pt x="1364212" y="1066403"/>
                </a:lnTo>
                <a:lnTo>
                  <a:pt x="1369594" y="1066403"/>
                </a:lnTo>
                <a:lnTo>
                  <a:pt x="1366903" y="1071775"/>
                </a:lnTo>
                <a:lnTo>
                  <a:pt x="1364212" y="1071775"/>
                </a:lnTo>
                <a:lnTo>
                  <a:pt x="1362867" y="1077148"/>
                </a:lnTo>
                <a:lnTo>
                  <a:pt x="1360176" y="1073118"/>
                </a:lnTo>
                <a:lnTo>
                  <a:pt x="1357485" y="1078491"/>
                </a:lnTo>
                <a:lnTo>
                  <a:pt x="1356140" y="1078491"/>
                </a:lnTo>
                <a:lnTo>
                  <a:pt x="1354794" y="1077148"/>
                </a:lnTo>
                <a:lnTo>
                  <a:pt x="1353449" y="1077148"/>
                </a:lnTo>
                <a:lnTo>
                  <a:pt x="1352104" y="1081177"/>
                </a:lnTo>
                <a:lnTo>
                  <a:pt x="1349413" y="1081177"/>
                </a:lnTo>
                <a:lnTo>
                  <a:pt x="1348067" y="1087892"/>
                </a:lnTo>
                <a:lnTo>
                  <a:pt x="1344031" y="1087892"/>
                </a:lnTo>
                <a:lnTo>
                  <a:pt x="1342686" y="1085206"/>
                </a:lnTo>
                <a:lnTo>
                  <a:pt x="1335959" y="1085206"/>
                </a:lnTo>
                <a:lnTo>
                  <a:pt x="1334613" y="1089235"/>
                </a:lnTo>
                <a:lnTo>
                  <a:pt x="1331923" y="1087892"/>
                </a:lnTo>
                <a:lnTo>
                  <a:pt x="1334613" y="1093265"/>
                </a:lnTo>
                <a:lnTo>
                  <a:pt x="1333268" y="1098637"/>
                </a:lnTo>
                <a:lnTo>
                  <a:pt x="1330577" y="1101323"/>
                </a:lnTo>
                <a:lnTo>
                  <a:pt x="1331923" y="1105352"/>
                </a:lnTo>
                <a:lnTo>
                  <a:pt x="1327887" y="1106695"/>
                </a:lnTo>
                <a:lnTo>
                  <a:pt x="1325196" y="1106695"/>
                </a:lnTo>
                <a:lnTo>
                  <a:pt x="1323851" y="1108039"/>
                </a:lnTo>
                <a:lnTo>
                  <a:pt x="1322506" y="1105352"/>
                </a:lnTo>
                <a:lnTo>
                  <a:pt x="1321160" y="1108039"/>
                </a:lnTo>
                <a:lnTo>
                  <a:pt x="1317124" y="1110725"/>
                </a:lnTo>
                <a:lnTo>
                  <a:pt x="1311743" y="1112068"/>
                </a:lnTo>
                <a:lnTo>
                  <a:pt x="1310397" y="1114754"/>
                </a:lnTo>
                <a:lnTo>
                  <a:pt x="1306361" y="1114754"/>
                </a:lnTo>
                <a:lnTo>
                  <a:pt x="1306361" y="1112068"/>
                </a:lnTo>
                <a:lnTo>
                  <a:pt x="1303670" y="1112068"/>
                </a:lnTo>
                <a:lnTo>
                  <a:pt x="1302325" y="1117440"/>
                </a:lnTo>
                <a:lnTo>
                  <a:pt x="1299634" y="1118783"/>
                </a:lnTo>
                <a:lnTo>
                  <a:pt x="1295598" y="1114754"/>
                </a:lnTo>
                <a:lnTo>
                  <a:pt x="1294252" y="1112068"/>
                </a:lnTo>
                <a:lnTo>
                  <a:pt x="1292907" y="1114754"/>
                </a:lnTo>
                <a:lnTo>
                  <a:pt x="1288871" y="1116097"/>
                </a:lnTo>
                <a:lnTo>
                  <a:pt x="1288871" y="1118783"/>
                </a:lnTo>
                <a:lnTo>
                  <a:pt x="1284835" y="1120126"/>
                </a:lnTo>
                <a:lnTo>
                  <a:pt x="1280798" y="1117440"/>
                </a:lnTo>
                <a:lnTo>
                  <a:pt x="1278108" y="1120126"/>
                </a:lnTo>
                <a:lnTo>
                  <a:pt x="1272726" y="1121469"/>
                </a:lnTo>
                <a:lnTo>
                  <a:pt x="1272726" y="1126842"/>
                </a:lnTo>
                <a:lnTo>
                  <a:pt x="1263309" y="1130871"/>
                </a:lnTo>
                <a:lnTo>
                  <a:pt x="1263309" y="1128185"/>
                </a:lnTo>
                <a:lnTo>
                  <a:pt x="1266000" y="1126842"/>
                </a:lnTo>
                <a:lnTo>
                  <a:pt x="1268690" y="1122812"/>
                </a:lnTo>
                <a:lnTo>
                  <a:pt x="1266000" y="1124155"/>
                </a:lnTo>
                <a:lnTo>
                  <a:pt x="1260618" y="1118783"/>
                </a:lnTo>
                <a:lnTo>
                  <a:pt x="1259273" y="1116097"/>
                </a:lnTo>
                <a:lnTo>
                  <a:pt x="1252546" y="1112068"/>
                </a:lnTo>
                <a:lnTo>
                  <a:pt x="1249855" y="1110725"/>
                </a:lnTo>
                <a:lnTo>
                  <a:pt x="1251201" y="1113411"/>
                </a:lnTo>
                <a:lnTo>
                  <a:pt x="1251201" y="1117440"/>
                </a:lnTo>
                <a:lnTo>
                  <a:pt x="1252546" y="1121469"/>
                </a:lnTo>
                <a:lnTo>
                  <a:pt x="1252546" y="1128185"/>
                </a:lnTo>
                <a:lnTo>
                  <a:pt x="1248510" y="1129528"/>
                </a:lnTo>
                <a:lnTo>
                  <a:pt x="1247164" y="1133557"/>
                </a:lnTo>
                <a:lnTo>
                  <a:pt x="1244474" y="1136243"/>
                </a:lnTo>
                <a:lnTo>
                  <a:pt x="1241783" y="1133557"/>
                </a:lnTo>
                <a:lnTo>
                  <a:pt x="1240437" y="1132214"/>
                </a:lnTo>
                <a:lnTo>
                  <a:pt x="1240437" y="1134900"/>
                </a:lnTo>
                <a:lnTo>
                  <a:pt x="1236401" y="1138929"/>
                </a:lnTo>
                <a:lnTo>
                  <a:pt x="1232365" y="1144302"/>
                </a:lnTo>
                <a:lnTo>
                  <a:pt x="1225638" y="1146988"/>
                </a:lnTo>
                <a:lnTo>
                  <a:pt x="1222947" y="1148331"/>
                </a:lnTo>
                <a:lnTo>
                  <a:pt x="1217566" y="1145645"/>
                </a:lnTo>
                <a:lnTo>
                  <a:pt x="1213530" y="1146988"/>
                </a:lnTo>
                <a:lnTo>
                  <a:pt x="1208149" y="1146988"/>
                </a:lnTo>
                <a:lnTo>
                  <a:pt x="1210839" y="1151017"/>
                </a:lnTo>
                <a:lnTo>
                  <a:pt x="1205458" y="1153703"/>
                </a:lnTo>
                <a:lnTo>
                  <a:pt x="1200076" y="1155046"/>
                </a:lnTo>
                <a:lnTo>
                  <a:pt x="1196040" y="1153703"/>
                </a:lnTo>
                <a:lnTo>
                  <a:pt x="1194695" y="1157732"/>
                </a:lnTo>
                <a:lnTo>
                  <a:pt x="1189313" y="1159075"/>
                </a:lnTo>
                <a:lnTo>
                  <a:pt x="1186622" y="1161762"/>
                </a:lnTo>
                <a:lnTo>
                  <a:pt x="1185277" y="1161762"/>
                </a:lnTo>
                <a:lnTo>
                  <a:pt x="1186622" y="1160418"/>
                </a:lnTo>
                <a:lnTo>
                  <a:pt x="1183932" y="1159075"/>
                </a:lnTo>
                <a:lnTo>
                  <a:pt x="1183932" y="1157732"/>
                </a:lnTo>
                <a:lnTo>
                  <a:pt x="1183932" y="1157732"/>
                </a:lnTo>
                <a:lnTo>
                  <a:pt x="1182586" y="1157732"/>
                </a:lnTo>
                <a:lnTo>
                  <a:pt x="1181241" y="1155046"/>
                </a:lnTo>
                <a:lnTo>
                  <a:pt x="1181241" y="1153703"/>
                </a:lnTo>
                <a:lnTo>
                  <a:pt x="1179895" y="1156389"/>
                </a:lnTo>
                <a:lnTo>
                  <a:pt x="1178550" y="1156389"/>
                </a:lnTo>
                <a:lnTo>
                  <a:pt x="1178550" y="1159075"/>
                </a:lnTo>
                <a:lnTo>
                  <a:pt x="1178550" y="1163105"/>
                </a:lnTo>
                <a:lnTo>
                  <a:pt x="1174514" y="1165791"/>
                </a:lnTo>
                <a:lnTo>
                  <a:pt x="1173168" y="1167134"/>
                </a:lnTo>
                <a:lnTo>
                  <a:pt x="1175859" y="1172506"/>
                </a:lnTo>
                <a:lnTo>
                  <a:pt x="1178550" y="1172506"/>
                </a:lnTo>
                <a:lnTo>
                  <a:pt x="1181241" y="1177878"/>
                </a:lnTo>
                <a:lnTo>
                  <a:pt x="1181241" y="1179222"/>
                </a:lnTo>
                <a:lnTo>
                  <a:pt x="1182586" y="1179222"/>
                </a:lnTo>
                <a:lnTo>
                  <a:pt x="1183932" y="1181908"/>
                </a:lnTo>
                <a:lnTo>
                  <a:pt x="1179895" y="1187280"/>
                </a:lnTo>
                <a:lnTo>
                  <a:pt x="1177205" y="1187280"/>
                </a:lnTo>
                <a:lnTo>
                  <a:pt x="1177205" y="1185937"/>
                </a:lnTo>
                <a:lnTo>
                  <a:pt x="1171823" y="1184594"/>
                </a:lnTo>
                <a:lnTo>
                  <a:pt x="1169132" y="1188623"/>
                </a:lnTo>
                <a:lnTo>
                  <a:pt x="1167787" y="1189966"/>
                </a:lnTo>
                <a:lnTo>
                  <a:pt x="1167787" y="1183251"/>
                </a:lnTo>
                <a:lnTo>
                  <a:pt x="1167787" y="1181908"/>
                </a:lnTo>
                <a:lnTo>
                  <a:pt x="1163751" y="1179222"/>
                </a:lnTo>
                <a:lnTo>
                  <a:pt x="1157024" y="1169820"/>
                </a:lnTo>
                <a:lnTo>
                  <a:pt x="1157024" y="1167134"/>
                </a:lnTo>
                <a:lnTo>
                  <a:pt x="1161060" y="1163105"/>
                </a:lnTo>
                <a:lnTo>
                  <a:pt x="1162405" y="1157732"/>
                </a:lnTo>
                <a:lnTo>
                  <a:pt x="1166441" y="1157732"/>
                </a:lnTo>
                <a:lnTo>
                  <a:pt x="1165096" y="1156389"/>
                </a:lnTo>
                <a:lnTo>
                  <a:pt x="1162405" y="1155046"/>
                </a:lnTo>
                <a:lnTo>
                  <a:pt x="1159714" y="1156389"/>
                </a:lnTo>
                <a:lnTo>
                  <a:pt x="1155678" y="1152360"/>
                </a:lnTo>
                <a:lnTo>
                  <a:pt x="1152988" y="1156389"/>
                </a:lnTo>
                <a:lnTo>
                  <a:pt x="1148952" y="1156389"/>
                </a:lnTo>
                <a:lnTo>
                  <a:pt x="1146261" y="1157732"/>
                </a:lnTo>
                <a:lnTo>
                  <a:pt x="1139534" y="1152360"/>
                </a:lnTo>
                <a:lnTo>
                  <a:pt x="1138189" y="1153703"/>
                </a:lnTo>
                <a:lnTo>
                  <a:pt x="1132807" y="1148331"/>
                </a:lnTo>
                <a:lnTo>
                  <a:pt x="1130117" y="1144302"/>
                </a:lnTo>
                <a:lnTo>
                  <a:pt x="1128771" y="1148331"/>
                </a:lnTo>
                <a:lnTo>
                  <a:pt x="1128771" y="1151017"/>
                </a:lnTo>
                <a:lnTo>
                  <a:pt x="1124735" y="1153703"/>
                </a:lnTo>
                <a:lnTo>
                  <a:pt x="1122044" y="1152360"/>
                </a:lnTo>
                <a:lnTo>
                  <a:pt x="1119353" y="1152360"/>
                </a:lnTo>
                <a:lnTo>
                  <a:pt x="1118008" y="1152360"/>
                </a:lnTo>
                <a:lnTo>
                  <a:pt x="1118008" y="1152360"/>
                </a:lnTo>
                <a:lnTo>
                  <a:pt x="1113972" y="1149674"/>
                </a:lnTo>
                <a:lnTo>
                  <a:pt x="1111281" y="1151017"/>
                </a:lnTo>
                <a:lnTo>
                  <a:pt x="1108590" y="1149674"/>
                </a:lnTo>
                <a:lnTo>
                  <a:pt x="1103209" y="1151017"/>
                </a:lnTo>
                <a:lnTo>
                  <a:pt x="1097827" y="1148331"/>
                </a:lnTo>
                <a:lnTo>
                  <a:pt x="1092446" y="1145645"/>
                </a:lnTo>
                <a:lnTo>
                  <a:pt x="1091101" y="1142958"/>
                </a:lnTo>
                <a:lnTo>
                  <a:pt x="1080338" y="1138929"/>
                </a:lnTo>
                <a:lnTo>
                  <a:pt x="1078992" y="1133557"/>
                </a:lnTo>
                <a:lnTo>
                  <a:pt x="1076302" y="1132214"/>
                </a:lnTo>
                <a:lnTo>
                  <a:pt x="1078992" y="1122812"/>
                </a:lnTo>
                <a:lnTo>
                  <a:pt x="1083029" y="1122812"/>
                </a:lnTo>
                <a:lnTo>
                  <a:pt x="1084374" y="1117440"/>
                </a:lnTo>
                <a:lnTo>
                  <a:pt x="1078992" y="1113411"/>
                </a:lnTo>
                <a:lnTo>
                  <a:pt x="1072265" y="1116097"/>
                </a:lnTo>
                <a:lnTo>
                  <a:pt x="1070920" y="1113411"/>
                </a:lnTo>
                <a:lnTo>
                  <a:pt x="1058811" y="1113411"/>
                </a:lnTo>
                <a:lnTo>
                  <a:pt x="1056121" y="1110725"/>
                </a:lnTo>
                <a:lnTo>
                  <a:pt x="1050739" y="1109381"/>
                </a:lnTo>
                <a:lnTo>
                  <a:pt x="1050739" y="1105352"/>
                </a:lnTo>
                <a:lnTo>
                  <a:pt x="1045357" y="1101323"/>
                </a:lnTo>
                <a:lnTo>
                  <a:pt x="1041321" y="1105352"/>
                </a:lnTo>
                <a:lnTo>
                  <a:pt x="1034595" y="1105352"/>
                </a:lnTo>
                <a:lnTo>
                  <a:pt x="1029214" y="1108039"/>
                </a:lnTo>
                <a:lnTo>
                  <a:pt x="1029214" y="1116097"/>
                </a:lnTo>
                <a:lnTo>
                  <a:pt x="1021141" y="1118783"/>
                </a:lnTo>
                <a:lnTo>
                  <a:pt x="1015760" y="1116097"/>
                </a:lnTo>
                <a:lnTo>
                  <a:pt x="1009033" y="1118783"/>
                </a:lnTo>
                <a:lnTo>
                  <a:pt x="1009033" y="1121469"/>
                </a:lnTo>
                <a:lnTo>
                  <a:pt x="1002306" y="1125499"/>
                </a:lnTo>
                <a:lnTo>
                  <a:pt x="1000960" y="1121469"/>
                </a:lnTo>
                <a:lnTo>
                  <a:pt x="998269" y="1121469"/>
                </a:lnTo>
                <a:lnTo>
                  <a:pt x="995579" y="1124155"/>
                </a:lnTo>
                <a:lnTo>
                  <a:pt x="990197" y="1118783"/>
                </a:lnTo>
                <a:lnTo>
                  <a:pt x="986161" y="1122812"/>
                </a:lnTo>
                <a:lnTo>
                  <a:pt x="986161" y="1126842"/>
                </a:lnTo>
                <a:lnTo>
                  <a:pt x="982125" y="1126842"/>
                </a:lnTo>
                <a:lnTo>
                  <a:pt x="979434" y="1125499"/>
                </a:lnTo>
                <a:lnTo>
                  <a:pt x="980779" y="1121469"/>
                </a:lnTo>
                <a:lnTo>
                  <a:pt x="976744" y="1121469"/>
                </a:lnTo>
                <a:lnTo>
                  <a:pt x="971362" y="1122812"/>
                </a:lnTo>
                <a:lnTo>
                  <a:pt x="968672" y="1125499"/>
                </a:lnTo>
                <a:lnTo>
                  <a:pt x="967326" y="1128185"/>
                </a:lnTo>
                <a:lnTo>
                  <a:pt x="964635" y="1128185"/>
                </a:lnTo>
                <a:lnTo>
                  <a:pt x="963290" y="1129528"/>
                </a:lnTo>
                <a:lnTo>
                  <a:pt x="964635" y="1133557"/>
                </a:lnTo>
                <a:lnTo>
                  <a:pt x="963290" y="1129528"/>
                </a:lnTo>
                <a:lnTo>
                  <a:pt x="953872" y="1129528"/>
                </a:lnTo>
                <a:lnTo>
                  <a:pt x="953872" y="1133557"/>
                </a:lnTo>
                <a:lnTo>
                  <a:pt x="949836" y="1136243"/>
                </a:lnTo>
                <a:lnTo>
                  <a:pt x="949836" y="1145645"/>
                </a:lnTo>
                <a:lnTo>
                  <a:pt x="952527" y="1151017"/>
                </a:lnTo>
                <a:lnTo>
                  <a:pt x="952527" y="1156389"/>
                </a:lnTo>
                <a:lnTo>
                  <a:pt x="953872" y="1163105"/>
                </a:lnTo>
                <a:lnTo>
                  <a:pt x="949836" y="1161762"/>
                </a:lnTo>
                <a:lnTo>
                  <a:pt x="943109" y="1164448"/>
                </a:lnTo>
                <a:lnTo>
                  <a:pt x="940418" y="1160418"/>
                </a:lnTo>
                <a:lnTo>
                  <a:pt x="936382" y="1157732"/>
                </a:lnTo>
                <a:lnTo>
                  <a:pt x="932346" y="1161762"/>
                </a:lnTo>
                <a:lnTo>
                  <a:pt x="939073" y="1155046"/>
                </a:lnTo>
                <a:lnTo>
                  <a:pt x="940418" y="1151017"/>
                </a:lnTo>
                <a:lnTo>
                  <a:pt x="935037" y="1149674"/>
                </a:lnTo>
                <a:lnTo>
                  <a:pt x="922928" y="1153703"/>
                </a:lnTo>
                <a:lnTo>
                  <a:pt x="917547" y="1153703"/>
                </a:lnTo>
                <a:lnTo>
                  <a:pt x="913511" y="1157732"/>
                </a:lnTo>
                <a:lnTo>
                  <a:pt x="908130" y="1155046"/>
                </a:lnTo>
                <a:lnTo>
                  <a:pt x="905439" y="1149674"/>
                </a:lnTo>
                <a:lnTo>
                  <a:pt x="906784" y="1142958"/>
                </a:lnTo>
                <a:lnTo>
                  <a:pt x="904093" y="1137586"/>
                </a:lnTo>
                <a:lnTo>
                  <a:pt x="900057" y="1141615"/>
                </a:lnTo>
                <a:lnTo>
                  <a:pt x="898712" y="1140272"/>
                </a:lnTo>
                <a:lnTo>
                  <a:pt x="890639" y="1138929"/>
                </a:lnTo>
                <a:lnTo>
                  <a:pt x="886603" y="1141615"/>
                </a:lnTo>
                <a:lnTo>
                  <a:pt x="885258" y="1137586"/>
                </a:lnTo>
                <a:lnTo>
                  <a:pt x="890639" y="1132214"/>
                </a:lnTo>
                <a:lnTo>
                  <a:pt x="896021" y="1124155"/>
                </a:lnTo>
                <a:lnTo>
                  <a:pt x="896021" y="1120126"/>
                </a:lnTo>
                <a:lnTo>
                  <a:pt x="898712" y="1116097"/>
                </a:lnTo>
                <a:lnTo>
                  <a:pt x="898712" y="1112068"/>
                </a:lnTo>
                <a:lnTo>
                  <a:pt x="893330" y="1109381"/>
                </a:lnTo>
                <a:lnTo>
                  <a:pt x="886603" y="1109381"/>
                </a:lnTo>
                <a:lnTo>
                  <a:pt x="885258" y="1112068"/>
                </a:lnTo>
                <a:lnTo>
                  <a:pt x="882567" y="1108039"/>
                </a:lnTo>
                <a:lnTo>
                  <a:pt x="883912" y="1105352"/>
                </a:lnTo>
                <a:lnTo>
                  <a:pt x="877185" y="1104009"/>
                </a:lnTo>
                <a:lnTo>
                  <a:pt x="874495" y="1099980"/>
                </a:lnTo>
                <a:lnTo>
                  <a:pt x="875840" y="1095951"/>
                </a:lnTo>
                <a:lnTo>
                  <a:pt x="874495" y="1091922"/>
                </a:lnTo>
                <a:lnTo>
                  <a:pt x="867768" y="1093265"/>
                </a:lnTo>
                <a:lnTo>
                  <a:pt x="865077" y="1090578"/>
                </a:lnTo>
                <a:lnTo>
                  <a:pt x="866422" y="1087892"/>
                </a:lnTo>
                <a:lnTo>
                  <a:pt x="865077" y="1082520"/>
                </a:lnTo>
                <a:lnTo>
                  <a:pt x="854315" y="1085206"/>
                </a:lnTo>
                <a:lnTo>
                  <a:pt x="847588" y="1089235"/>
                </a:lnTo>
                <a:lnTo>
                  <a:pt x="844897" y="1083863"/>
                </a:lnTo>
                <a:lnTo>
                  <a:pt x="846242" y="1078491"/>
                </a:lnTo>
                <a:lnTo>
                  <a:pt x="842206" y="1074462"/>
                </a:lnTo>
                <a:lnTo>
                  <a:pt x="840861" y="1071775"/>
                </a:lnTo>
                <a:lnTo>
                  <a:pt x="835479" y="1069089"/>
                </a:lnTo>
                <a:lnTo>
                  <a:pt x="835479" y="1065060"/>
                </a:lnTo>
                <a:lnTo>
                  <a:pt x="838170" y="1061031"/>
                </a:lnTo>
                <a:lnTo>
                  <a:pt x="835479" y="1058345"/>
                </a:lnTo>
                <a:lnTo>
                  <a:pt x="838170" y="1052972"/>
                </a:lnTo>
                <a:lnTo>
                  <a:pt x="842206" y="1048943"/>
                </a:lnTo>
                <a:lnTo>
                  <a:pt x="844897" y="1050286"/>
                </a:lnTo>
                <a:lnTo>
                  <a:pt x="847588" y="1047600"/>
                </a:lnTo>
                <a:lnTo>
                  <a:pt x="844897" y="1042228"/>
                </a:lnTo>
                <a:lnTo>
                  <a:pt x="846242" y="1039541"/>
                </a:lnTo>
                <a:lnTo>
                  <a:pt x="848933" y="1038199"/>
                </a:lnTo>
                <a:lnTo>
                  <a:pt x="848933" y="1034169"/>
                </a:lnTo>
                <a:lnTo>
                  <a:pt x="854315" y="1031483"/>
                </a:lnTo>
                <a:lnTo>
                  <a:pt x="855660" y="1028797"/>
                </a:lnTo>
                <a:lnTo>
                  <a:pt x="855660" y="1023425"/>
                </a:lnTo>
                <a:lnTo>
                  <a:pt x="857005" y="1011337"/>
                </a:lnTo>
                <a:lnTo>
                  <a:pt x="855660" y="1004622"/>
                </a:lnTo>
                <a:lnTo>
                  <a:pt x="851624" y="995220"/>
                </a:lnTo>
                <a:lnTo>
                  <a:pt x="851624" y="987162"/>
                </a:lnTo>
                <a:lnTo>
                  <a:pt x="847588" y="981789"/>
                </a:lnTo>
                <a:lnTo>
                  <a:pt x="842206" y="981789"/>
                </a:lnTo>
                <a:lnTo>
                  <a:pt x="840861" y="973731"/>
                </a:lnTo>
                <a:lnTo>
                  <a:pt x="835479" y="971045"/>
                </a:lnTo>
                <a:lnTo>
                  <a:pt x="832788" y="964329"/>
                </a:lnTo>
                <a:lnTo>
                  <a:pt x="826061" y="962986"/>
                </a:lnTo>
                <a:lnTo>
                  <a:pt x="823370" y="965672"/>
                </a:lnTo>
                <a:lnTo>
                  <a:pt x="816643" y="962986"/>
                </a:lnTo>
                <a:lnTo>
                  <a:pt x="812607" y="965672"/>
                </a:lnTo>
                <a:lnTo>
                  <a:pt x="808571" y="961643"/>
                </a:lnTo>
                <a:lnTo>
                  <a:pt x="803190" y="958957"/>
                </a:lnTo>
                <a:lnTo>
                  <a:pt x="800500" y="960300"/>
                </a:lnTo>
                <a:lnTo>
                  <a:pt x="795118" y="958957"/>
                </a:lnTo>
                <a:lnTo>
                  <a:pt x="793773" y="954928"/>
                </a:lnTo>
                <a:lnTo>
                  <a:pt x="797809" y="950899"/>
                </a:lnTo>
                <a:lnTo>
                  <a:pt x="797809" y="946869"/>
                </a:lnTo>
                <a:lnTo>
                  <a:pt x="793773" y="941497"/>
                </a:lnTo>
                <a:lnTo>
                  <a:pt x="792427" y="937468"/>
                </a:lnTo>
                <a:lnTo>
                  <a:pt x="789736" y="938811"/>
                </a:lnTo>
                <a:lnTo>
                  <a:pt x="785700" y="940154"/>
                </a:lnTo>
                <a:lnTo>
                  <a:pt x="784355" y="936125"/>
                </a:lnTo>
                <a:lnTo>
                  <a:pt x="788391" y="928066"/>
                </a:lnTo>
                <a:lnTo>
                  <a:pt x="787046" y="926723"/>
                </a:lnTo>
                <a:lnTo>
                  <a:pt x="783009" y="926723"/>
                </a:lnTo>
                <a:lnTo>
                  <a:pt x="780318" y="924037"/>
                </a:lnTo>
                <a:lnTo>
                  <a:pt x="776282" y="922694"/>
                </a:lnTo>
                <a:lnTo>
                  <a:pt x="765519" y="928066"/>
                </a:lnTo>
                <a:lnTo>
                  <a:pt x="765519" y="933438"/>
                </a:lnTo>
                <a:lnTo>
                  <a:pt x="762829" y="936125"/>
                </a:lnTo>
                <a:lnTo>
                  <a:pt x="753411" y="932095"/>
                </a:lnTo>
                <a:lnTo>
                  <a:pt x="746684" y="934781"/>
                </a:lnTo>
                <a:lnTo>
                  <a:pt x="741303" y="928066"/>
                </a:lnTo>
                <a:lnTo>
                  <a:pt x="735921" y="932095"/>
                </a:lnTo>
                <a:lnTo>
                  <a:pt x="731885" y="932095"/>
                </a:lnTo>
                <a:lnTo>
                  <a:pt x="731885" y="938811"/>
                </a:lnTo>
                <a:lnTo>
                  <a:pt x="726503" y="945526"/>
                </a:lnTo>
                <a:lnTo>
                  <a:pt x="717086" y="948212"/>
                </a:lnTo>
                <a:lnTo>
                  <a:pt x="711704" y="948212"/>
                </a:lnTo>
                <a:lnTo>
                  <a:pt x="707668" y="953585"/>
                </a:lnTo>
                <a:lnTo>
                  <a:pt x="704977" y="958957"/>
                </a:lnTo>
                <a:lnTo>
                  <a:pt x="699596" y="961643"/>
                </a:lnTo>
                <a:lnTo>
                  <a:pt x="699596" y="964329"/>
                </a:lnTo>
                <a:lnTo>
                  <a:pt x="695560" y="962986"/>
                </a:lnTo>
                <a:lnTo>
                  <a:pt x="691524" y="965672"/>
                </a:lnTo>
                <a:lnTo>
                  <a:pt x="688833" y="972388"/>
                </a:lnTo>
                <a:lnTo>
                  <a:pt x="684797" y="972388"/>
                </a:lnTo>
                <a:lnTo>
                  <a:pt x="675379" y="975074"/>
                </a:lnTo>
                <a:lnTo>
                  <a:pt x="672688" y="975074"/>
                </a:lnTo>
                <a:lnTo>
                  <a:pt x="671343" y="975074"/>
                </a:lnTo>
                <a:lnTo>
                  <a:pt x="665961" y="969702"/>
                </a:lnTo>
                <a:lnTo>
                  <a:pt x="660580" y="969702"/>
                </a:lnTo>
                <a:lnTo>
                  <a:pt x="653853" y="972388"/>
                </a:lnTo>
                <a:lnTo>
                  <a:pt x="648472" y="969702"/>
                </a:lnTo>
                <a:lnTo>
                  <a:pt x="636363" y="968358"/>
                </a:lnTo>
                <a:lnTo>
                  <a:pt x="633672" y="964329"/>
                </a:lnTo>
                <a:lnTo>
                  <a:pt x="625600" y="965672"/>
                </a:lnTo>
                <a:lnTo>
                  <a:pt x="612146" y="972388"/>
                </a:lnTo>
                <a:lnTo>
                  <a:pt x="606765" y="984475"/>
                </a:lnTo>
                <a:lnTo>
                  <a:pt x="601384" y="987162"/>
                </a:lnTo>
                <a:lnTo>
                  <a:pt x="601384" y="987162"/>
                </a:lnTo>
                <a:lnTo>
                  <a:pt x="596002" y="983132"/>
                </a:lnTo>
                <a:lnTo>
                  <a:pt x="596002" y="976417"/>
                </a:lnTo>
                <a:lnTo>
                  <a:pt x="593311" y="971045"/>
                </a:lnTo>
                <a:lnTo>
                  <a:pt x="586584" y="972388"/>
                </a:lnTo>
                <a:lnTo>
                  <a:pt x="581203" y="976417"/>
                </a:lnTo>
                <a:lnTo>
                  <a:pt x="581203" y="976417"/>
                </a:lnTo>
                <a:lnTo>
                  <a:pt x="577167" y="975074"/>
                </a:lnTo>
                <a:lnTo>
                  <a:pt x="569095" y="977760"/>
                </a:lnTo>
                <a:lnTo>
                  <a:pt x="566404" y="976417"/>
                </a:lnTo>
                <a:lnTo>
                  <a:pt x="559677" y="979103"/>
                </a:lnTo>
                <a:lnTo>
                  <a:pt x="555641" y="977760"/>
                </a:lnTo>
                <a:lnTo>
                  <a:pt x="550259" y="971045"/>
                </a:lnTo>
                <a:lnTo>
                  <a:pt x="542187" y="968358"/>
                </a:lnTo>
                <a:lnTo>
                  <a:pt x="540842" y="961643"/>
                </a:lnTo>
                <a:lnTo>
                  <a:pt x="535460" y="958957"/>
                </a:lnTo>
                <a:lnTo>
                  <a:pt x="524697" y="957614"/>
                </a:lnTo>
                <a:lnTo>
                  <a:pt x="520661" y="962986"/>
                </a:lnTo>
                <a:lnTo>
                  <a:pt x="515280" y="964329"/>
                </a:lnTo>
                <a:lnTo>
                  <a:pt x="511243" y="967015"/>
                </a:lnTo>
                <a:lnTo>
                  <a:pt x="504516" y="964329"/>
                </a:lnTo>
                <a:lnTo>
                  <a:pt x="500480" y="964329"/>
                </a:lnTo>
                <a:lnTo>
                  <a:pt x="497789" y="958957"/>
                </a:lnTo>
                <a:lnTo>
                  <a:pt x="499135" y="948212"/>
                </a:lnTo>
                <a:lnTo>
                  <a:pt x="492408" y="946869"/>
                </a:lnTo>
                <a:lnTo>
                  <a:pt x="484336" y="949555"/>
                </a:lnTo>
                <a:lnTo>
                  <a:pt x="477609" y="944183"/>
                </a:lnTo>
                <a:lnTo>
                  <a:pt x="476263" y="937468"/>
                </a:lnTo>
                <a:lnTo>
                  <a:pt x="470882" y="933438"/>
                </a:lnTo>
                <a:lnTo>
                  <a:pt x="465500" y="933438"/>
                </a:lnTo>
                <a:lnTo>
                  <a:pt x="464155" y="930752"/>
                </a:lnTo>
                <a:lnTo>
                  <a:pt x="461464" y="934781"/>
                </a:lnTo>
                <a:lnTo>
                  <a:pt x="460119" y="941497"/>
                </a:lnTo>
                <a:lnTo>
                  <a:pt x="457428" y="942840"/>
                </a:lnTo>
                <a:lnTo>
                  <a:pt x="456083" y="937468"/>
                </a:lnTo>
                <a:lnTo>
                  <a:pt x="450701" y="932095"/>
                </a:lnTo>
                <a:lnTo>
                  <a:pt x="449356" y="928066"/>
                </a:lnTo>
                <a:lnTo>
                  <a:pt x="442629" y="925380"/>
                </a:lnTo>
                <a:lnTo>
                  <a:pt x="437247" y="925380"/>
                </a:lnTo>
                <a:lnTo>
                  <a:pt x="429175" y="917322"/>
                </a:lnTo>
                <a:lnTo>
                  <a:pt x="425139" y="914635"/>
                </a:lnTo>
                <a:lnTo>
                  <a:pt x="419758" y="914635"/>
                </a:lnTo>
                <a:lnTo>
                  <a:pt x="417067" y="911949"/>
                </a:lnTo>
                <a:lnTo>
                  <a:pt x="407649" y="907920"/>
                </a:lnTo>
                <a:lnTo>
                  <a:pt x="400922" y="909263"/>
                </a:lnTo>
                <a:lnTo>
                  <a:pt x="398232" y="913292"/>
                </a:lnTo>
                <a:lnTo>
                  <a:pt x="394196" y="911949"/>
                </a:lnTo>
                <a:lnTo>
                  <a:pt x="390159" y="911949"/>
                </a:lnTo>
                <a:lnTo>
                  <a:pt x="387469" y="909263"/>
                </a:lnTo>
                <a:lnTo>
                  <a:pt x="379396" y="905234"/>
                </a:lnTo>
                <a:lnTo>
                  <a:pt x="379396" y="906577"/>
                </a:lnTo>
                <a:lnTo>
                  <a:pt x="378051" y="907920"/>
                </a:lnTo>
                <a:lnTo>
                  <a:pt x="376705" y="903891"/>
                </a:lnTo>
                <a:lnTo>
                  <a:pt x="372670" y="902548"/>
                </a:lnTo>
                <a:lnTo>
                  <a:pt x="369979" y="895832"/>
                </a:lnTo>
                <a:lnTo>
                  <a:pt x="365943" y="894489"/>
                </a:lnTo>
                <a:lnTo>
                  <a:pt x="360561" y="889117"/>
                </a:lnTo>
                <a:lnTo>
                  <a:pt x="353834" y="889117"/>
                </a:lnTo>
                <a:lnTo>
                  <a:pt x="351143" y="886431"/>
                </a:lnTo>
                <a:lnTo>
                  <a:pt x="345762" y="886431"/>
                </a:lnTo>
                <a:lnTo>
                  <a:pt x="343071" y="890460"/>
                </a:lnTo>
                <a:lnTo>
                  <a:pt x="337690" y="887774"/>
                </a:lnTo>
                <a:lnTo>
                  <a:pt x="334999" y="882402"/>
                </a:lnTo>
                <a:lnTo>
                  <a:pt x="333654" y="881058"/>
                </a:lnTo>
                <a:lnTo>
                  <a:pt x="333654" y="877029"/>
                </a:lnTo>
                <a:lnTo>
                  <a:pt x="329617" y="873000"/>
                </a:lnTo>
                <a:lnTo>
                  <a:pt x="326927" y="871657"/>
                </a:lnTo>
                <a:lnTo>
                  <a:pt x="328272" y="867628"/>
                </a:lnTo>
                <a:lnTo>
                  <a:pt x="325581" y="863599"/>
                </a:lnTo>
                <a:lnTo>
                  <a:pt x="326927" y="852854"/>
                </a:lnTo>
                <a:lnTo>
                  <a:pt x="320200" y="850168"/>
                </a:lnTo>
                <a:lnTo>
                  <a:pt x="320200" y="844795"/>
                </a:lnTo>
                <a:lnTo>
                  <a:pt x="317509" y="842109"/>
                </a:lnTo>
                <a:lnTo>
                  <a:pt x="317509" y="842109"/>
                </a:lnTo>
                <a:lnTo>
                  <a:pt x="325581" y="834051"/>
                </a:lnTo>
                <a:lnTo>
                  <a:pt x="329617" y="835394"/>
                </a:lnTo>
                <a:lnTo>
                  <a:pt x="330963" y="839423"/>
                </a:lnTo>
                <a:lnTo>
                  <a:pt x="334999" y="834051"/>
                </a:lnTo>
                <a:lnTo>
                  <a:pt x="332308" y="824649"/>
                </a:lnTo>
                <a:lnTo>
                  <a:pt x="329617" y="812562"/>
                </a:lnTo>
                <a:lnTo>
                  <a:pt x="322890" y="811218"/>
                </a:lnTo>
                <a:lnTo>
                  <a:pt x="317509" y="799131"/>
                </a:lnTo>
                <a:lnTo>
                  <a:pt x="318854" y="787043"/>
                </a:lnTo>
                <a:lnTo>
                  <a:pt x="314818" y="780328"/>
                </a:lnTo>
                <a:lnTo>
                  <a:pt x="305401" y="776299"/>
                </a:lnTo>
                <a:lnTo>
                  <a:pt x="298674" y="768240"/>
                </a:lnTo>
                <a:lnTo>
                  <a:pt x="294637" y="756152"/>
                </a:lnTo>
                <a:lnTo>
                  <a:pt x="286565" y="750780"/>
                </a:lnTo>
                <a:lnTo>
                  <a:pt x="275802" y="748094"/>
                </a:lnTo>
                <a:lnTo>
                  <a:pt x="274457" y="742722"/>
                </a:lnTo>
                <a:lnTo>
                  <a:pt x="270421" y="740035"/>
                </a:lnTo>
                <a:lnTo>
                  <a:pt x="259658" y="741378"/>
                </a:lnTo>
                <a:lnTo>
                  <a:pt x="248895" y="740035"/>
                </a:lnTo>
                <a:lnTo>
                  <a:pt x="246204" y="736006"/>
                </a:lnTo>
                <a:lnTo>
                  <a:pt x="242168" y="733320"/>
                </a:lnTo>
                <a:lnTo>
                  <a:pt x="242168" y="726605"/>
                </a:lnTo>
                <a:lnTo>
                  <a:pt x="235441" y="721232"/>
                </a:lnTo>
                <a:lnTo>
                  <a:pt x="223333" y="703772"/>
                </a:lnTo>
                <a:lnTo>
                  <a:pt x="220642" y="695714"/>
                </a:lnTo>
                <a:lnTo>
                  <a:pt x="216606" y="693028"/>
                </a:lnTo>
                <a:lnTo>
                  <a:pt x="213915" y="693028"/>
                </a:lnTo>
                <a:lnTo>
                  <a:pt x="211224" y="694371"/>
                </a:lnTo>
                <a:lnTo>
                  <a:pt x="208533" y="697057"/>
                </a:lnTo>
                <a:lnTo>
                  <a:pt x="203152" y="697057"/>
                </a:lnTo>
                <a:lnTo>
                  <a:pt x="200461" y="698400"/>
                </a:lnTo>
                <a:lnTo>
                  <a:pt x="196425" y="694371"/>
                </a:lnTo>
                <a:lnTo>
                  <a:pt x="192389" y="695714"/>
                </a:lnTo>
                <a:lnTo>
                  <a:pt x="189698" y="697057"/>
                </a:lnTo>
                <a:lnTo>
                  <a:pt x="187007" y="695714"/>
                </a:lnTo>
                <a:lnTo>
                  <a:pt x="193734" y="688999"/>
                </a:lnTo>
                <a:lnTo>
                  <a:pt x="192389" y="684969"/>
                </a:lnTo>
                <a:lnTo>
                  <a:pt x="181626" y="684969"/>
                </a:lnTo>
                <a:lnTo>
                  <a:pt x="178935" y="688999"/>
                </a:lnTo>
                <a:lnTo>
                  <a:pt x="169518" y="688999"/>
                </a:lnTo>
                <a:lnTo>
                  <a:pt x="168172" y="684969"/>
                </a:lnTo>
                <a:lnTo>
                  <a:pt x="160100" y="686312"/>
                </a:lnTo>
                <a:lnTo>
                  <a:pt x="147991" y="693028"/>
                </a:lnTo>
                <a:lnTo>
                  <a:pt x="145301" y="697057"/>
                </a:lnTo>
                <a:lnTo>
                  <a:pt x="143955" y="701086"/>
                </a:lnTo>
                <a:lnTo>
                  <a:pt x="139919" y="705115"/>
                </a:lnTo>
                <a:lnTo>
                  <a:pt x="130502" y="709145"/>
                </a:lnTo>
                <a:lnTo>
                  <a:pt x="129156" y="711831"/>
                </a:lnTo>
                <a:lnTo>
                  <a:pt x="125120" y="714517"/>
                </a:lnTo>
                <a:lnTo>
                  <a:pt x="118393" y="714517"/>
                </a:lnTo>
                <a:lnTo>
                  <a:pt x="114357" y="713174"/>
                </a:lnTo>
                <a:lnTo>
                  <a:pt x="114357" y="709145"/>
                </a:lnTo>
                <a:lnTo>
                  <a:pt x="110321" y="703772"/>
                </a:lnTo>
                <a:lnTo>
                  <a:pt x="108976" y="694371"/>
                </a:lnTo>
                <a:lnTo>
                  <a:pt x="108976" y="688999"/>
                </a:lnTo>
                <a:lnTo>
                  <a:pt x="108976" y="682283"/>
                </a:lnTo>
                <a:lnTo>
                  <a:pt x="107630" y="678254"/>
                </a:lnTo>
                <a:lnTo>
                  <a:pt x="102249" y="678254"/>
                </a:lnTo>
                <a:lnTo>
                  <a:pt x="100903" y="672881"/>
                </a:lnTo>
                <a:lnTo>
                  <a:pt x="102249" y="667509"/>
                </a:lnTo>
                <a:lnTo>
                  <a:pt x="102249" y="663480"/>
                </a:lnTo>
                <a:lnTo>
                  <a:pt x="98213" y="660794"/>
                </a:lnTo>
                <a:lnTo>
                  <a:pt x="92831" y="656765"/>
                </a:lnTo>
                <a:lnTo>
                  <a:pt x="87449" y="656765"/>
                </a:lnTo>
                <a:lnTo>
                  <a:pt x="84759" y="662137"/>
                </a:lnTo>
                <a:lnTo>
                  <a:pt x="83414" y="668852"/>
                </a:lnTo>
                <a:lnTo>
                  <a:pt x="80723" y="672881"/>
                </a:lnTo>
                <a:lnTo>
                  <a:pt x="78032" y="675568"/>
                </a:lnTo>
                <a:lnTo>
                  <a:pt x="79377" y="682283"/>
                </a:lnTo>
                <a:lnTo>
                  <a:pt x="75341" y="688999"/>
                </a:lnTo>
                <a:lnTo>
                  <a:pt x="69960" y="688999"/>
                </a:lnTo>
                <a:lnTo>
                  <a:pt x="69960" y="686312"/>
                </a:lnTo>
                <a:lnTo>
                  <a:pt x="67269" y="686312"/>
                </a:lnTo>
                <a:lnTo>
                  <a:pt x="64578" y="688999"/>
                </a:lnTo>
                <a:lnTo>
                  <a:pt x="59196" y="690341"/>
                </a:lnTo>
                <a:lnTo>
                  <a:pt x="59196" y="694371"/>
                </a:lnTo>
                <a:lnTo>
                  <a:pt x="61887" y="697057"/>
                </a:lnTo>
                <a:lnTo>
                  <a:pt x="61887" y="701086"/>
                </a:lnTo>
                <a:lnTo>
                  <a:pt x="52470" y="699743"/>
                </a:lnTo>
                <a:lnTo>
                  <a:pt x="49779" y="695714"/>
                </a:lnTo>
                <a:lnTo>
                  <a:pt x="47088" y="694371"/>
                </a:lnTo>
                <a:lnTo>
                  <a:pt x="44398" y="697057"/>
                </a:lnTo>
                <a:lnTo>
                  <a:pt x="41707" y="698400"/>
                </a:lnTo>
                <a:lnTo>
                  <a:pt x="39016" y="702429"/>
                </a:lnTo>
                <a:lnTo>
                  <a:pt x="32289" y="705115"/>
                </a:lnTo>
                <a:lnTo>
                  <a:pt x="24217" y="706458"/>
                </a:lnTo>
                <a:lnTo>
                  <a:pt x="20181" y="705115"/>
                </a:lnTo>
                <a:lnTo>
                  <a:pt x="16145" y="701086"/>
                </a:lnTo>
                <a:lnTo>
                  <a:pt x="18835" y="684969"/>
                </a:lnTo>
                <a:lnTo>
                  <a:pt x="24217" y="671538"/>
                </a:lnTo>
                <a:lnTo>
                  <a:pt x="26908" y="668852"/>
                </a:lnTo>
                <a:lnTo>
                  <a:pt x="25562" y="662137"/>
                </a:lnTo>
                <a:lnTo>
                  <a:pt x="20181" y="659451"/>
                </a:lnTo>
                <a:lnTo>
                  <a:pt x="17490" y="652735"/>
                </a:lnTo>
                <a:lnTo>
                  <a:pt x="20181" y="647363"/>
                </a:lnTo>
                <a:lnTo>
                  <a:pt x="18835" y="640648"/>
                </a:lnTo>
                <a:lnTo>
                  <a:pt x="12108" y="641991"/>
                </a:lnTo>
                <a:lnTo>
                  <a:pt x="6727" y="643334"/>
                </a:lnTo>
                <a:lnTo>
                  <a:pt x="0" y="633932"/>
                </a:lnTo>
                <a:lnTo>
                  <a:pt x="0" y="625874"/>
                </a:lnTo>
                <a:lnTo>
                  <a:pt x="5381" y="621845"/>
                </a:lnTo>
                <a:lnTo>
                  <a:pt x="17490" y="623188"/>
                </a:lnTo>
                <a:lnTo>
                  <a:pt x="21526" y="621845"/>
                </a:lnTo>
                <a:lnTo>
                  <a:pt x="22872" y="616472"/>
                </a:lnTo>
                <a:lnTo>
                  <a:pt x="32289" y="612443"/>
                </a:lnTo>
                <a:lnTo>
                  <a:pt x="30944" y="608414"/>
                </a:lnTo>
                <a:lnTo>
                  <a:pt x="28253" y="607071"/>
                </a:lnTo>
                <a:lnTo>
                  <a:pt x="40361" y="604385"/>
                </a:lnTo>
                <a:lnTo>
                  <a:pt x="48434" y="600355"/>
                </a:lnTo>
                <a:lnTo>
                  <a:pt x="48434" y="594983"/>
                </a:lnTo>
                <a:lnTo>
                  <a:pt x="40361" y="590954"/>
                </a:lnTo>
                <a:lnTo>
                  <a:pt x="41707" y="585581"/>
                </a:lnTo>
                <a:lnTo>
                  <a:pt x="48434" y="582895"/>
                </a:lnTo>
                <a:lnTo>
                  <a:pt x="55161" y="577523"/>
                </a:lnTo>
                <a:lnTo>
                  <a:pt x="60542" y="577523"/>
                </a:lnTo>
                <a:lnTo>
                  <a:pt x="68614" y="569465"/>
                </a:lnTo>
                <a:lnTo>
                  <a:pt x="73996" y="574837"/>
                </a:lnTo>
                <a:lnTo>
                  <a:pt x="75341" y="578866"/>
                </a:lnTo>
                <a:lnTo>
                  <a:pt x="88795" y="577523"/>
                </a:lnTo>
                <a:lnTo>
                  <a:pt x="96867" y="577523"/>
                </a:lnTo>
                <a:lnTo>
                  <a:pt x="104940" y="569465"/>
                </a:lnTo>
                <a:lnTo>
                  <a:pt x="103594" y="564092"/>
                </a:lnTo>
                <a:lnTo>
                  <a:pt x="90140" y="554691"/>
                </a:lnTo>
                <a:lnTo>
                  <a:pt x="87449" y="553348"/>
                </a:lnTo>
                <a:lnTo>
                  <a:pt x="86104" y="560063"/>
                </a:lnTo>
                <a:lnTo>
                  <a:pt x="82068" y="565435"/>
                </a:lnTo>
                <a:lnTo>
                  <a:pt x="78032" y="564092"/>
                </a:lnTo>
                <a:lnTo>
                  <a:pt x="72650" y="558720"/>
                </a:lnTo>
                <a:lnTo>
                  <a:pt x="61887" y="556034"/>
                </a:lnTo>
                <a:lnTo>
                  <a:pt x="56506" y="553348"/>
                </a:lnTo>
                <a:lnTo>
                  <a:pt x="60542" y="546632"/>
                </a:lnTo>
                <a:lnTo>
                  <a:pt x="68614" y="533202"/>
                </a:lnTo>
                <a:lnTo>
                  <a:pt x="68614" y="527829"/>
                </a:lnTo>
                <a:lnTo>
                  <a:pt x="65923" y="527829"/>
                </a:lnTo>
                <a:lnTo>
                  <a:pt x="65923" y="525143"/>
                </a:lnTo>
                <a:lnTo>
                  <a:pt x="71305" y="522457"/>
                </a:lnTo>
                <a:lnTo>
                  <a:pt x="69960" y="518428"/>
                </a:lnTo>
                <a:lnTo>
                  <a:pt x="75341" y="513055"/>
                </a:lnTo>
                <a:lnTo>
                  <a:pt x="83414" y="514399"/>
                </a:lnTo>
                <a:lnTo>
                  <a:pt x="88795" y="517085"/>
                </a:lnTo>
                <a:lnTo>
                  <a:pt x="107630" y="519771"/>
                </a:lnTo>
                <a:lnTo>
                  <a:pt x="123775" y="518428"/>
                </a:lnTo>
                <a:lnTo>
                  <a:pt x="131847" y="517085"/>
                </a:lnTo>
                <a:lnTo>
                  <a:pt x="130502" y="510369"/>
                </a:lnTo>
                <a:lnTo>
                  <a:pt x="129156" y="504997"/>
                </a:lnTo>
                <a:lnTo>
                  <a:pt x="129156" y="499625"/>
                </a:lnTo>
                <a:lnTo>
                  <a:pt x="131847" y="498281"/>
                </a:lnTo>
                <a:lnTo>
                  <a:pt x="137229" y="498281"/>
                </a:lnTo>
                <a:lnTo>
                  <a:pt x="142610" y="498281"/>
                </a:lnTo>
                <a:lnTo>
                  <a:pt x="146646" y="498281"/>
                </a:lnTo>
                <a:lnTo>
                  <a:pt x="154718" y="496938"/>
                </a:lnTo>
                <a:lnTo>
                  <a:pt x="160100" y="500968"/>
                </a:lnTo>
                <a:lnTo>
                  <a:pt x="169518" y="503654"/>
                </a:lnTo>
                <a:lnTo>
                  <a:pt x="184317" y="504997"/>
                </a:lnTo>
                <a:lnTo>
                  <a:pt x="189698" y="503654"/>
                </a:lnTo>
                <a:lnTo>
                  <a:pt x="193734" y="499625"/>
                </a:lnTo>
                <a:lnTo>
                  <a:pt x="200461" y="500968"/>
                </a:lnTo>
                <a:lnTo>
                  <a:pt x="205843" y="499625"/>
                </a:lnTo>
                <a:lnTo>
                  <a:pt x="217951" y="496938"/>
                </a:lnTo>
                <a:lnTo>
                  <a:pt x="231405" y="500968"/>
                </a:lnTo>
                <a:lnTo>
                  <a:pt x="239477" y="498281"/>
                </a:lnTo>
                <a:lnTo>
                  <a:pt x="255622" y="498281"/>
                </a:lnTo>
                <a:lnTo>
                  <a:pt x="266385" y="502311"/>
                </a:lnTo>
                <a:lnTo>
                  <a:pt x="271766" y="502311"/>
                </a:lnTo>
                <a:lnTo>
                  <a:pt x="282529" y="514399"/>
                </a:lnTo>
                <a:lnTo>
                  <a:pt x="293292" y="517085"/>
                </a:lnTo>
                <a:lnTo>
                  <a:pt x="298674" y="514399"/>
                </a:lnTo>
                <a:lnTo>
                  <a:pt x="298674" y="507683"/>
                </a:lnTo>
                <a:lnTo>
                  <a:pt x="304055" y="504997"/>
                </a:lnTo>
                <a:lnTo>
                  <a:pt x="304055" y="500968"/>
                </a:lnTo>
                <a:lnTo>
                  <a:pt x="306746" y="500968"/>
                </a:lnTo>
                <a:lnTo>
                  <a:pt x="302710" y="495595"/>
                </a:lnTo>
                <a:lnTo>
                  <a:pt x="304055" y="490223"/>
                </a:lnTo>
                <a:lnTo>
                  <a:pt x="306746" y="487537"/>
                </a:lnTo>
                <a:lnTo>
                  <a:pt x="305401" y="476792"/>
                </a:lnTo>
                <a:lnTo>
                  <a:pt x="298674" y="472763"/>
                </a:lnTo>
                <a:lnTo>
                  <a:pt x="298674" y="468734"/>
                </a:lnTo>
                <a:lnTo>
                  <a:pt x="293292" y="460675"/>
                </a:lnTo>
                <a:lnTo>
                  <a:pt x="291947" y="455303"/>
                </a:lnTo>
                <a:lnTo>
                  <a:pt x="290601" y="452617"/>
                </a:lnTo>
                <a:lnTo>
                  <a:pt x="290601" y="448588"/>
                </a:lnTo>
                <a:lnTo>
                  <a:pt x="287911" y="440529"/>
                </a:lnTo>
                <a:lnTo>
                  <a:pt x="290601" y="436500"/>
                </a:lnTo>
                <a:lnTo>
                  <a:pt x="290601" y="433814"/>
                </a:lnTo>
                <a:lnTo>
                  <a:pt x="285220" y="433814"/>
                </a:lnTo>
                <a:lnTo>
                  <a:pt x="277148" y="433814"/>
                </a:lnTo>
                <a:lnTo>
                  <a:pt x="273112" y="431128"/>
                </a:lnTo>
                <a:lnTo>
                  <a:pt x="273112" y="427099"/>
                </a:lnTo>
                <a:lnTo>
                  <a:pt x="278493" y="423069"/>
                </a:lnTo>
                <a:lnTo>
                  <a:pt x="282529" y="420383"/>
                </a:lnTo>
                <a:lnTo>
                  <a:pt x="285220" y="423069"/>
                </a:lnTo>
                <a:lnTo>
                  <a:pt x="289256" y="423069"/>
                </a:lnTo>
                <a:lnTo>
                  <a:pt x="297328" y="419040"/>
                </a:lnTo>
                <a:lnTo>
                  <a:pt x="309437" y="417697"/>
                </a:lnTo>
                <a:lnTo>
                  <a:pt x="314818" y="416354"/>
                </a:lnTo>
                <a:lnTo>
                  <a:pt x="318854" y="413668"/>
                </a:lnTo>
                <a:lnTo>
                  <a:pt x="321545" y="416354"/>
                </a:lnTo>
                <a:lnTo>
                  <a:pt x="325581" y="416354"/>
                </a:lnTo>
                <a:lnTo>
                  <a:pt x="328272" y="415011"/>
                </a:lnTo>
                <a:lnTo>
                  <a:pt x="332308" y="415011"/>
                </a:lnTo>
                <a:lnTo>
                  <a:pt x="332308" y="410981"/>
                </a:lnTo>
                <a:lnTo>
                  <a:pt x="334999" y="405609"/>
                </a:lnTo>
                <a:lnTo>
                  <a:pt x="328272" y="402923"/>
                </a:lnTo>
                <a:lnTo>
                  <a:pt x="325581" y="400237"/>
                </a:lnTo>
                <a:lnTo>
                  <a:pt x="326927" y="397551"/>
                </a:lnTo>
                <a:lnTo>
                  <a:pt x="326927" y="385463"/>
                </a:lnTo>
                <a:lnTo>
                  <a:pt x="329617" y="370689"/>
                </a:lnTo>
                <a:lnTo>
                  <a:pt x="329617" y="363974"/>
                </a:lnTo>
                <a:lnTo>
                  <a:pt x="332308" y="357258"/>
                </a:lnTo>
                <a:lnTo>
                  <a:pt x="334999" y="345171"/>
                </a:lnTo>
                <a:lnTo>
                  <a:pt x="337690" y="345171"/>
                </a:lnTo>
                <a:lnTo>
                  <a:pt x="343071" y="345171"/>
                </a:lnTo>
                <a:lnTo>
                  <a:pt x="353834" y="349200"/>
                </a:lnTo>
                <a:lnTo>
                  <a:pt x="360561" y="349200"/>
                </a:lnTo>
                <a:lnTo>
                  <a:pt x="369979" y="347857"/>
                </a:lnTo>
                <a:lnTo>
                  <a:pt x="375360" y="347857"/>
                </a:lnTo>
                <a:lnTo>
                  <a:pt x="376705" y="350543"/>
                </a:lnTo>
                <a:lnTo>
                  <a:pt x="379396" y="351886"/>
                </a:lnTo>
                <a:lnTo>
                  <a:pt x="382087" y="350543"/>
                </a:lnTo>
                <a:lnTo>
                  <a:pt x="387469" y="345171"/>
                </a:lnTo>
                <a:lnTo>
                  <a:pt x="392850" y="342485"/>
                </a:lnTo>
                <a:lnTo>
                  <a:pt x="399577" y="335769"/>
                </a:lnTo>
                <a:lnTo>
                  <a:pt x="399577" y="331740"/>
                </a:lnTo>
                <a:lnTo>
                  <a:pt x="395541" y="325025"/>
                </a:lnTo>
                <a:lnTo>
                  <a:pt x="390159" y="315623"/>
                </a:lnTo>
                <a:lnTo>
                  <a:pt x="390159" y="303535"/>
                </a:lnTo>
                <a:lnTo>
                  <a:pt x="390159" y="298163"/>
                </a:lnTo>
                <a:lnTo>
                  <a:pt x="395541" y="295477"/>
                </a:lnTo>
                <a:lnTo>
                  <a:pt x="403613" y="291448"/>
                </a:lnTo>
                <a:lnTo>
                  <a:pt x="406304" y="286075"/>
                </a:lnTo>
                <a:lnTo>
                  <a:pt x="404958" y="283389"/>
                </a:lnTo>
                <a:lnTo>
                  <a:pt x="404958" y="279360"/>
                </a:lnTo>
                <a:lnTo>
                  <a:pt x="411685" y="272645"/>
                </a:lnTo>
                <a:lnTo>
                  <a:pt x="415721" y="269958"/>
                </a:lnTo>
                <a:lnTo>
                  <a:pt x="421103" y="264586"/>
                </a:lnTo>
                <a:lnTo>
                  <a:pt x="419758" y="264586"/>
                </a:lnTo>
                <a:lnTo>
                  <a:pt x="423794" y="264586"/>
                </a:lnTo>
                <a:lnTo>
                  <a:pt x="427830" y="265929"/>
                </a:lnTo>
                <a:lnTo>
                  <a:pt x="430521" y="265929"/>
                </a:lnTo>
                <a:lnTo>
                  <a:pt x="430521" y="268615"/>
                </a:lnTo>
                <a:lnTo>
                  <a:pt x="430521" y="273988"/>
                </a:lnTo>
                <a:lnTo>
                  <a:pt x="431866" y="275331"/>
                </a:lnTo>
                <a:lnTo>
                  <a:pt x="434557" y="279360"/>
                </a:lnTo>
                <a:lnTo>
                  <a:pt x="435902" y="279360"/>
                </a:lnTo>
                <a:lnTo>
                  <a:pt x="435902" y="276674"/>
                </a:lnTo>
                <a:lnTo>
                  <a:pt x="437247" y="276674"/>
                </a:lnTo>
                <a:lnTo>
                  <a:pt x="438593" y="279360"/>
                </a:lnTo>
                <a:lnTo>
                  <a:pt x="438593" y="283389"/>
                </a:lnTo>
                <a:lnTo>
                  <a:pt x="439938" y="286075"/>
                </a:lnTo>
                <a:lnTo>
                  <a:pt x="442629" y="288762"/>
                </a:lnTo>
                <a:lnTo>
                  <a:pt x="445320" y="290105"/>
                </a:lnTo>
                <a:lnTo>
                  <a:pt x="449356" y="294134"/>
                </a:lnTo>
                <a:lnTo>
                  <a:pt x="454738" y="298163"/>
                </a:lnTo>
                <a:lnTo>
                  <a:pt x="458774" y="302192"/>
                </a:lnTo>
                <a:lnTo>
                  <a:pt x="458774" y="303535"/>
                </a:lnTo>
                <a:lnTo>
                  <a:pt x="460119" y="307565"/>
                </a:lnTo>
                <a:lnTo>
                  <a:pt x="465500" y="311594"/>
                </a:lnTo>
                <a:lnTo>
                  <a:pt x="468191" y="311594"/>
                </a:lnTo>
                <a:lnTo>
                  <a:pt x="468191" y="307565"/>
                </a:lnTo>
                <a:lnTo>
                  <a:pt x="470882" y="306222"/>
                </a:lnTo>
                <a:lnTo>
                  <a:pt x="474918" y="303535"/>
                </a:lnTo>
                <a:lnTo>
                  <a:pt x="480300" y="303535"/>
                </a:lnTo>
                <a:lnTo>
                  <a:pt x="481645" y="306222"/>
                </a:lnTo>
                <a:lnTo>
                  <a:pt x="485681" y="310251"/>
                </a:lnTo>
                <a:lnTo>
                  <a:pt x="488372" y="311594"/>
                </a:lnTo>
                <a:lnTo>
                  <a:pt x="491062" y="310251"/>
                </a:lnTo>
                <a:lnTo>
                  <a:pt x="493753" y="307565"/>
                </a:lnTo>
                <a:lnTo>
                  <a:pt x="497789" y="307565"/>
                </a:lnTo>
                <a:lnTo>
                  <a:pt x="501826" y="308908"/>
                </a:lnTo>
                <a:lnTo>
                  <a:pt x="504516" y="311594"/>
                </a:lnTo>
                <a:lnTo>
                  <a:pt x="508553" y="312937"/>
                </a:lnTo>
                <a:lnTo>
                  <a:pt x="512589" y="316966"/>
                </a:lnTo>
                <a:lnTo>
                  <a:pt x="515280" y="320995"/>
                </a:lnTo>
                <a:lnTo>
                  <a:pt x="515280" y="325025"/>
                </a:lnTo>
                <a:lnTo>
                  <a:pt x="517970" y="329054"/>
                </a:lnTo>
                <a:lnTo>
                  <a:pt x="519315" y="333083"/>
                </a:lnTo>
                <a:lnTo>
                  <a:pt x="522006" y="337112"/>
                </a:lnTo>
                <a:lnTo>
                  <a:pt x="526042" y="341141"/>
                </a:lnTo>
                <a:lnTo>
                  <a:pt x="530078" y="342485"/>
                </a:lnTo>
                <a:lnTo>
                  <a:pt x="532769" y="347857"/>
                </a:lnTo>
                <a:lnTo>
                  <a:pt x="535460" y="351886"/>
                </a:lnTo>
                <a:lnTo>
                  <a:pt x="535460" y="357258"/>
                </a:lnTo>
                <a:lnTo>
                  <a:pt x="534115" y="359945"/>
                </a:lnTo>
                <a:lnTo>
                  <a:pt x="535460" y="366660"/>
                </a:lnTo>
                <a:lnTo>
                  <a:pt x="538151" y="370689"/>
                </a:lnTo>
                <a:lnTo>
                  <a:pt x="536805" y="374718"/>
                </a:lnTo>
                <a:lnTo>
                  <a:pt x="532769" y="377405"/>
                </a:lnTo>
                <a:lnTo>
                  <a:pt x="531424" y="380091"/>
                </a:lnTo>
                <a:lnTo>
                  <a:pt x="531424" y="384120"/>
                </a:lnTo>
                <a:lnTo>
                  <a:pt x="532769" y="388149"/>
                </a:lnTo>
                <a:lnTo>
                  <a:pt x="538151" y="397551"/>
                </a:lnTo>
                <a:lnTo>
                  <a:pt x="543532" y="400237"/>
                </a:lnTo>
                <a:lnTo>
                  <a:pt x="569095" y="405609"/>
                </a:lnTo>
                <a:lnTo>
                  <a:pt x="579857" y="405609"/>
                </a:lnTo>
                <a:lnTo>
                  <a:pt x="587930" y="405609"/>
                </a:lnTo>
                <a:lnTo>
                  <a:pt x="589275" y="402923"/>
                </a:lnTo>
                <a:lnTo>
                  <a:pt x="591966" y="402923"/>
                </a:lnTo>
                <a:lnTo>
                  <a:pt x="609456" y="406952"/>
                </a:lnTo>
                <a:lnTo>
                  <a:pt x="617528" y="412325"/>
                </a:lnTo>
                <a:lnTo>
                  <a:pt x="620219" y="415011"/>
                </a:lnTo>
                <a:lnTo>
                  <a:pt x="624255" y="416354"/>
                </a:lnTo>
                <a:lnTo>
                  <a:pt x="626946" y="416354"/>
                </a:lnTo>
                <a:lnTo>
                  <a:pt x="629637" y="416354"/>
                </a:lnTo>
                <a:lnTo>
                  <a:pt x="639054" y="423069"/>
                </a:lnTo>
                <a:lnTo>
                  <a:pt x="645781" y="427099"/>
                </a:lnTo>
                <a:lnTo>
                  <a:pt x="652508" y="427099"/>
                </a:lnTo>
                <a:lnTo>
                  <a:pt x="655199" y="425755"/>
                </a:lnTo>
                <a:lnTo>
                  <a:pt x="656544" y="427099"/>
                </a:lnTo>
                <a:lnTo>
                  <a:pt x="657889" y="431128"/>
                </a:lnTo>
                <a:lnTo>
                  <a:pt x="659235" y="433814"/>
                </a:lnTo>
                <a:lnTo>
                  <a:pt x="660580" y="435157"/>
                </a:lnTo>
                <a:lnTo>
                  <a:pt x="664616" y="436500"/>
                </a:lnTo>
                <a:lnTo>
                  <a:pt x="668652" y="440529"/>
                </a:lnTo>
                <a:lnTo>
                  <a:pt x="668652" y="443215"/>
                </a:lnTo>
                <a:lnTo>
                  <a:pt x="672688" y="451274"/>
                </a:lnTo>
                <a:lnTo>
                  <a:pt x="676725" y="456646"/>
                </a:lnTo>
                <a:lnTo>
                  <a:pt x="682106" y="464705"/>
                </a:lnTo>
                <a:lnTo>
                  <a:pt x="684797" y="470077"/>
                </a:lnTo>
                <a:lnTo>
                  <a:pt x="690178" y="480822"/>
                </a:lnTo>
                <a:lnTo>
                  <a:pt x="694214" y="483508"/>
                </a:lnTo>
                <a:lnTo>
                  <a:pt x="699596" y="482165"/>
                </a:lnTo>
                <a:lnTo>
                  <a:pt x="710359" y="480822"/>
                </a:lnTo>
                <a:lnTo>
                  <a:pt x="722467" y="482165"/>
                </a:lnTo>
                <a:lnTo>
                  <a:pt x="738612" y="480822"/>
                </a:lnTo>
                <a:lnTo>
                  <a:pt x="760138" y="483508"/>
                </a:lnTo>
                <a:lnTo>
                  <a:pt x="772246" y="482165"/>
                </a:lnTo>
                <a:lnTo>
                  <a:pt x="780318" y="478135"/>
                </a:lnTo>
                <a:lnTo>
                  <a:pt x="781664" y="475449"/>
                </a:lnTo>
                <a:lnTo>
                  <a:pt x="784355" y="474106"/>
                </a:lnTo>
                <a:lnTo>
                  <a:pt x="788391" y="474106"/>
                </a:lnTo>
                <a:lnTo>
                  <a:pt x="804535" y="474106"/>
                </a:lnTo>
                <a:lnTo>
                  <a:pt x="823370" y="476792"/>
                </a:lnTo>
                <a:lnTo>
                  <a:pt x="830097" y="476792"/>
                </a:lnTo>
                <a:lnTo>
                  <a:pt x="839515" y="484851"/>
                </a:lnTo>
                <a:lnTo>
                  <a:pt x="855660" y="492909"/>
                </a:lnTo>
                <a:lnTo>
                  <a:pt x="871804" y="498281"/>
                </a:lnTo>
                <a:lnTo>
                  <a:pt x="878531" y="499625"/>
                </a:lnTo>
                <a:lnTo>
                  <a:pt x="887949" y="503654"/>
                </a:lnTo>
                <a:lnTo>
                  <a:pt x="897366" y="502311"/>
                </a:lnTo>
                <a:lnTo>
                  <a:pt x="908130" y="499625"/>
                </a:lnTo>
                <a:lnTo>
                  <a:pt x="909475" y="503654"/>
                </a:lnTo>
                <a:lnTo>
                  <a:pt x="909475" y="506340"/>
                </a:lnTo>
                <a:lnTo>
                  <a:pt x="917547" y="509026"/>
                </a:lnTo>
                <a:lnTo>
                  <a:pt x="922928" y="509026"/>
                </a:lnTo>
                <a:lnTo>
                  <a:pt x="928310" y="504997"/>
                </a:lnTo>
                <a:lnTo>
                  <a:pt x="939073" y="495595"/>
                </a:lnTo>
                <a:lnTo>
                  <a:pt x="947145" y="487537"/>
                </a:lnTo>
                <a:lnTo>
                  <a:pt x="960599" y="482165"/>
                </a:lnTo>
                <a:lnTo>
                  <a:pt x="979434" y="475449"/>
                </a:lnTo>
                <a:lnTo>
                  <a:pt x="987506" y="474106"/>
                </a:lnTo>
                <a:lnTo>
                  <a:pt x="995579" y="471420"/>
                </a:lnTo>
                <a:lnTo>
                  <a:pt x="1006342" y="470077"/>
                </a:lnTo>
                <a:lnTo>
                  <a:pt x="1013069" y="470077"/>
                </a:lnTo>
                <a:lnTo>
                  <a:pt x="1021141" y="464705"/>
                </a:lnTo>
                <a:lnTo>
                  <a:pt x="1027868" y="459332"/>
                </a:lnTo>
                <a:lnTo>
                  <a:pt x="1033250" y="459332"/>
                </a:lnTo>
                <a:lnTo>
                  <a:pt x="1041321" y="456646"/>
                </a:lnTo>
                <a:lnTo>
                  <a:pt x="1046703" y="456646"/>
                </a:lnTo>
                <a:lnTo>
                  <a:pt x="1049394" y="448588"/>
                </a:lnTo>
                <a:lnTo>
                  <a:pt x="1056121" y="436500"/>
                </a:lnTo>
                <a:lnTo>
                  <a:pt x="1068229" y="424412"/>
                </a:lnTo>
                <a:lnTo>
                  <a:pt x="1070920" y="419040"/>
                </a:lnTo>
                <a:lnTo>
                  <a:pt x="1073611" y="415011"/>
                </a:lnTo>
                <a:lnTo>
                  <a:pt x="1073611" y="410981"/>
                </a:lnTo>
                <a:lnTo>
                  <a:pt x="1062848" y="404266"/>
                </a:lnTo>
                <a:lnTo>
                  <a:pt x="1052084" y="397551"/>
                </a:lnTo>
                <a:lnTo>
                  <a:pt x="1052084" y="393522"/>
                </a:lnTo>
                <a:lnTo>
                  <a:pt x="1052084" y="388149"/>
                </a:lnTo>
                <a:lnTo>
                  <a:pt x="1052084" y="376062"/>
                </a:lnTo>
                <a:lnTo>
                  <a:pt x="1056121" y="370689"/>
                </a:lnTo>
                <a:lnTo>
                  <a:pt x="1061502" y="366660"/>
                </a:lnTo>
                <a:lnTo>
                  <a:pt x="1072265" y="363974"/>
                </a:lnTo>
                <a:lnTo>
                  <a:pt x="1077647" y="365317"/>
                </a:lnTo>
                <a:lnTo>
                  <a:pt x="1084374" y="369346"/>
                </a:lnTo>
                <a:lnTo>
                  <a:pt x="1092446" y="372032"/>
                </a:lnTo>
                <a:lnTo>
                  <a:pt x="1099173" y="373375"/>
                </a:lnTo>
                <a:lnTo>
                  <a:pt x="1104554" y="376062"/>
                </a:lnTo>
                <a:lnTo>
                  <a:pt x="1107245" y="376062"/>
                </a:lnTo>
                <a:lnTo>
                  <a:pt x="1108590" y="370689"/>
                </a:lnTo>
                <a:lnTo>
                  <a:pt x="1111281" y="368003"/>
                </a:lnTo>
                <a:lnTo>
                  <a:pt x="1118008" y="363974"/>
                </a:lnTo>
                <a:lnTo>
                  <a:pt x="1122044" y="359945"/>
                </a:lnTo>
                <a:lnTo>
                  <a:pt x="1127426" y="349200"/>
                </a:lnTo>
                <a:lnTo>
                  <a:pt x="1130117" y="346514"/>
                </a:lnTo>
                <a:lnTo>
                  <a:pt x="1136844" y="349200"/>
                </a:lnTo>
                <a:lnTo>
                  <a:pt x="1142225" y="349200"/>
                </a:lnTo>
                <a:lnTo>
                  <a:pt x="1154333" y="341141"/>
                </a:lnTo>
                <a:lnTo>
                  <a:pt x="1159714" y="339799"/>
                </a:lnTo>
                <a:lnTo>
                  <a:pt x="1162405" y="335769"/>
                </a:lnTo>
                <a:lnTo>
                  <a:pt x="1162405" y="330397"/>
                </a:lnTo>
                <a:lnTo>
                  <a:pt x="1163751" y="322338"/>
                </a:lnTo>
                <a:lnTo>
                  <a:pt x="1167787" y="315623"/>
                </a:lnTo>
                <a:lnTo>
                  <a:pt x="1170478" y="312937"/>
                </a:lnTo>
                <a:lnTo>
                  <a:pt x="1173168" y="312937"/>
                </a:lnTo>
                <a:lnTo>
                  <a:pt x="1175859" y="312937"/>
                </a:lnTo>
                <a:lnTo>
                  <a:pt x="1178550" y="310251"/>
                </a:lnTo>
                <a:lnTo>
                  <a:pt x="1178550" y="304878"/>
                </a:lnTo>
                <a:lnTo>
                  <a:pt x="1181241" y="304878"/>
                </a:lnTo>
                <a:lnTo>
                  <a:pt x="1185277" y="307565"/>
                </a:lnTo>
                <a:lnTo>
                  <a:pt x="1189313" y="304878"/>
                </a:lnTo>
                <a:lnTo>
                  <a:pt x="1196040" y="299506"/>
                </a:lnTo>
                <a:lnTo>
                  <a:pt x="1201422" y="292791"/>
                </a:lnTo>
                <a:lnTo>
                  <a:pt x="1205458" y="291448"/>
                </a:lnTo>
                <a:lnTo>
                  <a:pt x="1212184" y="295477"/>
                </a:lnTo>
                <a:lnTo>
                  <a:pt x="1216220" y="292791"/>
                </a:lnTo>
                <a:lnTo>
                  <a:pt x="1221602" y="292791"/>
                </a:lnTo>
                <a:lnTo>
                  <a:pt x="1224293" y="295477"/>
                </a:lnTo>
                <a:lnTo>
                  <a:pt x="1228329" y="295477"/>
                </a:lnTo>
                <a:lnTo>
                  <a:pt x="1229674" y="292791"/>
                </a:lnTo>
                <a:lnTo>
                  <a:pt x="1229674" y="288762"/>
                </a:lnTo>
                <a:lnTo>
                  <a:pt x="1232365" y="286075"/>
                </a:lnTo>
                <a:lnTo>
                  <a:pt x="1232365" y="282046"/>
                </a:lnTo>
                <a:lnTo>
                  <a:pt x="1229674" y="278017"/>
                </a:lnTo>
                <a:lnTo>
                  <a:pt x="1229674" y="273988"/>
                </a:lnTo>
                <a:lnTo>
                  <a:pt x="1220256" y="265929"/>
                </a:lnTo>
                <a:lnTo>
                  <a:pt x="1212184" y="257871"/>
                </a:lnTo>
                <a:lnTo>
                  <a:pt x="1202767" y="248469"/>
                </a:lnTo>
                <a:lnTo>
                  <a:pt x="1196040" y="240411"/>
                </a:lnTo>
                <a:lnTo>
                  <a:pt x="1185277" y="237725"/>
                </a:lnTo>
                <a:lnTo>
                  <a:pt x="1182586" y="239068"/>
                </a:lnTo>
                <a:lnTo>
                  <a:pt x="1175859" y="241754"/>
                </a:lnTo>
                <a:lnTo>
                  <a:pt x="1174514" y="247126"/>
                </a:lnTo>
                <a:lnTo>
                  <a:pt x="1175859" y="252499"/>
                </a:lnTo>
                <a:lnTo>
                  <a:pt x="1169132" y="261900"/>
                </a:lnTo>
                <a:lnTo>
                  <a:pt x="1163751" y="256528"/>
                </a:lnTo>
                <a:lnTo>
                  <a:pt x="1152988" y="255185"/>
                </a:lnTo>
                <a:lnTo>
                  <a:pt x="1142225" y="255185"/>
                </a:lnTo>
                <a:lnTo>
                  <a:pt x="1134153" y="261900"/>
                </a:lnTo>
                <a:lnTo>
                  <a:pt x="1122044" y="255185"/>
                </a:lnTo>
                <a:lnTo>
                  <a:pt x="1118008" y="247126"/>
                </a:lnTo>
                <a:lnTo>
                  <a:pt x="1120699" y="236381"/>
                </a:lnTo>
                <a:lnTo>
                  <a:pt x="1120699" y="231009"/>
                </a:lnTo>
                <a:lnTo>
                  <a:pt x="1122044" y="222951"/>
                </a:lnTo>
                <a:lnTo>
                  <a:pt x="1120699" y="214892"/>
                </a:lnTo>
                <a:lnTo>
                  <a:pt x="1127426" y="174600"/>
                </a:lnTo>
                <a:lnTo>
                  <a:pt x="1126080" y="174600"/>
                </a:lnTo>
                <a:lnTo>
                  <a:pt x="1130117" y="173257"/>
                </a:lnTo>
                <a:lnTo>
                  <a:pt x="1132807" y="173257"/>
                </a:lnTo>
                <a:lnTo>
                  <a:pt x="1134153" y="175943"/>
                </a:lnTo>
                <a:lnTo>
                  <a:pt x="1138189" y="174600"/>
                </a:lnTo>
                <a:lnTo>
                  <a:pt x="1146261" y="175943"/>
                </a:lnTo>
                <a:lnTo>
                  <a:pt x="1150297" y="178629"/>
                </a:lnTo>
                <a:lnTo>
                  <a:pt x="1152988" y="178629"/>
                </a:lnTo>
                <a:lnTo>
                  <a:pt x="1165096" y="166541"/>
                </a:lnTo>
                <a:lnTo>
                  <a:pt x="1171823" y="162512"/>
                </a:lnTo>
                <a:lnTo>
                  <a:pt x="1181241" y="161169"/>
                </a:lnTo>
                <a:lnTo>
                  <a:pt x="1185277" y="157140"/>
                </a:lnTo>
                <a:lnTo>
                  <a:pt x="1186622" y="151768"/>
                </a:lnTo>
                <a:lnTo>
                  <a:pt x="1185277" y="146395"/>
                </a:lnTo>
                <a:lnTo>
                  <a:pt x="1182586" y="145052"/>
                </a:lnTo>
                <a:lnTo>
                  <a:pt x="1181241" y="146395"/>
                </a:lnTo>
                <a:lnTo>
                  <a:pt x="1178550" y="145052"/>
                </a:lnTo>
                <a:lnTo>
                  <a:pt x="1175859" y="145052"/>
                </a:lnTo>
                <a:lnTo>
                  <a:pt x="1175859" y="138337"/>
                </a:lnTo>
                <a:lnTo>
                  <a:pt x="1177205" y="135651"/>
                </a:lnTo>
                <a:lnTo>
                  <a:pt x="1177205" y="127592"/>
                </a:lnTo>
                <a:lnTo>
                  <a:pt x="1175859" y="123563"/>
                </a:lnTo>
                <a:lnTo>
                  <a:pt x="1175859" y="120877"/>
                </a:lnTo>
                <a:lnTo>
                  <a:pt x="1179895" y="118191"/>
                </a:lnTo>
                <a:lnTo>
                  <a:pt x="1179895" y="114162"/>
                </a:lnTo>
                <a:lnTo>
                  <a:pt x="1177205" y="110132"/>
                </a:lnTo>
                <a:lnTo>
                  <a:pt x="1175859" y="104760"/>
                </a:lnTo>
                <a:lnTo>
                  <a:pt x="1177205" y="102074"/>
                </a:lnTo>
                <a:lnTo>
                  <a:pt x="1174514" y="98045"/>
                </a:lnTo>
                <a:lnTo>
                  <a:pt x="1174514" y="94015"/>
                </a:lnTo>
                <a:lnTo>
                  <a:pt x="1178550" y="88643"/>
                </a:lnTo>
                <a:lnTo>
                  <a:pt x="1181241" y="85957"/>
                </a:lnTo>
                <a:lnTo>
                  <a:pt x="1182586" y="79241"/>
                </a:lnTo>
                <a:lnTo>
                  <a:pt x="1185277" y="75212"/>
                </a:lnTo>
                <a:lnTo>
                  <a:pt x="1189313" y="72526"/>
                </a:lnTo>
                <a:lnTo>
                  <a:pt x="1189313" y="65811"/>
                </a:lnTo>
                <a:lnTo>
                  <a:pt x="1187968" y="63125"/>
                </a:lnTo>
                <a:lnTo>
                  <a:pt x="1187968" y="59095"/>
                </a:lnTo>
                <a:lnTo>
                  <a:pt x="1183932" y="56409"/>
                </a:lnTo>
                <a:lnTo>
                  <a:pt x="1182586" y="51037"/>
                </a:lnTo>
                <a:lnTo>
                  <a:pt x="1178550" y="45665"/>
                </a:lnTo>
                <a:lnTo>
                  <a:pt x="1175859" y="44322"/>
                </a:lnTo>
                <a:lnTo>
                  <a:pt x="1171823" y="45665"/>
                </a:lnTo>
                <a:lnTo>
                  <a:pt x="1166441" y="49694"/>
                </a:lnTo>
                <a:lnTo>
                  <a:pt x="1163751" y="49694"/>
                </a:lnTo>
                <a:lnTo>
                  <a:pt x="1161060" y="47008"/>
                </a:lnTo>
                <a:lnTo>
                  <a:pt x="1161060" y="40292"/>
                </a:lnTo>
                <a:lnTo>
                  <a:pt x="1163751" y="38949"/>
                </a:lnTo>
                <a:lnTo>
                  <a:pt x="1163751" y="36263"/>
                </a:lnTo>
                <a:lnTo>
                  <a:pt x="1165096" y="33577"/>
                </a:lnTo>
                <a:lnTo>
                  <a:pt x="1166441" y="28205"/>
                </a:lnTo>
                <a:lnTo>
                  <a:pt x="1170478" y="24175"/>
                </a:lnTo>
                <a:lnTo>
                  <a:pt x="1170478" y="20146"/>
                </a:lnTo>
                <a:lnTo>
                  <a:pt x="1173168" y="18803"/>
                </a:lnTo>
                <a:lnTo>
                  <a:pt x="1179895" y="17460"/>
                </a:lnTo>
                <a:lnTo>
                  <a:pt x="1183932" y="16117"/>
                </a:lnTo>
                <a:lnTo>
                  <a:pt x="1186622" y="16117"/>
                </a:lnTo>
                <a:lnTo>
                  <a:pt x="1187968" y="14774"/>
                </a:lnTo>
                <a:lnTo>
                  <a:pt x="1192004" y="16117"/>
                </a:lnTo>
                <a:lnTo>
                  <a:pt x="1196040" y="13431"/>
                </a:lnTo>
                <a:lnTo>
                  <a:pt x="1197386" y="9401"/>
                </a:lnTo>
                <a:lnTo>
                  <a:pt x="1201422" y="9401"/>
                </a:lnTo>
                <a:lnTo>
                  <a:pt x="1205458" y="6715"/>
                </a:lnTo>
                <a:lnTo>
                  <a:pt x="1210839" y="8058"/>
                </a:lnTo>
                <a:lnTo>
                  <a:pt x="1213530" y="6715"/>
                </a:lnTo>
                <a:lnTo>
                  <a:pt x="1218911" y="6715"/>
                </a:lnTo>
                <a:lnTo>
                  <a:pt x="1221602" y="5372"/>
                </a:lnTo>
                <a:lnTo>
                  <a:pt x="1222947" y="5372"/>
                </a:lnTo>
                <a:lnTo>
                  <a:pt x="1225638" y="1343"/>
                </a:lnTo>
                <a:lnTo>
                  <a:pt x="1232365" y="0"/>
                </a:lnTo>
                <a:lnTo>
                  <a:pt x="1233710" y="0"/>
                </a:lnTo>
                <a:lnTo>
                  <a:pt x="1236401" y="0"/>
                </a:lnTo>
                <a:lnTo>
                  <a:pt x="1240437" y="1343"/>
                </a:lnTo>
                <a:lnTo>
                  <a:pt x="1244474" y="2686"/>
                </a:lnTo>
                <a:lnTo>
                  <a:pt x="1252546" y="4029"/>
                </a:lnTo>
                <a:lnTo>
                  <a:pt x="1255237" y="6715"/>
                </a:lnTo>
                <a:lnTo>
                  <a:pt x="1256582" y="9401"/>
                </a:lnTo>
                <a:lnTo>
                  <a:pt x="1263309" y="9401"/>
                </a:lnTo>
                <a:lnTo>
                  <a:pt x="1266000" y="8058"/>
                </a:lnTo>
                <a:lnTo>
                  <a:pt x="1267345" y="9401"/>
                </a:lnTo>
                <a:lnTo>
                  <a:pt x="1272726" y="12088"/>
                </a:lnTo>
                <a:lnTo>
                  <a:pt x="1275417" y="10745"/>
                </a:lnTo>
                <a:lnTo>
                  <a:pt x="1274071" y="8058"/>
                </a:lnTo>
                <a:lnTo>
                  <a:pt x="1276762" y="6715"/>
                </a:lnTo>
                <a:lnTo>
                  <a:pt x="1279453" y="6715"/>
                </a:lnTo>
                <a:lnTo>
                  <a:pt x="1282144" y="6715"/>
                </a:lnTo>
                <a:lnTo>
                  <a:pt x="1284835" y="6715"/>
                </a:lnTo>
                <a:lnTo>
                  <a:pt x="1287525" y="9401"/>
                </a:lnTo>
                <a:lnTo>
                  <a:pt x="1290216" y="9401"/>
                </a:lnTo>
                <a:lnTo>
                  <a:pt x="1292907" y="10745"/>
                </a:lnTo>
                <a:lnTo>
                  <a:pt x="1295598" y="12088"/>
                </a:lnTo>
                <a:lnTo>
                  <a:pt x="1294252" y="14774"/>
                </a:lnTo>
                <a:lnTo>
                  <a:pt x="1295598" y="17460"/>
                </a:lnTo>
                <a:lnTo>
                  <a:pt x="1298289" y="17460"/>
                </a:lnTo>
                <a:lnTo>
                  <a:pt x="1299634" y="20146"/>
                </a:lnTo>
                <a:lnTo>
                  <a:pt x="1302325" y="17460"/>
                </a:lnTo>
                <a:lnTo>
                  <a:pt x="1305016" y="18803"/>
                </a:lnTo>
                <a:lnTo>
                  <a:pt x="1306361" y="21489"/>
                </a:lnTo>
                <a:lnTo>
                  <a:pt x="1305016" y="24175"/>
                </a:lnTo>
                <a:lnTo>
                  <a:pt x="1306361" y="25518"/>
                </a:lnTo>
                <a:lnTo>
                  <a:pt x="1310397" y="26862"/>
                </a:lnTo>
                <a:lnTo>
                  <a:pt x="1313088" y="26862"/>
                </a:lnTo>
                <a:lnTo>
                  <a:pt x="1314433" y="28205"/>
                </a:lnTo>
                <a:lnTo>
                  <a:pt x="1314433" y="30891"/>
                </a:lnTo>
                <a:lnTo>
                  <a:pt x="1317124" y="32234"/>
                </a:lnTo>
                <a:lnTo>
                  <a:pt x="1319815" y="34920"/>
                </a:lnTo>
                <a:lnTo>
                  <a:pt x="1319815" y="38949"/>
                </a:lnTo>
                <a:lnTo>
                  <a:pt x="1321160" y="41635"/>
                </a:lnTo>
                <a:lnTo>
                  <a:pt x="1321160" y="44322"/>
                </a:lnTo>
                <a:lnTo>
                  <a:pt x="1321160" y="45665"/>
                </a:lnTo>
                <a:lnTo>
                  <a:pt x="1327887" y="47008"/>
                </a:lnTo>
                <a:lnTo>
                  <a:pt x="1329232" y="49694"/>
                </a:lnTo>
                <a:lnTo>
                  <a:pt x="1327887" y="52380"/>
                </a:lnTo>
                <a:lnTo>
                  <a:pt x="1327887" y="55066"/>
                </a:lnTo>
                <a:lnTo>
                  <a:pt x="1334613" y="59095"/>
                </a:lnTo>
                <a:lnTo>
                  <a:pt x="1335959" y="63125"/>
                </a:lnTo>
                <a:lnTo>
                  <a:pt x="1339995" y="67154"/>
                </a:lnTo>
                <a:lnTo>
                  <a:pt x="1339995" y="71183"/>
                </a:lnTo>
                <a:lnTo>
                  <a:pt x="1342686" y="72526"/>
                </a:lnTo>
                <a:lnTo>
                  <a:pt x="1344031" y="76555"/>
                </a:lnTo>
                <a:lnTo>
                  <a:pt x="1348067" y="79241"/>
                </a:lnTo>
                <a:lnTo>
                  <a:pt x="1348067" y="81928"/>
                </a:lnTo>
                <a:lnTo>
                  <a:pt x="1346722" y="84614"/>
                </a:lnTo>
                <a:lnTo>
                  <a:pt x="1348067" y="85957"/>
                </a:lnTo>
                <a:lnTo>
                  <a:pt x="1350758" y="84614"/>
                </a:lnTo>
                <a:lnTo>
                  <a:pt x="1353449" y="88643"/>
                </a:lnTo>
                <a:lnTo>
                  <a:pt x="1353449" y="91329"/>
                </a:lnTo>
                <a:lnTo>
                  <a:pt x="1358831" y="98045"/>
                </a:lnTo>
                <a:lnTo>
                  <a:pt x="1368248" y="104760"/>
                </a:lnTo>
                <a:lnTo>
                  <a:pt x="1369594" y="108789"/>
                </a:lnTo>
                <a:lnTo>
                  <a:pt x="1370939" y="114162"/>
                </a:lnTo>
                <a:lnTo>
                  <a:pt x="1373630" y="115504"/>
                </a:lnTo>
                <a:lnTo>
                  <a:pt x="1373630" y="120877"/>
                </a:lnTo>
                <a:lnTo>
                  <a:pt x="1376321" y="122220"/>
                </a:lnTo>
                <a:lnTo>
                  <a:pt x="1379011" y="123563"/>
                </a:lnTo>
                <a:lnTo>
                  <a:pt x="1380357" y="127592"/>
                </a:lnTo>
                <a:lnTo>
                  <a:pt x="1380357" y="131622"/>
                </a:lnTo>
                <a:lnTo>
                  <a:pt x="1383047" y="136994"/>
                </a:lnTo>
                <a:lnTo>
                  <a:pt x="1388428" y="142366"/>
                </a:lnTo>
                <a:lnTo>
                  <a:pt x="1392465" y="143709"/>
                </a:lnTo>
                <a:lnTo>
                  <a:pt x="1393810" y="147738"/>
                </a:lnTo>
                <a:lnTo>
                  <a:pt x="1397846" y="147738"/>
                </a:lnTo>
                <a:lnTo>
                  <a:pt x="1400537" y="146395"/>
                </a:lnTo>
                <a:lnTo>
                  <a:pt x="1403228" y="149081"/>
                </a:lnTo>
                <a:lnTo>
                  <a:pt x="1404573" y="147738"/>
                </a:lnTo>
                <a:lnTo>
                  <a:pt x="1411300" y="147738"/>
                </a:lnTo>
                <a:lnTo>
                  <a:pt x="1413991" y="145052"/>
                </a:lnTo>
                <a:lnTo>
                  <a:pt x="1416682" y="145052"/>
                </a:lnTo>
                <a:lnTo>
                  <a:pt x="1416682" y="147738"/>
                </a:lnTo>
                <a:lnTo>
                  <a:pt x="1415336" y="149081"/>
                </a:lnTo>
                <a:lnTo>
                  <a:pt x="1416682" y="150425"/>
                </a:lnTo>
                <a:lnTo>
                  <a:pt x="1422063" y="151768"/>
                </a:lnTo>
                <a:lnTo>
                  <a:pt x="1424754" y="153111"/>
                </a:lnTo>
                <a:lnTo>
                  <a:pt x="1426100" y="154454"/>
                </a:lnTo>
                <a:lnTo>
                  <a:pt x="1430136" y="157140"/>
                </a:lnTo>
                <a:lnTo>
                  <a:pt x="1430136" y="154454"/>
                </a:lnTo>
                <a:lnTo>
                  <a:pt x="1432827" y="153111"/>
                </a:lnTo>
                <a:lnTo>
                  <a:pt x="1435517" y="154454"/>
                </a:lnTo>
                <a:lnTo>
                  <a:pt x="1436863" y="151768"/>
                </a:lnTo>
                <a:lnTo>
                  <a:pt x="1439553" y="150425"/>
                </a:lnTo>
                <a:lnTo>
                  <a:pt x="1440898" y="153111"/>
                </a:lnTo>
                <a:lnTo>
                  <a:pt x="1442244" y="155797"/>
                </a:lnTo>
                <a:lnTo>
                  <a:pt x="1444934" y="158483"/>
                </a:lnTo>
                <a:lnTo>
                  <a:pt x="1447625" y="158483"/>
                </a:lnTo>
                <a:lnTo>
                  <a:pt x="1448970" y="161169"/>
                </a:lnTo>
                <a:lnTo>
                  <a:pt x="1451661" y="163855"/>
                </a:lnTo>
                <a:lnTo>
                  <a:pt x="1453007" y="163855"/>
                </a:lnTo>
                <a:lnTo>
                  <a:pt x="1455697" y="166541"/>
                </a:lnTo>
                <a:lnTo>
                  <a:pt x="1455697" y="169228"/>
                </a:lnTo>
                <a:lnTo>
                  <a:pt x="1461079" y="171914"/>
                </a:lnTo>
                <a:lnTo>
                  <a:pt x="1462424" y="171914"/>
                </a:lnTo>
                <a:lnTo>
                  <a:pt x="1465115" y="173257"/>
                </a:lnTo>
                <a:lnTo>
                  <a:pt x="1467806" y="174600"/>
                </a:lnTo>
                <a:lnTo>
                  <a:pt x="1471842" y="175943"/>
                </a:lnTo>
                <a:lnTo>
                  <a:pt x="1474533" y="174600"/>
                </a:lnTo>
                <a:lnTo>
                  <a:pt x="1477224" y="174600"/>
                </a:lnTo>
                <a:lnTo>
                  <a:pt x="1479915" y="171914"/>
                </a:lnTo>
                <a:lnTo>
                  <a:pt x="1482605" y="171914"/>
                </a:lnTo>
                <a:lnTo>
                  <a:pt x="1483951" y="173257"/>
                </a:lnTo>
                <a:lnTo>
                  <a:pt x="1483951" y="175943"/>
                </a:lnTo>
                <a:lnTo>
                  <a:pt x="1481260" y="179972"/>
                </a:lnTo>
                <a:lnTo>
                  <a:pt x="1481260" y="182658"/>
                </a:lnTo>
                <a:lnTo>
                  <a:pt x="1482605" y="185345"/>
                </a:lnTo>
                <a:lnTo>
                  <a:pt x="1486642" y="185345"/>
                </a:lnTo>
                <a:lnTo>
                  <a:pt x="1487987" y="190717"/>
                </a:lnTo>
                <a:lnTo>
                  <a:pt x="1489332" y="194746"/>
                </a:lnTo>
                <a:lnTo>
                  <a:pt x="1487987" y="198775"/>
                </a:lnTo>
                <a:lnTo>
                  <a:pt x="1486642" y="201462"/>
                </a:lnTo>
                <a:lnTo>
                  <a:pt x="1486642" y="204148"/>
                </a:lnTo>
                <a:lnTo>
                  <a:pt x="1492023" y="210863"/>
                </a:lnTo>
                <a:lnTo>
                  <a:pt x="1494714" y="212206"/>
                </a:lnTo>
                <a:lnTo>
                  <a:pt x="1498750" y="217578"/>
                </a:lnTo>
                <a:lnTo>
                  <a:pt x="1500095" y="220265"/>
                </a:lnTo>
                <a:lnTo>
                  <a:pt x="1504131" y="218922"/>
                </a:lnTo>
                <a:lnTo>
                  <a:pt x="1506822" y="216235"/>
                </a:lnTo>
                <a:lnTo>
                  <a:pt x="1510858" y="216235"/>
                </a:lnTo>
                <a:lnTo>
                  <a:pt x="1513549" y="220265"/>
                </a:lnTo>
                <a:lnTo>
                  <a:pt x="1514894" y="222951"/>
                </a:lnTo>
                <a:lnTo>
                  <a:pt x="1517585" y="222951"/>
                </a:lnTo>
                <a:lnTo>
                  <a:pt x="1520276" y="220265"/>
                </a:lnTo>
                <a:lnTo>
                  <a:pt x="1522966" y="221608"/>
                </a:lnTo>
                <a:lnTo>
                  <a:pt x="1525657" y="220265"/>
                </a:lnTo>
                <a:lnTo>
                  <a:pt x="1533730" y="218922"/>
                </a:lnTo>
                <a:lnTo>
                  <a:pt x="1536420" y="216235"/>
                </a:lnTo>
                <a:lnTo>
                  <a:pt x="1539111" y="214892"/>
                </a:lnTo>
                <a:lnTo>
                  <a:pt x="1539111" y="212206"/>
                </a:lnTo>
                <a:lnTo>
                  <a:pt x="1540457" y="206834"/>
                </a:lnTo>
                <a:lnTo>
                  <a:pt x="1543147" y="205491"/>
                </a:lnTo>
                <a:lnTo>
                  <a:pt x="1543147" y="201462"/>
                </a:lnTo>
                <a:lnTo>
                  <a:pt x="1544493" y="197432"/>
                </a:lnTo>
                <a:lnTo>
                  <a:pt x="1548529" y="197432"/>
                </a:lnTo>
                <a:lnTo>
                  <a:pt x="1553910" y="197432"/>
                </a:lnTo>
                <a:lnTo>
                  <a:pt x="1555256" y="192060"/>
                </a:lnTo>
                <a:lnTo>
                  <a:pt x="1557946" y="190717"/>
                </a:lnTo>
                <a:lnTo>
                  <a:pt x="1560637" y="190717"/>
                </a:lnTo>
                <a:lnTo>
                  <a:pt x="1560637" y="186688"/>
                </a:lnTo>
                <a:lnTo>
                  <a:pt x="1564673" y="184002"/>
                </a:lnTo>
                <a:lnTo>
                  <a:pt x="1568709" y="182658"/>
                </a:lnTo>
                <a:lnTo>
                  <a:pt x="1571400" y="179972"/>
                </a:lnTo>
                <a:lnTo>
                  <a:pt x="1575436" y="182658"/>
                </a:lnTo>
                <a:lnTo>
                  <a:pt x="1578127" y="185345"/>
                </a:lnTo>
                <a:lnTo>
                  <a:pt x="1582163" y="185345"/>
                </a:lnTo>
                <a:lnTo>
                  <a:pt x="1584854" y="188031"/>
                </a:lnTo>
                <a:lnTo>
                  <a:pt x="1587545" y="192060"/>
                </a:lnTo>
                <a:lnTo>
                  <a:pt x="1584854" y="194746"/>
                </a:lnTo>
                <a:lnTo>
                  <a:pt x="1584854" y="197432"/>
                </a:lnTo>
                <a:lnTo>
                  <a:pt x="1588890" y="201462"/>
                </a:lnTo>
                <a:lnTo>
                  <a:pt x="1590235" y="205491"/>
                </a:lnTo>
                <a:lnTo>
                  <a:pt x="1592926" y="208177"/>
                </a:lnTo>
                <a:close/>
              </a:path>
            </a:pathLst>
          </a:custGeom>
          <a:solidFill>
            <a:srgbClr val="72C3BE"/>
          </a:solidFill>
          <a:ln w="336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511" name="Graphic 5">
            <a:extLst>
              <a:ext uri="{FF2B5EF4-FFF2-40B4-BE49-F238E27FC236}">
                <a16:creationId xmlns:a16="http://schemas.microsoft.com/office/drawing/2014/main" id="{552BC2C0-D929-1B86-9653-EE69F02A4918}"/>
              </a:ext>
            </a:extLst>
          </p:cNvPr>
          <p:cNvGrpSpPr/>
          <p:nvPr/>
        </p:nvGrpSpPr>
        <p:grpSpPr>
          <a:xfrm>
            <a:off x="4073803" y="3676805"/>
            <a:ext cx="807225" cy="75212"/>
            <a:chOff x="4073803" y="3676805"/>
            <a:chExt cx="807225" cy="75212"/>
          </a:xfrm>
          <a:solidFill>
            <a:srgbClr val="3E3E3C"/>
          </a:solidFill>
        </p:grpSpPr>
        <p:sp>
          <p:nvSpPr>
            <p:cNvPr id="1512" name="Freeform 1511">
              <a:extLst>
                <a:ext uri="{FF2B5EF4-FFF2-40B4-BE49-F238E27FC236}">
                  <a16:creationId xmlns:a16="http://schemas.microsoft.com/office/drawing/2014/main" id="{A623D4E3-964F-BBB4-252A-30412471FBE1}"/>
                </a:ext>
              </a:extLst>
            </p:cNvPr>
            <p:cNvSpPr/>
            <p:nvPr/>
          </p:nvSpPr>
          <p:spPr>
            <a:xfrm>
              <a:off x="4805687" y="3676805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6"/>
                    <a:pt x="58475" y="75212"/>
                    <a:pt x="37671" y="75212"/>
                  </a:cubicBezTo>
                  <a:cubicBezTo>
                    <a:pt x="16866" y="75212"/>
                    <a:pt x="0" y="58376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5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13" name="Freeform 1512">
              <a:extLst>
                <a:ext uri="{FF2B5EF4-FFF2-40B4-BE49-F238E27FC236}">
                  <a16:creationId xmlns:a16="http://schemas.microsoft.com/office/drawing/2014/main" id="{9A238F49-C78A-082D-D2BE-211984F4FFF1}"/>
                </a:ext>
              </a:extLst>
            </p:cNvPr>
            <p:cNvSpPr/>
            <p:nvPr/>
          </p:nvSpPr>
          <p:spPr>
            <a:xfrm>
              <a:off x="4073803" y="3715754"/>
              <a:ext cx="769555" cy="13430"/>
            </a:xfrm>
            <a:custGeom>
              <a:avLst/>
              <a:gdLst>
                <a:gd name="connsiteX0" fmla="*/ 769555 w 769555"/>
                <a:gd name="connsiteY0" fmla="*/ 0 h 13430"/>
                <a:gd name="connsiteX1" fmla="*/ 0 w 769555"/>
                <a:gd name="connsiteY1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9555" h="13430">
                  <a:moveTo>
                    <a:pt x="769555" y="0"/>
                  </a:moveTo>
                  <a:lnTo>
                    <a:pt x="0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514" name="Graphic 5">
            <a:extLst>
              <a:ext uri="{FF2B5EF4-FFF2-40B4-BE49-F238E27FC236}">
                <a16:creationId xmlns:a16="http://schemas.microsoft.com/office/drawing/2014/main" id="{28A036E4-B48E-D084-FF01-41846838ACF5}"/>
              </a:ext>
            </a:extLst>
          </p:cNvPr>
          <p:cNvGrpSpPr/>
          <p:nvPr/>
        </p:nvGrpSpPr>
        <p:grpSpPr>
          <a:xfrm>
            <a:off x="5678837" y="4099874"/>
            <a:ext cx="244858" cy="75212"/>
            <a:chOff x="5678837" y="4099874"/>
            <a:chExt cx="244858" cy="75212"/>
          </a:xfrm>
          <a:solidFill>
            <a:srgbClr val="3E3E3C"/>
          </a:solidFill>
        </p:grpSpPr>
        <p:sp>
          <p:nvSpPr>
            <p:cNvPr id="1515" name="Freeform 1514">
              <a:extLst>
                <a:ext uri="{FF2B5EF4-FFF2-40B4-BE49-F238E27FC236}">
                  <a16:creationId xmlns:a16="http://schemas.microsoft.com/office/drawing/2014/main" id="{400FC579-AF5F-26B9-8300-F93CD91929A9}"/>
                </a:ext>
              </a:extLst>
            </p:cNvPr>
            <p:cNvSpPr/>
            <p:nvPr/>
          </p:nvSpPr>
          <p:spPr>
            <a:xfrm>
              <a:off x="5678837" y="4099874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0 w 75341"/>
                <a:gd name="connsiteY1" fmla="*/ 75212 h 75212"/>
                <a:gd name="connsiteX2" fmla="*/ 0 w 75341"/>
                <a:gd name="connsiteY2" fmla="*/ 37606 h 75212"/>
                <a:gd name="connsiteX3" fmla="*/ 37670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6"/>
                    <a:pt x="58475" y="75212"/>
                    <a:pt x="37670" y="75212"/>
                  </a:cubicBezTo>
                  <a:cubicBezTo>
                    <a:pt x="16866" y="75212"/>
                    <a:pt x="0" y="58376"/>
                    <a:pt x="0" y="37606"/>
                  </a:cubicBezTo>
                  <a:cubicBezTo>
                    <a:pt x="0" y="16837"/>
                    <a:pt x="16866" y="0"/>
                    <a:pt x="37670" y="0"/>
                  </a:cubicBezTo>
                  <a:cubicBezTo>
                    <a:pt x="58475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16" name="Freeform 1515">
              <a:extLst>
                <a:ext uri="{FF2B5EF4-FFF2-40B4-BE49-F238E27FC236}">
                  <a16:creationId xmlns:a16="http://schemas.microsoft.com/office/drawing/2014/main" id="{9FC1CF4A-1B8F-B051-78C7-EB2692DB490E}"/>
                </a:ext>
              </a:extLst>
            </p:cNvPr>
            <p:cNvSpPr/>
            <p:nvPr/>
          </p:nvSpPr>
          <p:spPr>
            <a:xfrm>
              <a:off x="5716507" y="4136137"/>
              <a:ext cx="207187" cy="13430"/>
            </a:xfrm>
            <a:custGeom>
              <a:avLst/>
              <a:gdLst>
                <a:gd name="connsiteX0" fmla="*/ 0 w 207187"/>
                <a:gd name="connsiteY0" fmla="*/ 0 h 13430"/>
                <a:gd name="connsiteX1" fmla="*/ 207188 w 207187"/>
                <a:gd name="connsiteY1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187" h="13430">
                  <a:moveTo>
                    <a:pt x="0" y="0"/>
                  </a:moveTo>
                  <a:lnTo>
                    <a:pt x="207188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546" name="Graphic 5">
            <a:extLst>
              <a:ext uri="{FF2B5EF4-FFF2-40B4-BE49-F238E27FC236}">
                <a16:creationId xmlns:a16="http://schemas.microsoft.com/office/drawing/2014/main" id="{03833951-C8BE-F66E-1662-02AA334EE5D6}"/>
              </a:ext>
            </a:extLst>
          </p:cNvPr>
          <p:cNvGrpSpPr/>
          <p:nvPr/>
        </p:nvGrpSpPr>
        <p:grpSpPr>
          <a:xfrm>
            <a:off x="7217948" y="2412970"/>
            <a:ext cx="75341" cy="483507"/>
            <a:chOff x="7217948" y="2412970"/>
            <a:chExt cx="75341" cy="483507"/>
          </a:xfrm>
          <a:solidFill>
            <a:srgbClr val="3E3E3C"/>
          </a:solidFill>
        </p:grpSpPr>
        <p:sp>
          <p:nvSpPr>
            <p:cNvPr id="1547" name="Freeform 1546">
              <a:extLst>
                <a:ext uri="{FF2B5EF4-FFF2-40B4-BE49-F238E27FC236}">
                  <a16:creationId xmlns:a16="http://schemas.microsoft.com/office/drawing/2014/main" id="{8D1C502F-14D1-88B5-924B-956F53172C31}"/>
                </a:ext>
              </a:extLst>
            </p:cNvPr>
            <p:cNvSpPr/>
            <p:nvPr/>
          </p:nvSpPr>
          <p:spPr>
            <a:xfrm>
              <a:off x="7217948" y="2821265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5"/>
                    <a:pt x="58476" y="75212"/>
                    <a:pt x="37671" y="75212"/>
                  </a:cubicBezTo>
                  <a:cubicBezTo>
                    <a:pt x="16866" y="75212"/>
                    <a:pt x="0" y="58376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6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48" name="Freeform 1547">
              <a:extLst>
                <a:ext uri="{FF2B5EF4-FFF2-40B4-BE49-F238E27FC236}">
                  <a16:creationId xmlns:a16="http://schemas.microsoft.com/office/drawing/2014/main" id="{E9D6595A-C906-CDE5-2300-7C89D1B2B04F}"/>
                </a:ext>
              </a:extLst>
            </p:cNvPr>
            <p:cNvSpPr/>
            <p:nvPr/>
          </p:nvSpPr>
          <p:spPr>
            <a:xfrm>
              <a:off x="7254273" y="2412970"/>
              <a:ext cx="13453" cy="445901"/>
            </a:xfrm>
            <a:custGeom>
              <a:avLst/>
              <a:gdLst>
                <a:gd name="connsiteX0" fmla="*/ 0 w 13453"/>
                <a:gd name="connsiteY0" fmla="*/ 445902 h 445901"/>
                <a:gd name="connsiteX1" fmla="*/ 0 w 13453"/>
                <a:gd name="connsiteY1" fmla="*/ 0 h 44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3" h="445901">
                  <a:moveTo>
                    <a:pt x="0" y="445902"/>
                  </a:moveTo>
                  <a:lnTo>
                    <a:pt x="0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560" name="Graphic 5">
            <a:extLst>
              <a:ext uri="{FF2B5EF4-FFF2-40B4-BE49-F238E27FC236}">
                <a16:creationId xmlns:a16="http://schemas.microsoft.com/office/drawing/2014/main" id="{49995CAB-5695-A789-5F1E-E910C74512A0}"/>
              </a:ext>
            </a:extLst>
          </p:cNvPr>
          <p:cNvGrpSpPr/>
          <p:nvPr/>
        </p:nvGrpSpPr>
        <p:grpSpPr>
          <a:xfrm>
            <a:off x="7943106" y="2746053"/>
            <a:ext cx="75341" cy="537230"/>
            <a:chOff x="7943106" y="2746053"/>
            <a:chExt cx="75341" cy="537230"/>
          </a:xfrm>
          <a:solidFill>
            <a:srgbClr val="3E3E3C"/>
          </a:solidFill>
        </p:grpSpPr>
        <p:sp>
          <p:nvSpPr>
            <p:cNvPr id="1561" name="Freeform 1560">
              <a:extLst>
                <a:ext uri="{FF2B5EF4-FFF2-40B4-BE49-F238E27FC236}">
                  <a16:creationId xmlns:a16="http://schemas.microsoft.com/office/drawing/2014/main" id="{53709747-C705-7F20-3D08-E97CD9235C46}"/>
                </a:ext>
              </a:extLst>
            </p:cNvPr>
            <p:cNvSpPr/>
            <p:nvPr/>
          </p:nvSpPr>
          <p:spPr>
            <a:xfrm>
              <a:off x="7943106" y="3208071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5"/>
                    <a:pt x="58475" y="75212"/>
                    <a:pt x="37671" y="75212"/>
                  </a:cubicBezTo>
                  <a:cubicBezTo>
                    <a:pt x="16866" y="75212"/>
                    <a:pt x="0" y="58375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5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62" name="Freeform 1561">
              <a:extLst>
                <a:ext uri="{FF2B5EF4-FFF2-40B4-BE49-F238E27FC236}">
                  <a16:creationId xmlns:a16="http://schemas.microsoft.com/office/drawing/2014/main" id="{B07B02D6-6C17-582B-842D-6884872A5C9E}"/>
                </a:ext>
              </a:extLst>
            </p:cNvPr>
            <p:cNvSpPr/>
            <p:nvPr/>
          </p:nvSpPr>
          <p:spPr>
            <a:xfrm>
              <a:off x="7979431" y="2746053"/>
              <a:ext cx="13453" cy="486193"/>
            </a:xfrm>
            <a:custGeom>
              <a:avLst/>
              <a:gdLst>
                <a:gd name="connsiteX0" fmla="*/ 0 w 13453"/>
                <a:gd name="connsiteY0" fmla="*/ 486194 h 486193"/>
                <a:gd name="connsiteX1" fmla="*/ 0 w 13453"/>
                <a:gd name="connsiteY1" fmla="*/ 0 h 48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3" h="486193">
                  <a:moveTo>
                    <a:pt x="0" y="486194"/>
                  </a:moveTo>
                  <a:lnTo>
                    <a:pt x="0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578" name="Graphic 5">
            <a:extLst>
              <a:ext uri="{FF2B5EF4-FFF2-40B4-BE49-F238E27FC236}">
                <a16:creationId xmlns:a16="http://schemas.microsoft.com/office/drawing/2014/main" id="{166C1763-EEC0-F869-A09A-EFED4D65F805}"/>
              </a:ext>
            </a:extLst>
          </p:cNvPr>
          <p:cNvGrpSpPr/>
          <p:nvPr/>
        </p:nvGrpSpPr>
        <p:grpSpPr>
          <a:xfrm>
            <a:off x="7454734" y="2227625"/>
            <a:ext cx="75341" cy="856883"/>
            <a:chOff x="7454734" y="2227625"/>
            <a:chExt cx="75341" cy="856883"/>
          </a:xfrm>
          <a:solidFill>
            <a:srgbClr val="3E3E3C"/>
          </a:solidFill>
        </p:grpSpPr>
        <p:sp>
          <p:nvSpPr>
            <p:cNvPr id="1579" name="Freeform 1578">
              <a:extLst>
                <a:ext uri="{FF2B5EF4-FFF2-40B4-BE49-F238E27FC236}">
                  <a16:creationId xmlns:a16="http://schemas.microsoft.com/office/drawing/2014/main" id="{058A1725-5C4F-9CD4-BB9D-FFEBA11DACBA}"/>
                </a:ext>
              </a:extLst>
            </p:cNvPr>
            <p:cNvSpPr/>
            <p:nvPr/>
          </p:nvSpPr>
          <p:spPr>
            <a:xfrm>
              <a:off x="7454734" y="3009296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6"/>
                    <a:pt x="58476" y="75212"/>
                    <a:pt x="37671" y="75212"/>
                  </a:cubicBezTo>
                  <a:cubicBezTo>
                    <a:pt x="16866" y="75212"/>
                    <a:pt x="0" y="58376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6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80" name="Freeform 1579">
              <a:extLst>
                <a:ext uri="{FF2B5EF4-FFF2-40B4-BE49-F238E27FC236}">
                  <a16:creationId xmlns:a16="http://schemas.microsoft.com/office/drawing/2014/main" id="{9475F41C-EC0D-811A-1CB2-E2A85F884E85}"/>
                </a:ext>
              </a:extLst>
            </p:cNvPr>
            <p:cNvSpPr/>
            <p:nvPr/>
          </p:nvSpPr>
          <p:spPr>
            <a:xfrm>
              <a:off x="7491059" y="2227625"/>
              <a:ext cx="13453" cy="819276"/>
            </a:xfrm>
            <a:custGeom>
              <a:avLst/>
              <a:gdLst>
                <a:gd name="connsiteX0" fmla="*/ 0 w 13453"/>
                <a:gd name="connsiteY0" fmla="*/ 819277 h 819276"/>
                <a:gd name="connsiteX1" fmla="*/ 0 w 13453"/>
                <a:gd name="connsiteY1" fmla="*/ 0 h 819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3" h="819276">
                  <a:moveTo>
                    <a:pt x="0" y="819277"/>
                  </a:moveTo>
                  <a:lnTo>
                    <a:pt x="0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606" name="Freeform 1605">
            <a:extLst>
              <a:ext uri="{FF2B5EF4-FFF2-40B4-BE49-F238E27FC236}">
                <a16:creationId xmlns:a16="http://schemas.microsoft.com/office/drawing/2014/main" id="{FEB610A3-03CC-1F50-11E2-4119ADADADCF}"/>
              </a:ext>
            </a:extLst>
          </p:cNvPr>
          <p:cNvSpPr/>
          <p:nvPr/>
        </p:nvSpPr>
        <p:spPr>
          <a:xfrm>
            <a:off x="6043434" y="5101810"/>
            <a:ext cx="185661" cy="185344"/>
          </a:xfrm>
          <a:custGeom>
            <a:avLst/>
            <a:gdLst>
              <a:gd name="connsiteX0" fmla="*/ 185662 w 185661"/>
              <a:gd name="connsiteY0" fmla="*/ 92672 h 185344"/>
              <a:gd name="connsiteX1" fmla="*/ 92831 w 185661"/>
              <a:gd name="connsiteY1" fmla="*/ 185345 h 185344"/>
              <a:gd name="connsiteX2" fmla="*/ 0 w 185661"/>
              <a:gd name="connsiteY2" fmla="*/ 92672 h 185344"/>
              <a:gd name="connsiteX3" fmla="*/ 92831 w 185661"/>
              <a:gd name="connsiteY3" fmla="*/ 0 h 185344"/>
              <a:gd name="connsiteX4" fmla="*/ 185662 w 185661"/>
              <a:gd name="connsiteY4" fmla="*/ 92672 h 18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61" h="185344">
                <a:moveTo>
                  <a:pt x="185662" y="92672"/>
                </a:moveTo>
                <a:cubicBezTo>
                  <a:pt x="185662" y="143854"/>
                  <a:pt x="144100" y="185345"/>
                  <a:pt x="92831" y="185345"/>
                </a:cubicBezTo>
                <a:cubicBezTo>
                  <a:pt x="41562" y="185345"/>
                  <a:pt x="0" y="143854"/>
                  <a:pt x="0" y="92672"/>
                </a:cubicBezTo>
                <a:cubicBezTo>
                  <a:pt x="0" y="41491"/>
                  <a:pt x="41562" y="0"/>
                  <a:pt x="92831" y="0"/>
                </a:cubicBezTo>
                <a:cubicBezTo>
                  <a:pt x="144100" y="0"/>
                  <a:pt x="185662" y="41491"/>
                  <a:pt x="185662" y="92672"/>
                </a:cubicBezTo>
                <a:close/>
              </a:path>
            </a:pathLst>
          </a:custGeom>
          <a:solidFill>
            <a:srgbClr val="EE7684"/>
          </a:solidFill>
          <a:ln w="6726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607" name="Freeform 1606">
            <a:extLst>
              <a:ext uri="{FF2B5EF4-FFF2-40B4-BE49-F238E27FC236}">
                <a16:creationId xmlns:a16="http://schemas.microsoft.com/office/drawing/2014/main" id="{990E0698-C771-7141-4CF0-D1D56593DF88}"/>
              </a:ext>
            </a:extLst>
          </p:cNvPr>
          <p:cNvSpPr/>
          <p:nvPr/>
        </p:nvSpPr>
        <p:spPr>
          <a:xfrm>
            <a:off x="10341912" y="3079136"/>
            <a:ext cx="185661" cy="185344"/>
          </a:xfrm>
          <a:custGeom>
            <a:avLst/>
            <a:gdLst>
              <a:gd name="connsiteX0" fmla="*/ 185662 w 185661"/>
              <a:gd name="connsiteY0" fmla="*/ 92672 h 185344"/>
              <a:gd name="connsiteX1" fmla="*/ 92831 w 185661"/>
              <a:gd name="connsiteY1" fmla="*/ 185344 h 185344"/>
              <a:gd name="connsiteX2" fmla="*/ -1 w 185661"/>
              <a:gd name="connsiteY2" fmla="*/ 92672 h 185344"/>
              <a:gd name="connsiteX3" fmla="*/ 92831 w 185661"/>
              <a:gd name="connsiteY3" fmla="*/ 0 h 185344"/>
              <a:gd name="connsiteX4" fmla="*/ 185662 w 185661"/>
              <a:gd name="connsiteY4" fmla="*/ 92672 h 18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61" h="185344">
                <a:moveTo>
                  <a:pt x="185662" y="92672"/>
                </a:moveTo>
                <a:cubicBezTo>
                  <a:pt x="185662" y="143854"/>
                  <a:pt x="144100" y="185344"/>
                  <a:pt x="92831" y="185344"/>
                </a:cubicBezTo>
                <a:cubicBezTo>
                  <a:pt x="41561" y="185344"/>
                  <a:pt x="-1" y="143854"/>
                  <a:pt x="-1" y="92672"/>
                </a:cubicBezTo>
                <a:cubicBezTo>
                  <a:pt x="-1" y="41491"/>
                  <a:pt x="41561" y="0"/>
                  <a:pt x="92831" y="0"/>
                </a:cubicBezTo>
                <a:cubicBezTo>
                  <a:pt x="144100" y="0"/>
                  <a:pt x="185662" y="41491"/>
                  <a:pt x="185662" y="92672"/>
                </a:cubicBezTo>
                <a:close/>
              </a:path>
            </a:pathLst>
          </a:custGeom>
          <a:solidFill>
            <a:srgbClr val="EE7684"/>
          </a:solidFill>
          <a:ln w="6726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608" name="Freeform 1607">
            <a:extLst>
              <a:ext uri="{FF2B5EF4-FFF2-40B4-BE49-F238E27FC236}">
                <a16:creationId xmlns:a16="http://schemas.microsoft.com/office/drawing/2014/main" id="{733682BB-65B3-28CF-1B47-2A1F22D9FBCE}"/>
              </a:ext>
            </a:extLst>
          </p:cNvPr>
          <p:cNvSpPr/>
          <p:nvPr/>
        </p:nvSpPr>
        <p:spPr>
          <a:xfrm>
            <a:off x="7719773" y="3127487"/>
            <a:ext cx="185661" cy="185344"/>
          </a:xfrm>
          <a:custGeom>
            <a:avLst/>
            <a:gdLst>
              <a:gd name="connsiteX0" fmla="*/ 185662 w 185661"/>
              <a:gd name="connsiteY0" fmla="*/ 92672 h 185344"/>
              <a:gd name="connsiteX1" fmla="*/ 92831 w 185661"/>
              <a:gd name="connsiteY1" fmla="*/ 185345 h 185344"/>
              <a:gd name="connsiteX2" fmla="*/ 0 w 185661"/>
              <a:gd name="connsiteY2" fmla="*/ 92672 h 185344"/>
              <a:gd name="connsiteX3" fmla="*/ 92831 w 185661"/>
              <a:gd name="connsiteY3" fmla="*/ 0 h 185344"/>
              <a:gd name="connsiteX4" fmla="*/ 185662 w 185661"/>
              <a:gd name="connsiteY4" fmla="*/ 92672 h 18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61" h="185344">
                <a:moveTo>
                  <a:pt x="185662" y="92672"/>
                </a:moveTo>
                <a:cubicBezTo>
                  <a:pt x="185662" y="143854"/>
                  <a:pt x="144100" y="185345"/>
                  <a:pt x="92831" y="185345"/>
                </a:cubicBezTo>
                <a:cubicBezTo>
                  <a:pt x="41562" y="185345"/>
                  <a:pt x="0" y="143854"/>
                  <a:pt x="0" y="92672"/>
                </a:cubicBezTo>
                <a:cubicBezTo>
                  <a:pt x="0" y="41491"/>
                  <a:pt x="41562" y="0"/>
                  <a:pt x="92831" y="0"/>
                </a:cubicBezTo>
                <a:cubicBezTo>
                  <a:pt x="144100" y="0"/>
                  <a:pt x="185662" y="41491"/>
                  <a:pt x="185662" y="92672"/>
                </a:cubicBezTo>
                <a:close/>
              </a:path>
            </a:pathLst>
          </a:custGeom>
          <a:solidFill>
            <a:srgbClr val="EE7684"/>
          </a:solidFill>
          <a:ln w="6726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655" name="Graphic 5">
            <a:extLst>
              <a:ext uri="{FF2B5EF4-FFF2-40B4-BE49-F238E27FC236}">
                <a16:creationId xmlns:a16="http://schemas.microsoft.com/office/drawing/2014/main" id="{EC500DB8-6375-6A95-BCC9-090717F7B33F}"/>
              </a:ext>
            </a:extLst>
          </p:cNvPr>
          <p:cNvGrpSpPr/>
          <p:nvPr/>
        </p:nvGrpSpPr>
        <p:grpSpPr>
          <a:xfrm>
            <a:off x="10028439" y="4497425"/>
            <a:ext cx="933691" cy="75212"/>
            <a:chOff x="10028439" y="4497425"/>
            <a:chExt cx="933691" cy="75212"/>
          </a:xfrm>
          <a:solidFill>
            <a:srgbClr val="3E3E3C"/>
          </a:solidFill>
        </p:grpSpPr>
        <p:sp>
          <p:nvSpPr>
            <p:cNvPr id="1656" name="Freeform 1655">
              <a:extLst>
                <a:ext uri="{FF2B5EF4-FFF2-40B4-BE49-F238E27FC236}">
                  <a16:creationId xmlns:a16="http://schemas.microsoft.com/office/drawing/2014/main" id="{15D263F4-C8D1-A3DF-C1B0-FF09C75B7112}"/>
                </a:ext>
              </a:extLst>
            </p:cNvPr>
            <p:cNvSpPr/>
            <p:nvPr/>
          </p:nvSpPr>
          <p:spPr>
            <a:xfrm>
              <a:off x="10028439" y="4497425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5"/>
                    <a:pt x="58475" y="75212"/>
                    <a:pt x="37671" y="75212"/>
                  </a:cubicBezTo>
                  <a:cubicBezTo>
                    <a:pt x="16866" y="75212"/>
                    <a:pt x="0" y="58375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5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57" name="Freeform 1656">
              <a:extLst>
                <a:ext uri="{FF2B5EF4-FFF2-40B4-BE49-F238E27FC236}">
                  <a16:creationId xmlns:a16="http://schemas.microsoft.com/office/drawing/2014/main" id="{17657DA7-116A-1D86-E1B4-DF92CE0DB41C}"/>
                </a:ext>
              </a:extLst>
            </p:cNvPr>
            <p:cNvSpPr/>
            <p:nvPr/>
          </p:nvSpPr>
          <p:spPr>
            <a:xfrm>
              <a:off x="10066110" y="4535031"/>
              <a:ext cx="896020" cy="13430"/>
            </a:xfrm>
            <a:custGeom>
              <a:avLst/>
              <a:gdLst>
                <a:gd name="connsiteX0" fmla="*/ 896021 w 896020"/>
                <a:gd name="connsiteY0" fmla="*/ 0 h 13430"/>
                <a:gd name="connsiteX1" fmla="*/ 0 w 896020"/>
                <a:gd name="connsiteY1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6020" h="13430">
                  <a:moveTo>
                    <a:pt x="896021" y="0"/>
                  </a:moveTo>
                  <a:lnTo>
                    <a:pt x="0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658" name="Graphic 5">
            <a:extLst>
              <a:ext uri="{FF2B5EF4-FFF2-40B4-BE49-F238E27FC236}">
                <a16:creationId xmlns:a16="http://schemas.microsoft.com/office/drawing/2014/main" id="{25671CAC-3F05-1023-C306-08E8290A80F9}"/>
              </a:ext>
            </a:extLst>
          </p:cNvPr>
          <p:cNvGrpSpPr/>
          <p:nvPr/>
        </p:nvGrpSpPr>
        <p:grpSpPr>
          <a:xfrm>
            <a:off x="10070146" y="3134202"/>
            <a:ext cx="402267" cy="75212"/>
            <a:chOff x="10070146" y="3134202"/>
            <a:chExt cx="402267" cy="75212"/>
          </a:xfrm>
          <a:solidFill>
            <a:srgbClr val="3E3E3C"/>
          </a:solidFill>
        </p:grpSpPr>
        <p:sp>
          <p:nvSpPr>
            <p:cNvPr id="1659" name="Freeform 1658">
              <a:extLst>
                <a:ext uri="{FF2B5EF4-FFF2-40B4-BE49-F238E27FC236}">
                  <a16:creationId xmlns:a16="http://schemas.microsoft.com/office/drawing/2014/main" id="{A3FD1D6D-B786-09FC-4816-76E6A51E2E17}"/>
                </a:ext>
              </a:extLst>
            </p:cNvPr>
            <p:cNvSpPr/>
            <p:nvPr/>
          </p:nvSpPr>
          <p:spPr>
            <a:xfrm>
              <a:off x="10397073" y="3134202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1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5"/>
                    <a:pt x="58476" y="75212"/>
                    <a:pt x="37671" y="75212"/>
                  </a:cubicBezTo>
                  <a:cubicBezTo>
                    <a:pt x="16866" y="75212"/>
                    <a:pt x="1" y="58375"/>
                    <a:pt x="1" y="37606"/>
                  </a:cubicBezTo>
                  <a:cubicBezTo>
                    <a:pt x="1" y="16837"/>
                    <a:pt x="16866" y="0"/>
                    <a:pt x="37671" y="0"/>
                  </a:cubicBezTo>
                  <a:cubicBezTo>
                    <a:pt x="58476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60" name="Freeform 1659">
              <a:extLst>
                <a:ext uri="{FF2B5EF4-FFF2-40B4-BE49-F238E27FC236}">
                  <a16:creationId xmlns:a16="http://schemas.microsoft.com/office/drawing/2014/main" id="{236B2576-2D2D-6DBC-0505-9D70384926C4}"/>
                </a:ext>
              </a:extLst>
            </p:cNvPr>
            <p:cNvSpPr/>
            <p:nvPr/>
          </p:nvSpPr>
          <p:spPr>
            <a:xfrm>
              <a:off x="10070146" y="3171808"/>
              <a:ext cx="364597" cy="13430"/>
            </a:xfrm>
            <a:custGeom>
              <a:avLst/>
              <a:gdLst>
                <a:gd name="connsiteX0" fmla="*/ 364597 w 364597"/>
                <a:gd name="connsiteY0" fmla="*/ 0 h 13430"/>
                <a:gd name="connsiteX1" fmla="*/ 0 w 364597"/>
                <a:gd name="connsiteY1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4597" h="13430">
                  <a:moveTo>
                    <a:pt x="364597" y="0"/>
                  </a:moveTo>
                  <a:lnTo>
                    <a:pt x="0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661" name="Graphic 5">
            <a:extLst>
              <a:ext uri="{FF2B5EF4-FFF2-40B4-BE49-F238E27FC236}">
                <a16:creationId xmlns:a16="http://schemas.microsoft.com/office/drawing/2014/main" id="{A7C031D7-A727-DA2B-7A01-38793301A0DB}"/>
              </a:ext>
            </a:extLst>
          </p:cNvPr>
          <p:cNvGrpSpPr/>
          <p:nvPr/>
        </p:nvGrpSpPr>
        <p:grpSpPr>
          <a:xfrm>
            <a:off x="10226210" y="3648600"/>
            <a:ext cx="738611" cy="75212"/>
            <a:chOff x="10226210" y="3648600"/>
            <a:chExt cx="738611" cy="75212"/>
          </a:xfrm>
          <a:solidFill>
            <a:srgbClr val="3E3E3C"/>
          </a:solidFill>
        </p:grpSpPr>
        <p:sp>
          <p:nvSpPr>
            <p:cNvPr id="1662" name="Freeform 1661">
              <a:extLst>
                <a:ext uri="{FF2B5EF4-FFF2-40B4-BE49-F238E27FC236}">
                  <a16:creationId xmlns:a16="http://schemas.microsoft.com/office/drawing/2014/main" id="{0F8A72DD-70C3-8093-4EE3-47ED927464C7}"/>
                </a:ext>
              </a:extLst>
            </p:cNvPr>
            <p:cNvSpPr/>
            <p:nvPr/>
          </p:nvSpPr>
          <p:spPr>
            <a:xfrm>
              <a:off x="10226210" y="3648600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5"/>
                    <a:pt x="58476" y="75212"/>
                    <a:pt x="37671" y="75212"/>
                  </a:cubicBezTo>
                  <a:cubicBezTo>
                    <a:pt x="16866" y="75212"/>
                    <a:pt x="0" y="58375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6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63" name="Freeform 1662">
              <a:extLst>
                <a:ext uri="{FF2B5EF4-FFF2-40B4-BE49-F238E27FC236}">
                  <a16:creationId xmlns:a16="http://schemas.microsoft.com/office/drawing/2014/main" id="{6A5C34E8-C04A-0D92-F902-EE85C3D296B4}"/>
                </a:ext>
              </a:extLst>
            </p:cNvPr>
            <p:cNvSpPr/>
            <p:nvPr/>
          </p:nvSpPr>
          <p:spPr>
            <a:xfrm>
              <a:off x="10263880" y="3686207"/>
              <a:ext cx="700941" cy="13430"/>
            </a:xfrm>
            <a:custGeom>
              <a:avLst/>
              <a:gdLst>
                <a:gd name="connsiteX0" fmla="*/ 0 w 700941"/>
                <a:gd name="connsiteY0" fmla="*/ 0 h 13430"/>
                <a:gd name="connsiteX1" fmla="*/ 700941 w 700941"/>
                <a:gd name="connsiteY1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0941" h="13430">
                  <a:moveTo>
                    <a:pt x="0" y="0"/>
                  </a:moveTo>
                  <a:lnTo>
                    <a:pt x="700941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664" name="Graphic 5">
            <a:extLst>
              <a:ext uri="{FF2B5EF4-FFF2-40B4-BE49-F238E27FC236}">
                <a16:creationId xmlns:a16="http://schemas.microsoft.com/office/drawing/2014/main" id="{69354AAA-5AFA-7BF9-3F6C-E1771AA18630}"/>
              </a:ext>
            </a:extLst>
          </p:cNvPr>
          <p:cNvGrpSpPr/>
          <p:nvPr/>
        </p:nvGrpSpPr>
        <p:grpSpPr>
          <a:xfrm>
            <a:off x="10570626" y="4172400"/>
            <a:ext cx="391504" cy="75212"/>
            <a:chOff x="10570626" y="4172400"/>
            <a:chExt cx="391504" cy="75212"/>
          </a:xfrm>
          <a:solidFill>
            <a:srgbClr val="3E3E3C"/>
          </a:solidFill>
        </p:grpSpPr>
        <p:sp>
          <p:nvSpPr>
            <p:cNvPr id="1665" name="Freeform 1664">
              <a:extLst>
                <a:ext uri="{FF2B5EF4-FFF2-40B4-BE49-F238E27FC236}">
                  <a16:creationId xmlns:a16="http://schemas.microsoft.com/office/drawing/2014/main" id="{66CB8734-98AB-29B0-1E64-A2ABB37155D5}"/>
                </a:ext>
              </a:extLst>
            </p:cNvPr>
            <p:cNvSpPr/>
            <p:nvPr/>
          </p:nvSpPr>
          <p:spPr>
            <a:xfrm>
              <a:off x="10570626" y="4172400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5"/>
                    <a:pt x="58475" y="75212"/>
                    <a:pt x="37671" y="75212"/>
                  </a:cubicBezTo>
                  <a:cubicBezTo>
                    <a:pt x="16866" y="75212"/>
                    <a:pt x="0" y="58375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5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66" name="Freeform 1665">
              <a:extLst>
                <a:ext uri="{FF2B5EF4-FFF2-40B4-BE49-F238E27FC236}">
                  <a16:creationId xmlns:a16="http://schemas.microsoft.com/office/drawing/2014/main" id="{3BCEBC87-B609-243A-EB70-482DA3057E8C}"/>
                </a:ext>
              </a:extLst>
            </p:cNvPr>
            <p:cNvSpPr/>
            <p:nvPr/>
          </p:nvSpPr>
          <p:spPr>
            <a:xfrm>
              <a:off x="10609642" y="4210007"/>
              <a:ext cx="352488" cy="13430"/>
            </a:xfrm>
            <a:custGeom>
              <a:avLst/>
              <a:gdLst>
                <a:gd name="connsiteX0" fmla="*/ 0 w 352488"/>
                <a:gd name="connsiteY0" fmla="*/ 0 h 13430"/>
                <a:gd name="connsiteX1" fmla="*/ 352489 w 352488"/>
                <a:gd name="connsiteY1" fmla="*/ 0 h 1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2488" h="13430">
                  <a:moveTo>
                    <a:pt x="0" y="0"/>
                  </a:moveTo>
                  <a:lnTo>
                    <a:pt x="352489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691" name="Graphic 5">
            <a:extLst>
              <a:ext uri="{FF2B5EF4-FFF2-40B4-BE49-F238E27FC236}">
                <a16:creationId xmlns:a16="http://schemas.microsoft.com/office/drawing/2014/main" id="{566D8FA9-0BE1-28B5-4B43-683C5AFDEDB7}"/>
              </a:ext>
            </a:extLst>
          </p:cNvPr>
          <p:cNvGrpSpPr/>
          <p:nvPr/>
        </p:nvGrpSpPr>
        <p:grpSpPr>
          <a:xfrm>
            <a:off x="9270992" y="3872894"/>
            <a:ext cx="75341" cy="933438"/>
            <a:chOff x="9270992" y="3872894"/>
            <a:chExt cx="75341" cy="933438"/>
          </a:xfrm>
          <a:solidFill>
            <a:srgbClr val="3E3E3C"/>
          </a:solidFill>
        </p:grpSpPr>
        <p:sp>
          <p:nvSpPr>
            <p:cNvPr id="1692" name="Freeform 1691">
              <a:extLst>
                <a:ext uri="{FF2B5EF4-FFF2-40B4-BE49-F238E27FC236}">
                  <a16:creationId xmlns:a16="http://schemas.microsoft.com/office/drawing/2014/main" id="{A5501391-CFB5-F293-7F93-1824A6B3F547}"/>
                </a:ext>
              </a:extLst>
            </p:cNvPr>
            <p:cNvSpPr/>
            <p:nvPr/>
          </p:nvSpPr>
          <p:spPr>
            <a:xfrm>
              <a:off x="9270992" y="3872894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5"/>
                    <a:pt x="58476" y="75212"/>
                    <a:pt x="37671" y="75212"/>
                  </a:cubicBezTo>
                  <a:cubicBezTo>
                    <a:pt x="16866" y="75212"/>
                    <a:pt x="0" y="58375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6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93" name="Freeform 1692">
              <a:extLst>
                <a:ext uri="{FF2B5EF4-FFF2-40B4-BE49-F238E27FC236}">
                  <a16:creationId xmlns:a16="http://schemas.microsoft.com/office/drawing/2014/main" id="{8576D532-B9E7-EE6A-33D6-29D7FC20C992}"/>
                </a:ext>
              </a:extLst>
            </p:cNvPr>
            <p:cNvSpPr/>
            <p:nvPr/>
          </p:nvSpPr>
          <p:spPr>
            <a:xfrm>
              <a:off x="9310008" y="3910500"/>
              <a:ext cx="13453" cy="895832"/>
            </a:xfrm>
            <a:custGeom>
              <a:avLst/>
              <a:gdLst>
                <a:gd name="connsiteX0" fmla="*/ 0 w 13453"/>
                <a:gd name="connsiteY0" fmla="*/ 0 h 895832"/>
                <a:gd name="connsiteX1" fmla="*/ 0 w 13453"/>
                <a:gd name="connsiteY1" fmla="*/ 895832 h 89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3" h="895832">
                  <a:moveTo>
                    <a:pt x="0" y="0"/>
                  </a:moveTo>
                  <a:lnTo>
                    <a:pt x="0" y="895832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694" name="Graphic 5">
            <a:extLst>
              <a:ext uri="{FF2B5EF4-FFF2-40B4-BE49-F238E27FC236}">
                <a16:creationId xmlns:a16="http://schemas.microsoft.com/office/drawing/2014/main" id="{EAD0AB9C-60A4-8A31-335E-E7C577DFBF7B}"/>
              </a:ext>
            </a:extLst>
          </p:cNvPr>
          <p:cNvGrpSpPr/>
          <p:nvPr/>
        </p:nvGrpSpPr>
        <p:grpSpPr>
          <a:xfrm>
            <a:off x="7170859" y="3743959"/>
            <a:ext cx="75341" cy="557376"/>
            <a:chOff x="7170859" y="3743959"/>
            <a:chExt cx="75341" cy="557376"/>
          </a:xfrm>
          <a:solidFill>
            <a:srgbClr val="3E3E3C"/>
          </a:solidFill>
        </p:grpSpPr>
        <p:sp>
          <p:nvSpPr>
            <p:cNvPr id="1695" name="Freeform 1694">
              <a:extLst>
                <a:ext uri="{FF2B5EF4-FFF2-40B4-BE49-F238E27FC236}">
                  <a16:creationId xmlns:a16="http://schemas.microsoft.com/office/drawing/2014/main" id="{5732B799-1048-1766-0DC1-1F4715B4633C}"/>
                </a:ext>
              </a:extLst>
            </p:cNvPr>
            <p:cNvSpPr/>
            <p:nvPr/>
          </p:nvSpPr>
          <p:spPr>
            <a:xfrm>
              <a:off x="7170859" y="3743959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6"/>
                    <a:pt x="58476" y="75212"/>
                    <a:pt x="37671" y="75212"/>
                  </a:cubicBezTo>
                  <a:cubicBezTo>
                    <a:pt x="16866" y="75212"/>
                    <a:pt x="0" y="58376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6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96" name="Freeform 1695">
              <a:extLst>
                <a:ext uri="{FF2B5EF4-FFF2-40B4-BE49-F238E27FC236}">
                  <a16:creationId xmlns:a16="http://schemas.microsoft.com/office/drawing/2014/main" id="{492591B7-AB23-D2C6-E7F1-0D4D9BC22DC0}"/>
                </a:ext>
              </a:extLst>
            </p:cNvPr>
            <p:cNvSpPr/>
            <p:nvPr/>
          </p:nvSpPr>
          <p:spPr>
            <a:xfrm>
              <a:off x="7209875" y="3781565"/>
              <a:ext cx="13453" cy="519770"/>
            </a:xfrm>
            <a:custGeom>
              <a:avLst/>
              <a:gdLst>
                <a:gd name="connsiteX0" fmla="*/ 0 w 13453"/>
                <a:gd name="connsiteY0" fmla="*/ 0 h 519770"/>
                <a:gd name="connsiteX1" fmla="*/ 0 w 13453"/>
                <a:gd name="connsiteY1" fmla="*/ 519771 h 51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3" h="519770">
                  <a:moveTo>
                    <a:pt x="0" y="0"/>
                  </a:moveTo>
                  <a:lnTo>
                    <a:pt x="0" y="519771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754" name="Graphic 5">
            <a:extLst>
              <a:ext uri="{FF2B5EF4-FFF2-40B4-BE49-F238E27FC236}">
                <a16:creationId xmlns:a16="http://schemas.microsoft.com/office/drawing/2014/main" id="{B30751BC-305F-5CA3-1A47-34F020A79645}"/>
              </a:ext>
            </a:extLst>
          </p:cNvPr>
          <p:cNvGrpSpPr/>
          <p:nvPr/>
        </p:nvGrpSpPr>
        <p:grpSpPr>
          <a:xfrm>
            <a:off x="7772243" y="2453262"/>
            <a:ext cx="75341" cy="805846"/>
            <a:chOff x="7772243" y="2453262"/>
            <a:chExt cx="75341" cy="805846"/>
          </a:xfrm>
          <a:solidFill>
            <a:srgbClr val="3E3E3C"/>
          </a:solidFill>
        </p:grpSpPr>
        <p:sp>
          <p:nvSpPr>
            <p:cNvPr id="1755" name="Freeform 1754">
              <a:extLst>
                <a:ext uri="{FF2B5EF4-FFF2-40B4-BE49-F238E27FC236}">
                  <a16:creationId xmlns:a16="http://schemas.microsoft.com/office/drawing/2014/main" id="{B8EFDC61-3D0A-9B2D-8F81-FBFE0668779F}"/>
                </a:ext>
              </a:extLst>
            </p:cNvPr>
            <p:cNvSpPr/>
            <p:nvPr/>
          </p:nvSpPr>
          <p:spPr>
            <a:xfrm>
              <a:off x="7772243" y="3183896"/>
              <a:ext cx="75341" cy="75212"/>
            </a:xfrm>
            <a:custGeom>
              <a:avLst/>
              <a:gdLst>
                <a:gd name="connsiteX0" fmla="*/ 75341 w 75341"/>
                <a:gd name="connsiteY0" fmla="*/ 37606 h 75212"/>
                <a:gd name="connsiteX1" fmla="*/ 37671 w 75341"/>
                <a:gd name="connsiteY1" fmla="*/ 75212 h 75212"/>
                <a:gd name="connsiteX2" fmla="*/ 0 w 75341"/>
                <a:gd name="connsiteY2" fmla="*/ 37606 h 75212"/>
                <a:gd name="connsiteX3" fmla="*/ 37671 w 75341"/>
                <a:gd name="connsiteY3" fmla="*/ 0 h 75212"/>
                <a:gd name="connsiteX4" fmla="*/ 75341 w 75341"/>
                <a:gd name="connsiteY4" fmla="*/ 37606 h 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41" h="75212">
                  <a:moveTo>
                    <a:pt x="75341" y="37606"/>
                  </a:moveTo>
                  <a:cubicBezTo>
                    <a:pt x="75341" y="58376"/>
                    <a:pt x="58475" y="75212"/>
                    <a:pt x="37671" y="75212"/>
                  </a:cubicBezTo>
                  <a:cubicBezTo>
                    <a:pt x="16866" y="75212"/>
                    <a:pt x="0" y="58376"/>
                    <a:pt x="0" y="37606"/>
                  </a:cubicBezTo>
                  <a:cubicBezTo>
                    <a:pt x="0" y="16837"/>
                    <a:pt x="16866" y="0"/>
                    <a:pt x="37671" y="0"/>
                  </a:cubicBezTo>
                  <a:cubicBezTo>
                    <a:pt x="58475" y="0"/>
                    <a:pt x="75341" y="16837"/>
                    <a:pt x="75341" y="37606"/>
                  </a:cubicBezTo>
                  <a:close/>
                </a:path>
              </a:pathLst>
            </a:custGeom>
            <a:solidFill>
              <a:srgbClr val="3E3E3C"/>
            </a:solidFill>
            <a:ln w="13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56" name="Freeform 1755">
              <a:extLst>
                <a:ext uri="{FF2B5EF4-FFF2-40B4-BE49-F238E27FC236}">
                  <a16:creationId xmlns:a16="http://schemas.microsoft.com/office/drawing/2014/main" id="{C1D51FBC-A7D9-0E51-C400-DA007253B346}"/>
                </a:ext>
              </a:extLst>
            </p:cNvPr>
            <p:cNvSpPr/>
            <p:nvPr/>
          </p:nvSpPr>
          <p:spPr>
            <a:xfrm>
              <a:off x="7808568" y="2453262"/>
              <a:ext cx="13453" cy="754809"/>
            </a:xfrm>
            <a:custGeom>
              <a:avLst/>
              <a:gdLst>
                <a:gd name="connsiteX0" fmla="*/ 0 w 13453"/>
                <a:gd name="connsiteY0" fmla="*/ 754809 h 754809"/>
                <a:gd name="connsiteX1" fmla="*/ 0 w 13453"/>
                <a:gd name="connsiteY1" fmla="*/ 0 h 75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3" h="754809">
                  <a:moveTo>
                    <a:pt x="0" y="754809"/>
                  </a:moveTo>
                  <a:lnTo>
                    <a:pt x="0" y="0"/>
                  </a:lnTo>
                </a:path>
              </a:pathLst>
            </a:custGeom>
            <a:ln w="10089" cap="flat">
              <a:solidFill>
                <a:srgbClr val="3E3E3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6429DD9-71E9-0B83-F50B-52EBA0421666}"/>
              </a:ext>
            </a:extLst>
          </p:cNvPr>
          <p:cNvSpPr/>
          <p:nvPr/>
        </p:nvSpPr>
        <p:spPr>
          <a:xfrm>
            <a:off x="8914999" y="2756145"/>
            <a:ext cx="2075170" cy="2075170"/>
          </a:xfrm>
          <a:prstGeom prst="ellipse">
            <a:avLst/>
          </a:prstGeom>
          <a:noFill/>
          <a:ln w="2540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4E2DA3-6822-1AAD-B178-F16DC90033AC}"/>
              </a:ext>
            </a:extLst>
          </p:cNvPr>
          <p:cNvGrpSpPr/>
          <p:nvPr/>
        </p:nvGrpSpPr>
        <p:grpSpPr>
          <a:xfrm>
            <a:off x="9504574" y="4610922"/>
            <a:ext cx="1205453" cy="1600170"/>
            <a:chOff x="9458274" y="4599347"/>
            <a:chExt cx="1205453" cy="160017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55310AF-8DFA-0FEB-44C1-26ED597B7FAC}"/>
                </a:ext>
              </a:extLst>
            </p:cNvPr>
            <p:cNvGrpSpPr/>
            <p:nvPr/>
          </p:nvGrpSpPr>
          <p:grpSpPr>
            <a:xfrm>
              <a:off x="9458274" y="5008346"/>
              <a:ext cx="1205453" cy="1191171"/>
              <a:chOff x="9458274" y="4849300"/>
              <a:chExt cx="1205453" cy="1191171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C09948A-C898-8C49-6591-8E705C016CAD}"/>
                  </a:ext>
                </a:extLst>
              </p:cNvPr>
              <p:cNvGrpSpPr/>
              <p:nvPr/>
            </p:nvGrpSpPr>
            <p:grpSpPr>
              <a:xfrm>
                <a:off x="9458274" y="4849300"/>
                <a:ext cx="1205453" cy="1191171"/>
                <a:chOff x="3900773" y="2251211"/>
                <a:chExt cx="3372815" cy="3332859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E3D73EF-52E9-53AE-3288-0880F5EE32A8}"/>
                    </a:ext>
                  </a:extLst>
                </p:cNvPr>
                <p:cNvSpPr/>
                <p:nvPr/>
              </p:nvSpPr>
              <p:spPr>
                <a:xfrm>
                  <a:off x="3940729" y="2251211"/>
                  <a:ext cx="3332859" cy="3332859"/>
                </a:xfrm>
                <a:prstGeom prst="ellipse">
                  <a:avLst/>
                </a:prstGeom>
                <a:solidFill>
                  <a:schemeClr val="bg1"/>
                </a:solidFill>
                <a:ln w="127000">
                  <a:solidFill>
                    <a:schemeClr val="bg1">
                      <a:lumMod val="95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89BE2874-D4C8-1078-E729-D00C5A2B0279}"/>
                    </a:ext>
                  </a:extLst>
                </p:cNvPr>
                <p:cNvSpPr/>
                <p:nvPr/>
              </p:nvSpPr>
              <p:spPr>
                <a:xfrm>
                  <a:off x="5428667" y="4172771"/>
                  <a:ext cx="300715" cy="257288"/>
                </a:xfrm>
                <a:custGeom>
                  <a:avLst/>
                  <a:gdLst>
                    <a:gd name="connsiteX0" fmla="*/ 0 w 9383"/>
                    <a:gd name="connsiteY0" fmla="*/ 6691 h 8028"/>
                    <a:gd name="connsiteX1" fmla="*/ 6702 w 9383"/>
                    <a:gd name="connsiteY1" fmla="*/ 8029 h 8028"/>
                    <a:gd name="connsiteX2" fmla="*/ 9383 w 9383"/>
                    <a:gd name="connsiteY2" fmla="*/ 4014 h 8028"/>
                    <a:gd name="connsiteX3" fmla="*/ 8042 w 9383"/>
                    <a:gd name="connsiteY3" fmla="*/ 0 h 8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83" h="8028">
                      <a:moveTo>
                        <a:pt x="0" y="6691"/>
                      </a:moveTo>
                      <a:lnTo>
                        <a:pt x="6702" y="8029"/>
                      </a:lnTo>
                      <a:lnTo>
                        <a:pt x="9383" y="4014"/>
                      </a:lnTo>
                      <a:lnTo>
                        <a:pt x="804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3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85140F81-7824-3C15-5F74-76AD3944E4C5}"/>
                    </a:ext>
                  </a:extLst>
                </p:cNvPr>
                <p:cNvSpPr/>
                <p:nvPr/>
              </p:nvSpPr>
              <p:spPr>
                <a:xfrm>
                  <a:off x="3900773" y="2251211"/>
                  <a:ext cx="3332854" cy="333285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28BA7764-4A86-FA15-53A1-815F986ED164}"/>
                    </a:ext>
                  </a:extLst>
                </p:cNvPr>
                <p:cNvSpPr/>
                <p:nvPr/>
              </p:nvSpPr>
              <p:spPr>
                <a:xfrm>
                  <a:off x="3912594" y="2251211"/>
                  <a:ext cx="3332859" cy="3332859"/>
                </a:xfrm>
                <a:prstGeom prst="ellipse">
                  <a:avLst/>
                </a:prstGeom>
                <a:noFill/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0DFBE60-59BC-2691-C24E-B29D19194DD0}"/>
                  </a:ext>
                </a:extLst>
              </p:cNvPr>
              <p:cNvGrpSpPr/>
              <p:nvPr/>
            </p:nvGrpSpPr>
            <p:grpSpPr>
              <a:xfrm>
                <a:off x="9610149" y="5039944"/>
                <a:ext cx="901702" cy="486564"/>
                <a:chOff x="3848879" y="2022589"/>
                <a:chExt cx="3881817" cy="2094651"/>
              </a:xfrm>
              <a:solidFill>
                <a:schemeClr val="accent3"/>
              </a:solidFill>
            </p:grpSpPr>
            <p:sp>
              <p:nvSpPr>
                <p:cNvPr id="18" name="任意多边形 5">
                  <a:extLst>
                    <a:ext uri="{FF2B5EF4-FFF2-40B4-BE49-F238E27FC236}">
                      <a16:creationId xmlns:a16="http://schemas.microsoft.com/office/drawing/2014/main" id="{CBBDEC37-7C92-DDDB-DCFD-485850C8C1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48879" y="2022589"/>
                  <a:ext cx="3451872" cy="1901272"/>
                </a:xfrm>
                <a:custGeom>
                  <a:avLst/>
                  <a:gdLst>
                    <a:gd name="T0" fmla="*/ 457904 w 89493032"/>
                    <a:gd name="T1" fmla="*/ 533777 h 49955359"/>
                    <a:gd name="T2" fmla="*/ 693892 w 89493032"/>
                    <a:gd name="T3" fmla="*/ 316565 h 49955359"/>
                    <a:gd name="T4" fmla="*/ 1010774 w 89493032"/>
                    <a:gd name="T5" fmla="*/ 232319 h 49955359"/>
                    <a:gd name="T6" fmla="*/ 1075700 w 89493032"/>
                    <a:gd name="T7" fmla="*/ 330211 h 49955359"/>
                    <a:gd name="T8" fmla="*/ 949957 w 89493032"/>
                    <a:gd name="T9" fmla="*/ 479079 h 49955359"/>
                    <a:gd name="T10" fmla="*/ 796388 w 89493032"/>
                    <a:gd name="T11" fmla="*/ 539866 h 49955359"/>
                    <a:gd name="T12" fmla="*/ 916027 w 89493032"/>
                    <a:gd name="T13" fmla="*/ 529942 h 49955359"/>
                    <a:gd name="T14" fmla="*/ 941974 w 89493032"/>
                    <a:gd name="T15" fmla="*/ 666743 h 49955359"/>
                    <a:gd name="T16" fmla="*/ 933051 w 89493032"/>
                    <a:gd name="T17" fmla="*/ 722230 h 49955359"/>
                    <a:gd name="T18" fmla="*/ 1002203 w 89493032"/>
                    <a:gd name="T19" fmla="*/ 596707 h 49955359"/>
                    <a:gd name="T20" fmla="*/ 1103292 w 89493032"/>
                    <a:gd name="T21" fmla="*/ 693358 h 49955359"/>
                    <a:gd name="T22" fmla="*/ 1118319 w 89493032"/>
                    <a:gd name="T23" fmla="*/ 432163 h 49955359"/>
                    <a:gd name="T24" fmla="*/ 1265547 w 89493032"/>
                    <a:gd name="T25" fmla="*/ 282054 h 49955359"/>
                    <a:gd name="T26" fmla="*/ 1542121 w 89493032"/>
                    <a:gd name="T27" fmla="*/ 106576 h 49955359"/>
                    <a:gd name="T28" fmla="*/ 1866159 w 89493032"/>
                    <a:gd name="T29" fmla="*/ 42574 h 49955359"/>
                    <a:gd name="T30" fmla="*/ 2070149 w 89493032"/>
                    <a:gd name="T31" fmla="*/ 108830 h 49955359"/>
                    <a:gd name="T32" fmla="*/ 2148223 w 89493032"/>
                    <a:gd name="T33" fmla="*/ 188621 h 49955359"/>
                    <a:gd name="T34" fmla="*/ 2178162 w 89493032"/>
                    <a:gd name="T35" fmla="*/ 376682 h 49955359"/>
                    <a:gd name="T36" fmla="*/ 2031406 w 89493032"/>
                    <a:gd name="T37" fmla="*/ 533160 h 49955359"/>
                    <a:gd name="T38" fmla="*/ 1890813 w 89493032"/>
                    <a:gd name="T39" fmla="*/ 595752 h 49955359"/>
                    <a:gd name="T40" fmla="*/ 1980335 w 89493032"/>
                    <a:gd name="T41" fmla="*/ 627611 h 49955359"/>
                    <a:gd name="T42" fmla="*/ 2038156 w 89493032"/>
                    <a:gd name="T43" fmla="*/ 596597 h 49955359"/>
                    <a:gd name="T44" fmla="*/ 2301729 w 89493032"/>
                    <a:gd name="T45" fmla="*/ 404592 h 49955359"/>
                    <a:gd name="T46" fmla="*/ 2502847 w 89493032"/>
                    <a:gd name="T47" fmla="*/ 493408 h 49955359"/>
                    <a:gd name="T48" fmla="*/ 2394539 w 89493032"/>
                    <a:gd name="T49" fmla="*/ 690486 h 49955359"/>
                    <a:gd name="T50" fmla="*/ 2566769 w 89493032"/>
                    <a:gd name="T51" fmla="*/ 464365 h 49955359"/>
                    <a:gd name="T52" fmla="*/ 2746764 w 89493032"/>
                    <a:gd name="T53" fmla="*/ 641145 h 49955359"/>
                    <a:gd name="T54" fmla="*/ 2572707 w 89493032"/>
                    <a:gd name="T55" fmla="*/ 855706 h 49955359"/>
                    <a:gd name="T56" fmla="*/ 2686592 w 89493032"/>
                    <a:gd name="T57" fmla="*/ 747720 h 49955359"/>
                    <a:gd name="T58" fmla="*/ 2770244 w 89493032"/>
                    <a:gd name="T59" fmla="*/ 687102 h 49955359"/>
                    <a:gd name="T60" fmla="*/ 2980992 w 89493032"/>
                    <a:gd name="T61" fmla="*/ 738135 h 49955359"/>
                    <a:gd name="T62" fmla="*/ 3236941 w 89493032"/>
                    <a:gd name="T63" fmla="*/ 693587 h 49955359"/>
                    <a:gd name="T64" fmla="*/ 3517541 w 89493032"/>
                    <a:gd name="T65" fmla="*/ 803264 h 49955359"/>
                    <a:gd name="T66" fmla="*/ 3740616 w 89493032"/>
                    <a:gd name="T67" fmla="*/ 1261143 h 49955359"/>
                    <a:gd name="T68" fmla="*/ 3450034 w 89493032"/>
                    <a:gd name="T69" fmla="*/ 1380972 h 49955359"/>
                    <a:gd name="T70" fmla="*/ 3101332 w 89493032"/>
                    <a:gd name="T71" fmla="*/ 1368565 h 49955359"/>
                    <a:gd name="T72" fmla="*/ 2365187 w 89493032"/>
                    <a:gd name="T73" fmla="*/ 1625699 h 49955359"/>
                    <a:gd name="T74" fmla="*/ 2385149 w 89493032"/>
                    <a:gd name="T75" fmla="*/ 1464426 h 49955359"/>
                    <a:gd name="T76" fmla="*/ 2310299 w 89493032"/>
                    <a:gd name="T77" fmla="*/ 1312458 h 49955359"/>
                    <a:gd name="T78" fmla="*/ 2261868 w 89493032"/>
                    <a:gd name="T79" fmla="*/ 1314996 h 49955359"/>
                    <a:gd name="T80" fmla="*/ 2201699 w 89493032"/>
                    <a:gd name="T81" fmla="*/ 1568746 h 49955359"/>
                    <a:gd name="T82" fmla="*/ 1992126 w 89493032"/>
                    <a:gd name="T83" fmla="*/ 1548164 h 49955359"/>
                    <a:gd name="T84" fmla="*/ 2129493 w 89493032"/>
                    <a:gd name="T85" fmla="*/ 1608501 h 49955359"/>
                    <a:gd name="T86" fmla="*/ 2219128 w 89493032"/>
                    <a:gd name="T87" fmla="*/ 1737225 h 49955359"/>
                    <a:gd name="T88" fmla="*/ 2071892 w 89493032"/>
                    <a:gd name="T89" fmla="*/ 1791457 h 49955359"/>
                    <a:gd name="T90" fmla="*/ 1823176 w 89493032"/>
                    <a:gd name="T91" fmla="*/ 1771577 h 49955359"/>
                    <a:gd name="T92" fmla="*/ 1633265 w 89493032"/>
                    <a:gd name="T93" fmla="*/ 1734078 h 49955359"/>
                    <a:gd name="T94" fmla="*/ 1323548 w 89493032"/>
                    <a:gd name="T95" fmla="*/ 1527581 h 49955359"/>
                    <a:gd name="T96" fmla="*/ 1064194 w 89493032"/>
                    <a:gd name="T97" fmla="*/ 1352887 h 49955359"/>
                    <a:gd name="T98" fmla="*/ 1177941 w 89493032"/>
                    <a:gd name="T99" fmla="*/ 1495557 h 49955359"/>
                    <a:gd name="T100" fmla="*/ 1017090 w 89493032"/>
                    <a:gd name="T101" fmla="*/ 1355599 h 49955359"/>
                    <a:gd name="T102" fmla="*/ 1022162 w 89493032"/>
                    <a:gd name="T103" fmla="*/ 1100602 h 49955359"/>
                    <a:gd name="T104" fmla="*/ 1004880 w 89493032"/>
                    <a:gd name="T105" fmla="*/ 1231090 h 49955359"/>
                    <a:gd name="T106" fmla="*/ 989382 w 89493032"/>
                    <a:gd name="T107" fmla="*/ 1437815 h 49955359"/>
                    <a:gd name="T108" fmla="*/ 730651 w 89493032"/>
                    <a:gd name="T109" fmla="*/ 1406912 h 49955359"/>
                    <a:gd name="T110" fmla="*/ 506791 w 89493032"/>
                    <a:gd name="T111" fmla="*/ 1414995 h 49955359"/>
                    <a:gd name="T112" fmla="*/ 312478 w 89493032"/>
                    <a:gd name="T113" fmla="*/ 1476271 h 49955359"/>
                    <a:gd name="T114" fmla="*/ 234595 w 89493032"/>
                    <a:gd name="T115" fmla="*/ 1368943 h 49955359"/>
                    <a:gd name="T116" fmla="*/ 233031 w 89493032"/>
                    <a:gd name="T117" fmla="*/ 2013853 h 49955359"/>
                    <a:gd name="T118" fmla="*/ 248099 w 89493032"/>
                    <a:gd name="T119" fmla="*/ 1101470 h 49955359"/>
                    <a:gd name="T120" fmla="*/ 348128 w 89493032"/>
                    <a:gd name="T121" fmla="*/ 1132631 h 49955359"/>
                    <a:gd name="T122" fmla="*/ 320302 w 89493032"/>
                    <a:gd name="T123" fmla="*/ 910569 h 49955359"/>
                    <a:gd name="T124" fmla="*/ 495709 w 89493032"/>
                    <a:gd name="T125" fmla="*/ 750311 h 49955359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89493032"/>
                    <a:gd name="T190" fmla="*/ 0 h 49955359"/>
                    <a:gd name="T191" fmla="*/ 89493032 w 89493032"/>
                    <a:gd name="T192" fmla="*/ 49955359 h 49955359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89493032" h="49955359">
                      <a:moveTo>
                        <a:pt x="9326233" y="19028854"/>
                      </a:moveTo>
                      <a:lnTo>
                        <a:pt x="9142012" y="18568456"/>
                      </a:lnTo>
                      <a:lnTo>
                        <a:pt x="8747443" y="18724087"/>
                      </a:lnTo>
                      <a:lnTo>
                        <a:pt x="8683539" y="18290570"/>
                      </a:lnTo>
                      <a:lnTo>
                        <a:pt x="9186470" y="17951546"/>
                      </a:lnTo>
                      <a:lnTo>
                        <a:pt x="9644943" y="16990044"/>
                      </a:lnTo>
                      <a:lnTo>
                        <a:pt x="9764426" y="16398137"/>
                      </a:lnTo>
                      <a:lnTo>
                        <a:pt x="9725522" y="15720087"/>
                      </a:lnTo>
                      <a:lnTo>
                        <a:pt x="9881126" y="14911422"/>
                      </a:lnTo>
                      <a:lnTo>
                        <a:pt x="9861668" y="13991611"/>
                      </a:lnTo>
                      <a:cubicBezTo>
                        <a:pt x="10061730" y="13733177"/>
                        <a:pt x="10309330" y="13510919"/>
                        <a:pt x="10461853" y="13216310"/>
                      </a:cubicBezTo>
                      <a:lnTo>
                        <a:pt x="10836964" y="13152399"/>
                      </a:lnTo>
                      <a:lnTo>
                        <a:pt x="11531619" y="12591062"/>
                      </a:lnTo>
                      <a:lnTo>
                        <a:pt x="11553848" y="12179776"/>
                      </a:lnTo>
                      <a:lnTo>
                        <a:pt x="11959526" y="12126987"/>
                      </a:lnTo>
                      <a:lnTo>
                        <a:pt x="11759464" y="11754610"/>
                      </a:lnTo>
                      <a:lnTo>
                        <a:pt x="12447410" y="9522180"/>
                      </a:lnTo>
                      <a:lnTo>
                        <a:pt x="13020955" y="8889565"/>
                      </a:lnTo>
                      <a:lnTo>
                        <a:pt x="13515549" y="8981273"/>
                      </a:lnTo>
                      <a:lnTo>
                        <a:pt x="14149071" y="8447722"/>
                      </a:lnTo>
                      <a:lnTo>
                        <a:pt x="14621436" y="8553323"/>
                      </a:lnTo>
                      <a:lnTo>
                        <a:pt x="14982655" y="8144822"/>
                      </a:lnTo>
                      <a:lnTo>
                        <a:pt x="15721769" y="7947523"/>
                      </a:lnTo>
                      <a:lnTo>
                        <a:pt x="16421978" y="7800242"/>
                      </a:lnTo>
                      <a:lnTo>
                        <a:pt x="17411166" y="7038822"/>
                      </a:lnTo>
                      <a:lnTo>
                        <a:pt x="18900502" y="5710510"/>
                      </a:lnTo>
                      <a:lnTo>
                        <a:pt x="20682503" y="4529455"/>
                      </a:lnTo>
                      <a:lnTo>
                        <a:pt x="22345983" y="4098745"/>
                      </a:lnTo>
                      <a:lnTo>
                        <a:pt x="22584937" y="4343289"/>
                      </a:lnTo>
                      <a:lnTo>
                        <a:pt x="22376538" y="4868503"/>
                      </a:lnTo>
                      <a:lnTo>
                        <a:pt x="22998952" y="4926859"/>
                      </a:lnTo>
                      <a:lnTo>
                        <a:pt x="23946464" y="4415538"/>
                      </a:lnTo>
                      <a:lnTo>
                        <a:pt x="23543558" y="5335361"/>
                      </a:lnTo>
                      <a:lnTo>
                        <a:pt x="23462979" y="5932823"/>
                      </a:lnTo>
                      <a:lnTo>
                        <a:pt x="23804753" y="6080104"/>
                      </a:lnTo>
                      <a:lnTo>
                        <a:pt x="23921452" y="5724403"/>
                      </a:lnTo>
                      <a:lnTo>
                        <a:pt x="23890886" y="5079695"/>
                      </a:lnTo>
                      <a:lnTo>
                        <a:pt x="24224322" y="4585051"/>
                      </a:lnTo>
                      <a:lnTo>
                        <a:pt x="24416046" y="4993553"/>
                      </a:lnTo>
                      <a:lnTo>
                        <a:pt x="24780049" y="5118602"/>
                      </a:lnTo>
                      <a:lnTo>
                        <a:pt x="25007894" y="5465965"/>
                      </a:lnTo>
                      <a:lnTo>
                        <a:pt x="25600692" y="5960598"/>
                      </a:lnTo>
                      <a:lnTo>
                        <a:pt x="25710886" y="6255171"/>
                      </a:lnTo>
                      <a:lnTo>
                        <a:pt x="25488596" y="6555288"/>
                      </a:lnTo>
                      <a:lnTo>
                        <a:pt x="25488596" y="7019362"/>
                      </a:lnTo>
                      <a:lnTo>
                        <a:pt x="25755344" y="7433419"/>
                      </a:lnTo>
                      <a:lnTo>
                        <a:pt x="25791465" y="8055896"/>
                      </a:lnTo>
                      <a:lnTo>
                        <a:pt x="25458029" y="8136483"/>
                      </a:lnTo>
                      <a:lnTo>
                        <a:pt x="25266305" y="8439383"/>
                      </a:lnTo>
                      <a:lnTo>
                        <a:pt x="25693296" y="8813605"/>
                      </a:lnTo>
                      <a:lnTo>
                        <a:pt x="25585849" y="9459241"/>
                      </a:lnTo>
                      <a:lnTo>
                        <a:pt x="25066243" y="9873298"/>
                      </a:lnTo>
                      <a:lnTo>
                        <a:pt x="25483041" y="10137290"/>
                      </a:lnTo>
                      <a:lnTo>
                        <a:pt x="25363559" y="10479098"/>
                      </a:lnTo>
                      <a:lnTo>
                        <a:pt x="24824507" y="10968187"/>
                      </a:lnTo>
                      <a:lnTo>
                        <a:pt x="24293792" y="11326660"/>
                      </a:lnTo>
                      <a:lnTo>
                        <a:pt x="23840908" y="11708315"/>
                      </a:lnTo>
                      <a:lnTo>
                        <a:pt x="23224026" y="11835197"/>
                      </a:lnTo>
                      <a:lnTo>
                        <a:pt x="22623841" y="11493389"/>
                      </a:lnTo>
                      <a:lnTo>
                        <a:pt x="22482129" y="11804627"/>
                      </a:lnTo>
                      <a:lnTo>
                        <a:pt x="22948940" y="12018602"/>
                      </a:lnTo>
                      <a:lnTo>
                        <a:pt x="22890590" y="12285378"/>
                      </a:lnTo>
                      <a:lnTo>
                        <a:pt x="21981981" y="12427104"/>
                      </a:lnTo>
                      <a:lnTo>
                        <a:pt x="21476494" y="11760226"/>
                      </a:lnTo>
                      <a:lnTo>
                        <a:pt x="21006685" y="11573976"/>
                      </a:lnTo>
                      <a:lnTo>
                        <a:pt x="20431512" y="12107527"/>
                      </a:lnTo>
                      <a:lnTo>
                        <a:pt x="19175576" y="12352072"/>
                      </a:lnTo>
                      <a:lnTo>
                        <a:pt x="18607813" y="12189970"/>
                      </a:lnTo>
                      <a:lnTo>
                        <a:pt x="18530945" y="12713328"/>
                      </a:lnTo>
                      <a:lnTo>
                        <a:pt x="19561819" y="12563264"/>
                      </a:lnTo>
                      <a:lnTo>
                        <a:pt x="19914701" y="12799470"/>
                      </a:lnTo>
                      <a:lnTo>
                        <a:pt x="18847706" y="13302452"/>
                      </a:lnTo>
                      <a:lnTo>
                        <a:pt x="18869935" y="13608136"/>
                      </a:lnTo>
                      <a:lnTo>
                        <a:pt x="19484012" y="13560890"/>
                      </a:lnTo>
                      <a:lnTo>
                        <a:pt x="19809110" y="13961053"/>
                      </a:lnTo>
                      <a:lnTo>
                        <a:pt x="20267583" y="13819327"/>
                      </a:lnTo>
                      <a:lnTo>
                        <a:pt x="20043665" y="13339554"/>
                      </a:lnTo>
                      <a:lnTo>
                        <a:pt x="20389837" y="13013445"/>
                      </a:lnTo>
                      <a:lnTo>
                        <a:pt x="20570441" y="12532694"/>
                      </a:lnTo>
                      <a:lnTo>
                        <a:pt x="20726045" y="12363182"/>
                      </a:lnTo>
                      <a:lnTo>
                        <a:pt x="21148397" y="12616064"/>
                      </a:lnTo>
                      <a:lnTo>
                        <a:pt x="21140060" y="12963427"/>
                      </a:lnTo>
                      <a:lnTo>
                        <a:pt x="21362350" y="13355253"/>
                      </a:lnTo>
                      <a:lnTo>
                        <a:pt x="21679111" y="13057908"/>
                      </a:lnTo>
                      <a:lnTo>
                        <a:pt x="22315417" y="12999552"/>
                      </a:lnTo>
                      <a:lnTo>
                        <a:pt x="22679419" y="13013445"/>
                      </a:lnTo>
                      <a:lnTo>
                        <a:pt x="22515479" y="13338576"/>
                      </a:lnTo>
                      <a:lnTo>
                        <a:pt x="22671082" y="13644260"/>
                      </a:lnTo>
                      <a:lnTo>
                        <a:pt x="23146241" y="13042136"/>
                      </a:lnTo>
                      <a:lnTo>
                        <a:pt x="23351846" y="13594231"/>
                      </a:lnTo>
                      <a:lnTo>
                        <a:pt x="23098989" y="14113889"/>
                      </a:lnTo>
                      <a:lnTo>
                        <a:pt x="22898927" y="14969789"/>
                      </a:lnTo>
                      <a:lnTo>
                        <a:pt x="22529370" y="15242120"/>
                      </a:lnTo>
                      <a:lnTo>
                        <a:pt x="22840577" y="15447757"/>
                      </a:lnTo>
                      <a:lnTo>
                        <a:pt x="22907264" y="15881273"/>
                      </a:lnTo>
                      <a:cubicBezTo>
                        <a:pt x="22472158" y="16022101"/>
                        <a:pt x="22497880" y="16246236"/>
                        <a:pt x="22293188" y="16428718"/>
                      </a:cubicBezTo>
                      <a:lnTo>
                        <a:pt x="21937523" y="16570444"/>
                      </a:lnTo>
                      <a:lnTo>
                        <a:pt x="21723570" y="16387039"/>
                      </a:lnTo>
                      <a:lnTo>
                        <a:pt x="21259542" y="15592266"/>
                      </a:lnTo>
                      <a:lnTo>
                        <a:pt x="20870528" y="15831244"/>
                      </a:lnTo>
                      <a:lnTo>
                        <a:pt x="21479062" y="16489845"/>
                      </a:lnTo>
                      <a:lnTo>
                        <a:pt x="20878877" y="16978934"/>
                      </a:lnTo>
                      <a:lnTo>
                        <a:pt x="20453742" y="17512486"/>
                      </a:lnTo>
                      <a:lnTo>
                        <a:pt x="20809407" y="17568058"/>
                      </a:lnTo>
                      <a:lnTo>
                        <a:pt x="21134505" y="17145663"/>
                      </a:lnTo>
                      <a:lnTo>
                        <a:pt x="21712461" y="16842763"/>
                      </a:lnTo>
                      <a:lnTo>
                        <a:pt x="22009776" y="17026168"/>
                      </a:lnTo>
                      <a:lnTo>
                        <a:pt x="22082018" y="17795926"/>
                      </a:lnTo>
                      <a:lnTo>
                        <a:pt x="21770811" y="18437851"/>
                      </a:lnTo>
                      <a:lnTo>
                        <a:pt x="21823606" y="18976958"/>
                      </a:lnTo>
                      <a:lnTo>
                        <a:pt x="21312338" y="19227057"/>
                      </a:lnTo>
                      <a:lnTo>
                        <a:pt x="21465123" y="19447608"/>
                      </a:lnTo>
                      <a:lnTo>
                        <a:pt x="22104247" y="19132577"/>
                      </a:lnTo>
                      <a:cubicBezTo>
                        <a:pt x="22103319" y="18859319"/>
                        <a:pt x="22102392" y="18586060"/>
                        <a:pt x="22101464" y="18312802"/>
                      </a:cubicBezTo>
                      <a:lnTo>
                        <a:pt x="22354321" y="17907083"/>
                      </a:lnTo>
                      <a:lnTo>
                        <a:pt x="22373767" y="16784407"/>
                      </a:lnTo>
                      <a:lnTo>
                        <a:pt x="22979722" y="16626043"/>
                      </a:lnTo>
                      <a:lnTo>
                        <a:pt x="23415750" y="16145266"/>
                      </a:lnTo>
                      <a:lnTo>
                        <a:pt x="23607474" y="15722871"/>
                      </a:lnTo>
                      <a:lnTo>
                        <a:pt x="23718619" y="14703013"/>
                      </a:lnTo>
                      <a:lnTo>
                        <a:pt x="23928874" y="14408416"/>
                      </a:lnTo>
                      <a:lnTo>
                        <a:pt x="24435504" y="15122625"/>
                      </a:lnTo>
                      <a:lnTo>
                        <a:pt x="24863410" y="16153592"/>
                      </a:lnTo>
                      <a:cubicBezTo>
                        <a:pt x="24933768" y="16741790"/>
                        <a:pt x="24657946" y="18131392"/>
                        <a:pt x="24655012" y="18665719"/>
                      </a:cubicBezTo>
                      <a:lnTo>
                        <a:pt x="24632782" y="19382676"/>
                      </a:lnTo>
                      <a:lnTo>
                        <a:pt x="24845808" y="19359552"/>
                      </a:lnTo>
                      <a:lnTo>
                        <a:pt x="25177389" y="17362410"/>
                      </a:lnTo>
                      <a:lnTo>
                        <a:pt x="25897249" y="18207226"/>
                      </a:lnTo>
                      <a:lnTo>
                        <a:pt x="25947069" y="17876513"/>
                      </a:lnTo>
                      <a:lnTo>
                        <a:pt x="25569367" y="17317976"/>
                      </a:lnTo>
                      <a:lnTo>
                        <a:pt x="26027648" y="17456902"/>
                      </a:lnTo>
                      <a:lnTo>
                        <a:pt x="26111009" y="17084524"/>
                      </a:lnTo>
                      <a:lnTo>
                        <a:pt x="25221847" y="17095646"/>
                      </a:lnTo>
                      <a:lnTo>
                        <a:pt x="25377450" y="16606557"/>
                      </a:lnTo>
                      <a:lnTo>
                        <a:pt x="25785911" y="16289763"/>
                      </a:lnTo>
                      <a:lnTo>
                        <a:pt x="25594187" y="15950739"/>
                      </a:lnTo>
                      <a:lnTo>
                        <a:pt x="25138497" y="14814170"/>
                      </a:lnTo>
                      <a:lnTo>
                        <a:pt x="24396600" y="13597014"/>
                      </a:lnTo>
                      <a:lnTo>
                        <a:pt x="24174286" y="13030121"/>
                      </a:lnTo>
                      <a:lnTo>
                        <a:pt x="24357696" y="12713328"/>
                      </a:lnTo>
                      <a:lnTo>
                        <a:pt x="24718916" y="12685542"/>
                      </a:lnTo>
                      <a:lnTo>
                        <a:pt x="24910640" y="12151990"/>
                      </a:lnTo>
                      <a:lnTo>
                        <a:pt x="26691736" y="11018205"/>
                      </a:lnTo>
                      <a:lnTo>
                        <a:pt x="26466663" y="10648610"/>
                      </a:lnTo>
                      <a:lnTo>
                        <a:pt x="26955702" y="10220660"/>
                      </a:lnTo>
                      <a:lnTo>
                        <a:pt x="27339151" y="9851066"/>
                      </a:lnTo>
                      <a:lnTo>
                        <a:pt x="27908781" y="8986828"/>
                      </a:lnTo>
                      <a:lnTo>
                        <a:pt x="27872648" y="8492184"/>
                      </a:lnTo>
                      <a:lnTo>
                        <a:pt x="27369717" y="7566807"/>
                      </a:lnTo>
                      <a:lnTo>
                        <a:pt x="26991823" y="6983238"/>
                      </a:lnTo>
                      <a:lnTo>
                        <a:pt x="27080739" y="6674783"/>
                      </a:lnTo>
                      <a:lnTo>
                        <a:pt x="27405826" y="6588629"/>
                      </a:lnTo>
                      <a:lnTo>
                        <a:pt x="28231085" y="7180548"/>
                      </a:lnTo>
                      <a:lnTo>
                        <a:pt x="28850715" y="7230566"/>
                      </a:lnTo>
                      <a:lnTo>
                        <a:pt x="29411996" y="6986021"/>
                      </a:lnTo>
                      <a:lnTo>
                        <a:pt x="29951048" y="6949897"/>
                      </a:lnTo>
                      <a:lnTo>
                        <a:pt x="30395950" y="6874051"/>
                      </a:lnTo>
                      <a:lnTo>
                        <a:pt x="31238203" y="7141750"/>
                      </a:lnTo>
                      <a:lnTo>
                        <a:pt x="31474377" y="6669333"/>
                      </a:lnTo>
                      <a:lnTo>
                        <a:pt x="31682768" y="6134397"/>
                      </a:lnTo>
                      <a:lnTo>
                        <a:pt x="32120390" y="5703667"/>
                      </a:lnTo>
                      <a:lnTo>
                        <a:pt x="32245424" y="5279890"/>
                      </a:lnTo>
                      <a:lnTo>
                        <a:pt x="32835866" y="4668534"/>
                      </a:lnTo>
                      <a:lnTo>
                        <a:pt x="33634699" y="4383699"/>
                      </a:lnTo>
                      <a:lnTo>
                        <a:pt x="34329332" y="4050236"/>
                      </a:lnTo>
                      <a:lnTo>
                        <a:pt x="35010080" y="3577822"/>
                      </a:lnTo>
                      <a:lnTo>
                        <a:pt x="35767236" y="3126250"/>
                      </a:lnTo>
                      <a:lnTo>
                        <a:pt x="36496603" y="2626049"/>
                      </a:lnTo>
                      <a:lnTo>
                        <a:pt x="37365118" y="1827384"/>
                      </a:lnTo>
                      <a:lnTo>
                        <a:pt x="38281823" y="1458917"/>
                      </a:lnTo>
                      <a:lnTo>
                        <a:pt x="39122331" y="785035"/>
                      </a:lnTo>
                      <a:lnTo>
                        <a:pt x="40393514" y="250087"/>
                      </a:lnTo>
                      <a:lnTo>
                        <a:pt x="41359061" y="97263"/>
                      </a:lnTo>
                      <a:lnTo>
                        <a:pt x="42046755" y="76421"/>
                      </a:lnTo>
                      <a:lnTo>
                        <a:pt x="42748334" y="0"/>
                      </a:lnTo>
                      <a:lnTo>
                        <a:pt x="43901429" y="187551"/>
                      </a:lnTo>
                      <a:lnTo>
                        <a:pt x="43026187" y="1167133"/>
                      </a:lnTo>
                      <a:lnTo>
                        <a:pt x="43192896" y="1451973"/>
                      </a:lnTo>
                      <a:lnTo>
                        <a:pt x="43845860" y="1097656"/>
                      </a:lnTo>
                      <a:lnTo>
                        <a:pt x="44165397" y="1049027"/>
                      </a:lnTo>
                      <a:lnTo>
                        <a:pt x="44596068" y="1632598"/>
                      </a:lnTo>
                      <a:lnTo>
                        <a:pt x="45228190" y="541871"/>
                      </a:lnTo>
                      <a:lnTo>
                        <a:pt x="46589685" y="1243551"/>
                      </a:lnTo>
                      <a:lnTo>
                        <a:pt x="46040914" y="2028589"/>
                      </a:lnTo>
                      <a:lnTo>
                        <a:pt x="46325711" y="2334268"/>
                      </a:lnTo>
                      <a:lnTo>
                        <a:pt x="46652196" y="1882691"/>
                      </a:lnTo>
                      <a:lnTo>
                        <a:pt x="46957836" y="1417226"/>
                      </a:lnTo>
                      <a:lnTo>
                        <a:pt x="47798349" y="1820172"/>
                      </a:lnTo>
                      <a:lnTo>
                        <a:pt x="48527722" y="2292580"/>
                      </a:lnTo>
                      <a:lnTo>
                        <a:pt x="48402717" y="2688702"/>
                      </a:lnTo>
                      <a:lnTo>
                        <a:pt x="48833359" y="2890047"/>
                      </a:lnTo>
                      <a:lnTo>
                        <a:pt x="48993124" y="2681601"/>
                      </a:lnTo>
                      <a:lnTo>
                        <a:pt x="49437692" y="2924780"/>
                      </a:lnTo>
                      <a:lnTo>
                        <a:pt x="50180957" y="3362455"/>
                      </a:lnTo>
                      <a:lnTo>
                        <a:pt x="50451871" y="3966863"/>
                      </a:lnTo>
                      <a:lnTo>
                        <a:pt x="49653029" y="4369803"/>
                      </a:lnTo>
                      <a:lnTo>
                        <a:pt x="49396015" y="4015494"/>
                      </a:lnTo>
                      <a:lnTo>
                        <a:pt x="49173727" y="3501392"/>
                      </a:lnTo>
                      <a:lnTo>
                        <a:pt x="48902818" y="4064120"/>
                      </a:lnTo>
                      <a:lnTo>
                        <a:pt x="49020977" y="4613174"/>
                      </a:lnTo>
                      <a:lnTo>
                        <a:pt x="49264023" y="5002002"/>
                      </a:lnTo>
                      <a:lnTo>
                        <a:pt x="49785009" y="4807476"/>
                      </a:lnTo>
                      <a:lnTo>
                        <a:pt x="50451876" y="4758955"/>
                      </a:lnTo>
                      <a:lnTo>
                        <a:pt x="50840870" y="4647682"/>
                      </a:lnTo>
                      <a:lnTo>
                        <a:pt x="51264592" y="5578618"/>
                      </a:lnTo>
                      <a:lnTo>
                        <a:pt x="51021467" y="6113554"/>
                      </a:lnTo>
                      <a:lnTo>
                        <a:pt x="49875314" y="6843011"/>
                      </a:lnTo>
                      <a:lnTo>
                        <a:pt x="49396012" y="7072267"/>
                      </a:lnTo>
                      <a:lnTo>
                        <a:pt x="49583551" y="7329327"/>
                      </a:lnTo>
                      <a:lnTo>
                        <a:pt x="50187899" y="7107006"/>
                      </a:lnTo>
                      <a:lnTo>
                        <a:pt x="51028410" y="6738807"/>
                      </a:lnTo>
                      <a:lnTo>
                        <a:pt x="51563303" y="6259428"/>
                      </a:lnTo>
                      <a:lnTo>
                        <a:pt x="52389911" y="7100152"/>
                      </a:lnTo>
                      <a:lnTo>
                        <a:pt x="52695544" y="7739199"/>
                      </a:lnTo>
                      <a:lnTo>
                        <a:pt x="52153722" y="8725710"/>
                      </a:lnTo>
                      <a:lnTo>
                        <a:pt x="51549432" y="9281541"/>
                      </a:lnTo>
                      <a:lnTo>
                        <a:pt x="51528552" y="9858104"/>
                      </a:lnTo>
                      <a:lnTo>
                        <a:pt x="51257641" y="10267991"/>
                      </a:lnTo>
                      <a:lnTo>
                        <a:pt x="50889484" y="10747355"/>
                      </a:lnTo>
                      <a:lnTo>
                        <a:pt x="50444913" y="10677875"/>
                      </a:lnTo>
                      <a:lnTo>
                        <a:pt x="50521362" y="11421356"/>
                      </a:lnTo>
                      <a:lnTo>
                        <a:pt x="50229579" y="11643543"/>
                      </a:lnTo>
                      <a:lnTo>
                        <a:pt x="49750277" y="11713015"/>
                      </a:lnTo>
                      <a:lnTo>
                        <a:pt x="49396009" y="11963116"/>
                      </a:lnTo>
                      <a:lnTo>
                        <a:pt x="49396012" y="12234055"/>
                      </a:lnTo>
                      <a:lnTo>
                        <a:pt x="49722491" y="12511948"/>
                      </a:lnTo>
                      <a:lnTo>
                        <a:pt x="48930619" y="13283093"/>
                      </a:lnTo>
                      <a:lnTo>
                        <a:pt x="48076200" y="13137195"/>
                      </a:lnTo>
                      <a:lnTo>
                        <a:pt x="47673353" y="12803782"/>
                      </a:lnTo>
                      <a:lnTo>
                        <a:pt x="47006458" y="12866254"/>
                      </a:lnTo>
                      <a:lnTo>
                        <a:pt x="46784179" y="12484151"/>
                      </a:lnTo>
                      <a:lnTo>
                        <a:pt x="46450754" y="12782890"/>
                      </a:lnTo>
                      <a:lnTo>
                        <a:pt x="45610232" y="12977402"/>
                      </a:lnTo>
                      <a:lnTo>
                        <a:pt x="45255975" y="13456768"/>
                      </a:lnTo>
                      <a:lnTo>
                        <a:pt x="45401852" y="14144543"/>
                      </a:lnTo>
                      <a:lnTo>
                        <a:pt x="44929499" y="14248750"/>
                      </a:lnTo>
                      <a:lnTo>
                        <a:pt x="44241806" y="14436327"/>
                      </a:lnTo>
                      <a:lnTo>
                        <a:pt x="43859752" y="14665583"/>
                      </a:lnTo>
                      <a:lnTo>
                        <a:pt x="43984830" y="14846263"/>
                      </a:lnTo>
                      <a:lnTo>
                        <a:pt x="44748891" y="14679476"/>
                      </a:lnTo>
                      <a:lnTo>
                        <a:pt x="45387958" y="14623904"/>
                      </a:lnTo>
                      <a:lnTo>
                        <a:pt x="45783900" y="14290432"/>
                      </a:lnTo>
                      <a:lnTo>
                        <a:pt x="46165951" y="13908334"/>
                      </a:lnTo>
                      <a:lnTo>
                        <a:pt x="46805028" y="13665235"/>
                      </a:lnTo>
                      <a:lnTo>
                        <a:pt x="46416017" y="14248750"/>
                      </a:lnTo>
                      <a:lnTo>
                        <a:pt x="46339608" y="14533587"/>
                      </a:lnTo>
                      <a:lnTo>
                        <a:pt x="46770288" y="14623895"/>
                      </a:lnTo>
                      <a:lnTo>
                        <a:pt x="46756393" y="14929578"/>
                      </a:lnTo>
                      <a:lnTo>
                        <a:pt x="46159000" y="15672931"/>
                      </a:lnTo>
                      <a:lnTo>
                        <a:pt x="46172897" y="15916083"/>
                      </a:lnTo>
                      <a:lnTo>
                        <a:pt x="46679982" y="15443672"/>
                      </a:lnTo>
                      <a:lnTo>
                        <a:pt x="46867539" y="15464508"/>
                      </a:lnTo>
                      <a:lnTo>
                        <a:pt x="46541054" y="15978608"/>
                      </a:lnTo>
                      <a:lnTo>
                        <a:pt x="46673030" y="16249555"/>
                      </a:lnTo>
                      <a:lnTo>
                        <a:pt x="47305155" y="15582608"/>
                      </a:lnTo>
                      <a:lnTo>
                        <a:pt x="47576063" y="15811873"/>
                      </a:lnTo>
                      <a:lnTo>
                        <a:pt x="48034526" y="16596911"/>
                      </a:lnTo>
                      <a:lnTo>
                        <a:pt x="48284632" y="17256943"/>
                      </a:lnTo>
                      <a:lnTo>
                        <a:pt x="48492985" y="17625101"/>
                      </a:lnTo>
                      <a:lnTo>
                        <a:pt x="48645805" y="17597321"/>
                      </a:lnTo>
                      <a:lnTo>
                        <a:pt x="48583285" y="17090162"/>
                      </a:lnTo>
                      <a:lnTo>
                        <a:pt x="48284588" y="16555226"/>
                      </a:lnTo>
                      <a:lnTo>
                        <a:pt x="47909486" y="15686824"/>
                      </a:lnTo>
                      <a:lnTo>
                        <a:pt x="48235968" y="14700316"/>
                      </a:lnTo>
                      <a:lnTo>
                        <a:pt x="48638859" y="15103262"/>
                      </a:lnTo>
                      <a:lnTo>
                        <a:pt x="49069535" y="15019892"/>
                      </a:lnTo>
                      <a:lnTo>
                        <a:pt x="49020907" y="14318221"/>
                      </a:lnTo>
                      <a:lnTo>
                        <a:pt x="49826689" y="13866652"/>
                      </a:lnTo>
                      <a:lnTo>
                        <a:pt x="50292099" y="13526240"/>
                      </a:lnTo>
                      <a:lnTo>
                        <a:pt x="50847816" y="12755171"/>
                      </a:lnTo>
                      <a:lnTo>
                        <a:pt x="51479926" y="12400789"/>
                      </a:lnTo>
                      <a:lnTo>
                        <a:pt x="52153722" y="11699119"/>
                      </a:lnTo>
                      <a:lnTo>
                        <a:pt x="52633024" y="10948819"/>
                      </a:lnTo>
                      <a:lnTo>
                        <a:pt x="53188726" y="9858168"/>
                      </a:lnTo>
                      <a:lnTo>
                        <a:pt x="53716654" y="9816422"/>
                      </a:lnTo>
                      <a:lnTo>
                        <a:pt x="54473813" y="9969261"/>
                      </a:lnTo>
                      <a:lnTo>
                        <a:pt x="54987841" y="10219359"/>
                      </a:lnTo>
                      <a:lnTo>
                        <a:pt x="55342106" y="10795981"/>
                      </a:lnTo>
                      <a:lnTo>
                        <a:pt x="55696368" y="11289232"/>
                      </a:lnTo>
                      <a:lnTo>
                        <a:pt x="56418799" y="11768590"/>
                      </a:lnTo>
                      <a:lnTo>
                        <a:pt x="56481316" y="12623111"/>
                      </a:lnTo>
                      <a:lnTo>
                        <a:pt x="56946718" y="12511945"/>
                      </a:lnTo>
                      <a:lnTo>
                        <a:pt x="56981452" y="12115955"/>
                      </a:lnTo>
                      <a:lnTo>
                        <a:pt x="56946712" y="11643535"/>
                      </a:lnTo>
                      <a:lnTo>
                        <a:pt x="57599674" y="11518491"/>
                      </a:lnTo>
                      <a:lnTo>
                        <a:pt x="58155387" y="11921434"/>
                      </a:lnTo>
                      <a:lnTo>
                        <a:pt x="58704149" y="12088166"/>
                      </a:lnTo>
                      <a:lnTo>
                        <a:pt x="59233556" y="12157707"/>
                      </a:lnTo>
                      <a:lnTo>
                        <a:pt x="59671241" y="12470260"/>
                      </a:lnTo>
                      <a:lnTo>
                        <a:pt x="59336271" y="12970464"/>
                      </a:lnTo>
                      <a:lnTo>
                        <a:pt x="58738883" y="13442875"/>
                      </a:lnTo>
                      <a:lnTo>
                        <a:pt x="58094368" y="13665182"/>
                      </a:lnTo>
                      <a:lnTo>
                        <a:pt x="57773336" y="14172329"/>
                      </a:lnTo>
                      <a:lnTo>
                        <a:pt x="57710819" y="14672530"/>
                      </a:lnTo>
                      <a:lnTo>
                        <a:pt x="57323283" y="14971284"/>
                      </a:lnTo>
                      <a:lnTo>
                        <a:pt x="57503916" y="15374200"/>
                      </a:lnTo>
                      <a:lnTo>
                        <a:pt x="57239944" y="15867452"/>
                      </a:lnTo>
                      <a:lnTo>
                        <a:pt x="56788419" y="16291231"/>
                      </a:lnTo>
                      <a:lnTo>
                        <a:pt x="56586965" y="16583015"/>
                      </a:lnTo>
                      <a:lnTo>
                        <a:pt x="56670328" y="17013745"/>
                      </a:lnTo>
                      <a:lnTo>
                        <a:pt x="56420247" y="17569523"/>
                      </a:lnTo>
                      <a:lnTo>
                        <a:pt x="56663373" y="17771011"/>
                      </a:lnTo>
                      <a:lnTo>
                        <a:pt x="56962083" y="17201322"/>
                      </a:lnTo>
                      <a:cubicBezTo>
                        <a:pt x="56962080" y="16988273"/>
                        <a:pt x="56962077" y="16775225"/>
                        <a:pt x="56962074" y="16562176"/>
                      </a:cubicBezTo>
                      <a:lnTo>
                        <a:pt x="57587270" y="16180081"/>
                      </a:lnTo>
                      <a:lnTo>
                        <a:pt x="57885974" y="15575671"/>
                      </a:lnTo>
                      <a:lnTo>
                        <a:pt x="58302761" y="14290429"/>
                      </a:lnTo>
                      <a:lnTo>
                        <a:pt x="58669418" y="14019491"/>
                      </a:lnTo>
                      <a:lnTo>
                        <a:pt x="59204288" y="13741603"/>
                      </a:lnTo>
                      <a:lnTo>
                        <a:pt x="60100370" y="12706469"/>
                      </a:lnTo>
                      <a:lnTo>
                        <a:pt x="60496312" y="12102059"/>
                      </a:lnTo>
                      <a:lnTo>
                        <a:pt x="60746380" y="11442070"/>
                      </a:lnTo>
                      <a:lnTo>
                        <a:pt x="61072857" y="11212814"/>
                      </a:lnTo>
                      <a:lnTo>
                        <a:pt x="61684139" y="10914084"/>
                      </a:lnTo>
                      <a:lnTo>
                        <a:pt x="63227809" y="10559827"/>
                      </a:lnTo>
                      <a:lnTo>
                        <a:pt x="63582144" y="10795978"/>
                      </a:lnTo>
                      <a:lnTo>
                        <a:pt x="63672447" y="11574072"/>
                      </a:lnTo>
                      <a:lnTo>
                        <a:pt x="63873897" y="12199322"/>
                      </a:lnTo>
                      <a:lnTo>
                        <a:pt x="64193439" y="12866251"/>
                      </a:lnTo>
                      <a:lnTo>
                        <a:pt x="64603286" y="13519293"/>
                      </a:lnTo>
                      <a:lnTo>
                        <a:pt x="65263208" y="14116748"/>
                      </a:lnTo>
                      <a:lnTo>
                        <a:pt x="65957865" y="14325168"/>
                      </a:lnTo>
                      <a:lnTo>
                        <a:pt x="66346880" y="14839261"/>
                      </a:lnTo>
                      <a:lnTo>
                        <a:pt x="65006188" y="15797980"/>
                      </a:lnTo>
                      <a:lnTo>
                        <a:pt x="64471227" y="16492731"/>
                      </a:lnTo>
                      <a:lnTo>
                        <a:pt x="64068311" y="17090203"/>
                      </a:lnTo>
                      <a:lnTo>
                        <a:pt x="64033673" y="17652890"/>
                      </a:lnTo>
                      <a:lnTo>
                        <a:pt x="63561307" y="18076673"/>
                      </a:lnTo>
                      <a:lnTo>
                        <a:pt x="62915274" y="17923832"/>
                      </a:lnTo>
                      <a:lnTo>
                        <a:pt x="62366495" y="18034985"/>
                      </a:lnTo>
                      <a:lnTo>
                        <a:pt x="61921918" y="18201717"/>
                      </a:lnTo>
                      <a:lnTo>
                        <a:pt x="61602376" y="18632443"/>
                      </a:lnTo>
                      <a:lnTo>
                        <a:pt x="61511995" y="19271610"/>
                      </a:lnTo>
                      <a:cubicBezTo>
                        <a:pt x="61512021" y="19563387"/>
                        <a:pt x="61512048" y="19855164"/>
                        <a:pt x="61512074" y="20146941"/>
                      </a:cubicBezTo>
                      <a:lnTo>
                        <a:pt x="61268942" y="20369251"/>
                      </a:lnTo>
                      <a:lnTo>
                        <a:pt x="60886882" y="21084817"/>
                      </a:lnTo>
                      <a:lnTo>
                        <a:pt x="60511749" y="22113025"/>
                      </a:lnTo>
                      <a:lnTo>
                        <a:pt x="60741001" y="22064379"/>
                      </a:lnTo>
                      <a:lnTo>
                        <a:pt x="61130013" y="21633649"/>
                      </a:lnTo>
                      <a:lnTo>
                        <a:pt x="61324515" y="21070921"/>
                      </a:lnTo>
                      <a:lnTo>
                        <a:pt x="61894132" y="20271990"/>
                      </a:lnTo>
                      <a:lnTo>
                        <a:pt x="61977488" y="20028832"/>
                      </a:lnTo>
                      <a:lnTo>
                        <a:pt x="61859400" y="19785686"/>
                      </a:lnTo>
                      <a:lnTo>
                        <a:pt x="61762146" y="19209064"/>
                      </a:lnTo>
                      <a:lnTo>
                        <a:pt x="61970542" y="18750549"/>
                      </a:lnTo>
                      <a:lnTo>
                        <a:pt x="62297024" y="18458765"/>
                      </a:lnTo>
                      <a:lnTo>
                        <a:pt x="62887487" y="18368454"/>
                      </a:lnTo>
                      <a:lnTo>
                        <a:pt x="63582144" y="18424029"/>
                      </a:lnTo>
                      <a:lnTo>
                        <a:pt x="64165653" y="18139186"/>
                      </a:lnTo>
                      <a:lnTo>
                        <a:pt x="64339317" y="17715415"/>
                      </a:lnTo>
                      <a:lnTo>
                        <a:pt x="64596341" y="17284680"/>
                      </a:lnTo>
                      <a:lnTo>
                        <a:pt x="65054812" y="17104055"/>
                      </a:lnTo>
                      <a:lnTo>
                        <a:pt x="65443824" y="17444465"/>
                      </a:lnTo>
                      <a:lnTo>
                        <a:pt x="65159008" y="17770990"/>
                      </a:lnTo>
                      <a:lnTo>
                        <a:pt x="65013134" y="18410136"/>
                      </a:lnTo>
                      <a:lnTo>
                        <a:pt x="65353513" y="18715831"/>
                      </a:lnTo>
                      <a:lnTo>
                        <a:pt x="65728631" y="18576871"/>
                      </a:lnTo>
                      <a:lnTo>
                        <a:pt x="65561907" y="17847408"/>
                      </a:lnTo>
                      <a:lnTo>
                        <a:pt x="65930085" y="17562577"/>
                      </a:lnTo>
                      <a:lnTo>
                        <a:pt x="65561913" y="16930377"/>
                      </a:lnTo>
                      <a:lnTo>
                        <a:pt x="64950606" y="16589965"/>
                      </a:lnTo>
                      <a:lnTo>
                        <a:pt x="65534123" y="16041133"/>
                      </a:lnTo>
                      <a:lnTo>
                        <a:pt x="66207940" y="15589564"/>
                      </a:lnTo>
                      <a:lnTo>
                        <a:pt x="66756716" y="15332515"/>
                      </a:lnTo>
                      <a:lnTo>
                        <a:pt x="67340137" y="15186655"/>
                      </a:lnTo>
                      <a:lnTo>
                        <a:pt x="67979309" y="15665981"/>
                      </a:lnTo>
                      <a:lnTo>
                        <a:pt x="68215491" y="15992501"/>
                      </a:lnTo>
                      <a:lnTo>
                        <a:pt x="68535036" y="16499651"/>
                      </a:lnTo>
                      <a:lnTo>
                        <a:pt x="68715547" y="16999869"/>
                      </a:lnTo>
                      <a:lnTo>
                        <a:pt x="69229688" y="17423631"/>
                      </a:lnTo>
                      <a:lnTo>
                        <a:pt x="69910447" y="17777937"/>
                      </a:lnTo>
                      <a:lnTo>
                        <a:pt x="70549534" y="18187827"/>
                      </a:lnTo>
                      <a:lnTo>
                        <a:pt x="71695713" y="18771392"/>
                      </a:lnTo>
                      <a:lnTo>
                        <a:pt x="72480672" y="18917283"/>
                      </a:lnTo>
                      <a:lnTo>
                        <a:pt x="73251743" y="18965912"/>
                      </a:lnTo>
                      <a:lnTo>
                        <a:pt x="73960286" y="19049291"/>
                      </a:lnTo>
                      <a:lnTo>
                        <a:pt x="74641051" y="18840860"/>
                      </a:lnTo>
                      <a:lnTo>
                        <a:pt x="75203725" y="19257699"/>
                      </a:lnTo>
                      <a:lnTo>
                        <a:pt x="75516318" y="18604660"/>
                      </a:lnTo>
                      <a:lnTo>
                        <a:pt x="76342955" y="17902986"/>
                      </a:lnTo>
                      <a:lnTo>
                        <a:pt x="77037612" y="18062786"/>
                      </a:lnTo>
                      <a:lnTo>
                        <a:pt x="77426622" y="17777943"/>
                      </a:lnTo>
                      <a:lnTo>
                        <a:pt x="76738910" y="17555630"/>
                      </a:lnTo>
                      <a:lnTo>
                        <a:pt x="76606919" y="17090165"/>
                      </a:lnTo>
                      <a:lnTo>
                        <a:pt x="77606890" y="16728960"/>
                      </a:lnTo>
                      <a:lnTo>
                        <a:pt x="79218828" y="16756696"/>
                      </a:lnTo>
                      <a:lnTo>
                        <a:pt x="79760658" y="17117954"/>
                      </a:lnTo>
                      <a:lnTo>
                        <a:pt x="80378908" y="17291635"/>
                      </a:lnTo>
                      <a:lnTo>
                        <a:pt x="80434670" y="17041507"/>
                      </a:lnTo>
                      <a:lnTo>
                        <a:pt x="79600889" y="16721961"/>
                      </a:lnTo>
                      <a:cubicBezTo>
                        <a:pt x="79600887" y="16673330"/>
                        <a:pt x="79600885" y="16624700"/>
                        <a:pt x="79600883" y="16576069"/>
                      </a:cubicBezTo>
                      <a:lnTo>
                        <a:pt x="81941886" y="17305526"/>
                      </a:lnTo>
                      <a:lnTo>
                        <a:pt x="82303097" y="17958567"/>
                      </a:lnTo>
                      <a:lnTo>
                        <a:pt x="82782409" y="18535186"/>
                      </a:lnTo>
                      <a:lnTo>
                        <a:pt x="82726842" y="19139593"/>
                      </a:lnTo>
                      <a:lnTo>
                        <a:pt x="83247826" y="19792632"/>
                      </a:lnTo>
                      <a:lnTo>
                        <a:pt x="83456223" y="20334518"/>
                      </a:lnTo>
                      <a:lnTo>
                        <a:pt x="83900805" y="20619352"/>
                      </a:lnTo>
                      <a:lnTo>
                        <a:pt x="83643779" y="20980607"/>
                      </a:lnTo>
                      <a:lnTo>
                        <a:pt x="83539567" y="21543339"/>
                      </a:lnTo>
                      <a:lnTo>
                        <a:pt x="83893856" y="21515544"/>
                      </a:lnTo>
                      <a:lnTo>
                        <a:pt x="84498208" y="21598914"/>
                      </a:lnTo>
                      <a:lnTo>
                        <a:pt x="85220651" y="21383542"/>
                      </a:lnTo>
                      <a:lnTo>
                        <a:pt x="89493032" y="23446895"/>
                      </a:lnTo>
                      <a:lnTo>
                        <a:pt x="87902010" y="27781936"/>
                      </a:lnTo>
                      <a:lnTo>
                        <a:pt x="86283456" y="31088822"/>
                      </a:lnTo>
                      <a:lnTo>
                        <a:pt x="86811407" y="31102710"/>
                      </a:lnTo>
                      <a:lnTo>
                        <a:pt x="88527214" y="31074920"/>
                      </a:lnTo>
                      <a:lnTo>
                        <a:pt x="88624465" y="32005847"/>
                      </a:lnTo>
                      <a:lnTo>
                        <a:pt x="87130949" y="32228157"/>
                      </a:lnTo>
                      <a:lnTo>
                        <a:pt x="87165920" y="32957707"/>
                      </a:lnTo>
                      <a:lnTo>
                        <a:pt x="86422403" y="32943724"/>
                      </a:lnTo>
                      <a:lnTo>
                        <a:pt x="85672173" y="32818671"/>
                      </a:lnTo>
                      <a:lnTo>
                        <a:pt x="85026143" y="32818671"/>
                      </a:lnTo>
                      <a:lnTo>
                        <a:pt x="83914699" y="33499502"/>
                      </a:lnTo>
                      <a:lnTo>
                        <a:pt x="83372866" y="34194229"/>
                      </a:lnTo>
                      <a:lnTo>
                        <a:pt x="82108592" y="34270644"/>
                      </a:lnTo>
                      <a:lnTo>
                        <a:pt x="82171117" y="33763494"/>
                      </a:lnTo>
                      <a:lnTo>
                        <a:pt x="81941880" y="33568971"/>
                      </a:lnTo>
                      <a:lnTo>
                        <a:pt x="81650121" y="34027489"/>
                      </a:lnTo>
                      <a:lnTo>
                        <a:pt x="80649820" y="33562024"/>
                      </a:lnTo>
                      <a:lnTo>
                        <a:pt x="79948220" y="33520342"/>
                      </a:lnTo>
                      <a:lnTo>
                        <a:pt x="79142420" y="33596766"/>
                      </a:lnTo>
                      <a:cubicBezTo>
                        <a:pt x="79140104" y="33397612"/>
                        <a:pt x="79137787" y="33198459"/>
                        <a:pt x="79135471" y="32999305"/>
                      </a:cubicBezTo>
                      <a:lnTo>
                        <a:pt x="79093796" y="32360147"/>
                      </a:lnTo>
                      <a:lnTo>
                        <a:pt x="78795092" y="32318471"/>
                      </a:lnTo>
                      <a:lnTo>
                        <a:pt x="78635322" y="32790888"/>
                      </a:lnTo>
                      <a:lnTo>
                        <a:pt x="77947611" y="32742254"/>
                      </a:lnTo>
                      <a:lnTo>
                        <a:pt x="77044560" y="32915935"/>
                      </a:lnTo>
                      <a:lnTo>
                        <a:pt x="75384337" y="33117405"/>
                      </a:lnTo>
                      <a:lnTo>
                        <a:pt x="74078377" y="33423082"/>
                      </a:lnTo>
                      <a:lnTo>
                        <a:pt x="73397623" y="33721806"/>
                      </a:lnTo>
                      <a:lnTo>
                        <a:pt x="72181976" y="33951071"/>
                      </a:lnTo>
                      <a:lnTo>
                        <a:pt x="70619004" y="34374851"/>
                      </a:lnTo>
                      <a:lnTo>
                        <a:pt x="68271067" y="35097356"/>
                      </a:lnTo>
                      <a:lnTo>
                        <a:pt x="63922527" y="36104709"/>
                      </a:lnTo>
                      <a:lnTo>
                        <a:pt x="63213975" y="36646589"/>
                      </a:lnTo>
                      <a:lnTo>
                        <a:pt x="61560701" y="37084271"/>
                      </a:lnTo>
                      <a:lnTo>
                        <a:pt x="60393675" y="37348260"/>
                      </a:lnTo>
                      <a:lnTo>
                        <a:pt x="59615665" y="37681731"/>
                      </a:lnTo>
                      <a:lnTo>
                        <a:pt x="58851546" y="38168036"/>
                      </a:lnTo>
                      <a:lnTo>
                        <a:pt x="58372217" y="38557074"/>
                      </a:lnTo>
                      <a:lnTo>
                        <a:pt x="56788419" y="39543588"/>
                      </a:lnTo>
                      <a:lnTo>
                        <a:pt x="55975670" y="40057682"/>
                      </a:lnTo>
                      <a:lnTo>
                        <a:pt x="55614453" y="40516203"/>
                      </a:lnTo>
                      <a:lnTo>
                        <a:pt x="55211555" y="40349463"/>
                      </a:lnTo>
                      <a:lnTo>
                        <a:pt x="54648875" y="39724236"/>
                      </a:lnTo>
                      <a:lnTo>
                        <a:pt x="54308504" y="39092013"/>
                      </a:lnTo>
                      <a:lnTo>
                        <a:pt x="53829190" y="38362557"/>
                      </a:lnTo>
                      <a:lnTo>
                        <a:pt x="53565220" y="37730360"/>
                      </a:lnTo>
                      <a:cubicBezTo>
                        <a:pt x="53567531" y="37508046"/>
                        <a:pt x="53569843" y="37285733"/>
                        <a:pt x="53572154" y="37063419"/>
                      </a:cubicBezTo>
                      <a:lnTo>
                        <a:pt x="55114301" y="36827219"/>
                      </a:lnTo>
                      <a:lnTo>
                        <a:pt x="55989568" y="36910584"/>
                      </a:lnTo>
                      <a:lnTo>
                        <a:pt x="57323335" y="35590604"/>
                      </a:lnTo>
                      <a:lnTo>
                        <a:pt x="57163534" y="35298832"/>
                      </a:lnTo>
                      <a:lnTo>
                        <a:pt x="56448039" y="36083869"/>
                      </a:lnTo>
                      <a:lnTo>
                        <a:pt x="55586670" y="36556284"/>
                      </a:lnTo>
                      <a:lnTo>
                        <a:pt x="54780855" y="36042196"/>
                      </a:lnTo>
                      <a:lnTo>
                        <a:pt x="54780873" y="35437774"/>
                      </a:lnTo>
                      <a:lnTo>
                        <a:pt x="54107048" y="35271048"/>
                      </a:lnTo>
                      <a:lnTo>
                        <a:pt x="54655830" y="34555479"/>
                      </a:lnTo>
                      <a:lnTo>
                        <a:pt x="54655833" y="33992754"/>
                      </a:lnTo>
                      <a:lnTo>
                        <a:pt x="54287658" y="33436975"/>
                      </a:lnTo>
                      <a:lnTo>
                        <a:pt x="54628043" y="32999302"/>
                      </a:lnTo>
                      <a:lnTo>
                        <a:pt x="55197660" y="32610258"/>
                      </a:lnTo>
                      <a:lnTo>
                        <a:pt x="55524157" y="32144778"/>
                      </a:lnTo>
                      <a:lnTo>
                        <a:pt x="54989264" y="32151739"/>
                      </a:lnTo>
                      <a:lnTo>
                        <a:pt x="54676667" y="32339313"/>
                      </a:lnTo>
                      <a:lnTo>
                        <a:pt x="54711402" y="32658889"/>
                      </a:lnTo>
                      <a:lnTo>
                        <a:pt x="54252928" y="32881205"/>
                      </a:lnTo>
                      <a:lnTo>
                        <a:pt x="53905603" y="32492155"/>
                      </a:lnTo>
                      <a:lnTo>
                        <a:pt x="53801403" y="32137846"/>
                      </a:lnTo>
                      <a:lnTo>
                        <a:pt x="53891711" y="31755751"/>
                      </a:lnTo>
                      <a:lnTo>
                        <a:pt x="53863925" y="31311126"/>
                      </a:lnTo>
                      <a:lnTo>
                        <a:pt x="53620787" y="31290272"/>
                      </a:lnTo>
                      <a:lnTo>
                        <a:pt x="53461023" y="31686277"/>
                      </a:lnTo>
                      <a:lnTo>
                        <a:pt x="53481864" y="31991957"/>
                      </a:lnTo>
                      <a:lnTo>
                        <a:pt x="53120641" y="31832166"/>
                      </a:lnTo>
                      <a:lnTo>
                        <a:pt x="53127584" y="32172582"/>
                      </a:lnTo>
                      <a:lnTo>
                        <a:pt x="53530488" y="32401841"/>
                      </a:lnTo>
                      <a:lnTo>
                        <a:pt x="53926443" y="33061827"/>
                      </a:lnTo>
                      <a:lnTo>
                        <a:pt x="53898651" y="33937161"/>
                      </a:lnTo>
                      <a:lnTo>
                        <a:pt x="54176521" y="34395694"/>
                      </a:lnTo>
                      <a:lnTo>
                        <a:pt x="53863925" y="35041786"/>
                      </a:lnTo>
                      <a:lnTo>
                        <a:pt x="53509650" y="35125151"/>
                      </a:lnTo>
                      <a:lnTo>
                        <a:pt x="53238729" y="35264093"/>
                      </a:lnTo>
                      <a:lnTo>
                        <a:pt x="53836141" y="35778190"/>
                      </a:lnTo>
                      <a:lnTo>
                        <a:pt x="53051159" y="36465953"/>
                      </a:lnTo>
                      <a:lnTo>
                        <a:pt x="52960871" y="37230160"/>
                      </a:lnTo>
                      <a:lnTo>
                        <a:pt x="53197054" y="38515398"/>
                      </a:lnTo>
                      <a:lnTo>
                        <a:pt x="52946980" y="38855819"/>
                      </a:lnTo>
                      <a:lnTo>
                        <a:pt x="52106445" y="38654341"/>
                      </a:lnTo>
                      <a:lnTo>
                        <a:pt x="51543777" y="38550131"/>
                      </a:lnTo>
                      <a:lnTo>
                        <a:pt x="50897747" y="38654341"/>
                      </a:lnTo>
                      <a:lnTo>
                        <a:pt x="50710188" y="38953071"/>
                      </a:lnTo>
                      <a:lnTo>
                        <a:pt x="50321187" y="39057284"/>
                      </a:lnTo>
                      <a:lnTo>
                        <a:pt x="49737676" y="38487606"/>
                      </a:lnTo>
                      <a:lnTo>
                        <a:pt x="48924924" y="38473713"/>
                      </a:lnTo>
                      <a:lnTo>
                        <a:pt x="48633169" y="38140244"/>
                      </a:lnTo>
                      <a:lnTo>
                        <a:pt x="48160806" y="38133297"/>
                      </a:lnTo>
                      <a:lnTo>
                        <a:pt x="47799583" y="38369506"/>
                      </a:lnTo>
                      <a:lnTo>
                        <a:pt x="47563403" y="38550134"/>
                      </a:lnTo>
                      <a:lnTo>
                        <a:pt x="47160499" y="38508454"/>
                      </a:lnTo>
                      <a:lnTo>
                        <a:pt x="47146610" y="38147193"/>
                      </a:lnTo>
                      <a:lnTo>
                        <a:pt x="46875698" y="37848463"/>
                      </a:lnTo>
                      <a:lnTo>
                        <a:pt x="46500577" y="37799828"/>
                      </a:lnTo>
                      <a:lnTo>
                        <a:pt x="46299199" y="38035643"/>
                      </a:lnTo>
                      <a:lnTo>
                        <a:pt x="46667295" y="38230558"/>
                      </a:lnTo>
                      <a:lnTo>
                        <a:pt x="46854854" y="38598765"/>
                      </a:lnTo>
                      <a:lnTo>
                        <a:pt x="47653711" y="38834971"/>
                      </a:lnTo>
                      <a:lnTo>
                        <a:pt x="48320578" y="38466761"/>
                      </a:lnTo>
                      <a:lnTo>
                        <a:pt x="48890189" y="38904442"/>
                      </a:lnTo>
                      <a:lnTo>
                        <a:pt x="49425080" y="38814126"/>
                      </a:lnTo>
                      <a:lnTo>
                        <a:pt x="49723778" y="38932228"/>
                      </a:lnTo>
                      <a:lnTo>
                        <a:pt x="49890494" y="39356011"/>
                      </a:lnTo>
                      <a:lnTo>
                        <a:pt x="50397595" y="39633902"/>
                      </a:lnTo>
                      <a:lnTo>
                        <a:pt x="50800499" y="39196220"/>
                      </a:lnTo>
                      <a:lnTo>
                        <a:pt x="50786601" y="39724210"/>
                      </a:lnTo>
                      <a:lnTo>
                        <a:pt x="50751866" y="40127150"/>
                      </a:lnTo>
                      <a:lnTo>
                        <a:pt x="51161710" y="40655149"/>
                      </a:lnTo>
                      <a:lnTo>
                        <a:pt x="51432628" y="40523147"/>
                      </a:lnTo>
                      <a:lnTo>
                        <a:pt x="51898051" y="39883998"/>
                      </a:lnTo>
                      <a:lnTo>
                        <a:pt x="52134231" y="39356002"/>
                      </a:lnTo>
                      <a:lnTo>
                        <a:pt x="53183162" y="39661688"/>
                      </a:lnTo>
                      <a:lnTo>
                        <a:pt x="53759725" y="39883998"/>
                      </a:lnTo>
                      <a:lnTo>
                        <a:pt x="54704465" y="40537037"/>
                      </a:lnTo>
                      <a:lnTo>
                        <a:pt x="54760024" y="41092810"/>
                      </a:lnTo>
                      <a:lnTo>
                        <a:pt x="52518929" y="42805688"/>
                      </a:lnTo>
                      <a:lnTo>
                        <a:pt x="52069067" y="42954340"/>
                      </a:lnTo>
                      <a:lnTo>
                        <a:pt x="51564722" y="42795766"/>
                      </a:lnTo>
                      <a:lnTo>
                        <a:pt x="51272086" y="42432524"/>
                      </a:lnTo>
                      <a:lnTo>
                        <a:pt x="51078687" y="42048112"/>
                      </a:lnTo>
                      <a:lnTo>
                        <a:pt x="50348968" y="41769562"/>
                      </a:lnTo>
                      <a:lnTo>
                        <a:pt x="49952896" y="41873647"/>
                      </a:lnTo>
                      <a:lnTo>
                        <a:pt x="50229447" y="42178451"/>
                      </a:lnTo>
                      <a:lnTo>
                        <a:pt x="50264727" y="43927392"/>
                      </a:lnTo>
                      <a:lnTo>
                        <a:pt x="49992374" y="44484493"/>
                      </a:lnTo>
                      <a:lnTo>
                        <a:pt x="49033973" y="43354844"/>
                      </a:lnTo>
                      <a:lnTo>
                        <a:pt x="48701452" y="43639200"/>
                      </a:lnTo>
                      <a:lnTo>
                        <a:pt x="49034419" y="44141982"/>
                      </a:lnTo>
                      <a:lnTo>
                        <a:pt x="49041916" y="44489578"/>
                      </a:lnTo>
                      <a:lnTo>
                        <a:pt x="48699439" y="44173964"/>
                      </a:lnTo>
                      <a:lnTo>
                        <a:pt x="48227073" y="43860124"/>
                      </a:lnTo>
                      <a:lnTo>
                        <a:pt x="47804548" y="43260676"/>
                      </a:lnTo>
                      <a:lnTo>
                        <a:pt x="47106364" y="43200465"/>
                      </a:lnTo>
                      <a:lnTo>
                        <a:pt x="46176189" y="43309637"/>
                      </a:lnTo>
                      <a:lnTo>
                        <a:pt x="45558935" y="43609803"/>
                      </a:lnTo>
                      <a:lnTo>
                        <a:pt x="44636260" y="44241230"/>
                      </a:lnTo>
                      <a:lnTo>
                        <a:pt x="43542450" y="44195136"/>
                      </a:lnTo>
                      <a:lnTo>
                        <a:pt x="43373529" y="43976351"/>
                      </a:lnTo>
                      <a:lnTo>
                        <a:pt x="43006571" y="44079793"/>
                      </a:lnTo>
                      <a:lnTo>
                        <a:pt x="43148152" y="43652148"/>
                      </a:lnTo>
                      <a:lnTo>
                        <a:pt x="43024880" y="43320000"/>
                      </a:lnTo>
                      <a:lnTo>
                        <a:pt x="42649175" y="44026917"/>
                      </a:lnTo>
                      <a:lnTo>
                        <a:pt x="42213342" y="43606051"/>
                      </a:lnTo>
                      <a:lnTo>
                        <a:pt x="42587797" y="43278096"/>
                      </a:lnTo>
                      <a:lnTo>
                        <a:pt x="42344558" y="43098353"/>
                      </a:lnTo>
                      <a:lnTo>
                        <a:pt x="42054710" y="43434015"/>
                      </a:lnTo>
                      <a:lnTo>
                        <a:pt x="41510080" y="43431232"/>
                      </a:lnTo>
                      <a:lnTo>
                        <a:pt x="41118295" y="43884196"/>
                      </a:lnTo>
                      <a:lnTo>
                        <a:pt x="40773750" y="43614637"/>
                      </a:lnTo>
                      <a:lnTo>
                        <a:pt x="40218029" y="44239962"/>
                      </a:lnTo>
                      <a:lnTo>
                        <a:pt x="39289969" y="43364538"/>
                      </a:lnTo>
                      <a:lnTo>
                        <a:pt x="38653663" y="42728168"/>
                      </a:lnTo>
                      <a:lnTo>
                        <a:pt x="38350794" y="42625349"/>
                      </a:lnTo>
                      <a:lnTo>
                        <a:pt x="38070153" y="42261310"/>
                      </a:lnTo>
                      <a:lnTo>
                        <a:pt x="37703380" y="42597563"/>
                      </a:lnTo>
                      <a:lnTo>
                        <a:pt x="34555213" y="40602300"/>
                      </a:lnTo>
                      <a:lnTo>
                        <a:pt x="32901913" y="42861567"/>
                      </a:lnTo>
                      <a:lnTo>
                        <a:pt x="28811800" y="40432811"/>
                      </a:lnTo>
                      <a:lnTo>
                        <a:pt x="29211935" y="39707515"/>
                      </a:lnTo>
                      <a:lnTo>
                        <a:pt x="29884361" y="39510217"/>
                      </a:lnTo>
                      <a:lnTo>
                        <a:pt x="32490716" y="41088640"/>
                      </a:lnTo>
                      <a:lnTo>
                        <a:pt x="33360421" y="39877028"/>
                      </a:lnTo>
                      <a:lnTo>
                        <a:pt x="30929127" y="38312532"/>
                      </a:lnTo>
                      <a:lnTo>
                        <a:pt x="31323696" y="37640026"/>
                      </a:lnTo>
                      <a:lnTo>
                        <a:pt x="30092760" y="36122742"/>
                      </a:lnTo>
                      <a:lnTo>
                        <a:pt x="29562046" y="35066760"/>
                      </a:lnTo>
                      <a:lnTo>
                        <a:pt x="28853499" y="34096920"/>
                      </a:lnTo>
                      <a:lnTo>
                        <a:pt x="28275543" y="34185846"/>
                      </a:lnTo>
                      <a:lnTo>
                        <a:pt x="27936553" y="33891283"/>
                      </a:lnTo>
                      <a:lnTo>
                        <a:pt x="27614225" y="33688418"/>
                      </a:lnTo>
                      <a:lnTo>
                        <a:pt x="27783721" y="33185436"/>
                      </a:lnTo>
                      <a:lnTo>
                        <a:pt x="28036566" y="32757463"/>
                      </a:lnTo>
                      <a:lnTo>
                        <a:pt x="27266909" y="32357334"/>
                      </a:lnTo>
                      <a:lnTo>
                        <a:pt x="25696971" y="32082209"/>
                      </a:lnTo>
                      <a:lnTo>
                        <a:pt x="25402451" y="32843640"/>
                      </a:lnTo>
                      <a:lnTo>
                        <a:pt x="25185715" y="33335501"/>
                      </a:lnTo>
                      <a:lnTo>
                        <a:pt x="25394114" y="33741219"/>
                      </a:lnTo>
                      <a:lnTo>
                        <a:pt x="26258264" y="34627689"/>
                      </a:lnTo>
                      <a:lnTo>
                        <a:pt x="26775087" y="35277952"/>
                      </a:lnTo>
                      <a:lnTo>
                        <a:pt x="27411393" y="35647546"/>
                      </a:lnTo>
                      <a:lnTo>
                        <a:pt x="27928215" y="35594745"/>
                      </a:lnTo>
                      <a:lnTo>
                        <a:pt x="28520063" y="35261275"/>
                      </a:lnTo>
                      <a:lnTo>
                        <a:pt x="28859053" y="35291845"/>
                      </a:lnTo>
                      <a:lnTo>
                        <a:pt x="29473130" y="36017140"/>
                      </a:lnTo>
                      <a:lnTo>
                        <a:pt x="29678289" y="36887066"/>
                      </a:lnTo>
                      <a:lnTo>
                        <a:pt x="29214253" y="36967654"/>
                      </a:lnTo>
                      <a:lnTo>
                        <a:pt x="28573298" y="37056568"/>
                      </a:lnTo>
                      <a:lnTo>
                        <a:pt x="27877714" y="36850942"/>
                      </a:lnTo>
                      <a:lnTo>
                        <a:pt x="27299748" y="36681428"/>
                      </a:lnTo>
                      <a:lnTo>
                        <a:pt x="27444245" y="36209013"/>
                      </a:lnTo>
                      <a:lnTo>
                        <a:pt x="27142298" y="36074697"/>
                      </a:lnTo>
                      <a:lnTo>
                        <a:pt x="26350375" y="36593430"/>
                      </a:lnTo>
                      <a:lnTo>
                        <a:pt x="24400641" y="36139559"/>
                      </a:lnTo>
                      <a:lnTo>
                        <a:pt x="23937568" y="35455928"/>
                      </a:lnTo>
                      <a:lnTo>
                        <a:pt x="24248781" y="35347554"/>
                      </a:lnTo>
                      <a:lnTo>
                        <a:pt x="24434954" y="34952943"/>
                      </a:lnTo>
                      <a:lnTo>
                        <a:pt x="23968135" y="34922374"/>
                      </a:lnTo>
                      <a:lnTo>
                        <a:pt x="23745841" y="34494421"/>
                      </a:lnTo>
                      <a:lnTo>
                        <a:pt x="23737503" y="33910849"/>
                      </a:lnTo>
                      <a:lnTo>
                        <a:pt x="24070945" y="33402310"/>
                      </a:lnTo>
                      <a:lnTo>
                        <a:pt x="24529426" y="32796506"/>
                      </a:lnTo>
                      <a:lnTo>
                        <a:pt x="24823964" y="31929492"/>
                      </a:lnTo>
                      <a:lnTo>
                        <a:pt x="25068488" y="31140282"/>
                      </a:lnTo>
                      <a:lnTo>
                        <a:pt x="25032366" y="30459445"/>
                      </a:lnTo>
                      <a:lnTo>
                        <a:pt x="24843422" y="30045386"/>
                      </a:lnTo>
                      <a:lnTo>
                        <a:pt x="23899224" y="29917468"/>
                      </a:lnTo>
                      <a:lnTo>
                        <a:pt x="24266009" y="29256095"/>
                      </a:lnTo>
                      <a:lnTo>
                        <a:pt x="25177401" y="29939711"/>
                      </a:lnTo>
                      <a:lnTo>
                        <a:pt x="25138497" y="29033782"/>
                      </a:lnTo>
                      <a:lnTo>
                        <a:pt x="24957881" y="28411305"/>
                      </a:lnTo>
                      <a:lnTo>
                        <a:pt x="24546649" y="27644330"/>
                      </a:lnTo>
                      <a:lnTo>
                        <a:pt x="24190984" y="27119117"/>
                      </a:lnTo>
                      <a:lnTo>
                        <a:pt x="23673586" y="26913491"/>
                      </a:lnTo>
                      <a:lnTo>
                        <a:pt x="23076760" y="26891249"/>
                      </a:lnTo>
                      <a:lnTo>
                        <a:pt x="22539895" y="27088629"/>
                      </a:lnTo>
                      <a:lnTo>
                        <a:pt x="22559937" y="27452586"/>
                      </a:lnTo>
                      <a:lnTo>
                        <a:pt x="22876698" y="27841629"/>
                      </a:lnTo>
                      <a:lnTo>
                        <a:pt x="23312942" y="27877753"/>
                      </a:lnTo>
                      <a:lnTo>
                        <a:pt x="23593583" y="28158422"/>
                      </a:lnTo>
                      <a:lnTo>
                        <a:pt x="23585245" y="28447429"/>
                      </a:lnTo>
                      <a:lnTo>
                        <a:pt x="23829204" y="29158924"/>
                      </a:lnTo>
                      <a:lnTo>
                        <a:pt x="23606909" y="29828639"/>
                      </a:lnTo>
                      <a:lnTo>
                        <a:pt x="23651368" y="30242698"/>
                      </a:lnTo>
                      <a:lnTo>
                        <a:pt x="23781962" y="30334407"/>
                      </a:lnTo>
                      <a:lnTo>
                        <a:pt x="24271010" y="30439997"/>
                      </a:lnTo>
                      <a:lnTo>
                        <a:pt x="24551656" y="30417766"/>
                      </a:lnTo>
                      <a:lnTo>
                        <a:pt x="24768396" y="30748466"/>
                      </a:lnTo>
                      <a:lnTo>
                        <a:pt x="24687815" y="31318145"/>
                      </a:lnTo>
                      <a:lnTo>
                        <a:pt x="24340482" y="31768328"/>
                      </a:lnTo>
                      <a:lnTo>
                        <a:pt x="23882000" y="32432488"/>
                      </a:lnTo>
                      <a:lnTo>
                        <a:pt x="23423519" y="33332855"/>
                      </a:lnTo>
                      <a:lnTo>
                        <a:pt x="23026172" y="34419401"/>
                      </a:lnTo>
                      <a:lnTo>
                        <a:pt x="22684393" y="35178041"/>
                      </a:lnTo>
                      <a:lnTo>
                        <a:pt x="22898350" y="35489281"/>
                      </a:lnTo>
                      <a:lnTo>
                        <a:pt x="23134536" y="35444818"/>
                      </a:lnTo>
                      <a:lnTo>
                        <a:pt x="23415182" y="35428142"/>
                      </a:lnTo>
                      <a:lnTo>
                        <a:pt x="23543920" y="36005173"/>
                      </a:lnTo>
                      <a:lnTo>
                        <a:pt x="22719586" y="35847755"/>
                      </a:lnTo>
                      <a:lnTo>
                        <a:pt x="22210164" y="35412393"/>
                      </a:lnTo>
                      <a:lnTo>
                        <a:pt x="21464555" y="34731557"/>
                      </a:lnTo>
                      <a:lnTo>
                        <a:pt x="20769887" y="34472190"/>
                      </a:lnTo>
                      <a:lnTo>
                        <a:pt x="20116907" y="34592613"/>
                      </a:lnTo>
                      <a:lnTo>
                        <a:pt x="19482434" y="34699131"/>
                      </a:lnTo>
                      <a:lnTo>
                        <a:pt x="19491938" y="35903223"/>
                      </a:lnTo>
                      <a:lnTo>
                        <a:pt x="18389503" y="35894074"/>
                      </a:lnTo>
                      <a:lnTo>
                        <a:pt x="18301513" y="35472604"/>
                      </a:lnTo>
                      <a:lnTo>
                        <a:pt x="17606845" y="35148399"/>
                      </a:lnTo>
                      <a:lnTo>
                        <a:pt x="17291934" y="34666718"/>
                      </a:lnTo>
                      <a:lnTo>
                        <a:pt x="16574109" y="34745450"/>
                      </a:lnTo>
                      <a:lnTo>
                        <a:pt x="16208507" y="35370602"/>
                      </a:lnTo>
                      <a:lnTo>
                        <a:pt x="16347187" y="36209013"/>
                      </a:lnTo>
                      <a:lnTo>
                        <a:pt x="14328017" y="36357235"/>
                      </a:lnTo>
                      <a:lnTo>
                        <a:pt x="14059420" y="34342512"/>
                      </a:lnTo>
                      <a:lnTo>
                        <a:pt x="13503683" y="34421233"/>
                      </a:lnTo>
                      <a:lnTo>
                        <a:pt x="13809615" y="36792475"/>
                      </a:lnTo>
                      <a:lnTo>
                        <a:pt x="12929428" y="36987114"/>
                      </a:lnTo>
                      <a:lnTo>
                        <a:pt x="12702507" y="36403541"/>
                      </a:lnTo>
                      <a:lnTo>
                        <a:pt x="12118986" y="35819969"/>
                      </a:lnTo>
                      <a:lnTo>
                        <a:pt x="12007839" y="35333661"/>
                      </a:lnTo>
                      <a:lnTo>
                        <a:pt x="11993947" y="34865873"/>
                      </a:lnTo>
                      <a:lnTo>
                        <a:pt x="11248338" y="35041869"/>
                      </a:lnTo>
                      <a:lnTo>
                        <a:pt x="11012151" y="35454072"/>
                      </a:lnTo>
                      <a:lnTo>
                        <a:pt x="10970464" y="36162695"/>
                      </a:lnTo>
                      <a:lnTo>
                        <a:pt x="11591034" y="36746267"/>
                      </a:lnTo>
                      <a:lnTo>
                        <a:pt x="12142143" y="37371519"/>
                      </a:lnTo>
                      <a:lnTo>
                        <a:pt x="10437873" y="38594271"/>
                      </a:lnTo>
                      <a:lnTo>
                        <a:pt x="9766386" y="37843934"/>
                      </a:lnTo>
                      <a:lnTo>
                        <a:pt x="9479258" y="38348774"/>
                      </a:lnTo>
                      <a:lnTo>
                        <a:pt x="8775325" y="37987516"/>
                      </a:lnTo>
                      <a:lnTo>
                        <a:pt x="9122671" y="37302053"/>
                      </a:lnTo>
                      <a:lnTo>
                        <a:pt x="7816687" y="36079324"/>
                      </a:lnTo>
                      <a:lnTo>
                        <a:pt x="7395255" y="36375743"/>
                      </a:lnTo>
                      <a:lnTo>
                        <a:pt x="7015498" y="36042272"/>
                      </a:lnTo>
                      <a:lnTo>
                        <a:pt x="7390616" y="35671748"/>
                      </a:lnTo>
                      <a:lnTo>
                        <a:pt x="7992667" y="35222492"/>
                      </a:lnTo>
                      <a:lnTo>
                        <a:pt x="8205697" y="34875127"/>
                      </a:lnTo>
                      <a:lnTo>
                        <a:pt x="8696600" y="34351767"/>
                      </a:lnTo>
                      <a:lnTo>
                        <a:pt x="8455787" y="33805247"/>
                      </a:lnTo>
                      <a:lnTo>
                        <a:pt x="7677756" y="34333235"/>
                      </a:lnTo>
                      <a:lnTo>
                        <a:pt x="6955625" y="35171447"/>
                      </a:lnTo>
                      <a:lnTo>
                        <a:pt x="6260624" y="34435138"/>
                      </a:lnTo>
                      <a:lnTo>
                        <a:pt x="7566929" y="33059479"/>
                      </a:lnTo>
                      <a:lnTo>
                        <a:pt x="6913628" y="32591784"/>
                      </a:lnTo>
                      <a:lnTo>
                        <a:pt x="5552030" y="33731119"/>
                      </a:lnTo>
                      <a:lnTo>
                        <a:pt x="4403566" y="32818737"/>
                      </a:lnTo>
                      <a:lnTo>
                        <a:pt x="3560690" y="33934924"/>
                      </a:lnTo>
                      <a:lnTo>
                        <a:pt x="4514713" y="35194706"/>
                      </a:lnTo>
                      <a:lnTo>
                        <a:pt x="6760805" y="39214872"/>
                      </a:lnTo>
                      <a:lnTo>
                        <a:pt x="6936774" y="40053172"/>
                      </a:lnTo>
                      <a:lnTo>
                        <a:pt x="6649646" y="40581160"/>
                      </a:lnTo>
                      <a:lnTo>
                        <a:pt x="5510401" y="41197158"/>
                      </a:lnTo>
                      <a:lnTo>
                        <a:pt x="2222296" y="43364693"/>
                      </a:lnTo>
                      <a:lnTo>
                        <a:pt x="3370818" y="45291406"/>
                      </a:lnTo>
                      <a:lnTo>
                        <a:pt x="4306299" y="47042122"/>
                      </a:lnTo>
                      <a:lnTo>
                        <a:pt x="4889819" y="48334317"/>
                      </a:lnTo>
                      <a:lnTo>
                        <a:pt x="5515027" y="49621885"/>
                      </a:lnTo>
                      <a:lnTo>
                        <a:pt x="5024135" y="49955359"/>
                      </a:lnTo>
                      <a:lnTo>
                        <a:pt x="120497" y="46726859"/>
                      </a:lnTo>
                      <a:lnTo>
                        <a:pt x="0" y="37477795"/>
                      </a:lnTo>
                      <a:lnTo>
                        <a:pt x="1379455" y="34310099"/>
                      </a:lnTo>
                      <a:lnTo>
                        <a:pt x="4139572" y="26751447"/>
                      </a:lnTo>
                      <a:lnTo>
                        <a:pt x="3662584" y="26339255"/>
                      </a:lnTo>
                      <a:lnTo>
                        <a:pt x="3745947" y="25658419"/>
                      </a:lnTo>
                      <a:lnTo>
                        <a:pt x="4375782" y="25468530"/>
                      </a:lnTo>
                      <a:lnTo>
                        <a:pt x="4454507" y="25936317"/>
                      </a:lnTo>
                      <a:lnTo>
                        <a:pt x="5306636" y="26297575"/>
                      </a:lnTo>
                      <a:lnTo>
                        <a:pt x="5621548" y="26658833"/>
                      </a:lnTo>
                      <a:lnTo>
                        <a:pt x="5871626" y="27140514"/>
                      </a:lnTo>
                      <a:lnTo>
                        <a:pt x="6381049" y="27182194"/>
                      </a:lnTo>
                      <a:lnTo>
                        <a:pt x="7052559" y="27182194"/>
                      </a:lnTo>
                      <a:lnTo>
                        <a:pt x="6882997" y="27680454"/>
                      </a:lnTo>
                      <a:lnTo>
                        <a:pt x="6927455" y="28122297"/>
                      </a:lnTo>
                      <a:lnTo>
                        <a:pt x="7413104" y="28746601"/>
                      </a:lnTo>
                      <a:lnTo>
                        <a:pt x="7863847" y="28869824"/>
                      </a:lnTo>
                      <a:lnTo>
                        <a:pt x="8558502" y="28514123"/>
                      </a:lnTo>
                      <a:lnTo>
                        <a:pt x="9790366" y="28441897"/>
                      </a:lnTo>
                      <a:lnTo>
                        <a:pt x="9845005" y="27944447"/>
                      </a:lnTo>
                      <a:lnTo>
                        <a:pt x="9178133" y="28339056"/>
                      </a:lnTo>
                      <a:lnTo>
                        <a:pt x="8764118" y="28197330"/>
                      </a:lnTo>
                      <a:lnTo>
                        <a:pt x="8238958" y="27908322"/>
                      </a:lnTo>
                      <a:lnTo>
                        <a:pt x="7891630" y="28050049"/>
                      </a:lnTo>
                      <a:lnTo>
                        <a:pt x="7602652" y="27524835"/>
                      </a:lnTo>
                      <a:lnTo>
                        <a:pt x="7766593" y="27133010"/>
                      </a:lnTo>
                      <a:lnTo>
                        <a:pt x="7177529" y="26655042"/>
                      </a:lnTo>
                      <a:lnTo>
                        <a:pt x="6002171" y="25554598"/>
                      </a:lnTo>
                      <a:lnTo>
                        <a:pt x="5205612" y="24398581"/>
                      </a:lnTo>
                      <a:lnTo>
                        <a:pt x="5682639" y="24117912"/>
                      </a:lnTo>
                      <a:lnTo>
                        <a:pt x="5907701" y="23676069"/>
                      </a:lnTo>
                      <a:lnTo>
                        <a:pt x="6366174" y="23373169"/>
                      </a:lnTo>
                      <a:lnTo>
                        <a:pt x="7260891" y="23203656"/>
                      </a:lnTo>
                      <a:lnTo>
                        <a:pt x="7608218" y="22922988"/>
                      </a:lnTo>
                      <a:lnTo>
                        <a:pt x="7580423" y="22436682"/>
                      </a:lnTo>
                      <a:lnTo>
                        <a:pt x="7519290" y="22039301"/>
                      </a:lnTo>
                      <a:lnTo>
                        <a:pt x="8266741" y="21136156"/>
                      </a:lnTo>
                      <a:lnTo>
                        <a:pt x="8872480" y="21272327"/>
                      </a:lnTo>
                      <a:lnTo>
                        <a:pt x="9539352" y="21086138"/>
                      </a:lnTo>
                      <a:lnTo>
                        <a:pt x="10572998" y="20916626"/>
                      </a:lnTo>
                      <a:lnTo>
                        <a:pt x="10859193" y="21161170"/>
                      </a:lnTo>
                      <a:lnTo>
                        <a:pt x="11614981" y="20827700"/>
                      </a:lnTo>
                      <a:lnTo>
                        <a:pt x="11506630" y="20455335"/>
                      </a:lnTo>
                      <a:lnTo>
                        <a:pt x="11909513" y="20038495"/>
                      </a:lnTo>
                      <a:lnTo>
                        <a:pt x="12020659" y="19327092"/>
                      </a:lnTo>
                      <a:lnTo>
                        <a:pt x="11920634" y="18815772"/>
                      </a:lnTo>
                      <a:lnTo>
                        <a:pt x="11731681" y="18487869"/>
                      </a:lnTo>
                      <a:lnTo>
                        <a:pt x="11228750" y="18354481"/>
                      </a:lnTo>
                      <a:lnTo>
                        <a:pt x="10636902" y="18368374"/>
                      </a:lnTo>
                      <a:lnTo>
                        <a:pt x="10158983" y="18790769"/>
                      </a:lnTo>
                      <a:lnTo>
                        <a:pt x="9326233" y="19028854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9" name="任意多边形 5">
                  <a:extLst>
                    <a:ext uri="{FF2B5EF4-FFF2-40B4-BE49-F238E27FC236}">
                      <a16:creationId xmlns:a16="http://schemas.microsoft.com/office/drawing/2014/main" id="{93D545B4-EA22-406A-0E52-6B684A6EDE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59249" y="3466782"/>
                  <a:ext cx="706025" cy="459716"/>
                </a:xfrm>
                <a:custGeom>
                  <a:avLst/>
                  <a:gdLst>
                    <a:gd name="T0" fmla="*/ 12277 w 17625354"/>
                    <a:gd name="T1" fmla="*/ 235262 h 11269231"/>
                    <a:gd name="T2" fmla="*/ 77066 w 17625354"/>
                    <a:gd name="T3" fmla="*/ 178533 h 11269231"/>
                    <a:gd name="T4" fmla="*/ 166860 w 17625354"/>
                    <a:gd name="T5" fmla="*/ 112855 h 11269231"/>
                    <a:gd name="T6" fmla="*/ 259064 w 17625354"/>
                    <a:gd name="T7" fmla="*/ 50183 h 11269231"/>
                    <a:gd name="T8" fmla="*/ 349506 w 17625354"/>
                    <a:gd name="T9" fmla="*/ 14699 h 11269231"/>
                    <a:gd name="T10" fmla="*/ 364654 w 17625354"/>
                    <a:gd name="T11" fmla="*/ 68247 h 11269231"/>
                    <a:gd name="T12" fmla="*/ 307878 w 17625354"/>
                    <a:gd name="T13" fmla="*/ 135889 h 11269231"/>
                    <a:gd name="T14" fmla="*/ 299230 w 17625354"/>
                    <a:gd name="T15" fmla="*/ 180561 h 11269231"/>
                    <a:gd name="T16" fmla="*/ 369457 w 17625354"/>
                    <a:gd name="T17" fmla="*/ 163726 h 11269231"/>
                    <a:gd name="T18" fmla="*/ 401858 w 17625354"/>
                    <a:gd name="T19" fmla="*/ 141300 h 11269231"/>
                    <a:gd name="T20" fmla="*/ 424197 w 17625354"/>
                    <a:gd name="T21" fmla="*/ 99904 h 11269231"/>
                    <a:gd name="T22" fmla="*/ 471781 w 17625354"/>
                    <a:gd name="T23" fmla="*/ 120047 h 11269231"/>
                    <a:gd name="T24" fmla="*/ 522095 w 17625354"/>
                    <a:gd name="T25" fmla="*/ 170670 h 11269231"/>
                    <a:gd name="T26" fmla="*/ 527570 w 17625354"/>
                    <a:gd name="T27" fmla="*/ 136906 h 11269231"/>
                    <a:gd name="T28" fmla="*/ 517495 w 17625354"/>
                    <a:gd name="T29" fmla="*/ 65678 h 11269231"/>
                    <a:gd name="T30" fmla="*/ 507420 w 17625354"/>
                    <a:gd name="T31" fmla="*/ 0 h 11269231"/>
                    <a:gd name="T32" fmla="*/ 602909 w 17625354"/>
                    <a:gd name="T33" fmla="*/ 30758 h 11269231"/>
                    <a:gd name="T34" fmla="*/ 680876 w 17625354"/>
                    <a:gd name="T35" fmla="*/ 26363 h 11269231"/>
                    <a:gd name="T36" fmla="*/ 703434 w 17625354"/>
                    <a:gd name="T37" fmla="*/ 87647 h 11269231"/>
                    <a:gd name="T38" fmla="*/ 770232 w 17625354"/>
                    <a:gd name="T39" fmla="*/ 136674 h 11269231"/>
                    <a:gd name="T40" fmla="*/ 833532 w 17625354"/>
                    <a:gd name="T41" fmla="*/ 160813 h 11269231"/>
                    <a:gd name="T42" fmla="*/ 803960 w 17625354"/>
                    <a:gd name="T43" fmla="*/ 212527 h 11269231"/>
                    <a:gd name="T44" fmla="*/ 722707 w 17625354"/>
                    <a:gd name="T45" fmla="*/ 212990 h 11269231"/>
                    <a:gd name="T46" fmla="*/ 669487 w 17625354"/>
                    <a:gd name="T47" fmla="*/ 231028 h 11269231"/>
                    <a:gd name="T48" fmla="*/ 709128 w 17625354"/>
                    <a:gd name="T49" fmla="*/ 255773 h 11269231"/>
                    <a:gd name="T50" fmla="*/ 624152 w 17625354"/>
                    <a:gd name="T51" fmla="*/ 304338 h 11269231"/>
                    <a:gd name="T52" fmla="*/ 551233 w 17625354"/>
                    <a:gd name="T53" fmla="*/ 265248 h 11269231"/>
                    <a:gd name="T54" fmla="*/ 511362 w 17625354"/>
                    <a:gd name="T55" fmla="*/ 249529 h 11269231"/>
                    <a:gd name="T56" fmla="*/ 516619 w 17625354"/>
                    <a:gd name="T57" fmla="*/ 282830 h 11269231"/>
                    <a:gd name="T58" fmla="*/ 573561 w 17625354"/>
                    <a:gd name="T59" fmla="*/ 336251 h 11269231"/>
                    <a:gd name="T60" fmla="*/ 465938 w 17625354"/>
                    <a:gd name="T61" fmla="*/ 388414 h 11269231"/>
                    <a:gd name="T62" fmla="*/ 390031 w 17625354"/>
                    <a:gd name="T63" fmla="*/ 370246 h 11269231"/>
                    <a:gd name="T64" fmla="*/ 369006 w 17625354"/>
                    <a:gd name="T65" fmla="*/ 308268 h 11269231"/>
                    <a:gd name="T66" fmla="*/ 346449 w 17625354"/>
                    <a:gd name="T67" fmla="*/ 268261 h 11269231"/>
                    <a:gd name="T68" fmla="*/ 298703 w 17625354"/>
                    <a:gd name="T69" fmla="*/ 235190 h 11269231"/>
                    <a:gd name="T70" fmla="*/ 254849 w 17625354"/>
                    <a:gd name="T71" fmla="*/ 281572 h 11269231"/>
                    <a:gd name="T72" fmla="*/ 320891 w 17625354"/>
                    <a:gd name="T73" fmla="*/ 343460 h 11269231"/>
                    <a:gd name="T74" fmla="*/ 361100 w 17625354"/>
                    <a:gd name="T75" fmla="*/ 426170 h 11269231"/>
                    <a:gd name="T76" fmla="*/ 323244 w 17625354"/>
                    <a:gd name="T77" fmla="*/ 488967 h 11269231"/>
                    <a:gd name="T78" fmla="*/ 242340 w 17625354"/>
                    <a:gd name="T79" fmla="*/ 562691 h 11269231"/>
                    <a:gd name="T80" fmla="*/ 184381 w 17625354"/>
                    <a:gd name="T81" fmla="*/ 527965 h 11269231"/>
                    <a:gd name="T82" fmla="*/ 112932 w 17625354"/>
                    <a:gd name="T83" fmla="*/ 471280 h 11269231"/>
                    <a:gd name="T84" fmla="*/ 65155 w 17625354"/>
                    <a:gd name="T85" fmla="*/ 386903 h 11269231"/>
                    <a:gd name="T86" fmla="*/ 6131 w 17625354"/>
                    <a:gd name="T87" fmla="*/ 305887 h 11269231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7625354"/>
                    <a:gd name="T133" fmla="*/ 0 h 11269231"/>
                    <a:gd name="T134" fmla="*/ 17625354 w 17625354"/>
                    <a:gd name="T135" fmla="*/ 11269231 h 11269231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7625354" h="11269231">
                      <a:moveTo>
                        <a:pt x="0" y="5438313"/>
                      </a:moveTo>
                      <a:lnTo>
                        <a:pt x="259607" y="4711674"/>
                      </a:lnTo>
                      <a:lnTo>
                        <a:pt x="749693" y="4098901"/>
                      </a:lnTo>
                      <a:lnTo>
                        <a:pt x="1629593" y="3575540"/>
                      </a:lnTo>
                      <a:lnTo>
                        <a:pt x="2694736" y="2954916"/>
                      </a:lnTo>
                      <a:lnTo>
                        <a:pt x="3528323" y="2260186"/>
                      </a:lnTo>
                      <a:lnTo>
                        <a:pt x="4672190" y="1551564"/>
                      </a:lnTo>
                      <a:lnTo>
                        <a:pt x="5477993" y="1005044"/>
                      </a:lnTo>
                      <a:lnTo>
                        <a:pt x="6394942" y="486310"/>
                      </a:lnTo>
                      <a:lnTo>
                        <a:pt x="7390439" y="294379"/>
                      </a:lnTo>
                      <a:lnTo>
                        <a:pt x="8248621" y="672707"/>
                      </a:lnTo>
                      <a:lnTo>
                        <a:pt x="7710738" y="1366806"/>
                      </a:lnTo>
                      <a:lnTo>
                        <a:pt x="7396149" y="2062739"/>
                      </a:lnTo>
                      <a:lnTo>
                        <a:pt x="6510188" y="2721504"/>
                      </a:lnTo>
                      <a:lnTo>
                        <a:pt x="6060529" y="3171842"/>
                      </a:lnTo>
                      <a:lnTo>
                        <a:pt x="6327335" y="3616162"/>
                      </a:lnTo>
                      <a:lnTo>
                        <a:pt x="6749527" y="3969386"/>
                      </a:lnTo>
                      <a:lnTo>
                        <a:pt x="7812303" y="3278996"/>
                      </a:lnTo>
                      <a:lnTo>
                        <a:pt x="8418709" y="3293012"/>
                      </a:lnTo>
                      <a:lnTo>
                        <a:pt x="8497433" y="2829863"/>
                      </a:lnTo>
                      <a:lnTo>
                        <a:pt x="8474276" y="2496391"/>
                      </a:lnTo>
                      <a:lnTo>
                        <a:pt x="8969799" y="2000817"/>
                      </a:lnTo>
                      <a:lnTo>
                        <a:pt x="9554220" y="1770634"/>
                      </a:lnTo>
                      <a:lnTo>
                        <a:pt x="9975988" y="2404226"/>
                      </a:lnTo>
                      <a:lnTo>
                        <a:pt x="10256926" y="2848890"/>
                      </a:lnTo>
                      <a:lnTo>
                        <a:pt x="11039880" y="3418074"/>
                      </a:lnTo>
                      <a:lnTo>
                        <a:pt x="11549294" y="2853022"/>
                      </a:lnTo>
                      <a:lnTo>
                        <a:pt x="11155652" y="2741865"/>
                      </a:lnTo>
                      <a:lnTo>
                        <a:pt x="10734226" y="2158292"/>
                      </a:lnTo>
                      <a:lnTo>
                        <a:pt x="10942626" y="1315353"/>
                      </a:lnTo>
                      <a:lnTo>
                        <a:pt x="10043956" y="532731"/>
                      </a:lnTo>
                      <a:lnTo>
                        <a:pt x="10729588" y="-1"/>
                      </a:lnTo>
                      <a:lnTo>
                        <a:pt x="11683585" y="134315"/>
                      </a:lnTo>
                      <a:lnTo>
                        <a:pt x="12748728" y="615997"/>
                      </a:lnTo>
                      <a:lnTo>
                        <a:pt x="13218215" y="248073"/>
                      </a:lnTo>
                      <a:lnTo>
                        <a:pt x="14397372" y="527987"/>
                      </a:lnTo>
                      <a:lnTo>
                        <a:pt x="14809532" y="1208823"/>
                      </a:lnTo>
                      <a:lnTo>
                        <a:pt x="14874364" y="1755343"/>
                      </a:lnTo>
                      <a:lnTo>
                        <a:pt x="15763530" y="2709439"/>
                      </a:lnTo>
                      <a:lnTo>
                        <a:pt x="16286836" y="2737226"/>
                      </a:lnTo>
                      <a:lnTo>
                        <a:pt x="17165555" y="2872005"/>
                      </a:lnTo>
                      <a:lnTo>
                        <a:pt x="17625354" y="3220654"/>
                      </a:lnTo>
                      <a:lnTo>
                        <a:pt x="17583536" y="3867318"/>
                      </a:lnTo>
                      <a:lnTo>
                        <a:pt x="17000024" y="4256362"/>
                      </a:lnTo>
                      <a:lnTo>
                        <a:pt x="16184956" y="4636152"/>
                      </a:lnTo>
                      <a:lnTo>
                        <a:pt x="15281899" y="4265628"/>
                      </a:lnTo>
                      <a:lnTo>
                        <a:pt x="14425155" y="4168364"/>
                      </a:lnTo>
                      <a:lnTo>
                        <a:pt x="14156550" y="4626886"/>
                      </a:lnTo>
                      <a:lnTo>
                        <a:pt x="14758592" y="4863094"/>
                      </a:lnTo>
                      <a:lnTo>
                        <a:pt x="14994775" y="5122461"/>
                      </a:lnTo>
                      <a:lnTo>
                        <a:pt x="13610087" y="6442454"/>
                      </a:lnTo>
                      <a:lnTo>
                        <a:pt x="13197926" y="6095089"/>
                      </a:lnTo>
                      <a:lnTo>
                        <a:pt x="12489377" y="5502251"/>
                      </a:lnTo>
                      <a:lnTo>
                        <a:pt x="11656018" y="5312227"/>
                      </a:lnTo>
                      <a:lnTo>
                        <a:pt x="11433499" y="4687098"/>
                      </a:lnTo>
                      <a:lnTo>
                        <a:pt x="10812938" y="4997410"/>
                      </a:lnTo>
                      <a:lnTo>
                        <a:pt x="10405404" y="5428134"/>
                      </a:lnTo>
                      <a:lnTo>
                        <a:pt x="10924096" y="5664342"/>
                      </a:lnTo>
                      <a:lnTo>
                        <a:pt x="11618753" y="6122864"/>
                      </a:lnTo>
                      <a:lnTo>
                        <a:pt x="12128156" y="6734234"/>
                      </a:lnTo>
                      <a:lnTo>
                        <a:pt x="11280678" y="7169597"/>
                      </a:lnTo>
                      <a:lnTo>
                        <a:pt x="9852444" y="7778919"/>
                      </a:lnTo>
                      <a:lnTo>
                        <a:pt x="8608578" y="8170011"/>
                      </a:lnTo>
                      <a:lnTo>
                        <a:pt x="8247358" y="7415058"/>
                      </a:lnTo>
                      <a:lnTo>
                        <a:pt x="8182526" y="6558226"/>
                      </a:lnTo>
                      <a:lnTo>
                        <a:pt x="7802775" y="6173809"/>
                      </a:lnTo>
                      <a:lnTo>
                        <a:pt x="7843493" y="5235006"/>
                      </a:lnTo>
                      <a:lnTo>
                        <a:pt x="7325782" y="5372561"/>
                      </a:lnTo>
                      <a:lnTo>
                        <a:pt x="6607968" y="5136354"/>
                      </a:lnTo>
                      <a:lnTo>
                        <a:pt x="6316194" y="4710234"/>
                      </a:lnTo>
                      <a:lnTo>
                        <a:pt x="5658348" y="5102940"/>
                      </a:lnTo>
                      <a:lnTo>
                        <a:pt x="5388875" y="5639144"/>
                      </a:lnTo>
                      <a:lnTo>
                        <a:pt x="5930107" y="6184635"/>
                      </a:lnTo>
                      <a:lnTo>
                        <a:pt x="6785361" y="6878614"/>
                      </a:lnTo>
                      <a:lnTo>
                        <a:pt x="7238159" y="7528863"/>
                      </a:lnTo>
                      <a:lnTo>
                        <a:pt x="7635597" y="8535075"/>
                      </a:lnTo>
                      <a:lnTo>
                        <a:pt x="7483288" y="9281664"/>
                      </a:lnTo>
                      <a:lnTo>
                        <a:pt x="6835116" y="9792720"/>
                      </a:lnTo>
                      <a:lnTo>
                        <a:pt x="6214403" y="10614337"/>
                      </a:lnTo>
                      <a:lnTo>
                        <a:pt x="5124378" y="11269231"/>
                      </a:lnTo>
                      <a:lnTo>
                        <a:pt x="4533249" y="11032288"/>
                      </a:lnTo>
                      <a:lnTo>
                        <a:pt x="3898797" y="10573766"/>
                      </a:lnTo>
                      <a:lnTo>
                        <a:pt x="3031853" y="10152990"/>
                      </a:lnTo>
                      <a:lnTo>
                        <a:pt x="2387982" y="9438499"/>
                      </a:lnTo>
                      <a:lnTo>
                        <a:pt x="1680778" y="8481048"/>
                      </a:lnTo>
                      <a:lnTo>
                        <a:pt x="1377728" y="7748649"/>
                      </a:lnTo>
                      <a:lnTo>
                        <a:pt x="599336" y="6902316"/>
                      </a:lnTo>
                      <a:lnTo>
                        <a:pt x="129632" y="6126111"/>
                      </a:lnTo>
                      <a:lnTo>
                        <a:pt x="0" y="5438313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" name="任意多边形 16">
                  <a:extLst>
                    <a:ext uri="{FF2B5EF4-FFF2-40B4-BE49-F238E27FC236}">
                      <a16:creationId xmlns:a16="http://schemas.microsoft.com/office/drawing/2014/main" id="{2EDCE3E0-1CF4-0534-B2CB-1757B1CB7D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26224" y="3737513"/>
                  <a:ext cx="283113" cy="162615"/>
                </a:xfrm>
                <a:custGeom>
                  <a:avLst/>
                  <a:gdLst>
                    <a:gd name="T0" fmla="*/ 1190 w 7344924"/>
                    <a:gd name="T1" fmla="*/ 1560 h 4256894"/>
                    <a:gd name="T2" fmla="*/ 0 w 7344924"/>
                    <a:gd name="T3" fmla="*/ 928 h 4256894"/>
                    <a:gd name="T4" fmla="*/ 700 w 7344924"/>
                    <a:gd name="T5" fmla="*/ 0 h 4256894"/>
                    <a:gd name="T6" fmla="*/ 3291 w 7344924"/>
                    <a:gd name="T7" fmla="*/ 1127 h 4256894"/>
                    <a:gd name="T8" fmla="*/ 6932 w 7344924"/>
                    <a:gd name="T9" fmla="*/ 928 h 4256894"/>
                    <a:gd name="T10" fmla="*/ 9103 w 7344924"/>
                    <a:gd name="T11" fmla="*/ 1061 h 4256894"/>
                    <a:gd name="T12" fmla="*/ 12044 w 7344924"/>
                    <a:gd name="T13" fmla="*/ 928 h 4256894"/>
                    <a:gd name="T14" fmla="*/ 14845 w 7344924"/>
                    <a:gd name="T15" fmla="*/ 3183 h 4256894"/>
                    <a:gd name="T16" fmla="*/ 20936 w 7344924"/>
                    <a:gd name="T17" fmla="*/ 6034 h 4256894"/>
                    <a:gd name="T18" fmla="*/ 23877 w 7344924"/>
                    <a:gd name="T19" fmla="*/ 5172 h 4256894"/>
                    <a:gd name="T20" fmla="*/ 26864 w 7344924"/>
                    <a:gd name="T21" fmla="*/ 5636 h 4256894"/>
                    <a:gd name="T22" fmla="*/ 30109 w 7344924"/>
                    <a:gd name="T23" fmla="*/ 7559 h 4256894"/>
                    <a:gd name="T24" fmla="*/ 33050 w 7344924"/>
                    <a:gd name="T25" fmla="*/ 6100 h 4256894"/>
                    <a:gd name="T26" fmla="*/ 36621 w 7344924"/>
                    <a:gd name="T27" fmla="*/ 6299 h 4256894"/>
                    <a:gd name="T28" fmla="*/ 37018 w 7344924"/>
                    <a:gd name="T29" fmla="*/ 7776 h 4256894"/>
                    <a:gd name="T30" fmla="*/ 36027 w 7344924"/>
                    <a:gd name="T31" fmla="*/ 10123 h 4256894"/>
                    <a:gd name="T32" fmla="*/ 33680 w 7344924"/>
                    <a:gd name="T33" fmla="*/ 11206 h 4256894"/>
                    <a:gd name="T34" fmla="*/ 34660 w 7344924"/>
                    <a:gd name="T35" fmla="*/ 13725 h 4256894"/>
                    <a:gd name="T36" fmla="*/ 34100 w 7344924"/>
                    <a:gd name="T37" fmla="*/ 16179 h 4256894"/>
                    <a:gd name="T38" fmla="*/ 31159 w 7344924"/>
                    <a:gd name="T39" fmla="*/ 16643 h 4256894"/>
                    <a:gd name="T40" fmla="*/ 27938 w 7344924"/>
                    <a:gd name="T41" fmla="*/ 18566 h 4256894"/>
                    <a:gd name="T42" fmla="*/ 26009 w 7344924"/>
                    <a:gd name="T43" fmla="*/ 20314 h 4256894"/>
                    <a:gd name="T44" fmla="*/ 3641 w 7344924"/>
                    <a:gd name="T45" fmla="*/ 3249 h 4256894"/>
                    <a:gd name="T46" fmla="*/ 1190 w 7344924"/>
                    <a:gd name="T47" fmla="*/ 1560 h 425689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7344924"/>
                    <a:gd name="T73" fmla="*/ 0 h 4256894"/>
                    <a:gd name="T74" fmla="*/ 7344924 w 7344924"/>
                    <a:gd name="T75" fmla="*/ 4256894 h 4256894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7344924" h="4256894">
                      <a:moveTo>
                        <a:pt x="236198" y="326980"/>
                      </a:moveTo>
                      <a:lnTo>
                        <a:pt x="0" y="194525"/>
                      </a:lnTo>
                      <a:lnTo>
                        <a:pt x="138937" y="0"/>
                      </a:lnTo>
                      <a:lnTo>
                        <a:pt x="652992" y="236211"/>
                      </a:lnTo>
                      <a:lnTo>
                        <a:pt x="1375444" y="194525"/>
                      </a:lnTo>
                      <a:lnTo>
                        <a:pt x="1806138" y="222315"/>
                      </a:lnTo>
                      <a:lnTo>
                        <a:pt x="2389658" y="194525"/>
                      </a:lnTo>
                      <a:lnTo>
                        <a:pt x="2945392" y="666943"/>
                      </a:lnTo>
                      <a:lnTo>
                        <a:pt x="4154118" y="1264412"/>
                      </a:lnTo>
                      <a:lnTo>
                        <a:pt x="4737638" y="1083780"/>
                      </a:lnTo>
                      <a:lnTo>
                        <a:pt x="5330202" y="1181047"/>
                      </a:lnTo>
                      <a:lnTo>
                        <a:pt x="5974145" y="1583981"/>
                      </a:lnTo>
                      <a:lnTo>
                        <a:pt x="6557663" y="1278299"/>
                      </a:lnTo>
                      <a:lnTo>
                        <a:pt x="7266222" y="1319975"/>
                      </a:lnTo>
                      <a:lnTo>
                        <a:pt x="7344923" y="1629442"/>
                      </a:lnTo>
                      <a:lnTo>
                        <a:pt x="7148464" y="2121208"/>
                      </a:lnTo>
                      <a:lnTo>
                        <a:pt x="6682708" y="2348173"/>
                      </a:lnTo>
                      <a:lnTo>
                        <a:pt x="6877218" y="2876167"/>
                      </a:lnTo>
                      <a:lnTo>
                        <a:pt x="6766068" y="3390271"/>
                      </a:lnTo>
                      <a:lnTo>
                        <a:pt x="6182545" y="3487532"/>
                      </a:lnTo>
                      <a:lnTo>
                        <a:pt x="5543451" y="3890475"/>
                      </a:lnTo>
                      <a:lnTo>
                        <a:pt x="5160666" y="4256894"/>
                      </a:lnTo>
                      <a:lnTo>
                        <a:pt x="722472" y="680833"/>
                      </a:lnTo>
                      <a:lnTo>
                        <a:pt x="236198" y="326980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1" name="任意多边形 18">
                  <a:extLst>
                    <a:ext uri="{FF2B5EF4-FFF2-40B4-BE49-F238E27FC236}">
                      <a16:creationId xmlns:a16="http://schemas.microsoft.com/office/drawing/2014/main" id="{EFD35627-D721-0F96-774A-7D5FC8B874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7052" y="3896612"/>
                  <a:ext cx="157383" cy="126576"/>
                </a:xfrm>
                <a:custGeom>
                  <a:avLst/>
                  <a:gdLst>
                    <a:gd name="T0" fmla="*/ 0 w 4070770"/>
                    <a:gd name="T1" fmla="*/ 4473 h 3332312"/>
                    <a:gd name="T2" fmla="*/ 519 w 4070770"/>
                    <a:gd name="T3" fmla="*/ 2719 h 3332312"/>
                    <a:gd name="T4" fmla="*/ 365 w 4070770"/>
                    <a:gd name="T5" fmla="*/ 1520 h 3332312"/>
                    <a:gd name="T6" fmla="*/ 1486 w 4070770"/>
                    <a:gd name="T7" fmla="*/ 173 h 3332312"/>
                    <a:gd name="T8" fmla="*/ 3419 w 4070770"/>
                    <a:gd name="T9" fmla="*/ 0 h 3332312"/>
                    <a:gd name="T10" fmla="*/ 5408 w 4070770"/>
                    <a:gd name="T11" fmla="*/ 1893 h 3332312"/>
                    <a:gd name="T12" fmla="*/ 8383 w 4070770"/>
                    <a:gd name="T13" fmla="*/ 3518 h 3332312"/>
                    <a:gd name="T14" fmla="*/ 10522 w 4070770"/>
                    <a:gd name="T15" fmla="*/ 5759 h 3332312"/>
                    <a:gd name="T16" fmla="*/ 14810 w 4070770"/>
                    <a:gd name="T17" fmla="*/ 8344 h 3332312"/>
                    <a:gd name="T18" fmla="*/ 18326 w 4070770"/>
                    <a:gd name="T19" fmla="*/ 11584 h 3332312"/>
                    <a:gd name="T20" fmla="*/ 20134 w 4070770"/>
                    <a:gd name="T21" fmla="*/ 13623 h 3332312"/>
                    <a:gd name="T22" fmla="*/ 20526 w 4070770"/>
                    <a:gd name="T23" fmla="*/ 15983 h 3332312"/>
                    <a:gd name="T24" fmla="*/ 15117 w 4070770"/>
                    <a:gd name="T25" fmla="*/ 15596 h 3332312"/>
                    <a:gd name="T26" fmla="*/ 13857 w 4070770"/>
                    <a:gd name="T27" fmla="*/ 12769 h 3332312"/>
                    <a:gd name="T28" fmla="*/ 12288 w 4070770"/>
                    <a:gd name="T29" fmla="*/ 11170 h 3332312"/>
                    <a:gd name="T30" fmla="*/ 9443 w 4070770"/>
                    <a:gd name="T31" fmla="*/ 10157 h 3332312"/>
                    <a:gd name="T32" fmla="*/ 7650 w 4070770"/>
                    <a:gd name="T33" fmla="*/ 9197 h 3332312"/>
                    <a:gd name="T34" fmla="*/ 5534 w 4070770"/>
                    <a:gd name="T35" fmla="*/ 8664 h 3332312"/>
                    <a:gd name="T36" fmla="*/ 2522 w 4070770"/>
                    <a:gd name="T37" fmla="*/ 8491 h 3332312"/>
                    <a:gd name="T38" fmla="*/ 1261 w 4070770"/>
                    <a:gd name="T39" fmla="*/ 7118 h 3332312"/>
                    <a:gd name="T40" fmla="*/ 0 w 4070770"/>
                    <a:gd name="T41" fmla="*/ 4473 h 333231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4070770"/>
                    <a:gd name="T64" fmla="*/ 0 h 3332312"/>
                    <a:gd name="T65" fmla="*/ 4070770 w 4070770"/>
                    <a:gd name="T66" fmla="*/ 3332312 h 333231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4070770" h="3332312">
                      <a:moveTo>
                        <a:pt x="0" y="932641"/>
                      </a:moveTo>
                      <a:lnTo>
                        <a:pt x="102879" y="566963"/>
                      </a:lnTo>
                      <a:lnTo>
                        <a:pt x="72312" y="316832"/>
                      </a:lnTo>
                      <a:lnTo>
                        <a:pt x="294605" y="36129"/>
                      </a:lnTo>
                      <a:lnTo>
                        <a:pt x="678056" y="0"/>
                      </a:lnTo>
                      <a:lnTo>
                        <a:pt x="1072617" y="394657"/>
                      </a:lnTo>
                      <a:lnTo>
                        <a:pt x="1662526" y="733549"/>
                      </a:lnTo>
                      <a:lnTo>
                        <a:pt x="2086824" y="1200625"/>
                      </a:lnTo>
                      <a:lnTo>
                        <a:pt x="2937090" y="1739798"/>
                      </a:lnTo>
                      <a:lnTo>
                        <a:pt x="3634534" y="2415160"/>
                      </a:lnTo>
                      <a:lnTo>
                        <a:pt x="3993044" y="2840297"/>
                      </a:lnTo>
                      <a:lnTo>
                        <a:pt x="4070770" y="3332312"/>
                      </a:lnTo>
                      <a:lnTo>
                        <a:pt x="2998212" y="3251715"/>
                      </a:lnTo>
                      <a:lnTo>
                        <a:pt x="2748191" y="2662401"/>
                      </a:lnTo>
                      <a:lnTo>
                        <a:pt x="2436964" y="2328820"/>
                      </a:lnTo>
                      <a:lnTo>
                        <a:pt x="1872870" y="2117780"/>
                      </a:lnTo>
                      <a:lnTo>
                        <a:pt x="1517202" y="1917674"/>
                      </a:lnTo>
                      <a:lnTo>
                        <a:pt x="1097629" y="1806503"/>
                      </a:lnTo>
                      <a:lnTo>
                        <a:pt x="500222" y="1770374"/>
                      </a:lnTo>
                      <a:lnTo>
                        <a:pt x="250146" y="1484115"/>
                      </a:lnTo>
                      <a:lnTo>
                        <a:pt x="0" y="932641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2" name="任意多边形 18">
                  <a:extLst>
                    <a:ext uri="{FF2B5EF4-FFF2-40B4-BE49-F238E27FC236}">
                      <a16:creationId xmlns:a16="http://schemas.microsoft.com/office/drawing/2014/main" id="{629E1BAF-F8C2-474B-95D5-94095C08A6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0877" y="3920345"/>
                  <a:ext cx="88803" cy="50103"/>
                </a:xfrm>
                <a:custGeom>
                  <a:avLst/>
                  <a:gdLst>
                    <a:gd name="T0" fmla="*/ 0 w 3495776"/>
                    <a:gd name="T1" fmla="*/ 647 h 1975420"/>
                    <a:gd name="T2" fmla="*/ 413 w 3495776"/>
                    <a:gd name="T3" fmla="*/ 309 h 1975420"/>
                    <a:gd name="T4" fmla="*/ 1236 w 3495776"/>
                    <a:gd name="T5" fmla="*/ 0 h 1975420"/>
                    <a:gd name="T6" fmla="*/ 1733 w 3495776"/>
                    <a:gd name="T7" fmla="*/ 49 h 1975420"/>
                    <a:gd name="T8" fmla="*/ 1976 w 3495776"/>
                    <a:gd name="T9" fmla="*/ 168 h 1975420"/>
                    <a:gd name="T10" fmla="*/ 2160 w 3495776"/>
                    <a:gd name="T11" fmla="*/ 495 h 1975420"/>
                    <a:gd name="T12" fmla="*/ 1574 w 3495776"/>
                    <a:gd name="T13" fmla="*/ 934 h 1975420"/>
                    <a:gd name="T14" fmla="*/ 797 w 3495776"/>
                    <a:gd name="T15" fmla="*/ 1156 h 1975420"/>
                    <a:gd name="T16" fmla="*/ 270 w 3495776"/>
                    <a:gd name="T17" fmla="*/ 1008 h 1975420"/>
                    <a:gd name="T18" fmla="*/ 0 w 3495776"/>
                    <a:gd name="T19" fmla="*/ 647 h 197542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495776"/>
                    <a:gd name="T31" fmla="*/ 0 h 1975420"/>
                    <a:gd name="T32" fmla="*/ 3495776 w 3495776"/>
                    <a:gd name="T33" fmla="*/ 1975420 h 197542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495776" h="1975420">
                      <a:moveTo>
                        <a:pt x="0" y="1105294"/>
                      </a:moveTo>
                      <a:lnTo>
                        <a:pt x="668208" y="528754"/>
                      </a:lnTo>
                      <a:lnTo>
                        <a:pt x="1999501" y="0"/>
                      </a:lnTo>
                      <a:lnTo>
                        <a:pt x="2803911" y="84592"/>
                      </a:lnTo>
                      <a:lnTo>
                        <a:pt x="3197219" y="287635"/>
                      </a:lnTo>
                      <a:lnTo>
                        <a:pt x="3495776" y="846224"/>
                      </a:lnTo>
                      <a:lnTo>
                        <a:pt x="2547521" y="1596096"/>
                      </a:lnTo>
                      <a:lnTo>
                        <a:pt x="1289893" y="1975420"/>
                      </a:lnTo>
                      <a:lnTo>
                        <a:pt x="436252" y="1722212"/>
                      </a:lnTo>
                      <a:lnTo>
                        <a:pt x="0" y="1105294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3" name="任意多边形 18">
                  <a:extLst>
                    <a:ext uri="{FF2B5EF4-FFF2-40B4-BE49-F238E27FC236}">
                      <a16:creationId xmlns:a16="http://schemas.microsoft.com/office/drawing/2014/main" id="{794A35BE-5FCD-CC7C-4F3A-3FAB08D7D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19888" y="4031098"/>
                  <a:ext cx="71218" cy="83505"/>
                </a:xfrm>
                <a:custGeom>
                  <a:avLst/>
                  <a:gdLst>
                    <a:gd name="T0" fmla="*/ 0 w 2812427"/>
                    <a:gd name="T1" fmla="*/ 267 h 3343457"/>
                    <a:gd name="T2" fmla="*/ 247 w 2812427"/>
                    <a:gd name="T3" fmla="*/ 0 h 3343457"/>
                    <a:gd name="T4" fmla="*/ 924 w 2812427"/>
                    <a:gd name="T5" fmla="*/ 210 h 3343457"/>
                    <a:gd name="T6" fmla="*/ 1640 w 2812427"/>
                    <a:gd name="T7" fmla="*/ 616 h 3343457"/>
                    <a:gd name="T8" fmla="*/ 1590 w 2812427"/>
                    <a:gd name="T9" fmla="*/ 927 h 3343457"/>
                    <a:gd name="T10" fmla="*/ 1732 w 2812427"/>
                    <a:gd name="T11" fmla="*/ 1307 h 3343457"/>
                    <a:gd name="T12" fmla="*/ 1706 w 2812427"/>
                    <a:gd name="T13" fmla="*/ 1677 h 3343457"/>
                    <a:gd name="T14" fmla="*/ 1488 w 2812427"/>
                    <a:gd name="T15" fmla="*/ 1949 h 3343457"/>
                    <a:gd name="T16" fmla="*/ 794 w 2812427"/>
                    <a:gd name="T17" fmla="*/ 1208 h 3343457"/>
                    <a:gd name="T18" fmla="*/ 240 w 2812427"/>
                    <a:gd name="T19" fmla="*/ 587 h 3343457"/>
                    <a:gd name="T20" fmla="*/ 0 w 2812427"/>
                    <a:gd name="T21" fmla="*/ 267 h 334345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812427"/>
                    <a:gd name="T34" fmla="*/ 0 h 3343457"/>
                    <a:gd name="T35" fmla="*/ 2812427 w 2812427"/>
                    <a:gd name="T36" fmla="*/ 3343457 h 334345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812427" h="3343457">
                      <a:moveTo>
                        <a:pt x="0" y="458445"/>
                      </a:moveTo>
                      <a:lnTo>
                        <a:pt x="401810" y="0"/>
                      </a:lnTo>
                      <a:lnTo>
                        <a:pt x="1500462" y="359895"/>
                      </a:lnTo>
                      <a:lnTo>
                        <a:pt x="2664387" y="1057505"/>
                      </a:lnTo>
                      <a:lnTo>
                        <a:pt x="2582282" y="1591064"/>
                      </a:lnTo>
                      <a:lnTo>
                        <a:pt x="2812427" y="2241556"/>
                      </a:lnTo>
                      <a:lnTo>
                        <a:pt x="2770118" y="2876419"/>
                      </a:lnTo>
                      <a:cubicBezTo>
                        <a:pt x="2772052" y="3123629"/>
                        <a:pt x="2414477" y="3096247"/>
                        <a:pt x="2416411" y="3343457"/>
                      </a:cubicBezTo>
                      <a:lnTo>
                        <a:pt x="1289925" y="2072709"/>
                      </a:lnTo>
                      <a:lnTo>
                        <a:pt x="389720" y="1007681"/>
                      </a:lnTo>
                      <a:lnTo>
                        <a:pt x="0" y="458445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4" name="任意多边形 18">
                  <a:extLst>
                    <a:ext uri="{FF2B5EF4-FFF2-40B4-BE49-F238E27FC236}">
                      <a16:creationId xmlns:a16="http://schemas.microsoft.com/office/drawing/2014/main" id="{A0E55F28-5F37-2754-DFE3-E4816E55EE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76573" y="3711143"/>
                  <a:ext cx="113421" cy="65925"/>
                </a:xfrm>
                <a:custGeom>
                  <a:avLst/>
                  <a:gdLst>
                    <a:gd name="T0" fmla="*/ 0 w 4461467"/>
                    <a:gd name="T1" fmla="*/ 837 h 2643782"/>
                    <a:gd name="T2" fmla="*/ 235 w 4461467"/>
                    <a:gd name="T3" fmla="*/ 458 h 2643782"/>
                    <a:gd name="T4" fmla="*/ 757 w 4461467"/>
                    <a:gd name="T5" fmla="*/ 186 h 2643782"/>
                    <a:gd name="T6" fmla="*/ 1083 w 4461467"/>
                    <a:gd name="T7" fmla="*/ 61 h 2643782"/>
                    <a:gd name="T8" fmla="*/ 1514 w 4461467"/>
                    <a:gd name="T9" fmla="*/ 0 h 2643782"/>
                    <a:gd name="T10" fmla="*/ 1984 w 4461467"/>
                    <a:gd name="T11" fmla="*/ 396 h 2643782"/>
                    <a:gd name="T12" fmla="*/ 2245 w 4461467"/>
                    <a:gd name="T13" fmla="*/ 718 h 2643782"/>
                    <a:gd name="T14" fmla="*/ 2754 w 4461467"/>
                    <a:gd name="T15" fmla="*/ 1114 h 2643782"/>
                    <a:gd name="T16" fmla="*/ 2677 w 4461467"/>
                    <a:gd name="T17" fmla="*/ 1351 h 2643782"/>
                    <a:gd name="T18" fmla="*/ 2128 w 4461467"/>
                    <a:gd name="T19" fmla="*/ 1547 h 2643782"/>
                    <a:gd name="T20" fmla="*/ 1753 w 4461467"/>
                    <a:gd name="T21" fmla="*/ 1411 h 2643782"/>
                    <a:gd name="T22" fmla="*/ 1167 w 4461467"/>
                    <a:gd name="T23" fmla="*/ 1109 h 2643782"/>
                    <a:gd name="T24" fmla="*/ 0 w 4461467"/>
                    <a:gd name="T25" fmla="*/ 837 h 264378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4461467"/>
                    <a:gd name="T40" fmla="*/ 0 h 2643782"/>
                    <a:gd name="T41" fmla="*/ 4461467 w 4461467"/>
                    <a:gd name="T42" fmla="*/ 2643782 h 2643782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4461467" h="2643782">
                      <a:moveTo>
                        <a:pt x="0" y="1430332"/>
                      </a:moveTo>
                      <a:lnTo>
                        <a:pt x="380374" y="782558"/>
                      </a:lnTo>
                      <a:lnTo>
                        <a:pt x="1226197" y="317256"/>
                      </a:lnTo>
                      <a:lnTo>
                        <a:pt x="1754206" y="105074"/>
                      </a:lnTo>
                      <a:lnTo>
                        <a:pt x="2452638" y="0"/>
                      </a:lnTo>
                      <a:lnTo>
                        <a:pt x="3213873" y="676804"/>
                      </a:lnTo>
                      <a:lnTo>
                        <a:pt x="3636783" y="1226711"/>
                      </a:lnTo>
                      <a:lnTo>
                        <a:pt x="4461467" y="1903516"/>
                      </a:lnTo>
                      <a:lnTo>
                        <a:pt x="4337372" y="2309157"/>
                      </a:lnTo>
                      <a:lnTo>
                        <a:pt x="3446465" y="2643782"/>
                      </a:lnTo>
                      <a:lnTo>
                        <a:pt x="2839334" y="2411820"/>
                      </a:lnTo>
                      <a:lnTo>
                        <a:pt x="1890994" y="1895229"/>
                      </a:lnTo>
                      <a:lnTo>
                        <a:pt x="0" y="1430332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5" name="任意多边形 18">
                  <a:extLst>
                    <a:ext uri="{FF2B5EF4-FFF2-40B4-BE49-F238E27FC236}">
                      <a16:creationId xmlns:a16="http://schemas.microsoft.com/office/drawing/2014/main" id="{45B47087-D168-9D32-D7F1-84B47FD4FB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69126" y="3968689"/>
                  <a:ext cx="65063" cy="27249"/>
                </a:xfrm>
                <a:custGeom>
                  <a:avLst/>
                  <a:gdLst>
                    <a:gd name="T0" fmla="*/ 0 w 2582282"/>
                    <a:gd name="T1" fmla="*/ 385 h 1113075"/>
                    <a:gd name="T2" fmla="*/ 229 w 2582282"/>
                    <a:gd name="T3" fmla="*/ 306 h 1113075"/>
                    <a:gd name="T4" fmla="*/ 477 w 2582282"/>
                    <a:gd name="T5" fmla="*/ 130 h 1113075"/>
                    <a:gd name="T6" fmla="*/ 990 w 2582282"/>
                    <a:gd name="T7" fmla="*/ 20 h 1113075"/>
                    <a:gd name="T8" fmla="*/ 1565 w 2582282"/>
                    <a:gd name="T9" fmla="*/ 0 h 1113075"/>
                    <a:gd name="T10" fmla="*/ 1590 w 2582282"/>
                    <a:gd name="T11" fmla="*/ 184 h 1113075"/>
                    <a:gd name="T12" fmla="*/ 1503 w 2582282"/>
                    <a:gd name="T13" fmla="*/ 482 h 1113075"/>
                    <a:gd name="T14" fmla="*/ 1019 w 2582282"/>
                    <a:gd name="T15" fmla="*/ 414 h 1113075"/>
                    <a:gd name="T16" fmla="*/ 773 w 2582282"/>
                    <a:gd name="T17" fmla="*/ 636 h 1113075"/>
                    <a:gd name="T18" fmla="*/ 394 w 2582282"/>
                    <a:gd name="T19" fmla="*/ 644 h 1113075"/>
                    <a:gd name="T20" fmla="*/ 0 w 2582282"/>
                    <a:gd name="T21" fmla="*/ 385 h 111307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582282"/>
                    <a:gd name="T34" fmla="*/ 0 h 1113075"/>
                    <a:gd name="T35" fmla="*/ 2582282 w 2582282"/>
                    <a:gd name="T36" fmla="*/ 1113075 h 111307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582282" h="1113075">
                      <a:moveTo>
                        <a:pt x="0" y="665369"/>
                      </a:moveTo>
                      <a:lnTo>
                        <a:pt x="372022" y="529101"/>
                      </a:lnTo>
                      <a:lnTo>
                        <a:pt x="773783" y="224537"/>
                      </a:lnTo>
                      <a:lnTo>
                        <a:pt x="1606921" y="34187"/>
                      </a:lnTo>
                      <a:lnTo>
                        <a:pt x="2540830" y="0"/>
                      </a:lnTo>
                      <a:lnTo>
                        <a:pt x="2582282" y="317469"/>
                      </a:lnTo>
                      <a:lnTo>
                        <a:pt x="2440063" y="833665"/>
                      </a:lnTo>
                      <a:lnTo>
                        <a:pt x="1655180" y="716245"/>
                      </a:lnTo>
                      <a:lnTo>
                        <a:pt x="1255905" y="1100152"/>
                      </a:lnTo>
                      <a:lnTo>
                        <a:pt x="639255" y="1113075"/>
                      </a:lnTo>
                      <a:lnTo>
                        <a:pt x="0" y="665369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6" name="任意多边形 18">
                  <a:extLst>
                    <a:ext uri="{FF2B5EF4-FFF2-40B4-BE49-F238E27FC236}">
                      <a16:creationId xmlns:a16="http://schemas.microsoft.com/office/drawing/2014/main" id="{918083D0-2D67-EE1D-6CD6-8ADC7B4433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11975" y="3815744"/>
                  <a:ext cx="41324" cy="53619"/>
                </a:xfrm>
                <a:custGeom>
                  <a:avLst/>
                  <a:gdLst>
                    <a:gd name="T0" fmla="*/ 0 w 1655162"/>
                    <a:gd name="T1" fmla="*/ 1225 h 2128297"/>
                    <a:gd name="T2" fmla="*/ 66 w 1655162"/>
                    <a:gd name="T3" fmla="*/ 588 h 2128297"/>
                    <a:gd name="T4" fmla="*/ 328 w 1655162"/>
                    <a:gd name="T5" fmla="*/ 443 h 2128297"/>
                    <a:gd name="T6" fmla="*/ 626 w 1655162"/>
                    <a:gd name="T7" fmla="*/ 0 h 2128297"/>
                    <a:gd name="T8" fmla="*/ 842 w 1655162"/>
                    <a:gd name="T9" fmla="*/ 56 h 2128297"/>
                    <a:gd name="T10" fmla="*/ 1028 w 1655162"/>
                    <a:gd name="T11" fmla="*/ 460 h 2128297"/>
                    <a:gd name="T12" fmla="*/ 277 w 1655162"/>
                    <a:gd name="T13" fmla="*/ 1250 h 2128297"/>
                    <a:gd name="T14" fmla="*/ 0 w 1655162"/>
                    <a:gd name="T15" fmla="*/ 1225 h 212829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655162"/>
                    <a:gd name="T25" fmla="*/ 0 h 2128297"/>
                    <a:gd name="T26" fmla="*/ 1655162 w 1655162"/>
                    <a:gd name="T27" fmla="*/ 2128297 h 212829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655162" h="2128297">
                      <a:moveTo>
                        <a:pt x="0" y="2086667"/>
                      </a:moveTo>
                      <a:lnTo>
                        <a:pt x="105566" y="1001454"/>
                      </a:lnTo>
                      <a:lnTo>
                        <a:pt x="528498" y="754704"/>
                      </a:lnTo>
                      <a:lnTo>
                        <a:pt x="1007063" y="0"/>
                      </a:lnTo>
                      <a:lnTo>
                        <a:pt x="1355868" y="95819"/>
                      </a:lnTo>
                      <a:lnTo>
                        <a:pt x="1655162" y="783934"/>
                      </a:lnTo>
                      <a:lnTo>
                        <a:pt x="446113" y="2128297"/>
                      </a:lnTo>
                      <a:lnTo>
                        <a:pt x="0" y="2086667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7" name="任意多边形 18">
                  <a:extLst>
                    <a:ext uri="{FF2B5EF4-FFF2-40B4-BE49-F238E27FC236}">
                      <a16:creationId xmlns:a16="http://schemas.microsoft.com/office/drawing/2014/main" id="{F7A2C814-BB94-E0D8-DBE4-5F96B80FC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9221" y="3954625"/>
                  <a:ext cx="37807" cy="36918"/>
                </a:xfrm>
                <a:custGeom>
                  <a:avLst/>
                  <a:gdLst>
                    <a:gd name="T0" fmla="*/ 177 w 1503505"/>
                    <a:gd name="T1" fmla="*/ 512 h 1487020"/>
                    <a:gd name="T2" fmla="*/ 0 w 1503505"/>
                    <a:gd name="T3" fmla="*/ 172 h 1487020"/>
                    <a:gd name="T4" fmla="*/ 404 w 1503505"/>
                    <a:gd name="T5" fmla="*/ 0 h 1487020"/>
                    <a:gd name="T6" fmla="*/ 557 w 1503505"/>
                    <a:gd name="T7" fmla="*/ 224 h 1487020"/>
                    <a:gd name="T8" fmla="*/ 894 w 1503505"/>
                    <a:gd name="T9" fmla="*/ 640 h 1487020"/>
                    <a:gd name="T10" fmla="*/ 918 w 1503505"/>
                    <a:gd name="T11" fmla="*/ 864 h 1487020"/>
                    <a:gd name="T12" fmla="*/ 538 w 1503505"/>
                    <a:gd name="T13" fmla="*/ 718 h 1487020"/>
                    <a:gd name="T14" fmla="*/ 177 w 1503505"/>
                    <a:gd name="T15" fmla="*/ 512 h 148702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503505"/>
                    <a:gd name="T25" fmla="*/ 0 h 1487020"/>
                    <a:gd name="T26" fmla="*/ 1503505 w 1503505"/>
                    <a:gd name="T27" fmla="*/ 1487020 h 148702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503505" h="1487020">
                      <a:moveTo>
                        <a:pt x="289154" y="881090"/>
                      </a:moveTo>
                      <a:lnTo>
                        <a:pt x="0" y="296432"/>
                      </a:lnTo>
                      <a:lnTo>
                        <a:pt x="661842" y="0"/>
                      </a:lnTo>
                      <a:lnTo>
                        <a:pt x="911923" y="385150"/>
                      </a:lnTo>
                      <a:lnTo>
                        <a:pt x="1464965" y="1101462"/>
                      </a:lnTo>
                      <a:lnTo>
                        <a:pt x="1503505" y="1487020"/>
                      </a:lnTo>
                      <a:lnTo>
                        <a:pt x="880984" y="1234669"/>
                      </a:lnTo>
                      <a:lnTo>
                        <a:pt x="289154" y="881090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8" name="任意多边形 18">
                  <a:extLst>
                    <a:ext uri="{FF2B5EF4-FFF2-40B4-BE49-F238E27FC236}">
                      <a16:creationId xmlns:a16="http://schemas.microsoft.com/office/drawing/2014/main" id="{3DC5A65B-FA23-2248-C7E4-60111584DD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4623" y="4011760"/>
                  <a:ext cx="56271" cy="63288"/>
                </a:xfrm>
                <a:custGeom>
                  <a:avLst/>
                  <a:gdLst>
                    <a:gd name="T0" fmla="*/ 144 w 2219163"/>
                    <a:gd name="T1" fmla="*/ 586 h 2537144"/>
                    <a:gd name="T2" fmla="*/ 0 w 2219163"/>
                    <a:gd name="T3" fmla="*/ 0 h 2537144"/>
                    <a:gd name="T4" fmla="*/ 510 w 2219163"/>
                    <a:gd name="T5" fmla="*/ 186 h 2537144"/>
                    <a:gd name="T6" fmla="*/ 738 w 2219163"/>
                    <a:gd name="T7" fmla="*/ 412 h 2537144"/>
                    <a:gd name="T8" fmla="*/ 1373 w 2219163"/>
                    <a:gd name="T9" fmla="*/ 1063 h 2537144"/>
                    <a:gd name="T10" fmla="*/ 1048 w 2219163"/>
                    <a:gd name="T11" fmla="*/ 1487 h 2537144"/>
                    <a:gd name="T12" fmla="*/ 144 w 2219163"/>
                    <a:gd name="T13" fmla="*/ 586 h 2537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19163"/>
                    <a:gd name="T22" fmla="*/ 0 h 2537144"/>
                    <a:gd name="T23" fmla="*/ 2219163 w 2219163"/>
                    <a:gd name="T24" fmla="*/ 2537144 h 2537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19163" h="2537144">
                      <a:moveTo>
                        <a:pt x="232765" y="1000602"/>
                      </a:moveTo>
                      <a:lnTo>
                        <a:pt x="0" y="0"/>
                      </a:lnTo>
                      <a:lnTo>
                        <a:pt x="823956" y="316919"/>
                      </a:lnTo>
                      <a:lnTo>
                        <a:pt x="1193856" y="702073"/>
                      </a:lnTo>
                      <a:lnTo>
                        <a:pt x="2219163" y="1813194"/>
                      </a:lnTo>
                      <a:lnTo>
                        <a:pt x="1693817" y="2537144"/>
                      </a:lnTo>
                      <a:lnTo>
                        <a:pt x="232765" y="1000602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9" name="任意多边形 18">
                  <a:extLst>
                    <a:ext uri="{FF2B5EF4-FFF2-40B4-BE49-F238E27FC236}">
                      <a16:creationId xmlns:a16="http://schemas.microsoft.com/office/drawing/2014/main" id="{3D597CF3-CDF4-EC12-5CFF-69D0176FFB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52653" y="4018792"/>
                  <a:ext cx="29015" cy="16701"/>
                </a:xfrm>
                <a:custGeom>
                  <a:avLst/>
                  <a:gdLst>
                    <a:gd name="T0" fmla="*/ 62 w 1119574"/>
                    <a:gd name="T1" fmla="*/ 305 h 698853"/>
                    <a:gd name="T2" fmla="*/ 0 w 1119574"/>
                    <a:gd name="T3" fmla="*/ 37 h 698853"/>
                    <a:gd name="T4" fmla="*/ 334 w 1119574"/>
                    <a:gd name="T5" fmla="*/ 0 h 698853"/>
                    <a:gd name="T6" fmla="*/ 451 w 1119574"/>
                    <a:gd name="T7" fmla="*/ 19 h 698853"/>
                    <a:gd name="T8" fmla="*/ 700 w 1119574"/>
                    <a:gd name="T9" fmla="*/ 347 h 698853"/>
                    <a:gd name="T10" fmla="*/ 379 w 1119574"/>
                    <a:gd name="T11" fmla="*/ 404 h 698853"/>
                    <a:gd name="T12" fmla="*/ 62 w 1119574"/>
                    <a:gd name="T13" fmla="*/ 305 h 69885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9574"/>
                    <a:gd name="T22" fmla="*/ 0 h 698853"/>
                    <a:gd name="T23" fmla="*/ 1119574 w 1119574"/>
                    <a:gd name="T24" fmla="*/ 698853 h 69885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9574" h="698853">
                      <a:moveTo>
                        <a:pt x="98827" y="528923"/>
                      </a:moveTo>
                      <a:lnTo>
                        <a:pt x="0" y="63777"/>
                      </a:lnTo>
                      <a:lnTo>
                        <a:pt x="534963" y="0"/>
                      </a:lnTo>
                      <a:lnTo>
                        <a:pt x="721596" y="32983"/>
                      </a:lnTo>
                      <a:lnTo>
                        <a:pt x="1119574" y="600902"/>
                      </a:lnTo>
                      <a:lnTo>
                        <a:pt x="606083" y="698853"/>
                      </a:lnTo>
                      <a:lnTo>
                        <a:pt x="98827" y="528923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0" name="任意多边形 18">
                  <a:extLst>
                    <a:ext uri="{FF2B5EF4-FFF2-40B4-BE49-F238E27FC236}">
                      <a16:creationId xmlns:a16="http://schemas.microsoft.com/office/drawing/2014/main" id="{7FE1C1B3-5A7A-F1F2-B0D9-1E754E9956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3535" y="3979237"/>
                  <a:ext cx="87923" cy="36918"/>
                </a:xfrm>
                <a:custGeom>
                  <a:avLst/>
                  <a:gdLst>
                    <a:gd name="T0" fmla="*/ 57 w 3467674"/>
                    <a:gd name="T1" fmla="*/ 689 h 1473248"/>
                    <a:gd name="T2" fmla="*/ 0 w 3467674"/>
                    <a:gd name="T3" fmla="*/ 403 h 1473248"/>
                    <a:gd name="T4" fmla="*/ 226 w 3467674"/>
                    <a:gd name="T5" fmla="*/ 0 h 1473248"/>
                    <a:gd name="T6" fmla="*/ 708 w 3467674"/>
                    <a:gd name="T7" fmla="*/ 156 h 1473248"/>
                    <a:gd name="T8" fmla="*/ 1207 w 3467674"/>
                    <a:gd name="T9" fmla="*/ 196 h 1473248"/>
                    <a:gd name="T10" fmla="*/ 1546 w 3467674"/>
                    <a:gd name="T11" fmla="*/ 134 h 1473248"/>
                    <a:gd name="T12" fmla="*/ 2144 w 3467674"/>
                    <a:gd name="T13" fmla="*/ 346 h 1473248"/>
                    <a:gd name="T14" fmla="*/ 1895 w 3467674"/>
                    <a:gd name="T15" fmla="*/ 690 h 1473248"/>
                    <a:gd name="T16" fmla="*/ 1456 w 3467674"/>
                    <a:gd name="T17" fmla="*/ 868 h 1473248"/>
                    <a:gd name="T18" fmla="*/ 1072 w 3467674"/>
                    <a:gd name="T19" fmla="*/ 719 h 1473248"/>
                    <a:gd name="T20" fmla="*/ 57 w 3467674"/>
                    <a:gd name="T21" fmla="*/ 689 h 14732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467674"/>
                    <a:gd name="T34" fmla="*/ 0 h 1473248"/>
                    <a:gd name="T35" fmla="*/ 3467674 w 3467674"/>
                    <a:gd name="T36" fmla="*/ 1473248 h 147324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467674" h="1473248">
                      <a:moveTo>
                        <a:pt x="91793" y="1170141"/>
                      </a:moveTo>
                      <a:lnTo>
                        <a:pt x="0" y="684180"/>
                      </a:lnTo>
                      <a:lnTo>
                        <a:pt x="365797" y="0"/>
                      </a:lnTo>
                      <a:lnTo>
                        <a:pt x="1144519" y="265292"/>
                      </a:lnTo>
                      <a:lnTo>
                        <a:pt x="1952233" y="332902"/>
                      </a:lnTo>
                      <a:lnTo>
                        <a:pt x="2501094" y="227241"/>
                      </a:lnTo>
                      <a:lnTo>
                        <a:pt x="3467674" y="586705"/>
                      </a:lnTo>
                      <a:lnTo>
                        <a:pt x="3065903" y="1171860"/>
                      </a:lnTo>
                      <a:lnTo>
                        <a:pt x="2356144" y="1473248"/>
                      </a:lnTo>
                      <a:lnTo>
                        <a:pt x="1733623" y="1220897"/>
                      </a:lnTo>
                      <a:lnTo>
                        <a:pt x="91793" y="1170141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1" name="任意多边形 18">
                  <a:extLst>
                    <a:ext uri="{FF2B5EF4-FFF2-40B4-BE49-F238E27FC236}">
                      <a16:creationId xmlns:a16="http://schemas.microsoft.com/office/drawing/2014/main" id="{679CA264-0DE3-CA80-6121-B5D5F2E342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9574" y="3933530"/>
                  <a:ext cx="37807" cy="53619"/>
                </a:xfrm>
                <a:custGeom>
                  <a:avLst/>
                  <a:gdLst>
                    <a:gd name="T0" fmla="*/ 0 w 1471598"/>
                    <a:gd name="T1" fmla="*/ 699 h 2152340"/>
                    <a:gd name="T2" fmla="*/ 4 w 1471598"/>
                    <a:gd name="T3" fmla="*/ 357 h 2152340"/>
                    <a:gd name="T4" fmla="*/ 452 w 1471598"/>
                    <a:gd name="T5" fmla="*/ 30 h 2152340"/>
                    <a:gd name="T6" fmla="*/ 637 w 1471598"/>
                    <a:gd name="T7" fmla="*/ 0 h 2152340"/>
                    <a:gd name="T8" fmla="*/ 717 w 1471598"/>
                    <a:gd name="T9" fmla="*/ 494 h 2152340"/>
                    <a:gd name="T10" fmla="*/ 908 w 1471598"/>
                    <a:gd name="T11" fmla="*/ 829 h 2152340"/>
                    <a:gd name="T12" fmla="*/ 506 w 1471598"/>
                    <a:gd name="T13" fmla="*/ 1261 h 2152340"/>
                    <a:gd name="T14" fmla="*/ 217 w 1471598"/>
                    <a:gd name="T15" fmla="*/ 952 h 2152340"/>
                    <a:gd name="T16" fmla="*/ 0 w 1471598"/>
                    <a:gd name="T17" fmla="*/ 699 h 215234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471598"/>
                    <a:gd name="T28" fmla="*/ 0 h 2152340"/>
                    <a:gd name="T29" fmla="*/ 1471598 w 1471598"/>
                    <a:gd name="T30" fmla="*/ 2152340 h 215234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471598" h="2152340">
                      <a:moveTo>
                        <a:pt x="0" y="1193910"/>
                      </a:moveTo>
                      <a:lnTo>
                        <a:pt x="6633" y="609567"/>
                      </a:lnTo>
                      <a:lnTo>
                        <a:pt x="732163" y="51964"/>
                      </a:lnTo>
                      <a:lnTo>
                        <a:pt x="1031581" y="0"/>
                      </a:lnTo>
                      <a:lnTo>
                        <a:pt x="1162402" y="843462"/>
                      </a:lnTo>
                      <a:lnTo>
                        <a:pt x="1471598" y="1414597"/>
                      </a:lnTo>
                      <a:lnTo>
                        <a:pt x="819623" y="2152340"/>
                      </a:lnTo>
                      <a:lnTo>
                        <a:pt x="352175" y="1625033"/>
                      </a:lnTo>
                      <a:lnTo>
                        <a:pt x="0" y="1193910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2" name="任意多边形 18">
                  <a:extLst>
                    <a:ext uri="{FF2B5EF4-FFF2-40B4-BE49-F238E27FC236}">
                      <a16:creationId xmlns:a16="http://schemas.microsoft.com/office/drawing/2014/main" id="{3475D729-0779-33D3-5B4C-0A53B036F5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6269" y="3992422"/>
                  <a:ext cx="54512" cy="38676"/>
                </a:xfrm>
                <a:custGeom>
                  <a:avLst/>
                  <a:gdLst>
                    <a:gd name="T0" fmla="*/ 258 w 2149806"/>
                    <a:gd name="T1" fmla="*/ 619 h 1542653"/>
                    <a:gd name="T2" fmla="*/ 79 w 2149806"/>
                    <a:gd name="T3" fmla="*/ 274 h 1542653"/>
                    <a:gd name="T4" fmla="*/ 0 w 2149806"/>
                    <a:gd name="T5" fmla="*/ 0 h 1542653"/>
                    <a:gd name="T6" fmla="*/ 488 w 2149806"/>
                    <a:gd name="T7" fmla="*/ 99 h 1542653"/>
                    <a:gd name="T8" fmla="*/ 643 w 2149806"/>
                    <a:gd name="T9" fmla="*/ 326 h 1542653"/>
                    <a:gd name="T10" fmla="*/ 941 w 2149806"/>
                    <a:gd name="T11" fmla="*/ 499 h 1542653"/>
                    <a:gd name="T12" fmla="*/ 1329 w 2149806"/>
                    <a:gd name="T13" fmla="*/ 753 h 1542653"/>
                    <a:gd name="T14" fmla="*/ 947 w 2149806"/>
                    <a:gd name="T15" fmla="*/ 873 h 1542653"/>
                    <a:gd name="T16" fmla="*/ 432 w 2149806"/>
                    <a:gd name="T17" fmla="*/ 911 h 1542653"/>
                    <a:gd name="T18" fmla="*/ 258 w 2149806"/>
                    <a:gd name="T19" fmla="*/ 619 h 154265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149806"/>
                    <a:gd name="T31" fmla="*/ 0 h 1542653"/>
                    <a:gd name="T32" fmla="*/ 2149806 w 2149806"/>
                    <a:gd name="T33" fmla="*/ 1542653 h 1542653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149806" h="1542653">
                      <a:moveTo>
                        <a:pt x="416450" y="1048414"/>
                      </a:moveTo>
                      <a:lnTo>
                        <a:pt x="127296" y="463756"/>
                      </a:lnTo>
                      <a:lnTo>
                        <a:pt x="0" y="0"/>
                      </a:lnTo>
                      <a:lnTo>
                        <a:pt x="789138" y="167324"/>
                      </a:lnTo>
                      <a:lnTo>
                        <a:pt x="1039219" y="552474"/>
                      </a:lnTo>
                      <a:lnTo>
                        <a:pt x="1522038" y="845442"/>
                      </a:lnTo>
                      <a:lnTo>
                        <a:pt x="2149806" y="1276060"/>
                      </a:lnTo>
                      <a:lnTo>
                        <a:pt x="1532383" y="1477752"/>
                      </a:lnTo>
                      <a:lnTo>
                        <a:pt x="698410" y="1542653"/>
                      </a:lnTo>
                      <a:lnTo>
                        <a:pt x="416450" y="1048414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3" name="任意多边形 18">
                  <a:extLst>
                    <a:ext uri="{FF2B5EF4-FFF2-40B4-BE49-F238E27FC236}">
                      <a16:creationId xmlns:a16="http://schemas.microsoft.com/office/drawing/2014/main" id="{47C70D9F-1403-C7FF-9EB6-F3B7066E6D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1226" y="4079443"/>
                  <a:ext cx="17585" cy="37797"/>
                </a:xfrm>
                <a:custGeom>
                  <a:avLst/>
                  <a:gdLst>
                    <a:gd name="T0" fmla="*/ 0 w 700044"/>
                    <a:gd name="T1" fmla="*/ 513 h 1521913"/>
                    <a:gd name="T2" fmla="*/ 30 w 700044"/>
                    <a:gd name="T3" fmla="*/ 205 h 1521913"/>
                    <a:gd name="T4" fmla="*/ 223 w 700044"/>
                    <a:gd name="T5" fmla="*/ 0 h 1521913"/>
                    <a:gd name="T6" fmla="*/ 373 w 700044"/>
                    <a:gd name="T7" fmla="*/ 224 h 1521913"/>
                    <a:gd name="T8" fmla="*/ 363 w 700044"/>
                    <a:gd name="T9" fmla="*/ 567 h 1521913"/>
                    <a:gd name="T10" fmla="*/ 419 w 700044"/>
                    <a:gd name="T11" fmla="*/ 885 h 1521913"/>
                    <a:gd name="T12" fmla="*/ 89 w 700044"/>
                    <a:gd name="T13" fmla="*/ 722 h 1521913"/>
                    <a:gd name="T14" fmla="*/ 0 w 700044"/>
                    <a:gd name="T15" fmla="*/ 513 h 152191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700044"/>
                    <a:gd name="T25" fmla="*/ 0 h 1521913"/>
                    <a:gd name="T26" fmla="*/ 700044 w 700044"/>
                    <a:gd name="T27" fmla="*/ 1521913 h 152191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700044" h="1521913">
                      <a:moveTo>
                        <a:pt x="1" y="881090"/>
                      </a:moveTo>
                      <a:lnTo>
                        <a:pt x="49427" y="352473"/>
                      </a:lnTo>
                      <a:lnTo>
                        <a:pt x="372689" y="0"/>
                      </a:lnTo>
                      <a:lnTo>
                        <a:pt x="622770" y="385150"/>
                      </a:lnTo>
                      <a:lnTo>
                        <a:pt x="605116" y="974204"/>
                      </a:lnTo>
                      <a:lnTo>
                        <a:pt x="700044" y="1521913"/>
                      </a:lnTo>
                      <a:lnTo>
                        <a:pt x="148013" y="1241357"/>
                      </a:lnTo>
                      <a:lnTo>
                        <a:pt x="1" y="881090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4" name="任意多边形 18">
                  <a:extLst>
                    <a:ext uri="{FF2B5EF4-FFF2-40B4-BE49-F238E27FC236}">
                      <a16:creationId xmlns:a16="http://schemas.microsoft.com/office/drawing/2014/main" id="{F801615D-1958-595B-4346-9C92012B70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3528" y="2806655"/>
                  <a:ext cx="36049" cy="29007"/>
                </a:xfrm>
                <a:custGeom>
                  <a:avLst/>
                  <a:gdLst>
                    <a:gd name="T0" fmla="*/ 165 w 1429711"/>
                    <a:gd name="T1" fmla="*/ 624 h 1166775"/>
                    <a:gd name="T2" fmla="*/ 0 w 1429711"/>
                    <a:gd name="T3" fmla="*/ 434 h 1166775"/>
                    <a:gd name="T4" fmla="*/ 395 w 1429711"/>
                    <a:gd name="T5" fmla="*/ 119 h 1166775"/>
                    <a:gd name="T6" fmla="*/ 776 w 1429711"/>
                    <a:gd name="T7" fmla="*/ 0 h 1166775"/>
                    <a:gd name="T8" fmla="*/ 882 w 1429711"/>
                    <a:gd name="T9" fmla="*/ 241 h 1166775"/>
                    <a:gd name="T10" fmla="*/ 732 w 1429711"/>
                    <a:gd name="T11" fmla="*/ 567 h 1166775"/>
                    <a:gd name="T12" fmla="*/ 479 w 1429711"/>
                    <a:gd name="T13" fmla="*/ 669 h 1166775"/>
                    <a:gd name="T14" fmla="*/ 165 w 1429711"/>
                    <a:gd name="T15" fmla="*/ 624 h 116677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29711"/>
                    <a:gd name="T25" fmla="*/ 0 h 1166775"/>
                    <a:gd name="T26" fmla="*/ 1429711 w 1429711"/>
                    <a:gd name="T27" fmla="*/ 1166775 h 116677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29711" h="1166775">
                      <a:moveTo>
                        <a:pt x="267513" y="1088156"/>
                      </a:moveTo>
                      <a:lnTo>
                        <a:pt x="0" y="757297"/>
                      </a:lnTo>
                      <a:lnTo>
                        <a:pt x="640201" y="207066"/>
                      </a:lnTo>
                      <a:lnTo>
                        <a:pt x="1257296" y="0"/>
                      </a:lnTo>
                      <a:lnTo>
                        <a:pt x="1429711" y="420216"/>
                      </a:lnTo>
                      <a:lnTo>
                        <a:pt x="1186308" y="989064"/>
                      </a:lnTo>
                      <a:lnTo>
                        <a:pt x="775249" y="1166775"/>
                      </a:lnTo>
                      <a:lnTo>
                        <a:pt x="267513" y="1088156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5" name="任意多边形 5">
                  <a:extLst>
                    <a:ext uri="{FF2B5EF4-FFF2-40B4-BE49-F238E27FC236}">
                      <a16:creationId xmlns:a16="http://schemas.microsoft.com/office/drawing/2014/main" id="{3815D2DF-65EA-C2D5-4B25-0DE1E2C157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55910" y="2344302"/>
                  <a:ext cx="474786" cy="434225"/>
                </a:xfrm>
                <a:custGeom>
                  <a:avLst/>
                  <a:gdLst>
                    <a:gd name="T0" fmla="*/ 15723 w 11684135"/>
                    <a:gd name="T1" fmla="*/ 206993 h 10851654"/>
                    <a:gd name="T2" fmla="*/ 33496 w 11684135"/>
                    <a:gd name="T3" fmla="*/ 162966 h 10851654"/>
                    <a:gd name="T4" fmla="*/ 12305 w 11684135"/>
                    <a:gd name="T5" fmla="*/ 120253 h 10851654"/>
                    <a:gd name="T6" fmla="*/ 0 w 11684135"/>
                    <a:gd name="T7" fmla="*/ 78197 h 10851654"/>
                    <a:gd name="T8" fmla="*/ 30762 w 11684135"/>
                    <a:gd name="T9" fmla="*/ 55198 h 10851654"/>
                    <a:gd name="T10" fmla="*/ 68359 w 11684135"/>
                    <a:gd name="T11" fmla="*/ 59141 h 10851654"/>
                    <a:gd name="T12" fmla="*/ 119629 w 11684135"/>
                    <a:gd name="T13" fmla="*/ 55855 h 10851654"/>
                    <a:gd name="T14" fmla="*/ 153124 w 11684135"/>
                    <a:gd name="T15" fmla="*/ 24314 h 10851654"/>
                    <a:gd name="T16" fmla="*/ 162694 w 11684135"/>
                    <a:gd name="T17" fmla="*/ 5914 h 10851654"/>
                    <a:gd name="T18" fmla="*/ 200292 w 11684135"/>
                    <a:gd name="T19" fmla="*/ 13800 h 10851654"/>
                    <a:gd name="T20" fmla="*/ 227636 w 11684135"/>
                    <a:gd name="T21" fmla="*/ 29571 h 10851654"/>
                    <a:gd name="T22" fmla="*/ 257713 w 11684135"/>
                    <a:gd name="T23" fmla="*/ 24314 h 10851654"/>
                    <a:gd name="T24" fmla="*/ 288475 w 11684135"/>
                    <a:gd name="T25" fmla="*/ 0 h 10851654"/>
                    <a:gd name="T26" fmla="*/ 340427 w 11684135"/>
                    <a:gd name="T27" fmla="*/ 15113 h 10851654"/>
                    <a:gd name="T28" fmla="*/ 393747 w 11684135"/>
                    <a:gd name="T29" fmla="*/ 34170 h 10851654"/>
                    <a:gd name="T30" fmla="*/ 458688 w 11684135"/>
                    <a:gd name="T31" fmla="*/ 64398 h 10851654"/>
                    <a:gd name="T32" fmla="*/ 501071 w 11684135"/>
                    <a:gd name="T33" fmla="*/ 100539 h 10851654"/>
                    <a:gd name="T34" fmla="*/ 546871 w 11684135"/>
                    <a:gd name="T35" fmla="*/ 160337 h 10851654"/>
                    <a:gd name="T36" fmla="*/ 549605 w 11684135"/>
                    <a:gd name="T37" fmla="*/ 226049 h 10851654"/>
                    <a:gd name="T38" fmla="*/ 534558 w 11684135"/>
                    <a:gd name="T39" fmla="*/ 288000 h 10851654"/>
                    <a:gd name="T40" fmla="*/ 514742 w 11684135"/>
                    <a:gd name="T41" fmla="*/ 383100 h 10851654"/>
                    <a:gd name="T42" fmla="*/ 476462 w 11684135"/>
                    <a:gd name="T43" fmla="*/ 429756 h 10851654"/>
                    <a:gd name="T44" fmla="*/ 399216 w 11684135"/>
                    <a:gd name="T45" fmla="*/ 458012 h 10851654"/>
                    <a:gd name="T46" fmla="*/ 315135 w 11684135"/>
                    <a:gd name="T47" fmla="*/ 488239 h 10851654"/>
                    <a:gd name="T48" fmla="*/ 235155 w 11684135"/>
                    <a:gd name="T49" fmla="*/ 513210 h 10851654"/>
                    <a:gd name="T50" fmla="*/ 190721 w 11684135"/>
                    <a:gd name="T51" fmla="*/ 493496 h 10851654"/>
                    <a:gd name="T52" fmla="*/ 131933 w 11684135"/>
                    <a:gd name="T53" fmla="*/ 503353 h 10851654"/>
                    <a:gd name="T54" fmla="*/ 168835 w 11684135"/>
                    <a:gd name="T55" fmla="*/ 448157 h 10851654"/>
                    <a:gd name="T56" fmla="*/ 166795 w 11684135"/>
                    <a:gd name="T57" fmla="*/ 403471 h 10851654"/>
                    <a:gd name="T58" fmla="*/ 137401 w 11684135"/>
                    <a:gd name="T59" fmla="*/ 365358 h 10851654"/>
                    <a:gd name="T60" fmla="*/ 105111 w 11684135"/>
                    <a:gd name="T61" fmla="*/ 316321 h 10851654"/>
                    <a:gd name="T62" fmla="*/ 77930 w 11684135"/>
                    <a:gd name="T63" fmla="*/ 277961 h 10851654"/>
                    <a:gd name="T64" fmla="*/ 23926 w 11684135"/>
                    <a:gd name="T65" fmla="*/ 249705 h 10851654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1684135"/>
                    <a:gd name="T100" fmla="*/ 0 h 10851654"/>
                    <a:gd name="T101" fmla="*/ 11684135 w 11684135"/>
                    <a:gd name="T102" fmla="*/ 10851654 h 10851654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1684135" h="10851654">
                      <a:moveTo>
                        <a:pt x="138748" y="4818981"/>
                      </a:moveTo>
                      <a:lnTo>
                        <a:pt x="319545" y="4376794"/>
                      </a:lnTo>
                      <a:lnTo>
                        <a:pt x="541836" y="3918272"/>
                      </a:lnTo>
                      <a:lnTo>
                        <a:pt x="680765" y="3445857"/>
                      </a:lnTo>
                      <a:lnTo>
                        <a:pt x="458471" y="2945653"/>
                      </a:lnTo>
                      <a:lnTo>
                        <a:pt x="250075" y="2542710"/>
                      </a:lnTo>
                      <a:lnTo>
                        <a:pt x="166718" y="2111977"/>
                      </a:lnTo>
                      <a:lnTo>
                        <a:pt x="0" y="1653455"/>
                      </a:lnTo>
                      <a:lnTo>
                        <a:pt x="151669" y="1369910"/>
                      </a:lnTo>
                      <a:lnTo>
                        <a:pt x="625196" y="1167144"/>
                      </a:lnTo>
                      <a:lnTo>
                        <a:pt x="791909" y="1500618"/>
                      </a:lnTo>
                      <a:lnTo>
                        <a:pt x="1389318" y="1250512"/>
                      </a:lnTo>
                      <a:lnTo>
                        <a:pt x="1875579" y="1403354"/>
                      </a:lnTo>
                      <a:lnTo>
                        <a:pt x="2431304" y="1181040"/>
                      </a:lnTo>
                      <a:lnTo>
                        <a:pt x="2806419" y="805886"/>
                      </a:lnTo>
                      <a:lnTo>
                        <a:pt x="3112067" y="514100"/>
                      </a:lnTo>
                      <a:lnTo>
                        <a:pt x="2917562" y="13893"/>
                      </a:lnTo>
                      <a:lnTo>
                        <a:pt x="3306572" y="125053"/>
                      </a:lnTo>
                      <a:lnTo>
                        <a:pt x="3501071" y="347364"/>
                      </a:lnTo>
                      <a:lnTo>
                        <a:pt x="4070694" y="291786"/>
                      </a:lnTo>
                      <a:lnTo>
                        <a:pt x="4320769" y="514100"/>
                      </a:lnTo>
                      <a:lnTo>
                        <a:pt x="4626420" y="625257"/>
                      </a:lnTo>
                      <a:lnTo>
                        <a:pt x="4945962" y="625257"/>
                      </a:lnTo>
                      <a:lnTo>
                        <a:pt x="5237718" y="514100"/>
                      </a:lnTo>
                      <a:lnTo>
                        <a:pt x="5543369" y="125050"/>
                      </a:lnTo>
                      <a:lnTo>
                        <a:pt x="5862911" y="0"/>
                      </a:lnTo>
                      <a:lnTo>
                        <a:pt x="6237063" y="180859"/>
                      </a:lnTo>
                      <a:lnTo>
                        <a:pt x="6918780" y="319567"/>
                      </a:lnTo>
                      <a:lnTo>
                        <a:pt x="7460611" y="569668"/>
                      </a:lnTo>
                      <a:lnTo>
                        <a:pt x="8002450" y="722516"/>
                      </a:lnTo>
                      <a:lnTo>
                        <a:pt x="8724894" y="930934"/>
                      </a:lnTo>
                      <a:lnTo>
                        <a:pt x="9322295" y="1361661"/>
                      </a:lnTo>
                      <a:lnTo>
                        <a:pt x="9780767" y="1945233"/>
                      </a:lnTo>
                      <a:lnTo>
                        <a:pt x="10183668" y="2125859"/>
                      </a:lnTo>
                      <a:lnTo>
                        <a:pt x="10753286" y="2612167"/>
                      </a:lnTo>
                      <a:lnTo>
                        <a:pt x="11114506" y="3390265"/>
                      </a:lnTo>
                      <a:lnTo>
                        <a:pt x="11684135" y="4140576"/>
                      </a:lnTo>
                      <a:lnTo>
                        <a:pt x="11170079" y="4779721"/>
                      </a:lnTo>
                      <a:lnTo>
                        <a:pt x="11183979" y="5460563"/>
                      </a:lnTo>
                      <a:lnTo>
                        <a:pt x="10864265" y="6089660"/>
                      </a:lnTo>
                      <a:lnTo>
                        <a:pt x="10711607" y="6919485"/>
                      </a:lnTo>
                      <a:lnTo>
                        <a:pt x="10461530" y="8100525"/>
                      </a:lnTo>
                      <a:lnTo>
                        <a:pt x="10264878" y="8887938"/>
                      </a:lnTo>
                      <a:lnTo>
                        <a:pt x="9683519" y="9087038"/>
                      </a:lnTo>
                      <a:lnTo>
                        <a:pt x="8836037" y="9337139"/>
                      </a:lnTo>
                      <a:lnTo>
                        <a:pt x="8113593" y="9684504"/>
                      </a:lnTo>
                      <a:lnTo>
                        <a:pt x="7168858" y="10031868"/>
                      </a:lnTo>
                      <a:lnTo>
                        <a:pt x="6404736" y="10323654"/>
                      </a:lnTo>
                      <a:lnTo>
                        <a:pt x="5557254" y="10532073"/>
                      </a:lnTo>
                      <a:lnTo>
                        <a:pt x="4779235" y="10851654"/>
                      </a:lnTo>
                      <a:lnTo>
                        <a:pt x="4390228" y="10545971"/>
                      </a:lnTo>
                      <a:lnTo>
                        <a:pt x="3876183" y="10434811"/>
                      </a:lnTo>
                      <a:lnTo>
                        <a:pt x="3306563" y="10782179"/>
                      </a:lnTo>
                      <a:lnTo>
                        <a:pt x="2681382" y="10643230"/>
                      </a:lnTo>
                      <a:lnTo>
                        <a:pt x="2987015" y="10143031"/>
                      </a:lnTo>
                      <a:lnTo>
                        <a:pt x="3431370" y="9476120"/>
                      </a:lnTo>
                      <a:lnTo>
                        <a:pt x="3709465" y="9003675"/>
                      </a:lnTo>
                      <a:lnTo>
                        <a:pt x="3389920" y="8531260"/>
                      </a:lnTo>
                      <a:lnTo>
                        <a:pt x="3014804" y="8058842"/>
                      </a:lnTo>
                      <a:lnTo>
                        <a:pt x="2792519" y="7725376"/>
                      </a:lnTo>
                      <a:lnTo>
                        <a:pt x="2320150" y="7197382"/>
                      </a:lnTo>
                      <a:lnTo>
                        <a:pt x="2136258" y="6688496"/>
                      </a:lnTo>
                      <a:lnTo>
                        <a:pt x="1972830" y="6224763"/>
                      </a:lnTo>
                      <a:lnTo>
                        <a:pt x="1583823" y="5877398"/>
                      </a:lnTo>
                      <a:lnTo>
                        <a:pt x="1111457" y="5613402"/>
                      </a:lnTo>
                      <a:lnTo>
                        <a:pt x="486270" y="5279933"/>
                      </a:lnTo>
                      <a:lnTo>
                        <a:pt x="138748" y="4818981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6" name="任意多边形 5">
                  <a:extLst>
                    <a:ext uri="{FF2B5EF4-FFF2-40B4-BE49-F238E27FC236}">
                      <a16:creationId xmlns:a16="http://schemas.microsoft.com/office/drawing/2014/main" id="{4C73A6A3-25EB-68BF-480D-F297A02F7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7449" y="2369793"/>
                  <a:ext cx="543366" cy="231176"/>
                </a:xfrm>
                <a:custGeom>
                  <a:avLst/>
                  <a:gdLst>
                    <a:gd name="T0" fmla="*/ 14907 w 13184476"/>
                    <a:gd name="T1" fmla="*/ 33924 h 5682206"/>
                    <a:gd name="T2" fmla="*/ 56172 w 13184476"/>
                    <a:gd name="T3" fmla="*/ 13128 h 5682206"/>
                    <a:gd name="T4" fmla="*/ 113303 w 13184476"/>
                    <a:gd name="T5" fmla="*/ 10499 h 5682206"/>
                    <a:gd name="T6" fmla="*/ 175785 w 13184476"/>
                    <a:gd name="T7" fmla="*/ 37960 h 5682206"/>
                    <a:gd name="T8" fmla="*/ 226330 w 13184476"/>
                    <a:gd name="T9" fmla="*/ 61222 h 5682206"/>
                    <a:gd name="T10" fmla="*/ 256890 w 13184476"/>
                    <a:gd name="T11" fmla="*/ 93047 h 5682206"/>
                    <a:gd name="T12" fmla="*/ 309788 w 13184476"/>
                    <a:gd name="T13" fmla="*/ 107745 h 5682206"/>
                    <a:gd name="T14" fmla="*/ 364869 w 13184476"/>
                    <a:gd name="T15" fmla="*/ 99182 h 5682206"/>
                    <a:gd name="T16" fmla="*/ 421655 w 13184476"/>
                    <a:gd name="T17" fmla="*/ 92586 h 5682206"/>
                    <a:gd name="T18" fmla="*/ 470358 w 13184476"/>
                    <a:gd name="T19" fmla="*/ 80152 h 5682206"/>
                    <a:gd name="T20" fmla="*/ 512002 w 13184476"/>
                    <a:gd name="T21" fmla="*/ 88551 h 5682206"/>
                    <a:gd name="T22" fmla="*/ 560535 w 13184476"/>
                    <a:gd name="T23" fmla="*/ 97114 h 5682206"/>
                    <a:gd name="T24" fmla="*/ 624177 w 13184476"/>
                    <a:gd name="T25" fmla="*/ 101314 h 5682206"/>
                    <a:gd name="T26" fmla="*/ 663808 w 13184476"/>
                    <a:gd name="T27" fmla="*/ 111813 h 5682206"/>
                    <a:gd name="T28" fmla="*/ 669367 w 13184476"/>
                    <a:gd name="T29" fmla="*/ 143146 h 5682206"/>
                    <a:gd name="T30" fmla="*/ 668949 w 13184476"/>
                    <a:gd name="T31" fmla="*/ 197185 h 5682206"/>
                    <a:gd name="T32" fmla="*/ 597614 w 13184476"/>
                    <a:gd name="T33" fmla="*/ 212327 h 5682206"/>
                    <a:gd name="T34" fmla="*/ 527622 w 13184476"/>
                    <a:gd name="T35" fmla="*/ 196624 h 5682206"/>
                    <a:gd name="T36" fmla="*/ 461115 w 13184476"/>
                    <a:gd name="T37" fmla="*/ 203088 h 5682206"/>
                    <a:gd name="T38" fmla="*/ 494539 w 13184476"/>
                    <a:gd name="T39" fmla="*/ 236684 h 5682206"/>
                    <a:gd name="T40" fmla="*/ 438946 w 13184476"/>
                    <a:gd name="T41" fmla="*/ 258666 h 5682206"/>
                    <a:gd name="T42" fmla="*/ 395291 w 13184476"/>
                    <a:gd name="T43" fmla="*/ 235404 h 5682206"/>
                    <a:gd name="T44" fmla="*/ 373122 w 13184476"/>
                    <a:gd name="T45" fmla="*/ 243968 h 5682206"/>
                    <a:gd name="T46" fmla="*/ 368415 w 13184476"/>
                    <a:gd name="T47" fmla="*/ 281764 h 5682206"/>
                    <a:gd name="T48" fmla="*/ 317848 w 13184476"/>
                    <a:gd name="T49" fmla="*/ 249461 h 5682206"/>
                    <a:gd name="T50" fmla="*/ 287483 w 13184476"/>
                    <a:gd name="T51" fmla="*/ 219033 h 5682206"/>
                    <a:gd name="T52" fmla="*/ 273158 w 13184476"/>
                    <a:gd name="T53" fmla="*/ 185962 h 5682206"/>
                    <a:gd name="T54" fmla="*/ 250955 w 13184476"/>
                    <a:gd name="T55" fmla="*/ 176316 h 5682206"/>
                    <a:gd name="T56" fmla="*/ 227320 w 13184476"/>
                    <a:gd name="T57" fmla="*/ 177694 h 5682206"/>
                    <a:gd name="T58" fmla="*/ 177900 w 13184476"/>
                    <a:gd name="T59" fmla="*/ 147378 h 5682206"/>
                    <a:gd name="T60" fmla="*/ 139223 w 13184476"/>
                    <a:gd name="T61" fmla="*/ 130154 h 5682206"/>
                    <a:gd name="T62" fmla="*/ 173603 w 13184476"/>
                    <a:gd name="T63" fmla="*/ 101216 h 5682206"/>
                    <a:gd name="T64" fmla="*/ 134926 w 13184476"/>
                    <a:gd name="T65" fmla="*/ 111551 h 5682206"/>
                    <a:gd name="T66" fmla="*/ 105561 w 13184476"/>
                    <a:gd name="T67" fmla="*/ 121885 h 5682206"/>
                    <a:gd name="T68" fmla="*/ 73842 w 13184476"/>
                    <a:gd name="T69" fmla="*/ 95014 h 5682206"/>
                    <a:gd name="T70" fmla="*/ 21933 w 13184476"/>
                    <a:gd name="T71" fmla="*/ 76904 h 568220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3184476"/>
                    <a:gd name="T109" fmla="*/ 0 h 5682206"/>
                    <a:gd name="T110" fmla="*/ 13184476 w 13184476"/>
                    <a:gd name="T111" fmla="*/ 5682206 h 568220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3184476" h="5682206">
                      <a:moveTo>
                        <a:pt x="0" y="957527"/>
                      </a:moveTo>
                      <a:lnTo>
                        <a:pt x="289157" y="684142"/>
                      </a:lnTo>
                      <a:lnTo>
                        <a:pt x="761520" y="511454"/>
                      </a:lnTo>
                      <a:lnTo>
                        <a:pt x="1089595" y="264744"/>
                      </a:lnTo>
                      <a:lnTo>
                        <a:pt x="1487934" y="0"/>
                      </a:lnTo>
                      <a:lnTo>
                        <a:pt x="2197817" y="211727"/>
                      </a:lnTo>
                      <a:lnTo>
                        <a:pt x="2976490" y="508146"/>
                      </a:lnTo>
                      <a:lnTo>
                        <a:pt x="3409821" y="765526"/>
                      </a:lnTo>
                      <a:lnTo>
                        <a:pt x="4175270" y="807871"/>
                      </a:lnTo>
                      <a:lnTo>
                        <a:pt x="4390280" y="1234635"/>
                      </a:lnTo>
                      <a:lnTo>
                        <a:pt x="4566261" y="1700433"/>
                      </a:lnTo>
                      <a:lnTo>
                        <a:pt x="4983060" y="1876432"/>
                      </a:lnTo>
                      <a:lnTo>
                        <a:pt x="5582450" y="1876432"/>
                      </a:lnTo>
                      <a:lnTo>
                        <a:pt x="6009168" y="2172851"/>
                      </a:lnTo>
                      <a:lnTo>
                        <a:pt x="6566218" y="2000164"/>
                      </a:lnTo>
                      <a:lnTo>
                        <a:pt x="7077616" y="2000161"/>
                      </a:lnTo>
                      <a:lnTo>
                        <a:pt x="7637662" y="1904207"/>
                      </a:lnTo>
                      <a:lnTo>
                        <a:pt x="8179131" y="1867154"/>
                      </a:lnTo>
                      <a:lnTo>
                        <a:pt x="8693838" y="1655425"/>
                      </a:lnTo>
                      <a:lnTo>
                        <a:pt x="9123864" y="1616389"/>
                      </a:lnTo>
                      <a:lnTo>
                        <a:pt x="9550581" y="2078884"/>
                      </a:lnTo>
                      <a:lnTo>
                        <a:pt x="9931653" y="1785771"/>
                      </a:lnTo>
                      <a:lnTo>
                        <a:pt x="10404020" y="2039845"/>
                      </a:lnTo>
                      <a:lnTo>
                        <a:pt x="10873078" y="1958458"/>
                      </a:lnTo>
                      <a:lnTo>
                        <a:pt x="11553843" y="1919422"/>
                      </a:lnTo>
                      <a:lnTo>
                        <a:pt x="12107588" y="2043150"/>
                      </a:lnTo>
                      <a:lnTo>
                        <a:pt x="12576646" y="1750040"/>
                      </a:lnTo>
                      <a:lnTo>
                        <a:pt x="12876340" y="2254877"/>
                      </a:lnTo>
                      <a:lnTo>
                        <a:pt x="13184476" y="2679728"/>
                      </a:lnTo>
                      <a:lnTo>
                        <a:pt x="12984169" y="2886755"/>
                      </a:lnTo>
                      <a:lnTo>
                        <a:pt x="12935212" y="3482898"/>
                      </a:lnTo>
                      <a:lnTo>
                        <a:pt x="12976076" y="3976550"/>
                      </a:lnTo>
                      <a:lnTo>
                        <a:pt x="11905796" y="4004275"/>
                      </a:lnTo>
                      <a:lnTo>
                        <a:pt x="11592333" y="4281909"/>
                      </a:lnTo>
                      <a:lnTo>
                        <a:pt x="10873074" y="4046620"/>
                      </a:lnTo>
                      <a:lnTo>
                        <a:pt x="10234652" y="3965236"/>
                      </a:lnTo>
                      <a:lnTo>
                        <a:pt x="9602840" y="4134618"/>
                      </a:lnTo>
                      <a:lnTo>
                        <a:pt x="8944575" y="4095582"/>
                      </a:lnTo>
                      <a:cubicBezTo>
                        <a:pt x="8943473" y="4222618"/>
                        <a:pt x="8942372" y="4349654"/>
                        <a:pt x="8941270" y="4476690"/>
                      </a:cubicBezTo>
                      <a:lnTo>
                        <a:pt x="9592921" y="4773107"/>
                      </a:lnTo>
                      <a:lnTo>
                        <a:pt x="9088766" y="5019869"/>
                      </a:lnTo>
                      <a:lnTo>
                        <a:pt x="8514549" y="5216405"/>
                      </a:lnTo>
                      <a:lnTo>
                        <a:pt x="7798056" y="5255444"/>
                      </a:lnTo>
                      <a:lnTo>
                        <a:pt x="7667727" y="4747295"/>
                      </a:lnTo>
                      <a:lnTo>
                        <a:pt x="7325693" y="4577913"/>
                      </a:lnTo>
                      <a:lnTo>
                        <a:pt x="7237704" y="4919985"/>
                      </a:lnTo>
                      <a:lnTo>
                        <a:pt x="6938007" y="5258749"/>
                      </a:lnTo>
                      <a:lnTo>
                        <a:pt x="7146407" y="5682206"/>
                      </a:lnTo>
                      <a:lnTo>
                        <a:pt x="6449109" y="5633247"/>
                      </a:lnTo>
                      <a:lnTo>
                        <a:pt x="6165512" y="5030771"/>
                      </a:lnTo>
                      <a:lnTo>
                        <a:pt x="5920677" y="4811329"/>
                      </a:lnTo>
                      <a:lnTo>
                        <a:pt x="5576496" y="4417141"/>
                      </a:lnTo>
                      <a:lnTo>
                        <a:pt x="5159697" y="4180934"/>
                      </a:lnTo>
                      <a:lnTo>
                        <a:pt x="5298632" y="3750204"/>
                      </a:lnTo>
                      <a:lnTo>
                        <a:pt x="5215276" y="3472308"/>
                      </a:lnTo>
                      <a:lnTo>
                        <a:pt x="4867944" y="3555676"/>
                      </a:lnTo>
                      <a:lnTo>
                        <a:pt x="4702559" y="3867319"/>
                      </a:lnTo>
                      <a:lnTo>
                        <a:pt x="4409473" y="3583471"/>
                      </a:lnTo>
                      <a:lnTo>
                        <a:pt x="3964893" y="3194421"/>
                      </a:lnTo>
                      <a:lnTo>
                        <a:pt x="3450846" y="2972107"/>
                      </a:lnTo>
                      <a:lnTo>
                        <a:pt x="3075733" y="2999899"/>
                      </a:lnTo>
                      <a:lnTo>
                        <a:pt x="2700612" y="2624745"/>
                      </a:lnTo>
                      <a:lnTo>
                        <a:pt x="3214662" y="2249591"/>
                      </a:lnTo>
                      <a:lnTo>
                        <a:pt x="3367486" y="2041172"/>
                      </a:lnTo>
                      <a:lnTo>
                        <a:pt x="3117414" y="1888330"/>
                      </a:lnTo>
                      <a:lnTo>
                        <a:pt x="2617259" y="2249588"/>
                      </a:lnTo>
                      <a:lnTo>
                        <a:pt x="2353286" y="2471902"/>
                      </a:lnTo>
                      <a:lnTo>
                        <a:pt x="2047642" y="2458012"/>
                      </a:lnTo>
                      <a:lnTo>
                        <a:pt x="1777709" y="2339570"/>
                      </a:lnTo>
                      <a:lnTo>
                        <a:pt x="1432364" y="1916113"/>
                      </a:lnTo>
                      <a:lnTo>
                        <a:pt x="1047990" y="2121229"/>
                      </a:lnTo>
                      <a:lnTo>
                        <a:pt x="425452" y="1550893"/>
                      </a:lnTo>
                      <a:lnTo>
                        <a:pt x="0" y="957527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7" name="任意多边形 12">
                  <a:extLst>
                    <a:ext uri="{FF2B5EF4-FFF2-40B4-BE49-F238E27FC236}">
                      <a16:creationId xmlns:a16="http://schemas.microsoft.com/office/drawing/2014/main" id="{63568F54-39BB-FFDB-E3C2-0D22D47AD3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70624" y="2408469"/>
                  <a:ext cx="72976" cy="91416"/>
                </a:xfrm>
                <a:custGeom>
                  <a:avLst/>
                  <a:gdLst>
                    <a:gd name="T0" fmla="*/ 86 w 1892719"/>
                    <a:gd name="T1" fmla="*/ 1489 h 2389868"/>
                    <a:gd name="T2" fmla="*/ 441 w 1892719"/>
                    <a:gd name="T3" fmla="*/ 636 h 2389868"/>
                    <a:gd name="T4" fmla="*/ 788 w 1892719"/>
                    <a:gd name="T5" fmla="*/ 0 h 2389868"/>
                    <a:gd name="T6" fmla="*/ 1175 w 1892719"/>
                    <a:gd name="T7" fmla="*/ 477 h 2389868"/>
                    <a:gd name="T8" fmla="*/ 1207 w 1892719"/>
                    <a:gd name="T9" fmla="*/ 901 h 2389868"/>
                    <a:gd name="T10" fmla="*/ 1682 w 1892719"/>
                    <a:gd name="T11" fmla="*/ 1091 h 2389868"/>
                    <a:gd name="T12" fmla="*/ 1828 w 1892719"/>
                    <a:gd name="T13" fmla="*/ 613 h 2389868"/>
                    <a:gd name="T14" fmla="*/ 2699 w 1892719"/>
                    <a:gd name="T15" fmla="*/ 1257 h 2389868"/>
                    <a:gd name="T16" fmla="*/ 3013 w 1892719"/>
                    <a:gd name="T17" fmla="*/ 1818 h 2389868"/>
                    <a:gd name="T18" fmla="*/ 3295 w 1892719"/>
                    <a:gd name="T19" fmla="*/ 2392 h 2389868"/>
                    <a:gd name="T20" fmla="*/ 3122 w 1892719"/>
                    <a:gd name="T21" fmla="*/ 2901 h 2389868"/>
                    <a:gd name="T22" fmla="*/ 2626 w 1892719"/>
                    <a:gd name="T23" fmla="*/ 3658 h 2389868"/>
                    <a:gd name="T24" fmla="*/ 1731 w 1892719"/>
                    <a:gd name="T25" fmla="*/ 3908 h 2389868"/>
                    <a:gd name="T26" fmla="*/ 812 w 1892719"/>
                    <a:gd name="T27" fmla="*/ 3340 h 2389868"/>
                    <a:gd name="T28" fmla="*/ 183 w 1892719"/>
                    <a:gd name="T29" fmla="*/ 2727 h 2389868"/>
                    <a:gd name="T30" fmla="*/ 0 w 1892719"/>
                    <a:gd name="T31" fmla="*/ 2008 h 2389868"/>
                    <a:gd name="T32" fmla="*/ 86 w 1892719"/>
                    <a:gd name="T33" fmla="*/ 1489 h 238986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892719"/>
                    <a:gd name="T52" fmla="*/ 0 h 2389868"/>
                    <a:gd name="T53" fmla="*/ 1892719 w 1892719"/>
                    <a:gd name="T54" fmla="*/ 2389868 h 2389868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892719" h="2389868">
                      <a:moveTo>
                        <a:pt x="49597" y="910573"/>
                      </a:moveTo>
                      <a:lnTo>
                        <a:pt x="253125" y="389065"/>
                      </a:lnTo>
                      <a:lnTo>
                        <a:pt x="452525" y="0"/>
                      </a:lnTo>
                      <a:lnTo>
                        <a:pt x="674822" y="291789"/>
                      </a:lnTo>
                      <a:lnTo>
                        <a:pt x="693346" y="551153"/>
                      </a:lnTo>
                      <a:lnTo>
                        <a:pt x="966349" y="667010"/>
                      </a:lnTo>
                      <a:lnTo>
                        <a:pt x="1049939" y="375151"/>
                      </a:lnTo>
                      <a:lnTo>
                        <a:pt x="1550102" y="768834"/>
                      </a:lnTo>
                      <a:lnTo>
                        <a:pt x="1730718" y="1111569"/>
                      </a:lnTo>
                      <a:lnTo>
                        <a:pt x="1892719" y="1462715"/>
                      </a:lnTo>
                      <a:lnTo>
                        <a:pt x="1793518" y="1773853"/>
                      </a:lnTo>
                      <a:lnTo>
                        <a:pt x="1508421" y="2237025"/>
                      </a:lnTo>
                      <a:lnTo>
                        <a:pt x="994366" y="2389868"/>
                      </a:lnTo>
                      <a:lnTo>
                        <a:pt x="466419" y="2042503"/>
                      </a:lnTo>
                      <a:lnTo>
                        <a:pt x="105191" y="1667349"/>
                      </a:lnTo>
                      <a:lnTo>
                        <a:pt x="0" y="1227931"/>
                      </a:lnTo>
                      <a:lnTo>
                        <a:pt x="49597" y="910573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8" name="任意多边形 13">
                  <a:extLst>
                    <a:ext uri="{FF2B5EF4-FFF2-40B4-BE49-F238E27FC236}">
                      <a16:creationId xmlns:a16="http://schemas.microsoft.com/office/drawing/2014/main" id="{70ACB578-051D-94F0-6C83-1F9A13D886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45851" y="2359245"/>
                  <a:ext cx="119576" cy="90537"/>
                </a:xfrm>
                <a:custGeom>
                  <a:avLst/>
                  <a:gdLst>
                    <a:gd name="T0" fmla="*/ 0 w 3107451"/>
                    <a:gd name="T1" fmla="*/ 712 h 2371329"/>
                    <a:gd name="T2" fmla="*/ 738 w 3107451"/>
                    <a:gd name="T3" fmla="*/ 167 h 2371329"/>
                    <a:gd name="T4" fmla="*/ 1900 w 3107451"/>
                    <a:gd name="T5" fmla="*/ 0 h 2371329"/>
                    <a:gd name="T6" fmla="*/ 2822 w 3107451"/>
                    <a:gd name="T7" fmla="*/ 265 h 2371329"/>
                    <a:gd name="T8" fmla="*/ 3751 w 3107451"/>
                    <a:gd name="T9" fmla="*/ 750 h 2371329"/>
                    <a:gd name="T10" fmla="*/ 4521 w 3107451"/>
                    <a:gd name="T11" fmla="*/ 1454 h 2371329"/>
                    <a:gd name="T12" fmla="*/ 5379 w 3107451"/>
                    <a:gd name="T13" fmla="*/ 2204 h 2371329"/>
                    <a:gd name="T14" fmla="*/ 4337 w 3107451"/>
                    <a:gd name="T15" fmla="*/ 3333 h 2371329"/>
                    <a:gd name="T16" fmla="*/ 3263 w 3107451"/>
                    <a:gd name="T17" fmla="*/ 3878 h 2371329"/>
                    <a:gd name="T18" fmla="*/ 2685 w 3107451"/>
                    <a:gd name="T19" fmla="*/ 3204 h 2371329"/>
                    <a:gd name="T20" fmla="*/ 2204 w 3107451"/>
                    <a:gd name="T21" fmla="*/ 2529 h 2371329"/>
                    <a:gd name="T22" fmla="*/ 1471 w 3107451"/>
                    <a:gd name="T23" fmla="*/ 1742 h 2371329"/>
                    <a:gd name="T24" fmla="*/ 403 w 3107451"/>
                    <a:gd name="T25" fmla="*/ 1372 h 2371329"/>
                    <a:gd name="T26" fmla="*/ 0 w 3107451"/>
                    <a:gd name="T27" fmla="*/ 712 h 237132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07451"/>
                    <a:gd name="T43" fmla="*/ 0 h 2371329"/>
                    <a:gd name="T44" fmla="*/ 3107451 w 3107451"/>
                    <a:gd name="T45" fmla="*/ 2371329 h 2371329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07451" h="2371329">
                      <a:moveTo>
                        <a:pt x="0" y="435194"/>
                      </a:moveTo>
                      <a:lnTo>
                        <a:pt x="426036" y="101892"/>
                      </a:lnTo>
                      <a:lnTo>
                        <a:pt x="1097546" y="0"/>
                      </a:lnTo>
                      <a:lnTo>
                        <a:pt x="1630126" y="162103"/>
                      </a:lnTo>
                      <a:lnTo>
                        <a:pt x="2166812" y="458607"/>
                      </a:lnTo>
                      <a:lnTo>
                        <a:pt x="2611921" y="889246"/>
                      </a:lnTo>
                      <a:lnTo>
                        <a:pt x="3107451" y="1347768"/>
                      </a:lnTo>
                      <a:lnTo>
                        <a:pt x="2505412" y="2037855"/>
                      </a:lnTo>
                      <a:lnTo>
                        <a:pt x="1884842" y="2371329"/>
                      </a:lnTo>
                      <a:lnTo>
                        <a:pt x="1551325" y="1959222"/>
                      </a:lnTo>
                      <a:lnTo>
                        <a:pt x="1273170" y="1546222"/>
                      </a:lnTo>
                      <a:lnTo>
                        <a:pt x="849796" y="1065294"/>
                      </a:lnTo>
                      <a:lnTo>
                        <a:pt x="232814" y="838887"/>
                      </a:lnTo>
                      <a:lnTo>
                        <a:pt x="0" y="435194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9" name="任意多边形 14">
                  <a:extLst>
                    <a:ext uri="{FF2B5EF4-FFF2-40B4-BE49-F238E27FC236}">
                      <a16:creationId xmlns:a16="http://schemas.microsoft.com/office/drawing/2014/main" id="{C7AA255A-D523-5CB5-8E53-E50D229126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54876" y="2414622"/>
                  <a:ext cx="94078" cy="58893"/>
                </a:xfrm>
                <a:custGeom>
                  <a:avLst/>
                  <a:gdLst>
                    <a:gd name="T0" fmla="*/ 0 w 2423627"/>
                    <a:gd name="T1" fmla="*/ 1129 h 1542214"/>
                    <a:gd name="T2" fmla="*/ 1049 w 2423627"/>
                    <a:gd name="T3" fmla="*/ 0 h 1542214"/>
                    <a:gd name="T4" fmla="*/ 2106 w 2423627"/>
                    <a:gd name="T5" fmla="*/ 576 h 1542214"/>
                    <a:gd name="T6" fmla="*/ 3448 w 2423627"/>
                    <a:gd name="T7" fmla="*/ 973 h 1542214"/>
                    <a:gd name="T8" fmla="*/ 4192 w 2423627"/>
                    <a:gd name="T9" fmla="*/ 2015 h 1542214"/>
                    <a:gd name="T10" fmla="*/ 3356 w 2423627"/>
                    <a:gd name="T11" fmla="*/ 2531 h 1542214"/>
                    <a:gd name="T12" fmla="*/ 2371 w 2423627"/>
                    <a:gd name="T13" fmla="*/ 2212 h 1542214"/>
                    <a:gd name="T14" fmla="*/ 1771 w 2423627"/>
                    <a:gd name="T15" fmla="*/ 1847 h 1542214"/>
                    <a:gd name="T16" fmla="*/ 761 w 2423627"/>
                    <a:gd name="T17" fmla="*/ 1573 h 1542214"/>
                    <a:gd name="T18" fmla="*/ 0 w 2423627"/>
                    <a:gd name="T19" fmla="*/ 1129 h 154221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423627"/>
                    <a:gd name="T31" fmla="*/ 0 h 1542214"/>
                    <a:gd name="T32" fmla="*/ 2423627 w 2423627"/>
                    <a:gd name="T33" fmla="*/ 1542214 h 154221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423627" h="1542214">
                      <a:moveTo>
                        <a:pt x="0" y="688176"/>
                      </a:moveTo>
                      <a:lnTo>
                        <a:pt x="606403" y="0"/>
                      </a:lnTo>
                      <a:lnTo>
                        <a:pt x="1217892" y="351128"/>
                      </a:lnTo>
                      <a:lnTo>
                        <a:pt x="1993965" y="592794"/>
                      </a:lnTo>
                      <a:lnTo>
                        <a:pt x="2423627" y="1227855"/>
                      </a:lnTo>
                      <a:lnTo>
                        <a:pt x="1940670" y="1542214"/>
                      </a:lnTo>
                      <a:lnTo>
                        <a:pt x="1371042" y="1347689"/>
                      </a:lnTo>
                      <a:lnTo>
                        <a:pt x="1023708" y="1125375"/>
                      </a:lnTo>
                      <a:lnTo>
                        <a:pt x="440190" y="958642"/>
                      </a:lnTo>
                      <a:lnTo>
                        <a:pt x="0" y="688176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40" name="任意多边形 15">
                  <a:extLst>
                    <a:ext uri="{FF2B5EF4-FFF2-40B4-BE49-F238E27FC236}">
                      <a16:creationId xmlns:a16="http://schemas.microsoft.com/office/drawing/2014/main" id="{21AD9291-0BB3-57B2-58C4-3AE44DE9AC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2164" y="2458572"/>
                  <a:ext cx="121334" cy="120423"/>
                </a:xfrm>
                <a:custGeom>
                  <a:avLst/>
                  <a:gdLst>
                    <a:gd name="T0" fmla="*/ 0 w 3149381"/>
                    <a:gd name="T1" fmla="*/ 217 h 3167742"/>
                    <a:gd name="T2" fmla="*/ 400 w 3149381"/>
                    <a:gd name="T3" fmla="*/ 0 h 3167742"/>
                    <a:gd name="T4" fmla="*/ 1362 w 3149381"/>
                    <a:gd name="T5" fmla="*/ 1003 h 3167742"/>
                    <a:gd name="T6" fmla="*/ 2106 w 3149381"/>
                    <a:gd name="T7" fmla="*/ 1306 h 3167742"/>
                    <a:gd name="T8" fmla="*/ 3231 w 3149381"/>
                    <a:gd name="T9" fmla="*/ 2546 h 3167742"/>
                    <a:gd name="T10" fmla="*/ 5445 w 3149381"/>
                    <a:gd name="T11" fmla="*/ 4650 h 3167742"/>
                    <a:gd name="T12" fmla="*/ 5325 w 3149381"/>
                    <a:gd name="T13" fmla="*/ 5197 h 3167742"/>
                    <a:gd name="T14" fmla="*/ 4437 w 3149381"/>
                    <a:gd name="T15" fmla="*/ 4263 h 3167742"/>
                    <a:gd name="T16" fmla="*/ 3788 w 3149381"/>
                    <a:gd name="T17" fmla="*/ 3807 h 3167742"/>
                    <a:gd name="T18" fmla="*/ 3038 w 3149381"/>
                    <a:gd name="T19" fmla="*/ 3929 h 3167742"/>
                    <a:gd name="T20" fmla="*/ 3115 w 3149381"/>
                    <a:gd name="T21" fmla="*/ 3146 h 3167742"/>
                    <a:gd name="T22" fmla="*/ 2226 w 3149381"/>
                    <a:gd name="T23" fmla="*/ 2371 h 3167742"/>
                    <a:gd name="T24" fmla="*/ 1866 w 3149381"/>
                    <a:gd name="T25" fmla="*/ 1892 h 3167742"/>
                    <a:gd name="T26" fmla="*/ 1362 w 3149381"/>
                    <a:gd name="T27" fmla="*/ 1459 h 3167742"/>
                    <a:gd name="T28" fmla="*/ 425 w 3149381"/>
                    <a:gd name="T29" fmla="*/ 935 h 3167742"/>
                    <a:gd name="T30" fmla="*/ 0 w 3149381"/>
                    <a:gd name="T31" fmla="*/ 217 h 3167742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149381"/>
                    <a:gd name="T49" fmla="*/ 0 h 3167742"/>
                    <a:gd name="T50" fmla="*/ 3149381 w 3149381"/>
                    <a:gd name="T51" fmla="*/ 3167742 h 3167742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149381" h="3167742">
                      <a:moveTo>
                        <a:pt x="0" y="132323"/>
                      </a:moveTo>
                      <a:lnTo>
                        <a:pt x="231198" y="0"/>
                      </a:lnTo>
                      <a:lnTo>
                        <a:pt x="787512" y="611128"/>
                      </a:lnTo>
                      <a:lnTo>
                        <a:pt x="1217807" y="795755"/>
                      </a:lnTo>
                      <a:lnTo>
                        <a:pt x="1868833" y="1551522"/>
                      </a:lnTo>
                      <a:lnTo>
                        <a:pt x="3149381" y="2834267"/>
                      </a:lnTo>
                      <a:lnTo>
                        <a:pt x="3079915" y="3167742"/>
                      </a:lnTo>
                      <a:lnTo>
                        <a:pt x="2565863" y="2598063"/>
                      </a:lnTo>
                      <a:lnTo>
                        <a:pt x="2190742" y="2320170"/>
                      </a:lnTo>
                      <a:lnTo>
                        <a:pt x="1756653" y="2394998"/>
                      </a:lnTo>
                      <a:lnTo>
                        <a:pt x="1801727" y="1917226"/>
                      </a:lnTo>
                      <a:lnTo>
                        <a:pt x="1287594" y="1444942"/>
                      </a:lnTo>
                      <a:lnTo>
                        <a:pt x="1079118" y="1153211"/>
                      </a:lnTo>
                      <a:lnTo>
                        <a:pt x="787439" y="889158"/>
                      </a:lnTo>
                      <a:lnTo>
                        <a:pt x="245525" y="569644"/>
                      </a:lnTo>
                      <a:lnTo>
                        <a:pt x="0" y="132323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41" name="任意多边形 17">
                  <a:extLst>
                    <a:ext uri="{FF2B5EF4-FFF2-40B4-BE49-F238E27FC236}">
                      <a16:creationId xmlns:a16="http://schemas.microsoft.com/office/drawing/2014/main" id="{0F708B3F-F274-7929-BC20-0B9C69C22F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67470" y="2534166"/>
                  <a:ext cx="65063" cy="58893"/>
                </a:xfrm>
                <a:custGeom>
                  <a:avLst/>
                  <a:gdLst>
                    <a:gd name="T0" fmla="*/ 86 w 1682138"/>
                    <a:gd name="T1" fmla="*/ 0 h 1544119"/>
                    <a:gd name="T2" fmla="*/ 588 w 1682138"/>
                    <a:gd name="T3" fmla="*/ 100 h 1544119"/>
                    <a:gd name="T4" fmla="*/ 1010 w 1682138"/>
                    <a:gd name="T5" fmla="*/ 684 h 1544119"/>
                    <a:gd name="T6" fmla="*/ 1740 w 1682138"/>
                    <a:gd name="T7" fmla="*/ 1179 h 1544119"/>
                    <a:gd name="T8" fmla="*/ 2445 w 1682138"/>
                    <a:gd name="T9" fmla="*/ 1605 h 1544119"/>
                    <a:gd name="T10" fmla="*/ 2801 w 1682138"/>
                    <a:gd name="T11" fmla="*/ 2038 h 1544119"/>
                    <a:gd name="T12" fmla="*/ 2943 w 1682138"/>
                    <a:gd name="T13" fmla="*/ 2496 h 1544119"/>
                    <a:gd name="T14" fmla="*/ 1910 w 1682138"/>
                    <a:gd name="T15" fmla="*/ 1830 h 1544119"/>
                    <a:gd name="T16" fmla="*/ 694 w 1682138"/>
                    <a:gd name="T17" fmla="*/ 572 h 1544119"/>
                    <a:gd name="T18" fmla="*/ 0 w 1682138"/>
                    <a:gd name="T19" fmla="*/ 378 h 1544119"/>
                    <a:gd name="T20" fmla="*/ 86 w 1682138"/>
                    <a:gd name="T21" fmla="*/ 0 h 154411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682138"/>
                    <a:gd name="T34" fmla="*/ 0 h 1544119"/>
                    <a:gd name="T35" fmla="*/ 1682138 w 1682138"/>
                    <a:gd name="T36" fmla="*/ 1544119 h 154411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682138" h="1544119">
                      <a:moveTo>
                        <a:pt x="49372" y="0"/>
                      </a:moveTo>
                      <a:lnTo>
                        <a:pt x="336257" y="62070"/>
                      </a:lnTo>
                      <a:lnTo>
                        <a:pt x="577307" y="423518"/>
                      </a:lnTo>
                      <a:lnTo>
                        <a:pt x="994107" y="729197"/>
                      </a:lnTo>
                      <a:lnTo>
                        <a:pt x="1397014" y="993194"/>
                      </a:lnTo>
                      <a:lnTo>
                        <a:pt x="1600735" y="1260770"/>
                      </a:lnTo>
                      <a:lnTo>
                        <a:pt x="1682138" y="1544119"/>
                      </a:lnTo>
                      <a:lnTo>
                        <a:pt x="1091362" y="1132143"/>
                      </a:lnTo>
                      <a:lnTo>
                        <a:pt x="396697" y="354046"/>
                      </a:lnTo>
                      <a:lnTo>
                        <a:pt x="0" y="233929"/>
                      </a:lnTo>
                      <a:lnTo>
                        <a:pt x="49372" y="0"/>
                      </a:lnTo>
                      <a:close/>
                    </a:path>
                  </a:pathLst>
                </a:custGeom>
                <a:grpFill/>
                <a:ln w="3175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1200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  <p:grpSp>
          <p:nvGrpSpPr>
            <p:cNvPr id="10" name="Graphic 13">
              <a:extLst>
                <a:ext uri="{FF2B5EF4-FFF2-40B4-BE49-F238E27FC236}">
                  <a16:creationId xmlns:a16="http://schemas.microsoft.com/office/drawing/2014/main" id="{90DEF657-C7B4-0BB8-AA37-A85DCFA80282}"/>
                </a:ext>
              </a:extLst>
            </p:cNvPr>
            <p:cNvGrpSpPr/>
            <p:nvPr/>
          </p:nvGrpSpPr>
          <p:grpSpPr>
            <a:xfrm>
              <a:off x="10024737" y="4599347"/>
              <a:ext cx="75063" cy="403229"/>
              <a:chOff x="10415170" y="3682800"/>
              <a:chExt cx="75063" cy="403229"/>
            </a:xfrm>
            <a:solidFill>
              <a:srgbClr val="3E3E3C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6A08E48-9D4D-CED2-4ABC-CF1063FB3D09}"/>
                  </a:ext>
                </a:extLst>
              </p:cNvPr>
              <p:cNvSpPr/>
              <p:nvPr/>
            </p:nvSpPr>
            <p:spPr>
              <a:xfrm>
                <a:off x="10415170" y="3682800"/>
                <a:ext cx="75063" cy="74934"/>
              </a:xfrm>
              <a:custGeom>
                <a:avLst/>
                <a:gdLst>
                  <a:gd name="connsiteX0" fmla="*/ 75063 w 75063"/>
                  <a:gd name="connsiteY0" fmla="*/ 37467 h 74934"/>
                  <a:gd name="connsiteX1" fmla="*/ 37531 w 75063"/>
                  <a:gd name="connsiteY1" fmla="*/ 74935 h 74934"/>
                  <a:gd name="connsiteX2" fmla="*/ 0 w 75063"/>
                  <a:gd name="connsiteY2" fmla="*/ 37467 h 74934"/>
                  <a:gd name="connsiteX3" fmla="*/ 37531 w 75063"/>
                  <a:gd name="connsiteY3" fmla="*/ 0 h 74934"/>
                  <a:gd name="connsiteX4" fmla="*/ 75063 w 75063"/>
                  <a:gd name="connsiteY4" fmla="*/ 37467 h 74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063" h="74934">
                    <a:moveTo>
                      <a:pt x="75063" y="37467"/>
                    </a:moveTo>
                    <a:cubicBezTo>
                      <a:pt x="75063" y="58160"/>
                      <a:pt x="58259" y="74935"/>
                      <a:pt x="37531" y="74935"/>
                    </a:cubicBezTo>
                    <a:cubicBezTo>
                      <a:pt x="16803" y="74935"/>
                      <a:pt x="0" y="58160"/>
                      <a:pt x="0" y="37467"/>
                    </a:cubicBezTo>
                    <a:cubicBezTo>
                      <a:pt x="0" y="16775"/>
                      <a:pt x="16803" y="0"/>
                      <a:pt x="37531" y="0"/>
                    </a:cubicBezTo>
                    <a:cubicBezTo>
                      <a:pt x="58259" y="0"/>
                      <a:pt x="75063" y="16775"/>
                      <a:pt x="75063" y="37467"/>
                    </a:cubicBezTo>
                    <a:close/>
                  </a:path>
                </a:pathLst>
              </a:custGeom>
              <a:solidFill>
                <a:srgbClr val="3E3E3C"/>
              </a:solidFill>
              <a:ln w="133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15B9B7A-C936-D4D9-AFDC-F2817701887C}"/>
                  </a:ext>
                </a:extLst>
              </p:cNvPr>
              <p:cNvSpPr/>
              <p:nvPr/>
            </p:nvSpPr>
            <p:spPr>
              <a:xfrm>
                <a:off x="10454042" y="3720269"/>
                <a:ext cx="13404" cy="365760"/>
              </a:xfrm>
              <a:custGeom>
                <a:avLst/>
                <a:gdLst>
                  <a:gd name="connsiteX0" fmla="*/ 0 w 13404"/>
                  <a:gd name="connsiteY0" fmla="*/ 0 h 492427"/>
                  <a:gd name="connsiteX1" fmla="*/ 0 w 13404"/>
                  <a:gd name="connsiteY1" fmla="*/ 492428 h 492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04" h="492427">
                    <a:moveTo>
                      <a:pt x="0" y="0"/>
                    </a:moveTo>
                    <a:lnTo>
                      <a:pt x="0" y="492428"/>
                    </a:lnTo>
                  </a:path>
                </a:pathLst>
              </a:custGeom>
              <a:ln w="10047" cap="flat">
                <a:solidFill>
                  <a:srgbClr val="3E3E3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9D6908E6-2516-8755-9C3F-F23C4774183E}"/>
              </a:ext>
            </a:extLst>
          </p:cNvPr>
          <p:cNvSpPr/>
          <p:nvPr/>
        </p:nvSpPr>
        <p:spPr>
          <a:xfrm>
            <a:off x="4997576" y="4371536"/>
            <a:ext cx="1582671" cy="1582671"/>
          </a:xfrm>
          <a:prstGeom prst="ellipse">
            <a:avLst/>
          </a:prstGeom>
          <a:noFill/>
          <a:ln w="2540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AB9599-C681-734E-7F65-36E19C08074D}"/>
              </a:ext>
            </a:extLst>
          </p:cNvPr>
          <p:cNvCxnSpPr>
            <a:cxnSpLocks/>
            <a:stCxn id="46" idx="6"/>
          </p:cNvCxnSpPr>
          <p:nvPr/>
        </p:nvCxnSpPr>
        <p:spPr>
          <a:xfrm flipV="1">
            <a:off x="6580247" y="4434090"/>
            <a:ext cx="2563591" cy="728782"/>
          </a:xfrm>
          <a:prstGeom prst="straightConnector1">
            <a:avLst/>
          </a:prstGeom>
          <a:ln w="22225">
            <a:solidFill>
              <a:schemeClr val="accent1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80851F1-4782-6738-F2B5-4535F6252CA1}"/>
              </a:ext>
            </a:extLst>
          </p:cNvPr>
          <p:cNvSpPr/>
          <p:nvPr/>
        </p:nvSpPr>
        <p:spPr>
          <a:xfrm>
            <a:off x="7612027" y="3067642"/>
            <a:ext cx="412309" cy="412309"/>
          </a:xfrm>
          <a:prstGeom prst="ellipse">
            <a:avLst/>
          </a:prstGeom>
          <a:noFill/>
          <a:ln w="2540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19B9054-36C0-61A3-25A2-83EDEF78B851}"/>
              </a:ext>
            </a:extLst>
          </p:cNvPr>
          <p:cNvCxnSpPr>
            <a:cxnSpLocks/>
            <a:stCxn id="51" idx="0"/>
            <a:endCxn id="48" idx="4"/>
          </p:cNvCxnSpPr>
          <p:nvPr/>
        </p:nvCxnSpPr>
        <p:spPr>
          <a:xfrm flipH="1" flipV="1">
            <a:off x="7818182" y="3479951"/>
            <a:ext cx="2922" cy="1202221"/>
          </a:xfrm>
          <a:prstGeom prst="straightConnector1">
            <a:avLst/>
          </a:prstGeom>
          <a:ln w="22225">
            <a:solidFill>
              <a:schemeClr val="accent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54B7156-DE8A-DC82-D4E8-E4E4B47A230C}"/>
              </a:ext>
            </a:extLst>
          </p:cNvPr>
          <p:cNvSpPr/>
          <p:nvPr/>
        </p:nvSpPr>
        <p:spPr>
          <a:xfrm>
            <a:off x="6986801" y="3614836"/>
            <a:ext cx="412309" cy="412309"/>
          </a:xfrm>
          <a:prstGeom prst="ellipse">
            <a:avLst/>
          </a:prstGeom>
          <a:noFill/>
          <a:ln w="2540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C2A4054-D505-6FE4-1D08-CEEC037F5231}"/>
              </a:ext>
            </a:extLst>
          </p:cNvPr>
          <p:cNvSpPr/>
          <p:nvPr/>
        </p:nvSpPr>
        <p:spPr>
          <a:xfrm rot="10800000" flipV="1">
            <a:off x="7036219" y="4682172"/>
            <a:ext cx="1569771" cy="488083"/>
          </a:xfrm>
          <a:prstGeom prst="roundRect">
            <a:avLst>
              <a:gd name="adj" fmla="val 50000"/>
            </a:avLst>
          </a:prstGeom>
          <a:solidFill>
            <a:srgbClr val="EE76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chemeClr val="bg1"/>
                </a:solidFill>
              </a:rPr>
              <a:t> global delivery centres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A26AD34-FF53-0D44-746E-033EA6CAC9B3}"/>
              </a:ext>
            </a:extLst>
          </p:cNvPr>
          <p:cNvCxnSpPr>
            <a:cxnSpLocks/>
            <a:stCxn id="51" idx="0"/>
            <a:endCxn id="50" idx="5"/>
          </p:cNvCxnSpPr>
          <p:nvPr/>
        </p:nvCxnSpPr>
        <p:spPr>
          <a:xfrm flipH="1" flipV="1">
            <a:off x="7338729" y="3966764"/>
            <a:ext cx="482375" cy="715408"/>
          </a:xfrm>
          <a:prstGeom prst="straightConnector1">
            <a:avLst/>
          </a:prstGeom>
          <a:ln w="22225">
            <a:solidFill>
              <a:schemeClr val="accent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itle 5">
            <a:extLst>
              <a:ext uri="{FF2B5EF4-FFF2-40B4-BE49-F238E27FC236}">
                <a16:creationId xmlns:a16="http://schemas.microsoft.com/office/drawing/2014/main" id="{FC1EE666-9CC4-BAD3-7DE7-E4E7689C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755" y="360609"/>
            <a:ext cx="2793895" cy="1461169"/>
          </a:xfrm>
        </p:spPr>
        <p:txBody>
          <a:bodyPr>
            <a:noAutofit/>
          </a:bodyPr>
          <a:lstStyle/>
          <a:p>
            <a:pPr defTabSz="690620">
              <a:lnSpc>
                <a:spcPct val="100000"/>
              </a:lnSpc>
              <a:defRPr/>
            </a:pPr>
            <a:r>
              <a:rPr lang="en-GB" sz="2800"/>
              <a:t>global footprint of </a:t>
            </a:r>
            <a:r>
              <a:rPr lang="en-GB" sz="2800" err="1"/>
              <a:t>delaware</a:t>
            </a:r>
            <a:r>
              <a:rPr lang="en-GB" sz="2800"/>
              <a:t> office locations</a:t>
            </a:r>
            <a:endParaRPr lang="en-US" sz="2800">
              <a:latin typeface="Gill Sans MT" panose="020B0502020104020203" pitchFamily="34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EFBDD40-5DF1-3F33-5BD0-9267BAA0CEF6}"/>
              </a:ext>
            </a:extLst>
          </p:cNvPr>
          <p:cNvGrpSpPr/>
          <p:nvPr/>
        </p:nvGrpSpPr>
        <p:grpSpPr>
          <a:xfrm>
            <a:off x="126967" y="1809521"/>
            <a:ext cx="2944428" cy="3284555"/>
            <a:chOff x="456664" y="1897978"/>
            <a:chExt cx="2944428" cy="3284555"/>
          </a:xfrm>
        </p:grpSpPr>
        <p:sp>
          <p:nvSpPr>
            <p:cNvPr id="55" name="Text Placeholder 3">
              <a:extLst>
                <a:ext uri="{FF2B5EF4-FFF2-40B4-BE49-F238E27FC236}">
                  <a16:creationId xmlns:a16="http://schemas.microsoft.com/office/drawing/2014/main" id="{CDB153A6-2892-B54F-4F47-5539E5E01353}"/>
                </a:ext>
              </a:extLst>
            </p:cNvPr>
            <p:cNvSpPr txBox="1">
              <a:spLocks/>
            </p:cNvSpPr>
            <p:nvPr/>
          </p:nvSpPr>
          <p:spPr>
            <a:xfrm>
              <a:off x="707004" y="1897978"/>
              <a:ext cx="2520647" cy="87962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0620">
                <a:defRPr/>
              </a:pPr>
              <a:r>
                <a:rPr lang="en-US" b="1" dirty="0"/>
                <a:t>4,600</a:t>
              </a:r>
              <a:r>
                <a:rPr lang="en-US" sz="1600" dirty="0"/>
                <a:t> professionals</a:t>
              </a:r>
            </a:p>
          </p:txBody>
        </p:sp>
        <p:sp>
          <p:nvSpPr>
            <p:cNvPr id="56" name="Text Placeholder 3">
              <a:extLst>
                <a:ext uri="{FF2B5EF4-FFF2-40B4-BE49-F238E27FC236}">
                  <a16:creationId xmlns:a16="http://schemas.microsoft.com/office/drawing/2014/main" id="{34E49731-3F24-E4CE-B7B1-9F208FFD542F}"/>
                </a:ext>
              </a:extLst>
            </p:cNvPr>
            <p:cNvSpPr txBox="1">
              <a:spLocks/>
            </p:cNvSpPr>
            <p:nvPr/>
          </p:nvSpPr>
          <p:spPr>
            <a:xfrm>
              <a:off x="707004" y="2584242"/>
              <a:ext cx="2520646" cy="87962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0620">
                <a:spcBef>
                  <a:spcPts val="400"/>
                </a:spcBef>
                <a:defRPr/>
              </a:pPr>
              <a:r>
                <a:rPr lang="en-US" b="1"/>
                <a:t>37</a:t>
              </a:r>
              <a:r>
                <a:rPr lang="en-US" sz="2800" b="1"/>
                <a:t> </a:t>
              </a:r>
              <a:r>
                <a:rPr lang="en-US" sz="1600"/>
                <a:t>offices in</a:t>
              </a:r>
              <a:br>
                <a:rPr lang="en-US" sz="1600"/>
              </a:br>
              <a:r>
                <a:rPr lang="en-US" b="1"/>
                <a:t>19</a:t>
              </a:r>
              <a:r>
                <a:rPr lang="en-US" sz="2800"/>
                <a:t> </a:t>
              </a:r>
              <a:r>
                <a:rPr lang="en-US" sz="1600"/>
                <a:t>countries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49A8943-0A49-8A35-9740-EBEE1BA0C106}"/>
                </a:ext>
              </a:extLst>
            </p:cNvPr>
            <p:cNvGrpSpPr/>
            <p:nvPr/>
          </p:nvGrpSpPr>
          <p:grpSpPr>
            <a:xfrm>
              <a:off x="456664" y="2481621"/>
              <a:ext cx="2770985" cy="2165597"/>
              <a:chOff x="456665" y="2481621"/>
              <a:chExt cx="2520646" cy="2165597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96DB06C-962A-2689-A881-37875754B555}"/>
                  </a:ext>
                </a:extLst>
              </p:cNvPr>
              <p:cNvCxnSpPr/>
              <p:nvPr/>
            </p:nvCxnSpPr>
            <p:spPr>
              <a:xfrm>
                <a:off x="456665" y="2481621"/>
                <a:ext cx="2520646" cy="0"/>
              </a:xfrm>
              <a:prstGeom prst="line">
                <a:avLst/>
              </a:prstGeom>
              <a:ln w="12700" cap="rnd">
                <a:gradFill>
                  <a:gsLst>
                    <a:gs pos="50000">
                      <a:schemeClr val="bg1">
                        <a:lumMod val="85000"/>
                        <a:alpha val="70000"/>
                      </a:schemeClr>
                    </a:gs>
                    <a:gs pos="0">
                      <a:schemeClr val="bg1">
                        <a:lumMod val="85000"/>
                        <a:alpha val="0"/>
                      </a:schemeClr>
                    </a:gs>
                    <a:gs pos="99000">
                      <a:schemeClr val="bg1">
                        <a:lumMod val="85000"/>
                        <a:alpha val="0"/>
                      </a:schemeClr>
                    </a:gs>
                  </a:gsLst>
                  <a:lin ang="1080000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2019612-5565-1FA4-2552-F9ABAC280374}"/>
                  </a:ext>
                </a:extLst>
              </p:cNvPr>
              <p:cNvCxnSpPr/>
              <p:nvPr/>
            </p:nvCxnSpPr>
            <p:spPr>
              <a:xfrm>
                <a:off x="456665" y="3651798"/>
                <a:ext cx="2520646" cy="0"/>
              </a:xfrm>
              <a:prstGeom prst="line">
                <a:avLst/>
              </a:prstGeom>
              <a:ln w="12700" cap="rnd">
                <a:gradFill>
                  <a:gsLst>
                    <a:gs pos="50000">
                      <a:schemeClr val="bg1">
                        <a:lumMod val="85000"/>
                        <a:alpha val="70000"/>
                      </a:schemeClr>
                    </a:gs>
                    <a:gs pos="0">
                      <a:schemeClr val="bg1">
                        <a:lumMod val="85000"/>
                        <a:alpha val="0"/>
                      </a:schemeClr>
                    </a:gs>
                    <a:gs pos="99000">
                      <a:schemeClr val="bg1">
                        <a:lumMod val="85000"/>
                        <a:alpha val="0"/>
                      </a:schemeClr>
                    </a:gs>
                  </a:gsLst>
                  <a:lin ang="1080000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0371F0FA-C3D2-9422-CEC1-A68DDEA5D273}"/>
                  </a:ext>
                </a:extLst>
              </p:cNvPr>
              <p:cNvCxnSpPr/>
              <p:nvPr/>
            </p:nvCxnSpPr>
            <p:spPr>
              <a:xfrm>
                <a:off x="456665" y="4647218"/>
                <a:ext cx="2520646" cy="0"/>
              </a:xfrm>
              <a:prstGeom prst="line">
                <a:avLst/>
              </a:prstGeom>
              <a:ln w="12700" cap="rnd">
                <a:gradFill>
                  <a:gsLst>
                    <a:gs pos="50000">
                      <a:schemeClr val="bg1">
                        <a:lumMod val="85000"/>
                        <a:alpha val="70000"/>
                      </a:schemeClr>
                    </a:gs>
                    <a:gs pos="0">
                      <a:schemeClr val="bg1">
                        <a:lumMod val="85000"/>
                        <a:alpha val="0"/>
                      </a:schemeClr>
                    </a:gs>
                    <a:gs pos="99000">
                      <a:schemeClr val="bg1">
                        <a:lumMod val="85000"/>
                        <a:alpha val="0"/>
                      </a:schemeClr>
                    </a:gs>
                  </a:gsLst>
                  <a:lin ang="1080000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44F1DBF6-CF99-EEC7-3E2C-C28BBFC2B451}"/>
                </a:ext>
              </a:extLst>
            </p:cNvPr>
            <p:cNvSpPr txBox="1">
              <a:spLocks/>
            </p:cNvSpPr>
            <p:nvPr/>
          </p:nvSpPr>
          <p:spPr>
            <a:xfrm>
              <a:off x="707004" y="3777793"/>
              <a:ext cx="2520646" cy="87962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0620">
                <a:defRPr/>
              </a:pPr>
              <a:r>
                <a:rPr lang="en-MY" b="1"/>
                <a:t>€</a:t>
              </a:r>
              <a:r>
                <a:rPr lang="en-US" b="1"/>
                <a:t>490 mil</a:t>
              </a:r>
              <a:br>
                <a:rPr lang="en-US" b="1"/>
              </a:br>
              <a:r>
                <a:rPr lang="nl-BE" sz="1600"/>
                <a:t>revenue</a:t>
              </a:r>
              <a:endParaRPr lang="en-US" sz="1600"/>
            </a:p>
          </p:txBody>
        </p:sp>
        <p:sp>
          <p:nvSpPr>
            <p:cNvPr id="62" name="Text Placeholder 3">
              <a:extLst>
                <a:ext uri="{FF2B5EF4-FFF2-40B4-BE49-F238E27FC236}">
                  <a16:creationId xmlns:a16="http://schemas.microsoft.com/office/drawing/2014/main" id="{884A2D8B-87B7-4ABC-80DC-FAA926876E09}"/>
                </a:ext>
              </a:extLst>
            </p:cNvPr>
            <p:cNvSpPr txBox="1">
              <a:spLocks/>
            </p:cNvSpPr>
            <p:nvPr/>
          </p:nvSpPr>
          <p:spPr>
            <a:xfrm>
              <a:off x="707004" y="4784537"/>
              <a:ext cx="2694088" cy="397996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0620">
                <a:defRPr/>
              </a:pPr>
              <a:r>
                <a:rPr lang="nl-BE" sz="1600" b="1"/>
                <a:t>global delivery network</a:t>
              </a:r>
              <a:endParaRPr lang="en-US" sz="1600" b="1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4FDFB47-1C5E-B305-7997-BFC8B65C1740}"/>
              </a:ext>
            </a:extLst>
          </p:cNvPr>
          <p:cNvGrpSpPr/>
          <p:nvPr/>
        </p:nvGrpSpPr>
        <p:grpSpPr>
          <a:xfrm>
            <a:off x="437223" y="5087923"/>
            <a:ext cx="2219305" cy="1085385"/>
            <a:chOff x="820059" y="5087923"/>
            <a:chExt cx="2219305" cy="1085385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B319B15-4A52-508A-67FA-9CD13A1D7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85181" y="5087923"/>
              <a:ext cx="375994" cy="524051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ADDD2CA-F335-7B73-1DA1-D6F82C1D1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0059" y="5088429"/>
              <a:ext cx="375994" cy="524051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83FEC3D-D21F-A627-EAB2-9311D1C4AA0D}"/>
                </a:ext>
              </a:extLst>
            </p:cNvPr>
            <p:cNvPicPr/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719608" y="5087928"/>
              <a:ext cx="430613" cy="524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3108A51-133B-B105-663F-C8DBF6962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4287" y="5698220"/>
              <a:ext cx="526723" cy="264919"/>
            </a:xfrm>
            <a:prstGeom prst="rect">
              <a:avLst/>
            </a:prstGeom>
          </p:spPr>
        </p:pic>
        <p:pic>
          <p:nvPicPr>
            <p:cNvPr id="83" name="Picture 2" descr="SAP and PwC - Global Alliance partners: PwC">
              <a:extLst>
                <a:ext uri="{FF2B5EF4-FFF2-40B4-BE49-F238E27FC236}">
                  <a16:creationId xmlns:a16="http://schemas.microsoft.com/office/drawing/2014/main" id="{63E26BFE-A07C-9477-5298-04AEFBC41B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2224704" y="5097672"/>
              <a:ext cx="354138" cy="498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4" descr="msg global Named a Finalist for 2022 SAP® Pinnacle Award">
              <a:extLst>
                <a:ext uri="{FF2B5EF4-FFF2-40B4-BE49-F238E27FC236}">
                  <a16:creationId xmlns:a16="http://schemas.microsoft.com/office/drawing/2014/main" id="{F10D7D82-7FA2-516E-6C16-0F7FBE327E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3774" y="5109260"/>
              <a:ext cx="335590" cy="486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2DE4CDE-260A-EE0F-DD5A-A31A6C4D2C6B}"/>
                </a:ext>
              </a:extLst>
            </p:cNvPr>
            <p:cNvSpPr txBox="1"/>
            <p:nvPr/>
          </p:nvSpPr>
          <p:spPr>
            <a:xfrm>
              <a:off x="1473178" y="5957864"/>
              <a:ext cx="104079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800" b="1">
                  <a:solidFill>
                    <a:srgbClr val="0070C0"/>
                  </a:solidFill>
                </a:rPr>
                <a:t>2019 – 2022 </a:t>
              </a:r>
            </a:p>
          </p:txBody>
        </p: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CECC3AB7-A410-89E4-240C-ED421681E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8017" y="5791719"/>
              <a:ext cx="532648" cy="312242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792BD08F-482D-B05B-77E4-474A9B44B16C}"/>
              </a:ext>
            </a:extLst>
          </p:cNvPr>
          <p:cNvSpPr txBox="1"/>
          <p:nvPr/>
        </p:nvSpPr>
        <p:spPr>
          <a:xfrm>
            <a:off x="4143680" y="458067"/>
            <a:ext cx="2433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/>
              <a:t>our partner ecosystem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B6D5E82-4C43-6631-1B42-AD164C894085}"/>
              </a:ext>
            </a:extLst>
          </p:cNvPr>
          <p:cNvCxnSpPr/>
          <p:nvPr/>
        </p:nvCxnSpPr>
        <p:spPr>
          <a:xfrm>
            <a:off x="3604296" y="1046589"/>
            <a:ext cx="8093333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lumMod val="85000"/>
                    <a:alpha val="0"/>
                  </a:schemeClr>
                </a:gs>
                <a:gs pos="50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  <a:alpha val="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C096470-968D-99CD-A473-C6A319B32F91}"/>
              </a:ext>
            </a:extLst>
          </p:cNvPr>
          <p:cNvGrpSpPr/>
          <p:nvPr/>
        </p:nvGrpSpPr>
        <p:grpSpPr>
          <a:xfrm>
            <a:off x="6960708" y="341460"/>
            <a:ext cx="4672344" cy="543182"/>
            <a:chOff x="7085901" y="341460"/>
            <a:chExt cx="4672344" cy="543182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25BC9B1-1D8D-7C8F-B2C5-2798F2B1C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5901" y="458067"/>
              <a:ext cx="648406" cy="350406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5C172F74-C4E8-E58B-99FA-8C0BEAD06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3109" y="341460"/>
              <a:ext cx="1335091" cy="522642"/>
            </a:xfrm>
            <a:prstGeom prst="rect">
              <a:avLst/>
            </a:prstGeom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3E91339-D58E-0291-E220-1A7853DAD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78802" y="397078"/>
              <a:ext cx="979443" cy="487564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E2A137EC-E713-B982-0123-18345CE8C1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487700" y="474413"/>
              <a:ext cx="1099297" cy="289633"/>
            </a:xfrm>
            <a:prstGeom prst="rect">
              <a:avLst/>
            </a:prstGeom>
          </p:spPr>
        </p:pic>
      </p:grpSp>
      <p:sp>
        <p:nvSpPr>
          <p:cNvPr id="2419" name="TextBox 2418">
            <a:extLst>
              <a:ext uri="{FF2B5EF4-FFF2-40B4-BE49-F238E27FC236}">
                <a16:creationId xmlns:a16="http://schemas.microsoft.com/office/drawing/2014/main" id="{DF74E0C7-9DDE-EEBF-C13A-B444511BAA02}"/>
              </a:ext>
            </a:extLst>
          </p:cNvPr>
          <p:cNvSpPr txBox="1"/>
          <p:nvPr/>
        </p:nvSpPr>
        <p:spPr>
          <a:xfrm>
            <a:off x="12446000" y="7175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F7FECAB-24E0-5B9A-6113-A29C43F9B815}"/>
              </a:ext>
            </a:extLst>
          </p:cNvPr>
          <p:cNvSpPr txBox="1">
            <a:spLocks/>
          </p:cNvSpPr>
          <p:nvPr/>
        </p:nvSpPr>
        <p:spPr>
          <a:xfrm>
            <a:off x="7432310" y="1357119"/>
            <a:ext cx="3268523" cy="81740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The Netherlands </a:t>
            </a:r>
            <a:r>
              <a:rPr lang="en-US" sz="900"/>
              <a:t>(Den Bosch, </a:t>
            </a:r>
            <a:r>
              <a:rPr lang="en-US" sz="900" err="1"/>
              <a:t>Naarden</a:t>
            </a:r>
            <a:r>
              <a:rPr lang="en-US" sz="900"/>
              <a:t>, Eindhoven)</a:t>
            </a:r>
          </a:p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Belgium</a:t>
            </a:r>
            <a:r>
              <a:rPr lang="en-US" sz="900"/>
              <a:t> (Antwerp, Ghent, Kortrijk, </a:t>
            </a:r>
            <a:r>
              <a:rPr lang="en-US" sz="900" err="1"/>
              <a:t>Wavre</a:t>
            </a:r>
            <a:r>
              <a:rPr lang="en-US" sz="900"/>
              <a:t>, </a:t>
            </a:r>
            <a:r>
              <a:rPr lang="en-US" sz="900" err="1"/>
              <a:t>Lummen</a:t>
            </a:r>
            <a:r>
              <a:rPr lang="en-US" sz="900"/>
              <a:t>, Liège) </a:t>
            </a:r>
          </a:p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Luxembourg</a:t>
            </a:r>
            <a:r>
              <a:rPr lang="en-US" sz="900"/>
              <a:t> (Belval)</a:t>
            </a:r>
          </a:p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France</a:t>
            </a:r>
            <a:r>
              <a:rPr lang="en-US" sz="900"/>
              <a:t> (La Madeleine, Lyon, Nantes, Paris, Bordeaux) </a:t>
            </a:r>
          </a:p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Germany</a:t>
            </a:r>
            <a:r>
              <a:rPr lang="en-US" sz="900"/>
              <a:t> (</a:t>
            </a:r>
            <a:r>
              <a:rPr lang="en-US" sz="900" err="1"/>
              <a:t>Zweibrücken</a:t>
            </a:r>
            <a:r>
              <a:rPr lang="en-US" sz="900"/>
              <a:t>, Köln, Hamburg)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7533C07-7B97-1E52-E705-A927611657C9}"/>
              </a:ext>
            </a:extLst>
          </p:cNvPr>
          <p:cNvSpPr txBox="1">
            <a:spLocks/>
          </p:cNvSpPr>
          <p:nvPr/>
        </p:nvSpPr>
        <p:spPr>
          <a:xfrm>
            <a:off x="7944655" y="2565971"/>
            <a:ext cx="830356" cy="15055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Romania</a:t>
            </a:r>
            <a:r>
              <a:rPr lang="en-US" sz="900"/>
              <a:t> (Cluj)</a:t>
            </a:r>
          </a:p>
        </p:txBody>
      </p:sp>
      <p:sp>
        <p:nvSpPr>
          <p:cNvPr id="1550" name="Text Placeholder 6">
            <a:extLst>
              <a:ext uri="{FF2B5EF4-FFF2-40B4-BE49-F238E27FC236}">
                <a16:creationId xmlns:a16="http://schemas.microsoft.com/office/drawing/2014/main" id="{6D5D6135-813C-BACB-6EC9-5254C7AD9944}"/>
              </a:ext>
            </a:extLst>
          </p:cNvPr>
          <p:cNvSpPr txBox="1">
            <a:spLocks/>
          </p:cNvSpPr>
          <p:nvPr/>
        </p:nvSpPr>
        <p:spPr>
          <a:xfrm>
            <a:off x="7768292" y="2269327"/>
            <a:ext cx="1765175" cy="150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Hungary </a:t>
            </a:r>
            <a:r>
              <a:rPr lang="en-US" sz="900"/>
              <a:t>(Budapest, </a:t>
            </a:r>
            <a:r>
              <a:rPr lang="en-US" sz="900">
                <a:ea typeface="+mn-lt"/>
                <a:cs typeface="+mn-lt"/>
              </a:rPr>
              <a:t>Debrecen</a:t>
            </a:r>
            <a:r>
              <a:rPr lang="en-US" sz="900"/>
              <a:t>)</a:t>
            </a:r>
            <a:endParaRPr lang="en-US"/>
          </a:p>
        </p:txBody>
      </p:sp>
      <p:sp>
        <p:nvSpPr>
          <p:cNvPr id="1552" name="Text Placeholder 6">
            <a:extLst>
              <a:ext uri="{FF2B5EF4-FFF2-40B4-BE49-F238E27FC236}">
                <a16:creationId xmlns:a16="http://schemas.microsoft.com/office/drawing/2014/main" id="{B16224F4-FA0A-EFF7-108F-A9C195743E8B}"/>
              </a:ext>
            </a:extLst>
          </p:cNvPr>
          <p:cNvSpPr txBox="1">
            <a:spLocks/>
          </p:cNvSpPr>
          <p:nvPr/>
        </p:nvSpPr>
        <p:spPr>
          <a:xfrm>
            <a:off x="6628163" y="2214151"/>
            <a:ext cx="569067" cy="3172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UK </a:t>
            </a:r>
            <a:r>
              <a:rPr lang="en-US" sz="900"/>
              <a:t>(Bristol)</a:t>
            </a:r>
          </a:p>
          <a:p>
            <a:pPr marL="0" lvl="1" indent="0" algn="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Ireland</a:t>
            </a:r>
            <a:endParaRPr lang="en-US" sz="900"/>
          </a:p>
        </p:txBody>
      </p:sp>
      <p:sp>
        <p:nvSpPr>
          <p:cNvPr id="1554" name="Freeform 1553">
            <a:extLst>
              <a:ext uri="{FF2B5EF4-FFF2-40B4-BE49-F238E27FC236}">
                <a16:creationId xmlns:a16="http://schemas.microsoft.com/office/drawing/2014/main" id="{529CE758-EFE2-9B02-353F-20E276DB2BE6}"/>
              </a:ext>
            </a:extLst>
          </p:cNvPr>
          <p:cNvSpPr/>
          <p:nvPr/>
        </p:nvSpPr>
        <p:spPr>
          <a:xfrm>
            <a:off x="4408801" y="2986464"/>
            <a:ext cx="75341" cy="75212"/>
          </a:xfrm>
          <a:custGeom>
            <a:avLst/>
            <a:gdLst>
              <a:gd name="connsiteX0" fmla="*/ 75341 w 75341"/>
              <a:gd name="connsiteY0" fmla="*/ 37606 h 75212"/>
              <a:gd name="connsiteX1" fmla="*/ 37671 w 75341"/>
              <a:gd name="connsiteY1" fmla="*/ 75212 h 75212"/>
              <a:gd name="connsiteX2" fmla="*/ 0 w 75341"/>
              <a:gd name="connsiteY2" fmla="*/ 37606 h 75212"/>
              <a:gd name="connsiteX3" fmla="*/ 37671 w 75341"/>
              <a:gd name="connsiteY3" fmla="*/ 0 h 75212"/>
              <a:gd name="connsiteX4" fmla="*/ 75341 w 75341"/>
              <a:gd name="connsiteY4" fmla="*/ 37606 h 7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41" h="75212">
                <a:moveTo>
                  <a:pt x="75341" y="37606"/>
                </a:moveTo>
                <a:cubicBezTo>
                  <a:pt x="75341" y="58375"/>
                  <a:pt x="58475" y="75212"/>
                  <a:pt x="37671" y="75212"/>
                </a:cubicBezTo>
                <a:cubicBezTo>
                  <a:pt x="16866" y="75212"/>
                  <a:pt x="0" y="58375"/>
                  <a:pt x="0" y="37606"/>
                </a:cubicBezTo>
                <a:cubicBezTo>
                  <a:pt x="0" y="16837"/>
                  <a:pt x="16866" y="0"/>
                  <a:pt x="37671" y="0"/>
                </a:cubicBezTo>
                <a:cubicBezTo>
                  <a:pt x="58475" y="0"/>
                  <a:pt x="75341" y="16837"/>
                  <a:pt x="75341" y="37606"/>
                </a:cubicBezTo>
                <a:close/>
              </a:path>
            </a:pathLst>
          </a:custGeom>
          <a:solidFill>
            <a:srgbClr val="3E3E3C"/>
          </a:solidFill>
          <a:ln w="1345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55" name="Freeform 1554">
            <a:extLst>
              <a:ext uri="{FF2B5EF4-FFF2-40B4-BE49-F238E27FC236}">
                <a16:creationId xmlns:a16="http://schemas.microsoft.com/office/drawing/2014/main" id="{1CAFA150-CFD5-2225-9F93-F63A561D38E2}"/>
              </a:ext>
            </a:extLst>
          </p:cNvPr>
          <p:cNvSpPr/>
          <p:nvPr/>
        </p:nvSpPr>
        <p:spPr>
          <a:xfrm>
            <a:off x="4174706" y="3025413"/>
            <a:ext cx="271766" cy="13430"/>
          </a:xfrm>
          <a:custGeom>
            <a:avLst/>
            <a:gdLst>
              <a:gd name="connsiteX0" fmla="*/ 271766 w 271766"/>
              <a:gd name="connsiteY0" fmla="*/ 0 h 13430"/>
              <a:gd name="connsiteX1" fmla="*/ 0 w 271766"/>
              <a:gd name="connsiteY1" fmla="*/ 0 h 13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1766" h="13430">
                <a:moveTo>
                  <a:pt x="271766" y="0"/>
                </a:moveTo>
                <a:lnTo>
                  <a:pt x="0" y="0"/>
                </a:lnTo>
              </a:path>
            </a:pathLst>
          </a:custGeom>
          <a:ln w="10089" cap="flat">
            <a:solidFill>
              <a:srgbClr val="3E3E3C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56" name="Text Placeholder 6">
            <a:extLst>
              <a:ext uri="{FF2B5EF4-FFF2-40B4-BE49-F238E27FC236}">
                <a16:creationId xmlns:a16="http://schemas.microsoft.com/office/drawing/2014/main" id="{BFFDEF91-1960-2964-080E-7274AD18998E}"/>
              </a:ext>
            </a:extLst>
          </p:cNvPr>
          <p:cNvSpPr txBox="1">
            <a:spLocks/>
          </p:cNvSpPr>
          <p:nvPr/>
        </p:nvSpPr>
        <p:spPr>
          <a:xfrm flipH="1">
            <a:off x="3370065" y="2916051"/>
            <a:ext cx="745395" cy="3172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Canada</a:t>
            </a:r>
          </a:p>
          <a:p>
            <a:pPr marL="0" lvl="1" indent="0" algn="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 </a:t>
            </a:r>
            <a:r>
              <a:rPr lang="en-US" sz="900"/>
              <a:t>(Vancouver)</a:t>
            </a:r>
          </a:p>
        </p:txBody>
      </p:sp>
      <p:sp>
        <p:nvSpPr>
          <p:cNvPr id="1557" name="Text Placeholder 6">
            <a:extLst>
              <a:ext uri="{FF2B5EF4-FFF2-40B4-BE49-F238E27FC236}">
                <a16:creationId xmlns:a16="http://schemas.microsoft.com/office/drawing/2014/main" id="{BD0DB254-6FE0-AF56-F79F-224F110F0824}"/>
              </a:ext>
            </a:extLst>
          </p:cNvPr>
          <p:cNvSpPr txBox="1">
            <a:spLocks/>
          </p:cNvSpPr>
          <p:nvPr/>
        </p:nvSpPr>
        <p:spPr>
          <a:xfrm>
            <a:off x="3386159" y="3611610"/>
            <a:ext cx="622902" cy="317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USA </a:t>
            </a:r>
            <a:br>
              <a:rPr lang="en-US" sz="900" b="1"/>
            </a:br>
            <a:r>
              <a:rPr lang="en-US" sz="900"/>
              <a:t>(Dallas)</a:t>
            </a:r>
          </a:p>
        </p:txBody>
      </p:sp>
      <p:sp>
        <p:nvSpPr>
          <p:cNvPr id="1558" name="Text Placeholder 6">
            <a:extLst>
              <a:ext uri="{FF2B5EF4-FFF2-40B4-BE49-F238E27FC236}">
                <a16:creationId xmlns:a16="http://schemas.microsoft.com/office/drawing/2014/main" id="{6C7FCC2C-3C29-F645-EB51-4296EEC53643}"/>
              </a:ext>
            </a:extLst>
          </p:cNvPr>
          <p:cNvSpPr txBox="1">
            <a:spLocks/>
          </p:cNvSpPr>
          <p:nvPr/>
        </p:nvSpPr>
        <p:spPr>
          <a:xfrm flipH="1">
            <a:off x="5969498" y="3912145"/>
            <a:ext cx="674731" cy="316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Puerto Rico </a:t>
            </a:r>
            <a:r>
              <a:rPr lang="en-US" sz="900"/>
              <a:t>(San Juan)</a:t>
            </a:r>
          </a:p>
        </p:txBody>
      </p:sp>
      <p:sp>
        <p:nvSpPr>
          <p:cNvPr id="1559" name="Text Placeholder 6">
            <a:extLst>
              <a:ext uri="{FF2B5EF4-FFF2-40B4-BE49-F238E27FC236}">
                <a16:creationId xmlns:a16="http://schemas.microsoft.com/office/drawing/2014/main" id="{C59FB66A-1360-C1A4-B9E4-4608BFF55F11}"/>
              </a:ext>
            </a:extLst>
          </p:cNvPr>
          <p:cNvSpPr txBox="1">
            <a:spLocks/>
          </p:cNvSpPr>
          <p:nvPr/>
        </p:nvSpPr>
        <p:spPr>
          <a:xfrm>
            <a:off x="5030696" y="5095982"/>
            <a:ext cx="674731" cy="317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Brazil </a:t>
            </a:r>
            <a:br>
              <a:rPr lang="en-US" sz="900" b="1"/>
            </a:br>
            <a:r>
              <a:rPr lang="en-US" sz="900"/>
              <a:t>(São Paulo)</a:t>
            </a:r>
          </a:p>
        </p:txBody>
      </p:sp>
      <p:sp>
        <p:nvSpPr>
          <p:cNvPr id="1757" name="Freeform 1756">
            <a:extLst>
              <a:ext uri="{FF2B5EF4-FFF2-40B4-BE49-F238E27FC236}">
                <a16:creationId xmlns:a16="http://schemas.microsoft.com/office/drawing/2014/main" id="{A7DAB6E9-6973-9679-EB09-1697B205308B}"/>
              </a:ext>
            </a:extLst>
          </p:cNvPr>
          <p:cNvSpPr/>
          <p:nvPr/>
        </p:nvSpPr>
        <p:spPr>
          <a:xfrm>
            <a:off x="6099940" y="5159562"/>
            <a:ext cx="75341" cy="75212"/>
          </a:xfrm>
          <a:custGeom>
            <a:avLst/>
            <a:gdLst>
              <a:gd name="connsiteX0" fmla="*/ 75341 w 75341"/>
              <a:gd name="connsiteY0" fmla="*/ 37606 h 75212"/>
              <a:gd name="connsiteX1" fmla="*/ 37671 w 75341"/>
              <a:gd name="connsiteY1" fmla="*/ 75212 h 75212"/>
              <a:gd name="connsiteX2" fmla="*/ 0 w 75341"/>
              <a:gd name="connsiteY2" fmla="*/ 37606 h 75212"/>
              <a:gd name="connsiteX3" fmla="*/ 37671 w 75341"/>
              <a:gd name="connsiteY3" fmla="*/ 0 h 75212"/>
              <a:gd name="connsiteX4" fmla="*/ 75341 w 75341"/>
              <a:gd name="connsiteY4" fmla="*/ 37606 h 7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41" h="75212">
                <a:moveTo>
                  <a:pt x="75341" y="37606"/>
                </a:moveTo>
                <a:cubicBezTo>
                  <a:pt x="75341" y="58375"/>
                  <a:pt x="58475" y="75212"/>
                  <a:pt x="37671" y="75212"/>
                </a:cubicBezTo>
                <a:cubicBezTo>
                  <a:pt x="16866" y="75212"/>
                  <a:pt x="0" y="58375"/>
                  <a:pt x="0" y="37606"/>
                </a:cubicBezTo>
                <a:cubicBezTo>
                  <a:pt x="0" y="16837"/>
                  <a:pt x="16866" y="0"/>
                  <a:pt x="37671" y="0"/>
                </a:cubicBezTo>
                <a:cubicBezTo>
                  <a:pt x="58475" y="0"/>
                  <a:pt x="75341" y="16837"/>
                  <a:pt x="75341" y="37606"/>
                </a:cubicBezTo>
                <a:close/>
              </a:path>
            </a:pathLst>
          </a:custGeom>
          <a:solidFill>
            <a:srgbClr val="3E3E3C"/>
          </a:solidFill>
          <a:ln w="1345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58" name="Freeform 1757">
            <a:extLst>
              <a:ext uri="{FF2B5EF4-FFF2-40B4-BE49-F238E27FC236}">
                <a16:creationId xmlns:a16="http://schemas.microsoft.com/office/drawing/2014/main" id="{940BBD86-C7E9-A63F-132F-B9CB514F16A2}"/>
              </a:ext>
            </a:extLst>
          </p:cNvPr>
          <p:cNvSpPr/>
          <p:nvPr/>
        </p:nvSpPr>
        <p:spPr>
          <a:xfrm>
            <a:off x="5773013" y="5197168"/>
            <a:ext cx="364597" cy="13430"/>
          </a:xfrm>
          <a:custGeom>
            <a:avLst/>
            <a:gdLst>
              <a:gd name="connsiteX0" fmla="*/ 364597 w 364597"/>
              <a:gd name="connsiteY0" fmla="*/ 0 h 13430"/>
              <a:gd name="connsiteX1" fmla="*/ 0 w 364597"/>
              <a:gd name="connsiteY1" fmla="*/ 0 h 13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4597" h="13430">
                <a:moveTo>
                  <a:pt x="364597" y="0"/>
                </a:moveTo>
                <a:lnTo>
                  <a:pt x="0" y="0"/>
                </a:lnTo>
              </a:path>
            </a:pathLst>
          </a:custGeom>
          <a:ln w="10089" cap="flat">
            <a:solidFill>
              <a:srgbClr val="3E3E3C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59" name="Text Placeholder 6">
            <a:extLst>
              <a:ext uri="{FF2B5EF4-FFF2-40B4-BE49-F238E27FC236}">
                <a16:creationId xmlns:a16="http://schemas.microsoft.com/office/drawing/2014/main" id="{D4BCA9D2-4008-3C48-4FFD-8A95861EA302}"/>
              </a:ext>
            </a:extLst>
          </p:cNvPr>
          <p:cNvSpPr txBox="1">
            <a:spLocks/>
          </p:cNvSpPr>
          <p:nvPr/>
        </p:nvSpPr>
        <p:spPr>
          <a:xfrm>
            <a:off x="6442351" y="4289539"/>
            <a:ext cx="801248" cy="317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Morocco </a:t>
            </a:r>
            <a:br>
              <a:rPr lang="en-US" sz="900" b="1"/>
            </a:br>
            <a:r>
              <a:rPr lang="en-US" sz="900"/>
              <a:t>(Casablanca)</a:t>
            </a:r>
          </a:p>
        </p:txBody>
      </p:sp>
      <p:sp>
        <p:nvSpPr>
          <p:cNvPr id="1760" name="Text Placeholder 6">
            <a:extLst>
              <a:ext uri="{FF2B5EF4-FFF2-40B4-BE49-F238E27FC236}">
                <a16:creationId xmlns:a16="http://schemas.microsoft.com/office/drawing/2014/main" id="{3C201F34-CC00-AC52-9A45-5401A6836B92}"/>
              </a:ext>
            </a:extLst>
          </p:cNvPr>
          <p:cNvSpPr txBox="1">
            <a:spLocks/>
          </p:cNvSpPr>
          <p:nvPr/>
        </p:nvSpPr>
        <p:spPr>
          <a:xfrm>
            <a:off x="8958233" y="4852925"/>
            <a:ext cx="740587" cy="15055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India </a:t>
            </a:r>
            <a:r>
              <a:rPr lang="en-US" sz="900"/>
              <a:t>(Noida)</a:t>
            </a:r>
          </a:p>
        </p:txBody>
      </p:sp>
      <p:sp>
        <p:nvSpPr>
          <p:cNvPr id="1761" name="Text Placeholder 6">
            <a:extLst>
              <a:ext uri="{FF2B5EF4-FFF2-40B4-BE49-F238E27FC236}">
                <a16:creationId xmlns:a16="http://schemas.microsoft.com/office/drawing/2014/main" id="{0066CF6F-D01F-7126-4E0A-DEFCC3BAF8D6}"/>
              </a:ext>
            </a:extLst>
          </p:cNvPr>
          <p:cNvSpPr txBox="1">
            <a:spLocks/>
          </p:cNvSpPr>
          <p:nvPr/>
        </p:nvSpPr>
        <p:spPr>
          <a:xfrm>
            <a:off x="9788012" y="5714414"/>
            <a:ext cx="657231" cy="317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Singapore </a:t>
            </a:r>
            <a:br>
              <a:rPr lang="en-US" sz="900" b="1"/>
            </a:br>
            <a:r>
              <a:rPr lang="en-US" sz="900"/>
              <a:t>(Singapore)</a:t>
            </a:r>
          </a:p>
        </p:txBody>
      </p:sp>
      <p:sp>
        <p:nvSpPr>
          <p:cNvPr id="1762" name="Text Placeholder 6">
            <a:extLst>
              <a:ext uri="{FF2B5EF4-FFF2-40B4-BE49-F238E27FC236}">
                <a16:creationId xmlns:a16="http://schemas.microsoft.com/office/drawing/2014/main" id="{07232133-CD7F-9132-3F1A-0CB7CFDB9FF4}"/>
              </a:ext>
            </a:extLst>
          </p:cNvPr>
          <p:cNvSpPr txBox="1">
            <a:spLocks/>
          </p:cNvSpPr>
          <p:nvPr/>
        </p:nvSpPr>
        <p:spPr>
          <a:xfrm>
            <a:off x="11010881" y="4432835"/>
            <a:ext cx="886461" cy="317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Malaysia</a:t>
            </a:r>
            <a:br>
              <a:rPr lang="en-US" sz="900" b="1"/>
            </a:br>
            <a:r>
              <a:rPr lang="en-US" sz="900"/>
              <a:t>(Kuala Lumpur) </a:t>
            </a:r>
          </a:p>
        </p:txBody>
      </p:sp>
      <p:sp>
        <p:nvSpPr>
          <p:cNvPr id="1763" name="Text Placeholder 6">
            <a:extLst>
              <a:ext uri="{FF2B5EF4-FFF2-40B4-BE49-F238E27FC236}">
                <a16:creationId xmlns:a16="http://schemas.microsoft.com/office/drawing/2014/main" id="{207C9484-D6CB-A130-2519-F7E86B406B59}"/>
              </a:ext>
            </a:extLst>
          </p:cNvPr>
          <p:cNvSpPr txBox="1">
            <a:spLocks/>
          </p:cNvSpPr>
          <p:nvPr/>
        </p:nvSpPr>
        <p:spPr>
          <a:xfrm>
            <a:off x="11027627" y="3953347"/>
            <a:ext cx="844783" cy="317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The Philippines</a:t>
            </a:r>
            <a:r>
              <a:rPr lang="en-US" sz="900"/>
              <a:t> </a:t>
            </a:r>
            <a:br>
              <a:rPr lang="en-US" sz="900"/>
            </a:br>
            <a:r>
              <a:rPr lang="en-US" sz="900"/>
              <a:t>(Taguig)</a:t>
            </a:r>
          </a:p>
        </p:txBody>
      </p:sp>
      <p:sp>
        <p:nvSpPr>
          <p:cNvPr id="1764" name="Text Placeholder 6">
            <a:extLst>
              <a:ext uri="{FF2B5EF4-FFF2-40B4-BE49-F238E27FC236}">
                <a16:creationId xmlns:a16="http://schemas.microsoft.com/office/drawing/2014/main" id="{B57AF48A-B3DA-6436-5F53-F855720822C8}"/>
              </a:ext>
            </a:extLst>
          </p:cNvPr>
          <p:cNvSpPr txBox="1">
            <a:spLocks/>
          </p:cNvSpPr>
          <p:nvPr/>
        </p:nvSpPr>
        <p:spPr>
          <a:xfrm>
            <a:off x="11010881" y="2935892"/>
            <a:ext cx="700513" cy="81746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China </a:t>
            </a:r>
            <a:br>
              <a:rPr lang="en-US" sz="900" b="1"/>
            </a:br>
            <a:r>
              <a:rPr lang="en-US" sz="900"/>
              <a:t>(Hong Kong,</a:t>
            </a:r>
            <a:br>
              <a:rPr lang="en-US" sz="900"/>
            </a:br>
            <a:r>
              <a:rPr lang="en-US" sz="900"/>
              <a:t>Shanghai, </a:t>
            </a:r>
            <a:br>
              <a:rPr lang="en-US" sz="900"/>
            </a:br>
            <a:r>
              <a:rPr lang="en-US" sz="900"/>
              <a:t>Suzhou, </a:t>
            </a:r>
            <a:br>
              <a:rPr lang="en-US" sz="900"/>
            </a:br>
            <a:r>
              <a:rPr lang="en-US" sz="900"/>
              <a:t>Chengdu) </a:t>
            </a:r>
          </a:p>
        </p:txBody>
      </p:sp>
      <p:sp>
        <p:nvSpPr>
          <p:cNvPr id="1787" name="Text Placeholder 6">
            <a:extLst>
              <a:ext uri="{FF2B5EF4-FFF2-40B4-BE49-F238E27FC236}">
                <a16:creationId xmlns:a16="http://schemas.microsoft.com/office/drawing/2014/main" id="{32DB6B81-B119-D30B-4286-E222B8DFCD9B}"/>
              </a:ext>
            </a:extLst>
          </p:cNvPr>
          <p:cNvSpPr txBox="1">
            <a:spLocks/>
          </p:cNvSpPr>
          <p:nvPr/>
        </p:nvSpPr>
        <p:spPr>
          <a:xfrm>
            <a:off x="9611256" y="2913417"/>
            <a:ext cx="450444" cy="317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750"/>
              </a:spcAft>
              <a:buClr>
                <a:schemeClr val="tx2"/>
              </a:buClr>
              <a:buFont typeface="System Font Regular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1300"/>
              </a:lnSpc>
              <a:spcAft>
                <a:spcPts val="0"/>
              </a:spcAft>
              <a:buNone/>
            </a:pPr>
            <a:r>
              <a:rPr lang="en-US" sz="900" b="1"/>
              <a:t>China</a:t>
            </a:r>
            <a:br>
              <a:rPr lang="en-US" sz="900" b="1"/>
            </a:br>
            <a:r>
              <a:rPr lang="en-US" sz="900"/>
              <a:t>(Harbin)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4FCC5DCB-A815-D230-2F7E-4D9D2AC25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866" y="6196817"/>
            <a:ext cx="2887306" cy="367200"/>
          </a:xfrm>
        </p:spPr>
        <p:txBody>
          <a:bodyPr/>
          <a:lstStyle/>
          <a:p>
            <a:r>
              <a:rPr lang="en-US"/>
              <a:t>we commit. we deliver.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18A6FCC-017B-32C5-23A9-2A99E4ABC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755" y="6218083"/>
            <a:ext cx="314231" cy="365125"/>
          </a:xfrm>
        </p:spPr>
        <p:txBody>
          <a:bodyPr/>
          <a:lstStyle/>
          <a:p>
            <a:fld id="{A217A898-970D-3041-86C6-F4A15857945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1979E0-A67E-46DE-8D81-44A0C27B4E1D}"/>
              </a:ext>
            </a:extLst>
          </p:cNvPr>
          <p:cNvSpPr/>
          <p:nvPr/>
        </p:nvSpPr>
        <p:spPr>
          <a:xfrm>
            <a:off x="2" y="0"/>
            <a:ext cx="12192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03103"/>
            <a:endParaRPr lang="en-GB" sz="1247" dirty="0">
              <a:solidFill>
                <a:srgbClr val="FFFFFF"/>
              </a:solidFill>
              <a:latin typeface="Gill Sans MT"/>
            </a:endParaRPr>
          </a:p>
        </p:txBody>
      </p:sp>
      <p:pic>
        <p:nvPicPr>
          <p:cNvPr id="1026" name="Picture 2" descr="Afbeeldingsresultaat voor belgium map no background">
            <a:extLst>
              <a:ext uri="{FF2B5EF4-FFF2-40B4-BE49-F238E27FC236}">
                <a16:creationId xmlns:a16="http://schemas.microsoft.com/office/drawing/2014/main" id="{F70C5BBF-B985-4816-8527-593356A0A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455" y="688223"/>
            <a:ext cx="6775090" cy="677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69158" y="4398126"/>
            <a:ext cx="1360816" cy="261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03103"/>
            <a:r>
              <a:rPr lang="nl-BE" sz="1097" dirty="0">
                <a:solidFill>
                  <a:srgbClr val="FFFFFF"/>
                </a:solidFill>
                <a:latin typeface="Gill Sans MT"/>
              </a:rPr>
              <a:t>KORTRIJK</a:t>
            </a:r>
            <a:endParaRPr lang="nl-BE" sz="1463" dirty="0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99216" y="580027"/>
            <a:ext cx="2052282" cy="261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03103"/>
            <a:r>
              <a:rPr lang="nl-BE" sz="1097" dirty="0">
                <a:solidFill>
                  <a:srgbClr val="FFFFFF"/>
                </a:solidFill>
                <a:latin typeface="Gill Sans MT"/>
              </a:rPr>
              <a:t>ANTWERP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7291" y="1222715"/>
            <a:ext cx="1360816" cy="261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03103"/>
            <a:r>
              <a:rPr lang="nl-BE" sz="1097" dirty="0">
                <a:solidFill>
                  <a:srgbClr val="FFFFFF"/>
                </a:solidFill>
                <a:latin typeface="Gill Sans MT"/>
              </a:rPr>
              <a:t>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622" y="925024"/>
            <a:ext cx="1360816" cy="261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03103"/>
            <a:r>
              <a:rPr lang="nl-BE" sz="1097" dirty="0">
                <a:solidFill>
                  <a:srgbClr val="FFFFFF"/>
                </a:solidFill>
                <a:latin typeface="Gill Sans MT"/>
              </a:rPr>
              <a:t>LUMMEN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5083" y="6346888"/>
            <a:ext cx="1360816" cy="261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03103"/>
            <a:r>
              <a:rPr lang="nl-BE" sz="1097" dirty="0">
                <a:solidFill>
                  <a:srgbClr val="FFFFFF"/>
                </a:solidFill>
                <a:latin typeface="Gill Sans MT"/>
              </a:rPr>
              <a:t>WAVRE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350846-EA0C-48B8-A356-9A6E584235CC}"/>
              </a:ext>
            </a:extLst>
          </p:cNvPr>
          <p:cNvCxnSpPr/>
          <p:nvPr/>
        </p:nvCxnSpPr>
        <p:spPr>
          <a:xfrm>
            <a:off x="4587700" y="1576192"/>
            <a:ext cx="0" cy="1014577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EB0140F-4072-479D-BC9B-478DF0EBD269}"/>
              </a:ext>
            </a:extLst>
          </p:cNvPr>
          <p:cNvSpPr/>
          <p:nvPr/>
        </p:nvSpPr>
        <p:spPr>
          <a:xfrm>
            <a:off x="4408659" y="2585124"/>
            <a:ext cx="358085" cy="358085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03103"/>
            <a:endParaRPr lang="en-GB" sz="1247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5C8509B-9CD1-4490-AB96-DC52F96F93EE}"/>
              </a:ext>
            </a:extLst>
          </p:cNvPr>
          <p:cNvSpPr/>
          <p:nvPr/>
        </p:nvSpPr>
        <p:spPr>
          <a:xfrm>
            <a:off x="3778946" y="2836485"/>
            <a:ext cx="358085" cy="358085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03103"/>
            <a:endParaRPr lang="en-GB" sz="1247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3D9EE77-A0FC-45C3-AC5B-8461FFEC4742}"/>
              </a:ext>
            </a:extLst>
          </p:cNvPr>
          <p:cNvSpPr/>
          <p:nvPr/>
        </p:nvSpPr>
        <p:spPr>
          <a:xfrm>
            <a:off x="5646314" y="1979066"/>
            <a:ext cx="358085" cy="358085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03103"/>
            <a:endParaRPr lang="en-GB" sz="1247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5B9C13-F29E-4EA2-9F4D-A4FE2EEA09AF}"/>
              </a:ext>
            </a:extLst>
          </p:cNvPr>
          <p:cNvSpPr/>
          <p:nvPr/>
        </p:nvSpPr>
        <p:spPr>
          <a:xfrm>
            <a:off x="6964190" y="2293171"/>
            <a:ext cx="358085" cy="358085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03103"/>
            <a:endParaRPr lang="en-GB" sz="1247">
              <a:solidFill>
                <a:srgbClr val="FFFFFF"/>
              </a:solidFill>
              <a:latin typeface="Gill Sans M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FF71AA-18E8-44D2-AAAE-5613B928176B}"/>
              </a:ext>
            </a:extLst>
          </p:cNvPr>
          <p:cNvCxnSpPr/>
          <p:nvPr/>
        </p:nvCxnSpPr>
        <p:spPr>
          <a:xfrm>
            <a:off x="5827150" y="966651"/>
            <a:ext cx="0" cy="1014577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7B94874-BFAD-4305-A482-BAC1038F20B0}"/>
              </a:ext>
            </a:extLst>
          </p:cNvPr>
          <p:cNvCxnSpPr/>
          <p:nvPr/>
        </p:nvCxnSpPr>
        <p:spPr>
          <a:xfrm>
            <a:off x="7146955" y="1277453"/>
            <a:ext cx="0" cy="1014577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FA27262-69BC-45CE-A67C-C6AB58B0483C}"/>
              </a:ext>
            </a:extLst>
          </p:cNvPr>
          <p:cNvCxnSpPr/>
          <p:nvPr/>
        </p:nvCxnSpPr>
        <p:spPr>
          <a:xfrm>
            <a:off x="3949564" y="3189195"/>
            <a:ext cx="0" cy="119361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CC2F73F-0875-AE6E-F8F8-CD00275B9990}"/>
              </a:ext>
            </a:extLst>
          </p:cNvPr>
          <p:cNvGrpSpPr/>
          <p:nvPr/>
        </p:nvGrpSpPr>
        <p:grpSpPr>
          <a:xfrm>
            <a:off x="6127324" y="3479309"/>
            <a:ext cx="358085" cy="2864683"/>
            <a:chOff x="6021875" y="3010154"/>
            <a:chExt cx="358085" cy="286468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DFED577-489A-48B7-9585-22075F9378E8}"/>
                </a:ext>
              </a:extLst>
            </p:cNvPr>
            <p:cNvSpPr/>
            <p:nvPr/>
          </p:nvSpPr>
          <p:spPr>
            <a:xfrm>
              <a:off x="6021875" y="3010154"/>
              <a:ext cx="358085" cy="358085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3103"/>
              <a:endParaRPr lang="en-GB" sz="1247">
                <a:solidFill>
                  <a:srgbClr val="FFFFFF"/>
                </a:solidFill>
                <a:latin typeface="Gill Sans MT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57491E7-8FEE-4D37-A3AA-5BA9C1A76C98}"/>
                </a:ext>
              </a:extLst>
            </p:cNvPr>
            <p:cNvCxnSpPr/>
            <p:nvPr/>
          </p:nvCxnSpPr>
          <p:spPr>
            <a:xfrm>
              <a:off x="6200917" y="3368239"/>
              <a:ext cx="0" cy="2506598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itle 7">
            <a:extLst>
              <a:ext uri="{FF2B5EF4-FFF2-40B4-BE49-F238E27FC236}">
                <a16:creationId xmlns:a16="http://schemas.microsoft.com/office/drawing/2014/main" id="{72625B9F-CDDD-4BE4-A5CE-64027D1A9E59}"/>
              </a:ext>
            </a:extLst>
          </p:cNvPr>
          <p:cNvSpPr txBox="1">
            <a:spLocks/>
          </p:cNvSpPr>
          <p:nvPr/>
        </p:nvSpPr>
        <p:spPr>
          <a:xfrm>
            <a:off x="939511" y="424164"/>
            <a:ext cx="8011127" cy="1300021"/>
          </a:xfrm>
          <a:prstGeom prst="rect">
            <a:avLst/>
          </a:prstGeom>
        </p:spPr>
        <p:txBody>
          <a:bodyPr lIns="169360" tIns="84680" rIns="169360" bIns="84680" anchor="ctr"/>
          <a:lstStyle>
            <a:lvl1pPr marL="0" indent="0" algn="l" defTabSz="4807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93" kern="1200">
                <a:solidFill>
                  <a:schemeClr val="tx2"/>
                </a:solidFill>
                <a:latin typeface="Gill Sans MT" panose="020B0502020104020203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defTabSz="896792">
              <a:defRPr/>
            </a:pPr>
            <a:r>
              <a:rPr lang="nl-BE" sz="3268" dirty="0">
                <a:solidFill>
                  <a:srgbClr val="EF463C"/>
                </a:solidFill>
              </a:rPr>
              <a:t>DELAWARE BELGIUM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9C31D-2379-0CAA-5F70-9B4215F1DB9C}"/>
              </a:ext>
            </a:extLst>
          </p:cNvPr>
          <p:cNvSpPr txBox="1"/>
          <p:nvPr/>
        </p:nvSpPr>
        <p:spPr>
          <a:xfrm>
            <a:off x="7183151" y="990597"/>
            <a:ext cx="1360816" cy="261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03103"/>
            <a:r>
              <a:rPr lang="nl-BE" sz="1097" dirty="0">
                <a:solidFill>
                  <a:srgbClr val="FFFFFF"/>
                </a:solidFill>
                <a:latin typeface="Gill Sans MT"/>
              </a:rPr>
              <a:t>LUIK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47EE45-8A61-B4AB-80F6-C02F20D2A228}"/>
              </a:ext>
            </a:extLst>
          </p:cNvPr>
          <p:cNvSpPr/>
          <p:nvPr/>
        </p:nvSpPr>
        <p:spPr>
          <a:xfrm>
            <a:off x="7684517" y="3561992"/>
            <a:ext cx="358085" cy="358085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03103"/>
            <a:endParaRPr lang="en-GB" sz="1247">
              <a:solidFill>
                <a:srgbClr val="FFFFFF"/>
              </a:solidFill>
              <a:latin typeface="Gill Sans M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119780-25A3-A8F3-F784-09A6685E6089}"/>
              </a:ext>
            </a:extLst>
          </p:cNvPr>
          <p:cNvCxnSpPr>
            <a:cxnSpLocks/>
          </p:cNvCxnSpPr>
          <p:nvPr/>
        </p:nvCxnSpPr>
        <p:spPr>
          <a:xfrm>
            <a:off x="7867282" y="1263965"/>
            <a:ext cx="0" cy="2296886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46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85CF3-3B30-6148-8475-80544E9E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208" y="1066800"/>
            <a:ext cx="3150872" cy="5333184"/>
          </a:xfrm>
        </p:spPr>
        <p:txBody>
          <a:bodyPr>
            <a:normAutofit/>
          </a:bodyPr>
          <a:lstStyle/>
          <a:p>
            <a:r>
              <a:rPr lang="en-US" sz="2000" b="1" dirty="0"/>
              <a:t>Frontend development</a:t>
            </a:r>
          </a:p>
          <a:p>
            <a:pPr lvl="1"/>
            <a:r>
              <a:rPr lang="en-US" sz="2000" dirty="0"/>
              <a:t>Angular</a:t>
            </a:r>
          </a:p>
          <a:p>
            <a:pPr lvl="1"/>
            <a:r>
              <a:rPr lang="en-US" sz="2000" dirty="0"/>
              <a:t>React</a:t>
            </a:r>
          </a:p>
          <a:p>
            <a:r>
              <a:rPr lang="en-US" sz="2000" dirty="0"/>
              <a:t>Technologies</a:t>
            </a:r>
          </a:p>
          <a:p>
            <a:pPr lvl="1"/>
            <a:r>
              <a:rPr lang="en-US" sz="2000" dirty="0"/>
              <a:t>Ionic &amp; </a:t>
            </a:r>
            <a:r>
              <a:rPr lang="en-US" sz="2000" dirty="0" err="1"/>
              <a:t>cordova</a:t>
            </a:r>
            <a:endParaRPr lang="en-US" sz="2000" dirty="0"/>
          </a:p>
          <a:p>
            <a:pPr lvl="1"/>
            <a:r>
              <a:rPr lang="en-US" sz="2000" dirty="0"/>
              <a:t>PWA</a:t>
            </a:r>
          </a:p>
          <a:p>
            <a:r>
              <a:rPr lang="en-US" sz="2000" b="1" dirty="0"/>
              <a:t>Projects</a:t>
            </a:r>
          </a:p>
          <a:p>
            <a:pPr lvl="1"/>
            <a:r>
              <a:rPr lang="en-US" sz="2000" dirty="0"/>
              <a:t>Web applications</a:t>
            </a:r>
          </a:p>
          <a:p>
            <a:pPr lvl="1"/>
            <a:r>
              <a:rPr lang="en-US" sz="2000" dirty="0" err="1"/>
              <a:t>xADP</a:t>
            </a:r>
            <a:r>
              <a:rPr lang="en-US" sz="2000" dirty="0"/>
              <a:t>: mobile, desktop &amp; web</a:t>
            </a:r>
          </a:p>
          <a:p>
            <a:pPr lvl="1"/>
            <a:r>
              <a:rPr lang="en-US" sz="2000" dirty="0"/>
              <a:t>IoT</a:t>
            </a:r>
          </a:p>
          <a:p>
            <a:pPr lvl="1"/>
            <a:r>
              <a:rPr lang="en-US" sz="2000" dirty="0"/>
              <a:t>Chats / assistants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AD077-3E59-D649-9FE4-C0BE3B591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6</a:t>
            </a:fld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BC393-FACA-A343-A976-BC314AB6F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89" y="668898"/>
            <a:ext cx="3323868" cy="574634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83F1E8-9106-1D48-B3E1-A1BC3867708D}"/>
              </a:ext>
            </a:extLst>
          </p:cNvPr>
          <p:cNvSpPr txBox="1">
            <a:spLocks/>
          </p:cNvSpPr>
          <p:nvPr/>
        </p:nvSpPr>
        <p:spPr>
          <a:xfrm>
            <a:off x="7719169" y="1026160"/>
            <a:ext cx="3760472" cy="4950544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196171" indent="-196171" algn="l" defTabSz="672582" rtl="0" eaLnBrk="1" latinLnBrk="0" hangingPunct="1">
              <a:lnSpc>
                <a:spcPct val="110000"/>
              </a:lnSpc>
              <a:spcBef>
                <a:spcPts val="737"/>
              </a:spcBef>
              <a:buClr>
                <a:srgbClr val="EF463C"/>
              </a:buClr>
              <a:buSzPct val="165000"/>
              <a:buFont typeface="Lucida Sans" panose="020B0602030504020204" pitchFamily="34" charset="0"/>
              <a:buChar char="›"/>
              <a:defRPr sz="1472" b="0" u="none" kern="1200">
                <a:solidFill>
                  <a:schemeClr val="tx2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527790" indent="-202009" algn="l" defTabSz="672582" rtl="0" eaLnBrk="1" latinLnBrk="0" hangingPunct="1">
              <a:lnSpc>
                <a:spcPct val="110000"/>
              </a:lnSpc>
              <a:spcBef>
                <a:spcPts val="883"/>
              </a:spcBef>
              <a:buClr>
                <a:srgbClr val="3C3C3C"/>
              </a:buClr>
              <a:buFont typeface="Arial" panose="020B0604020202020204" pitchFamily="34" charset="0"/>
              <a:buChar char="›"/>
              <a:defRPr sz="1324" b="0" u="none" kern="1200">
                <a:solidFill>
                  <a:schemeClr val="tx2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723960" indent="-168145" algn="l" defTabSz="723960" rtl="0" eaLnBrk="1" latinLnBrk="0" hangingPunct="1">
              <a:lnSpc>
                <a:spcPct val="110000"/>
              </a:lnSpc>
              <a:spcBef>
                <a:spcPts val="883"/>
              </a:spcBef>
              <a:buClr>
                <a:srgbClr val="3C3C3C"/>
              </a:buClr>
              <a:buFont typeface="Arial" panose="020B0604020202020204" pitchFamily="34" charset="0"/>
              <a:buChar char="›"/>
              <a:defRPr sz="1176" b="0" u="none" kern="1200">
                <a:solidFill>
                  <a:schemeClr val="tx2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924800" indent="-168145" algn="l" defTabSz="672582" rtl="0" eaLnBrk="1" latinLnBrk="0" hangingPunct="1">
              <a:lnSpc>
                <a:spcPct val="110000"/>
              </a:lnSpc>
              <a:spcBef>
                <a:spcPts val="883"/>
              </a:spcBef>
              <a:buClr>
                <a:srgbClr val="3C3C3C"/>
              </a:buClr>
              <a:buFont typeface="Arial" panose="020B0604020202020204" pitchFamily="34" charset="0"/>
              <a:buChar char="›"/>
              <a:defRPr sz="1030" b="0" u="none" kern="1200">
                <a:solidFill>
                  <a:schemeClr val="tx2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1120969" indent="-168145" algn="l" defTabSz="672582" rtl="0" eaLnBrk="1" latinLnBrk="0" hangingPunct="1">
              <a:lnSpc>
                <a:spcPct val="110000"/>
              </a:lnSpc>
              <a:spcBef>
                <a:spcPts val="883"/>
              </a:spcBef>
              <a:buClr>
                <a:srgbClr val="3C3C3C"/>
              </a:buClr>
              <a:buFont typeface="Arial" panose="020B0604020202020204" pitchFamily="34" charset="0"/>
              <a:buChar char="›"/>
              <a:defRPr sz="883" b="0" u="none" kern="1200">
                <a:solidFill>
                  <a:schemeClr val="tx2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1849599" indent="-168145" algn="l" defTabSz="672582" rtl="0" eaLnBrk="1" latinLnBrk="0" hangingPunct="1">
              <a:lnSpc>
                <a:spcPct val="90000"/>
              </a:lnSpc>
              <a:spcBef>
                <a:spcPts val="368"/>
              </a:spcBef>
              <a:buFont typeface="Arial" panose="020B0604020202020204" pitchFamily="34" charset="0"/>
              <a:buChar char="•"/>
              <a:defRPr sz="13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85889" indent="-168145" algn="l" defTabSz="672582" rtl="0" eaLnBrk="1" latinLnBrk="0" hangingPunct="1">
              <a:lnSpc>
                <a:spcPct val="90000"/>
              </a:lnSpc>
              <a:spcBef>
                <a:spcPts val="368"/>
              </a:spcBef>
              <a:buFont typeface="Arial" panose="020B0604020202020204" pitchFamily="34" charset="0"/>
              <a:buChar char="•"/>
              <a:defRPr sz="13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2180" indent="-168145" algn="l" defTabSz="672582" rtl="0" eaLnBrk="1" latinLnBrk="0" hangingPunct="1">
              <a:lnSpc>
                <a:spcPct val="90000"/>
              </a:lnSpc>
              <a:spcBef>
                <a:spcPts val="368"/>
              </a:spcBef>
              <a:buFont typeface="Arial" panose="020B0604020202020204" pitchFamily="34" charset="0"/>
              <a:buChar char="•"/>
              <a:defRPr sz="13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8472" indent="-168145" algn="l" defTabSz="672582" rtl="0" eaLnBrk="1" latinLnBrk="0" hangingPunct="1">
              <a:lnSpc>
                <a:spcPct val="90000"/>
              </a:lnSpc>
              <a:spcBef>
                <a:spcPts val="368"/>
              </a:spcBef>
              <a:buFont typeface="Arial" panose="020B0604020202020204" pitchFamily="34" charset="0"/>
              <a:buChar char="•"/>
              <a:defRPr sz="13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63" b="1" dirty="0"/>
              <a:t>Middleware development</a:t>
            </a:r>
          </a:p>
          <a:p>
            <a:pPr lvl="1"/>
            <a:r>
              <a:rPr lang="en-US" sz="1765" dirty="0"/>
              <a:t>Dot NET core – C#</a:t>
            </a:r>
          </a:p>
          <a:p>
            <a:r>
              <a:rPr lang="en-US" sz="1963" dirty="0"/>
              <a:t>Technologies</a:t>
            </a:r>
          </a:p>
          <a:p>
            <a:pPr lvl="1"/>
            <a:r>
              <a:rPr lang="en-US" sz="1765" dirty="0"/>
              <a:t>Entity framework</a:t>
            </a:r>
          </a:p>
          <a:p>
            <a:pPr lvl="1"/>
            <a:r>
              <a:rPr lang="en-US" sz="1765" dirty="0"/>
              <a:t>SQL &amp; cosmos DB</a:t>
            </a:r>
          </a:p>
          <a:p>
            <a:pPr lvl="1"/>
            <a:endParaRPr lang="en-US" sz="1765" dirty="0"/>
          </a:p>
          <a:p>
            <a:pPr marL="0" indent="0">
              <a:buNone/>
            </a:pPr>
            <a:r>
              <a:rPr lang="en-US" sz="1963" b="1" dirty="0"/>
              <a:t>AR / VR</a:t>
            </a:r>
          </a:p>
          <a:p>
            <a:pPr lvl="1"/>
            <a:r>
              <a:rPr lang="en-US" sz="1765" dirty="0"/>
              <a:t>Unity</a:t>
            </a:r>
          </a:p>
          <a:p>
            <a:pPr lvl="1"/>
            <a:endParaRPr lang="en-US" sz="1765" dirty="0"/>
          </a:p>
          <a:p>
            <a:pPr marL="0" indent="0">
              <a:buNone/>
            </a:pPr>
            <a:r>
              <a:rPr lang="en-US" sz="1963" b="1" dirty="0"/>
              <a:t>Full stack</a:t>
            </a:r>
            <a:endParaRPr lang="en-US" sz="1963" dirty="0"/>
          </a:p>
          <a:p>
            <a:pPr lvl="1"/>
            <a:r>
              <a:rPr lang="en-US" sz="1765" dirty="0"/>
              <a:t>FE + MW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BBAE29-8216-0944-9A25-4A861DD23FE3}"/>
              </a:ext>
            </a:extLst>
          </p:cNvPr>
          <p:cNvSpPr/>
          <p:nvPr/>
        </p:nvSpPr>
        <p:spPr>
          <a:xfrm>
            <a:off x="4126119" y="6185271"/>
            <a:ext cx="7576113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sz="2667" dirty="0">
                <a:solidFill>
                  <a:srgbClr val="0070C0"/>
                </a:solidFill>
              </a:rPr>
              <a:t>DevOps / Azure ( &amp; sometimes SAP cloud)</a:t>
            </a:r>
          </a:p>
        </p:txBody>
      </p:sp>
    </p:spTree>
    <p:extLst>
      <p:ext uri="{BB962C8B-B14F-4D97-AF65-F5344CB8AC3E}">
        <p14:creationId xmlns:p14="http://schemas.microsoft.com/office/powerpoint/2010/main" val="492934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5">
            <a:extLst>
              <a:ext uri="{FF2B5EF4-FFF2-40B4-BE49-F238E27FC236}">
                <a16:creationId xmlns:a16="http://schemas.microsoft.com/office/drawing/2014/main" id="{566AFC5B-84A3-45C3-B938-9957D33A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5774" y="601965"/>
            <a:ext cx="6209836" cy="97385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/>
              <a:t>Starting your career at delaware?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16836-3A6A-45D8-9E5E-CFDB82317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77298"/>
            <a:fld id="{1C96AA6D-8347-412D-BE88-10FF9D73003A}" type="slidenum">
              <a:rPr lang="nl-BE">
                <a:solidFill>
                  <a:srgbClr val="3C3C3C"/>
                </a:solidFill>
                <a:latin typeface="Gill Sans MT"/>
              </a:rPr>
              <a:pPr defTabSz="677298"/>
              <a:t>7</a:t>
            </a:fld>
            <a:endParaRPr lang="nl-BE" dirty="0">
              <a:solidFill>
                <a:srgbClr val="3C3C3C"/>
              </a:solidFill>
              <a:latin typeface="Gill Sans M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1833E9B-2A7A-4C31-B10E-C0554D0AD81A}"/>
              </a:ext>
            </a:extLst>
          </p:cNvPr>
          <p:cNvSpPr txBox="1">
            <a:spLocks/>
          </p:cNvSpPr>
          <p:nvPr/>
        </p:nvSpPr>
        <p:spPr>
          <a:xfrm>
            <a:off x="582804" y="5178665"/>
            <a:ext cx="11055773" cy="1586447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marL="0" indent="0" algn="l" defTabSz="89681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Gill Sans MT" panose="020B0502020104020203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400" b="1" dirty="0">
                <a:solidFill>
                  <a:schemeClr val="tx1"/>
                </a:solidFill>
              </a:rPr>
              <a:t>…or get in touch with one of our </a:t>
            </a:r>
            <a:r>
              <a:rPr lang="en-US" sz="2400" b="1" dirty="0">
                <a:solidFill>
                  <a:schemeClr val="accent1"/>
                </a:solidFill>
              </a:rPr>
              <a:t>junior recruiter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Isabel Bergsma </a:t>
            </a:r>
            <a:r>
              <a:rPr lang="en-US" sz="2400" dirty="0">
                <a:solidFill>
                  <a:schemeClr val="tx1"/>
                </a:solidFill>
                <a:hlinkClick r:id="rId2"/>
              </a:rPr>
              <a:t>Isabel.bergsma@delaware.pro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56114D-B18D-4F47-9A5E-F08184B9D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38" y="2426164"/>
            <a:ext cx="2311519" cy="2349621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64C41763-CCA4-4C72-851F-B951E92A44C3}"/>
              </a:ext>
            </a:extLst>
          </p:cNvPr>
          <p:cNvSpPr txBox="1">
            <a:spLocks/>
          </p:cNvSpPr>
          <p:nvPr/>
        </p:nvSpPr>
        <p:spPr>
          <a:xfrm>
            <a:off x="568111" y="1893160"/>
            <a:ext cx="11055773" cy="456512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marL="0" indent="0" algn="l" defTabSz="89681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Gill Sans MT" panose="020B0502020104020203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400" b="1" dirty="0">
                <a:solidFill>
                  <a:schemeClr val="tx1"/>
                </a:solidFill>
              </a:rPr>
              <a:t>Check out our </a:t>
            </a:r>
            <a:r>
              <a:rPr lang="en-US" sz="2400" b="1" dirty="0">
                <a:solidFill>
                  <a:schemeClr val="accent1"/>
                </a:solidFill>
              </a:rPr>
              <a:t>career website</a:t>
            </a:r>
            <a:r>
              <a:rPr lang="en-US" sz="2400" b="1" dirty="0">
                <a:solidFill>
                  <a:schemeClr val="tx1"/>
                </a:solidFill>
              </a:rPr>
              <a:t>…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134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id="{40498331-F1FF-C645-AFCC-97F634C65BE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2DC9D0D-6C95-DF42-B246-3EA212DCA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Paul </a:t>
            </a:r>
            <a:r>
              <a:rPr lang="en-US" dirty="0" err="1"/>
              <a:t>Mestrum</a:t>
            </a:r>
            <a:r>
              <a:rPr lang="en-US" dirty="0"/>
              <a:t> / 08.11.23</a:t>
            </a:r>
          </a:p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45629E-CE28-2F46-B2F6-2319401817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NGRX</a:t>
            </a:r>
            <a:br>
              <a:rPr lang="en-US" dirty="0"/>
            </a:br>
            <a:r>
              <a:rPr lang="en-US" dirty="0"/>
              <a:t>Redux for Angular</a:t>
            </a:r>
            <a:endParaRPr lang="en-B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D4940C-FD2D-1E45-8CE9-08DDB1CAC661}"/>
              </a:ext>
            </a:extLst>
          </p:cNvPr>
          <p:cNvSpPr/>
          <p:nvPr/>
        </p:nvSpPr>
        <p:spPr>
          <a:xfrm>
            <a:off x="4833257" y="4611189"/>
            <a:ext cx="7358743" cy="224681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</a:schemeClr>
              </a:gs>
              <a:gs pos="61000">
                <a:schemeClr val="bg1">
                  <a:alpha val="0"/>
                  <a:lumMod val="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aphic 12">
            <a:extLst>
              <a:ext uri="{FF2B5EF4-FFF2-40B4-BE49-F238E27FC236}">
                <a16:creationId xmlns:a16="http://schemas.microsoft.com/office/drawing/2014/main" id="{9BBD6613-938B-EF4D-BAF7-2E50210276FB}"/>
              </a:ext>
            </a:extLst>
          </p:cNvPr>
          <p:cNvGrpSpPr/>
          <p:nvPr/>
        </p:nvGrpSpPr>
        <p:grpSpPr>
          <a:xfrm>
            <a:off x="9566520" y="6132442"/>
            <a:ext cx="2320836" cy="430236"/>
            <a:chOff x="9566520" y="6132442"/>
            <a:chExt cx="2320836" cy="43023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E2F0CF9-99C0-D146-AB14-CA180BBB398E}"/>
                </a:ext>
              </a:extLst>
            </p:cNvPr>
            <p:cNvSpPr/>
            <p:nvPr/>
          </p:nvSpPr>
          <p:spPr>
            <a:xfrm>
              <a:off x="9910919" y="6276496"/>
              <a:ext cx="278075" cy="286181"/>
            </a:xfrm>
            <a:custGeom>
              <a:avLst/>
              <a:gdLst>
                <a:gd name="connsiteX0" fmla="*/ 147117 w 278075"/>
                <a:gd name="connsiteY0" fmla="*/ 241617 h 286181"/>
                <a:gd name="connsiteX1" fmla="*/ 225500 w 278075"/>
                <a:gd name="connsiteY1" fmla="*/ 201869 h 286181"/>
                <a:gd name="connsiteX2" fmla="*/ 265776 w 278075"/>
                <a:gd name="connsiteY2" fmla="*/ 224754 h 286181"/>
                <a:gd name="connsiteX3" fmla="*/ 145911 w 278075"/>
                <a:gd name="connsiteY3" fmla="*/ 286182 h 286181"/>
                <a:gd name="connsiteX4" fmla="*/ 0 w 278075"/>
                <a:gd name="connsiteY4" fmla="*/ 143091 h 286181"/>
                <a:gd name="connsiteX5" fmla="*/ 142535 w 278075"/>
                <a:gd name="connsiteY5" fmla="*/ 0 h 286181"/>
                <a:gd name="connsiteX6" fmla="*/ 278076 w 278075"/>
                <a:gd name="connsiteY6" fmla="*/ 143573 h 286181"/>
                <a:gd name="connsiteX7" fmla="*/ 276388 w 278075"/>
                <a:gd name="connsiteY7" fmla="*/ 164771 h 286181"/>
                <a:gd name="connsiteX8" fmla="*/ 48718 w 278075"/>
                <a:gd name="connsiteY8" fmla="*/ 164771 h 286181"/>
                <a:gd name="connsiteX9" fmla="*/ 147117 w 278075"/>
                <a:gd name="connsiteY9" fmla="*/ 241617 h 286181"/>
                <a:gd name="connsiteX10" fmla="*/ 48718 w 278075"/>
                <a:gd name="connsiteY10" fmla="*/ 123338 h 286181"/>
                <a:gd name="connsiteX11" fmla="*/ 230564 w 278075"/>
                <a:gd name="connsiteY11" fmla="*/ 123338 h 286181"/>
                <a:gd name="connsiteX12" fmla="*/ 142776 w 278075"/>
                <a:gd name="connsiteY12" fmla="*/ 44565 h 286181"/>
                <a:gd name="connsiteX13" fmla="*/ 48718 w 278075"/>
                <a:gd name="connsiteY13" fmla="*/ 123338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075" h="286181">
                  <a:moveTo>
                    <a:pt x="147117" y="241617"/>
                  </a:moveTo>
                  <a:cubicBezTo>
                    <a:pt x="184741" y="241617"/>
                    <a:pt x="211994" y="224272"/>
                    <a:pt x="225500" y="201869"/>
                  </a:cubicBezTo>
                  <a:lnTo>
                    <a:pt x="265776" y="224754"/>
                  </a:lnTo>
                  <a:cubicBezTo>
                    <a:pt x="241900" y="261852"/>
                    <a:pt x="200417" y="286182"/>
                    <a:pt x="145911" y="286182"/>
                  </a:cubicBezTo>
                  <a:cubicBezTo>
                    <a:pt x="58365" y="286182"/>
                    <a:pt x="0" y="224754"/>
                    <a:pt x="0" y="143091"/>
                  </a:cubicBezTo>
                  <a:cubicBezTo>
                    <a:pt x="0" y="62632"/>
                    <a:pt x="57641" y="0"/>
                    <a:pt x="142535" y="0"/>
                  </a:cubicBezTo>
                  <a:cubicBezTo>
                    <a:pt x="224776" y="0"/>
                    <a:pt x="278076" y="67450"/>
                    <a:pt x="278076" y="143573"/>
                  </a:cubicBezTo>
                  <a:cubicBezTo>
                    <a:pt x="278076" y="150559"/>
                    <a:pt x="277594" y="157785"/>
                    <a:pt x="276388" y="164771"/>
                  </a:cubicBezTo>
                  <a:lnTo>
                    <a:pt x="48718" y="164771"/>
                  </a:lnTo>
                  <a:cubicBezTo>
                    <a:pt x="57882" y="213673"/>
                    <a:pt x="96712" y="241376"/>
                    <a:pt x="147117" y="241617"/>
                  </a:cubicBezTo>
                  <a:moveTo>
                    <a:pt x="48718" y="123338"/>
                  </a:moveTo>
                  <a:lnTo>
                    <a:pt x="230564" y="123338"/>
                  </a:lnTo>
                  <a:cubicBezTo>
                    <a:pt x="222364" y="69618"/>
                    <a:pt x="183535" y="44565"/>
                    <a:pt x="142776" y="44565"/>
                  </a:cubicBezTo>
                  <a:cubicBezTo>
                    <a:pt x="91647" y="44565"/>
                    <a:pt x="56194" y="76122"/>
                    <a:pt x="48718" y="123338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FC52C7A-4848-3648-8677-C848AF988369}"/>
                </a:ext>
              </a:extLst>
            </p:cNvPr>
            <p:cNvSpPr/>
            <p:nvPr/>
          </p:nvSpPr>
          <p:spPr>
            <a:xfrm>
              <a:off x="10243742" y="6132442"/>
              <a:ext cx="47270" cy="423009"/>
            </a:xfrm>
            <a:custGeom>
              <a:avLst/>
              <a:gdLst>
                <a:gd name="connsiteX0" fmla="*/ 0 w 47270"/>
                <a:gd name="connsiteY0" fmla="*/ 0 h 423009"/>
                <a:gd name="connsiteX1" fmla="*/ 47270 w 47270"/>
                <a:gd name="connsiteY1" fmla="*/ 0 h 423009"/>
                <a:gd name="connsiteX2" fmla="*/ 47270 w 47270"/>
                <a:gd name="connsiteY2" fmla="*/ 423010 h 423009"/>
                <a:gd name="connsiteX3" fmla="*/ 0 w 47270"/>
                <a:gd name="connsiteY3" fmla="*/ 423010 h 42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0" h="423009">
                  <a:moveTo>
                    <a:pt x="0" y="0"/>
                  </a:moveTo>
                  <a:lnTo>
                    <a:pt x="47270" y="0"/>
                  </a:lnTo>
                  <a:lnTo>
                    <a:pt x="47270" y="423010"/>
                  </a:lnTo>
                  <a:lnTo>
                    <a:pt x="0" y="423010"/>
                  </a:lnTo>
                  <a:close/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CB1AADC-8AB4-AC46-85D3-E2F66CED7E18}"/>
                </a:ext>
              </a:extLst>
            </p:cNvPr>
            <p:cNvSpPr/>
            <p:nvPr/>
          </p:nvSpPr>
          <p:spPr>
            <a:xfrm>
              <a:off x="10348171" y="6276496"/>
              <a:ext cx="287964" cy="286181"/>
            </a:xfrm>
            <a:custGeom>
              <a:avLst/>
              <a:gdLst>
                <a:gd name="connsiteX0" fmla="*/ 287964 w 287964"/>
                <a:gd name="connsiteY0" fmla="*/ 7227 h 286181"/>
                <a:gd name="connsiteX1" fmla="*/ 287964 w 287964"/>
                <a:gd name="connsiteY1" fmla="*/ 278955 h 286181"/>
                <a:gd name="connsiteX2" fmla="*/ 240694 w 287964"/>
                <a:gd name="connsiteY2" fmla="*/ 278955 h 286181"/>
                <a:gd name="connsiteX3" fmla="*/ 240694 w 287964"/>
                <a:gd name="connsiteY3" fmla="*/ 232222 h 286181"/>
                <a:gd name="connsiteX4" fmla="*/ 137712 w 287964"/>
                <a:gd name="connsiteY4" fmla="*/ 286182 h 286181"/>
                <a:gd name="connsiteX5" fmla="*/ 0 w 287964"/>
                <a:gd name="connsiteY5" fmla="*/ 143091 h 286181"/>
                <a:gd name="connsiteX6" fmla="*/ 137712 w 287964"/>
                <a:gd name="connsiteY6" fmla="*/ 0 h 286181"/>
                <a:gd name="connsiteX7" fmla="*/ 240694 w 287964"/>
                <a:gd name="connsiteY7" fmla="*/ 53719 h 286181"/>
                <a:gd name="connsiteX8" fmla="*/ 240694 w 287964"/>
                <a:gd name="connsiteY8" fmla="*/ 7227 h 286181"/>
                <a:gd name="connsiteX9" fmla="*/ 287964 w 287964"/>
                <a:gd name="connsiteY9" fmla="*/ 7227 h 286181"/>
                <a:gd name="connsiteX10" fmla="*/ 240694 w 287964"/>
                <a:gd name="connsiteY10" fmla="*/ 143091 h 286181"/>
                <a:gd name="connsiteX11" fmla="*/ 143741 w 287964"/>
                <a:gd name="connsiteY11" fmla="*/ 45770 h 286181"/>
                <a:gd name="connsiteX12" fmla="*/ 47271 w 287964"/>
                <a:gd name="connsiteY12" fmla="*/ 143091 h 286181"/>
                <a:gd name="connsiteX13" fmla="*/ 143741 w 287964"/>
                <a:gd name="connsiteY13" fmla="*/ 240412 h 286181"/>
                <a:gd name="connsiteX14" fmla="*/ 240694 w 287964"/>
                <a:gd name="connsiteY14" fmla="*/ 143091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964" h="286181">
                  <a:moveTo>
                    <a:pt x="287964" y="7227"/>
                  </a:moveTo>
                  <a:lnTo>
                    <a:pt x="287964" y="278955"/>
                  </a:lnTo>
                  <a:lnTo>
                    <a:pt x="240694" y="278955"/>
                  </a:lnTo>
                  <a:lnTo>
                    <a:pt x="240694" y="232222"/>
                  </a:lnTo>
                  <a:cubicBezTo>
                    <a:pt x="218988" y="265465"/>
                    <a:pt x="184017" y="286182"/>
                    <a:pt x="137712" y="286182"/>
                  </a:cubicBezTo>
                  <a:cubicBezTo>
                    <a:pt x="61982" y="286182"/>
                    <a:pt x="0" y="223550"/>
                    <a:pt x="0" y="143091"/>
                  </a:cubicBezTo>
                  <a:cubicBezTo>
                    <a:pt x="0" y="62632"/>
                    <a:pt x="61982" y="0"/>
                    <a:pt x="137712" y="0"/>
                  </a:cubicBezTo>
                  <a:cubicBezTo>
                    <a:pt x="184017" y="0"/>
                    <a:pt x="218747" y="20717"/>
                    <a:pt x="240694" y="53719"/>
                  </a:cubicBezTo>
                  <a:lnTo>
                    <a:pt x="240694" y="7227"/>
                  </a:lnTo>
                  <a:lnTo>
                    <a:pt x="287964" y="7227"/>
                  </a:lnTo>
                  <a:close/>
                  <a:moveTo>
                    <a:pt x="240694" y="143091"/>
                  </a:moveTo>
                  <a:cubicBezTo>
                    <a:pt x="240694" y="87685"/>
                    <a:pt x="198729" y="45770"/>
                    <a:pt x="143741" y="45770"/>
                  </a:cubicBezTo>
                  <a:cubicBezTo>
                    <a:pt x="89235" y="45770"/>
                    <a:pt x="47271" y="87685"/>
                    <a:pt x="47271" y="143091"/>
                  </a:cubicBezTo>
                  <a:cubicBezTo>
                    <a:pt x="47271" y="198497"/>
                    <a:pt x="89235" y="240412"/>
                    <a:pt x="143741" y="240412"/>
                  </a:cubicBezTo>
                  <a:cubicBezTo>
                    <a:pt x="198729" y="240412"/>
                    <a:pt x="240452" y="198497"/>
                    <a:pt x="240694" y="143091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A00A45C-D988-D446-8D30-8A8C1500705F}"/>
                </a:ext>
              </a:extLst>
            </p:cNvPr>
            <p:cNvSpPr/>
            <p:nvPr/>
          </p:nvSpPr>
          <p:spPr>
            <a:xfrm>
              <a:off x="10685094" y="6283723"/>
              <a:ext cx="393116" cy="271728"/>
            </a:xfrm>
            <a:custGeom>
              <a:avLst/>
              <a:gdLst>
                <a:gd name="connsiteX0" fmla="*/ 393117 w 393116"/>
                <a:gd name="connsiteY0" fmla="*/ 0 h 271728"/>
                <a:gd name="connsiteX1" fmla="*/ 308705 w 393116"/>
                <a:gd name="connsiteY1" fmla="*/ 271728 h 271728"/>
                <a:gd name="connsiteX2" fmla="*/ 260229 w 393116"/>
                <a:gd name="connsiteY2" fmla="*/ 271728 h 271728"/>
                <a:gd name="connsiteX3" fmla="*/ 196558 w 393116"/>
                <a:gd name="connsiteY3" fmla="*/ 70582 h 271728"/>
                <a:gd name="connsiteX4" fmla="*/ 132888 w 393116"/>
                <a:gd name="connsiteY4" fmla="*/ 271728 h 271728"/>
                <a:gd name="connsiteX5" fmla="*/ 84412 w 393116"/>
                <a:gd name="connsiteY5" fmla="*/ 271728 h 271728"/>
                <a:gd name="connsiteX6" fmla="*/ 0 w 393116"/>
                <a:gd name="connsiteY6" fmla="*/ 0 h 271728"/>
                <a:gd name="connsiteX7" fmla="*/ 49441 w 393116"/>
                <a:gd name="connsiteY7" fmla="*/ 0 h 271728"/>
                <a:gd name="connsiteX8" fmla="*/ 109494 w 393116"/>
                <a:gd name="connsiteY8" fmla="*/ 206446 h 271728"/>
                <a:gd name="connsiteX9" fmla="*/ 173647 w 393116"/>
                <a:gd name="connsiteY9" fmla="*/ 0 h 271728"/>
                <a:gd name="connsiteX10" fmla="*/ 219470 w 393116"/>
                <a:gd name="connsiteY10" fmla="*/ 0 h 271728"/>
                <a:gd name="connsiteX11" fmla="*/ 283623 w 393116"/>
                <a:gd name="connsiteY11" fmla="*/ 207169 h 271728"/>
                <a:gd name="connsiteX12" fmla="*/ 343435 w 393116"/>
                <a:gd name="connsiteY12" fmla="*/ 0 h 27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3116" h="271728">
                  <a:moveTo>
                    <a:pt x="393117" y="0"/>
                  </a:moveTo>
                  <a:lnTo>
                    <a:pt x="308705" y="271728"/>
                  </a:lnTo>
                  <a:lnTo>
                    <a:pt x="260229" y="271728"/>
                  </a:lnTo>
                  <a:lnTo>
                    <a:pt x="196558" y="70582"/>
                  </a:lnTo>
                  <a:lnTo>
                    <a:pt x="132888" y="271728"/>
                  </a:lnTo>
                  <a:lnTo>
                    <a:pt x="84412" y="271728"/>
                  </a:lnTo>
                  <a:lnTo>
                    <a:pt x="0" y="0"/>
                  </a:lnTo>
                  <a:lnTo>
                    <a:pt x="49441" y="0"/>
                  </a:lnTo>
                  <a:lnTo>
                    <a:pt x="109494" y="206446"/>
                  </a:lnTo>
                  <a:lnTo>
                    <a:pt x="173647" y="0"/>
                  </a:lnTo>
                  <a:lnTo>
                    <a:pt x="219470" y="0"/>
                  </a:lnTo>
                  <a:lnTo>
                    <a:pt x="283623" y="207169"/>
                  </a:lnTo>
                  <a:lnTo>
                    <a:pt x="343435" y="0"/>
                  </a:lnTo>
                  <a:close/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E54B139-EF6B-CF4D-BF4D-48AD58C38707}"/>
                </a:ext>
              </a:extLst>
            </p:cNvPr>
            <p:cNvSpPr/>
            <p:nvPr/>
          </p:nvSpPr>
          <p:spPr>
            <a:xfrm>
              <a:off x="11100881" y="6276496"/>
              <a:ext cx="287964" cy="286181"/>
            </a:xfrm>
            <a:custGeom>
              <a:avLst/>
              <a:gdLst>
                <a:gd name="connsiteX0" fmla="*/ 287964 w 287964"/>
                <a:gd name="connsiteY0" fmla="*/ 7227 h 286181"/>
                <a:gd name="connsiteX1" fmla="*/ 287964 w 287964"/>
                <a:gd name="connsiteY1" fmla="*/ 278955 h 286181"/>
                <a:gd name="connsiteX2" fmla="*/ 240694 w 287964"/>
                <a:gd name="connsiteY2" fmla="*/ 278955 h 286181"/>
                <a:gd name="connsiteX3" fmla="*/ 240694 w 287964"/>
                <a:gd name="connsiteY3" fmla="*/ 232222 h 286181"/>
                <a:gd name="connsiteX4" fmla="*/ 137711 w 287964"/>
                <a:gd name="connsiteY4" fmla="*/ 286182 h 286181"/>
                <a:gd name="connsiteX5" fmla="*/ 0 w 287964"/>
                <a:gd name="connsiteY5" fmla="*/ 143091 h 286181"/>
                <a:gd name="connsiteX6" fmla="*/ 137711 w 287964"/>
                <a:gd name="connsiteY6" fmla="*/ 0 h 286181"/>
                <a:gd name="connsiteX7" fmla="*/ 240694 w 287964"/>
                <a:gd name="connsiteY7" fmla="*/ 53719 h 286181"/>
                <a:gd name="connsiteX8" fmla="*/ 240694 w 287964"/>
                <a:gd name="connsiteY8" fmla="*/ 7227 h 286181"/>
                <a:gd name="connsiteX9" fmla="*/ 287964 w 287964"/>
                <a:gd name="connsiteY9" fmla="*/ 7227 h 286181"/>
                <a:gd name="connsiteX10" fmla="*/ 240694 w 287964"/>
                <a:gd name="connsiteY10" fmla="*/ 143091 h 286181"/>
                <a:gd name="connsiteX11" fmla="*/ 143741 w 287964"/>
                <a:gd name="connsiteY11" fmla="*/ 45770 h 286181"/>
                <a:gd name="connsiteX12" fmla="*/ 47270 w 287964"/>
                <a:gd name="connsiteY12" fmla="*/ 143091 h 286181"/>
                <a:gd name="connsiteX13" fmla="*/ 143741 w 287964"/>
                <a:gd name="connsiteY13" fmla="*/ 240412 h 286181"/>
                <a:gd name="connsiteX14" fmla="*/ 240694 w 287964"/>
                <a:gd name="connsiteY14" fmla="*/ 143091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964" h="286181">
                  <a:moveTo>
                    <a:pt x="287964" y="7227"/>
                  </a:moveTo>
                  <a:lnTo>
                    <a:pt x="287964" y="278955"/>
                  </a:lnTo>
                  <a:lnTo>
                    <a:pt x="240694" y="278955"/>
                  </a:lnTo>
                  <a:lnTo>
                    <a:pt x="240694" y="232222"/>
                  </a:lnTo>
                  <a:cubicBezTo>
                    <a:pt x="218988" y="265465"/>
                    <a:pt x="184017" y="286182"/>
                    <a:pt x="137711" y="286182"/>
                  </a:cubicBezTo>
                  <a:cubicBezTo>
                    <a:pt x="61982" y="286182"/>
                    <a:pt x="0" y="223550"/>
                    <a:pt x="0" y="143091"/>
                  </a:cubicBezTo>
                  <a:cubicBezTo>
                    <a:pt x="0" y="62632"/>
                    <a:pt x="62223" y="0"/>
                    <a:pt x="137711" y="0"/>
                  </a:cubicBezTo>
                  <a:cubicBezTo>
                    <a:pt x="184017" y="0"/>
                    <a:pt x="218747" y="20717"/>
                    <a:pt x="240694" y="53719"/>
                  </a:cubicBezTo>
                  <a:lnTo>
                    <a:pt x="240694" y="7227"/>
                  </a:lnTo>
                  <a:lnTo>
                    <a:pt x="287964" y="7227"/>
                  </a:lnTo>
                  <a:close/>
                  <a:moveTo>
                    <a:pt x="240694" y="143091"/>
                  </a:moveTo>
                  <a:cubicBezTo>
                    <a:pt x="240694" y="87685"/>
                    <a:pt x="198729" y="45770"/>
                    <a:pt x="143741" y="45770"/>
                  </a:cubicBezTo>
                  <a:cubicBezTo>
                    <a:pt x="89235" y="45770"/>
                    <a:pt x="47270" y="87685"/>
                    <a:pt x="47270" y="143091"/>
                  </a:cubicBezTo>
                  <a:cubicBezTo>
                    <a:pt x="47270" y="198497"/>
                    <a:pt x="89235" y="240412"/>
                    <a:pt x="143741" y="240412"/>
                  </a:cubicBezTo>
                  <a:cubicBezTo>
                    <a:pt x="198729" y="240412"/>
                    <a:pt x="240694" y="198497"/>
                    <a:pt x="240694" y="143091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B414262-0A97-F24C-BD92-915761FE3D38}"/>
                </a:ext>
              </a:extLst>
            </p:cNvPr>
            <p:cNvSpPr/>
            <p:nvPr/>
          </p:nvSpPr>
          <p:spPr>
            <a:xfrm>
              <a:off x="11460716" y="6278664"/>
              <a:ext cx="132164" cy="276546"/>
            </a:xfrm>
            <a:custGeom>
              <a:avLst/>
              <a:gdLst>
                <a:gd name="connsiteX0" fmla="*/ 132164 w 132164"/>
                <a:gd name="connsiteY0" fmla="*/ 0 h 276546"/>
                <a:gd name="connsiteX1" fmla="*/ 132164 w 132164"/>
                <a:gd name="connsiteY1" fmla="*/ 49383 h 276546"/>
                <a:gd name="connsiteX2" fmla="*/ 47270 w 132164"/>
                <a:gd name="connsiteY2" fmla="*/ 132492 h 276546"/>
                <a:gd name="connsiteX3" fmla="*/ 47270 w 132164"/>
                <a:gd name="connsiteY3" fmla="*/ 276546 h 276546"/>
                <a:gd name="connsiteX4" fmla="*/ 0 w 132164"/>
                <a:gd name="connsiteY4" fmla="*/ 276546 h 276546"/>
                <a:gd name="connsiteX5" fmla="*/ 0 w 132164"/>
                <a:gd name="connsiteY5" fmla="*/ 5059 h 276546"/>
                <a:gd name="connsiteX6" fmla="*/ 47270 w 132164"/>
                <a:gd name="connsiteY6" fmla="*/ 5059 h 276546"/>
                <a:gd name="connsiteX7" fmla="*/ 47270 w 132164"/>
                <a:gd name="connsiteY7" fmla="*/ 50829 h 276546"/>
                <a:gd name="connsiteX8" fmla="*/ 132164 w 132164"/>
                <a:gd name="connsiteY8" fmla="*/ 0 h 276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164" h="276546">
                  <a:moveTo>
                    <a:pt x="132164" y="0"/>
                  </a:moveTo>
                  <a:lnTo>
                    <a:pt x="132164" y="49383"/>
                  </a:lnTo>
                  <a:cubicBezTo>
                    <a:pt x="91406" y="47697"/>
                    <a:pt x="47270" y="68414"/>
                    <a:pt x="47270" y="132492"/>
                  </a:cubicBezTo>
                  <a:lnTo>
                    <a:pt x="47270" y="276546"/>
                  </a:lnTo>
                  <a:lnTo>
                    <a:pt x="0" y="276546"/>
                  </a:lnTo>
                  <a:lnTo>
                    <a:pt x="0" y="5059"/>
                  </a:lnTo>
                  <a:lnTo>
                    <a:pt x="47270" y="5059"/>
                  </a:lnTo>
                  <a:lnTo>
                    <a:pt x="47270" y="50829"/>
                  </a:lnTo>
                  <a:cubicBezTo>
                    <a:pt x="64635" y="12767"/>
                    <a:pt x="97917" y="241"/>
                    <a:pt x="132164" y="0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D3D5DB6-662E-D347-A2D4-68975CAD8506}"/>
                </a:ext>
              </a:extLst>
            </p:cNvPr>
            <p:cNvSpPr/>
            <p:nvPr/>
          </p:nvSpPr>
          <p:spPr>
            <a:xfrm>
              <a:off x="11609280" y="6276496"/>
              <a:ext cx="278075" cy="286181"/>
            </a:xfrm>
            <a:custGeom>
              <a:avLst/>
              <a:gdLst>
                <a:gd name="connsiteX0" fmla="*/ 147117 w 278075"/>
                <a:gd name="connsiteY0" fmla="*/ 241617 h 286181"/>
                <a:gd name="connsiteX1" fmla="*/ 225500 w 278075"/>
                <a:gd name="connsiteY1" fmla="*/ 201869 h 286181"/>
                <a:gd name="connsiteX2" fmla="*/ 265776 w 278075"/>
                <a:gd name="connsiteY2" fmla="*/ 224754 h 286181"/>
                <a:gd name="connsiteX3" fmla="*/ 145911 w 278075"/>
                <a:gd name="connsiteY3" fmla="*/ 286182 h 286181"/>
                <a:gd name="connsiteX4" fmla="*/ 0 w 278075"/>
                <a:gd name="connsiteY4" fmla="*/ 143091 h 286181"/>
                <a:gd name="connsiteX5" fmla="*/ 142535 w 278075"/>
                <a:gd name="connsiteY5" fmla="*/ 0 h 286181"/>
                <a:gd name="connsiteX6" fmla="*/ 278076 w 278075"/>
                <a:gd name="connsiteY6" fmla="*/ 143573 h 286181"/>
                <a:gd name="connsiteX7" fmla="*/ 276388 w 278075"/>
                <a:gd name="connsiteY7" fmla="*/ 164771 h 286181"/>
                <a:gd name="connsiteX8" fmla="*/ 48235 w 278075"/>
                <a:gd name="connsiteY8" fmla="*/ 164771 h 286181"/>
                <a:gd name="connsiteX9" fmla="*/ 147117 w 278075"/>
                <a:gd name="connsiteY9" fmla="*/ 241617 h 286181"/>
                <a:gd name="connsiteX10" fmla="*/ 48476 w 278075"/>
                <a:gd name="connsiteY10" fmla="*/ 123338 h 286181"/>
                <a:gd name="connsiteX11" fmla="*/ 230323 w 278075"/>
                <a:gd name="connsiteY11" fmla="*/ 123338 h 286181"/>
                <a:gd name="connsiteX12" fmla="*/ 142776 w 278075"/>
                <a:gd name="connsiteY12" fmla="*/ 44565 h 286181"/>
                <a:gd name="connsiteX13" fmla="*/ 48476 w 278075"/>
                <a:gd name="connsiteY13" fmla="*/ 123338 h 2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075" h="286181">
                  <a:moveTo>
                    <a:pt x="147117" y="241617"/>
                  </a:moveTo>
                  <a:cubicBezTo>
                    <a:pt x="184741" y="241617"/>
                    <a:pt x="211994" y="224272"/>
                    <a:pt x="225500" y="201869"/>
                  </a:cubicBezTo>
                  <a:lnTo>
                    <a:pt x="265776" y="224754"/>
                  </a:lnTo>
                  <a:cubicBezTo>
                    <a:pt x="241899" y="261852"/>
                    <a:pt x="200417" y="286182"/>
                    <a:pt x="145911" y="286182"/>
                  </a:cubicBezTo>
                  <a:cubicBezTo>
                    <a:pt x="58365" y="286182"/>
                    <a:pt x="0" y="224754"/>
                    <a:pt x="0" y="143091"/>
                  </a:cubicBezTo>
                  <a:cubicBezTo>
                    <a:pt x="0" y="62632"/>
                    <a:pt x="57641" y="0"/>
                    <a:pt x="142535" y="0"/>
                  </a:cubicBezTo>
                  <a:cubicBezTo>
                    <a:pt x="224776" y="0"/>
                    <a:pt x="278076" y="67450"/>
                    <a:pt x="278076" y="143573"/>
                  </a:cubicBezTo>
                  <a:cubicBezTo>
                    <a:pt x="278076" y="150559"/>
                    <a:pt x="277594" y="157785"/>
                    <a:pt x="276388" y="164771"/>
                  </a:cubicBezTo>
                  <a:lnTo>
                    <a:pt x="48235" y="164771"/>
                  </a:lnTo>
                  <a:cubicBezTo>
                    <a:pt x="57641" y="213673"/>
                    <a:pt x="96470" y="241376"/>
                    <a:pt x="147117" y="241617"/>
                  </a:cubicBezTo>
                  <a:moveTo>
                    <a:pt x="48476" y="123338"/>
                  </a:moveTo>
                  <a:lnTo>
                    <a:pt x="230323" y="123338"/>
                  </a:lnTo>
                  <a:cubicBezTo>
                    <a:pt x="222123" y="69618"/>
                    <a:pt x="183535" y="44565"/>
                    <a:pt x="142776" y="44565"/>
                  </a:cubicBezTo>
                  <a:cubicBezTo>
                    <a:pt x="91406" y="44565"/>
                    <a:pt x="56194" y="76122"/>
                    <a:pt x="48476" y="123338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611BEF5-B1FF-0147-BA4A-F8AADBF9D4D8}"/>
                </a:ext>
              </a:extLst>
            </p:cNvPr>
            <p:cNvSpPr/>
            <p:nvPr/>
          </p:nvSpPr>
          <p:spPr>
            <a:xfrm>
              <a:off x="9566520" y="6132442"/>
              <a:ext cx="287964" cy="430236"/>
            </a:xfrm>
            <a:custGeom>
              <a:avLst/>
              <a:gdLst>
                <a:gd name="connsiteX0" fmla="*/ 287964 w 287964"/>
                <a:gd name="connsiteY0" fmla="*/ 0 h 430236"/>
                <a:gd name="connsiteX1" fmla="*/ 287964 w 287964"/>
                <a:gd name="connsiteY1" fmla="*/ 287145 h 430236"/>
                <a:gd name="connsiteX2" fmla="*/ 137711 w 287964"/>
                <a:gd name="connsiteY2" fmla="*/ 430236 h 430236"/>
                <a:gd name="connsiteX3" fmla="*/ 0 w 287964"/>
                <a:gd name="connsiteY3" fmla="*/ 287145 h 430236"/>
                <a:gd name="connsiteX4" fmla="*/ 137711 w 287964"/>
                <a:gd name="connsiteY4" fmla="*/ 144055 h 430236"/>
                <a:gd name="connsiteX5" fmla="*/ 240694 w 287964"/>
                <a:gd name="connsiteY5" fmla="*/ 197774 h 430236"/>
                <a:gd name="connsiteX6" fmla="*/ 240694 w 287964"/>
                <a:gd name="connsiteY6" fmla="*/ 0 h 430236"/>
                <a:gd name="connsiteX7" fmla="*/ 287964 w 287964"/>
                <a:gd name="connsiteY7" fmla="*/ 0 h 430236"/>
                <a:gd name="connsiteX8" fmla="*/ 240694 w 287964"/>
                <a:gd name="connsiteY8" fmla="*/ 287145 h 430236"/>
                <a:gd name="connsiteX9" fmla="*/ 143741 w 287964"/>
                <a:gd name="connsiteY9" fmla="*/ 189824 h 430236"/>
                <a:gd name="connsiteX10" fmla="*/ 47512 w 287964"/>
                <a:gd name="connsiteY10" fmla="*/ 287145 h 430236"/>
                <a:gd name="connsiteX11" fmla="*/ 143741 w 287964"/>
                <a:gd name="connsiteY11" fmla="*/ 384467 h 430236"/>
                <a:gd name="connsiteX12" fmla="*/ 240694 w 287964"/>
                <a:gd name="connsiteY12" fmla="*/ 287145 h 43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7964" h="430236">
                  <a:moveTo>
                    <a:pt x="287964" y="0"/>
                  </a:moveTo>
                  <a:lnTo>
                    <a:pt x="287964" y="287145"/>
                  </a:lnTo>
                  <a:cubicBezTo>
                    <a:pt x="287964" y="345442"/>
                    <a:pt x="244070" y="430236"/>
                    <a:pt x="137711" y="430236"/>
                  </a:cubicBezTo>
                  <a:cubicBezTo>
                    <a:pt x="61982" y="430236"/>
                    <a:pt x="0" y="367604"/>
                    <a:pt x="0" y="287145"/>
                  </a:cubicBezTo>
                  <a:cubicBezTo>
                    <a:pt x="0" y="206687"/>
                    <a:pt x="61982" y="144055"/>
                    <a:pt x="137711" y="144055"/>
                  </a:cubicBezTo>
                  <a:cubicBezTo>
                    <a:pt x="184017" y="144055"/>
                    <a:pt x="218747" y="164771"/>
                    <a:pt x="240694" y="197774"/>
                  </a:cubicBezTo>
                  <a:lnTo>
                    <a:pt x="240694" y="0"/>
                  </a:lnTo>
                  <a:lnTo>
                    <a:pt x="287964" y="0"/>
                  </a:lnTo>
                  <a:close/>
                  <a:moveTo>
                    <a:pt x="240694" y="287145"/>
                  </a:moveTo>
                  <a:cubicBezTo>
                    <a:pt x="240694" y="231740"/>
                    <a:pt x="198729" y="189824"/>
                    <a:pt x="143741" y="189824"/>
                  </a:cubicBezTo>
                  <a:cubicBezTo>
                    <a:pt x="89235" y="189824"/>
                    <a:pt x="47512" y="231740"/>
                    <a:pt x="47512" y="287145"/>
                  </a:cubicBezTo>
                  <a:cubicBezTo>
                    <a:pt x="47512" y="342551"/>
                    <a:pt x="89476" y="384467"/>
                    <a:pt x="143741" y="384467"/>
                  </a:cubicBezTo>
                  <a:cubicBezTo>
                    <a:pt x="198729" y="384467"/>
                    <a:pt x="240694" y="342551"/>
                    <a:pt x="240694" y="287145"/>
                  </a:cubicBezTo>
                </a:path>
              </a:pathLst>
            </a:custGeom>
            <a:solidFill>
              <a:srgbClr val="FFFFFF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5CAD963-A67F-CE44-A76E-215558291737}"/>
                </a:ext>
              </a:extLst>
            </p:cNvPr>
            <p:cNvSpPr/>
            <p:nvPr/>
          </p:nvSpPr>
          <p:spPr>
            <a:xfrm>
              <a:off x="9614031" y="6322266"/>
              <a:ext cx="193181" cy="194642"/>
            </a:xfrm>
            <a:custGeom>
              <a:avLst/>
              <a:gdLst>
                <a:gd name="connsiteX0" fmla="*/ 193182 w 193181"/>
                <a:gd name="connsiteY0" fmla="*/ 97321 h 194642"/>
                <a:gd name="connsiteX1" fmla="*/ 96229 w 193181"/>
                <a:gd name="connsiteY1" fmla="*/ 0 h 194642"/>
                <a:gd name="connsiteX2" fmla="*/ 0 w 193181"/>
                <a:gd name="connsiteY2" fmla="*/ 97321 h 194642"/>
                <a:gd name="connsiteX3" fmla="*/ 96229 w 193181"/>
                <a:gd name="connsiteY3" fmla="*/ 194642 h 194642"/>
                <a:gd name="connsiteX4" fmla="*/ 193182 w 193181"/>
                <a:gd name="connsiteY4" fmla="*/ 97321 h 19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181" h="194642">
                  <a:moveTo>
                    <a:pt x="193182" y="97321"/>
                  </a:moveTo>
                  <a:cubicBezTo>
                    <a:pt x="193182" y="41916"/>
                    <a:pt x="151217" y="0"/>
                    <a:pt x="96229" y="0"/>
                  </a:cubicBezTo>
                  <a:cubicBezTo>
                    <a:pt x="41723" y="0"/>
                    <a:pt x="0" y="41916"/>
                    <a:pt x="0" y="97321"/>
                  </a:cubicBezTo>
                  <a:cubicBezTo>
                    <a:pt x="0" y="152727"/>
                    <a:pt x="41965" y="194642"/>
                    <a:pt x="96229" y="194642"/>
                  </a:cubicBezTo>
                  <a:cubicBezTo>
                    <a:pt x="151217" y="194642"/>
                    <a:pt x="193182" y="152727"/>
                    <a:pt x="193182" y="97321"/>
                  </a:cubicBezTo>
                </a:path>
              </a:pathLst>
            </a:custGeom>
            <a:solidFill>
              <a:schemeClr val="bg2"/>
            </a:solidFill>
            <a:ln w="24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E2A758A0-4162-D241-ADE3-743CF46F2FF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4051688"/>
            <a:ext cx="12191997" cy="135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2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FD3EFBF-87F2-ECD8-4861-6A1A3337F3E1}"/>
              </a:ext>
            </a:extLst>
          </p:cNvPr>
          <p:cNvGrpSpPr/>
          <p:nvPr/>
        </p:nvGrpSpPr>
        <p:grpSpPr>
          <a:xfrm>
            <a:off x="5607648" y="2692539"/>
            <a:ext cx="1441665" cy="1001521"/>
            <a:chOff x="4359140" y="2754085"/>
            <a:chExt cx="1441665" cy="1001521"/>
          </a:xfrm>
        </p:grpSpPr>
        <p:sp>
          <p:nvSpPr>
            <p:cNvPr id="55" name="Right Arrow 54">
              <a:extLst>
                <a:ext uri="{FF2B5EF4-FFF2-40B4-BE49-F238E27FC236}">
                  <a16:creationId xmlns:a16="http://schemas.microsoft.com/office/drawing/2014/main" id="{31B1644D-B609-C277-E63E-97BCB0D9126C}"/>
                </a:ext>
              </a:extLst>
            </p:cNvPr>
            <p:cNvSpPr/>
            <p:nvPr/>
          </p:nvSpPr>
          <p:spPr>
            <a:xfrm rot="10800000">
              <a:off x="4577971" y="2754085"/>
              <a:ext cx="798286" cy="674915"/>
            </a:xfrm>
            <a:prstGeom prst="rightArrow">
              <a:avLst/>
            </a:prstGeom>
            <a:solidFill>
              <a:srgbClr val="72C4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D3848EA-5357-DA5C-3D67-CF70223C075E}"/>
                </a:ext>
              </a:extLst>
            </p:cNvPr>
            <p:cNvSpPr txBox="1"/>
            <p:nvPr/>
          </p:nvSpPr>
          <p:spPr>
            <a:xfrm>
              <a:off x="4359140" y="3386274"/>
              <a:ext cx="1441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change name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84C7760-4C8B-3572-BD73-440CC02BB937}"/>
              </a:ext>
            </a:extLst>
          </p:cNvPr>
          <p:cNvSpPr txBox="1"/>
          <p:nvPr/>
        </p:nvSpPr>
        <p:spPr>
          <a:xfrm>
            <a:off x="5274936" y="796195"/>
            <a:ext cx="3258000" cy="810000"/>
          </a:xfrm>
          <a:prstGeom prst="roundRect">
            <a:avLst/>
          </a:prstGeom>
          <a:solidFill>
            <a:srgbClr val="EF463C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App Component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802770-5720-1AA4-2620-50E56980F418}"/>
              </a:ext>
            </a:extLst>
          </p:cNvPr>
          <p:cNvGrpSpPr/>
          <p:nvPr/>
        </p:nvGrpSpPr>
        <p:grpSpPr>
          <a:xfrm>
            <a:off x="1726194" y="3581540"/>
            <a:ext cx="6179458" cy="1949623"/>
            <a:chOff x="477686" y="3643086"/>
            <a:chExt cx="6179458" cy="1949623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C3EC300-1D5D-258D-1CA2-3E7A846B0C2B}"/>
                </a:ext>
              </a:extLst>
            </p:cNvPr>
            <p:cNvSpPr txBox="1"/>
            <p:nvPr/>
          </p:nvSpPr>
          <p:spPr>
            <a:xfrm>
              <a:off x="477686" y="4782709"/>
              <a:ext cx="2374371" cy="810000"/>
            </a:xfrm>
            <a:prstGeom prst="roundRect">
              <a:avLst/>
            </a:prstGeom>
            <a:solidFill>
              <a:srgbClr val="AD9BCB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Other Component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1C7E11F-B95C-066E-32F8-B5C26301ECA0}"/>
                </a:ext>
              </a:extLst>
            </p:cNvPr>
            <p:cNvSpPr txBox="1"/>
            <p:nvPr/>
          </p:nvSpPr>
          <p:spPr>
            <a:xfrm>
              <a:off x="3721629" y="4782709"/>
              <a:ext cx="2374371" cy="810000"/>
            </a:xfrm>
            <a:prstGeom prst="roundRect">
              <a:avLst/>
            </a:prstGeom>
            <a:solidFill>
              <a:srgbClr val="AD9BCB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Other Component</a:t>
              </a:r>
            </a:p>
          </p:txBody>
        </p:sp>
        <p:sp>
          <p:nvSpPr>
            <p:cNvPr id="52" name="Right Arrow 51">
              <a:extLst>
                <a:ext uri="{FF2B5EF4-FFF2-40B4-BE49-F238E27FC236}">
                  <a16:creationId xmlns:a16="http://schemas.microsoft.com/office/drawing/2014/main" id="{3EEB81F9-9DD4-43DC-A881-B8AACF559188}"/>
                </a:ext>
              </a:extLst>
            </p:cNvPr>
            <p:cNvSpPr/>
            <p:nvPr/>
          </p:nvSpPr>
          <p:spPr>
            <a:xfrm rot="16200000">
              <a:off x="2169886" y="3804713"/>
              <a:ext cx="798286" cy="674915"/>
            </a:xfrm>
            <a:prstGeom prst="rightArrow">
              <a:avLst/>
            </a:prstGeom>
            <a:solidFill>
              <a:srgbClr val="72C4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53" name="Right Arrow 52">
              <a:extLst>
                <a:ext uri="{FF2B5EF4-FFF2-40B4-BE49-F238E27FC236}">
                  <a16:creationId xmlns:a16="http://schemas.microsoft.com/office/drawing/2014/main" id="{560A8857-2AA2-EEA6-BBAD-131E29DD3C97}"/>
                </a:ext>
              </a:extLst>
            </p:cNvPr>
            <p:cNvSpPr/>
            <p:nvPr/>
          </p:nvSpPr>
          <p:spPr>
            <a:xfrm rot="16200000">
              <a:off x="3627285" y="3804714"/>
              <a:ext cx="798286" cy="674915"/>
            </a:xfrm>
            <a:prstGeom prst="rightArrow">
              <a:avLst/>
            </a:prstGeom>
            <a:solidFill>
              <a:srgbClr val="72C4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54" name="Right Arrow 53">
              <a:extLst>
                <a:ext uri="{FF2B5EF4-FFF2-40B4-BE49-F238E27FC236}">
                  <a16:creationId xmlns:a16="http://schemas.microsoft.com/office/drawing/2014/main" id="{6566986B-58C8-B01C-E5DC-E8F361EDBBEA}"/>
                </a:ext>
              </a:extLst>
            </p:cNvPr>
            <p:cNvSpPr/>
            <p:nvPr/>
          </p:nvSpPr>
          <p:spPr>
            <a:xfrm rot="17675709">
              <a:off x="5810224" y="3815091"/>
              <a:ext cx="1018926" cy="674915"/>
            </a:xfrm>
            <a:prstGeom prst="rightArrow">
              <a:avLst/>
            </a:prstGeom>
            <a:solidFill>
              <a:srgbClr val="72C4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</p:grpSp>
      <p:sp>
        <p:nvSpPr>
          <p:cNvPr id="58" name="Multiply 57">
            <a:extLst>
              <a:ext uri="{FF2B5EF4-FFF2-40B4-BE49-F238E27FC236}">
                <a16:creationId xmlns:a16="http://schemas.microsoft.com/office/drawing/2014/main" id="{EFE5C21C-D801-6F08-4A50-598DD5FF2DA6}"/>
              </a:ext>
            </a:extLst>
          </p:cNvPr>
          <p:cNvSpPr/>
          <p:nvPr/>
        </p:nvSpPr>
        <p:spPr>
          <a:xfrm>
            <a:off x="5914851" y="2624613"/>
            <a:ext cx="783771" cy="810000"/>
          </a:xfrm>
          <a:prstGeom prst="mathMultiply">
            <a:avLst/>
          </a:prstGeom>
          <a:solidFill>
            <a:srgbClr val="EF4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A59BBCB-10B2-7C90-1826-3BBE285E8002}"/>
              </a:ext>
            </a:extLst>
          </p:cNvPr>
          <p:cNvGrpSpPr/>
          <p:nvPr/>
        </p:nvGrpSpPr>
        <p:grpSpPr>
          <a:xfrm>
            <a:off x="2398413" y="1606195"/>
            <a:ext cx="7763523" cy="1895437"/>
            <a:chOff x="2398413" y="1606195"/>
            <a:chExt cx="7763523" cy="1895437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E4BAA0E-B5F1-A762-6983-694CB67F5350}"/>
                </a:ext>
              </a:extLst>
            </p:cNvPr>
            <p:cNvSpPr txBox="1"/>
            <p:nvPr/>
          </p:nvSpPr>
          <p:spPr>
            <a:xfrm>
              <a:off x="6903936" y="2686159"/>
              <a:ext cx="3258000" cy="810000"/>
            </a:xfrm>
            <a:prstGeom prst="roundRect">
              <a:avLst/>
            </a:prstGeom>
            <a:solidFill>
              <a:srgbClr val="C42828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Main Component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B47A3B6-C9A4-C3D7-D78C-F2E4E5ECF6CE}"/>
                </a:ext>
              </a:extLst>
            </p:cNvPr>
            <p:cNvSpPr txBox="1"/>
            <p:nvPr/>
          </p:nvSpPr>
          <p:spPr>
            <a:xfrm>
              <a:off x="2398413" y="2691632"/>
              <a:ext cx="3258000" cy="810000"/>
            </a:xfrm>
            <a:prstGeom prst="roundRect">
              <a:avLst/>
            </a:prstGeom>
            <a:solidFill>
              <a:srgbClr val="C42828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User Component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193AA51-2EDC-A9B2-DB10-818AFAF1577A}"/>
                </a:ext>
              </a:extLst>
            </p:cNvPr>
            <p:cNvCxnSpPr>
              <a:stCxn id="39" idx="2"/>
              <a:endCxn id="47" idx="0"/>
            </p:cNvCxnSpPr>
            <p:nvPr/>
          </p:nvCxnSpPr>
          <p:spPr>
            <a:xfrm rot="16200000" flipH="1">
              <a:off x="7178454" y="1331677"/>
              <a:ext cx="1079964" cy="162900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5B25CC9-BC97-DF40-AD63-4C48536EFBC0}"/>
                </a:ext>
              </a:extLst>
            </p:cNvPr>
            <p:cNvCxnSpPr>
              <a:cxnSpLocks/>
              <a:stCxn id="39" idx="2"/>
              <a:endCxn id="48" idx="0"/>
            </p:cNvCxnSpPr>
            <p:nvPr/>
          </p:nvCxnSpPr>
          <p:spPr>
            <a:xfrm rot="5400000">
              <a:off x="4922957" y="710652"/>
              <a:ext cx="1085437" cy="28765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9A19C86-B1E5-E54B-DA9C-99DF5448175C}"/>
              </a:ext>
            </a:extLst>
          </p:cNvPr>
          <p:cNvGrpSpPr/>
          <p:nvPr/>
        </p:nvGrpSpPr>
        <p:grpSpPr>
          <a:xfrm>
            <a:off x="8195478" y="1680792"/>
            <a:ext cx="2138973" cy="798286"/>
            <a:chOff x="6946970" y="1742338"/>
            <a:chExt cx="2138973" cy="798286"/>
          </a:xfrm>
        </p:grpSpPr>
        <p:sp>
          <p:nvSpPr>
            <p:cNvPr id="56" name="Right Arrow 55">
              <a:extLst>
                <a:ext uri="{FF2B5EF4-FFF2-40B4-BE49-F238E27FC236}">
                  <a16:creationId xmlns:a16="http://schemas.microsoft.com/office/drawing/2014/main" id="{960F2ECA-5BF7-FC2F-6386-FACA4DDC97AC}"/>
                </a:ext>
              </a:extLst>
            </p:cNvPr>
            <p:cNvSpPr/>
            <p:nvPr/>
          </p:nvSpPr>
          <p:spPr>
            <a:xfrm rot="14237133">
              <a:off x="6885285" y="1804023"/>
              <a:ext cx="798286" cy="674915"/>
            </a:xfrm>
            <a:prstGeom prst="rightArrow">
              <a:avLst/>
            </a:prstGeom>
            <a:solidFill>
              <a:srgbClr val="72C4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A3FD85D-2FF4-F004-C262-CCD20B97C8D4}"/>
                </a:ext>
              </a:extLst>
            </p:cNvPr>
            <p:cNvSpPr txBox="1"/>
            <p:nvPr/>
          </p:nvSpPr>
          <p:spPr>
            <a:xfrm>
              <a:off x="7533495" y="1914736"/>
              <a:ext cx="15524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inform parent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278D161-4EE9-D2F6-BC8A-1A731855CA91}"/>
              </a:ext>
            </a:extLst>
          </p:cNvPr>
          <p:cNvGrpSpPr/>
          <p:nvPr/>
        </p:nvGrpSpPr>
        <p:grpSpPr>
          <a:xfrm>
            <a:off x="3316307" y="1584165"/>
            <a:ext cx="1958629" cy="852835"/>
            <a:chOff x="2067799" y="1645711"/>
            <a:chExt cx="1958629" cy="852835"/>
          </a:xfrm>
        </p:grpSpPr>
        <p:sp>
          <p:nvSpPr>
            <p:cNvPr id="57" name="Right Arrow 56">
              <a:extLst>
                <a:ext uri="{FF2B5EF4-FFF2-40B4-BE49-F238E27FC236}">
                  <a16:creationId xmlns:a16="http://schemas.microsoft.com/office/drawing/2014/main" id="{E1DC1043-C3B9-EA31-5475-E3995E42AE86}"/>
                </a:ext>
              </a:extLst>
            </p:cNvPr>
            <p:cNvSpPr/>
            <p:nvPr/>
          </p:nvSpPr>
          <p:spPr>
            <a:xfrm rot="7200000">
              <a:off x="3289828" y="1761945"/>
              <a:ext cx="798286" cy="674915"/>
            </a:xfrm>
            <a:prstGeom prst="rightArrow">
              <a:avLst/>
            </a:prstGeom>
            <a:solidFill>
              <a:srgbClr val="72C4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C0CC720-CB39-EBE9-F468-2AF527E90CA0}"/>
                </a:ext>
              </a:extLst>
            </p:cNvPr>
            <p:cNvSpPr txBox="1"/>
            <p:nvPr/>
          </p:nvSpPr>
          <p:spPr>
            <a:xfrm>
              <a:off x="2067799" y="1645711"/>
              <a:ext cx="14338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change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33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984C7760-4C8B-3572-BD73-440CC02BB937}"/>
              </a:ext>
            </a:extLst>
          </p:cNvPr>
          <p:cNvSpPr txBox="1"/>
          <p:nvPr/>
        </p:nvSpPr>
        <p:spPr>
          <a:xfrm>
            <a:off x="3733297" y="4313322"/>
            <a:ext cx="1786818" cy="810000"/>
          </a:xfrm>
          <a:prstGeom prst="roundRect">
            <a:avLst/>
          </a:prstGeom>
          <a:solidFill>
            <a:srgbClr val="EF463C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View / App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0600C9-81C9-3708-AFD6-04DA746990C2}"/>
              </a:ext>
            </a:extLst>
          </p:cNvPr>
          <p:cNvGrpSpPr/>
          <p:nvPr/>
        </p:nvGrpSpPr>
        <p:grpSpPr>
          <a:xfrm>
            <a:off x="5493202" y="1555197"/>
            <a:ext cx="3522068" cy="810000"/>
            <a:chOff x="5493202" y="1555197"/>
            <a:chExt cx="3522068" cy="81000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B47A3B6-C9A4-C3D7-D78C-F2E4E5ECF6CE}"/>
                </a:ext>
              </a:extLst>
            </p:cNvPr>
            <p:cNvSpPr txBox="1"/>
            <p:nvPr/>
          </p:nvSpPr>
          <p:spPr>
            <a:xfrm>
              <a:off x="7258688" y="1555197"/>
              <a:ext cx="1756582" cy="810000"/>
            </a:xfrm>
            <a:prstGeom prst="roundRect">
              <a:avLst/>
            </a:prstGeom>
            <a:solidFill>
              <a:srgbClr val="C42828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Reducers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CE58347-8FB0-EB7B-7507-18C7519EACA8}"/>
                </a:ext>
              </a:extLst>
            </p:cNvPr>
            <p:cNvCxnSpPr>
              <a:cxnSpLocks/>
              <a:stCxn id="51" idx="3"/>
              <a:endCxn id="48" idx="1"/>
            </p:cNvCxnSpPr>
            <p:nvPr/>
          </p:nvCxnSpPr>
          <p:spPr>
            <a:xfrm>
              <a:off x="5493202" y="1960197"/>
              <a:ext cx="1765486" cy="0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90E42B-32AF-61BD-64C3-1D540E187D44}"/>
              </a:ext>
            </a:extLst>
          </p:cNvPr>
          <p:cNvGrpSpPr/>
          <p:nvPr/>
        </p:nvGrpSpPr>
        <p:grpSpPr>
          <a:xfrm>
            <a:off x="3417774" y="1555197"/>
            <a:ext cx="2075428" cy="2758125"/>
            <a:chOff x="3417774" y="1555197"/>
            <a:chExt cx="2075428" cy="275812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1C7E11F-B95C-066E-32F8-B5C26301ECA0}"/>
                </a:ext>
              </a:extLst>
            </p:cNvPr>
            <p:cNvSpPr txBox="1"/>
            <p:nvPr/>
          </p:nvSpPr>
          <p:spPr>
            <a:xfrm>
              <a:off x="3736619" y="1555197"/>
              <a:ext cx="1756583" cy="810000"/>
            </a:xfrm>
            <a:prstGeom prst="roundRect">
              <a:avLst/>
            </a:prstGeom>
            <a:solidFill>
              <a:srgbClr val="AD9BCB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Action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B9B3743D-5B2D-7B5B-9DDA-A4DD0594A233}"/>
                </a:ext>
              </a:extLst>
            </p:cNvPr>
            <p:cNvCxnSpPr>
              <a:cxnSpLocks/>
              <a:stCxn id="39" idx="0"/>
              <a:endCxn id="51" idx="2"/>
            </p:cNvCxnSpPr>
            <p:nvPr/>
          </p:nvCxnSpPr>
          <p:spPr>
            <a:xfrm flipH="1" flipV="1">
              <a:off x="4614911" y="2365197"/>
              <a:ext cx="11795" cy="1948125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C245C3A-BE36-90C3-1268-968873CCCC48}"/>
                </a:ext>
              </a:extLst>
            </p:cNvPr>
            <p:cNvSpPr txBox="1"/>
            <p:nvPr/>
          </p:nvSpPr>
          <p:spPr>
            <a:xfrm>
              <a:off x="3417774" y="3154593"/>
              <a:ext cx="13583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dispatch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AE59228A-081E-11BF-C13E-4BCB3341270A}"/>
              </a:ext>
            </a:extLst>
          </p:cNvPr>
          <p:cNvSpPr txBox="1"/>
          <p:nvPr/>
        </p:nvSpPr>
        <p:spPr>
          <a:xfrm>
            <a:off x="6726866" y="2369763"/>
            <a:ext cx="1358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dirty="0">
                <a:solidFill>
                  <a:srgbClr val="72C4BF"/>
                </a:solidFill>
              </a:rPr>
              <a:t>create new state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69936A-06F0-5928-BD2E-F624344162C0}"/>
              </a:ext>
            </a:extLst>
          </p:cNvPr>
          <p:cNvGrpSpPr/>
          <p:nvPr/>
        </p:nvGrpSpPr>
        <p:grpSpPr>
          <a:xfrm>
            <a:off x="5520115" y="4073934"/>
            <a:ext cx="1738573" cy="646331"/>
            <a:chOff x="5520115" y="4073934"/>
            <a:chExt cx="1738573" cy="646331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776ECB2-C578-5A8B-B162-46F303248816}"/>
                </a:ext>
              </a:extLst>
            </p:cNvPr>
            <p:cNvCxnSpPr>
              <a:cxnSpLocks/>
              <a:stCxn id="49" idx="1"/>
              <a:endCxn id="39" idx="3"/>
            </p:cNvCxnSpPr>
            <p:nvPr/>
          </p:nvCxnSpPr>
          <p:spPr>
            <a:xfrm flipH="1">
              <a:off x="5520115" y="4718322"/>
              <a:ext cx="1738573" cy="0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445C71A-8214-38E6-E4DC-B51AD25126A0}"/>
                </a:ext>
              </a:extLst>
            </p:cNvPr>
            <p:cNvSpPr txBox="1"/>
            <p:nvPr/>
          </p:nvSpPr>
          <p:spPr>
            <a:xfrm>
              <a:off x="5596673" y="4073934"/>
              <a:ext cx="16337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pass state with subscriptions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2B96AB-DC3F-0B16-7397-F724487DEF8B}"/>
              </a:ext>
            </a:extLst>
          </p:cNvPr>
          <p:cNvGrpSpPr/>
          <p:nvPr/>
        </p:nvGrpSpPr>
        <p:grpSpPr>
          <a:xfrm>
            <a:off x="7258688" y="2365197"/>
            <a:ext cx="1968284" cy="2758125"/>
            <a:chOff x="7258688" y="2365197"/>
            <a:chExt cx="1968284" cy="275812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C3EC300-1D5D-258D-1CA2-3E7A846B0C2B}"/>
                </a:ext>
              </a:extLst>
            </p:cNvPr>
            <p:cNvSpPr txBox="1"/>
            <p:nvPr/>
          </p:nvSpPr>
          <p:spPr>
            <a:xfrm>
              <a:off x="7258688" y="4313322"/>
              <a:ext cx="1756582" cy="810000"/>
            </a:xfrm>
            <a:prstGeom prst="roundRect">
              <a:avLst/>
            </a:prstGeom>
            <a:solidFill>
              <a:srgbClr val="AD9BCB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Store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2A28BFB9-CC51-E2E8-73C9-44FC64D0830C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>
              <a:off x="8136979" y="2365197"/>
              <a:ext cx="0" cy="1948125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5EB875B-D641-5BE6-D39E-EF9D716AF551}"/>
                </a:ext>
              </a:extLst>
            </p:cNvPr>
            <p:cNvSpPr txBox="1"/>
            <p:nvPr/>
          </p:nvSpPr>
          <p:spPr>
            <a:xfrm>
              <a:off x="8085238" y="3585157"/>
              <a:ext cx="11417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Store in store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786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EFA7C-47F3-2B4B-8399-3B157E0AF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11</a:t>
            </a:fld>
            <a:endParaRPr lang="nl-B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12BF11-F8EB-677C-D207-A857D859DC7D}"/>
              </a:ext>
            </a:extLst>
          </p:cNvPr>
          <p:cNvGrpSpPr/>
          <p:nvPr/>
        </p:nvGrpSpPr>
        <p:grpSpPr>
          <a:xfrm>
            <a:off x="2778905" y="1616010"/>
            <a:ext cx="5597496" cy="3809456"/>
            <a:chOff x="3353678" y="1709528"/>
            <a:chExt cx="5597496" cy="380945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84C7760-4C8B-3572-BD73-440CC02BB937}"/>
                </a:ext>
              </a:extLst>
            </p:cNvPr>
            <p:cNvSpPr txBox="1"/>
            <p:nvPr/>
          </p:nvSpPr>
          <p:spPr>
            <a:xfrm>
              <a:off x="3669201" y="4467653"/>
              <a:ext cx="1786818" cy="810000"/>
            </a:xfrm>
            <a:prstGeom prst="roundRect">
              <a:avLst/>
            </a:prstGeom>
            <a:solidFill>
              <a:srgbClr val="EF463C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View / App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B47A3B6-C9A4-C3D7-D78C-F2E4E5ECF6CE}"/>
                </a:ext>
              </a:extLst>
            </p:cNvPr>
            <p:cNvSpPr txBox="1"/>
            <p:nvPr/>
          </p:nvSpPr>
          <p:spPr>
            <a:xfrm>
              <a:off x="7194592" y="1709528"/>
              <a:ext cx="1756582" cy="810000"/>
            </a:xfrm>
            <a:prstGeom prst="roundRect">
              <a:avLst/>
            </a:prstGeom>
            <a:solidFill>
              <a:srgbClr val="C42828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Reducers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C3EC300-1D5D-258D-1CA2-3E7A846B0C2B}"/>
                </a:ext>
              </a:extLst>
            </p:cNvPr>
            <p:cNvSpPr txBox="1"/>
            <p:nvPr/>
          </p:nvSpPr>
          <p:spPr>
            <a:xfrm>
              <a:off x="7194590" y="4467653"/>
              <a:ext cx="1756583" cy="810000"/>
            </a:xfrm>
            <a:prstGeom prst="roundRect">
              <a:avLst/>
            </a:prstGeom>
            <a:solidFill>
              <a:srgbClr val="AD9BCB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Store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1C7E11F-B95C-066E-32F8-B5C26301ECA0}"/>
                </a:ext>
              </a:extLst>
            </p:cNvPr>
            <p:cNvSpPr txBox="1"/>
            <p:nvPr/>
          </p:nvSpPr>
          <p:spPr>
            <a:xfrm>
              <a:off x="3672523" y="1709528"/>
              <a:ext cx="1756583" cy="810000"/>
            </a:xfrm>
            <a:prstGeom prst="roundRect">
              <a:avLst/>
            </a:prstGeom>
            <a:solidFill>
              <a:srgbClr val="AD9BCB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Action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B9B3743D-5B2D-7B5B-9DDA-A4DD0594A233}"/>
                </a:ext>
              </a:extLst>
            </p:cNvPr>
            <p:cNvCxnSpPr>
              <a:stCxn id="39" idx="0"/>
              <a:endCxn id="51" idx="2"/>
            </p:cNvCxnSpPr>
            <p:nvPr/>
          </p:nvCxnSpPr>
          <p:spPr>
            <a:xfrm flipH="1" flipV="1">
              <a:off x="4550815" y="2519528"/>
              <a:ext cx="11795" cy="1948125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CE58347-8FB0-EB7B-7507-18C7519EACA8}"/>
                </a:ext>
              </a:extLst>
            </p:cNvPr>
            <p:cNvCxnSpPr>
              <a:cxnSpLocks/>
              <a:stCxn id="51" idx="3"/>
              <a:endCxn id="48" idx="1"/>
            </p:cNvCxnSpPr>
            <p:nvPr/>
          </p:nvCxnSpPr>
          <p:spPr>
            <a:xfrm>
              <a:off x="5429106" y="2114528"/>
              <a:ext cx="1765486" cy="0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2A28BFB9-CC51-E2E8-73C9-44FC64D0830C}"/>
                </a:ext>
              </a:extLst>
            </p:cNvPr>
            <p:cNvCxnSpPr>
              <a:cxnSpLocks/>
              <a:stCxn id="48" idx="2"/>
              <a:endCxn id="49" idx="0"/>
            </p:cNvCxnSpPr>
            <p:nvPr/>
          </p:nvCxnSpPr>
          <p:spPr>
            <a:xfrm flipH="1">
              <a:off x="8072882" y="2519528"/>
              <a:ext cx="1" cy="1948125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776ECB2-C578-5A8B-B162-46F303248816}"/>
                </a:ext>
              </a:extLst>
            </p:cNvPr>
            <p:cNvCxnSpPr>
              <a:cxnSpLocks/>
              <a:stCxn id="49" idx="1"/>
              <a:endCxn id="39" idx="3"/>
            </p:cNvCxnSpPr>
            <p:nvPr/>
          </p:nvCxnSpPr>
          <p:spPr>
            <a:xfrm flipH="1">
              <a:off x="5456019" y="4872653"/>
              <a:ext cx="1738571" cy="0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C245C3A-BE36-90C3-1268-968873CCCC48}"/>
                </a:ext>
              </a:extLst>
            </p:cNvPr>
            <p:cNvSpPr txBox="1"/>
            <p:nvPr/>
          </p:nvSpPr>
          <p:spPr>
            <a:xfrm>
              <a:off x="3353678" y="3308924"/>
              <a:ext cx="13583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dispatch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E59228A-081E-11BF-C13E-4BCB3341270A}"/>
                </a:ext>
              </a:extLst>
            </p:cNvPr>
            <p:cNvSpPr txBox="1"/>
            <p:nvPr/>
          </p:nvSpPr>
          <p:spPr>
            <a:xfrm>
              <a:off x="6664787" y="2524094"/>
              <a:ext cx="13583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create new state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445C71A-8214-38E6-E4DC-B51AD25126A0}"/>
                </a:ext>
              </a:extLst>
            </p:cNvPr>
            <p:cNvSpPr txBox="1"/>
            <p:nvPr/>
          </p:nvSpPr>
          <p:spPr>
            <a:xfrm>
              <a:off x="5517460" y="4872653"/>
              <a:ext cx="16337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pass state with subscriptions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631E5B7-A9B9-156B-8082-07AEE2F1FDDC}"/>
              </a:ext>
            </a:extLst>
          </p:cNvPr>
          <p:cNvSpPr txBox="1"/>
          <p:nvPr/>
        </p:nvSpPr>
        <p:spPr>
          <a:xfrm>
            <a:off x="351460" y="862102"/>
            <a:ext cx="35081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Action: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type: ‘CHANGE_NAME’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payload ‘Piet’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4A375-49A8-B660-CD03-7A0E8B1914F6}"/>
              </a:ext>
            </a:extLst>
          </p:cNvPr>
          <p:cNvSpPr txBox="1"/>
          <p:nvPr/>
        </p:nvSpPr>
        <p:spPr>
          <a:xfrm>
            <a:off x="8690769" y="3818600"/>
            <a:ext cx="24391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Store: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user: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name: ’Jan’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C69A5-0E8F-706C-3F8D-2B6B6F095E6E}"/>
              </a:ext>
            </a:extLst>
          </p:cNvPr>
          <p:cNvSpPr txBox="1"/>
          <p:nvPr/>
        </p:nvSpPr>
        <p:spPr>
          <a:xfrm>
            <a:off x="3094428" y="5424292"/>
            <a:ext cx="6434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Selector: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username$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store.select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(state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state.user?.name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DDCCB-07B5-DD2D-6626-95CF8A1173FE}"/>
              </a:ext>
            </a:extLst>
          </p:cNvPr>
          <p:cNvSpPr txBox="1"/>
          <p:nvPr/>
        </p:nvSpPr>
        <p:spPr>
          <a:xfrm>
            <a:off x="3551779" y="5019291"/>
            <a:ext cx="848523" cy="310799"/>
          </a:xfrm>
          <a:prstGeom prst="roundRect">
            <a:avLst>
              <a:gd name="adj" fmla="val 50000"/>
            </a:avLst>
          </a:prstGeom>
          <a:solidFill>
            <a:srgbClr val="72C4BF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Jan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1A5E8-A144-43F2-8882-C16E1F93D98A}"/>
              </a:ext>
            </a:extLst>
          </p:cNvPr>
          <p:cNvSpPr txBox="1"/>
          <p:nvPr/>
        </p:nvSpPr>
        <p:spPr>
          <a:xfrm>
            <a:off x="8548265" y="708069"/>
            <a:ext cx="35081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Reducer:</a:t>
            </a:r>
          </a:p>
          <a:p>
            <a:endParaRPr lang="en-US" sz="12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reduce(state, action)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switch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‘CHANGE_NAME’: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...state,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user: {name: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action.payload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};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default: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state;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E18D02-83CD-34C1-7677-6E5A3F92567B}"/>
              </a:ext>
            </a:extLst>
          </p:cNvPr>
          <p:cNvSpPr txBox="1"/>
          <p:nvPr/>
        </p:nvSpPr>
        <p:spPr>
          <a:xfrm>
            <a:off x="8690769" y="3818600"/>
            <a:ext cx="28376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Store: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user: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name: ”Piet’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BEA68D-27A9-6DD6-0A9B-3F7843A3052B}"/>
              </a:ext>
            </a:extLst>
          </p:cNvPr>
          <p:cNvSpPr txBox="1"/>
          <p:nvPr/>
        </p:nvSpPr>
        <p:spPr>
          <a:xfrm>
            <a:off x="3551779" y="5011786"/>
            <a:ext cx="848523" cy="310799"/>
          </a:xfrm>
          <a:prstGeom prst="roundRect">
            <a:avLst>
              <a:gd name="adj" fmla="val 50000"/>
            </a:avLst>
          </a:prstGeom>
          <a:solidFill>
            <a:srgbClr val="72C4BF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Piet</a:t>
            </a:r>
          </a:p>
        </p:txBody>
      </p:sp>
    </p:spTree>
    <p:extLst>
      <p:ext uri="{BB962C8B-B14F-4D97-AF65-F5344CB8AC3E}">
        <p14:creationId xmlns:p14="http://schemas.microsoft.com/office/powerpoint/2010/main" val="78978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8" grpId="1"/>
      <p:bldP spid="9" grpId="0"/>
      <p:bldP spid="10" grpId="0" animBg="1"/>
      <p:bldP spid="11" grpId="0"/>
      <p:bldP spid="13" grpId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EFA7C-47F3-2B4B-8399-3B157E0AF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4C7760-4C8B-3572-BD73-440CC02BB937}"/>
              </a:ext>
            </a:extLst>
          </p:cNvPr>
          <p:cNvSpPr txBox="1"/>
          <p:nvPr/>
        </p:nvSpPr>
        <p:spPr>
          <a:xfrm>
            <a:off x="5037543" y="1016003"/>
            <a:ext cx="3258000" cy="810000"/>
          </a:xfrm>
          <a:prstGeom prst="roundRect">
            <a:avLst/>
          </a:prstGeom>
          <a:solidFill>
            <a:srgbClr val="EF463C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App Component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4BAA0E-B5F1-A762-6983-694CB67F5350}"/>
              </a:ext>
            </a:extLst>
          </p:cNvPr>
          <p:cNvSpPr txBox="1"/>
          <p:nvPr/>
        </p:nvSpPr>
        <p:spPr>
          <a:xfrm>
            <a:off x="6666543" y="2844421"/>
            <a:ext cx="3258000" cy="810000"/>
          </a:xfrm>
          <a:prstGeom prst="roundRect">
            <a:avLst/>
          </a:prstGeom>
          <a:solidFill>
            <a:srgbClr val="C42828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Main Component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47A3B6-C9A4-C3D7-D78C-F2E4E5ECF6CE}"/>
              </a:ext>
            </a:extLst>
          </p:cNvPr>
          <p:cNvSpPr txBox="1"/>
          <p:nvPr/>
        </p:nvSpPr>
        <p:spPr>
          <a:xfrm>
            <a:off x="2161020" y="2849894"/>
            <a:ext cx="3258000" cy="810000"/>
          </a:xfrm>
          <a:prstGeom prst="roundRect">
            <a:avLst/>
          </a:prstGeom>
          <a:solidFill>
            <a:srgbClr val="C42828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User Component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3EC300-1D5D-258D-1CA2-3E7A846B0C2B}"/>
              </a:ext>
            </a:extLst>
          </p:cNvPr>
          <p:cNvSpPr txBox="1"/>
          <p:nvPr/>
        </p:nvSpPr>
        <p:spPr>
          <a:xfrm>
            <a:off x="1488801" y="4940971"/>
            <a:ext cx="2374371" cy="810000"/>
          </a:xfrm>
          <a:prstGeom prst="roundRect">
            <a:avLst/>
          </a:prstGeom>
          <a:solidFill>
            <a:srgbClr val="AD9BCB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Other Component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C7E11F-B95C-066E-32F8-B5C26301ECA0}"/>
              </a:ext>
            </a:extLst>
          </p:cNvPr>
          <p:cNvSpPr txBox="1"/>
          <p:nvPr/>
        </p:nvSpPr>
        <p:spPr>
          <a:xfrm>
            <a:off x="4732744" y="4940971"/>
            <a:ext cx="2374371" cy="810000"/>
          </a:xfrm>
          <a:prstGeom prst="roundRect">
            <a:avLst/>
          </a:prstGeom>
          <a:solidFill>
            <a:srgbClr val="AD9BCB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Other Component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193AA51-2EDC-A9B2-DB10-818AFAF1577A}"/>
              </a:ext>
            </a:extLst>
          </p:cNvPr>
          <p:cNvCxnSpPr>
            <a:stCxn id="39" idx="2"/>
            <a:endCxn id="47" idx="0"/>
          </p:cNvCxnSpPr>
          <p:nvPr/>
        </p:nvCxnSpPr>
        <p:spPr>
          <a:xfrm rot="16200000" flipH="1">
            <a:off x="6971834" y="1520712"/>
            <a:ext cx="1018418" cy="1629000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5B25CC9-BC97-DF40-AD63-4C48536EFBC0}"/>
              </a:ext>
            </a:extLst>
          </p:cNvPr>
          <p:cNvCxnSpPr>
            <a:stCxn id="39" idx="2"/>
            <a:endCxn id="48" idx="0"/>
          </p:cNvCxnSpPr>
          <p:nvPr/>
        </p:nvCxnSpPr>
        <p:spPr>
          <a:xfrm rot="5400000">
            <a:off x="4716337" y="899687"/>
            <a:ext cx="1023891" cy="2876523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A3FD85D-2FF4-F004-C262-CCD20B97C8D4}"/>
              </a:ext>
            </a:extLst>
          </p:cNvPr>
          <p:cNvSpPr txBox="1"/>
          <p:nvPr/>
        </p:nvSpPr>
        <p:spPr>
          <a:xfrm>
            <a:off x="10215285" y="1421003"/>
            <a:ext cx="1119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dirty="0">
                <a:solidFill>
                  <a:srgbClr val="72C4BF"/>
                </a:solidFill>
              </a:rPr>
              <a:t>dispatch action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0CC720-CB39-EBE9-F468-2AF527E90CA0}"/>
              </a:ext>
            </a:extLst>
          </p:cNvPr>
          <p:cNvSpPr txBox="1"/>
          <p:nvPr/>
        </p:nvSpPr>
        <p:spPr>
          <a:xfrm>
            <a:off x="3190723" y="141888"/>
            <a:ext cx="13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dirty="0">
                <a:solidFill>
                  <a:srgbClr val="72C4BF"/>
                </a:solidFill>
              </a:rPr>
              <a:t>pass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0031D7-E355-B261-D21B-0C2CE1C1D99C}"/>
              </a:ext>
            </a:extLst>
          </p:cNvPr>
          <p:cNvSpPr txBox="1"/>
          <p:nvPr/>
        </p:nvSpPr>
        <p:spPr>
          <a:xfrm>
            <a:off x="5037543" y="134452"/>
            <a:ext cx="3258000" cy="810000"/>
          </a:xfrm>
          <a:prstGeom prst="roundRect">
            <a:avLst/>
          </a:prstGeom>
          <a:solidFill>
            <a:srgbClr val="AD9BCB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Store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58F3092-D278-D04E-F9DE-F9D2503AA950}"/>
              </a:ext>
            </a:extLst>
          </p:cNvPr>
          <p:cNvCxnSpPr>
            <a:cxnSpLocks/>
            <a:stCxn id="47" idx="3"/>
            <a:endCxn id="2" idx="3"/>
          </p:cNvCxnSpPr>
          <p:nvPr/>
        </p:nvCxnSpPr>
        <p:spPr>
          <a:xfrm flipH="1" flipV="1">
            <a:off x="8295543" y="539452"/>
            <a:ext cx="1629000" cy="2709969"/>
          </a:xfrm>
          <a:prstGeom prst="bentConnector3">
            <a:avLst>
              <a:gd name="adj1" fmla="val -26447"/>
            </a:avLst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2">
            <a:extLst>
              <a:ext uri="{FF2B5EF4-FFF2-40B4-BE49-F238E27FC236}">
                <a16:creationId xmlns:a16="http://schemas.microsoft.com/office/drawing/2014/main" id="{680FA27E-1FEB-DB2F-A7A4-97DDD743BB77}"/>
              </a:ext>
            </a:extLst>
          </p:cNvPr>
          <p:cNvCxnSpPr>
            <a:cxnSpLocks/>
            <a:stCxn id="2" idx="1"/>
            <a:endCxn id="48" idx="1"/>
          </p:cNvCxnSpPr>
          <p:nvPr/>
        </p:nvCxnSpPr>
        <p:spPr>
          <a:xfrm rot="10800000" flipV="1">
            <a:off x="2161021" y="539452"/>
            <a:ext cx="2876523" cy="2715442"/>
          </a:xfrm>
          <a:prstGeom prst="bentConnector3">
            <a:avLst>
              <a:gd name="adj1" fmla="val 142843"/>
            </a:avLst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2">
            <a:extLst>
              <a:ext uri="{FF2B5EF4-FFF2-40B4-BE49-F238E27FC236}">
                <a16:creationId xmlns:a16="http://schemas.microsoft.com/office/drawing/2014/main" id="{D021165D-B65C-6482-D644-03BC8DE57220}"/>
              </a:ext>
            </a:extLst>
          </p:cNvPr>
          <p:cNvCxnSpPr>
            <a:cxnSpLocks/>
            <a:stCxn id="2" idx="1"/>
            <a:endCxn id="49" idx="1"/>
          </p:cNvCxnSpPr>
          <p:nvPr/>
        </p:nvCxnSpPr>
        <p:spPr>
          <a:xfrm rot="10800000" flipV="1">
            <a:off x="1488801" y="539451"/>
            <a:ext cx="3548742" cy="4806519"/>
          </a:xfrm>
          <a:prstGeom prst="bentConnector3">
            <a:avLst>
              <a:gd name="adj1" fmla="val 117839"/>
            </a:avLst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2">
            <a:extLst>
              <a:ext uri="{FF2B5EF4-FFF2-40B4-BE49-F238E27FC236}">
                <a16:creationId xmlns:a16="http://schemas.microsoft.com/office/drawing/2014/main" id="{D8C409E6-4532-732D-E0AD-719EBA54EB8B}"/>
              </a:ext>
            </a:extLst>
          </p:cNvPr>
          <p:cNvCxnSpPr>
            <a:cxnSpLocks/>
            <a:stCxn id="2" idx="1"/>
            <a:endCxn id="51" idx="2"/>
          </p:cNvCxnSpPr>
          <p:nvPr/>
        </p:nvCxnSpPr>
        <p:spPr>
          <a:xfrm rot="10800000" flipH="1" flipV="1">
            <a:off x="5037542" y="539451"/>
            <a:ext cx="882387" cy="5211519"/>
          </a:xfrm>
          <a:prstGeom prst="bentConnector4">
            <a:avLst>
              <a:gd name="adj1" fmla="val -481937"/>
              <a:gd name="adj2" fmla="val 104386"/>
            </a:avLst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1905109-8063-B75F-D9DD-8430A0E02992}"/>
              </a:ext>
            </a:extLst>
          </p:cNvPr>
          <p:cNvSpPr txBox="1"/>
          <p:nvPr/>
        </p:nvSpPr>
        <p:spPr>
          <a:xfrm>
            <a:off x="8004801" y="206003"/>
            <a:ext cx="180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dirty="0">
                <a:solidFill>
                  <a:srgbClr val="72C4BF"/>
                </a:solidFill>
              </a:rPr>
              <a:t>reduce state</a:t>
            </a:r>
          </a:p>
        </p:txBody>
      </p:sp>
    </p:spTree>
    <p:extLst>
      <p:ext uri="{BB962C8B-B14F-4D97-AF65-F5344CB8AC3E}">
        <p14:creationId xmlns:p14="http://schemas.microsoft.com/office/powerpoint/2010/main" val="267333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2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CA034-D35C-BE45-B55C-73EF0E48C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13</a:t>
            </a:fld>
            <a:endParaRPr lang="nl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D390C0-33D2-2D47-B24C-DEEE774DE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06" y="2175804"/>
            <a:ext cx="8998857" cy="250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56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EBFE-406F-AC4A-AF9C-A741430C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Redux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7C48-AFCD-3B43-953D-32277E0BB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source of truth, called “The Store”</a:t>
            </a:r>
          </a:p>
          <a:p>
            <a:endParaRPr lang="en-US" dirty="0"/>
          </a:p>
          <a:p>
            <a:r>
              <a:rPr lang="en-US" dirty="0"/>
              <a:t>State is read-only and can only be changed by dispatching actions</a:t>
            </a:r>
          </a:p>
          <a:p>
            <a:endParaRPr lang="en-US" dirty="0"/>
          </a:p>
          <a:p>
            <a:r>
              <a:rPr lang="en-US" dirty="0"/>
              <a:t>Changes are made using pure functions called reducers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6F4F9-E6C0-FC4A-B20D-078B3C495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14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2717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EF7D-EBA4-E845-8E2C-17CAC3EC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01C93-A404-8244-87EA-3F08E623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425845"/>
            <a:ext cx="9382124" cy="45915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Action = object with type and payload: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   type: 'LOGIN',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payload: {user: ‘johnny’,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'secret’}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Examples: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Adding items in the cart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Storing UI settings (</a:t>
            </a:r>
            <a:r>
              <a:rPr lang="en-US" dirty="0" err="1">
                <a:cs typeface="Courier New" panose="02070309020205020404" pitchFamily="49" charset="0"/>
              </a:rPr>
              <a:t>eg</a:t>
            </a:r>
            <a:r>
              <a:rPr lang="en-US" dirty="0">
                <a:cs typeface="Courier New" panose="02070309020205020404" pitchFamily="49" charset="0"/>
              </a:rPr>
              <a:t> active tab/page =&gt; breadcrumbs, activated tab, impact on menu)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A93F4-8781-AE4D-93BD-7666396E7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15</a:t>
            </a:fld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421A4-1892-C264-AAEC-1BE4F98644FE}"/>
              </a:ext>
            </a:extLst>
          </p:cNvPr>
          <p:cNvSpPr txBox="1"/>
          <p:nvPr/>
        </p:nvSpPr>
        <p:spPr>
          <a:xfrm>
            <a:off x="9768057" y="615845"/>
            <a:ext cx="1756583" cy="810000"/>
          </a:xfrm>
          <a:prstGeom prst="roundRect">
            <a:avLst/>
          </a:prstGeom>
          <a:solidFill>
            <a:srgbClr val="AD9BCB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4087963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EF7D-EBA4-E845-8E2C-17CAC3EC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01C93-A404-8244-87EA-3F08E623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425845"/>
            <a:ext cx="9382124" cy="459150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Using a class: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export class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LoginAction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Action {  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type: 'LOGIN’,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constructor(payload: {user: string,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string}){};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const action = new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LoginAction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({user: ‘x’,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‘x’});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Using a create function: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export const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loginAction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createAction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(‘LOGIN’,           				 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props&lt;{user: string,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string}&gt;()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const action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loginAction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({user: ‘x’,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‘x’});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A93F4-8781-AE4D-93BD-7666396E7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B61C3-4C3E-FF15-FC6F-C3A8DAAF2AAF}"/>
              </a:ext>
            </a:extLst>
          </p:cNvPr>
          <p:cNvSpPr txBox="1"/>
          <p:nvPr/>
        </p:nvSpPr>
        <p:spPr>
          <a:xfrm>
            <a:off x="9768057" y="615845"/>
            <a:ext cx="1756583" cy="810000"/>
          </a:xfrm>
          <a:prstGeom prst="roundRect">
            <a:avLst/>
          </a:prstGeom>
          <a:solidFill>
            <a:srgbClr val="AD9BCB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2873045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5232-9095-6241-87C9-CBA9D247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FFBB-07D5-DA40-87A3-09A58C46F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Reducer = function that manipulate the state based on incoming actions</a:t>
            </a:r>
          </a:p>
          <a:p>
            <a:pPr marL="0" indent="0">
              <a:buNone/>
            </a:pPr>
            <a:endParaRPr lang="en-US" sz="2400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reducer(state, action): state;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588A5-D5D8-0946-955F-4AAB3AC21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81B77E-9CE6-8C28-ED79-1118ADA141AB}"/>
              </a:ext>
            </a:extLst>
          </p:cNvPr>
          <p:cNvSpPr txBox="1"/>
          <p:nvPr/>
        </p:nvSpPr>
        <p:spPr>
          <a:xfrm>
            <a:off x="9776905" y="622910"/>
            <a:ext cx="1756582" cy="810000"/>
          </a:xfrm>
          <a:prstGeom prst="roundRect">
            <a:avLst/>
          </a:prstGeom>
          <a:solidFill>
            <a:srgbClr val="C42828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Reducers</a:t>
            </a:r>
          </a:p>
        </p:txBody>
      </p:sp>
    </p:spTree>
    <p:extLst>
      <p:ext uri="{BB962C8B-B14F-4D97-AF65-F5344CB8AC3E}">
        <p14:creationId xmlns:p14="http://schemas.microsoft.com/office/powerpoint/2010/main" val="1105150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5232-9095-6241-87C9-CBA9D247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reducer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FFBB-07D5-DA40-87A3-09A58C46F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reducer(state: State = INITIAL_STATE, action: Actions): State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switch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action.type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case ‘LOAD_USER’: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...state,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users: [...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state.users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action.payload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state;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588A5-D5D8-0946-955F-4AAB3AC21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303D8-E509-4912-2E30-564C3759B92A}"/>
              </a:ext>
            </a:extLst>
          </p:cNvPr>
          <p:cNvSpPr txBox="1"/>
          <p:nvPr/>
        </p:nvSpPr>
        <p:spPr>
          <a:xfrm>
            <a:off x="9776905" y="622910"/>
            <a:ext cx="1756582" cy="810000"/>
          </a:xfrm>
          <a:prstGeom prst="roundRect">
            <a:avLst/>
          </a:prstGeom>
          <a:solidFill>
            <a:srgbClr val="C42828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Reducers</a:t>
            </a:r>
          </a:p>
        </p:txBody>
      </p:sp>
    </p:spTree>
    <p:extLst>
      <p:ext uri="{BB962C8B-B14F-4D97-AF65-F5344CB8AC3E}">
        <p14:creationId xmlns:p14="http://schemas.microsoft.com/office/powerpoint/2010/main" val="2404015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5232-9095-6241-87C9-CBA9D247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way of creating a reducer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FFBB-07D5-DA40-87A3-09A58C46F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const reducer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createReducer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(INITIAL_STATE,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on(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loadUserAction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(state, payload) =&gt; ({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...state,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users: [...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state.users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action.payload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});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588A5-D5D8-0946-955F-4AAB3AC21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19</a:t>
            </a:fld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B5619-AFA1-2179-2775-1DFA427F2FD0}"/>
              </a:ext>
            </a:extLst>
          </p:cNvPr>
          <p:cNvSpPr txBox="1"/>
          <p:nvPr/>
        </p:nvSpPr>
        <p:spPr>
          <a:xfrm>
            <a:off x="9776905" y="622910"/>
            <a:ext cx="1756582" cy="810000"/>
          </a:xfrm>
          <a:prstGeom prst="roundRect">
            <a:avLst/>
          </a:prstGeom>
          <a:solidFill>
            <a:srgbClr val="C42828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Reducers</a:t>
            </a:r>
          </a:p>
        </p:txBody>
      </p:sp>
    </p:spTree>
    <p:extLst>
      <p:ext uri="{BB962C8B-B14F-4D97-AF65-F5344CB8AC3E}">
        <p14:creationId xmlns:p14="http://schemas.microsoft.com/office/powerpoint/2010/main" val="1687659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D5D8-07A0-A847-A61F-AD430505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Reducers are pure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51CE-CEDA-CD40-9046-92BB12B4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2028536"/>
            <a:ext cx="9382124" cy="1400465"/>
          </a:xfrm>
        </p:spPr>
        <p:txBody>
          <a:bodyPr/>
          <a:lstStyle/>
          <a:p>
            <a:r>
              <a:rPr lang="en-US" dirty="0"/>
              <a:t>A pure function is a function which:</a:t>
            </a:r>
          </a:p>
          <a:p>
            <a:pPr lvl="1"/>
            <a:r>
              <a:rPr lang="en-US" dirty="0"/>
              <a:t>Given the same input, will always return the same output.</a:t>
            </a:r>
          </a:p>
          <a:p>
            <a:pPr lvl="1"/>
            <a:r>
              <a:rPr lang="en-US" dirty="0"/>
              <a:t>Produces no side effects.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A748C-3E1B-A843-95F7-6450048E8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F29B7-90F8-2E45-BD57-EBD3F4450C11}"/>
              </a:ext>
            </a:extLst>
          </p:cNvPr>
          <p:cNvSpPr txBox="1"/>
          <p:nvPr/>
        </p:nvSpPr>
        <p:spPr>
          <a:xfrm>
            <a:off x="777343" y="3837616"/>
            <a:ext cx="42221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sum(a, b) {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const result = a + b;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return result;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31884-B70B-564E-9EC2-CD9C9DC4BFEE}"/>
              </a:ext>
            </a:extLst>
          </p:cNvPr>
          <p:cNvSpPr txBox="1"/>
          <p:nvPr/>
        </p:nvSpPr>
        <p:spPr>
          <a:xfrm>
            <a:off x="5701874" y="3773661"/>
            <a:ext cx="42221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let c = 1; </a:t>
            </a:r>
          </a:p>
          <a:p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sum(a, b) {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result = a + b + c;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return result;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5BFBF9-EDA1-7E4E-A549-3AA26058D745}"/>
              </a:ext>
            </a:extLst>
          </p:cNvPr>
          <p:cNvGrpSpPr/>
          <p:nvPr/>
        </p:nvGrpSpPr>
        <p:grpSpPr>
          <a:xfrm>
            <a:off x="5813676" y="3523937"/>
            <a:ext cx="3987840" cy="2175360"/>
            <a:chOff x="4360257" y="2642953"/>
            <a:chExt cx="2990880" cy="163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F549E2-940A-DF45-AAE8-EAF307AA1263}"/>
                    </a:ext>
                  </a:extLst>
                </p14:cNvPr>
                <p14:cNvContentPartPr/>
                <p14:nvPr/>
              </p14:nvContentPartPr>
              <p14:xfrm>
                <a:off x="4372497" y="2642953"/>
                <a:ext cx="2978640" cy="1601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F549E2-940A-DF45-AAE8-EAF307AA126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63497" y="2633953"/>
                  <a:ext cx="2996280" cy="16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5E4B257-F353-7F41-805A-493B828A1A63}"/>
                    </a:ext>
                  </a:extLst>
                </p14:cNvPr>
                <p14:cNvContentPartPr/>
                <p14:nvPr/>
              </p14:nvContentPartPr>
              <p14:xfrm>
                <a:off x="4360257" y="2762113"/>
                <a:ext cx="2895480" cy="1512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5E4B257-F353-7F41-805A-493B828A1A6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51257" y="2753113"/>
                  <a:ext cx="2913120" cy="1530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F8AB011-2E12-77BC-8CA5-CA4F304E18F5}"/>
              </a:ext>
            </a:extLst>
          </p:cNvPr>
          <p:cNvSpPr txBox="1"/>
          <p:nvPr/>
        </p:nvSpPr>
        <p:spPr>
          <a:xfrm>
            <a:off x="9776905" y="622910"/>
            <a:ext cx="1756582" cy="810000"/>
          </a:xfrm>
          <a:prstGeom prst="roundRect">
            <a:avLst/>
          </a:prstGeom>
          <a:solidFill>
            <a:srgbClr val="C42828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Reducers</a:t>
            </a:r>
          </a:p>
        </p:txBody>
      </p:sp>
    </p:spTree>
    <p:extLst>
      <p:ext uri="{BB962C8B-B14F-4D97-AF65-F5344CB8AC3E}">
        <p14:creationId xmlns:p14="http://schemas.microsoft.com/office/powerpoint/2010/main" val="2111169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D5D8-07A0-A847-A61F-AD430505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51CE-CEDA-CD40-9046-92BB12B4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611598"/>
            <a:ext cx="9382124" cy="570285"/>
          </a:xfrm>
        </p:spPr>
        <p:txBody>
          <a:bodyPr/>
          <a:lstStyle/>
          <a:p>
            <a:r>
              <a:rPr lang="en-US" dirty="0"/>
              <a:t>An observable that selects and maps the state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A748C-3E1B-A843-95F7-6450048E8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F29B7-90F8-2E45-BD57-EBD3F4450C11}"/>
              </a:ext>
            </a:extLst>
          </p:cNvPr>
          <p:cNvSpPr txBox="1"/>
          <p:nvPr/>
        </p:nvSpPr>
        <p:spPr>
          <a:xfrm>
            <a:off x="993474" y="2156229"/>
            <a:ext cx="100318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const username$ 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this.store.select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 state =&gt; {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state.user.name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|| ‘- No name –’;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}); 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C811C-6300-81CD-C44C-3F4EBFA2F414}"/>
              </a:ext>
            </a:extLst>
          </p:cNvPr>
          <p:cNvSpPr txBox="1"/>
          <p:nvPr/>
        </p:nvSpPr>
        <p:spPr>
          <a:xfrm>
            <a:off x="1080086" y="4461572"/>
            <a:ext cx="100318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const username$ 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createSelector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 state =&gt;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state.user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user =&gt;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user.name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|| ‘-- no name --’); 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B011A-E944-70EB-DA43-F41568D8984A}"/>
              </a:ext>
            </a:extLst>
          </p:cNvPr>
          <p:cNvSpPr txBox="1"/>
          <p:nvPr/>
        </p:nvSpPr>
        <p:spPr>
          <a:xfrm>
            <a:off x="993474" y="3890753"/>
            <a:ext cx="6122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Gill Sans MT" panose="020B0502020104020203" pitchFamily="34" charset="0"/>
              </a:rPr>
              <a:t>Using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Gill Sans MT" panose="020B0502020104020203" pitchFamily="34" charset="0"/>
              </a:rPr>
              <a:t>a create function:</a:t>
            </a:r>
            <a:endParaRPr lang="en-BE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249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D5D8-07A0-A847-A61F-AD430505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Observables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51CE-CEDA-CD40-9046-92BB12B4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2028536"/>
            <a:ext cx="9382124" cy="57028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</a:t>
            </a:r>
            <a:r>
              <a:rPr lang="en-US" dirty="0" err="1"/>
              <a:t>RxJS</a:t>
            </a:r>
            <a:r>
              <a:rPr lang="en-US" dirty="0"/>
              <a:t> Observable is a data stream that can emit multiple values over time, allowing you to handle asynchronous events and data in a structured way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A748C-3E1B-A843-95F7-6450048E8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22</a:t>
            </a:fld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F29B7-90F8-2E45-BD57-EBD3F4450C11}"/>
              </a:ext>
            </a:extLst>
          </p:cNvPr>
          <p:cNvSpPr txBox="1"/>
          <p:nvPr/>
        </p:nvSpPr>
        <p:spPr>
          <a:xfrm>
            <a:off x="960223" y="2936665"/>
            <a:ext cx="100318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store.select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(state =&gt;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state.user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.pipe(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map(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userState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userState.name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debounceTime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(1000),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distinctUntilChanged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).subscribe(username =&gt; {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…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});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304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EB37-5E1A-BE4C-AF9F-21C6A0FD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8" y="4906444"/>
            <a:ext cx="9382124" cy="1325563"/>
          </a:xfrm>
        </p:spPr>
        <p:txBody>
          <a:bodyPr/>
          <a:lstStyle/>
          <a:p>
            <a:pPr algn="ctr"/>
            <a:r>
              <a:rPr lang="en-US" dirty="0">
                <a:latin typeface="Comic Sans MS" panose="030F0902030302020204" pitchFamily="66" charset="0"/>
                <a:ea typeface="Hiragino Kaku Gothic StdN W8" panose="020B0800000000000000" pitchFamily="34" charset="-128"/>
                <a:cs typeface="Phosphate Inline" panose="02000506050000020004" pitchFamily="2" charset="77"/>
              </a:rPr>
              <a:t>Do you have to put everything in the state ?</a:t>
            </a:r>
          </a:p>
        </p:txBody>
      </p:sp>
      <p:pic>
        <p:nvPicPr>
          <p:cNvPr id="9" name="Content Placeholder 8" descr="A bear that is sitting in front of a plate of food&#10;&#10;Description automatically generated">
            <a:extLst>
              <a:ext uri="{FF2B5EF4-FFF2-40B4-BE49-F238E27FC236}">
                <a16:creationId xmlns:a16="http://schemas.microsoft.com/office/drawing/2014/main" id="{6FFF085B-5D8E-B744-BAC1-B38909885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749" y="617271"/>
            <a:ext cx="5380501" cy="428917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D8CA5-CDD0-AA4C-9AC9-3C622C616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23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89434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0E0E-1B4A-4D48-8C15-F9A2DF17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Checklist: SHARI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C269C-9D6B-AE4D-8724-84318C79D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645299-B5F9-2245-8D53-6644F8F216B4}"/>
              </a:ext>
            </a:extLst>
          </p:cNvPr>
          <p:cNvSpPr/>
          <p:nvPr/>
        </p:nvSpPr>
        <p:spPr>
          <a:xfrm>
            <a:off x="838201" y="1835273"/>
            <a:ext cx="7592735" cy="296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67" b="1" dirty="0">
                <a:latin typeface="+mj-lt"/>
              </a:rPr>
              <a:t>Shared</a:t>
            </a:r>
            <a:r>
              <a:rPr lang="en-US" sz="2667" dirty="0">
                <a:latin typeface="+mj-lt"/>
              </a:rPr>
              <a:t> between many components and services</a:t>
            </a:r>
          </a:p>
          <a:p>
            <a:pPr>
              <a:spcBef>
                <a:spcPts val="1600"/>
              </a:spcBef>
            </a:pPr>
            <a:r>
              <a:rPr lang="en-US" sz="2667" b="1" dirty="0">
                <a:latin typeface="+mj-lt"/>
              </a:rPr>
              <a:t>Hydrated</a:t>
            </a:r>
            <a:r>
              <a:rPr lang="en-US" sz="2667" dirty="0">
                <a:latin typeface="+mj-lt"/>
              </a:rPr>
              <a:t> (persisted) from (local/session/?)storage</a:t>
            </a:r>
          </a:p>
          <a:p>
            <a:pPr>
              <a:spcBef>
                <a:spcPts val="1600"/>
              </a:spcBef>
            </a:pPr>
            <a:r>
              <a:rPr lang="en-US" sz="2667" b="1" dirty="0">
                <a:latin typeface="+mj-lt"/>
              </a:rPr>
              <a:t>Available</a:t>
            </a:r>
            <a:r>
              <a:rPr lang="en-US" sz="2667" dirty="0">
                <a:latin typeface="+mj-lt"/>
              </a:rPr>
              <a:t> when re-entering routes</a:t>
            </a:r>
          </a:p>
          <a:p>
            <a:pPr>
              <a:spcBef>
                <a:spcPts val="1600"/>
              </a:spcBef>
            </a:pPr>
            <a:r>
              <a:rPr lang="en-US" sz="2667" b="1" dirty="0">
                <a:latin typeface="+mj-lt"/>
              </a:rPr>
              <a:t>Retrieved</a:t>
            </a:r>
            <a:r>
              <a:rPr lang="en-US" sz="2667" dirty="0">
                <a:latin typeface="+mj-lt"/>
              </a:rPr>
              <a:t> with a side effect </a:t>
            </a:r>
          </a:p>
          <a:p>
            <a:pPr>
              <a:spcBef>
                <a:spcPts val="1600"/>
              </a:spcBef>
            </a:pPr>
            <a:r>
              <a:rPr lang="en-US" sz="2667" b="1" dirty="0">
                <a:latin typeface="+mj-lt"/>
              </a:rPr>
              <a:t>Impacted</a:t>
            </a:r>
            <a:r>
              <a:rPr lang="en-US" sz="2667" dirty="0">
                <a:latin typeface="+mj-lt"/>
              </a:rPr>
              <a:t> by actions from other 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A80F5-949F-B0BE-3E66-7EC8B096D392}"/>
              </a:ext>
            </a:extLst>
          </p:cNvPr>
          <p:cNvSpPr txBox="1"/>
          <p:nvPr/>
        </p:nvSpPr>
        <p:spPr>
          <a:xfrm>
            <a:off x="2179039" y="5988147"/>
            <a:ext cx="818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dirty="0">
                <a:solidFill>
                  <a:schemeClr val="bg2"/>
                </a:solidFill>
              </a:rPr>
              <a:t>https://www.youtube.com/watch?v=t3jx0EC-Y3c&amp;ab_channel=ng-conf</a:t>
            </a:r>
          </a:p>
        </p:txBody>
      </p:sp>
    </p:spTree>
    <p:extLst>
      <p:ext uri="{BB962C8B-B14F-4D97-AF65-F5344CB8AC3E}">
        <p14:creationId xmlns:p14="http://schemas.microsoft.com/office/powerpoint/2010/main" val="3891088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2066-66B1-9647-8B04-6505E113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404040"/>
                </a:solidFill>
                <a:latin typeface="+mj-lt"/>
              </a:rPr>
              <a:t>What Should Not Go in the Store?</a:t>
            </a:r>
            <a:endParaRPr lang="en-US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31D7B-33EF-0747-A852-39637D7ED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667" dirty="0">
                <a:solidFill>
                  <a:schemeClr val="tx1"/>
                </a:solidFill>
                <a:latin typeface="+mj-lt"/>
              </a:rPr>
              <a:t>Unshared state</a:t>
            </a:r>
          </a:p>
          <a:p>
            <a:pPr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667" dirty="0">
              <a:solidFill>
                <a:schemeClr val="tx1"/>
              </a:solidFill>
              <a:latin typeface="+mj-lt"/>
            </a:endParaRPr>
          </a:p>
          <a:p>
            <a:pPr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667" dirty="0">
                <a:solidFill>
                  <a:schemeClr val="tx1"/>
                </a:solidFill>
                <a:latin typeface="+mj-lt"/>
              </a:rPr>
              <a:t>Angular form state</a:t>
            </a:r>
          </a:p>
          <a:p>
            <a:pPr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667" dirty="0">
              <a:solidFill>
                <a:schemeClr val="tx1"/>
              </a:solidFill>
              <a:latin typeface="+mj-lt"/>
            </a:endParaRPr>
          </a:p>
          <a:p>
            <a:pPr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667" dirty="0">
                <a:solidFill>
                  <a:schemeClr val="tx1"/>
                </a:solidFill>
                <a:latin typeface="+mj-lt"/>
              </a:rPr>
              <a:t>Non serializable state</a:t>
            </a:r>
          </a:p>
          <a:p>
            <a:endParaRPr lang="en-US" sz="2667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9AC5F-08AE-084B-9841-EECED1294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25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48056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EFA7C-47F3-2B4B-8399-3B157E0AF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26</a:t>
            </a:fld>
            <a:endParaRPr lang="nl-BE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88F36A-F8E8-157C-203F-F4ADAF89E3C8}"/>
              </a:ext>
            </a:extLst>
          </p:cNvPr>
          <p:cNvGrpSpPr/>
          <p:nvPr/>
        </p:nvGrpSpPr>
        <p:grpSpPr>
          <a:xfrm>
            <a:off x="1088460" y="2488847"/>
            <a:ext cx="5597496" cy="3809456"/>
            <a:chOff x="1088460" y="2488847"/>
            <a:chExt cx="5597496" cy="380945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84C7760-4C8B-3572-BD73-440CC02BB937}"/>
                </a:ext>
              </a:extLst>
            </p:cNvPr>
            <p:cNvSpPr txBox="1"/>
            <p:nvPr/>
          </p:nvSpPr>
          <p:spPr>
            <a:xfrm>
              <a:off x="1403983" y="5246972"/>
              <a:ext cx="1786818" cy="810000"/>
            </a:xfrm>
            <a:prstGeom prst="roundRect">
              <a:avLst/>
            </a:prstGeom>
            <a:solidFill>
              <a:srgbClr val="EF463C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View / App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8D6AA8A-57C0-6C75-0671-596408813F5D}"/>
                </a:ext>
              </a:extLst>
            </p:cNvPr>
            <p:cNvGrpSpPr/>
            <p:nvPr/>
          </p:nvGrpSpPr>
          <p:grpSpPr>
            <a:xfrm>
              <a:off x="3163888" y="2488847"/>
              <a:ext cx="3522068" cy="810000"/>
              <a:chOff x="3163888" y="2488847"/>
              <a:chExt cx="3522068" cy="810000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B47A3B6-C9A4-C3D7-D78C-F2E4E5ECF6CE}"/>
                  </a:ext>
                </a:extLst>
              </p:cNvPr>
              <p:cNvSpPr txBox="1"/>
              <p:nvPr/>
            </p:nvSpPr>
            <p:spPr>
              <a:xfrm>
                <a:off x="4929374" y="2488847"/>
                <a:ext cx="1756582" cy="810000"/>
              </a:xfrm>
              <a:prstGeom prst="roundRect">
                <a:avLst/>
              </a:prstGeom>
              <a:solidFill>
                <a:srgbClr val="C42828"/>
              </a:solidFill>
            </p:spPr>
            <p:txBody>
              <a:bodyPr wrap="square" lIns="18000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Reducers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CE58347-8FB0-EB7B-7507-18C7519EACA8}"/>
                  </a:ext>
                </a:extLst>
              </p:cNvPr>
              <p:cNvCxnSpPr>
                <a:cxnSpLocks/>
                <a:stCxn id="51" idx="3"/>
                <a:endCxn id="48" idx="1"/>
              </p:cNvCxnSpPr>
              <p:nvPr/>
            </p:nvCxnSpPr>
            <p:spPr>
              <a:xfrm>
                <a:off x="3163888" y="2893847"/>
                <a:ext cx="1765486" cy="0"/>
              </a:xfrm>
              <a:prstGeom prst="straightConnector1">
                <a:avLst/>
              </a:prstGeom>
              <a:ln w="38100">
                <a:solidFill>
                  <a:srgbClr val="72C4B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3BD207-BB47-E6ED-CBEE-E21A57E3CF0B}"/>
                </a:ext>
              </a:extLst>
            </p:cNvPr>
            <p:cNvGrpSpPr/>
            <p:nvPr/>
          </p:nvGrpSpPr>
          <p:grpSpPr>
            <a:xfrm>
              <a:off x="1088460" y="2488847"/>
              <a:ext cx="2075428" cy="2758125"/>
              <a:chOff x="1088460" y="2488847"/>
              <a:chExt cx="2075428" cy="2758125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1C7E11F-B95C-066E-32F8-B5C26301ECA0}"/>
                  </a:ext>
                </a:extLst>
              </p:cNvPr>
              <p:cNvSpPr txBox="1"/>
              <p:nvPr/>
            </p:nvSpPr>
            <p:spPr>
              <a:xfrm>
                <a:off x="1407305" y="2488847"/>
                <a:ext cx="1756583" cy="810000"/>
              </a:xfrm>
              <a:prstGeom prst="roundRect">
                <a:avLst/>
              </a:prstGeom>
              <a:solidFill>
                <a:srgbClr val="AD9BCB"/>
              </a:solidFill>
            </p:spPr>
            <p:txBody>
              <a:bodyPr wrap="square" lIns="18000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Action</a:t>
                </a: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ABF6692B-FE2D-426A-8D6B-04EBC348DA3A}"/>
                  </a:ext>
                </a:extLst>
              </p:cNvPr>
              <p:cNvGrpSpPr/>
              <p:nvPr/>
            </p:nvGrpSpPr>
            <p:grpSpPr>
              <a:xfrm>
                <a:off x="1088460" y="3298847"/>
                <a:ext cx="1358372" cy="1948125"/>
                <a:chOff x="1088460" y="3298847"/>
                <a:chExt cx="1358372" cy="1948125"/>
              </a:xfrm>
            </p:grpSpPr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B9B3743D-5B2D-7B5B-9DDA-A4DD0594A233}"/>
                    </a:ext>
                  </a:extLst>
                </p:cNvPr>
                <p:cNvCxnSpPr>
                  <a:stCxn id="39" idx="0"/>
                  <a:endCxn id="51" idx="2"/>
                </p:cNvCxnSpPr>
                <p:nvPr/>
              </p:nvCxnSpPr>
              <p:spPr>
                <a:xfrm flipH="1" flipV="1">
                  <a:off x="2285597" y="3298847"/>
                  <a:ext cx="11795" cy="1948125"/>
                </a:xfrm>
                <a:prstGeom prst="straightConnector1">
                  <a:avLst/>
                </a:prstGeom>
                <a:ln w="38100">
                  <a:solidFill>
                    <a:srgbClr val="72C4B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AC245C3A-BE36-90C3-1268-968873CCCC48}"/>
                    </a:ext>
                  </a:extLst>
                </p:cNvPr>
                <p:cNvSpPr txBox="1"/>
                <p:nvPr/>
              </p:nvSpPr>
              <p:spPr>
                <a:xfrm>
                  <a:off x="1088460" y="4088243"/>
                  <a:ext cx="13583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BE" dirty="0">
                      <a:solidFill>
                        <a:srgbClr val="72C4BF"/>
                      </a:solidFill>
                    </a:rPr>
                    <a:t>dispatch</a:t>
                  </a: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70D700-7489-4156-CCE1-B21B66E96DB4}"/>
                </a:ext>
              </a:extLst>
            </p:cNvPr>
            <p:cNvGrpSpPr/>
            <p:nvPr/>
          </p:nvGrpSpPr>
          <p:grpSpPr>
            <a:xfrm>
              <a:off x="4399569" y="3298847"/>
              <a:ext cx="2286386" cy="2758125"/>
              <a:chOff x="4399569" y="3298847"/>
              <a:chExt cx="2286386" cy="275812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C3EC300-1D5D-258D-1CA2-3E7A846B0C2B}"/>
                  </a:ext>
                </a:extLst>
              </p:cNvPr>
              <p:cNvSpPr txBox="1"/>
              <p:nvPr/>
            </p:nvSpPr>
            <p:spPr>
              <a:xfrm>
                <a:off x="4929372" y="5246972"/>
                <a:ext cx="1756583" cy="810000"/>
              </a:xfrm>
              <a:prstGeom prst="roundRect">
                <a:avLst/>
              </a:prstGeom>
              <a:solidFill>
                <a:srgbClr val="AD9BCB"/>
              </a:solidFill>
            </p:spPr>
            <p:txBody>
              <a:bodyPr wrap="square" lIns="18000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Store</a:t>
                </a: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2A28BFB9-CC51-E2E8-73C9-44FC64D0830C}"/>
                  </a:ext>
                </a:extLst>
              </p:cNvPr>
              <p:cNvCxnSpPr>
                <a:cxnSpLocks/>
                <a:stCxn id="48" idx="2"/>
                <a:endCxn id="49" idx="0"/>
              </p:cNvCxnSpPr>
              <p:nvPr/>
            </p:nvCxnSpPr>
            <p:spPr>
              <a:xfrm flipH="1">
                <a:off x="5807664" y="3298847"/>
                <a:ext cx="1" cy="1948125"/>
              </a:xfrm>
              <a:prstGeom prst="straightConnector1">
                <a:avLst/>
              </a:prstGeom>
              <a:ln w="38100">
                <a:solidFill>
                  <a:srgbClr val="72C4B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E59228A-081E-11BF-C13E-4BCB3341270A}"/>
                  </a:ext>
                </a:extLst>
              </p:cNvPr>
              <p:cNvSpPr txBox="1"/>
              <p:nvPr/>
            </p:nvSpPr>
            <p:spPr>
              <a:xfrm>
                <a:off x="4399569" y="3303413"/>
                <a:ext cx="13583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BE" dirty="0">
                    <a:solidFill>
                      <a:srgbClr val="72C4BF"/>
                    </a:solidFill>
                  </a:rPr>
                  <a:t>create new state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5F3D0EE-20F7-9793-10D2-DEC4351BE946}"/>
                </a:ext>
              </a:extLst>
            </p:cNvPr>
            <p:cNvGrpSpPr/>
            <p:nvPr/>
          </p:nvGrpSpPr>
          <p:grpSpPr>
            <a:xfrm>
              <a:off x="3190801" y="5651972"/>
              <a:ext cx="1738571" cy="646331"/>
              <a:chOff x="3190801" y="5651972"/>
              <a:chExt cx="1738571" cy="646331"/>
            </a:xfrm>
          </p:grpSpPr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7776ECB2-C578-5A8B-B162-46F303248816}"/>
                  </a:ext>
                </a:extLst>
              </p:cNvPr>
              <p:cNvCxnSpPr>
                <a:cxnSpLocks/>
                <a:stCxn id="49" idx="1"/>
                <a:endCxn id="39" idx="3"/>
              </p:cNvCxnSpPr>
              <p:nvPr/>
            </p:nvCxnSpPr>
            <p:spPr>
              <a:xfrm flipH="1">
                <a:off x="3190801" y="5651972"/>
                <a:ext cx="1738571" cy="0"/>
              </a:xfrm>
              <a:prstGeom prst="straightConnector1">
                <a:avLst/>
              </a:prstGeom>
              <a:ln w="38100">
                <a:solidFill>
                  <a:srgbClr val="72C4B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445C71A-8214-38E6-E4DC-B51AD25126A0}"/>
                  </a:ext>
                </a:extLst>
              </p:cNvPr>
              <p:cNvSpPr txBox="1"/>
              <p:nvPr/>
            </p:nvSpPr>
            <p:spPr>
              <a:xfrm>
                <a:off x="3252242" y="5651972"/>
                <a:ext cx="16337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BE" dirty="0">
                    <a:solidFill>
                      <a:srgbClr val="72C4BF"/>
                    </a:solidFill>
                  </a:rPr>
                  <a:t>pass state with subscriptions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08C496-A185-0200-3B22-E02A4804AC4A}"/>
              </a:ext>
            </a:extLst>
          </p:cNvPr>
          <p:cNvGrpSpPr/>
          <p:nvPr/>
        </p:nvGrpSpPr>
        <p:grpSpPr>
          <a:xfrm>
            <a:off x="2285598" y="801028"/>
            <a:ext cx="4400358" cy="1687819"/>
            <a:chOff x="2285598" y="801028"/>
            <a:chExt cx="4400358" cy="168781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E4BAA0E-B5F1-A762-6983-694CB67F5350}"/>
                </a:ext>
              </a:extLst>
            </p:cNvPr>
            <p:cNvSpPr txBox="1"/>
            <p:nvPr/>
          </p:nvSpPr>
          <p:spPr>
            <a:xfrm>
              <a:off x="4929373" y="801028"/>
              <a:ext cx="1756583" cy="810000"/>
            </a:xfrm>
            <a:prstGeom prst="roundRect">
              <a:avLst/>
            </a:prstGeom>
            <a:solidFill>
              <a:srgbClr val="C42828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Effect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ED5B01DC-30B4-7FAD-FA22-6CEBCA28A150}"/>
                </a:ext>
              </a:extLst>
            </p:cNvPr>
            <p:cNvCxnSpPr>
              <a:cxnSpLocks/>
              <a:stCxn id="51" idx="0"/>
              <a:endCxn id="47" idx="1"/>
            </p:cNvCxnSpPr>
            <p:nvPr/>
          </p:nvCxnSpPr>
          <p:spPr>
            <a:xfrm rot="5400000" flipH="1" flipV="1">
              <a:off x="2966076" y="525550"/>
              <a:ext cx="1282819" cy="2643776"/>
            </a:xfrm>
            <a:prstGeom prst="curvedConnector2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8742419-B060-0E5E-0DCF-9955E58C7541}"/>
              </a:ext>
            </a:extLst>
          </p:cNvPr>
          <p:cNvCxnSpPr>
            <a:cxnSpLocks/>
          </p:cNvCxnSpPr>
          <p:nvPr/>
        </p:nvCxnSpPr>
        <p:spPr>
          <a:xfrm flipH="1">
            <a:off x="6693226" y="1443789"/>
            <a:ext cx="885562" cy="0"/>
          </a:xfrm>
          <a:prstGeom prst="straightConnector1">
            <a:avLst/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E8E8E2-FF4D-883B-5563-34F688567208}"/>
              </a:ext>
            </a:extLst>
          </p:cNvPr>
          <p:cNvGrpSpPr/>
          <p:nvPr/>
        </p:nvGrpSpPr>
        <p:grpSpPr>
          <a:xfrm>
            <a:off x="6453186" y="411532"/>
            <a:ext cx="3235937" cy="1210243"/>
            <a:chOff x="6453186" y="411532"/>
            <a:chExt cx="3235937" cy="1210243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F8A34FA-CF29-4A5F-C178-51211773BA26}"/>
                </a:ext>
              </a:extLst>
            </p:cNvPr>
            <p:cNvSpPr txBox="1"/>
            <p:nvPr/>
          </p:nvSpPr>
          <p:spPr>
            <a:xfrm>
              <a:off x="7578788" y="811775"/>
              <a:ext cx="2110335" cy="810000"/>
            </a:xfrm>
            <a:prstGeom prst="roundRect">
              <a:avLst/>
            </a:prstGeom>
            <a:solidFill>
              <a:srgbClr val="C42828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Async service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359A8D9-67D3-AF78-D6BD-CD0986F2F986}"/>
                </a:ext>
              </a:extLst>
            </p:cNvPr>
            <p:cNvCxnSpPr>
              <a:cxnSpLocks/>
              <a:stCxn id="47" idx="3"/>
              <a:endCxn id="86" idx="1"/>
            </p:cNvCxnSpPr>
            <p:nvPr/>
          </p:nvCxnSpPr>
          <p:spPr>
            <a:xfrm>
              <a:off x="6685956" y="1206028"/>
              <a:ext cx="892832" cy="10747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CB596A8-372A-DCED-A0B4-0169C135D26C}"/>
                </a:ext>
              </a:extLst>
            </p:cNvPr>
            <p:cNvSpPr txBox="1"/>
            <p:nvPr/>
          </p:nvSpPr>
          <p:spPr>
            <a:xfrm>
              <a:off x="6453186" y="411532"/>
              <a:ext cx="13583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dirty="0">
                  <a:solidFill>
                    <a:srgbClr val="72C4BF"/>
                  </a:solidFill>
                </a:rPr>
                <a:t>call async process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61D3F5-2684-C858-9E24-E26BEFCDBBE1}"/>
              </a:ext>
            </a:extLst>
          </p:cNvPr>
          <p:cNvGrpSpPr/>
          <p:nvPr/>
        </p:nvGrpSpPr>
        <p:grpSpPr>
          <a:xfrm>
            <a:off x="6685956" y="1611028"/>
            <a:ext cx="3154769" cy="1687819"/>
            <a:chOff x="6685956" y="1611028"/>
            <a:chExt cx="3154769" cy="1687819"/>
          </a:xfrm>
        </p:grpSpPr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3AB54EE5-8A7E-B523-A00A-C66FB656C435}"/>
                </a:ext>
              </a:extLst>
            </p:cNvPr>
            <p:cNvCxnSpPr>
              <a:cxnSpLocks/>
              <a:stCxn id="87" idx="1"/>
              <a:endCxn id="48" idx="3"/>
            </p:cNvCxnSpPr>
            <p:nvPr/>
          </p:nvCxnSpPr>
          <p:spPr>
            <a:xfrm flipH="1">
              <a:off x="6685956" y="2893847"/>
              <a:ext cx="1069707" cy="0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DCD7DD-0108-BC9D-BA88-EA43C1CA4F6A}"/>
                </a:ext>
              </a:extLst>
            </p:cNvPr>
            <p:cNvGrpSpPr/>
            <p:nvPr/>
          </p:nvGrpSpPr>
          <p:grpSpPr>
            <a:xfrm>
              <a:off x="6693226" y="1611028"/>
              <a:ext cx="3147499" cy="1687819"/>
              <a:chOff x="6693226" y="1611028"/>
              <a:chExt cx="3147499" cy="1687819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F8E34EA-8C71-72A1-4E0F-0486DD85D4D1}"/>
                  </a:ext>
                </a:extLst>
              </p:cNvPr>
              <p:cNvSpPr txBox="1"/>
              <p:nvPr/>
            </p:nvSpPr>
            <p:spPr>
              <a:xfrm>
                <a:off x="7755663" y="2488847"/>
                <a:ext cx="1756583" cy="810000"/>
              </a:xfrm>
              <a:prstGeom prst="roundRect">
                <a:avLst/>
              </a:prstGeom>
              <a:solidFill>
                <a:srgbClr val="AD9BCB"/>
              </a:solidFill>
            </p:spPr>
            <p:txBody>
              <a:bodyPr wrap="square" lIns="18000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Action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C788423-DDB2-FF4B-D003-D16C52763563}"/>
                  </a:ext>
                </a:extLst>
              </p:cNvPr>
              <p:cNvSpPr txBox="1"/>
              <p:nvPr/>
            </p:nvSpPr>
            <p:spPr>
              <a:xfrm>
                <a:off x="8482353" y="1678847"/>
                <a:ext cx="13583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BE" dirty="0">
                    <a:solidFill>
                      <a:srgbClr val="72C4BF"/>
                    </a:solidFill>
                  </a:rPr>
                  <a:t>store results with actions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902CF21-F046-6C1A-64F0-D040D2B07D79}"/>
                  </a:ext>
                </a:extLst>
              </p:cNvPr>
              <p:cNvCxnSpPr>
                <a:cxnSpLocks/>
                <a:endCxn id="87" idx="0"/>
              </p:cNvCxnSpPr>
              <p:nvPr/>
            </p:nvCxnSpPr>
            <p:spPr>
              <a:xfrm>
                <a:off x="6693226" y="1611028"/>
                <a:ext cx="1940729" cy="877819"/>
              </a:xfrm>
              <a:prstGeom prst="curvedConnector2">
                <a:avLst/>
              </a:prstGeom>
              <a:ln w="38100">
                <a:solidFill>
                  <a:srgbClr val="72C4B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2527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F855-495A-814F-81C6-BB43614E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91592-61C1-0741-91D9-C163EA1C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4595"/>
            <a:ext cx="9382124" cy="28463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Actions,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createEffect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} from '@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ngrx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/effects’;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EMPTY } from ‘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rxjs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constructor(private actions$: Actions,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loginService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LoginService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loadLogin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$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createEffect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(() =&gt;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this.actions$.pipe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('LOGIN’), // or ‘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loginAction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)’ when created with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createAction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mergeMap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((action) =&gt;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this.loginService.login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action.payload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.pipe(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map(credentials =&gt; ({ type: ‘LOGIN_SUCCESS', payload: credentials })),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catchError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(() =&gt; EMPTY)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7DE48-5921-F54F-AD61-79BF56131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27</a:t>
            </a:fld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A6773-38C4-1E48-880F-B7F3E26F509B}"/>
              </a:ext>
            </a:extLst>
          </p:cNvPr>
          <p:cNvSpPr txBox="1"/>
          <p:nvPr/>
        </p:nvSpPr>
        <p:spPr>
          <a:xfrm>
            <a:off x="831999" y="5126470"/>
            <a:ext cx="93821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Complex code:</a:t>
            </a:r>
          </a:p>
          <a:p>
            <a:pPr marL="380990" indent="-380990">
              <a:buFontTx/>
              <a:buChar char="-"/>
            </a:pPr>
            <a:r>
              <a:rPr lang="en-US" sz="2400" dirty="0"/>
              <a:t>Hard to debug</a:t>
            </a:r>
          </a:p>
          <a:p>
            <a:pPr marL="380990" indent="-380990">
              <a:buFontTx/>
              <a:buChar char="-"/>
            </a:pPr>
            <a:r>
              <a:rPr lang="en-US" sz="2400" dirty="0"/>
              <a:t>Every action must be mapped to  exactly 1 other action</a:t>
            </a:r>
          </a:p>
          <a:p>
            <a:pPr marL="380990" indent="-380990">
              <a:buFontTx/>
              <a:buChar char="-"/>
            </a:pPr>
            <a:r>
              <a:rPr lang="en-US" sz="2400" dirty="0"/>
              <a:t>Your algorithm is spread in your code</a:t>
            </a:r>
          </a:p>
          <a:p>
            <a:pPr marL="380990" indent="-380990">
              <a:buFontTx/>
              <a:buChar char="-"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BE3705-9777-D34E-83D1-A4EAB6A7469F}"/>
              </a:ext>
            </a:extLst>
          </p:cNvPr>
          <p:cNvSpPr txBox="1"/>
          <p:nvPr/>
        </p:nvSpPr>
        <p:spPr>
          <a:xfrm>
            <a:off x="550014" y="4303976"/>
            <a:ext cx="10331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cs typeface="Courier New" panose="02070309020205020404" pitchFamily="49" charset="0"/>
              </a:rPr>
              <a:t>The </a:t>
            </a:r>
            <a:r>
              <a:rPr lang="en-US" sz="1200" i="1" dirty="0" err="1">
                <a:cs typeface="Courier New" panose="02070309020205020404" pitchFamily="49" charset="0"/>
              </a:rPr>
              <a:t>loadLogin</a:t>
            </a:r>
            <a:r>
              <a:rPr lang="en-US" sz="1200" i="1" dirty="0">
                <a:cs typeface="Courier New" panose="02070309020205020404" pitchFamily="49" charset="0"/>
              </a:rPr>
              <a:t>$ effect is listening for all dispatched actions through the Actions stream, but is only interested in the LOGIN event using the </a:t>
            </a:r>
            <a:r>
              <a:rPr lang="en-US" sz="1200" i="1" dirty="0" err="1">
                <a:cs typeface="Courier New" panose="02070309020205020404" pitchFamily="49" charset="0"/>
              </a:rPr>
              <a:t>ofType</a:t>
            </a:r>
            <a:r>
              <a:rPr lang="en-US" sz="1200" i="1" dirty="0">
                <a:cs typeface="Courier New" panose="02070309020205020404" pitchFamily="49" charset="0"/>
              </a:rPr>
              <a:t> operator. The stream of actions is then flattened and mapped into a new observable using the </a:t>
            </a:r>
            <a:r>
              <a:rPr lang="en-US" sz="1200" i="1" dirty="0" err="1">
                <a:cs typeface="Courier New" panose="02070309020205020404" pitchFamily="49" charset="0"/>
              </a:rPr>
              <a:t>mergeMap</a:t>
            </a:r>
            <a:r>
              <a:rPr lang="en-US" sz="1200" i="1" dirty="0">
                <a:cs typeface="Courier New" panose="02070309020205020404" pitchFamily="49" charset="0"/>
              </a:rPr>
              <a:t> operator. The </a:t>
            </a:r>
            <a:r>
              <a:rPr lang="en-US" sz="1200" i="1" dirty="0" err="1">
                <a:cs typeface="Courier New" panose="02070309020205020404" pitchFamily="49" charset="0"/>
              </a:rPr>
              <a:t>LoginService#login</a:t>
            </a:r>
            <a:r>
              <a:rPr lang="en-US" sz="1200" i="1" dirty="0">
                <a:cs typeface="Courier New" panose="02070309020205020404" pitchFamily="49" charset="0"/>
              </a:rPr>
              <a:t>() method returns an observable that maps the credentials to a new action on success, and currently returns an empty observable if an error occurs. The action is dispatched to the Store where it can be handled by reducers when a state change is needed. Its also important to handle errors when dealing with observable streams so that the effects continue running.</a:t>
            </a:r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4400F-0989-D832-0A7C-72F99FCFD563}"/>
              </a:ext>
            </a:extLst>
          </p:cNvPr>
          <p:cNvSpPr txBox="1"/>
          <p:nvPr/>
        </p:nvSpPr>
        <p:spPr>
          <a:xfrm>
            <a:off x="9847883" y="543695"/>
            <a:ext cx="1756583" cy="810000"/>
          </a:xfrm>
          <a:prstGeom prst="roundRect">
            <a:avLst/>
          </a:prstGeom>
          <a:solidFill>
            <a:srgbClr val="C42828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Effect</a:t>
            </a:r>
          </a:p>
        </p:txBody>
      </p:sp>
    </p:spTree>
    <p:extLst>
      <p:ext uri="{BB962C8B-B14F-4D97-AF65-F5344CB8AC3E}">
        <p14:creationId xmlns:p14="http://schemas.microsoft.com/office/powerpoint/2010/main" val="115564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D904-3394-D74A-98B2-C7AB6305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Sandboxes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CBE4-88BD-8C40-B92C-6FE9448E8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690692"/>
            <a:ext cx="9382124" cy="330288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(Brecht Billet)</a:t>
            </a:r>
          </a:p>
          <a:p>
            <a:pPr lvl="1"/>
            <a:r>
              <a:rPr lang="en-US" dirty="0">
                <a:hlinkClick r:id="rId2"/>
              </a:rPr>
              <a:t>https://blog.strongbrew.io/A-scalable-angular2-architecture/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https://blog.strongbrew.io/A-scalable-angular-architecture-part2/</a:t>
            </a:r>
            <a:endParaRPr lang="en-US" dirty="0"/>
          </a:p>
          <a:p>
            <a:pPr lvl="1"/>
            <a:endParaRPr lang="en-US" dirty="0"/>
          </a:p>
          <a:p>
            <a:pPr marL="457189" indent="-457189">
              <a:buFont typeface="+mj-lt"/>
              <a:buAutoNum type="arabicPeriod"/>
            </a:pPr>
            <a:r>
              <a:rPr lang="en-US" dirty="0"/>
              <a:t>Don’t let your components play with all the toys</a:t>
            </a:r>
          </a:p>
          <a:p>
            <a:pPr marL="457189" indent="-457189">
              <a:buFont typeface="+mj-lt"/>
              <a:buAutoNum type="arabicPeriod"/>
            </a:pPr>
            <a:r>
              <a:rPr lang="en-US" dirty="0"/>
              <a:t>Components should not know about the state management layer</a:t>
            </a:r>
          </a:p>
          <a:p>
            <a:pPr marL="457189" indent="-457189">
              <a:buFont typeface="+mj-lt"/>
              <a:buAutoNum type="arabicPeriod"/>
            </a:pPr>
            <a:r>
              <a:rPr lang="en-US" dirty="0"/>
              <a:t>HTTP services should not know about the state management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DA5B6-D3EE-DD4B-BD54-9229509EFC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28</a:t>
            </a:fld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718D2-ED9A-1949-BA48-62E5642957BC}"/>
              </a:ext>
            </a:extLst>
          </p:cNvPr>
          <p:cNvSpPr txBox="1"/>
          <p:nvPr/>
        </p:nvSpPr>
        <p:spPr>
          <a:xfrm>
            <a:off x="838202" y="5199655"/>
            <a:ext cx="99085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Very similar to NGRX Façade pattern:</a:t>
            </a:r>
          </a:p>
          <a:p>
            <a:r>
              <a:rPr lang="en-US" sz="2400" dirty="0">
                <a:hlinkClick r:id="rId4"/>
              </a:rPr>
              <a:t>https://medium.com/@thomasburlesonIA/ngrx-facades-better-state-management-82a04b9a1e39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314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D32142E6-9BFF-AD35-AE18-123341B5BC31}"/>
              </a:ext>
            </a:extLst>
          </p:cNvPr>
          <p:cNvGrpSpPr/>
          <p:nvPr/>
        </p:nvGrpSpPr>
        <p:grpSpPr>
          <a:xfrm>
            <a:off x="6875969" y="4649159"/>
            <a:ext cx="1010330" cy="860433"/>
            <a:chOff x="3165406" y="4448628"/>
            <a:chExt cx="1786818" cy="15217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8A864F7-5AE1-0AE1-BC73-54A75B958DE0}"/>
                </a:ext>
              </a:extLst>
            </p:cNvPr>
            <p:cNvSpPr txBox="1"/>
            <p:nvPr/>
          </p:nvSpPr>
          <p:spPr>
            <a:xfrm>
              <a:off x="3165406" y="5160345"/>
              <a:ext cx="1786818" cy="810000"/>
            </a:xfrm>
            <a:prstGeom prst="roundRect">
              <a:avLst/>
            </a:prstGeom>
            <a:solidFill>
              <a:srgbClr val="EF463C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Smart component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707988D-0D37-47CD-9DBA-F4F53C7F2353}"/>
                </a:ext>
              </a:extLst>
            </p:cNvPr>
            <p:cNvSpPr txBox="1"/>
            <p:nvPr/>
          </p:nvSpPr>
          <p:spPr>
            <a:xfrm>
              <a:off x="3165408" y="4448628"/>
              <a:ext cx="1786816" cy="617833"/>
            </a:xfrm>
            <a:prstGeom prst="roundRect">
              <a:avLst/>
            </a:prstGeom>
            <a:solidFill>
              <a:srgbClr val="72C4BF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Sandbox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EFA7C-47F3-2B4B-8399-3B157E0AF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0105" y="5370080"/>
            <a:ext cx="2743200" cy="365125"/>
          </a:xfrm>
        </p:spPr>
        <p:txBody>
          <a:bodyPr/>
          <a:lstStyle/>
          <a:p>
            <a:fld id="{1C96AA6D-8347-412D-BE88-10FF9D73003A}" type="slidenum">
              <a:rPr lang="nl-BE" smtClean="0"/>
              <a:pPr/>
              <a:t>29</a:t>
            </a:fld>
            <a:endParaRPr lang="nl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D6AA8A-57C0-6C75-0671-596408813F5D}"/>
              </a:ext>
            </a:extLst>
          </p:cNvPr>
          <p:cNvGrpSpPr/>
          <p:nvPr/>
        </p:nvGrpSpPr>
        <p:grpSpPr>
          <a:xfrm>
            <a:off x="5866624" y="1372316"/>
            <a:ext cx="3495155" cy="810000"/>
            <a:chOff x="3190801" y="2488847"/>
            <a:chExt cx="3495155" cy="81000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B47A3B6-C9A4-C3D7-D78C-F2E4E5ECF6CE}"/>
                </a:ext>
              </a:extLst>
            </p:cNvPr>
            <p:cNvSpPr txBox="1"/>
            <p:nvPr/>
          </p:nvSpPr>
          <p:spPr>
            <a:xfrm>
              <a:off x="4929374" y="2488847"/>
              <a:ext cx="1756582" cy="810000"/>
            </a:xfrm>
            <a:prstGeom prst="roundRect">
              <a:avLst/>
            </a:prstGeom>
            <a:solidFill>
              <a:srgbClr val="C42828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Reducers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CE58347-8FB0-EB7B-7507-18C7519EACA8}"/>
                </a:ext>
              </a:extLst>
            </p:cNvPr>
            <p:cNvCxnSpPr>
              <a:cxnSpLocks/>
              <a:stCxn id="51" idx="3"/>
              <a:endCxn id="48" idx="1"/>
            </p:cNvCxnSpPr>
            <p:nvPr/>
          </p:nvCxnSpPr>
          <p:spPr>
            <a:xfrm>
              <a:off x="3190801" y="2893847"/>
              <a:ext cx="1738573" cy="0"/>
            </a:xfrm>
            <a:prstGeom prst="straightConnector1">
              <a:avLst/>
            </a:prstGeom>
            <a:ln w="38100">
              <a:solidFill>
                <a:srgbClr val="72C4B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1C7E11F-B95C-066E-32F8-B5C26301ECA0}"/>
              </a:ext>
            </a:extLst>
          </p:cNvPr>
          <p:cNvSpPr txBox="1"/>
          <p:nvPr/>
        </p:nvSpPr>
        <p:spPr>
          <a:xfrm>
            <a:off x="4079809" y="1372316"/>
            <a:ext cx="1786815" cy="810000"/>
          </a:xfrm>
          <a:prstGeom prst="roundRect">
            <a:avLst/>
          </a:prstGeom>
          <a:solidFill>
            <a:srgbClr val="AD9BCB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Action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9B3743D-5B2D-7B5B-9DDA-A4DD0594A233}"/>
              </a:ext>
            </a:extLst>
          </p:cNvPr>
          <p:cNvCxnSpPr>
            <a:cxnSpLocks/>
            <a:stCxn id="7" idx="0"/>
            <a:endCxn id="51" idx="2"/>
          </p:cNvCxnSpPr>
          <p:nvPr/>
        </p:nvCxnSpPr>
        <p:spPr>
          <a:xfrm flipV="1">
            <a:off x="4973216" y="2182316"/>
            <a:ext cx="1" cy="1236408"/>
          </a:xfrm>
          <a:prstGeom prst="straightConnector1">
            <a:avLst/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AC245C3A-BE36-90C3-1268-968873CCCC48}"/>
              </a:ext>
            </a:extLst>
          </p:cNvPr>
          <p:cNvSpPr txBox="1"/>
          <p:nvPr/>
        </p:nvSpPr>
        <p:spPr>
          <a:xfrm>
            <a:off x="4838729" y="2678537"/>
            <a:ext cx="13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dirty="0">
                <a:solidFill>
                  <a:srgbClr val="72C4BF"/>
                </a:solidFill>
              </a:rPr>
              <a:t>dispatch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3EC300-1D5D-258D-1CA2-3E7A846B0C2B}"/>
              </a:ext>
            </a:extLst>
          </p:cNvPr>
          <p:cNvSpPr txBox="1"/>
          <p:nvPr/>
        </p:nvSpPr>
        <p:spPr>
          <a:xfrm>
            <a:off x="7605195" y="3418029"/>
            <a:ext cx="1756583" cy="810000"/>
          </a:xfrm>
          <a:prstGeom prst="roundRect">
            <a:avLst/>
          </a:prstGeom>
          <a:solidFill>
            <a:srgbClr val="AD9BCB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Store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A28BFB9-CC51-E2E8-73C9-44FC64D0830C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 flipH="1">
            <a:off x="8483487" y="2182316"/>
            <a:ext cx="1" cy="1235713"/>
          </a:xfrm>
          <a:prstGeom prst="straightConnector1">
            <a:avLst/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AE59228A-081E-11BF-C13E-4BCB3341270A}"/>
              </a:ext>
            </a:extLst>
          </p:cNvPr>
          <p:cNvSpPr txBox="1"/>
          <p:nvPr/>
        </p:nvSpPr>
        <p:spPr>
          <a:xfrm>
            <a:off x="7075392" y="2186882"/>
            <a:ext cx="135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dirty="0">
                <a:solidFill>
                  <a:srgbClr val="72C4BF"/>
                </a:solidFill>
              </a:rPr>
              <a:t>create new state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776ECB2-C578-5A8B-B162-46F303248816}"/>
              </a:ext>
            </a:extLst>
          </p:cNvPr>
          <p:cNvCxnSpPr>
            <a:cxnSpLocks/>
          </p:cNvCxnSpPr>
          <p:nvPr/>
        </p:nvCxnSpPr>
        <p:spPr>
          <a:xfrm flipH="1">
            <a:off x="5866624" y="3799410"/>
            <a:ext cx="1738571" cy="0"/>
          </a:xfrm>
          <a:prstGeom prst="straightConnector1">
            <a:avLst/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A445C71A-8214-38E6-E4DC-B51AD25126A0}"/>
              </a:ext>
            </a:extLst>
          </p:cNvPr>
          <p:cNvSpPr txBox="1"/>
          <p:nvPr/>
        </p:nvSpPr>
        <p:spPr>
          <a:xfrm>
            <a:off x="5928063" y="3153079"/>
            <a:ext cx="1633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dirty="0">
                <a:solidFill>
                  <a:srgbClr val="72C4BF"/>
                </a:solidFill>
              </a:rPr>
              <a:t>pass state with subscriptions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8742419-B060-0E5E-0DCF-9955E58C7541}"/>
              </a:ext>
            </a:extLst>
          </p:cNvPr>
          <p:cNvCxnSpPr>
            <a:cxnSpLocks/>
          </p:cNvCxnSpPr>
          <p:nvPr/>
        </p:nvCxnSpPr>
        <p:spPr>
          <a:xfrm flipH="1">
            <a:off x="3331114" y="3638349"/>
            <a:ext cx="885562" cy="0"/>
          </a:xfrm>
          <a:prstGeom prst="straightConnector1">
            <a:avLst/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F8A34FA-CF29-4A5F-C178-51211773BA26}"/>
              </a:ext>
            </a:extLst>
          </p:cNvPr>
          <p:cNvSpPr txBox="1"/>
          <p:nvPr/>
        </p:nvSpPr>
        <p:spPr>
          <a:xfrm>
            <a:off x="1220779" y="3418029"/>
            <a:ext cx="2110335" cy="617833"/>
          </a:xfrm>
          <a:prstGeom prst="roundRect">
            <a:avLst/>
          </a:prstGeom>
          <a:solidFill>
            <a:srgbClr val="C42828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Async service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359A8D9-67D3-AF78-D6BD-CD0986F2F986}"/>
              </a:ext>
            </a:extLst>
          </p:cNvPr>
          <p:cNvCxnSpPr>
            <a:cxnSpLocks/>
          </p:cNvCxnSpPr>
          <p:nvPr/>
        </p:nvCxnSpPr>
        <p:spPr>
          <a:xfrm>
            <a:off x="3327479" y="3799410"/>
            <a:ext cx="752327" cy="9056"/>
          </a:xfrm>
          <a:prstGeom prst="straightConnector1">
            <a:avLst/>
          </a:prstGeom>
          <a:ln w="38100">
            <a:solidFill>
              <a:srgbClr val="72C4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CB596A8-372A-DCED-A0B4-0169C135D26C}"/>
              </a:ext>
            </a:extLst>
          </p:cNvPr>
          <p:cNvSpPr txBox="1"/>
          <p:nvPr/>
        </p:nvSpPr>
        <p:spPr>
          <a:xfrm>
            <a:off x="2985599" y="2933876"/>
            <a:ext cx="135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dirty="0">
                <a:solidFill>
                  <a:srgbClr val="72C4BF"/>
                </a:solidFill>
              </a:rPr>
              <a:t>call async process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CD0DB1B-B6F2-1364-E368-624DC82B2FF3}"/>
              </a:ext>
            </a:extLst>
          </p:cNvPr>
          <p:cNvGrpSpPr/>
          <p:nvPr/>
        </p:nvGrpSpPr>
        <p:grpSpPr>
          <a:xfrm>
            <a:off x="4079806" y="3418724"/>
            <a:ext cx="1786818" cy="1521717"/>
            <a:chOff x="3165406" y="4448628"/>
            <a:chExt cx="1786818" cy="152171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84C7760-4C8B-3572-BD73-440CC02BB937}"/>
                </a:ext>
              </a:extLst>
            </p:cNvPr>
            <p:cNvSpPr txBox="1"/>
            <p:nvPr/>
          </p:nvSpPr>
          <p:spPr>
            <a:xfrm>
              <a:off x="3165406" y="5160345"/>
              <a:ext cx="1786818" cy="810000"/>
            </a:xfrm>
            <a:prstGeom prst="roundRect">
              <a:avLst/>
            </a:prstGeom>
            <a:solidFill>
              <a:srgbClr val="EF463C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Smart 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component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E3888F-1D6F-EED8-E492-0BCC7CF8D4C9}"/>
                </a:ext>
              </a:extLst>
            </p:cNvPr>
            <p:cNvSpPr txBox="1"/>
            <p:nvPr/>
          </p:nvSpPr>
          <p:spPr>
            <a:xfrm>
              <a:off x="3165408" y="4448628"/>
              <a:ext cx="1786816" cy="617833"/>
            </a:xfrm>
            <a:prstGeom prst="roundRect">
              <a:avLst/>
            </a:prstGeom>
            <a:solidFill>
              <a:srgbClr val="72C4BF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Sandbox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D69E3F-BEB5-6E0A-C9E3-485B68C12DDA}"/>
              </a:ext>
            </a:extLst>
          </p:cNvPr>
          <p:cNvGrpSpPr/>
          <p:nvPr/>
        </p:nvGrpSpPr>
        <p:grpSpPr>
          <a:xfrm>
            <a:off x="7978321" y="4643753"/>
            <a:ext cx="1010330" cy="860433"/>
            <a:chOff x="3165406" y="4448628"/>
            <a:chExt cx="1786818" cy="15217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7690D26-F24F-2BBA-AAA0-E1A2FC3EBEB6}"/>
                </a:ext>
              </a:extLst>
            </p:cNvPr>
            <p:cNvSpPr txBox="1"/>
            <p:nvPr/>
          </p:nvSpPr>
          <p:spPr>
            <a:xfrm>
              <a:off x="3165406" y="5160345"/>
              <a:ext cx="1786818" cy="810000"/>
            </a:xfrm>
            <a:prstGeom prst="roundRect">
              <a:avLst/>
            </a:prstGeom>
            <a:solidFill>
              <a:srgbClr val="EF463C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Smart component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C5AEF-1E24-A6CB-2403-3A29DC038B65}"/>
                </a:ext>
              </a:extLst>
            </p:cNvPr>
            <p:cNvSpPr txBox="1"/>
            <p:nvPr/>
          </p:nvSpPr>
          <p:spPr>
            <a:xfrm>
              <a:off x="3165408" y="4448628"/>
              <a:ext cx="1786816" cy="617833"/>
            </a:xfrm>
            <a:prstGeom prst="roundRect">
              <a:avLst/>
            </a:prstGeom>
            <a:solidFill>
              <a:srgbClr val="72C4BF"/>
            </a:solidFill>
          </p:spPr>
          <p:txBody>
            <a:bodyPr wrap="square" lIns="180000" rtlCol="0" anchor="ctr" anchorCtr="0"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Sandbox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A859C0F-CFC6-A492-E2FF-B0630EECE954}"/>
              </a:ext>
            </a:extLst>
          </p:cNvPr>
          <p:cNvSpPr txBox="1"/>
          <p:nvPr/>
        </p:nvSpPr>
        <p:spPr>
          <a:xfrm>
            <a:off x="3962885" y="5111832"/>
            <a:ext cx="1010330" cy="458003"/>
          </a:xfrm>
          <a:prstGeom prst="roundRect">
            <a:avLst/>
          </a:prstGeom>
          <a:solidFill>
            <a:srgbClr val="EF463C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Dumb component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065D0B-28B7-885C-37AD-B3EC6B2509C5}"/>
              </a:ext>
            </a:extLst>
          </p:cNvPr>
          <p:cNvSpPr txBox="1"/>
          <p:nvPr/>
        </p:nvSpPr>
        <p:spPr>
          <a:xfrm>
            <a:off x="5032150" y="5111832"/>
            <a:ext cx="1010330" cy="458003"/>
          </a:xfrm>
          <a:prstGeom prst="roundRect">
            <a:avLst/>
          </a:prstGeom>
          <a:solidFill>
            <a:srgbClr val="EF463C"/>
          </a:solidFill>
        </p:spPr>
        <p:txBody>
          <a:bodyPr wrap="square" lIns="180000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Dumb component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677A5C-705D-FFDA-A155-64159988C14F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 rot="5400000">
            <a:off x="4634938" y="4773554"/>
            <a:ext cx="171391" cy="505165"/>
          </a:xfrm>
          <a:prstGeom prst="bentConnector3">
            <a:avLst>
              <a:gd name="adj1" fmla="val 50000"/>
            </a:avLst>
          </a:prstGeom>
          <a:ln w="19050">
            <a:solidFill>
              <a:srgbClr val="72C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3">
            <a:extLst>
              <a:ext uri="{FF2B5EF4-FFF2-40B4-BE49-F238E27FC236}">
                <a16:creationId xmlns:a16="http://schemas.microsoft.com/office/drawing/2014/main" id="{1CA6ADC1-B848-F9B7-30E9-8FBEA2C551CD}"/>
              </a:ext>
            </a:extLst>
          </p:cNvPr>
          <p:cNvCxnSpPr>
            <a:cxnSpLocks/>
            <a:stCxn id="39" idx="2"/>
            <a:endCxn id="42" idx="0"/>
          </p:cNvCxnSpPr>
          <p:nvPr/>
        </p:nvCxnSpPr>
        <p:spPr>
          <a:xfrm rot="16200000" flipH="1">
            <a:off x="5169570" y="4744086"/>
            <a:ext cx="171391" cy="564100"/>
          </a:xfrm>
          <a:prstGeom prst="bentConnector3">
            <a:avLst>
              <a:gd name="adj1" fmla="val 50000"/>
            </a:avLst>
          </a:prstGeom>
          <a:ln w="19050">
            <a:solidFill>
              <a:srgbClr val="72C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43">
            <a:extLst>
              <a:ext uri="{FF2B5EF4-FFF2-40B4-BE49-F238E27FC236}">
                <a16:creationId xmlns:a16="http://schemas.microsoft.com/office/drawing/2014/main" id="{B71E88F7-3A78-2386-3695-1AB439AD1C5D}"/>
              </a:ext>
            </a:extLst>
          </p:cNvPr>
          <p:cNvCxnSpPr>
            <a:cxnSpLocks/>
            <a:stCxn id="7" idx="2"/>
            <a:endCxn id="39" idx="0"/>
          </p:cNvCxnSpPr>
          <p:nvPr/>
        </p:nvCxnSpPr>
        <p:spPr>
          <a:xfrm rot="5400000">
            <a:off x="4926274" y="4083499"/>
            <a:ext cx="93884" cy="1"/>
          </a:xfrm>
          <a:prstGeom prst="bentConnector3">
            <a:avLst>
              <a:gd name="adj1" fmla="val 50000"/>
            </a:avLst>
          </a:prstGeom>
          <a:ln w="19050">
            <a:solidFill>
              <a:srgbClr val="72C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A4BEE44-2AC1-3A12-D2D1-7D34DA84D793}"/>
              </a:ext>
            </a:extLst>
          </p:cNvPr>
          <p:cNvGrpSpPr/>
          <p:nvPr/>
        </p:nvGrpSpPr>
        <p:grpSpPr>
          <a:xfrm>
            <a:off x="739282" y="1199453"/>
            <a:ext cx="8604115" cy="4877793"/>
            <a:chOff x="739282" y="1199453"/>
            <a:chExt cx="8604115" cy="4877793"/>
          </a:xfrm>
        </p:grpSpPr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F374E5D6-D637-8FF4-70F3-919D3A3F2F37}"/>
                </a:ext>
              </a:extLst>
            </p:cNvPr>
            <p:cNvSpPr/>
            <p:nvPr/>
          </p:nvSpPr>
          <p:spPr>
            <a:xfrm>
              <a:off x="739282" y="4085906"/>
              <a:ext cx="8585735" cy="1285408"/>
            </a:xfrm>
            <a:prstGeom prst="arc">
              <a:avLst>
                <a:gd name="adj1" fmla="val 10909462"/>
                <a:gd name="adj2" fmla="val 12849582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CB25233B-E381-3901-1492-3542FF757CC5}"/>
                </a:ext>
              </a:extLst>
            </p:cNvPr>
            <p:cNvSpPr/>
            <p:nvPr/>
          </p:nvSpPr>
          <p:spPr>
            <a:xfrm rot="19976668">
              <a:off x="2981604" y="1199453"/>
              <a:ext cx="1460161" cy="4877793"/>
            </a:xfrm>
            <a:prstGeom prst="arc">
              <a:avLst>
                <a:gd name="adj1" fmla="val 16373811"/>
                <a:gd name="adj2" fmla="val 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2E5F4E41-E328-BAEA-EEB8-97322522A438}"/>
                </a:ext>
              </a:extLst>
            </p:cNvPr>
            <p:cNvSpPr/>
            <p:nvPr/>
          </p:nvSpPr>
          <p:spPr>
            <a:xfrm>
              <a:off x="3835568" y="3244799"/>
              <a:ext cx="2163499" cy="1002167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D60EA2F2-907E-7014-4555-7809BBF757F0}"/>
                </a:ext>
              </a:extLst>
            </p:cNvPr>
            <p:cNvSpPr/>
            <p:nvPr/>
          </p:nvSpPr>
          <p:spPr>
            <a:xfrm>
              <a:off x="757662" y="4063952"/>
              <a:ext cx="8585735" cy="1285408"/>
            </a:xfrm>
            <a:prstGeom prst="arc">
              <a:avLst>
                <a:gd name="adj1" fmla="val 19065702"/>
                <a:gd name="adj2" fmla="val 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C853C800-CA16-00F5-4BBB-FEF711DAED7B}"/>
              </a:ext>
            </a:extLst>
          </p:cNvPr>
          <p:cNvSpPr txBox="1"/>
          <p:nvPr/>
        </p:nvSpPr>
        <p:spPr>
          <a:xfrm>
            <a:off x="1952158" y="5111832"/>
            <a:ext cx="801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400" dirty="0">
                <a:solidFill>
                  <a:srgbClr val="002060"/>
                </a:solidFill>
              </a:rPr>
              <a:t>View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3888C5-CDB0-342B-0988-FCD57C2AA862}"/>
              </a:ext>
            </a:extLst>
          </p:cNvPr>
          <p:cNvSpPr txBox="1"/>
          <p:nvPr/>
        </p:nvSpPr>
        <p:spPr>
          <a:xfrm>
            <a:off x="979913" y="1842407"/>
            <a:ext cx="821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400" dirty="0">
                <a:solidFill>
                  <a:srgbClr val="002060"/>
                </a:solidFill>
              </a:rPr>
              <a:t>Logic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99A859-7581-85CB-FEAD-2279DE28DD71}"/>
              </a:ext>
            </a:extLst>
          </p:cNvPr>
          <p:cNvSpPr txBox="1"/>
          <p:nvPr/>
        </p:nvSpPr>
        <p:spPr>
          <a:xfrm>
            <a:off x="5587427" y="770453"/>
            <a:ext cx="2549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400" dirty="0">
                <a:solidFill>
                  <a:srgbClr val="002060"/>
                </a:solidFill>
              </a:rPr>
              <a:t>State management</a:t>
            </a:r>
          </a:p>
        </p:txBody>
      </p:sp>
    </p:spTree>
    <p:extLst>
      <p:ext uri="{BB962C8B-B14F-4D97-AF65-F5344CB8AC3E}">
        <p14:creationId xmlns:p14="http://schemas.microsoft.com/office/powerpoint/2010/main" val="150853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47E0-C05D-AC4C-A8AF-B4D75891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Responsibilities of the sandbox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8DDA4-51EA-254C-A6F6-DCEDCEDA4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Sole interface for a smart component (container) to the outside world</a:t>
            </a:r>
          </a:p>
          <a:p>
            <a:r>
              <a:rPr lang="en-US" dirty="0"/>
              <a:t>Only exposes what this container needs</a:t>
            </a:r>
          </a:p>
          <a:p>
            <a:r>
              <a:rPr lang="en-US" dirty="0"/>
              <a:t>1 sandbox for 1 container</a:t>
            </a:r>
          </a:p>
          <a:p>
            <a:r>
              <a:rPr lang="en-US" dirty="0"/>
              <a:t>Exposes</a:t>
            </a:r>
          </a:p>
          <a:p>
            <a:pPr lvl="1"/>
            <a:r>
              <a:rPr lang="en-US" dirty="0"/>
              <a:t>State using selectors</a:t>
            </a:r>
          </a:p>
          <a:p>
            <a:pPr lvl="1"/>
            <a:r>
              <a:rPr lang="en-US" dirty="0"/>
              <a:t>Actions using functions</a:t>
            </a:r>
          </a:p>
          <a:p>
            <a:pPr lvl="1"/>
            <a:r>
              <a:rPr lang="en-US" dirty="0"/>
              <a:t>Routing to other pages using functions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511D6-E157-6946-B2DF-579AC50F9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30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0379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4" r="19134"/>
          <a:stretch>
            <a:fillRect/>
          </a:stretch>
        </p:blipFill>
        <p:spPr/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1568" dirty="0">
                <a:solidFill>
                  <a:srgbClr val="EF463C"/>
                </a:solidFill>
              </a:rPr>
              <a:t>NEXT</a:t>
            </a:r>
            <a:br>
              <a:rPr lang="nl-BE" dirty="0"/>
            </a:br>
            <a:r>
              <a:rPr lang="nl-BE" sz="3729" dirty="0"/>
              <a:t>TIME FOR ACTION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96AA6D-8347-412D-BE88-10FF9D73003A}" type="slidenum">
              <a:rPr lang="nl-BE" smtClean="0"/>
              <a:pPr/>
              <a:t>31</a:t>
            </a:fld>
            <a:endParaRPr lang="nl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BB7E5-6D75-8A49-9569-210CED440CF8}"/>
              </a:ext>
            </a:extLst>
          </p:cNvPr>
          <p:cNvSpPr txBox="1"/>
          <p:nvPr/>
        </p:nvSpPr>
        <p:spPr>
          <a:xfrm>
            <a:off x="670209" y="2557350"/>
            <a:ext cx="7948167" cy="2462213"/>
          </a:xfrm>
          <a:prstGeom prst="rect">
            <a:avLst/>
          </a:prstGeom>
          <a:solidFill>
            <a:srgbClr val="72C4BF"/>
          </a:solidFill>
          <a:ln>
            <a:solidFill>
              <a:srgbClr val="72C4B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Gill Sans MT" panose="020B0502020104020203" pitchFamily="34" charset="0"/>
              </a:rPr>
              <a:t>GIT Repo:</a:t>
            </a:r>
            <a:endParaRPr lang="en-US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hlinkClick r:id="rId4"/>
              </a:rPr>
              <a:t>https://github.com/pmestrum/angular-ngrx-excercise/tree/v18/start</a:t>
            </a:r>
            <a:r>
              <a:rPr lang="en-US" dirty="0">
                <a:solidFill>
                  <a:schemeClr val="bg1"/>
                </a:solidFill>
              </a:rPr>
              <a:t>  </a:t>
            </a:r>
          </a:p>
          <a:p>
            <a:endParaRPr lang="en-US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or</a:t>
            </a:r>
          </a:p>
          <a:p>
            <a:endParaRPr lang="en-US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  <a:hlinkClick r:id="rId5"/>
              </a:rPr>
              <a:t>https://bit.ly/4eBKKm9</a:t>
            </a:r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  <a:p>
            <a:endParaRPr lang="en-US" sz="8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endParaRPr lang="en-US" sz="8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endParaRPr lang="en-US" sz="8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endParaRPr lang="en-US" sz="11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endParaRPr lang="en-US" sz="11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F12F6-F9C1-0743-97C4-2DA9F1B94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0131" y="365129"/>
            <a:ext cx="1693333" cy="82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34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37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B356211D470D438FEA7AA8FE978C1A" ma:contentTypeVersion="2" ma:contentTypeDescription="Create a new document." ma:contentTypeScope="" ma:versionID="3c49ca36d52cb6fc782905defe5d6d59">
  <xsd:schema xmlns:xsd="http://www.w3.org/2001/XMLSchema" xmlns:xs="http://www.w3.org/2001/XMLSchema" xmlns:p="http://schemas.microsoft.com/office/2006/metadata/properties" xmlns:ns2="6fe5b206-720c-47e1-a2f6-247ae5cfd84f" targetNamespace="http://schemas.microsoft.com/office/2006/metadata/properties" ma:root="true" ma:fieldsID="0c7d81dc076a65cb5ed588413662eff9" ns2:_="">
    <xsd:import namespace="6fe5b206-720c-47e1-a2f6-247ae5cfd8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5b206-720c-47e1-a2f6-247ae5cfd8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52A2C4-28DE-417D-9627-7504F7BAA1EE}">
  <ds:schemaRefs>
    <ds:schemaRef ds:uri="http://purl.org/dc/terms/"/>
    <ds:schemaRef ds:uri="http://www.w3.org/XML/1998/namespace"/>
    <ds:schemaRef ds:uri="http://purl.org/dc/elements/1.1/"/>
    <ds:schemaRef ds:uri="6fe5b206-720c-47e1-a2f6-247ae5cfd84f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11D0DBCC-B92C-47AA-8B09-5872635842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3CB8E7-28ED-4726-AACB-D87508E74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e5b206-720c-47e1-a2f6-247ae5cfd8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{9153801C-CFF8-CF47-B120-80DC9FD53F9C}tf10001071</Template>
  <TotalTime>4863</TotalTime>
  <Words>1589</Words>
  <Application>Microsoft Macintosh PowerPoint</Application>
  <PresentationFormat>Widescreen</PresentationFormat>
  <Paragraphs>353</Paragraphs>
  <Slides>32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Avenir Light</vt:lpstr>
      <vt:lpstr>Calibri</vt:lpstr>
      <vt:lpstr>Calibri Light</vt:lpstr>
      <vt:lpstr>Comic Sans MS</vt:lpstr>
      <vt:lpstr>Courier New</vt:lpstr>
      <vt:lpstr>Gill Sans MT</vt:lpstr>
      <vt:lpstr>Office Theme</vt:lpstr>
      <vt:lpstr>NGRX Redux for Angular</vt:lpstr>
      <vt:lpstr>PowerPoint Presentation</vt:lpstr>
      <vt:lpstr>ten industries</vt:lpstr>
      <vt:lpstr>global footprint of delaware office locations</vt:lpstr>
      <vt:lpstr>PowerPoint Presentation</vt:lpstr>
      <vt:lpstr>PowerPoint Presentation</vt:lpstr>
      <vt:lpstr>Starting your career at delaware?</vt:lpstr>
      <vt:lpstr>NGRX Redux for Angular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Redux principles</vt:lpstr>
      <vt:lpstr>Actions</vt:lpstr>
      <vt:lpstr>Creating actions</vt:lpstr>
      <vt:lpstr>Reducers</vt:lpstr>
      <vt:lpstr>Create a reducer function</vt:lpstr>
      <vt:lpstr>New way of creating a reducer function</vt:lpstr>
      <vt:lpstr>Reducers are pure functions</vt:lpstr>
      <vt:lpstr>Selectors</vt:lpstr>
      <vt:lpstr>Observables ?</vt:lpstr>
      <vt:lpstr>Do you have to put everything in the state ?</vt:lpstr>
      <vt:lpstr>Checklist: SHARI</vt:lpstr>
      <vt:lpstr>What Should Not Go in the Store?</vt:lpstr>
      <vt:lpstr>PowerPoint Presentation</vt:lpstr>
      <vt:lpstr>Effects</vt:lpstr>
      <vt:lpstr>Sandboxes</vt:lpstr>
      <vt:lpstr>PowerPoint Presentation</vt:lpstr>
      <vt:lpstr>Responsibilities of the sandbox</vt:lpstr>
      <vt:lpstr>NEXT TIME FOR ACTION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Mestrum, Paul</dc:creator>
  <cp:keywords/>
  <dc:description/>
  <cp:lastModifiedBy>Mestrum, Paul</cp:lastModifiedBy>
  <cp:revision>15</cp:revision>
  <dcterms:created xsi:type="dcterms:W3CDTF">2021-11-23T14:38:41Z</dcterms:created>
  <dcterms:modified xsi:type="dcterms:W3CDTF">2024-11-21T20:45:36Z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0x0101000AB356211D470D438FEA7AA8FE978C1A</vt:lpwstr>
  </property>
</Properties>
</file>